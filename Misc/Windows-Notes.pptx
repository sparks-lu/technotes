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9" r:id="rId4"/>
  </p:sldMasterIdLst>
  <p:notesMasterIdLst>
    <p:notesMasterId r:id="rId14"/>
  </p:notesMasterIdLst>
  <p:sldIdLst>
    <p:sldId id="257" r:id="rId5"/>
    <p:sldId id="260" r:id="rId6"/>
    <p:sldId id="266" r:id="rId7"/>
    <p:sldId id="267" r:id="rId8"/>
    <p:sldId id="258" r:id="rId9"/>
    <p:sldId id="259" r:id="rId10"/>
    <p:sldId id="264" r:id="rId11"/>
    <p:sldId id="263" r:id="rId12"/>
    <p:sldId id="265" r:id="rId13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29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5.png"/><Relationship Id="rId3" Type="http://schemas.openxmlformats.org/officeDocument/2006/relationships/tags" Target="../tags/tag15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6.png"/><Relationship Id="rId3" Type="http://schemas.openxmlformats.org/officeDocument/2006/relationships/tags" Target="../tags/tag21.xml"/><Relationship Id="rId2" Type="http://schemas.openxmlformats.org/officeDocument/2006/relationships/image" Target="../media/image3.jpeg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image" Target="../media/image6.png"/><Relationship Id="rId3" Type="http://schemas.openxmlformats.org/officeDocument/2006/relationships/tags" Target="../tags/tag28.xml"/><Relationship Id="rId2" Type="http://schemas.openxmlformats.org/officeDocument/2006/relationships/image" Target="../media/image3.jpeg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8.png"/><Relationship Id="rId7" Type="http://schemas.openxmlformats.org/officeDocument/2006/relationships/tags" Target="../tags/tag39.xml"/><Relationship Id="rId6" Type="http://schemas.openxmlformats.org/officeDocument/2006/relationships/image" Target="../media/image7.jpeg"/><Relationship Id="rId5" Type="http://schemas.openxmlformats.org/officeDocument/2006/relationships/tags" Target="../tags/tag38.xml"/><Relationship Id="rId4" Type="http://schemas.openxmlformats.org/officeDocument/2006/relationships/image" Target="../media/image6.png"/><Relationship Id="rId3" Type="http://schemas.openxmlformats.org/officeDocument/2006/relationships/tags" Target="../tags/tag37.xml"/><Relationship Id="rId2" Type="http://schemas.openxmlformats.org/officeDocument/2006/relationships/image" Target="../media/image3.jpeg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image" Target="../media/image6.png"/><Relationship Id="rId3" Type="http://schemas.openxmlformats.org/officeDocument/2006/relationships/tags" Target="../tags/tag49.xml"/><Relationship Id="rId2" Type="http://schemas.openxmlformats.org/officeDocument/2006/relationships/image" Target="../media/image3.jpeg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image" Target="../media/image6.png"/><Relationship Id="rId3" Type="http://schemas.openxmlformats.org/officeDocument/2006/relationships/tags" Target="../tags/tag56.xm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image" Target="../media/image6.png"/><Relationship Id="rId3" Type="http://schemas.openxmlformats.org/officeDocument/2006/relationships/tags" Target="../tags/tag62.xm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tags" Target="../tags/tag67.xm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image" Target="../media/image6.png"/><Relationship Id="rId3" Type="http://schemas.openxmlformats.org/officeDocument/2006/relationships/tags" Target="../tags/tag7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image" Target="../media/image10.png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image" Target="../media/image3.jpeg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image" Target="../media/image11.png"/><Relationship Id="rId3" Type="http://schemas.openxmlformats.org/officeDocument/2006/relationships/tags" Target="../tags/tag85.xml"/><Relationship Id="rId2" Type="http://schemas.openxmlformats.org/officeDocument/2006/relationships/image" Target="../media/image3.jpeg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image" Target="../media/image6.png"/><Relationship Id="rId3" Type="http://schemas.openxmlformats.org/officeDocument/2006/relationships/tags" Target="../tags/tag93.xml"/><Relationship Id="rId2" Type="http://schemas.openxmlformats.org/officeDocument/2006/relationships/image" Target="../media/image3.jpeg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image" Target="../media/image6.png"/><Relationship Id="rId3" Type="http://schemas.openxmlformats.org/officeDocument/2006/relationships/tags" Target="../tags/tag101.xml"/><Relationship Id="rId2" Type="http://schemas.openxmlformats.org/officeDocument/2006/relationships/image" Target="../media/image3.jpeg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image" Target="../media/image12.png"/><Relationship Id="rId3" Type="http://schemas.openxmlformats.org/officeDocument/2006/relationships/tags" Target="../tags/tag109.xml"/><Relationship Id="rId2" Type="http://schemas.openxmlformats.org/officeDocument/2006/relationships/image" Target="../media/image3.jpeg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image" Target="../media/image14.png"/><Relationship Id="rId6" Type="http://schemas.openxmlformats.org/officeDocument/2006/relationships/tags" Target="../tags/tag121.xml"/><Relationship Id="rId5" Type="http://schemas.openxmlformats.org/officeDocument/2006/relationships/image" Target="../media/image13.png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image" Target="../media/image3.jpeg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209550" y="495300"/>
            <a:ext cx="11982450" cy="6362700"/>
          </a:xfrm>
          <a:custGeom>
            <a:avLst/>
            <a:gdLst>
              <a:gd name="connsiteX0" fmla="*/ 0 w 11982450"/>
              <a:gd name="connsiteY0" fmla="*/ 0 h 6362700"/>
              <a:gd name="connsiteX1" fmla="*/ 11982450 w 11982450"/>
              <a:gd name="connsiteY1" fmla="*/ 0 h 6362700"/>
              <a:gd name="connsiteX2" fmla="*/ 11982450 w 11982450"/>
              <a:gd name="connsiteY2" fmla="*/ 6362700 h 6362700"/>
              <a:gd name="connsiteX3" fmla="*/ 0 w 11982450"/>
              <a:gd name="connsiteY3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82450" h="6362700">
                <a:moveTo>
                  <a:pt x="0" y="0"/>
                </a:moveTo>
                <a:lnTo>
                  <a:pt x="11982450" y="0"/>
                </a:lnTo>
                <a:lnTo>
                  <a:pt x="11982450" y="6362700"/>
                </a:lnTo>
                <a:lnTo>
                  <a:pt x="0" y="63627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2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7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1350413" y="3210791"/>
            <a:ext cx="9476508" cy="755419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spc="20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en-US" dirty="0"/>
          </a:p>
        </p:txBody>
      </p:sp>
      <p:sp>
        <p:nvSpPr>
          <p:cNvPr id="49" name="文本占位符 13"/>
          <p:cNvSpPr>
            <a:spLocks noGrp="1"/>
          </p:cNvSpPr>
          <p:nvPr>
            <p:ph type="body" sz="quarter" idx="10" hasCustomPrompt="1"/>
            <p:custDataLst>
              <p:tags r:id="rId10"/>
            </p:custDataLst>
          </p:nvPr>
        </p:nvSpPr>
        <p:spPr>
          <a:xfrm>
            <a:off x="1350413" y="3993226"/>
            <a:ext cx="2880000" cy="360000"/>
          </a:xfrm>
        </p:spPr>
        <p:txBody>
          <a:bodyPr vert="horz" anchor="ctr">
            <a:normAutofit/>
          </a:bodyPr>
          <a:lstStyle>
            <a:lvl1pPr marL="0" indent="0" algn="l">
              <a:buNone/>
              <a:defRPr sz="1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en-US" altLang="zh-CN" dirty="0"/>
          </a:p>
        </p:txBody>
      </p:sp>
      <p:sp>
        <p:nvSpPr>
          <p:cNvPr id="50" name="文本占位符 13"/>
          <p:cNvSpPr>
            <a:spLocks noGrp="1"/>
          </p:cNvSpPr>
          <p:nvPr>
            <p:ph type="body" sz="quarter" idx="11" hasCustomPrompt="1"/>
            <p:custDataLst>
              <p:tags r:id="rId11"/>
            </p:custDataLst>
          </p:nvPr>
        </p:nvSpPr>
        <p:spPr>
          <a:xfrm>
            <a:off x="1350413" y="4440036"/>
            <a:ext cx="2880000" cy="360000"/>
          </a:xfrm>
        </p:spPr>
        <p:txBody>
          <a:bodyPr vert="horz" anchor="ctr">
            <a:normAutofit/>
          </a:bodyPr>
          <a:lstStyle>
            <a:lvl1pPr marL="0" indent="0" algn="l">
              <a:buNone/>
              <a:defRPr sz="1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48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1350413" y="1599352"/>
            <a:ext cx="9476509" cy="1454940"/>
          </a:xfrm>
        </p:spPr>
        <p:txBody>
          <a:bodyPr lIns="90170" tIns="46990" rIns="90170" bIns="46990" anchor="b">
            <a:normAutofit/>
          </a:bodyPr>
          <a:lstStyle>
            <a:lvl1pPr algn="l">
              <a:defRPr sz="7200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0800" tIns="39600" rIns="75600" bIns="396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952508"/>
            <a:ext cx="10852237" cy="5389200"/>
          </a:xfrm>
        </p:spPr>
        <p:txBody>
          <a:bodyPr vert="horz" lIns="100800" tIns="0" rIns="8280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 flipH="1">
            <a:off x="0" y="812166"/>
            <a:ext cx="11520489" cy="6045835"/>
          </a:xfrm>
          <a:custGeom>
            <a:avLst/>
            <a:gdLst>
              <a:gd name="connsiteX0" fmla="*/ 11520489 w 11520489"/>
              <a:gd name="connsiteY0" fmla="*/ 0 h 6045835"/>
              <a:gd name="connsiteX1" fmla="*/ 0 w 11520489"/>
              <a:gd name="connsiteY1" fmla="*/ 0 h 6045835"/>
              <a:gd name="connsiteX2" fmla="*/ 0 w 11520489"/>
              <a:gd name="connsiteY2" fmla="*/ 6045835 h 6045835"/>
              <a:gd name="connsiteX3" fmla="*/ 11520488 w 11520489"/>
              <a:gd name="connsiteY3" fmla="*/ 6045835 h 6045835"/>
              <a:gd name="connsiteX4" fmla="*/ 11520488 w 11520489"/>
              <a:gd name="connsiteY4" fmla="*/ 610235 h 6045835"/>
              <a:gd name="connsiteX5" fmla="*/ 11520489 w 11520489"/>
              <a:gd name="connsiteY5" fmla="*/ 610235 h 604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0489" h="6045835">
                <a:moveTo>
                  <a:pt x="11520489" y="0"/>
                </a:moveTo>
                <a:lnTo>
                  <a:pt x="0" y="0"/>
                </a:lnTo>
                <a:lnTo>
                  <a:pt x="0" y="6045835"/>
                </a:lnTo>
                <a:lnTo>
                  <a:pt x="11520488" y="6045835"/>
                </a:lnTo>
                <a:lnTo>
                  <a:pt x="11520488" y="610235"/>
                </a:lnTo>
                <a:lnTo>
                  <a:pt x="11520489" y="610235"/>
                </a:lnTo>
                <a:close/>
              </a:path>
            </a:pathLst>
          </a:custGeom>
        </p:spPr>
      </p:pic>
      <p:sp>
        <p:nvSpPr>
          <p:cNvPr id="20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74223" y="2835563"/>
            <a:ext cx="9050482" cy="720435"/>
          </a:xfrm>
        </p:spPr>
        <p:txBody>
          <a:bodyPr lIns="36000" anchor="t" anchorCtr="0">
            <a:normAutofit/>
          </a:bodyPr>
          <a:lstStyle>
            <a:lvl1pPr algn="ctr">
              <a:defRPr sz="4400" b="1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574223" y="3629888"/>
            <a:ext cx="9050483" cy="1848427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93224"/>
            <a:ext cx="11985775" cy="63647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93224"/>
            <a:ext cx="11985775" cy="63647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2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93224"/>
            <a:ext cx="11985775" cy="63647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 rot="16200000">
            <a:off x="1490162" y="2208781"/>
            <a:ext cx="3848100" cy="285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 rot="16200000" flipH="1">
            <a:off x="1600345" y="2304002"/>
            <a:ext cx="4237266" cy="2249995"/>
          </a:xfrm>
          <a:custGeom>
            <a:avLst/>
            <a:gdLst>
              <a:gd name="connsiteX0" fmla="*/ 0 w 11982450"/>
              <a:gd name="connsiteY0" fmla="*/ 0 h 6362700"/>
              <a:gd name="connsiteX1" fmla="*/ 11982450 w 11982450"/>
              <a:gd name="connsiteY1" fmla="*/ 0 h 6362700"/>
              <a:gd name="connsiteX2" fmla="*/ 11982450 w 11982450"/>
              <a:gd name="connsiteY2" fmla="*/ 6362700 h 6362700"/>
              <a:gd name="connsiteX3" fmla="*/ 0 w 11982450"/>
              <a:gd name="connsiteY3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82450" h="6362700">
                <a:moveTo>
                  <a:pt x="0" y="0"/>
                </a:moveTo>
                <a:lnTo>
                  <a:pt x="11982450" y="0"/>
                </a:lnTo>
                <a:lnTo>
                  <a:pt x="11982450" y="6362700"/>
                </a:lnTo>
                <a:lnTo>
                  <a:pt x="0" y="636270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 8"/>
          <p:cNvSpPr/>
          <p:nvPr userDrawn="1">
            <p:custDataLst>
              <p:tags r:id="rId13"/>
            </p:custDataLst>
          </p:nvPr>
        </p:nvSpPr>
        <p:spPr>
          <a:xfrm>
            <a:off x="1982585" y="1714500"/>
            <a:ext cx="2865640" cy="3848099"/>
          </a:xfrm>
          <a:custGeom>
            <a:avLst/>
            <a:gdLst>
              <a:gd name="connsiteX0" fmla="*/ 0 w 2832100"/>
              <a:gd name="connsiteY0" fmla="*/ 0 h 3848100"/>
              <a:gd name="connsiteX1" fmla="*/ 2832100 w 2832100"/>
              <a:gd name="connsiteY1" fmla="*/ 0 h 3848100"/>
              <a:gd name="connsiteX2" fmla="*/ 2832100 w 2832100"/>
              <a:gd name="connsiteY2" fmla="*/ 3848100 h 3848100"/>
              <a:gd name="connsiteX3" fmla="*/ 0 w 2832100"/>
              <a:gd name="connsiteY3" fmla="*/ 3848100 h 3848100"/>
              <a:gd name="connsiteX4" fmla="*/ 0 w 2832100"/>
              <a:gd name="connsiteY4" fmla="*/ 0 h 3848100"/>
              <a:gd name="connsiteX0-1" fmla="*/ 8404 w 2840504"/>
              <a:gd name="connsiteY0-2" fmla="*/ 0 h 3848100"/>
              <a:gd name="connsiteX1-3" fmla="*/ 2840504 w 2840504"/>
              <a:gd name="connsiteY1-4" fmla="*/ 0 h 3848100"/>
              <a:gd name="connsiteX2-5" fmla="*/ 2840504 w 2840504"/>
              <a:gd name="connsiteY2-6" fmla="*/ 3848100 h 3848100"/>
              <a:gd name="connsiteX3-7" fmla="*/ 8404 w 2840504"/>
              <a:gd name="connsiteY3-8" fmla="*/ 3848100 h 3848100"/>
              <a:gd name="connsiteX4-9" fmla="*/ 0 w 2840504"/>
              <a:gd name="connsiteY4-10" fmla="*/ 380253 h 3848100"/>
              <a:gd name="connsiteX5" fmla="*/ 8404 w 2840504"/>
              <a:gd name="connsiteY5" fmla="*/ 0 h 3848100"/>
              <a:gd name="connsiteX0-11" fmla="*/ 212292 w 3044392"/>
              <a:gd name="connsiteY0-12" fmla="*/ 0 h 3848100"/>
              <a:gd name="connsiteX1-13" fmla="*/ 3044392 w 3044392"/>
              <a:gd name="connsiteY1-14" fmla="*/ 0 h 3848100"/>
              <a:gd name="connsiteX2-15" fmla="*/ 3044392 w 3044392"/>
              <a:gd name="connsiteY2-16" fmla="*/ 3848100 h 3848100"/>
              <a:gd name="connsiteX3-17" fmla="*/ 212292 w 3044392"/>
              <a:gd name="connsiteY3-18" fmla="*/ 3848100 h 3848100"/>
              <a:gd name="connsiteX4-19" fmla="*/ 203888 w 3044392"/>
              <a:gd name="connsiteY4-20" fmla="*/ 1025712 h 3848100"/>
              <a:gd name="connsiteX5-21" fmla="*/ 203888 w 3044392"/>
              <a:gd name="connsiteY5-22" fmla="*/ 380253 h 3848100"/>
              <a:gd name="connsiteX6" fmla="*/ 212292 w 3044392"/>
              <a:gd name="connsiteY6" fmla="*/ 0 h 3848100"/>
              <a:gd name="connsiteX0-23" fmla="*/ 9455 w 2841555"/>
              <a:gd name="connsiteY0-24" fmla="*/ 0 h 3848100"/>
              <a:gd name="connsiteX1-25" fmla="*/ 2841555 w 2841555"/>
              <a:gd name="connsiteY1-26" fmla="*/ 0 h 3848100"/>
              <a:gd name="connsiteX2-27" fmla="*/ 2841555 w 2841555"/>
              <a:gd name="connsiteY2-28" fmla="*/ 3848100 h 3848100"/>
              <a:gd name="connsiteX3-29" fmla="*/ 9455 w 2841555"/>
              <a:gd name="connsiteY3-30" fmla="*/ 3848100 h 3848100"/>
              <a:gd name="connsiteX4-31" fmla="*/ 1051 w 2841555"/>
              <a:gd name="connsiteY4-32" fmla="*/ 1025712 h 3848100"/>
              <a:gd name="connsiteX5-33" fmla="*/ 1051 w 2841555"/>
              <a:gd name="connsiteY5-34" fmla="*/ 380253 h 3848100"/>
              <a:gd name="connsiteX6-35" fmla="*/ 9455 w 2841555"/>
              <a:gd name="connsiteY6-36" fmla="*/ 0 h 3848100"/>
              <a:gd name="connsiteX0-37" fmla="*/ 9455 w 2841555"/>
              <a:gd name="connsiteY0-38" fmla="*/ 0 h 3848100"/>
              <a:gd name="connsiteX1-39" fmla="*/ 2841555 w 2841555"/>
              <a:gd name="connsiteY1-40" fmla="*/ 0 h 3848100"/>
              <a:gd name="connsiteX2-41" fmla="*/ 2841555 w 2841555"/>
              <a:gd name="connsiteY2-42" fmla="*/ 3848100 h 3848100"/>
              <a:gd name="connsiteX3-43" fmla="*/ 9455 w 2841555"/>
              <a:gd name="connsiteY3-44" fmla="*/ 3848100 h 3848100"/>
              <a:gd name="connsiteX4-45" fmla="*/ 1051 w 2841555"/>
              <a:gd name="connsiteY4-46" fmla="*/ 1025712 h 3848100"/>
              <a:gd name="connsiteX5-47" fmla="*/ 1051 w 2841555"/>
              <a:gd name="connsiteY5-48" fmla="*/ 380253 h 3848100"/>
              <a:gd name="connsiteX6-49" fmla="*/ 9455 w 2841555"/>
              <a:gd name="connsiteY6-50" fmla="*/ 0 h 3848100"/>
              <a:gd name="connsiteX0-51" fmla="*/ 0 w 2846388"/>
              <a:gd name="connsiteY0-52" fmla="*/ 0 h 3862387"/>
              <a:gd name="connsiteX1-53" fmla="*/ 2846388 w 2846388"/>
              <a:gd name="connsiteY1-54" fmla="*/ 14287 h 3862387"/>
              <a:gd name="connsiteX2-55" fmla="*/ 2846388 w 2846388"/>
              <a:gd name="connsiteY2-56" fmla="*/ 3862387 h 3862387"/>
              <a:gd name="connsiteX3-57" fmla="*/ 14288 w 2846388"/>
              <a:gd name="connsiteY3-58" fmla="*/ 3862387 h 3862387"/>
              <a:gd name="connsiteX4-59" fmla="*/ 5884 w 2846388"/>
              <a:gd name="connsiteY4-60" fmla="*/ 1039999 h 3862387"/>
              <a:gd name="connsiteX5-61" fmla="*/ 5884 w 2846388"/>
              <a:gd name="connsiteY5-62" fmla="*/ 394540 h 3862387"/>
              <a:gd name="connsiteX6-63" fmla="*/ 0 w 2846388"/>
              <a:gd name="connsiteY6-64" fmla="*/ 0 h 3862387"/>
              <a:gd name="connsiteX0-65" fmla="*/ 0 w 2846388"/>
              <a:gd name="connsiteY0-66" fmla="*/ 0 h 3862387"/>
              <a:gd name="connsiteX1-67" fmla="*/ 2846388 w 2846388"/>
              <a:gd name="connsiteY1-68" fmla="*/ 14287 h 3862387"/>
              <a:gd name="connsiteX2-69" fmla="*/ 2846388 w 2846388"/>
              <a:gd name="connsiteY2-70" fmla="*/ 3862387 h 3862387"/>
              <a:gd name="connsiteX3-71" fmla="*/ 14288 w 2846388"/>
              <a:gd name="connsiteY3-72" fmla="*/ 3862387 h 3862387"/>
              <a:gd name="connsiteX4-73" fmla="*/ 5884 w 2846388"/>
              <a:gd name="connsiteY4-74" fmla="*/ 1039999 h 3862387"/>
              <a:gd name="connsiteX5-75" fmla="*/ 5884 w 2846388"/>
              <a:gd name="connsiteY5-76" fmla="*/ 394540 h 3862387"/>
              <a:gd name="connsiteX6-77" fmla="*/ 0 w 2846388"/>
              <a:gd name="connsiteY6-78" fmla="*/ 0 h 3862387"/>
              <a:gd name="connsiteX0-79" fmla="*/ 0 w 2843213"/>
              <a:gd name="connsiteY0-80" fmla="*/ 0 h 3862387"/>
              <a:gd name="connsiteX1-81" fmla="*/ 2843213 w 2843213"/>
              <a:gd name="connsiteY1-82" fmla="*/ 14287 h 3862387"/>
              <a:gd name="connsiteX2-83" fmla="*/ 2843213 w 2843213"/>
              <a:gd name="connsiteY2-84" fmla="*/ 3862387 h 3862387"/>
              <a:gd name="connsiteX3-85" fmla="*/ 11113 w 2843213"/>
              <a:gd name="connsiteY3-86" fmla="*/ 3862387 h 3862387"/>
              <a:gd name="connsiteX4-87" fmla="*/ 2709 w 2843213"/>
              <a:gd name="connsiteY4-88" fmla="*/ 1039999 h 3862387"/>
              <a:gd name="connsiteX5-89" fmla="*/ 2709 w 2843213"/>
              <a:gd name="connsiteY5-90" fmla="*/ 394540 h 3862387"/>
              <a:gd name="connsiteX6-91" fmla="*/ 0 w 2843213"/>
              <a:gd name="connsiteY6-92" fmla="*/ 0 h 3862387"/>
              <a:gd name="connsiteX0-93" fmla="*/ 7867 w 2841555"/>
              <a:gd name="connsiteY0-94" fmla="*/ 0 h 3862387"/>
              <a:gd name="connsiteX1-95" fmla="*/ 2841555 w 2841555"/>
              <a:gd name="connsiteY1-96" fmla="*/ 14287 h 3862387"/>
              <a:gd name="connsiteX2-97" fmla="*/ 2841555 w 2841555"/>
              <a:gd name="connsiteY2-98" fmla="*/ 3862387 h 3862387"/>
              <a:gd name="connsiteX3-99" fmla="*/ 9455 w 2841555"/>
              <a:gd name="connsiteY3-100" fmla="*/ 3862387 h 3862387"/>
              <a:gd name="connsiteX4-101" fmla="*/ 1051 w 2841555"/>
              <a:gd name="connsiteY4-102" fmla="*/ 1039999 h 3862387"/>
              <a:gd name="connsiteX5-103" fmla="*/ 1051 w 2841555"/>
              <a:gd name="connsiteY5-104" fmla="*/ 394540 h 3862387"/>
              <a:gd name="connsiteX6-105" fmla="*/ 7867 w 2841555"/>
              <a:gd name="connsiteY6-106" fmla="*/ 0 h 3862387"/>
              <a:gd name="connsiteX0-107" fmla="*/ 4692 w 2841555"/>
              <a:gd name="connsiteY0-108" fmla="*/ 0 h 3862387"/>
              <a:gd name="connsiteX1-109" fmla="*/ 2841555 w 2841555"/>
              <a:gd name="connsiteY1-110" fmla="*/ 14287 h 3862387"/>
              <a:gd name="connsiteX2-111" fmla="*/ 2841555 w 2841555"/>
              <a:gd name="connsiteY2-112" fmla="*/ 3862387 h 3862387"/>
              <a:gd name="connsiteX3-113" fmla="*/ 9455 w 2841555"/>
              <a:gd name="connsiteY3-114" fmla="*/ 3862387 h 3862387"/>
              <a:gd name="connsiteX4-115" fmla="*/ 1051 w 2841555"/>
              <a:gd name="connsiteY4-116" fmla="*/ 1039999 h 3862387"/>
              <a:gd name="connsiteX5-117" fmla="*/ 1051 w 2841555"/>
              <a:gd name="connsiteY5-118" fmla="*/ 394540 h 3862387"/>
              <a:gd name="connsiteX6-119" fmla="*/ 4692 w 2841555"/>
              <a:gd name="connsiteY6-120" fmla="*/ 0 h 3862387"/>
              <a:gd name="connsiteX0-121" fmla="*/ 0 w 2843213"/>
              <a:gd name="connsiteY0-122" fmla="*/ 0 h 3862387"/>
              <a:gd name="connsiteX1-123" fmla="*/ 2843213 w 2843213"/>
              <a:gd name="connsiteY1-124" fmla="*/ 14287 h 3862387"/>
              <a:gd name="connsiteX2-125" fmla="*/ 2843213 w 2843213"/>
              <a:gd name="connsiteY2-126" fmla="*/ 3862387 h 3862387"/>
              <a:gd name="connsiteX3-127" fmla="*/ 11113 w 2843213"/>
              <a:gd name="connsiteY3-128" fmla="*/ 3862387 h 3862387"/>
              <a:gd name="connsiteX4-129" fmla="*/ 2709 w 2843213"/>
              <a:gd name="connsiteY4-130" fmla="*/ 1039999 h 3862387"/>
              <a:gd name="connsiteX5-131" fmla="*/ 2709 w 2843213"/>
              <a:gd name="connsiteY5-132" fmla="*/ 394540 h 3862387"/>
              <a:gd name="connsiteX6-133" fmla="*/ 0 w 2843213"/>
              <a:gd name="connsiteY6-134" fmla="*/ 0 h 3862387"/>
              <a:gd name="connsiteX0-135" fmla="*/ 1517 w 2841555"/>
              <a:gd name="connsiteY0-136" fmla="*/ 0 h 3862387"/>
              <a:gd name="connsiteX1-137" fmla="*/ 2841555 w 2841555"/>
              <a:gd name="connsiteY1-138" fmla="*/ 14287 h 3862387"/>
              <a:gd name="connsiteX2-139" fmla="*/ 2841555 w 2841555"/>
              <a:gd name="connsiteY2-140" fmla="*/ 3862387 h 3862387"/>
              <a:gd name="connsiteX3-141" fmla="*/ 9455 w 2841555"/>
              <a:gd name="connsiteY3-142" fmla="*/ 3862387 h 3862387"/>
              <a:gd name="connsiteX4-143" fmla="*/ 1051 w 2841555"/>
              <a:gd name="connsiteY4-144" fmla="*/ 1039999 h 3862387"/>
              <a:gd name="connsiteX5-145" fmla="*/ 1051 w 2841555"/>
              <a:gd name="connsiteY5-146" fmla="*/ 394540 h 3862387"/>
              <a:gd name="connsiteX6-147" fmla="*/ 1517 w 2841555"/>
              <a:gd name="connsiteY6-148" fmla="*/ 0 h 3862387"/>
              <a:gd name="connsiteX0-149" fmla="*/ 1517 w 2841555"/>
              <a:gd name="connsiteY0-150" fmla="*/ 0 h 3862387"/>
              <a:gd name="connsiteX1-151" fmla="*/ 2841555 w 2841555"/>
              <a:gd name="connsiteY1-152" fmla="*/ 14287 h 3862387"/>
              <a:gd name="connsiteX2-153" fmla="*/ 2841555 w 2841555"/>
              <a:gd name="connsiteY2-154" fmla="*/ 3862387 h 3862387"/>
              <a:gd name="connsiteX3-155" fmla="*/ 9455 w 2841555"/>
              <a:gd name="connsiteY3-156" fmla="*/ 3862387 h 3862387"/>
              <a:gd name="connsiteX4-157" fmla="*/ 1051 w 2841555"/>
              <a:gd name="connsiteY4-158" fmla="*/ 1446399 h 3862387"/>
              <a:gd name="connsiteX5-159" fmla="*/ 1051 w 2841555"/>
              <a:gd name="connsiteY5-160" fmla="*/ 394540 h 3862387"/>
              <a:gd name="connsiteX6-161" fmla="*/ 1517 w 2841555"/>
              <a:gd name="connsiteY6-162" fmla="*/ 0 h 3862387"/>
              <a:gd name="connsiteX0-163" fmla="*/ 1517 w 2841555"/>
              <a:gd name="connsiteY0-164" fmla="*/ 0 h 3862387"/>
              <a:gd name="connsiteX1-165" fmla="*/ 2841555 w 2841555"/>
              <a:gd name="connsiteY1-166" fmla="*/ 14287 h 3862387"/>
              <a:gd name="connsiteX2-167" fmla="*/ 2841555 w 2841555"/>
              <a:gd name="connsiteY2-168" fmla="*/ 3862387 h 3862387"/>
              <a:gd name="connsiteX3-169" fmla="*/ 9455 w 2841555"/>
              <a:gd name="connsiteY3-170" fmla="*/ 3862387 h 3862387"/>
              <a:gd name="connsiteX4-171" fmla="*/ 1051 w 2841555"/>
              <a:gd name="connsiteY4-172" fmla="*/ 1446399 h 3862387"/>
              <a:gd name="connsiteX5-173" fmla="*/ 1051 w 2841555"/>
              <a:gd name="connsiteY5-174" fmla="*/ 394540 h 3862387"/>
              <a:gd name="connsiteX6-175" fmla="*/ 1517 w 2841555"/>
              <a:gd name="connsiteY6-176" fmla="*/ 0 h 3862387"/>
              <a:gd name="connsiteX0-177" fmla="*/ 7937 w 2847975"/>
              <a:gd name="connsiteY0-178" fmla="*/ 0 h 3862387"/>
              <a:gd name="connsiteX1-179" fmla="*/ 2847975 w 2847975"/>
              <a:gd name="connsiteY1-180" fmla="*/ 14287 h 3862387"/>
              <a:gd name="connsiteX2-181" fmla="*/ 2847975 w 2847975"/>
              <a:gd name="connsiteY2-182" fmla="*/ 3862387 h 3862387"/>
              <a:gd name="connsiteX3-183" fmla="*/ 15875 w 2847975"/>
              <a:gd name="connsiteY3-184" fmla="*/ 3862387 h 3862387"/>
              <a:gd name="connsiteX4-185" fmla="*/ 7471 w 2847975"/>
              <a:gd name="connsiteY4-186" fmla="*/ 1446399 h 3862387"/>
              <a:gd name="connsiteX5-187" fmla="*/ 0 w 2847975"/>
              <a:gd name="connsiteY5-188" fmla="*/ 846138 h 3862387"/>
              <a:gd name="connsiteX6-189" fmla="*/ 7471 w 2847975"/>
              <a:gd name="connsiteY6-190" fmla="*/ 394540 h 3862387"/>
              <a:gd name="connsiteX7" fmla="*/ 7937 w 2847975"/>
              <a:gd name="connsiteY7" fmla="*/ 0 h 3862387"/>
              <a:gd name="connsiteX0-191" fmla="*/ 0 w 2847975"/>
              <a:gd name="connsiteY0-192" fmla="*/ 846138 h 3862387"/>
              <a:gd name="connsiteX1-193" fmla="*/ 7471 w 2847975"/>
              <a:gd name="connsiteY1-194" fmla="*/ 394540 h 3862387"/>
              <a:gd name="connsiteX2-195" fmla="*/ 7937 w 2847975"/>
              <a:gd name="connsiteY2-196" fmla="*/ 0 h 3862387"/>
              <a:gd name="connsiteX3-197" fmla="*/ 2847975 w 2847975"/>
              <a:gd name="connsiteY3-198" fmla="*/ 14287 h 3862387"/>
              <a:gd name="connsiteX4-199" fmla="*/ 2847975 w 2847975"/>
              <a:gd name="connsiteY4-200" fmla="*/ 3862387 h 3862387"/>
              <a:gd name="connsiteX5-201" fmla="*/ 15875 w 2847975"/>
              <a:gd name="connsiteY5-202" fmla="*/ 3862387 h 3862387"/>
              <a:gd name="connsiteX6-203" fmla="*/ 7471 w 2847975"/>
              <a:gd name="connsiteY6-204" fmla="*/ 1446399 h 3862387"/>
              <a:gd name="connsiteX7-205" fmla="*/ 91440 w 2847975"/>
              <a:gd name="connsiteY7-206" fmla="*/ 937578 h 3862387"/>
              <a:gd name="connsiteX0-207" fmla="*/ 0 w 2847975"/>
              <a:gd name="connsiteY0-208" fmla="*/ 846138 h 3862387"/>
              <a:gd name="connsiteX1-209" fmla="*/ 7471 w 2847975"/>
              <a:gd name="connsiteY1-210" fmla="*/ 394540 h 3862387"/>
              <a:gd name="connsiteX2-211" fmla="*/ 7937 w 2847975"/>
              <a:gd name="connsiteY2-212" fmla="*/ 0 h 3862387"/>
              <a:gd name="connsiteX3-213" fmla="*/ 2847975 w 2847975"/>
              <a:gd name="connsiteY3-214" fmla="*/ 14287 h 3862387"/>
              <a:gd name="connsiteX4-215" fmla="*/ 2847975 w 2847975"/>
              <a:gd name="connsiteY4-216" fmla="*/ 3862387 h 3862387"/>
              <a:gd name="connsiteX5-217" fmla="*/ 15875 w 2847975"/>
              <a:gd name="connsiteY5-218" fmla="*/ 3862387 h 3862387"/>
              <a:gd name="connsiteX6-219" fmla="*/ 7471 w 2847975"/>
              <a:gd name="connsiteY6-220" fmla="*/ 1446399 h 3862387"/>
              <a:gd name="connsiteX0-221" fmla="*/ 518 w 2841022"/>
              <a:gd name="connsiteY0-222" fmla="*/ 394540 h 3862387"/>
              <a:gd name="connsiteX1-223" fmla="*/ 984 w 2841022"/>
              <a:gd name="connsiteY1-224" fmla="*/ 0 h 3862387"/>
              <a:gd name="connsiteX2-225" fmla="*/ 2841022 w 2841022"/>
              <a:gd name="connsiteY2-226" fmla="*/ 14287 h 3862387"/>
              <a:gd name="connsiteX3-227" fmla="*/ 2841022 w 2841022"/>
              <a:gd name="connsiteY3-228" fmla="*/ 3862387 h 3862387"/>
              <a:gd name="connsiteX4-229" fmla="*/ 8922 w 2841022"/>
              <a:gd name="connsiteY4-230" fmla="*/ 3862387 h 3862387"/>
              <a:gd name="connsiteX5-231" fmla="*/ 518 w 2841022"/>
              <a:gd name="connsiteY5-232" fmla="*/ 1446399 h 3862387"/>
              <a:gd name="connsiteX0-233" fmla="*/ 518 w 2841022"/>
              <a:gd name="connsiteY0-234" fmla="*/ 613615 h 3862387"/>
              <a:gd name="connsiteX1-235" fmla="*/ 984 w 2841022"/>
              <a:gd name="connsiteY1-236" fmla="*/ 0 h 3862387"/>
              <a:gd name="connsiteX2-237" fmla="*/ 2841022 w 2841022"/>
              <a:gd name="connsiteY2-238" fmla="*/ 14287 h 3862387"/>
              <a:gd name="connsiteX3-239" fmla="*/ 2841022 w 2841022"/>
              <a:gd name="connsiteY3-240" fmla="*/ 3862387 h 3862387"/>
              <a:gd name="connsiteX4-241" fmla="*/ 8922 w 2841022"/>
              <a:gd name="connsiteY4-242" fmla="*/ 3862387 h 3862387"/>
              <a:gd name="connsiteX5-243" fmla="*/ 518 w 2841022"/>
              <a:gd name="connsiteY5-244" fmla="*/ 1446399 h 3862387"/>
              <a:gd name="connsiteX0-245" fmla="*/ 518 w 2841022"/>
              <a:gd name="connsiteY0-246" fmla="*/ 615997 h 3862387"/>
              <a:gd name="connsiteX1-247" fmla="*/ 984 w 2841022"/>
              <a:gd name="connsiteY1-248" fmla="*/ 0 h 3862387"/>
              <a:gd name="connsiteX2-249" fmla="*/ 2841022 w 2841022"/>
              <a:gd name="connsiteY2-250" fmla="*/ 14287 h 3862387"/>
              <a:gd name="connsiteX3-251" fmla="*/ 2841022 w 2841022"/>
              <a:gd name="connsiteY3-252" fmla="*/ 3862387 h 3862387"/>
              <a:gd name="connsiteX4-253" fmla="*/ 8922 w 2841022"/>
              <a:gd name="connsiteY4-254" fmla="*/ 3862387 h 3862387"/>
              <a:gd name="connsiteX5-255" fmla="*/ 518 w 2841022"/>
              <a:gd name="connsiteY5-256" fmla="*/ 1446399 h 3862387"/>
              <a:gd name="connsiteX0-257" fmla="*/ 241 w 2847045"/>
              <a:gd name="connsiteY0-258" fmla="*/ 255890 h 3862387"/>
              <a:gd name="connsiteX1-259" fmla="*/ 7007 w 2847045"/>
              <a:gd name="connsiteY1-260" fmla="*/ 0 h 3862387"/>
              <a:gd name="connsiteX2-261" fmla="*/ 2847045 w 2847045"/>
              <a:gd name="connsiteY2-262" fmla="*/ 14287 h 3862387"/>
              <a:gd name="connsiteX3-263" fmla="*/ 2847045 w 2847045"/>
              <a:gd name="connsiteY3-264" fmla="*/ 3862387 h 3862387"/>
              <a:gd name="connsiteX4-265" fmla="*/ 14945 w 2847045"/>
              <a:gd name="connsiteY4-266" fmla="*/ 3862387 h 3862387"/>
              <a:gd name="connsiteX5-267" fmla="*/ 6541 w 2847045"/>
              <a:gd name="connsiteY5-268" fmla="*/ 1446399 h 3862387"/>
              <a:gd name="connsiteX0-269" fmla="*/ 3149 w 2840504"/>
              <a:gd name="connsiteY0-270" fmla="*/ 284571 h 3862387"/>
              <a:gd name="connsiteX1-271" fmla="*/ 466 w 2840504"/>
              <a:gd name="connsiteY1-272" fmla="*/ 0 h 3862387"/>
              <a:gd name="connsiteX2-273" fmla="*/ 2840504 w 2840504"/>
              <a:gd name="connsiteY2-274" fmla="*/ 14287 h 3862387"/>
              <a:gd name="connsiteX3-275" fmla="*/ 2840504 w 2840504"/>
              <a:gd name="connsiteY3-276" fmla="*/ 3862387 h 3862387"/>
              <a:gd name="connsiteX4-277" fmla="*/ 8404 w 2840504"/>
              <a:gd name="connsiteY4-278" fmla="*/ 3862387 h 3862387"/>
              <a:gd name="connsiteX5-279" fmla="*/ 0 w 2840504"/>
              <a:gd name="connsiteY5-280" fmla="*/ 1446399 h 3862387"/>
              <a:gd name="connsiteX0-281" fmla="*/ 6299 w 2840504"/>
              <a:gd name="connsiteY0-282" fmla="*/ 239956 h 3862387"/>
              <a:gd name="connsiteX1-283" fmla="*/ 466 w 2840504"/>
              <a:gd name="connsiteY1-284" fmla="*/ 0 h 3862387"/>
              <a:gd name="connsiteX2-285" fmla="*/ 2840504 w 2840504"/>
              <a:gd name="connsiteY2-286" fmla="*/ 14287 h 3862387"/>
              <a:gd name="connsiteX3-287" fmla="*/ 2840504 w 2840504"/>
              <a:gd name="connsiteY3-288" fmla="*/ 3862387 h 3862387"/>
              <a:gd name="connsiteX4-289" fmla="*/ 8404 w 2840504"/>
              <a:gd name="connsiteY4-290" fmla="*/ 3862387 h 3862387"/>
              <a:gd name="connsiteX5-291" fmla="*/ 0 w 2840504"/>
              <a:gd name="connsiteY5-292" fmla="*/ 1446399 h 3862387"/>
              <a:gd name="connsiteX0-293" fmla="*/ 8661 w 2842866"/>
              <a:gd name="connsiteY0-294" fmla="*/ 239956 h 3862387"/>
              <a:gd name="connsiteX1-295" fmla="*/ 2828 w 2842866"/>
              <a:gd name="connsiteY1-296" fmla="*/ 0 h 3862387"/>
              <a:gd name="connsiteX2-297" fmla="*/ 2842866 w 2842866"/>
              <a:gd name="connsiteY2-298" fmla="*/ 14287 h 3862387"/>
              <a:gd name="connsiteX3-299" fmla="*/ 2842866 w 2842866"/>
              <a:gd name="connsiteY3-300" fmla="*/ 3862387 h 3862387"/>
              <a:gd name="connsiteX4-301" fmla="*/ 10766 w 2842866"/>
              <a:gd name="connsiteY4-302" fmla="*/ 3862387 h 3862387"/>
              <a:gd name="connsiteX5-303" fmla="*/ 0 w 2842866"/>
              <a:gd name="connsiteY5-304" fmla="*/ 1073544 h 3862387"/>
              <a:gd name="connsiteX0-305" fmla="*/ 3935 w 2842866"/>
              <a:gd name="connsiteY0-306" fmla="*/ 247125 h 3862387"/>
              <a:gd name="connsiteX1-307" fmla="*/ 2828 w 2842866"/>
              <a:gd name="connsiteY1-308" fmla="*/ 0 h 3862387"/>
              <a:gd name="connsiteX2-309" fmla="*/ 2842866 w 2842866"/>
              <a:gd name="connsiteY2-310" fmla="*/ 14287 h 3862387"/>
              <a:gd name="connsiteX3-311" fmla="*/ 2842866 w 2842866"/>
              <a:gd name="connsiteY3-312" fmla="*/ 3862387 h 3862387"/>
              <a:gd name="connsiteX4-313" fmla="*/ 10766 w 2842866"/>
              <a:gd name="connsiteY4-314" fmla="*/ 3862387 h 3862387"/>
              <a:gd name="connsiteX5-315" fmla="*/ 0 w 2842866"/>
              <a:gd name="connsiteY5-316" fmla="*/ 1073544 h 3862387"/>
              <a:gd name="connsiteX0-317" fmla="*/ 1573 w 2842866"/>
              <a:gd name="connsiteY0-318" fmla="*/ 232785 h 3862387"/>
              <a:gd name="connsiteX1-319" fmla="*/ 2828 w 2842866"/>
              <a:gd name="connsiteY1-320" fmla="*/ 0 h 3862387"/>
              <a:gd name="connsiteX2-321" fmla="*/ 2842866 w 2842866"/>
              <a:gd name="connsiteY2-322" fmla="*/ 14287 h 3862387"/>
              <a:gd name="connsiteX3-323" fmla="*/ 2842866 w 2842866"/>
              <a:gd name="connsiteY3-324" fmla="*/ 3862387 h 3862387"/>
              <a:gd name="connsiteX4-325" fmla="*/ 10766 w 2842866"/>
              <a:gd name="connsiteY4-326" fmla="*/ 3862387 h 3862387"/>
              <a:gd name="connsiteX5-327" fmla="*/ 0 w 2842866"/>
              <a:gd name="connsiteY5-328" fmla="*/ 1073544 h 3862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842866" h="3862387">
                <a:moveTo>
                  <a:pt x="1573" y="232785"/>
                </a:moveTo>
                <a:cubicBezTo>
                  <a:pt x="-388" y="101272"/>
                  <a:pt x="4789" y="131513"/>
                  <a:pt x="2828" y="0"/>
                </a:cubicBezTo>
                <a:lnTo>
                  <a:pt x="2842866" y="14287"/>
                </a:lnTo>
                <a:lnTo>
                  <a:pt x="2842866" y="3862387"/>
                </a:lnTo>
                <a:lnTo>
                  <a:pt x="10766" y="3862387"/>
                </a:lnTo>
                <a:cubicBezTo>
                  <a:pt x="12479" y="3212695"/>
                  <a:pt x="1401" y="1651518"/>
                  <a:pt x="0" y="1073544"/>
                </a:cubicBezTo>
              </a:path>
            </a:pathLst>
          </a:custGeom>
          <a:noFill/>
          <a:ln w="19050"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9" name="矩形 8"/>
          <p:cNvSpPr/>
          <p:nvPr>
            <p:custDataLst>
              <p:tags r:id="rId14"/>
            </p:custDataLst>
          </p:nvPr>
        </p:nvSpPr>
        <p:spPr>
          <a:xfrm>
            <a:off x="1657954" y="1344612"/>
            <a:ext cx="2841022" cy="3862387"/>
          </a:xfrm>
          <a:custGeom>
            <a:avLst/>
            <a:gdLst>
              <a:gd name="connsiteX0" fmla="*/ 0 w 2832100"/>
              <a:gd name="connsiteY0" fmla="*/ 0 h 3848100"/>
              <a:gd name="connsiteX1" fmla="*/ 2832100 w 2832100"/>
              <a:gd name="connsiteY1" fmla="*/ 0 h 3848100"/>
              <a:gd name="connsiteX2" fmla="*/ 2832100 w 2832100"/>
              <a:gd name="connsiteY2" fmla="*/ 3848100 h 3848100"/>
              <a:gd name="connsiteX3" fmla="*/ 0 w 2832100"/>
              <a:gd name="connsiteY3" fmla="*/ 3848100 h 3848100"/>
              <a:gd name="connsiteX4" fmla="*/ 0 w 2832100"/>
              <a:gd name="connsiteY4" fmla="*/ 0 h 3848100"/>
              <a:gd name="connsiteX0-1" fmla="*/ 8404 w 2840504"/>
              <a:gd name="connsiteY0-2" fmla="*/ 0 h 3848100"/>
              <a:gd name="connsiteX1-3" fmla="*/ 2840504 w 2840504"/>
              <a:gd name="connsiteY1-4" fmla="*/ 0 h 3848100"/>
              <a:gd name="connsiteX2-5" fmla="*/ 2840504 w 2840504"/>
              <a:gd name="connsiteY2-6" fmla="*/ 3848100 h 3848100"/>
              <a:gd name="connsiteX3-7" fmla="*/ 8404 w 2840504"/>
              <a:gd name="connsiteY3-8" fmla="*/ 3848100 h 3848100"/>
              <a:gd name="connsiteX4-9" fmla="*/ 0 w 2840504"/>
              <a:gd name="connsiteY4-10" fmla="*/ 380253 h 3848100"/>
              <a:gd name="connsiteX5" fmla="*/ 8404 w 2840504"/>
              <a:gd name="connsiteY5" fmla="*/ 0 h 3848100"/>
              <a:gd name="connsiteX0-11" fmla="*/ 212292 w 3044392"/>
              <a:gd name="connsiteY0-12" fmla="*/ 0 h 3848100"/>
              <a:gd name="connsiteX1-13" fmla="*/ 3044392 w 3044392"/>
              <a:gd name="connsiteY1-14" fmla="*/ 0 h 3848100"/>
              <a:gd name="connsiteX2-15" fmla="*/ 3044392 w 3044392"/>
              <a:gd name="connsiteY2-16" fmla="*/ 3848100 h 3848100"/>
              <a:gd name="connsiteX3-17" fmla="*/ 212292 w 3044392"/>
              <a:gd name="connsiteY3-18" fmla="*/ 3848100 h 3848100"/>
              <a:gd name="connsiteX4-19" fmla="*/ 203888 w 3044392"/>
              <a:gd name="connsiteY4-20" fmla="*/ 1025712 h 3848100"/>
              <a:gd name="connsiteX5-21" fmla="*/ 203888 w 3044392"/>
              <a:gd name="connsiteY5-22" fmla="*/ 380253 h 3848100"/>
              <a:gd name="connsiteX6" fmla="*/ 212292 w 3044392"/>
              <a:gd name="connsiteY6" fmla="*/ 0 h 3848100"/>
              <a:gd name="connsiteX0-23" fmla="*/ 9455 w 2841555"/>
              <a:gd name="connsiteY0-24" fmla="*/ 0 h 3848100"/>
              <a:gd name="connsiteX1-25" fmla="*/ 2841555 w 2841555"/>
              <a:gd name="connsiteY1-26" fmla="*/ 0 h 3848100"/>
              <a:gd name="connsiteX2-27" fmla="*/ 2841555 w 2841555"/>
              <a:gd name="connsiteY2-28" fmla="*/ 3848100 h 3848100"/>
              <a:gd name="connsiteX3-29" fmla="*/ 9455 w 2841555"/>
              <a:gd name="connsiteY3-30" fmla="*/ 3848100 h 3848100"/>
              <a:gd name="connsiteX4-31" fmla="*/ 1051 w 2841555"/>
              <a:gd name="connsiteY4-32" fmla="*/ 1025712 h 3848100"/>
              <a:gd name="connsiteX5-33" fmla="*/ 1051 w 2841555"/>
              <a:gd name="connsiteY5-34" fmla="*/ 380253 h 3848100"/>
              <a:gd name="connsiteX6-35" fmla="*/ 9455 w 2841555"/>
              <a:gd name="connsiteY6-36" fmla="*/ 0 h 3848100"/>
              <a:gd name="connsiteX0-37" fmla="*/ 9455 w 2841555"/>
              <a:gd name="connsiteY0-38" fmla="*/ 0 h 3848100"/>
              <a:gd name="connsiteX1-39" fmla="*/ 2841555 w 2841555"/>
              <a:gd name="connsiteY1-40" fmla="*/ 0 h 3848100"/>
              <a:gd name="connsiteX2-41" fmla="*/ 2841555 w 2841555"/>
              <a:gd name="connsiteY2-42" fmla="*/ 3848100 h 3848100"/>
              <a:gd name="connsiteX3-43" fmla="*/ 9455 w 2841555"/>
              <a:gd name="connsiteY3-44" fmla="*/ 3848100 h 3848100"/>
              <a:gd name="connsiteX4-45" fmla="*/ 1051 w 2841555"/>
              <a:gd name="connsiteY4-46" fmla="*/ 1025712 h 3848100"/>
              <a:gd name="connsiteX5-47" fmla="*/ 1051 w 2841555"/>
              <a:gd name="connsiteY5-48" fmla="*/ 380253 h 3848100"/>
              <a:gd name="connsiteX6-49" fmla="*/ 9455 w 2841555"/>
              <a:gd name="connsiteY6-50" fmla="*/ 0 h 3848100"/>
              <a:gd name="connsiteX0-51" fmla="*/ 0 w 2846388"/>
              <a:gd name="connsiteY0-52" fmla="*/ 0 h 3862387"/>
              <a:gd name="connsiteX1-53" fmla="*/ 2846388 w 2846388"/>
              <a:gd name="connsiteY1-54" fmla="*/ 14287 h 3862387"/>
              <a:gd name="connsiteX2-55" fmla="*/ 2846388 w 2846388"/>
              <a:gd name="connsiteY2-56" fmla="*/ 3862387 h 3862387"/>
              <a:gd name="connsiteX3-57" fmla="*/ 14288 w 2846388"/>
              <a:gd name="connsiteY3-58" fmla="*/ 3862387 h 3862387"/>
              <a:gd name="connsiteX4-59" fmla="*/ 5884 w 2846388"/>
              <a:gd name="connsiteY4-60" fmla="*/ 1039999 h 3862387"/>
              <a:gd name="connsiteX5-61" fmla="*/ 5884 w 2846388"/>
              <a:gd name="connsiteY5-62" fmla="*/ 394540 h 3862387"/>
              <a:gd name="connsiteX6-63" fmla="*/ 0 w 2846388"/>
              <a:gd name="connsiteY6-64" fmla="*/ 0 h 3862387"/>
              <a:gd name="connsiteX0-65" fmla="*/ 0 w 2846388"/>
              <a:gd name="connsiteY0-66" fmla="*/ 0 h 3862387"/>
              <a:gd name="connsiteX1-67" fmla="*/ 2846388 w 2846388"/>
              <a:gd name="connsiteY1-68" fmla="*/ 14287 h 3862387"/>
              <a:gd name="connsiteX2-69" fmla="*/ 2846388 w 2846388"/>
              <a:gd name="connsiteY2-70" fmla="*/ 3862387 h 3862387"/>
              <a:gd name="connsiteX3-71" fmla="*/ 14288 w 2846388"/>
              <a:gd name="connsiteY3-72" fmla="*/ 3862387 h 3862387"/>
              <a:gd name="connsiteX4-73" fmla="*/ 5884 w 2846388"/>
              <a:gd name="connsiteY4-74" fmla="*/ 1039999 h 3862387"/>
              <a:gd name="connsiteX5-75" fmla="*/ 5884 w 2846388"/>
              <a:gd name="connsiteY5-76" fmla="*/ 394540 h 3862387"/>
              <a:gd name="connsiteX6-77" fmla="*/ 0 w 2846388"/>
              <a:gd name="connsiteY6-78" fmla="*/ 0 h 3862387"/>
              <a:gd name="connsiteX0-79" fmla="*/ 0 w 2843213"/>
              <a:gd name="connsiteY0-80" fmla="*/ 0 h 3862387"/>
              <a:gd name="connsiteX1-81" fmla="*/ 2843213 w 2843213"/>
              <a:gd name="connsiteY1-82" fmla="*/ 14287 h 3862387"/>
              <a:gd name="connsiteX2-83" fmla="*/ 2843213 w 2843213"/>
              <a:gd name="connsiteY2-84" fmla="*/ 3862387 h 3862387"/>
              <a:gd name="connsiteX3-85" fmla="*/ 11113 w 2843213"/>
              <a:gd name="connsiteY3-86" fmla="*/ 3862387 h 3862387"/>
              <a:gd name="connsiteX4-87" fmla="*/ 2709 w 2843213"/>
              <a:gd name="connsiteY4-88" fmla="*/ 1039999 h 3862387"/>
              <a:gd name="connsiteX5-89" fmla="*/ 2709 w 2843213"/>
              <a:gd name="connsiteY5-90" fmla="*/ 394540 h 3862387"/>
              <a:gd name="connsiteX6-91" fmla="*/ 0 w 2843213"/>
              <a:gd name="connsiteY6-92" fmla="*/ 0 h 3862387"/>
              <a:gd name="connsiteX0-93" fmla="*/ 7867 w 2841555"/>
              <a:gd name="connsiteY0-94" fmla="*/ 0 h 3862387"/>
              <a:gd name="connsiteX1-95" fmla="*/ 2841555 w 2841555"/>
              <a:gd name="connsiteY1-96" fmla="*/ 14287 h 3862387"/>
              <a:gd name="connsiteX2-97" fmla="*/ 2841555 w 2841555"/>
              <a:gd name="connsiteY2-98" fmla="*/ 3862387 h 3862387"/>
              <a:gd name="connsiteX3-99" fmla="*/ 9455 w 2841555"/>
              <a:gd name="connsiteY3-100" fmla="*/ 3862387 h 3862387"/>
              <a:gd name="connsiteX4-101" fmla="*/ 1051 w 2841555"/>
              <a:gd name="connsiteY4-102" fmla="*/ 1039999 h 3862387"/>
              <a:gd name="connsiteX5-103" fmla="*/ 1051 w 2841555"/>
              <a:gd name="connsiteY5-104" fmla="*/ 394540 h 3862387"/>
              <a:gd name="connsiteX6-105" fmla="*/ 7867 w 2841555"/>
              <a:gd name="connsiteY6-106" fmla="*/ 0 h 3862387"/>
              <a:gd name="connsiteX0-107" fmla="*/ 4692 w 2841555"/>
              <a:gd name="connsiteY0-108" fmla="*/ 0 h 3862387"/>
              <a:gd name="connsiteX1-109" fmla="*/ 2841555 w 2841555"/>
              <a:gd name="connsiteY1-110" fmla="*/ 14287 h 3862387"/>
              <a:gd name="connsiteX2-111" fmla="*/ 2841555 w 2841555"/>
              <a:gd name="connsiteY2-112" fmla="*/ 3862387 h 3862387"/>
              <a:gd name="connsiteX3-113" fmla="*/ 9455 w 2841555"/>
              <a:gd name="connsiteY3-114" fmla="*/ 3862387 h 3862387"/>
              <a:gd name="connsiteX4-115" fmla="*/ 1051 w 2841555"/>
              <a:gd name="connsiteY4-116" fmla="*/ 1039999 h 3862387"/>
              <a:gd name="connsiteX5-117" fmla="*/ 1051 w 2841555"/>
              <a:gd name="connsiteY5-118" fmla="*/ 394540 h 3862387"/>
              <a:gd name="connsiteX6-119" fmla="*/ 4692 w 2841555"/>
              <a:gd name="connsiteY6-120" fmla="*/ 0 h 3862387"/>
              <a:gd name="connsiteX0-121" fmla="*/ 0 w 2843213"/>
              <a:gd name="connsiteY0-122" fmla="*/ 0 h 3862387"/>
              <a:gd name="connsiteX1-123" fmla="*/ 2843213 w 2843213"/>
              <a:gd name="connsiteY1-124" fmla="*/ 14287 h 3862387"/>
              <a:gd name="connsiteX2-125" fmla="*/ 2843213 w 2843213"/>
              <a:gd name="connsiteY2-126" fmla="*/ 3862387 h 3862387"/>
              <a:gd name="connsiteX3-127" fmla="*/ 11113 w 2843213"/>
              <a:gd name="connsiteY3-128" fmla="*/ 3862387 h 3862387"/>
              <a:gd name="connsiteX4-129" fmla="*/ 2709 w 2843213"/>
              <a:gd name="connsiteY4-130" fmla="*/ 1039999 h 3862387"/>
              <a:gd name="connsiteX5-131" fmla="*/ 2709 w 2843213"/>
              <a:gd name="connsiteY5-132" fmla="*/ 394540 h 3862387"/>
              <a:gd name="connsiteX6-133" fmla="*/ 0 w 2843213"/>
              <a:gd name="connsiteY6-134" fmla="*/ 0 h 3862387"/>
              <a:gd name="connsiteX0-135" fmla="*/ 1517 w 2841555"/>
              <a:gd name="connsiteY0-136" fmla="*/ 0 h 3862387"/>
              <a:gd name="connsiteX1-137" fmla="*/ 2841555 w 2841555"/>
              <a:gd name="connsiteY1-138" fmla="*/ 14287 h 3862387"/>
              <a:gd name="connsiteX2-139" fmla="*/ 2841555 w 2841555"/>
              <a:gd name="connsiteY2-140" fmla="*/ 3862387 h 3862387"/>
              <a:gd name="connsiteX3-141" fmla="*/ 9455 w 2841555"/>
              <a:gd name="connsiteY3-142" fmla="*/ 3862387 h 3862387"/>
              <a:gd name="connsiteX4-143" fmla="*/ 1051 w 2841555"/>
              <a:gd name="connsiteY4-144" fmla="*/ 1039999 h 3862387"/>
              <a:gd name="connsiteX5-145" fmla="*/ 1051 w 2841555"/>
              <a:gd name="connsiteY5-146" fmla="*/ 394540 h 3862387"/>
              <a:gd name="connsiteX6-147" fmla="*/ 1517 w 2841555"/>
              <a:gd name="connsiteY6-148" fmla="*/ 0 h 3862387"/>
              <a:gd name="connsiteX0-149" fmla="*/ 1517 w 2841555"/>
              <a:gd name="connsiteY0-150" fmla="*/ 0 h 3862387"/>
              <a:gd name="connsiteX1-151" fmla="*/ 2841555 w 2841555"/>
              <a:gd name="connsiteY1-152" fmla="*/ 14287 h 3862387"/>
              <a:gd name="connsiteX2-153" fmla="*/ 2841555 w 2841555"/>
              <a:gd name="connsiteY2-154" fmla="*/ 3862387 h 3862387"/>
              <a:gd name="connsiteX3-155" fmla="*/ 9455 w 2841555"/>
              <a:gd name="connsiteY3-156" fmla="*/ 3862387 h 3862387"/>
              <a:gd name="connsiteX4-157" fmla="*/ 1051 w 2841555"/>
              <a:gd name="connsiteY4-158" fmla="*/ 1446399 h 3862387"/>
              <a:gd name="connsiteX5-159" fmla="*/ 1051 w 2841555"/>
              <a:gd name="connsiteY5-160" fmla="*/ 394540 h 3862387"/>
              <a:gd name="connsiteX6-161" fmla="*/ 1517 w 2841555"/>
              <a:gd name="connsiteY6-162" fmla="*/ 0 h 3862387"/>
              <a:gd name="connsiteX0-163" fmla="*/ 1517 w 2841555"/>
              <a:gd name="connsiteY0-164" fmla="*/ 0 h 3862387"/>
              <a:gd name="connsiteX1-165" fmla="*/ 2841555 w 2841555"/>
              <a:gd name="connsiteY1-166" fmla="*/ 14287 h 3862387"/>
              <a:gd name="connsiteX2-167" fmla="*/ 2841555 w 2841555"/>
              <a:gd name="connsiteY2-168" fmla="*/ 3862387 h 3862387"/>
              <a:gd name="connsiteX3-169" fmla="*/ 9455 w 2841555"/>
              <a:gd name="connsiteY3-170" fmla="*/ 3862387 h 3862387"/>
              <a:gd name="connsiteX4-171" fmla="*/ 1051 w 2841555"/>
              <a:gd name="connsiteY4-172" fmla="*/ 1446399 h 3862387"/>
              <a:gd name="connsiteX5-173" fmla="*/ 1051 w 2841555"/>
              <a:gd name="connsiteY5-174" fmla="*/ 394540 h 3862387"/>
              <a:gd name="connsiteX6-175" fmla="*/ 1517 w 2841555"/>
              <a:gd name="connsiteY6-176" fmla="*/ 0 h 3862387"/>
              <a:gd name="connsiteX0-177" fmla="*/ 7937 w 2847975"/>
              <a:gd name="connsiteY0-178" fmla="*/ 0 h 3862387"/>
              <a:gd name="connsiteX1-179" fmla="*/ 2847975 w 2847975"/>
              <a:gd name="connsiteY1-180" fmla="*/ 14287 h 3862387"/>
              <a:gd name="connsiteX2-181" fmla="*/ 2847975 w 2847975"/>
              <a:gd name="connsiteY2-182" fmla="*/ 3862387 h 3862387"/>
              <a:gd name="connsiteX3-183" fmla="*/ 15875 w 2847975"/>
              <a:gd name="connsiteY3-184" fmla="*/ 3862387 h 3862387"/>
              <a:gd name="connsiteX4-185" fmla="*/ 7471 w 2847975"/>
              <a:gd name="connsiteY4-186" fmla="*/ 1446399 h 3862387"/>
              <a:gd name="connsiteX5-187" fmla="*/ 0 w 2847975"/>
              <a:gd name="connsiteY5-188" fmla="*/ 846138 h 3862387"/>
              <a:gd name="connsiteX6-189" fmla="*/ 7471 w 2847975"/>
              <a:gd name="connsiteY6-190" fmla="*/ 394540 h 3862387"/>
              <a:gd name="connsiteX7" fmla="*/ 7937 w 2847975"/>
              <a:gd name="connsiteY7" fmla="*/ 0 h 3862387"/>
              <a:gd name="connsiteX0-191" fmla="*/ 0 w 2847975"/>
              <a:gd name="connsiteY0-192" fmla="*/ 846138 h 3862387"/>
              <a:gd name="connsiteX1-193" fmla="*/ 7471 w 2847975"/>
              <a:gd name="connsiteY1-194" fmla="*/ 394540 h 3862387"/>
              <a:gd name="connsiteX2-195" fmla="*/ 7937 w 2847975"/>
              <a:gd name="connsiteY2-196" fmla="*/ 0 h 3862387"/>
              <a:gd name="connsiteX3-197" fmla="*/ 2847975 w 2847975"/>
              <a:gd name="connsiteY3-198" fmla="*/ 14287 h 3862387"/>
              <a:gd name="connsiteX4-199" fmla="*/ 2847975 w 2847975"/>
              <a:gd name="connsiteY4-200" fmla="*/ 3862387 h 3862387"/>
              <a:gd name="connsiteX5-201" fmla="*/ 15875 w 2847975"/>
              <a:gd name="connsiteY5-202" fmla="*/ 3862387 h 3862387"/>
              <a:gd name="connsiteX6-203" fmla="*/ 7471 w 2847975"/>
              <a:gd name="connsiteY6-204" fmla="*/ 1446399 h 3862387"/>
              <a:gd name="connsiteX7-205" fmla="*/ 91440 w 2847975"/>
              <a:gd name="connsiteY7-206" fmla="*/ 937578 h 3862387"/>
              <a:gd name="connsiteX0-207" fmla="*/ 0 w 2847975"/>
              <a:gd name="connsiteY0-208" fmla="*/ 846138 h 3862387"/>
              <a:gd name="connsiteX1-209" fmla="*/ 7471 w 2847975"/>
              <a:gd name="connsiteY1-210" fmla="*/ 394540 h 3862387"/>
              <a:gd name="connsiteX2-211" fmla="*/ 7937 w 2847975"/>
              <a:gd name="connsiteY2-212" fmla="*/ 0 h 3862387"/>
              <a:gd name="connsiteX3-213" fmla="*/ 2847975 w 2847975"/>
              <a:gd name="connsiteY3-214" fmla="*/ 14287 h 3862387"/>
              <a:gd name="connsiteX4-215" fmla="*/ 2847975 w 2847975"/>
              <a:gd name="connsiteY4-216" fmla="*/ 3862387 h 3862387"/>
              <a:gd name="connsiteX5-217" fmla="*/ 15875 w 2847975"/>
              <a:gd name="connsiteY5-218" fmla="*/ 3862387 h 3862387"/>
              <a:gd name="connsiteX6-219" fmla="*/ 7471 w 2847975"/>
              <a:gd name="connsiteY6-220" fmla="*/ 1446399 h 3862387"/>
              <a:gd name="connsiteX0-221" fmla="*/ 518 w 2841022"/>
              <a:gd name="connsiteY0-222" fmla="*/ 394540 h 3862387"/>
              <a:gd name="connsiteX1-223" fmla="*/ 984 w 2841022"/>
              <a:gd name="connsiteY1-224" fmla="*/ 0 h 3862387"/>
              <a:gd name="connsiteX2-225" fmla="*/ 2841022 w 2841022"/>
              <a:gd name="connsiteY2-226" fmla="*/ 14287 h 3862387"/>
              <a:gd name="connsiteX3-227" fmla="*/ 2841022 w 2841022"/>
              <a:gd name="connsiteY3-228" fmla="*/ 3862387 h 3862387"/>
              <a:gd name="connsiteX4-229" fmla="*/ 8922 w 2841022"/>
              <a:gd name="connsiteY4-230" fmla="*/ 3862387 h 3862387"/>
              <a:gd name="connsiteX5-231" fmla="*/ 518 w 2841022"/>
              <a:gd name="connsiteY5-232" fmla="*/ 1446399 h 3862387"/>
              <a:gd name="connsiteX0-233" fmla="*/ 518 w 2841022"/>
              <a:gd name="connsiteY0-234" fmla="*/ 613615 h 3862387"/>
              <a:gd name="connsiteX1-235" fmla="*/ 984 w 2841022"/>
              <a:gd name="connsiteY1-236" fmla="*/ 0 h 3862387"/>
              <a:gd name="connsiteX2-237" fmla="*/ 2841022 w 2841022"/>
              <a:gd name="connsiteY2-238" fmla="*/ 14287 h 3862387"/>
              <a:gd name="connsiteX3-239" fmla="*/ 2841022 w 2841022"/>
              <a:gd name="connsiteY3-240" fmla="*/ 3862387 h 3862387"/>
              <a:gd name="connsiteX4-241" fmla="*/ 8922 w 2841022"/>
              <a:gd name="connsiteY4-242" fmla="*/ 3862387 h 3862387"/>
              <a:gd name="connsiteX5-243" fmla="*/ 518 w 2841022"/>
              <a:gd name="connsiteY5-244" fmla="*/ 1446399 h 3862387"/>
              <a:gd name="connsiteX0-245" fmla="*/ 518 w 2841022"/>
              <a:gd name="connsiteY0-246" fmla="*/ 615997 h 3862387"/>
              <a:gd name="connsiteX1-247" fmla="*/ 984 w 2841022"/>
              <a:gd name="connsiteY1-248" fmla="*/ 0 h 3862387"/>
              <a:gd name="connsiteX2-249" fmla="*/ 2841022 w 2841022"/>
              <a:gd name="connsiteY2-250" fmla="*/ 14287 h 3862387"/>
              <a:gd name="connsiteX3-251" fmla="*/ 2841022 w 2841022"/>
              <a:gd name="connsiteY3-252" fmla="*/ 3862387 h 3862387"/>
              <a:gd name="connsiteX4-253" fmla="*/ 8922 w 2841022"/>
              <a:gd name="connsiteY4-254" fmla="*/ 3862387 h 3862387"/>
              <a:gd name="connsiteX5-255" fmla="*/ 518 w 2841022"/>
              <a:gd name="connsiteY5-256" fmla="*/ 1446399 h 38623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841022" h="3862387">
                <a:moveTo>
                  <a:pt x="518" y="615997"/>
                </a:moveTo>
                <a:cubicBezTo>
                  <a:pt x="-1443" y="484484"/>
                  <a:pt x="2945" y="131513"/>
                  <a:pt x="984" y="0"/>
                </a:cubicBezTo>
                <a:lnTo>
                  <a:pt x="2841022" y="14287"/>
                </a:lnTo>
                <a:lnTo>
                  <a:pt x="2841022" y="3862387"/>
                </a:lnTo>
                <a:lnTo>
                  <a:pt x="8922" y="3862387"/>
                </a:lnTo>
                <a:cubicBezTo>
                  <a:pt x="10635" y="3212695"/>
                  <a:pt x="1919" y="2024373"/>
                  <a:pt x="518" y="1446399"/>
                </a:cubicBez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93224"/>
            <a:ext cx="11985775" cy="63647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6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7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93224"/>
            <a:ext cx="11985775" cy="6364776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5"/>
            </p:custDataLst>
          </p:nvPr>
        </p:nvSpPr>
        <p:spPr>
          <a:xfrm>
            <a:off x="10569600" y="954000"/>
            <a:ext cx="950400" cy="538890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6"/>
            </p:custDataLst>
          </p:nvPr>
        </p:nvSpPr>
        <p:spPr>
          <a:xfrm>
            <a:off x="669600" y="954000"/>
            <a:ext cx="9828000" cy="5389200"/>
          </a:xfrm>
        </p:spPr>
        <p:txBody>
          <a:bodyPr vert="eaVert" lIns="90000" tIns="46800" rIns="90000" bIns="46800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93224"/>
            <a:ext cx="11985775" cy="6364776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881" y="954000"/>
            <a:ext cx="10852237" cy="5388907"/>
          </a:xfrm>
        </p:spPr>
        <p:txBody>
          <a:bodyPr/>
          <a:lstStyle>
            <a:lvl1pPr>
              <a:lnSpc>
                <a:spcPct val="120000"/>
              </a:lnSpc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lnSpc>
                <a:spcPct val="120000"/>
              </a:lnSpc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lnSpc>
                <a:spcPct val="120000"/>
              </a:lnSpc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lnSpc>
                <a:spcPct val="120000"/>
              </a:lnSpc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lnSpc>
                <a:spcPct val="120000"/>
              </a:lnSpc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209550" y="495300"/>
            <a:ext cx="11982450" cy="6362700"/>
          </a:xfrm>
          <a:custGeom>
            <a:avLst/>
            <a:gdLst>
              <a:gd name="connsiteX0" fmla="*/ 0 w 11982450"/>
              <a:gd name="connsiteY0" fmla="*/ 0 h 6362700"/>
              <a:gd name="connsiteX1" fmla="*/ 11982450 w 11982450"/>
              <a:gd name="connsiteY1" fmla="*/ 0 h 6362700"/>
              <a:gd name="connsiteX2" fmla="*/ 11982450 w 11982450"/>
              <a:gd name="connsiteY2" fmla="*/ 6362700 h 6362700"/>
              <a:gd name="connsiteX3" fmla="*/ 0 w 11982450"/>
              <a:gd name="connsiteY3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82450" h="6362700">
                <a:moveTo>
                  <a:pt x="0" y="0"/>
                </a:moveTo>
                <a:lnTo>
                  <a:pt x="11982450" y="0"/>
                </a:lnTo>
                <a:lnTo>
                  <a:pt x="11982450" y="6362700"/>
                </a:lnTo>
                <a:lnTo>
                  <a:pt x="0" y="6362700"/>
                </a:lnTo>
                <a:close/>
              </a:path>
            </a:pathLst>
          </a:cu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839190" y="1864592"/>
            <a:ext cx="5933210" cy="1793256"/>
          </a:xfrm>
        </p:spPr>
        <p:txBody>
          <a:bodyPr anchor="b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96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9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20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2" hasCustomPrompt="1"/>
            <p:custDataLst>
              <p:tags r:id="rId9"/>
            </p:custDataLst>
          </p:nvPr>
        </p:nvSpPr>
        <p:spPr>
          <a:xfrm>
            <a:off x="1839190" y="3749530"/>
            <a:ext cx="5933210" cy="942542"/>
          </a:xfrm>
        </p:spPr>
        <p:txBody>
          <a:bodyPr>
            <a:normAutofit/>
          </a:bodyPr>
          <a:lstStyle>
            <a:lvl1pPr marL="0" indent="0">
              <a:buNone/>
              <a:defRPr sz="2800" spc="200" baseline="0"/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25" y="493224"/>
            <a:ext cx="11985775" cy="6364776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2734310" y="304800"/>
            <a:ext cx="9165590" cy="6251575"/>
          </a:xfrm>
          <a:custGeom>
            <a:avLst/>
            <a:gdLst>
              <a:gd name="connsiteX0" fmla="*/ 0 w 9165890"/>
              <a:gd name="connsiteY0" fmla="*/ 0 h 6254496"/>
              <a:gd name="connsiteX1" fmla="*/ 9165890 w 9165890"/>
              <a:gd name="connsiteY1" fmla="*/ 0 h 6254496"/>
              <a:gd name="connsiteX2" fmla="*/ 9165890 w 9165890"/>
              <a:gd name="connsiteY2" fmla="*/ 6254496 h 6254496"/>
              <a:gd name="connsiteX3" fmla="*/ 0 w 9165890"/>
              <a:gd name="connsiteY3" fmla="*/ 6254496 h 625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65890" h="6254496">
                <a:moveTo>
                  <a:pt x="0" y="0"/>
                </a:moveTo>
                <a:lnTo>
                  <a:pt x="9165890" y="0"/>
                </a:lnTo>
                <a:lnTo>
                  <a:pt x="9165890" y="6254496"/>
                </a:lnTo>
                <a:lnTo>
                  <a:pt x="0" y="6254496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latin typeface="+mn-lt"/>
                <a:ea typeface="+mn-ea"/>
              </a:defRPr>
            </a:lvl2pPr>
            <a:lvl3pPr>
              <a:defRPr baseline="0">
                <a:latin typeface="+mn-lt"/>
                <a:ea typeface="+mn-ea"/>
              </a:defRPr>
            </a:lvl3pPr>
            <a:lvl4pPr>
              <a:defRPr baseline="0">
                <a:latin typeface="+mn-lt"/>
                <a:ea typeface="+mn-ea"/>
              </a:defRPr>
            </a:lvl4pPr>
            <a:lvl5pPr>
              <a:defRPr baseline="0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3657629" y="493224"/>
            <a:ext cx="8534371" cy="6364776"/>
          </a:xfrm>
          <a:custGeom>
            <a:avLst/>
            <a:gdLst>
              <a:gd name="connsiteX0" fmla="*/ 0 w 8534371"/>
              <a:gd name="connsiteY0" fmla="*/ 0 h 6364776"/>
              <a:gd name="connsiteX1" fmla="*/ 8534371 w 8534371"/>
              <a:gd name="connsiteY1" fmla="*/ 0 h 6364776"/>
              <a:gd name="connsiteX2" fmla="*/ 8534371 w 8534371"/>
              <a:gd name="connsiteY2" fmla="*/ 6364776 h 6364776"/>
              <a:gd name="connsiteX3" fmla="*/ 0 w 8534371"/>
              <a:gd name="connsiteY3" fmla="*/ 6364776 h 636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34371" h="6364776">
                <a:moveTo>
                  <a:pt x="0" y="0"/>
                </a:moveTo>
                <a:lnTo>
                  <a:pt x="8534371" y="0"/>
                </a:lnTo>
                <a:lnTo>
                  <a:pt x="8534371" y="6364776"/>
                </a:lnTo>
                <a:lnTo>
                  <a:pt x="0" y="6364776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1"/>
            <a:ext cx="482346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latin typeface="+mn-lt"/>
                <a:ea typeface="+mn-ea"/>
              </a:defRPr>
            </a:lvl2pPr>
            <a:lvl3pPr>
              <a:defRPr baseline="0">
                <a:latin typeface="+mn-lt"/>
                <a:ea typeface="+mn-ea"/>
              </a:defRPr>
            </a:lvl3pPr>
            <a:lvl4pPr>
              <a:defRPr baseline="0">
                <a:latin typeface="+mn-lt"/>
                <a:ea typeface="+mn-ea"/>
              </a:defRPr>
            </a:lvl4pPr>
            <a:lvl5pPr>
              <a:defRPr baseline="0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25" y="493224"/>
            <a:ext cx="11985775" cy="6364776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latin typeface="+mn-lt"/>
                <a:ea typeface="+mn-ea"/>
              </a:defRPr>
            </a:lvl2pPr>
            <a:lvl3pPr>
              <a:defRPr baseline="0">
                <a:latin typeface="+mn-lt"/>
                <a:ea typeface="+mn-ea"/>
              </a:defRPr>
            </a:lvl3pPr>
            <a:lvl4pPr>
              <a:defRPr baseline="0">
                <a:latin typeface="+mn-lt"/>
                <a:ea typeface="+mn-ea"/>
              </a:defRPr>
            </a:lvl4pPr>
            <a:lvl5pPr>
              <a:defRPr baseline="0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25" y="493224"/>
            <a:ext cx="11985775" cy="6364776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latin typeface="+mn-lt"/>
                <a:ea typeface="+mn-ea"/>
              </a:defRPr>
            </a:lvl2pPr>
            <a:lvl3pPr>
              <a:defRPr baseline="0">
                <a:latin typeface="+mn-lt"/>
                <a:ea typeface="+mn-ea"/>
              </a:defRPr>
            </a:lvl3pPr>
            <a:lvl4pPr>
              <a:defRPr baseline="0">
                <a:latin typeface="+mn-lt"/>
                <a:ea typeface="+mn-ea"/>
              </a:defRPr>
            </a:lvl4pPr>
            <a:lvl5pPr>
              <a:defRPr baseline="0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 flipH="1">
            <a:off x="-1" y="914408"/>
            <a:ext cx="12192000" cy="5943593"/>
          </a:xfrm>
          <a:custGeom>
            <a:avLst/>
            <a:gdLst>
              <a:gd name="connsiteX0" fmla="*/ 11985775 w 11985775"/>
              <a:gd name="connsiteY0" fmla="*/ 0 h 5943593"/>
              <a:gd name="connsiteX1" fmla="*/ 0 w 11985775"/>
              <a:gd name="connsiteY1" fmla="*/ 0 h 5943593"/>
              <a:gd name="connsiteX2" fmla="*/ 0 w 11985775"/>
              <a:gd name="connsiteY2" fmla="*/ 5943593 h 5943593"/>
              <a:gd name="connsiteX3" fmla="*/ 11985775 w 11985775"/>
              <a:gd name="connsiteY3" fmla="*/ 5943593 h 594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85775" h="5943593">
                <a:moveTo>
                  <a:pt x="11985775" y="0"/>
                </a:moveTo>
                <a:lnTo>
                  <a:pt x="0" y="0"/>
                </a:lnTo>
                <a:lnTo>
                  <a:pt x="0" y="5943593"/>
                </a:lnTo>
                <a:lnTo>
                  <a:pt x="11985775" y="5943593"/>
                </a:lnTo>
                <a:close/>
              </a:path>
            </a:pathLst>
          </a:custGeom>
        </p:spPr>
      </p:pic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latin typeface="+mn-lt"/>
                <a:ea typeface="+mn-ea"/>
              </a:defRPr>
            </a:lvl2pPr>
            <a:lvl3pPr>
              <a:defRPr baseline="0">
                <a:latin typeface="+mn-lt"/>
                <a:ea typeface="+mn-ea"/>
              </a:defRPr>
            </a:lvl3pPr>
            <a:lvl4pPr>
              <a:defRPr baseline="0">
                <a:latin typeface="+mn-lt"/>
                <a:ea typeface="+mn-ea"/>
              </a:defRPr>
            </a:lvl4pPr>
            <a:lvl5pPr>
              <a:defRPr baseline="0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latin typeface="+mn-lt"/>
                <a:ea typeface="+mn-ea"/>
              </a:defRPr>
            </a:lvl2pPr>
            <a:lvl3pPr>
              <a:defRPr baseline="0">
                <a:latin typeface="+mn-lt"/>
                <a:ea typeface="+mn-ea"/>
              </a:defRPr>
            </a:lvl3pPr>
            <a:lvl4pPr>
              <a:defRPr baseline="0">
                <a:latin typeface="+mn-lt"/>
                <a:ea typeface="+mn-ea"/>
              </a:defRPr>
            </a:lvl4pPr>
            <a:lvl5pPr>
              <a:defRPr baseline="0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4273550" y="1333500"/>
            <a:ext cx="7918450" cy="5524500"/>
          </a:xfrm>
          <a:custGeom>
            <a:avLst/>
            <a:gdLst>
              <a:gd name="connsiteX0" fmla="*/ 0 w 7918354"/>
              <a:gd name="connsiteY0" fmla="*/ 0 h 5527376"/>
              <a:gd name="connsiteX1" fmla="*/ 7918354 w 7918354"/>
              <a:gd name="connsiteY1" fmla="*/ 0 h 5527376"/>
              <a:gd name="connsiteX2" fmla="*/ 7918354 w 7918354"/>
              <a:gd name="connsiteY2" fmla="*/ 5527376 h 5527376"/>
              <a:gd name="connsiteX3" fmla="*/ 0 w 7918354"/>
              <a:gd name="connsiteY3" fmla="*/ 5527376 h 552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18354" h="5527376">
                <a:moveTo>
                  <a:pt x="0" y="0"/>
                </a:moveTo>
                <a:lnTo>
                  <a:pt x="7918354" y="0"/>
                </a:lnTo>
                <a:lnTo>
                  <a:pt x="7918354" y="5527376"/>
                </a:lnTo>
                <a:lnTo>
                  <a:pt x="0" y="5527376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 flipH="1" flipV="1">
            <a:off x="0" y="0"/>
            <a:ext cx="7485380" cy="4670425"/>
          </a:xfrm>
          <a:custGeom>
            <a:avLst/>
            <a:gdLst>
              <a:gd name="connsiteX0" fmla="*/ 7485215 w 7485215"/>
              <a:gd name="connsiteY0" fmla="*/ 4670728 h 4670728"/>
              <a:gd name="connsiteX1" fmla="*/ 0 w 7485215"/>
              <a:gd name="connsiteY1" fmla="*/ 4670728 h 4670728"/>
              <a:gd name="connsiteX2" fmla="*/ 0 w 7485215"/>
              <a:gd name="connsiteY2" fmla="*/ 0 h 4670728"/>
              <a:gd name="connsiteX3" fmla="*/ 7485215 w 7485215"/>
              <a:gd name="connsiteY3" fmla="*/ 0 h 4670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85215" h="4670728">
                <a:moveTo>
                  <a:pt x="7485215" y="4670728"/>
                </a:moveTo>
                <a:lnTo>
                  <a:pt x="0" y="4670728"/>
                </a:lnTo>
                <a:lnTo>
                  <a:pt x="0" y="0"/>
                </a:lnTo>
                <a:lnTo>
                  <a:pt x="7485215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algn="ctr">
              <a:defRPr baseline="0"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80000">
                <a:schemeClr val="accent1">
                  <a:lumMod val="88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8" name="任意多边形: 形状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939054" y="786496"/>
            <a:ext cx="4680000" cy="5535126"/>
          </a:xfrm>
          <a:custGeom>
            <a:avLst/>
            <a:gdLst>
              <a:gd name="connsiteX0" fmla="*/ 3384262 w 4840150"/>
              <a:gd name="connsiteY0" fmla="*/ 5663454 h 5724538"/>
              <a:gd name="connsiteX1" fmla="*/ 3394917 w 4840150"/>
              <a:gd name="connsiteY1" fmla="*/ 5671338 h 5724538"/>
              <a:gd name="connsiteX2" fmla="*/ 3394917 w 4840150"/>
              <a:gd name="connsiteY2" fmla="*/ 5715878 h 5724538"/>
              <a:gd name="connsiteX3" fmla="*/ 3365224 w 4840150"/>
              <a:gd name="connsiteY3" fmla="*/ 5718353 h 5724538"/>
              <a:gd name="connsiteX4" fmla="*/ 3365224 w 4840150"/>
              <a:gd name="connsiteY4" fmla="*/ 5671338 h 5724538"/>
              <a:gd name="connsiteX5" fmla="*/ 3371138 w 4840150"/>
              <a:gd name="connsiteY5" fmla="*/ 5665424 h 5724538"/>
              <a:gd name="connsiteX6" fmla="*/ 3384262 w 4840150"/>
              <a:gd name="connsiteY6" fmla="*/ 5663454 h 5724538"/>
              <a:gd name="connsiteX7" fmla="*/ 2738436 w 4840150"/>
              <a:gd name="connsiteY7" fmla="*/ 5604067 h 5724538"/>
              <a:gd name="connsiteX8" fmla="*/ 2749091 w 4840150"/>
              <a:gd name="connsiteY8" fmla="*/ 5611951 h 5724538"/>
              <a:gd name="connsiteX9" fmla="*/ 2749091 w 4840150"/>
              <a:gd name="connsiteY9" fmla="*/ 5654017 h 5724538"/>
              <a:gd name="connsiteX10" fmla="*/ 2743548 w 4840150"/>
              <a:gd name="connsiteY10" fmla="*/ 5660574 h 5724538"/>
              <a:gd name="connsiteX11" fmla="*/ 2719398 w 4840150"/>
              <a:gd name="connsiteY11" fmla="*/ 5656491 h 5724538"/>
              <a:gd name="connsiteX12" fmla="*/ 2719398 w 4840150"/>
              <a:gd name="connsiteY12" fmla="*/ 5611951 h 5724538"/>
              <a:gd name="connsiteX13" fmla="*/ 2725311 w 4840150"/>
              <a:gd name="connsiteY13" fmla="*/ 5606037 h 5724538"/>
              <a:gd name="connsiteX14" fmla="*/ 2738436 w 4840150"/>
              <a:gd name="connsiteY14" fmla="*/ 5604067 h 5724538"/>
              <a:gd name="connsiteX15" fmla="*/ 2564746 w 4840150"/>
              <a:gd name="connsiteY15" fmla="*/ 5542050 h 5724538"/>
              <a:gd name="connsiteX16" fmla="*/ 2578356 w 4840150"/>
              <a:gd name="connsiteY16" fmla="*/ 5555040 h 5724538"/>
              <a:gd name="connsiteX17" fmla="*/ 2578356 w 4840150"/>
              <a:gd name="connsiteY17" fmla="*/ 5604528 h 5724538"/>
              <a:gd name="connsiteX18" fmla="*/ 2575040 w 4840150"/>
              <a:gd name="connsiteY18" fmla="*/ 5607844 h 5724538"/>
              <a:gd name="connsiteX19" fmla="*/ 2543713 w 4840150"/>
              <a:gd name="connsiteY19" fmla="*/ 5604528 h 5724538"/>
              <a:gd name="connsiteX20" fmla="*/ 2543713 w 4840150"/>
              <a:gd name="connsiteY20" fmla="*/ 5555040 h 5724538"/>
              <a:gd name="connsiteX21" fmla="*/ 2564746 w 4840150"/>
              <a:gd name="connsiteY21" fmla="*/ 5542050 h 5724538"/>
              <a:gd name="connsiteX22" fmla="*/ 3403578 w 4840150"/>
              <a:gd name="connsiteY22" fmla="*/ 5460084 h 5724538"/>
              <a:gd name="connsiteX23" fmla="*/ 3419661 w 4840150"/>
              <a:gd name="connsiteY23" fmla="*/ 5475858 h 5724538"/>
              <a:gd name="connsiteX24" fmla="*/ 3419661 w 4840150"/>
              <a:gd name="connsiteY24" fmla="*/ 5540193 h 5724538"/>
              <a:gd name="connsiteX25" fmla="*/ 3380071 w 4840150"/>
              <a:gd name="connsiteY25" fmla="*/ 5540193 h 5724538"/>
              <a:gd name="connsiteX26" fmla="*/ 3380071 w 4840150"/>
              <a:gd name="connsiteY26" fmla="*/ 5475858 h 5724538"/>
              <a:gd name="connsiteX27" fmla="*/ 3403578 w 4840150"/>
              <a:gd name="connsiteY27" fmla="*/ 5460084 h 5724538"/>
              <a:gd name="connsiteX28" fmla="*/ 2951685 w 4840150"/>
              <a:gd name="connsiteY28" fmla="*/ 5427916 h 5724538"/>
              <a:gd name="connsiteX29" fmla="*/ 2969315 w 4840150"/>
              <a:gd name="connsiteY29" fmla="*/ 5443690 h 5724538"/>
              <a:gd name="connsiteX30" fmla="*/ 2954468 w 4840150"/>
              <a:gd name="connsiteY30" fmla="*/ 5512974 h 5724538"/>
              <a:gd name="connsiteX31" fmla="*/ 2924775 w 4840150"/>
              <a:gd name="connsiteY31" fmla="*/ 5510500 h 5724538"/>
              <a:gd name="connsiteX32" fmla="*/ 2924775 w 4840150"/>
              <a:gd name="connsiteY32" fmla="*/ 5443690 h 5724538"/>
              <a:gd name="connsiteX33" fmla="*/ 2951685 w 4840150"/>
              <a:gd name="connsiteY33" fmla="*/ 5427916 h 5724538"/>
              <a:gd name="connsiteX34" fmla="*/ 4119925 w 4840150"/>
              <a:gd name="connsiteY34" fmla="*/ 5406574 h 5724538"/>
              <a:gd name="connsiteX35" fmla="*/ 4132297 w 4840150"/>
              <a:gd name="connsiteY35" fmla="*/ 5406574 h 5724538"/>
              <a:gd name="connsiteX36" fmla="*/ 4132297 w 4840150"/>
              <a:gd name="connsiteY36" fmla="*/ 5426369 h 5724538"/>
              <a:gd name="connsiteX37" fmla="*/ 4119925 w 4840150"/>
              <a:gd name="connsiteY37" fmla="*/ 5428844 h 5724538"/>
              <a:gd name="connsiteX38" fmla="*/ 4119925 w 4840150"/>
              <a:gd name="connsiteY38" fmla="*/ 5406574 h 5724538"/>
              <a:gd name="connsiteX39" fmla="*/ 3672053 w 4840150"/>
              <a:gd name="connsiteY39" fmla="*/ 5401934 h 5724538"/>
              <a:gd name="connsiteX40" fmla="*/ 3696797 w 4840150"/>
              <a:gd name="connsiteY40" fmla="*/ 5421420 h 5724538"/>
              <a:gd name="connsiteX41" fmla="*/ 3696797 w 4840150"/>
              <a:gd name="connsiteY41" fmla="*/ 5498127 h 5724538"/>
              <a:gd name="connsiteX42" fmla="*/ 3647308 w 4840150"/>
              <a:gd name="connsiteY42" fmla="*/ 5500602 h 5724538"/>
              <a:gd name="connsiteX43" fmla="*/ 3647308 w 4840150"/>
              <a:gd name="connsiteY43" fmla="*/ 5421420 h 5724538"/>
              <a:gd name="connsiteX44" fmla="*/ 3672053 w 4840150"/>
              <a:gd name="connsiteY44" fmla="*/ 5401934 h 5724538"/>
              <a:gd name="connsiteX45" fmla="*/ 2767826 w 4840150"/>
              <a:gd name="connsiteY45" fmla="*/ 5401718 h 5724538"/>
              <a:gd name="connsiteX46" fmla="*/ 2786208 w 4840150"/>
              <a:gd name="connsiteY46" fmla="*/ 5411523 h 5724538"/>
              <a:gd name="connsiteX47" fmla="*/ 2786208 w 4840150"/>
              <a:gd name="connsiteY47" fmla="*/ 5468435 h 5724538"/>
              <a:gd name="connsiteX48" fmla="*/ 2744142 w 4840150"/>
              <a:gd name="connsiteY48" fmla="*/ 5470910 h 5724538"/>
              <a:gd name="connsiteX49" fmla="*/ 2744142 w 4840150"/>
              <a:gd name="connsiteY49" fmla="*/ 5411523 h 5724538"/>
              <a:gd name="connsiteX50" fmla="*/ 2747903 w 4840150"/>
              <a:gd name="connsiteY50" fmla="*/ 5407762 h 5724538"/>
              <a:gd name="connsiteX51" fmla="*/ 2767826 w 4840150"/>
              <a:gd name="connsiteY51" fmla="*/ 5401718 h 5724538"/>
              <a:gd name="connsiteX52" fmla="*/ 2601358 w 4840150"/>
              <a:gd name="connsiteY52" fmla="*/ 5339529 h 5724538"/>
              <a:gd name="connsiteX53" fmla="*/ 2617946 w 4840150"/>
              <a:gd name="connsiteY53" fmla="*/ 5352136 h 5724538"/>
              <a:gd name="connsiteX54" fmla="*/ 2617946 w 4840150"/>
              <a:gd name="connsiteY54" fmla="*/ 5418946 h 5724538"/>
              <a:gd name="connsiteX55" fmla="*/ 2607578 w 4840150"/>
              <a:gd name="connsiteY55" fmla="*/ 5428299 h 5724538"/>
              <a:gd name="connsiteX56" fmla="*/ 2570932 w 4840150"/>
              <a:gd name="connsiteY56" fmla="*/ 5416471 h 5724538"/>
              <a:gd name="connsiteX57" fmla="*/ 2570932 w 4840150"/>
              <a:gd name="connsiteY57" fmla="*/ 5352136 h 5724538"/>
              <a:gd name="connsiteX58" fmla="*/ 2580706 w 4840150"/>
              <a:gd name="connsiteY58" fmla="*/ 5342362 h 5724538"/>
              <a:gd name="connsiteX59" fmla="*/ 2601358 w 4840150"/>
              <a:gd name="connsiteY59" fmla="*/ 5339529 h 5724538"/>
              <a:gd name="connsiteX60" fmla="*/ 3263772 w 4840150"/>
              <a:gd name="connsiteY60" fmla="*/ 5319969 h 5724538"/>
              <a:gd name="connsiteX61" fmla="*/ 3276144 w 4840150"/>
              <a:gd name="connsiteY61" fmla="*/ 5319969 h 5724538"/>
              <a:gd name="connsiteX62" fmla="*/ 3276144 w 4840150"/>
              <a:gd name="connsiteY62" fmla="*/ 5337290 h 5724538"/>
              <a:gd name="connsiteX63" fmla="*/ 3263772 w 4840150"/>
              <a:gd name="connsiteY63" fmla="*/ 5337290 h 5724538"/>
              <a:gd name="connsiteX64" fmla="*/ 3263772 w 4840150"/>
              <a:gd name="connsiteY64" fmla="*/ 5319969 h 5724538"/>
              <a:gd name="connsiteX65" fmla="*/ 3404814 w 4840150"/>
              <a:gd name="connsiteY65" fmla="*/ 5310071 h 5724538"/>
              <a:gd name="connsiteX66" fmla="*/ 3422135 w 4840150"/>
              <a:gd name="connsiteY66" fmla="*/ 5310071 h 5724538"/>
              <a:gd name="connsiteX67" fmla="*/ 3422135 w 4840150"/>
              <a:gd name="connsiteY67" fmla="*/ 5339764 h 5724538"/>
              <a:gd name="connsiteX68" fmla="*/ 3404814 w 4840150"/>
              <a:gd name="connsiteY68" fmla="*/ 5337290 h 5724538"/>
              <a:gd name="connsiteX69" fmla="*/ 3404814 w 4840150"/>
              <a:gd name="connsiteY69" fmla="*/ 5310071 h 5724538"/>
              <a:gd name="connsiteX70" fmla="*/ 4015999 w 4840150"/>
              <a:gd name="connsiteY70" fmla="*/ 5290276 h 5724538"/>
              <a:gd name="connsiteX71" fmla="*/ 4028371 w 4840150"/>
              <a:gd name="connsiteY71" fmla="*/ 5290276 h 5724538"/>
              <a:gd name="connsiteX72" fmla="*/ 4028371 w 4840150"/>
              <a:gd name="connsiteY72" fmla="*/ 5312546 h 5724538"/>
              <a:gd name="connsiteX73" fmla="*/ 4015999 w 4840150"/>
              <a:gd name="connsiteY73" fmla="*/ 5310071 h 5724538"/>
              <a:gd name="connsiteX74" fmla="*/ 4015999 w 4840150"/>
              <a:gd name="connsiteY74" fmla="*/ 5290276 h 5724538"/>
              <a:gd name="connsiteX75" fmla="*/ 3553899 w 4840150"/>
              <a:gd name="connsiteY75" fmla="*/ 5281925 h 5724538"/>
              <a:gd name="connsiteX76" fmla="*/ 3563178 w 4840150"/>
              <a:gd name="connsiteY76" fmla="*/ 5290276 h 5724538"/>
              <a:gd name="connsiteX77" fmla="*/ 3563178 w 4840150"/>
              <a:gd name="connsiteY77" fmla="*/ 5324918 h 5724538"/>
              <a:gd name="connsiteX78" fmla="*/ 3540908 w 4840150"/>
              <a:gd name="connsiteY78" fmla="*/ 5327392 h 5724538"/>
              <a:gd name="connsiteX79" fmla="*/ 3540908 w 4840150"/>
              <a:gd name="connsiteY79" fmla="*/ 5290276 h 5724538"/>
              <a:gd name="connsiteX80" fmla="*/ 3553899 w 4840150"/>
              <a:gd name="connsiteY80" fmla="*/ 5281925 h 5724538"/>
              <a:gd name="connsiteX81" fmla="*/ 3124567 w 4840150"/>
              <a:gd name="connsiteY81" fmla="*/ 5279268 h 5724538"/>
              <a:gd name="connsiteX82" fmla="*/ 3137576 w 4840150"/>
              <a:gd name="connsiteY82" fmla="*/ 5290276 h 5724538"/>
              <a:gd name="connsiteX83" fmla="*/ 3137576 w 4840150"/>
              <a:gd name="connsiteY83" fmla="*/ 5349663 h 5724538"/>
              <a:gd name="connsiteX84" fmla="*/ 3097985 w 4840150"/>
              <a:gd name="connsiteY84" fmla="*/ 5349663 h 5724538"/>
              <a:gd name="connsiteX85" fmla="*/ 3097985 w 4840150"/>
              <a:gd name="connsiteY85" fmla="*/ 5290276 h 5724538"/>
              <a:gd name="connsiteX86" fmla="*/ 3107586 w 4840150"/>
              <a:gd name="connsiteY86" fmla="*/ 5280675 h 5724538"/>
              <a:gd name="connsiteX87" fmla="*/ 3124567 w 4840150"/>
              <a:gd name="connsiteY87" fmla="*/ 5279268 h 5724538"/>
              <a:gd name="connsiteX88" fmla="*/ 2958180 w 4840150"/>
              <a:gd name="connsiteY88" fmla="*/ 5242025 h 5724538"/>
              <a:gd name="connsiteX89" fmla="*/ 2984162 w 4840150"/>
              <a:gd name="connsiteY89" fmla="*/ 5260582 h 5724538"/>
              <a:gd name="connsiteX90" fmla="*/ 2984162 w 4840150"/>
              <a:gd name="connsiteY90" fmla="*/ 5332341 h 5724538"/>
              <a:gd name="connsiteX91" fmla="*/ 2932199 w 4840150"/>
              <a:gd name="connsiteY91" fmla="*/ 5334815 h 5724538"/>
              <a:gd name="connsiteX92" fmla="*/ 2932199 w 4840150"/>
              <a:gd name="connsiteY92" fmla="*/ 5260582 h 5724538"/>
              <a:gd name="connsiteX93" fmla="*/ 2958180 w 4840150"/>
              <a:gd name="connsiteY93" fmla="*/ 5242025 h 5724538"/>
              <a:gd name="connsiteX94" fmla="*/ 3687209 w 4840150"/>
              <a:gd name="connsiteY94" fmla="*/ 5222230 h 5724538"/>
              <a:gd name="connsiteX95" fmla="*/ 3711643 w 4840150"/>
              <a:gd name="connsiteY95" fmla="*/ 5240787 h 5724538"/>
              <a:gd name="connsiteX96" fmla="*/ 3711643 w 4840150"/>
              <a:gd name="connsiteY96" fmla="*/ 5317495 h 5724538"/>
              <a:gd name="connsiteX97" fmla="*/ 3664629 w 4840150"/>
              <a:gd name="connsiteY97" fmla="*/ 5317495 h 5724538"/>
              <a:gd name="connsiteX98" fmla="*/ 3664629 w 4840150"/>
              <a:gd name="connsiteY98" fmla="*/ 5240787 h 5724538"/>
              <a:gd name="connsiteX99" fmla="*/ 3687209 w 4840150"/>
              <a:gd name="connsiteY99" fmla="*/ 5222230 h 5724538"/>
              <a:gd name="connsiteX100" fmla="*/ 2801573 w 4840150"/>
              <a:gd name="connsiteY100" fmla="*/ 5218966 h 5724538"/>
              <a:gd name="connsiteX101" fmla="*/ 2813425 w 4840150"/>
              <a:gd name="connsiteY101" fmla="*/ 5228415 h 5724538"/>
              <a:gd name="connsiteX102" fmla="*/ 2813425 w 4840150"/>
              <a:gd name="connsiteY102" fmla="*/ 5277904 h 5724538"/>
              <a:gd name="connsiteX103" fmla="*/ 2810110 w 4840150"/>
              <a:gd name="connsiteY103" fmla="*/ 5281220 h 5724538"/>
              <a:gd name="connsiteX104" fmla="*/ 2778783 w 4840150"/>
              <a:gd name="connsiteY104" fmla="*/ 5277904 h 5724538"/>
              <a:gd name="connsiteX105" fmla="*/ 2778783 w 4840150"/>
              <a:gd name="connsiteY105" fmla="*/ 5228415 h 5724538"/>
              <a:gd name="connsiteX106" fmla="*/ 2786528 w 4840150"/>
              <a:gd name="connsiteY106" fmla="*/ 5220671 h 5724538"/>
              <a:gd name="connsiteX107" fmla="*/ 2801573 w 4840150"/>
              <a:gd name="connsiteY107" fmla="*/ 5218966 h 5724538"/>
              <a:gd name="connsiteX108" fmla="*/ 4119499 w 4840150"/>
              <a:gd name="connsiteY108" fmla="*/ 5204831 h 5724538"/>
              <a:gd name="connsiteX109" fmla="*/ 4137245 w 4840150"/>
              <a:gd name="connsiteY109" fmla="*/ 5211094 h 5724538"/>
              <a:gd name="connsiteX110" fmla="*/ 4137245 w 4840150"/>
              <a:gd name="connsiteY110" fmla="*/ 5255634 h 5724538"/>
              <a:gd name="connsiteX111" fmla="*/ 4112501 w 4840150"/>
              <a:gd name="connsiteY111" fmla="*/ 5253160 h 5724538"/>
              <a:gd name="connsiteX112" fmla="*/ 4112501 w 4840150"/>
              <a:gd name="connsiteY112" fmla="*/ 5211094 h 5724538"/>
              <a:gd name="connsiteX113" fmla="*/ 4119499 w 4840150"/>
              <a:gd name="connsiteY113" fmla="*/ 5204831 h 5724538"/>
              <a:gd name="connsiteX114" fmla="*/ 3807218 w 4840150"/>
              <a:gd name="connsiteY114" fmla="*/ 5199031 h 5724538"/>
              <a:gd name="connsiteX115" fmla="*/ 3820518 w 4840150"/>
              <a:gd name="connsiteY115" fmla="*/ 5211094 h 5724538"/>
              <a:gd name="connsiteX116" fmla="*/ 3820518 w 4840150"/>
              <a:gd name="connsiteY116" fmla="*/ 5263057 h 5724538"/>
              <a:gd name="connsiteX117" fmla="*/ 3788351 w 4840150"/>
              <a:gd name="connsiteY117" fmla="*/ 5260582 h 5724538"/>
              <a:gd name="connsiteX118" fmla="*/ 3788351 w 4840150"/>
              <a:gd name="connsiteY118" fmla="*/ 5211094 h 5724538"/>
              <a:gd name="connsiteX119" fmla="*/ 3807218 w 4840150"/>
              <a:gd name="connsiteY119" fmla="*/ 5199031 h 5724538"/>
              <a:gd name="connsiteX120" fmla="*/ 2244814 w 4840150"/>
              <a:gd name="connsiteY120" fmla="*/ 5190387 h 5724538"/>
              <a:gd name="connsiteX121" fmla="*/ 2261628 w 4840150"/>
              <a:gd name="connsiteY121" fmla="*/ 5198722 h 5724538"/>
              <a:gd name="connsiteX122" fmla="*/ 2261628 w 4840150"/>
              <a:gd name="connsiteY122" fmla="*/ 5250685 h 5724538"/>
              <a:gd name="connsiteX123" fmla="*/ 2226986 w 4840150"/>
              <a:gd name="connsiteY123" fmla="*/ 5248211 h 5724538"/>
              <a:gd name="connsiteX124" fmla="*/ 2226986 w 4840150"/>
              <a:gd name="connsiteY124" fmla="*/ 5196248 h 5724538"/>
              <a:gd name="connsiteX125" fmla="*/ 2244814 w 4840150"/>
              <a:gd name="connsiteY125" fmla="*/ 5190387 h 5724538"/>
              <a:gd name="connsiteX126" fmla="*/ 2626606 w 4840150"/>
              <a:gd name="connsiteY126" fmla="*/ 5144903 h 5724538"/>
              <a:gd name="connsiteX127" fmla="*/ 2652588 w 4840150"/>
              <a:gd name="connsiteY127" fmla="*/ 5161606 h 5724538"/>
              <a:gd name="connsiteX128" fmla="*/ 2652588 w 4840150"/>
              <a:gd name="connsiteY128" fmla="*/ 5233364 h 5724538"/>
              <a:gd name="connsiteX129" fmla="*/ 2640983 w 4840150"/>
              <a:gd name="connsiteY129" fmla="*/ 5244969 h 5724538"/>
              <a:gd name="connsiteX130" fmla="*/ 2600625 w 4840150"/>
              <a:gd name="connsiteY130" fmla="*/ 5233364 h 5724538"/>
              <a:gd name="connsiteX131" fmla="*/ 2600625 w 4840150"/>
              <a:gd name="connsiteY131" fmla="*/ 5161606 h 5724538"/>
              <a:gd name="connsiteX132" fmla="*/ 2626606 w 4840150"/>
              <a:gd name="connsiteY132" fmla="*/ 5144903 h 5724538"/>
              <a:gd name="connsiteX133" fmla="*/ 3422135 w 4840150"/>
              <a:gd name="connsiteY133" fmla="*/ 5134387 h 5724538"/>
              <a:gd name="connsiteX134" fmla="*/ 3439456 w 4840150"/>
              <a:gd name="connsiteY134" fmla="*/ 5134387 h 5724538"/>
              <a:gd name="connsiteX135" fmla="*/ 3439456 w 4840150"/>
              <a:gd name="connsiteY135" fmla="*/ 5161606 h 5724538"/>
              <a:gd name="connsiteX136" fmla="*/ 3422135 w 4840150"/>
              <a:gd name="connsiteY136" fmla="*/ 5161606 h 5724538"/>
              <a:gd name="connsiteX137" fmla="*/ 3422135 w 4840150"/>
              <a:gd name="connsiteY137" fmla="*/ 5134387 h 5724538"/>
              <a:gd name="connsiteX138" fmla="*/ 3916094 w 4840150"/>
              <a:gd name="connsiteY138" fmla="*/ 5127273 h 5724538"/>
              <a:gd name="connsiteX139" fmla="*/ 3941766 w 4840150"/>
              <a:gd name="connsiteY139" fmla="*/ 5146759 h 5724538"/>
              <a:gd name="connsiteX140" fmla="*/ 3941766 w 4840150"/>
              <a:gd name="connsiteY140" fmla="*/ 5225941 h 5724538"/>
              <a:gd name="connsiteX141" fmla="*/ 3892277 w 4840150"/>
              <a:gd name="connsiteY141" fmla="*/ 5225941 h 5724538"/>
              <a:gd name="connsiteX142" fmla="*/ 3892277 w 4840150"/>
              <a:gd name="connsiteY142" fmla="*/ 5146759 h 5724538"/>
              <a:gd name="connsiteX143" fmla="*/ 3916094 w 4840150"/>
              <a:gd name="connsiteY143" fmla="*/ 5127273 h 5724538"/>
              <a:gd name="connsiteX144" fmla="*/ 3130152 w 4840150"/>
              <a:gd name="connsiteY144" fmla="*/ 5126963 h 5724538"/>
              <a:gd name="connsiteX145" fmla="*/ 3149948 w 4840150"/>
              <a:gd name="connsiteY145" fmla="*/ 5126963 h 5724538"/>
              <a:gd name="connsiteX146" fmla="*/ 3149948 w 4840150"/>
              <a:gd name="connsiteY146" fmla="*/ 5156656 h 5724538"/>
              <a:gd name="connsiteX147" fmla="*/ 3130152 w 4840150"/>
              <a:gd name="connsiteY147" fmla="*/ 5159131 h 5724538"/>
              <a:gd name="connsiteX148" fmla="*/ 3130152 w 4840150"/>
              <a:gd name="connsiteY148" fmla="*/ 5126963 h 5724538"/>
              <a:gd name="connsiteX149" fmla="*/ 3280845 w 4840150"/>
              <a:gd name="connsiteY149" fmla="*/ 5119788 h 5724538"/>
              <a:gd name="connsiteX150" fmla="*/ 3303363 w 4840150"/>
              <a:gd name="connsiteY150" fmla="*/ 5129438 h 5724538"/>
              <a:gd name="connsiteX151" fmla="*/ 3303363 w 4840150"/>
              <a:gd name="connsiteY151" fmla="*/ 5178927 h 5724538"/>
              <a:gd name="connsiteX152" fmla="*/ 3271195 w 4840150"/>
              <a:gd name="connsiteY152" fmla="*/ 5176452 h 5724538"/>
              <a:gd name="connsiteX153" fmla="*/ 3271195 w 4840150"/>
              <a:gd name="connsiteY153" fmla="*/ 5129438 h 5724538"/>
              <a:gd name="connsiteX154" fmla="*/ 3280845 w 4840150"/>
              <a:gd name="connsiteY154" fmla="*/ 5119788 h 5724538"/>
              <a:gd name="connsiteX155" fmla="*/ 4024968 w 4840150"/>
              <a:gd name="connsiteY155" fmla="*/ 5094487 h 5724538"/>
              <a:gd name="connsiteX156" fmla="*/ 4033319 w 4840150"/>
              <a:gd name="connsiteY156" fmla="*/ 5104694 h 5724538"/>
              <a:gd name="connsiteX157" fmla="*/ 4033319 w 4840150"/>
              <a:gd name="connsiteY157" fmla="*/ 5139336 h 5724538"/>
              <a:gd name="connsiteX158" fmla="*/ 4011049 w 4840150"/>
              <a:gd name="connsiteY158" fmla="*/ 5139336 h 5724538"/>
              <a:gd name="connsiteX159" fmla="*/ 4011049 w 4840150"/>
              <a:gd name="connsiteY159" fmla="*/ 5104694 h 5724538"/>
              <a:gd name="connsiteX160" fmla="*/ 4024968 w 4840150"/>
              <a:gd name="connsiteY160" fmla="*/ 5094487 h 5724538"/>
              <a:gd name="connsiteX161" fmla="*/ 3567199 w 4840150"/>
              <a:gd name="connsiteY161" fmla="*/ 5094177 h 5724538"/>
              <a:gd name="connsiteX162" fmla="*/ 3580499 w 4840150"/>
              <a:gd name="connsiteY162" fmla="*/ 5107168 h 5724538"/>
              <a:gd name="connsiteX163" fmla="*/ 3580499 w 4840150"/>
              <a:gd name="connsiteY163" fmla="*/ 5156656 h 5724538"/>
              <a:gd name="connsiteX164" fmla="*/ 3548331 w 4840150"/>
              <a:gd name="connsiteY164" fmla="*/ 5156656 h 5724538"/>
              <a:gd name="connsiteX165" fmla="*/ 3548331 w 4840150"/>
              <a:gd name="connsiteY165" fmla="*/ 5107168 h 5724538"/>
              <a:gd name="connsiteX166" fmla="*/ 3567199 w 4840150"/>
              <a:gd name="connsiteY166" fmla="*/ 5094177 h 5724538"/>
              <a:gd name="connsiteX167" fmla="*/ 2984975 w 4840150"/>
              <a:gd name="connsiteY167" fmla="*/ 5090785 h 5724538"/>
              <a:gd name="connsiteX168" fmla="*/ 2996534 w 4840150"/>
              <a:gd name="connsiteY168" fmla="*/ 5097271 h 5724538"/>
              <a:gd name="connsiteX169" fmla="*/ 2996534 w 4840150"/>
              <a:gd name="connsiteY169" fmla="*/ 5134387 h 5724538"/>
              <a:gd name="connsiteX170" fmla="*/ 2969315 w 4840150"/>
              <a:gd name="connsiteY170" fmla="*/ 5134387 h 5724538"/>
              <a:gd name="connsiteX171" fmla="*/ 2969315 w 4840150"/>
              <a:gd name="connsiteY171" fmla="*/ 5097271 h 5724538"/>
              <a:gd name="connsiteX172" fmla="*/ 2972210 w 4840150"/>
              <a:gd name="connsiteY172" fmla="*/ 5094376 h 5724538"/>
              <a:gd name="connsiteX173" fmla="*/ 2984975 w 4840150"/>
              <a:gd name="connsiteY173" fmla="*/ 5090785 h 5724538"/>
              <a:gd name="connsiteX174" fmla="*/ 4216737 w 4840150"/>
              <a:gd name="connsiteY174" fmla="*/ 5083352 h 5724538"/>
              <a:gd name="connsiteX175" fmla="*/ 4243646 w 4840150"/>
              <a:gd name="connsiteY175" fmla="*/ 5107168 h 5724538"/>
              <a:gd name="connsiteX176" fmla="*/ 4243646 w 4840150"/>
              <a:gd name="connsiteY176" fmla="*/ 5196247 h 5724538"/>
              <a:gd name="connsiteX177" fmla="*/ 4191683 w 4840150"/>
              <a:gd name="connsiteY177" fmla="*/ 5186349 h 5724538"/>
              <a:gd name="connsiteX178" fmla="*/ 4191683 w 4840150"/>
              <a:gd name="connsiteY178" fmla="*/ 5094796 h 5724538"/>
              <a:gd name="connsiteX179" fmla="*/ 4216737 w 4840150"/>
              <a:gd name="connsiteY179" fmla="*/ 5083352 h 5724538"/>
              <a:gd name="connsiteX180" fmla="*/ 2453408 w 4840150"/>
              <a:gd name="connsiteY180" fmla="*/ 5077027 h 5724538"/>
              <a:gd name="connsiteX181" fmla="*/ 2474429 w 4840150"/>
              <a:gd name="connsiteY181" fmla="*/ 5089847 h 5724538"/>
              <a:gd name="connsiteX182" fmla="*/ 2474429 w 4840150"/>
              <a:gd name="connsiteY182" fmla="*/ 5161606 h 5724538"/>
              <a:gd name="connsiteX183" fmla="*/ 2467414 w 4840150"/>
              <a:gd name="connsiteY183" fmla="*/ 5168633 h 5724538"/>
              <a:gd name="connsiteX184" fmla="*/ 2422466 w 4840150"/>
              <a:gd name="connsiteY184" fmla="*/ 5161606 h 5724538"/>
              <a:gd name="connsiteX185" fmla="*/ 2422466 w 4840150"/>
              <a:gd name="connsiteY185" fmla="*/ 5089847 h 5724538"/>
              <a:gd name="connsiteX186" fmla="*/ 2429481 w 4840150"/>
              <a:gd name="connsiteY186" fmla="*/ 5082819 h 5724538"/>
              <a:gd name="connsiteX187" fmla="*/ 2453408 w 4840150"/>
              <a:gd name="connsiteY187" fmla="*/ 5077027 h 5724538"/>
              <a:gd name="connsiteX188" fmla="*/ 2827774 w 4840150"/>
              <a:gd name="connsiteY188" fmla="*/ 5044739 h 5724538"/>
              <a:gd name="connsiteX189" fmla="*/ 2840644 w 4840150"/>
              <a:gd name="connsiteY189" fmla="*/ 5052731 h 5724538"/>
              <a:gd name="connsiteX190" fmla="*/ 2840644 w 4840150"/>
              <a:gd name="connsiteY190" fmla="*/ 5097271 h 5724538"/>
              <a:gd name="connsiteX191" fmla="*/ 2808477 w 4840150"/>
              <a:gd name="connsiteY191" fmla="*/ 5099745 h 5724538"/>
              <a:gd name="connsiteX192" fmla="*/ 2808477 w 4840150"/>
              <a:gd name="connsiteY192" fmla="*/ 5052731 h 5724538"/>
              <a:gd name="connsiteX193" fmla="*/ 2813029 w 4840150"/>
              <a:gd name="connsiteY193" fmla="*/ 5048178 h 5724538"/>
              <a:gd name="connsiteX194" fmla="*/ 2827774 w 4840150"/>
              <a:gd name="connsiteY194" fmla="*/ 5044739 h 5724538"/>
              <a:gd name="connsiteX195" fmla="*/ 4123018 w 4840150"/>
              <a:gd name="connsiteY195" fmla="*/ 5022728 h 5724538"/>
              <a:gd name="connsiteX196" fmla="*/ 4132297 w 4840150"/>
              <a:gd name="connsiteY196" fmla="*/ 5032935 h 5724538"/>
              <a:gd name="connsiteX197" fmla="*/ 4132297 w 4840150"/>
              <a:gd name="connsiteY197" fmla="*/ 5070051 h 5724538"/>
              <a:gd name="connsiteX198" fmla="*/ 4110027 w 4840150"/>
              <a:gd name="connsiteY198" fmla="*/ 5070051 h 5724538"/>
              <a:gd name="connsiteX199" fmla="*/ 4110027 w 4840150"/>
              <a:gd name="connsiteY199" fmla="*/ 5032935 h 5724538"/>
              <a:gd name="connsiteX200" fmla="*/ 4123018 w 4840150"/>
              <a:gd name="connsiteY200" fmla="*/ 5022728 h 5724538"/>
              <a:gd name="connsiteX201" fmla="*/ 3815571 w 4840150"/>
              <a:gd name="connsiteY201" fmla="*/ 5016543 h 5724538"/>
              <a:gd name="connsiteX202" fmla="*/ 3830417 w 4840150"/>
              <a:gd name="connsiteY202" fmla="*/ 5030461 h 5724538"/>
              <a:gd name="connsiteX203" fmla="*/ 3830417 w 4840150"/>
              <a:gd name="connsiteY203" fmla="*/ 5092322 h 5724538"/>
              <a:gd name="connsiteX204" fmla="*/ 3793300 w 4840150"/>
              <a:gd name="connsiteY204" fmla="*/ 5089847 h 5724538"/>
              <a:gd name="connsiteX205" fmla="*/ 3793300 w 4840150"/>
              <a:gd name="connsiteY205" fmla="*/ 5030461 h 5724538"/>
              <a:gd name="connsiteX206" fmla="*/ 3815571 w 4840150"/>
              <a:gd name="connsiteY206" fmla="*/ 5016543 h 5724538"/>
              <a:gd name="connsiteX207" fmla="*/ 2287078 w 4840150"/>
              <a:gd name="connsiteY207" fmla="*/ 4998677 h 5724538"/>
              <a:gd name="connsiteX208" fmla="*/ 2301219 w 4840150"/>
              <a:gd name="connsiteY208" fmla="*/ 5008191 h 5724538"/>
              <a:gd name="connsiteX209" fmla="*/ 2301219 w 4840150"/>
              <a:gd name="connsiteY209" fmla="*/ 5055205 h 5724538"/>
              <a:gd name="connsiteX210" fmla="*/ 2294971 w 4840150"/>
              <a:gd name="connsiteY210" fmla="*/ 5061465 h 5724538"/>
              <a:gd name="connsiteX211" fmla="*/ 2264102 w 4840150"/>
              <a:gd name="connsiteY211" fmla="*/ 5055205 h 5724538"/>
              <a:gd name="connsiteX212" fmla="*/ 2264102 w 4840150"/>
              <a:gd name="connsiteY212" fmla="*/ 5008191 h 5724538"/>
              <a:gd name="connsiteX213" fmla="*/ 2270350 w 4840150"/>
              <a:gd name="connsiteY213" fmla="*/ 5001931 h 5724538"/>
              <a:gd name="connsiteX214" fmla="*/ 2287078 w 4840150"/>
              <a:gd name="connsiteY214" fmla="*/ 4998677 h 5724538"/>
              <a:gd name="connsiteX215" fmla="*/ 3925064 w 4840150"/>
              <a:gd name="connsiteY215" fmla="*/ 4990561 h 5724538"/>
              <a:gd name="connsiteX216" fmla="*/ 3926919 w 4840150"/>
              <a:gd name="connsiteY216" fmla="*/ 4993344 h 5724538"/>
              <a:gd name="connsiteX217" fmla="*/ 3926919 w 4840150"/>
              <a:gd name="connsiteY217" fmla="*/ 5018089 h 5724538"/>
              <a:gd name="connsiteX218" fmla="*/ 3912073 w 4840150"/>
              <a:gd name="connsiteY218" fmla="*/ 5018089 h 5724538"/>
              <a:gd name="connsiteX219" fmla="*/ 3912073 w 4840150"/>
              <a:gd name="connsiteY219" fmla="*/ 4993344 h 5724538"/>
              <a:gd name="connsiteX220" fmla="*/ 3925064 w 4840150"/>
              <a:gd name="connsiteY220" fmla="*/ 4990561 h 5724538"/>
              <a:gd name="connsiteX221" fmla="*/ 2665693 w 4840150"/>
              <a:gd name="connsiteY221" fmla="*/ 4973314 h 5724538"/>
              <a:gd name="connsiteX222" fmla="*/ 2682281 w 4840150"/>
              <a:gd name="connsiteY222" fmla="*/ 4985921 h 5724538"/>
              <a:gd name="connsiteX223" fmla="*/ 2682281 w 4840150"/>
              <a:gd name="connsiteY223" fmla="*/ 5050256 h 5724538"/>
              <a:gd name="connsiteX224" fmla="*/ 2635267 w 4840150"/>
              <a:gd name="connsiteY224" fmla="*/ 5050256 h 5724538"/>
              <a:gd name="connsiteX225" fmla="*/ 2635267 w 4840150"/>
              <a:gd name="connsiteY225" fmla="*/ 4985921 h 5724538"/>
              <a:gd name="connsiteX226" fmla="*/ 2645041 w 4840150"/>
              <a:gd name="connsiteY226" fmla="*/ 4976147 h 5724538"/>
              <a:gd name="connsiteX227" fmla="*/ 2665693 w 4840150"/>
              <a:gd name="connsiteY227" fmla="*/ 4973314 h 5724538"/>
              <a:gd name="connsiteX228" fmla="*/ 1892011 w 4840150"/>
              <a:gd name="connsiteY228" fmla="*/ 4968291 h 5724538"/>
              <a:gd name="connsiteX229" fmla="*/ 1902836 w 4840150"/>
              <a:gd name="connsiteY229" fmla="*/ 4978498 h 5724538"/>
              <a:gd name="connsiteX230" fmla="*/ 1902836 w 4840150"/>
              <a:gd name="connsiteY230" fmla="*/ 5013140 h 5724538"/>
              <a:gd name="connsiteX231" fmla="*/ 1875618 w 4840150"/>
              <a:gd name="connsiteY231" fmla="*/ 5013140 h 5724538"/>
              <a:gd name="connsiteX232" fmla="*/ 1875618 w 4840150"/>
              <a:gd name="connsiteY232" fmla="*/ 4978498 h 5724538"/>
              <a:gd name="connsiteX233" fmla="*/ 1892011 w 4840150"/>
              <a:gd name="connsiteY233" fmla="*/ 4968291 h 5724538"/>
              <a:gd name="connsiteX234" fmla="*/ 3568127 w 4840150"/>
              <a:gd name="connsiteY234" fmla="*/ 4948805 h 5724538"/>
              <a:gd name="connsiteX235" fmla="*/ 3582973 w 4840150"/>
              <a:gd name="connsiteY235" fmla="*/ 4948805 h 5724538"/>
              <a:gd name="connsiteX236" fmla="*/ 3582973 w 4840150"/>
              <a:gd name="connsiteY236" fmla="*/ 4968600 h 5724538"/>
              <a:gd name="connsiteX237" fmla="*/ 3568127 w 4840150"/>
              <a:gd name="connsiteY237" fmla="*/ 4968600 h 5724538"/>
              <a:gd name="connsiteX238" fmla="*/ 3568127 w 4840150"/>
              <a:gd name="connsiteY238" fmla="*/ 4948805 h 5724538"/>
              <a:gd name="connsiteX239" fmla="*/ 3309549 w 4840150"/>
              <a:gd name="connsiteY239" fmla="*/ 4944165 h 5724538"/>
              <a:gd name="connsiteX240" fmla="*/ 3323158 w 4840150"/>
              <a:gd name="connsiteY240" fmla="*/ 4956228 h 5724538"/>
              <a:gd name="connsiteX241" fmla="*/ 3323158 w 4840150"/>
              <a:gd name="connsiteY241" fmla="*/ 5010665 h 5724538"/>
              <a:gd name="connsiteX242" fmla="*/ 3288516 w 4840150"/>
              <a:gd name="connsiteY242" fmla="*/ 5010665 h 5724538"/>
              <a:gd name="connsiteX243" fmla="*/ 3288516 w 4840150"/>
              <a:gd name="connsiteY243" fmla="*/ 4956228 h 5724538"/>
              <a:gd name="connsiteX244" fmla="*/ 3309549 w 4840150"/>
              <a:gd name="connsiteY244" fmla="*/ 4944165 h 5724538"/>
              <a:gd name="connsiteX245" fmla="*/ 3163867 w 4840150"/>
              <a:gd name="connsiteY245" fmla="*/ 4939217 h 5724538"/>
              <a:gd name="connsiteX246" fmla="*/ 3174692 w 4840150"/>
              <a:gd name="connsiteY246" fmla="*/ 4951280 h 5724538"/>
              <a:gd name="connsiteX247" fmla="*/ 3174692 w 4840150"/>
              <a:gd name="connsiteY247" fmla="*/ 4993345 h 5724538"/>
              <a:gd name="connsiteX248" fmla="*/ 3147474 w 4840150"/>
              <a:gd name="connsiteY248" fmla="*/ 4993345 h 5724538"/>
              <a:gd name="connsiteX249" fmla="*/ 3147474 w 4840150"/>
              <a:gd name="connsiteY249" fmla="*/ 4951280 h 5724538"/>
              <a:gd name="connsiteX250" fmla="*/ 3163867 w 4840150"/>
              <a:gd name="connsiteY250" fmla="*/ 4939217 h 5724538"/>
              <a:gd name="connsiteX251" fmla="*/ 3450901 w 4840150"/>
              <a:gd name="connsiteY251" fmla="*/ 4934887 h 5724538"/>
              <a:gd name="connsiteX252" fmla="*/ 3464201 w 4840150"/>
              <a:gd name="connsiteY252" fmla="*/ 4948805 h 5724538"/>
              <a:gd name="connsiteX253" fmla="*/ 3464201 w 4840150"/>
              <a:gd name="connsiteY253" fmla="*/ 5003242 h 5724538"/>
              <a:gd name="connsiteX254" fmla="*/ 3432034 w 4840150"/>
              <a:gd name="connsiteY254" fmla="*/ 4995819 h 5724538"/>
              <a:gd name="connsiteX255" fmla="*/ 3432034 w 4840150"/>
              <a:gd name="connsiteY255" fmla="*/ 4948805 h 5724538"/>
              <a:gd name="connsiteX256" fmla="*/ 3450901 w 4840150"/>
              <a:gd name="connsiteY256" fmla="*/ 4934887 h 5724538"/>
              <a:gd name="connsiteX257" fmla="*/ 4013524 w 4840150"/>
              <a:gd name="connsiteY257" fmla="*/ 4926535 h 5724538"/>
              <a:gd name="connsiteX258" fmla="*/ 4028371 w 4840150"/>
              <a:gd name="connsiteY258" fmla="*/ 4926535 h 5724538"/>
              <a:gd name="connsiteX259" fmla="*/ 4028371 w 4840150"/>
              <a:gd name="connsiteY259" fmla="*/ 4948805 h 5724538"/>
              <a:gd name="connsiteX260" fmla="*/ 4013524 w 4840150"/>
              <a:gd name="connsiteY260" fmla="*/ 4948805 h 5724538"/>
              <a:gd name="connsiteX261" fmla="*/ 4013524 w 4840150"/>
              <a:gd name="connsiteY261" fmla="*/ 4926535 h 5724538"/>
              <a:gd name="connsiteX262" fmla="*/ 4207148 w 4840150"/>
              <a:gd name="connsiteY262" fmla="*/ 4920350 h 5724538"/>
              <a:gd name="connsiteX263" fmla="*/ 4231274 w 4840150"/>
              <a:gd name="connsiteY263" fmla="*/ 4938907 h 5724538"/>
              <a:gd name="connsiteX264" fmla="*/ 4231274 w 4840150"/>
              <a:gd name="connsiteY264" fmla="*/ 5013140 h 5724538"/>
              <a:gd name="connsiteX265" fmla="*/ 4186734 w 4840150"/>
              <a:gd name="connsiteY265" fmla="*/ 5010666 h 5724538"/>
              <a:gd name="connsiteX266" fmla="*/ 4186734 w 4840150"/>
              <a:gd name="connsiteY266" fmla="*/ 4938907 h 5724538"/>
              <a:gd name="connsiteX267" fmla="*/ 4207148 w 4840150"/>
              <a:gd name="connsiteY267" fmla="*/ 4920350 h 5724538"/>
              <a:gd name="connsiteX268" fmla="*/ 3004189 w 4840150"/>
              <a:gd name="connsiteY268" fmla="*/ 4913893 h 5724538"/>
              <a:gd name="connsiteX269" fmla="*/ 3010762 w 4840150"/>
              <a:gd name="connsiteY269" fmla="*/ 4914473 h 5724538"/>
              <a:gd name="connsiteX270" fmla="*/ 3018804 w 4840150"/>
              <a:gd name="connsiteY270" fmla="*/ 4919112 h 5724538"/>
              <a:gd name="connsiteX271" fmla="*/ 3018804 w 4840150"/>
              <a:gd name="connsiteY271" fmla="*/ 4948805 h 5724538"/>
              <a:gd name="connsiteX272" fmla="*/ 2999008 w 4840150"/>
              <a:gd name="connsiteY272" fmla="*/ 4948805 h 5724538"/>
              <a:gd name="connsiteX273" fmla="*/ 2999008 w 4840150"/>
              <a:gd name="connsiteY273" fmla="*/ 4919112 h 5724538"/>
              <a:gd name="connsiteX274" fmla="*/ 3004189 w 4840150"/>
              <a:gd name="connsiteY274" fmla="*/ 4913893 h 5724538"/>
              <a:gd name="connsiteX275" fmla="*/ 2495771 w 4840150"/>
              <a:gd name="connsiteY275" fmla="*/ 4901482 h 5724538"/>
              <a:gd name="connsiteX276" fmla="*/ 2506597 w 4840150"/>
              <a:gd name="connsiteY276" fmla="*/ 4911688 h 5724538"/>
              <a:gd name="connsiteX277" fmla="*/ 2506597 w 4840150"/>
              <a:gd name="connsiteY277" fmla="*/ 4948804 h 5724538"/>
              <a:gd name="connsiteX278" fmla="*/ 2474429 w 4840150"/>
              <a:gd name="connsiteY278" fmla="*/ 4948804 h 5724538"/>
              <a:gd name="connsiteX279" fmla="*/ 2479378 w 4840150"/>
              <a:gd name="connsiteY279" fmla="*/ 4911688 h 5724538"/>
              <a:gd name="connsiteX280" fmla="*/ 2495771 w 4840150"/>
              <a:gd name="connsiteY280" fmla="*/ 4901482 h 5724538"/>
              <a:gd name="connsiteX281" fmla="*/ 2117352 w 4840150"/>
              <a:gd name="connsiteY281" fmla="*/ 4901329 h 5724538"/>
              <a:gd name="connsiteX282" fmla="*/ 2128009 w 4840150"/>
              <a:gd name="connsiteY282" fmla="*/ 4909213 h 5724538"/>
              <a:gd name="connsiteX283" fmla="*/ 2128009 w 4840150"/>
              <a:gd name="connsiteY283" fmla="*/ 4948804 h 5724538"/>
              <a:gd name="connsiteX284" fmla="*/ 2126255 w 4840150"/>
              <a:gd name="connsiteY284" fmla="*/ 4950561 h 5724538"/>
              <a:gd name="connsiteX285" fmla="*/ 2098316 w 4840150"/>
              <a:gd name="connsiteY285" fmla="*/ 4948804 h 5724538"/>
              <a:gd name="connsiteX286" fmla="*/ 2098316 w 4840150"/>
              <a:gd name="connsiteY286" fmla="*/ 4909213 h 5724538"/>
              <a:gd name="connsiteX287" fmla="*/ 2104239 w 4840150"/>
              <a:gd name="connsiteY287" fmla="*/ 4903299 h 5724538"/>
              <a:gd name="connsiteX288" fmla="*/ 2117352 w 4840150"/>
              <a:gd name="connsiteY288" fmla="*/ 4901329 h 5724538"/>
              <a:gd name="connsiteX289" fmla="*/ 3701127 w 4840150"/>
              <a:gd name="connsiteY289" fmla="*/ 4899007 h 5724538"/>
              <a:gd name="connsiteX290" fmla="*/ 3711643 w 4840150"/>
              <a:gd name="connsiteY290" fmla="*/ 4909214 h 5724538"/>
              <a:gd name="connsiteX291" fmla="*/ 3711643 w 4840150"/>
              <a:gd name="connsiteY291" fmla="*/ 4948805 h 5724538"/>
              <a:gd name="connsiteX292" fmla="*/ 3686899 w 4840150"/>
              <a:gd name="connsiteY292" fmla="*/ 4948805 h 5724538"/>
              <a:gd name="connsiteX293" fmla="*/ 3686899 w 4840150"/>
              <a:gd name="connsiteY293" fmla="*/ 4909214 h 5724538"/>
              <a:gd name="connsiteX294" fmla="*/ 3701127 w 4840150"/>
              <a:gd name="connsiteY294" fmla="*/ 4899007 h 5724538"/>
              <a:gd name="connsiteX295" fmla="*/ 2846599 w 4840150"/>
              <a:gd name="connsiteY295" fmla="*/ 4875731 h 5724538"/>
              <a:gd name="connsiteX296" fmla="*/ 2865389 w 4840150"/>
              <a:gd name="connsiteY296" fmla="*/ 4881994 h 5724538"/>
              <a:gd name="connsiteX297" fmla="*/ 2865389 w 4840150"/>
              <a:gd name="connsiteY297" fmla="*/ 4919111 h 5724538"/>
              <a:gd name="connsiteX298" fmla="*/ 2838170 w 4840150"/>
              <a:gd name="connsiteY298" fmla="*/ 4919111 h 5724538"/>
              <a:gd name="connsiteX299" fmla="*/ 2838170 w 4840150"/>
              <a:gd name="connsiteY299" fmla="*/ 4881994 h 5724538"/>
              <a:gd name="connsiteX300" fmla="*/ 2846599 w 4840150"/>
              <a:gd name="connsiteY300" fmla="*/ 4875731 h 5724538"/>
              <a:gd name="connsiteX301" fmla="*/ 4105078 w 4840150"/>
              <a:gd name="connsiteY301" fmla="*/ 4859725 h 5724538"/>
              <a:gd name="connsiteX302" fmla="*/ 4122399 w 4840150"/>
              <a:gd name="connsiteY302" fmla="*/ 4859725 h 5724538"/>
              <a:gd name="connsiteX303" fmla="*/ 4122399 w 4840150"/>
              <a:gd name="connsiteY303" fmla="*/ 4884469 h 5724538"/>
              <a:gd name="connsiteX304" fmla="*/ 4105078 w 4840150"/>
              <a:gd name="connsiteY304" fmla="*/ 4886944 h 5724538"/>
              <a:gd name="connsiteX305" fmla="*/ 4105078 w 4840150"/>
              <a:gd name="connsiteY305" fmla="*/ 4859725 h 5724538"/>
              <a:gd name="connsiteX306" fmla="*/ 3818353 w 4840150"/>
              <a:gd name="connsiteY306" fmla="*/ 4856942 h 5724538"/>
              <a:gd name="connsiteX307" fmla="*/ 3827942 w 4840150"/>
              <a:gd name="connsiteY307" fmla="*/ 4867149 h 5724538"/>
              <a:gd name="connsiteX308" fmla="*/ 3827942 w 4840150"/>
              <a:gd name="connsiteY308" fmla="*/ 4906740 h 5724538"/>
              <a:gd name="connsiteX309" fmla="*/ 3803197 w 4840150"/>
              <a:gd name="connsiteY309" fmla="*/ 4906740 h 5724538"/>
              <a:gd name="connsiteX310" fmla="*/ 3803197 w 4840150"/>
              <a:gd name="connsiteY310" fmla="*/ 4867149 h 5724538"/>
              <a:gd name="connsiteX311" fmla="*/ 3818353 w 4840150"/>
              <a:gd name="connsiteY311" fmla="*/ 4856942 h 5724538"/>
              <a:gd name="connsiteX312" fmla="*/ 1496942 w 4840150"/>
              <a:gd name="connsiteY312" fmla="*/ 4851613 h 5724538"/>
              <a:gd name="connsiteX313" fmla="*/ 1521774 w 4840150"/>
              <a:gd name="connsiteY313" fmla="*/ 4872098 h 5724538"/>
              <a:gd name="connsiteX314" fmla="*/ 1509402 w 4840150"/>
              <a:gd name="connsiteY314" fmla="*/ 4948805 h 5724538"/>
              <a:gd name="connsiteX315" fmla="*/ 1457439 w 4840150"/>
              <a:gd name="connsiteY315" fmla="*/ 4936433 h 5724538"/>
              <a:gd name="connsiteX316" fmla="*/ 1457439 w 4840150"/>
              <a:gd name="connsiteY316" fmla="*/ 4859725 h 5724538"/>
              <a:gd name="connsiteX317" fmla="*/ 1464892 w 4840150"/>
              <a:gd name="connsiteY317" fmla="*/ 4854678 h 5724538"/>
              <a:gd name="connsiteX318" fmla="*/ 1496942 w 4840150"/>
              <a:gd name="connsiteY318" fmla="*/ 4851613 h 5724538"/>
              <a:gd name="connsiteX319" fmla="*/ 4286330 w 4840150"/>
              <a:gd name="connsiteY319" fmla="*/ 4834672 h 5724538"/>
              <a:gd name="connsiteX320" fmla="*/ 4310456 w 4840150"/>
              <a:gd name="connsiteY320" fmla="*/ 4854777 h 5724538"/>
              <a:gd name="connsiteX321" fmla="*/ 4310456 w 4840150"/>
              <a:gd name="connsiteY321" fmla="*/ 4926535 h 5724538"/>
              <a:gd name="connsiteX322" fmla="*/ 4265916 w 4840150"/>
              <a:gd name="connsiteY322" fmla="*/ 4916638 h 5724538"/>
              <a:gd name="connsiteX323" fmla="*/ 4265916 w 4840150"/>
              <a:gd name="connsiteY323" fmla="*/ 4842404 h 5724538"/>
              <a:gd name="connsiteX324" fmla="*/ 4286330 w 4840150"/>
              <a:gd name="connsiteY324" fmla="*/ 4834672 h 5724538"/>
              <a:gd name="connsiteX325" fmla="*/ 1721443 w 4840150"/>
              <a:gd name="connsiteY325" fmla="*/ 4832046 h 5724538"/>
              <a:gd name="connsiteX326" fmla="*/ 1732100 w 4840150"/>
              <a:gd name="connsiteY326" fmla="*/ 4839929 h 5724538"/>
              <a:gd name="connsiteX327" fmla="*/ 1732100 w 4840150"/>
              <a:gd name="connsiteY327" fmla="*/ 4877046 h 5724538"/>
              <a:gd name="connsiteX328" fmla="*/ 1730088 w 4840150"/>
              <a:gd name="connsiteY328" fmla="*/ 4878753 h 5724538"/>
              <a:gd name="connsiteX329" fmla="*/ 1702407 w 4840150"/>
              <a:gd name="connsiteY329" fmla="*/ 4874572 h 5724538"/>
              <a:gd name="connsiteX330" fmla="*/ 1702407 w 4840150"/>
              <a:gd name="connsiteY330" fmla="*/ 4839929 h 5724538"/>
              <a:gd name="connsiteX331" fmla="*/ 1708331 w 4840150"/>
              <a:gd name="connsiteY331" fmla="*/ 4834016 h 5724538"/>
              <a:gd name="connsiteX332" fmla="*/ 1721443 w 4840150"/>
              <a:gd name="connsiteY332" fmla="*/ 4832046 h 5724538"/>
              <a:gd name="connsiteX333" fmla="*/ 2691560 w 4840150"/>
              <a:gd name="connsiteY333" fmla="*/ 4821372 h 5724538"/>
              <a:gd name="connsiteX334" fmla="*/ 2699602 w 4840150"/>
              <a:gd name="connsiteY334" fmla="*/ 4825083 h 5724538"/>
              <a:gd name="connsiteX335" fmla="*/ 2699602 w 4840150"/>
              <a:gd name="connsiteY335" fmla="*/ 4852302 h 5724538"/>
              <a:gd name="connsiteX336" fmla="*/ 2679806 w 4840150"/>
              <a:gd name="connsiteY336" fmla="*/ 4852302 h 5724538"/>
              <a:gd name="connsiteX337" fmla="*/ 2679806 w 4840150"/>
              <a:gd name="connsiteY337" fmla="*/ 4825083 h 5724538"/>
              <a:gd name="connsiteX338" fmla="*/ 2691560 w 4840150"/>
              <a:gd name="connsiteY338" fmla="*/ 4821372 h 5724538"/>
              <a:gd name="connsiteX339" fmla="*/ 2330382 w 4840150"/>
              <a:gd name="connsiteY339" fmla="*/ 4809086 h 5724538"/>
              <a:gd name="connsiteX340" fmla="*/ 2345759 w 4840150"/>
              <a:gd name="connsiteY340" fmla="*/ 4820134 h 5724538"/>
              <a:gd name="connsiteX341" fmla="*/ 2345759 w 4840150"/>
              <a:gd name="connsiteY341" fmla="*/ 4877046 h 5724538"/>
              <a:gd name="connsiteX342" fmla="*/ 2345605 w 4840150"/>
              <a:gd name="connsiteY342" fmla="*/ 4877194 h 5724538"/>
              <a:gd name="connsiteX343" fmla="*/ 2303694 w 4840150"/>
              <a:gd name="connsiteY343" fmla="*/ 4874572 h 5724538"/>
              <a:gd name="connsiteX344" fmla="*/ 2303694 w 4840150"/>
              <a:gd name="connsiteY344" fmla="*/ 4820134 h 5724538"/>
              <a:gd name="connsiteX345" fmla="*/ 2311691 w 4840150"/>
              <a:gd name="connsiteY345" fmla="*/ 4812142 h 5724538"/>
              <a:gd name="connsiteX346" fmla="*/ 2330382 w 4840150"/>
              <a:gd name="connsiteY346" fmla="*/ 4809086 h 5724538"/>
              <a:gd name="connsiteX347" fmla="*/ 3924754 w 4840150"/>
              <a:gd name="connsiteY347" fmla="*/ 4802504 h 5724538"/>
              <a:gd name="connsiteX348" fmla="*/ 3934342 w 4840150"/>
              <a:gd name="connsiteY348" fmla="*/ 4812711 h 5724538"/>
              <a:gd name="connsiteX349" fmla="*/ 3934342 w 4840150"/>
              <a:gd name="connsiteY349" fmla="*/ 4852302 h 5724538"/>
              <a:gd name="connsiteX350" fmla="*/ 3909598 w 4840150"/>
              <a:gd name="connsiteY350" fmla="*/ 4849828 h 5724538"/>
              <a:gd name="connsiteX351" fmla="*/ 3909598 w 4840150"/>
              <a:gd name="connsiteY351" fmla="*/ 4812711 h 5724538"/>
              <a:gd name="connsiteX352" fmla="*/ 3924754 w 4840150"/>
              <a:gd name="connsiteY352" fmla="*/ 4802504 h 5724538"/>
              <a:gd name="connsiteX353" fmla="*/ 4350046 w 4840150"/>
              <a:gd name="connsiteY353" fmla="*/ 4783018 h 5724538"/>
              <a:gd name="connsiteX354" fmla="*/ 4367367 w 4840150"/>
              <a:gd name="connsiteY354" fmla="*/ 4783018 h 5724538"/>
              <a:gd name="connsiteX355" fmla="*/ 4367367 w 4840150"/>
              <a:gd name="connsiteY355" fmla="*/ 4810237 h 5724538"/>
              <a:gd name="connsiteX356" fmla="*/ 4350046 w 4840150"/>
              <a:gd name="connsiteY356" fmla="*/ 4810237 h 5724538"/>
              <a:gd name="connsiteX357" fmla="*/ 4350046 w 4840150"/>
              <a:gd name="connsiteY357" fmla="*/ 4783018 h 5724538"/>
              <a:gd name="connsiteX358" fmla="*/ 3326870 w 4840150"/>
              <a:gd name="connsiteY358" fmla="*/ 4778998 h 5724538"/>
              <a:gd name="connsiteX359" fmla="*/ 3340480 w 4840150"/>
              <a:gd name="connsiteY359" fmla="*/ 4792916 h 5724538"/>
              <a:gd name="connsiteX360" fmla="*/ 3340480 w 4840150"/>
              <a:gd name="connsiteY360" fmla="*/ 4842405 h 5724538"/>
              <a:gd name="connsiteX361" fmla="*/ 3305837 w 4840150"/>
              <a:gd name="connsiteY361" fmla="*/ 4842405 h 5724538"/>
              <a:gd name="connsiteX362" fmla="*/ 3305837 w 4840150"/>
              <a:gd name="connsiteY362" fmla="*/ 4792916 h 5724538"/>
              <a:gd name="connsiteX363" fmla="*/ 3326870 w 4840150"/>
              <a:gd name="connsiteY363" fmla="*/ 4778998 h 5724538"/>
              <a:gd name="connsiteX364" fmla="*/ 4189208 w 4840150"/>
              <a:gd name="connsiteY364" fmla="*/ 4778069 h 5724538"/>
              <a:gd name="connsiteX365" fmla="*/ 4206529 w 4840150"/>
              <a:gd name="connsiteY365" fmla="*/ 4778069 h 5724538"/>
              <a:gd name="connsiteX366" fmla="*/ 4206529 w 4840150"/>
              <a:gd name="connsiteY366" fmla="*/ 4807762 h 5724538"/>
              <a:gd name="connsiteX367" fmla="*/ 4189208 w 4840150"/>
              <a:gd name="connsiteY367" fmla="*/ 4807762 h 5724538"/>
              <a:gd name="connsiteX368" fmla="*/ 4189208 w 4840150"/>
              <a:gd name="connsiteY368" fmla="*/ 4778069 h 5724538"/>
              <a:gd name="connsiteX369" fmla="*/ 3183663 w 4840150"/>
              <a:gd name="connsiteY369" fmla="*/ 4773430 h 5724538"/>
              <a:gd name="connsiteX370" fmla="*/ 3194488 w 4840150"/>
              <a:gd name="connsiteY370" fmla="*/ 4785493 h 5724538"/>
              <a:gd name="connsiteX371" fmla="*/ 3194488 w 4840150"/>
              <a:gd name="connsiteY371" fmla="*/ 4825083 h 5724538"/>
              <a:gd name="connsiteX372" fmla="*/ 3167270 w 4840150"/>
              <a:gd name="connsiteY372" fmla="*/ 4827558 h 5724538"/>
              <a:gd name="connsiteX373" fmla="*/ 3167270 w 4840150"/>
              <a:gd name="connsiteY373" fmla="*/ 4785493 h 5724538"/>
              <a:gd name="connsiteX374" fmla="*/ 3183663 w 4840150"/>
              <a:gd name="connsiteY374" fmla="*/ 4773430 h 5724538"/>
              <a:gd name="connsiteX375" fmla="*/ 1942303 w 4840150"/>
              <a:gd name="connsiteY375" fmla="*/ 4769915 h 5724538"/>
              <a:gd name="connsiteX376" fmla="*/ 1957273 w 4840150"/>
              <a:gd name="connsiteY376" fmla="*/ 4778068 h 5724538"/>
              <a:gd name="connsiteX377" fmla="*/ 1957273 w 4840150"/>
              <a:gd name="connsiteY377" fmla="*/ 4820134 h 5724538"/>
              <a:gd name="connsiteX378" fmla="*/ 1953950 w 4840150"/>
              <a:gd name="connsiteY378" fmla="*/ 4823450 h 5724538"/>
              <a:gd name="connsiteX379" fmla="*/ 1922631 w 4840150"/>
              <a:gd name="connsiteY379" fmla="*/ 4820134 h 5724538"/>
              <a:gd name="connsiteX380" fmla="*/ 1922631 w 4840150"/>
              <a:gd name="connsiteY380" fmla="*/ 4778068 h 5724538"/>
              <a:gd name="connsiteX381" fmla="*/ 1925955 w 4840150"/>
              <a:gd name="connsiteY381" fmla="*/ 4774753 h 5724538"/>
              <a:gd name="connsiteX382" fmla="*/ 1942303 w 4840150"/>
              <a:gd name="connsiteY382" fmla="*/ 4769915 h 5724538"/>
              <a:gd name="connsiteX383" fmla="*/ 3459252 w 4840150"/>
              <a:gd name="connsiteY383" fmla="*/ 4752706 h 5724538"/>
              <a:gd name="connsiteX384" fmla="*/ 3486470 w 4840150"/>
              <a:gd name="connsiteY384" fmla="*/ 4775594 h 5724538"/>
              <a:gd name="connsiteX385" fmla="*/ 3486470 w 4840150"/>
              <a:gd name="connsiteY385" fmla="*/ 4857250 h 5724538"/>
              <a:gd name="connsiteX386" fmla="*/ 3432033 w 4840150"/>
              <a:gd name="connsiteY386" fmla="*/ 4842404 h 5724538"/>
              <a:gd name="connsiteX387" fmla="*/ 3432033 w 4840150"/>
              <a:gd name="connsiteY387" fmla="*/ 4763222 h 5724538"/>
              <a:gd name="connsiteX388" fmla="*/ 3459252 w 4840150"/>
              <a:gd name="connsiteY388" fmla="*/ 4752706 h 5724538"/>
              <a:gd name="connsiteX389" fmla="*/ 3033960 w 4840150"/>
              <a:gd name="connsiteY389" fmla="*/ 4746211 h 5724538"/>
              <a:gd name="connsiteX390" fmla="*/ 3046023 w 4840150"/>
              <a:gd name="connsiteY390" fmla="*/ 4758274 h 5724538"/>
              <a:gd name="connsiteX391" fmla="*/ 3046023 w 4840150"/>
              <a:gd name="connsiteY391" fmla="*/ 4800339 h 5724538"/>
              <a:gd name="connsiteX392" fmla="*/ 3044266 w 4840150"/>
              <a:gd name="connsiteY392" fmla="*/ 4802096 h 5724538"/>
              <a:gd name="connsiteX393" fmla="*/ 3016329 w 4840150"/>
              <a:gd name="connsiteY393" fmla="*/ 4800339 h 5724538"/>
              <a:gd name="connsiteX394" fmla="*/ 3016329 w 4840150"/>
              <a:gd name="connsiteY394" fmla="*/ 4758274 h 5724538"/>
              <a:gd name="connsiteX395" fmla="*/ 3033960 w 4840150"/>
              <a:gd name="connsiteY395" fmla="*/ 4746211 h 5724538"/>
              <a:gd name="connsiteX396" fmla="*/ 2529334 w 4840150"/>
              <a:gd name="connsiteY396" fmla="*/ 4739555 h 5724538"/>
              <a:gd name="connsiteX397" fmla="*/ 2538764 w 4840150"/>
              <a:gd name="connsiteY397" fmla="*/ 4745902 h 5724538"/>
              <a:gd name="connsiteX398" fmla="*/ 2538764 w 4840150"/>
              <a:gd name="connsiteY398" fmla="*/ 4780544 h 5724538"/>
              <a:gd name="connsiteX399" fmla="*/ 2534904 w 4840150"/>
              <a:gd name="connsiteY399" fmla="*/ 4785270 h 5724538"/>
              <a:gd name="connsiteX400" fmla="*/ 2514020 w 4840150"/>
              <a:gd name="connsiteY400" fmla="*/ 4783018 h 5724538"/>
              <a:gd name="connsiteX401" fmla="*/ 2514020 w 4840150"/>
              <a:gd name="connsiteY401" fmla="*/ 4745902 h 5724538"/>
              <a:gd name="connsiteX402" fmla="*/ 2518177 w 4840150"/>
              <a:gd name="connsiteY402" fmla="*/ 4741745 h 5724538"/>
              <a:gd name="connsiteX403" fmla="*/ 2529334 w 4840150"/>
              <a:gd name="connsiteY403" fmla="*/ 4739555 h 5724538"/>
              <a:gd name="connsiteX404" fmla="*/ 4021257 w 4840150"/>
              <a:gd name="connsiteY404" fmla="*/ 4738169 h 5724538"/>
              <a:gd name="connsiteX405" fmla="*/ 4030846 w 4840150"/>
              <a:gd name="connsiteY405" fmla="*/ 4748376 h 5724538"/>
              <a:gd name="connsiteX406" fmla="*/ 4030846 w 4840150"/>
              <a:gd name="connsiteY406" fmla="*/ 4787967 h 5724538"/>
              <a:gd name="connsiteX407" fmla="*/ 4006101 w 4840150"/>
              <a:gd name="connsiteY407" fmla="*/ 4787967 h 5724538"/>
              <a:gd name="connsiteX408" fmla="*/ 4006101 w 4840150"/>
              <a:gd name="connsiteY408" fmla="*/ 4748376 h 5724538"/>
              <a:gd name="connsiteX409" fmla="*/ 4021257 w 4840150"/>
              <a:gd name="connsiteY409" fmla="*/ 4738169 h 5724538"/>
              <a:gd name="connsiteX410" fmla="*/ 3711953 w 4840150"/>
              <a:gd name="connsiteY410" fmla="*/ 4726415 h 5724538"/>
              <a:gd name="connsiteX411" fmla="*/ 3724016 w 4840150"/>
              <a:gd name="connsiteY411" fmla="*/ 4738478 h 5724538"/>
              <a:gd name="connsiteX412" fmla="*/ 3724016 w 4840150"/>
              <a:gd name="connsiteY412" fmla="*/ 4785492 h 5724538"/>
              <a:gd name="connsiteX413" fmla="*/ 3694323 w 4840150"/>
              <a:gd name="connsiteY413" fmla="*/ 4785492 h 5724538"/>
              <a:gd name="connsiteX414" fmla="*/ 3694323 w 4840150"/>
              <a:gd name="connsiteY414" fmla="*/ 4738478 h 5724538"/>
              <a:gd name="connsiteX415" fmla="*/ 3711953 w 4840150"/>
              <a:gd name="connsiteY415" fmla="*/ 4726415 h 5724538"/>
              <a:gd name="connsiteX416" fmla="*/ 2156468 w 4840150"/>
              <a:gd name="connsiteY416" fmla="*/ 4712024 h 5724538"/>
              <a:gd name="connsiteX417" fmla="*/ 2170074 w 4840150"/>
              <a:gd name="connsiteY417" fmla="*/ 4718683 h 5724538"/>
              <a:gd name="connsiteX418" fmla="*/ 2170074 w 4840150"/>
              <a:gd name="connsiteY418" fmla="*/ 4755799 h 5724538"/>
              <a:gd name="connsiteX419" fmla="*/ 2168322 w 4840150"/>
              <a:gd name="connsiteY419" fmla="*/ 4757556 h 5724538"/>
              <a:gd name="connsiteX420" fmla="*/ 2140381 w 4840150"/>
              <a:gd name="connsiteY420" fmla="*/ 4755799 h 5724538"/>
              <a:gd name="connsiteX421" fmla="*/ 2140381 w 4840150"/>
              <a:gd name="connsiteY421" fmla="*/ 4718683 h 5724538"/>
              <a:gd name="connsiteX422" fmla="*/ 2142135 w 4840150"/>
              <a:gd name="connsiteY422" fmla="*/ 4716926 h 5724538"/>
              <a:gd name="connsiteX423" fmla="*/ 2156468 w 4840150"/>
              <a:gd name="connsiteY423" fmla="*/ 4712024 h 5724538"/>
              <a:gd name="connsiteX424" fmla="*/ 1314435 w 4840150"/>
              <a:gd name="connsiteY424" fmla="*/ 4697115 h 5724538"/>
              <a:gd name="connsiteX425" fmla="*/ 1338666 w 4840150"/>
              <a:gd name="connsiteY425" fmla="*/ 4711259 h 5724538"/>
              <a:gd name="connsiteX426" fmla="*/ 1338666 w 4840150"/>
              <a:gd name="connsiteY426" fmla="*/ 4787966 h 5724538"/>
              <a:gd name="connsiteX427" fmla="*/ 1333296 w 4840150"/>
              <a:gd name="connsiteY427" fmla="*/ 4791950 h 5724538"/>
              <a:gd name="connsiteX428" fmla="*/ 1271856 w 4840150"/>
              <a:gd name="connsiteY428" fmla="*/ 4778068 h 5724538"/>
              <a:gd name="connsiteX429" fmla="*/ 1286703 w 4840150"/>
              <a:gd name="connsiteY429" fmla="*/ 4701361 h 5724538"/>
              <a:gd name="connsiteX430" fmla="*/ 1314435 w 4840150"/>
              <a:gd name="connsiteY430" fmla="*/ 4697115 h 5724538"/>
              <a:gd name="connsiteX431" fmla="*/ 3810969 w 4840150"/>
              <a:gd name="connsiteY431" fmla="*/ 4686631 h 5724538"/>
              <a:gd name="connsiteX432" fmla="*/ 3832890 w 4840150"/>
              <a:gd name="connsiteY432" fmla="*/ 4693938 h 5724538"/>
              <a:gd name="connsiteX433" fmla="*/ 3832890 w 4840150"/>
              <a:gd name="connsiteY433" fmla="*/ 4740952 h 5724538"/>
              <a:gd name="connsiteX434" fmla="*/ 3803197 w 4840150"/>
              <a:gd name="connsiteY434" fmla="*/ 4740952 h 5724538"/>
              <a:gd name="connsiteX435" fmla="*/ 3803197 w 4840150"/>
              <a:gd name="connsiteY435" fmla="*/ 4693938 h 5724538"/>
              <a:gd name="connsiteX436" fmla="*/ 3810969 w 4840150"/>
              <a:gd name="connsiteY436" fmla="*/ 4686631 h 5724538"/>
              <a:gd name="connsiteX437" fmla="*/ 3929126 w 4840150"/>
              <a:gd name="connsiteY437" fmla="*/ 4672831 h 5724538"/>
              <a:gd name="connsiteX438" fmla="*/ 3928698 w 4840150"/>
              <a:gd name="connsiteY438" fmla="*/ 4678628 h 5724538"/>
              <a:gd name="connsiteX439" fmla="*/ 3927538 w 4840150"/>
              <a:gd name="connsiteY439" fmla="*/ 4679711 h 5724538"/>
              <a:gd name="connsiteX440" fmla="*/ 4423661 w 4840150"/>
              <a:gd name="connsiteY440" fmla="*/ 4671359 h 5724538"/>
              <a:gd name="connsiteX441" fmla="*/ 4434177 w 4840150"/>
              <a:gd name="connsiteY441" fmla="*/ 4681566 h 5724538"/>
              <a:gd name="connsiteX442" fmla="*/ 4434177 w 4840150"/>
              <a:gd name="connsiteY442" fmla="*/ 4721157 h 5724538"/>
              <a:gd name="connsiteX443" fmla="*/ 4409433 w 4840150"/>
              <a:gd name="connsiteY443" fmla="*/ 4721157 h 5724538"/>
              <a:gd name="connsiteX444" fmla="*/ 4409433 w 4840150"/>
              <a:gd name="connsiteY444" fmla="*/ 4681566 h 5724538"/>
              <a:gd name="connsiteX445" fmla="*/ 4423661 w 4840150"/>
              <a:gd name="connsiteY445" fmla="*/ 4671359 h 5724538"/>
              <a:gd name="connsiteX446" fmla="*/ 3929394 w 4840150"/>
              <a:gd name="connsiteY446" fmla="*/ 4669194 h 5724538"/>
              <a:gd name="connsiteX447" fmla="*/ 3929394 w 4840150"/>
              <a:gd name="connsiteY447" fmla="*/ 4671668 h 5724538"/>
              <a:gd name="connsiteX448" fmla="*/ 3929126 w 4840150"/>
              <a:gd name="connsiteY448" fmla="*/ 4672831 h 5724538"/>
              <a:gd name="connsiteX449" fmla="*/ 4109099 w 4840150"/>
              <a:gd name="connsiteY449" fmla="*/ 4668885 h 5724538"/>
              <a:gd name="connsiteX450" fmla="*/ 4117450 w 4840150"/>
              <a:gd name="connsiteY450" fmla="*/ 4679092 h 5724538"/>
              <a:gd name="connsiteX451" fmla="*/ 4117450 w 4840150"/>
              <a:gd name="connsiteY451" fmla="*/ 4713734 h 5724538"/>
              <a:gd name="connsiteX452" fmla="*/ 4095180 w 4840150"/>
              <a:gd name="connsiteY452" fmla="*/ 4713734 h 5724538"/>
              <a:gd name="connsiteX453" fmla="*/ 4095180 w 4840150"/>
              <a:gd name="connsiteY453" fmla="*/ 4679092 h 5724538"/>
              <a:gd name="connsiteX454" fmla="*/ 4109099 w 4840150"/>
              <a:gd name="connsiteY454" fmla="*/ 4668885 h 5724538"/>
              <a:gd name="connsiteX455" fmla="*/ 2875287 w 4840150"/>
              <a:gd name="connsiteY455" fmla="*/ 4668885 h 5724538"/>
              <a:gd name="connsiteX456" fmla="*/ 2907454 w 4840150"/>
              <a:gd name="connsiteY456" fmla="*/ 4693938 h 5724538"/>
              <a:gd name="connsiteX457" fmla="*/ 2907454 w 4840150"/>
              <a:gd name="connsiteY457" fmla="*/ 4780544 h 5724538"/>
              <a:gd name="connsiteX458" fmla="*/ 2889539 w 4840150"/>
              <a:gd name="connsiteY458" fmla="*/ 4792693 h 5724538"/>
              <a:gd name="connsiteX459" fmla="*/ 2843119 w 4840150"/>
              <a:gd name="connsiteY459" fmla="*/ 4768172 h 5724538"/>
              <a:gd name="connsiteX460" fmla="*/ 2843119 w 4840150"/>
              <a:gd name="connsiteY460" fmla="*/ 4679092 h 5724538"/>
              <a:gd name="connsiteX461" fmla="*/ 2875287 w 4840150"/>
              <a:gd name="connsiteY461" fmla="*/ 4668885 h 5724538"/>
              <a:gd name="connsiteX462" fmla="*/ 2365055 w 4840150"/>
              <a:gd name="connsiteY462" fmla="*/ 4653779 h 5724538"/>
              <a:gd name="connsiteX463" fmla="*/ 2377926 w 4840150"/>
              <a:gd name="connsiteY463" fmla="*/ 4661771 h 5724538"/>
              <a:gd name="connsiteX464" fmla="*/ 2377926 w 4840150"/>
              <a:gd name="connsiteY464" fmla="*/ 4701362 h 5724538"/>
              <a:gd name="connsiteX465" fmla="*/ 2373383 w 4840150"/>
              <a:gd name="connsiteY465" fmla="*/ 4705915 h 5724538"/>
              <a:gd name="connsiteX466" fmla="*/ 2345759 w 4840150"/>
              <a:gd name="connsiteY466" fmla="*/ 4701362 h 5724538"/>
              <a:gd name="connsiteX467" fmla="*/ 2345759 w 4840150"/>
              <a:gd name="connsiteY467" fmla="*/ 4661771 h 5724538"/>
              <a:gd name="connsiteX468" fmla="*/ 2350302 w 4840150"/>
              <a:gd name="connsiteY468" fmla="*/ 4657218 h 5724538"/>
              <a:gd name="connsiteX469" fmla="*/ 2365055 w 4840150"/>
              <a:gd name="connsiteY469" fmla="*/ 4653779 h 5724538"/>
              <a:gd name="connsiteX470" fmla="*/ 1548156 w 4840150"/>
              <a:gd name="connsiteY470" fmla="*/ 4649644 h 5724538"/>
              <a:gd name="connsiteX471" fmla="*/ 1573737 w 4840150"/>
              <a:gd name="connsiteY471" fmla="*/ 4669195 h 5724538"/>
              <a:gd name="connsiteX472" fmla="*/ 1573737 w 4840150"/>
              <a:gd name="connsiteY472" fmla="*/ 4743427 h 5724538"/>
              <a:gd name="connsiteX473" fmla="*/ 1552073 w 4840150"/>
              <a:gd name="connsiteY473" fmla="*/ 4758893 h 5724538"/>
              <a:gd name="connsiteX474" fmla="*/ 1499504 w 4840150"/>
              <a:gd name="connsiteY474" fmla="*/ 4731055 h 5724538"/>
              <a:gd name="connsiteX475" fmla="*/ 1511876 w 4840150"/>
              <a:gd name="connsiteY475" fmla="*/ 4656822 h 5724538"/>
              <a:gd name="connsiteX476" fmla="*/ 1516243 w 4840150"/>
              <a:gd name="connsiteY476" fmla="*/ 4653903 h 5724538"/>
              <a:gd name="connsiteX477" fmla="*/ 1548156 w 4840150"/>
              <a:gd name="connsiteY477" fmla="*/ 4649644 h 5724538"/>
              <a:gd name="connsiteX478" fmla="*/ 2723110 w 4840150"/>
              <a:gd name="connsiteY478" fmla="*/ 4642285 h 5724538"/>
              <a:gd name="connsiteX479" fmla="*/ 2736719 w 4840150"/>
              <a:gd name="connsiteY479" fmla="*/ 4654348 h 5724538"/>
              <a:gd name="connsiteX480" fmla="*/ 2736719 w 4840150"/>
              <a:gd name="connsiteY480" fmla="*/ 4701362 h 5724538"/>
              <a:gd name="connsiteX481" fmla="*/ 2702077 w 4840150"/>
              <a:gd name="connsiteY481" fmla="*/ 4701362 h 5724538"/>
              <a:gd name="connsiteX482" fmla="*/ 2702077 w 4840150"/>
              <a:gd name="connsiteY482" fmla="*/ 4654348 h 5724538"/>
              <a:gd name="connsiteX483" fmla="*/ 2723110 w 4840150"/>
              <a:gd name="connsiteY483" fmla="*/ 4642285 h 5724538"/>
              <a:gd name="connsiteX484" fmla="*/ 4559445 w 4840150"/>
              <a:gd name="connsiteY484" fmla="*/ 4636099 h 5724538"/>
              <a:gd name="connsiteX485" fmla="*/ 4575219 w 4840150"/>
              <a:gd name="connsiteY485" fmla="*/ 4651873 h 5724538"/>
              <a:gd name="connsiteX486" fmla="*/ 4575219 w 4840150"/>
              <a:gd name="connsiteY486" fmla="*/ 4713734 h 5724538"/>
              <a:gd name="connsiteX487" fmla="*/ 4538103 w 4840150"/>
              <a:gd name="connsiteY487" fmla="*/ 4713734 h 5724538"/>
              <a:gd name="connsiteX488" fmla="*/ 4538103 w 4840150"/>
              <a:gd name="connsiteY488" fmla="*/ 4651873 h 5724538"/>
              <a:gd name="connsiteX489" fmla="*/ 4559445 w 4840150"/>
              <a:gd name="connsiteY489" fmla="*/ 4636099 h 5724538"/>
              <a:gd name="connsiteX490" fmla="*/ 1774165 w 4840150"/>
              <a:gd name="connsiteY490" fmla="*/ 4626511 h 5724538"/>
              <a:gd name="connsiteX491" fmla="*/ 1789012 w 4840150"/>
              <a:gd name="connsiteY491" fmla="*/ 4639501 h 5724538"/>
              <a:gd name="connsiteX492" fmla="*/ 1789012 w 4840150"/>
              <a:gd name="connsiteY492" fmla="*/ 4681567 h 5724538"/>
              <a:gd name="connsiteX493" fmla="*/ 1786889 w 4840150"/>
              <a:gd name="connsiteY493" fmla="*/ 4683992 h 5724538"/>
              <a:gd name="connsiteX494" fmla="*/ 1751895 w 4840150"/>
              <a:gd name="connsiteY494" fmla="*/ 4684041 h 5724538"/>
              <a:gd name="connsiteX495" fmla="*/ 1751895 w 4840150"/>
              <a:gd name="connsiteY495" fmla="*/ 4639501 h 5724538"/>
              <a:gd name="connsiteX496" fmla="*/ 1774165 w 4840150"/>
              <a:gd name="connsiteY496" fmla="*/ 4626511 h 5724538"/>
              <a:gd name="connsiteX497" fmla="*/ 3204385 w 4840150"/>
              <a:gd name="connsiteY497" fmla="*/ 4612592 h 5724538"/>
              <a:gd name="connsiteX498" fmla="*/ 3216757 w 4840150"/>
              <a:gd name="connsiteY498" fmla="*/ 4624655 h 5724538"/>
              <a:gd name="connsiteX499" fmla="*/ 3216757 w 4840150"/>
              <a:gd name="connsiteY499" fmla="*/ 4666720 h 5724538"/>
              <a:gd name="connsiteX500" fmla="*/ 3184590 w 4840150"/>
              <a:gd name="connsiteY500" fmla="*/ 4666720 h 5724538"/>
              <a:gd name="connsiteX501" fmla="*/ 3184590 w 4840150"/>
              <a:gd name="connsiteY501" fmla="*/ 4624655 h 5724538"/>
              <a:gd name="connsiteX502" fmla="*/ 3204385 w 4840150"/>
              <a:gd name="connsiteY502" fmla="*/ 4612592 h 5724538"/>
              <a:gd name="connsiteX503" fmla="*/ 3479047 w 4840150"/>
              <a:gd name="connsiteY503" fmla="*/ 4603003 h 5724538"/>
              <a:gd name="connsiteX504" fmla="*/ 3496368 w 4840150"/>
              <a:gd name="connsiteY504" fmla="*/ 4619706 h 5724538"/>
              <a:gd name="connsiteX505" fmla="*/ 3496368 w 4840150"/>
              <a:gd name="connsiteY505" fmla="*/ 4684041 h 5724538"/>
              <a:gd name="connsiteX506" fmla="*/ 3454303 w 4840150"/>
              <a:gd name="connsiteY506" fmla="*/ 4684041 h 5724538"/>
              <a:gd name="connsiteX507" fmla="*/ 3454303 w 4840150"/>
              <a:gd name="connsiteY507" fmla="*/ 4619706 h 5724538"/>
              <a:gd name="connsiteX508" fmla="*/ 3479047 w 4840150"/>
              <a:gd name="connsiteY508" fmla="*/ 4603003 h 5724538"/>
              <a:gd name="connsiteX509" fmla="*/ 3046022 w 4840150"/>
              <a:gd name="connsiteY509" fmla="*/ 4602385 h 5724538"/>
              <a:gd name="connsiteX510" fmla="*/ 3063343 w 4840150"/>
              <a:gd name="connsiteY510" fmla="*/ 4602385 h 5724538"/>
              <a:gd name="connsiteX511" fmla="*/ 3063343 w 4840150"/>
              <a:gd name="connsiteY511" fmla="*/ 4627129 h 5724538"/>
              <a:gd name="connsiteX512" fmla="*/ 3046022 w 4840150"/>
              <a:gd name="connsiteY512" fmla="*/ 4627129 h 5724538"/>
              <a:gd name="connsiteX513" fmla="*/ 3046022 w 4840150"/>
              <a:gd name="connsiteY513" fmla="*/ 4602385 h 5724538"/>
              <a:gd name="connsiteX514" fmla="*/ 3325943 w 4840150"/>
              <a:gd name="connsiteY514" fmla="*/ 4598866 h 5724538"/>
              <a:gd name="connsiteX515" fmla="*/ 3340480 w 4840150"/>
              <a:gd name="connsiteY515" fmla="*/ 4598982 h 5724538"/>
              <a:gd name="connsiteX516" fmla="*/ 3367698 w 4840150"/>
              <a:gd name="connsiteY516" fmla="*/ 4622180 h 5724538"/>
              <a:gd name="connsiteX517" fmla="*/ 3367698 w 4840150"/>
              <a:gd name="connsiteY517" fmla="*/ 4701361 h 5724538"/>
              <a:gd name="connsiteX518" fmla="*/ 3313261 w 4840150"/>
              <a:gd name="connsiteY518" fmla="*/ 4686515 h 5724538"/>
              <a:gd name="connsiteX519" fmla="*/ 3313261 w 4840150"/>
              <a:gd name="connsiteY519" fmla="*/ 4607333 h 5724538"/>
              <a:gd name="connsiteX520" fmla="*/ 3325943 w 4840150"/>
              <a:gd name="connsiteY520" fmla="*/ 4598866 h 5724538"/>
              <a:gd name="connsiteX521" fmla="*/ 3601841 w 4840150"/>
              <a:gd name="connsiteY521" fmla="*/ 4598672 h 5724538"/>
              <a:gd name="connsiteX522" fmla="*/ 3612666 w 4840150"/>
              <a:gd name="connsiteY522" fmla="*/ 4609807 h 5724538"/>
              <a:gd name="connsiteX523" fmla="*/ 3612666 w 4840150"/>
              <a:gd name="connsiteY523" fmla="*/ 4651872 h 5724538"/>
              <a:gd name="connsiteX524" fmla="*/ 3585448 w 4840150"/>
              <a:gd name="connsiteY524" fmla="*/ 4651872 h 5724538"/>
              <a:gd name="connsiteX525" fmla="*/ 3585448 w 4840150"/>
              <a:gd name="connsiteY525" fmla="*/ 4609807 h 5724538"/>
              <a:gd name="connsiteX526" fmla="*/ 3601841 w 4840150"/>
              <a:gd name="connsiteY526" fmla="*/ 4598672 h 5724538"/>
              <a:gd name="connsiteX527" fmla="*/ 4191915 w 4840150"/>
              <a:gd name="connsiteY527" fmla="*/ 4591172 h 5724538"/>
              <a:gd name="connsiteX528" fmla="*/ 4206530 w 4840150"/>
              <a:gd name="connsiteY528" fmla="*/ 4597435 h 5724538"/>
              <a:gd name="connsiteX529" fmla="*/ 4206530 w 4840150"/>
              <a:gd name="connsiteY529" fmla="*/ 4632077 h 5724538"/>
              <a:gd name="connsiteX530" fmla="*/ 4186734 w 4840150"/>
              <a:gd name="connsiteY530" fmla="*/ 4632077 h 5724538"/>
              <a:gd name="connsiteX531" fmla="*/ 4186734 w 4840150"/>
              <a:gd name="connsiteY531" fmla="*/ 4597435 h 5724538"/>
              <a:gd name="connsiteX532" fmla="*/ 4191915 w 4840150"/>
              <a:gd name="connsiteY532" fmla="*/ 4591172 h 5724538"/>
              <a:gd name="connsiteX533" fmla="*/ 4018473 w 4840150"/>
              <a:gd name="connsiteY533" fmla="*/ 4587538 h 5724538"/>
              <a:gd name="connsiteX534" fmla="*/ 4018473 w 4840150"/>
              <a:gd name="connsiteY534" fmla="*/ 4599910 h 5724538"/>
              <a:gd name="connsiteX535" fmla="*/ 4018473 w 4840150"/>
              <a:gd name="connsiteY535" fmla="*/ 4587538 h 5724538"/>
              <a:gd name="connsiteX536" fmla="*/ 1988686 w 4840150"/>
              <a:gd name="connsiteY536" fmla="*/ 4585627 h 5724538"/>
              <a:gd name="connsiteX537" fmla="*/ 2004288 w 4840150"/>
              <a:gd name="connsiteY537" fmla="*/ 4592487 h 5724538"/>
              <a:gd name="connsiteX538" fmla="*/ 2004288 w 4840150"/>
              <a:gd name="connsiteY538" fmla="*/ 4629603 h 5724538"/>
              <a:gd name="connsiteX539" fmla="*/ 1999745 w 4840150"/>
              <a:gd name="connsiteY539" fmla="*/ 4634156 h 5724538"/>
              <a:gd name="connsiteX540" fmla="*/ 1972120 w 4840150"/>
              <a:gd name="connsiteY540" fmla="*/ 4629603 h 5724538"/>
              <a:gd name="connsiteX541" fmla="*/ 1972120 w 4840150"/>
              <a:gd name="connsiteY541" fmla="*/ 4592487 h 5724538"/>
              <a:gd name="connsiteX542" fmla="*/ 1972801 w 4840150"/>
              <a:gd name="connsiteY542" fmla="*/ 4591794 h 5724538"/>
              <a:gd name="connsiteX543" fmla="*/ 1988686 w 4840150"/>
              <a:gd name="connsiteY543" fmla="*/ 4585627 h 5724538"/>
              <a:gd name="connsiteX544" fmla="*/ 4343243 w 4840150"/>
              <a:gd name="connsiteY544" fmla="*/ 4584754 h 5724538"/>
              <a:gd name="connsiteX545" fmla="*/ 4352521 w 4840150"/>
              <a:gd name="connsiteY545" fmla="*/ 4594961 h 5724538"/>
              <a:gd name="connsiteX546" fmla="*/ 4352521 w 4840150"/>
              <a:gd name="connsiteY546" fmla="*/ 4632077 h 5724538"/>
              <a:gd name="connsiteX547" fmla="*/ 4330252 w 4840150"/>
              <a:gd name="connsiteY547" fmla="*/ 4632077 h 5724538"/>
              <a:gd name="connsiteX548" fmla="*/ 4330252 w 4840150"/>
              <a:gd name="connsiteY548" fmla="*/ 4594961 h 5724538"/>
              <a:gd name="connsiteX549" fmla="*/ 4343243 w 4840150"/>
              <a:gd name="connsiteY549" fmla="*/ 4584754 h 5724538"/>
              <a:gd name="connsiteX550" fmla="*/ 3716903 w 4840150"/>
              <a:gd name="connsiteY550" fmla="*/ 4567433 h 5724538"/>
              <a:gd name="connsiteX551" fmla="*/ 3726491 w 4840150"/>
              <a:gd name="connsiteY551" fmla="*/ 4577640 h 5724538"/>
              <a:gd name="connsiteX552" fmla="*/ 3726491 w 4840150"/>
              <a:gd name="connsiteY552" fmla="*/ 4614756 h 5724538"/>
              <a:gd name="connsiteX553" fmla="*/ 3701746 w 4840150"/>
              <a:gd name="connsiteY553" fmla="*/ 4612282 h 5724538"/>
              <a:gd name="connsiteX554" fmla="*/ 3701746 w 4840150"/>
              <a:gd name="connsiteY554" fmla="*/ 4577640 h 5724538"/>
              <a:gd name="connsiteX555" fmla="*/ 3716903 w 4840150"/>
              <a:gd name="connsiteY555" fmla="*/ 4567433 h 5724538"/>
              <a:gd name="connsiteX556" fmla="*/ 2564795 w 4840150"/>
              <a:gd name="connsiteY556" fmla="*/ 4538659 h 5724538"/>
              <a:gd name="connsiteX557" fmla="*/ 2588253 w 4840150"/>
              <a:gd name="connsiteY557" fmla="*/ 4557844 h 5724538"/>
              <a:gd name="connsiteX558" fmla="*/ 2588253 w 4840150"/>
              <a:gd name="connsiteY558" fmla="*/ 4634552 h 5724538"/>
              <a:gd name="connsiteX559" fmla="*/ 2528866 w 4840150"/>
              <a:gd name="connsiteY559" fmla="*/ 4619705 h 5724538"/>
              <a:gd name="connsiteX560" fmla="*/ 2528866 w 4840150"/>
              <a:gd name="connsiteY560" fmla="*/ 4545473 h 5724538"/>
              <a:gd name="connsiteX561" fmla="*/ 2534656 w 4840150"/>
              <a:gd name="connsiteY561" fmla="*/ 4541686 h 5724538"/>
              <a:gd name="connsiteX562" fmla="*/ 2564795 w 4840150"/>
              <a:gd name="connsiteY562" fmla="*/ 4538659 h 5724538"/>
              <a:gd name="connsiteX563" fmla="*/ 2207977 w 4840150"/>
              <a:gd name="connsiteY563" fmla="*/ 4524574 h 5724538"/>
              <a:gd name="connsiteX564" fmla="*/ 2226986 w 4840150"/>
              <a:gd name="connsiteY564" fmla="*/ 4533101 h 5724538"/>
              <a:gd name="connsiteX565" fmla="*/ 2226986 w 4840150"/>
              <a:gd name="connsiteY565" fmla="*/ 4582590 h 5724538"/>
              <a:gd name="connsiteX566" fmla="*/ 2222037 w 4840150"/>
              <a:gd name="connsiteY566" fmla="*/ 4587539 h 5724538"/>
              <a:gd name="connsiteX567" fmla="*/ 2187395 w 4840150"/>
              <a:gd name="connsiteY567" fmla="*/ 4582590 h 5724538"/>
              <a:gd name="connsiteX568" fmla="*/ 2187395 w 4840150"/>
              <a:gd name="connsiteY568" fmla="*/ 4533101 h 5724538"/>
              <a:gd name="connsiteX569" fmla="*/ 2188508 w 4840150"/>
              <a:gd name="connsiteY569" fmla="*/ 4531987 h 5724538"/>
              <a:gd name="connsiteX570" fmla="*/ 2207977 w 4840150"/>
              <a:gd name="connsiteY570" fmla="*/ 4524574 h 5724538"/>
              <a:gd name="connsiteX571" fmla="*/ 2903433 w 4840150"/>
              <a:gd name="connsiteY571" fmla="*/ 4519182 h 5724538"/>
              <a:gd name="connsiteX572" fmla="*/ 2929724 w 4840150"/>
              <a:gd name="connsiteY572" fmla="*/ 4540524 h 5724538"/>
              <a:gd name="connsiteX573" fmla="*/ 2929724 w 4840150"/>
              <a:gd name="connsiteY573" fmla="*/ 4609807 h 5724538"/>
              <a:gd name="connsiteX574" fmla="*/ 2875286 w 4840150"/>
              <a:gd name="connsiteY574" fmla="*/ 4597435 h 5724538"/>
              <a:gd name="connsiteX575" fmla="*/ 2875286 w 4840150"/>
              <a:gd name="connsiteY575" fmla="*/ 4525677 h 5724538"/>
              <a:gd name="connsiteX576" fmla="*/ 2903433 w 4840150"/>
              <a:gd name="connsiteY576" fmla="*/ 4519182 h 5724538"/>
              <a:gd name="connsiteX577" fmla="*/ 4605222 w 4840150"/>
              <a:gd name="connsiteY577" fmla="*/ 4518254 h 5724538"/>
              <a:gd name="connsiteX578" fmla="*/ 4627183 w 4840150"/>
              <a:gd name="connsiteY578" fmla="*/ 4540524 h 5724538"/>
              <a:gd name="connsiteX579" fmla="*/ 4627183 w 4840150"/>
              <a:gd name="connsiteY579" fmla="*/ 4614757 h 5724538"/>
              <a:gd name="connsiteX580" fmla="*/ 4585118 w 4840150"/>
              <a:gd name="connsiteY580" fmla="*/ 4602385 h 5724538"/>
              <a:gd name="connsiteX581" fmla="*/ 4585118 w 4840150"/>
              <a:gd name="connsiteY581" fmla="*/ 4525677 h 5724538"/>
              <a:gd name="connsiteX582" fmla="*/ 4605222 w 4840150"/>
              <a:gd name="connsiteY582" fmla="*/ 4518254 h 5724538"/>
              <a:gd name="connsiteX583" fmla="*/ 4251070 w 4840150"/>
              <a:gd name="connsiteY583" fmla="*/ 4515779 h 5724538"/>
              <a:gd name="connsiteX584" fmla="*/ 4265916 w 4840150"/>
              <a:gd name="connsiteY584" fmla="*/ 4515779 h 5724538"/>
              <a:gd name="connsiteX585" fmla="*/ 4265916 w 4840150"/>
              <a:gd name="connsiteY585" fmla="*/ 4535574 h 5724538"/>
              <a:gd name="connsiteX586" fmla="*/ 4251070 w 4840150"/>
              <a:gd name="connsiteY586" fmla="*/ 4535574 h 5724538"/>
              <a:gd name="connsiteX587" fmla="*/ 4251070 w 4840150"/>
              <a:gd name="connsiteY587" fmla="*/ 4515779 h 5724538"/>
              <a:gd name="connsiteX588" fmla="*/ 3826705 w 4840150"/>
              <a:gd name="connsiteY588" fmla="*/ 4511759 h 5724538"/>
              <a:gd name="connsiteX589" fmla="*/ 3840314 w 4840150"/>
              <a:gd name="connsiteY589" fmla="*/ 4525677 h 5724538"/>
              <a:gd name="connsiteX590" fmla="*/ 3840314 w 4840150"/>
              <a:gd name="connsiteY590" fmla="*/ 4577640 h 5724538"/>
              <a:gd name="connsiteX591" fmla="*/ 3805672 w 4840150"/>
              <a:gd name="connsiteY591" fmla="*/ 4577640 h 5724538"/>
              <a:gd name="connsiteX592" fmla="*/ 3805672 w 4840150"/>
              <a:gd name="connsiteY592" fmla="*/ 4525677 h 5724538"/>
              <a:gd name="connsiteX593" fmla="*/ 3826705 w 4840150"/>
              <a:gd name="connsiteY593" fmla="*/ 4511759 h 5724538"/>
              <a:gd name="connsiteX594" fmla="*/ 4092706 w 4840150"/>
              <a:gd name="connsiteY594" fmla="*/ 4505882 h 5724538"/>
              <a:gd name="connsiteX595" fmla="*/ 4107552 w 4840150"/>
              <a:gd name="connsiteY595" fmla="*/ 4505882 h 5724538"/>
              <a:gd name="connsiteX596" fmla="*/ 4107552 w 4840150"/>
              <a:gd name="connsiteY596" fmla="*/ 4530626 h 5724538"/>
              <a:gd name="connsiteX597" fmla="*/ 4092706 w 4840150"/>
              <a:gd name="connsiteY597" fmla="*/ 4533101 h 5724538"/>
              <a:gd name="connsiteX598" fmla="*/ 4092706 w 4840150"/>
              <a:gd name="connsiteY598" fmla="*/ 4505882 h 5724538"/>
              <a:gd name="connsiteX599" fmla="*/ 4402629 w 4840150"/>
              <a:gd name="connsiteY599" fmla="*/ 4488252 h 5724538"/>
              <a:gd name="connsiteX600" fmla="*/ 4411907 w 4840150"/>
              <a:gd name="connsiteY600" fmla="*/ 4498458 h 5724538"/>
              <a:gd name="connsiteX601" fmla="*/ 4411907 w 4840150"/>
              <a:gd name="connsiteY601" fmla="*/ 4535574 h 5724538"/>
              <a:gd name="connsiteX602" fmla="*/ 4389638 w 4840150"/>
              <a:gd name="connsiteY602" fmla="*/ 4535574 h 5724538"/>
              <a:gd name="connsiteX603" fmla="*/ 4389638 w 4840150"/>
              <a:gd name="connsiteY603" fmla="*/ 4498458 h 5724538"/>
              <a:gd name="connsiteX604" fmla="*/ 4402629 w 4840150"/>
              <a:gd name="connsiteY604" fmla="*/ 4488252 h 5724538"/>
              <a:gd name="connsiteX605" fmla="*/ 1609797 w 4840150"/>
              <a:gd name="connsiteY605" fmla="*/ 4471332 h 5724538"/>
              <a:gd name="connsiteX606" fmla="*/ 1628174 w 4840150"/>
              <a:gd name="connsiteY606" fmla="*/ 4481137 h 5724538"/>
              <a:gd name="connsiteX607" fmla="*/ 1628174 w 4840150"/>
              <a:gd name="connsiteY607" fmla="*/ 4530625 h 5724538"/>
              <a:gd name="connsiteX608" fmla="*/ 1624418 w 4840150"/>
              <a:gd name="connsiteY608" fmla="*/ 4534387 h 5724538"/>
              <a:gd name="connsiteX609" fmla="*/ 1586109 w 4840150"/>
              <a:gd name="connsiteY609" fmla="*/ 4530625 h 5724538"/>
              <a:gd name="connsiteX610" fmla="*/ 1586109 w 4840150"/>
              <a:gd name="connsiteY610" fmla="*/ 4481137 h 5724538"/>
              <a:gd name="connsiteX611" fmla="*/ 1589865 w 4840150"/>
              <a:gd name="connsiteY611" fmla="*/ 4477376 h 5724538"/>
              <a:gd name="connsiteX612" fmla="*/ 1609797 w 4840150"/>
              <a:gd name="connsiteY612" fmla="*/ 4471332 h 5724538"/>
              <a:gd name="connsiteX613" fmla="*/ 4530062 w 4840150"/>
              <a:gd name="connsiteY613" fmla="*/ 4468457 h 5724538"/>
              <a:gd name="connsiteX614" fmla="*/ 4538103 w 4840150"/>
              <a:gd name="connsiteY614" fmla="*/ 4478663 h 5724538"/>
              <a:gd name="connsiteX615" fmla="*/ 4538103 w 4840150"/>
              <a:gd name="connsiteY615" fmla="*/ 4510830 h 5724538"/>
              <a:gd name="connsiteX616" fmla="*/ 4518308 w 4840150"/>
              <a:gd name="connsiteY616" fmla="*/ 4510830 h 5724538"/>
              <a:gd name="connsiteX617" fmla="*/ 4518308 w 4840150"/>
              <a:gd name="connsiteY617" fmla="*/ 4478663 h 5724538"/>
              <a:gd name="connsiteX618" fmla="*/ 4530062 w 4840150"/>
              <a:gd name="connsiteY618" fmla="*/ 4468457 h 5724538"/>
              <a:gd name="connsiteX619" fmla="*/ 2721872 w 4840150"/>
              <a:gd name="connsiteY619" fmla="*/ 4453919 h 5724538"/>
              <a:gd name="connsiteX620" fmla="*/ 2773835 w 4840150"/>
              <a:gd name="connsiteY620" fmla="*/ 4476189 h 5724538"/>
              <a:gd name="connsiteX621" fmla="*/ 2773835 w 4840150"/>
              <a:gd name="connsiteY621" fmla="*/ 4547947 h 5724538"/>
              <a:gd name="connsiteX622" fmla="*/ 2721872 w 4840150"/>
              <a:gd name="connsiteY622" fmla="*/ 4525678 h 5724538"/>
              <a:gd name="connsiteX623" fmla="*/ 2721872 w 4840150"/>
              <a:gd name="connsiteY623" fmla="*/ 4453919 h 5724538"/>
              <a:gd name="connsiteX624" fmla="*/ 3491110 w 4840150"/>
              <a:gd name="connsiteY624" fmla="*/ 4444639 h 5724538"/>
              <a:gd name="connsiteX625" fmla="*/ 3508740 w 4840150"/>
              <a:gd name="connsiteY625" fmla="*/ 4463816 h 5724538"/>
              <a:gd name="connsiteX626" fmla="*/ 3508740 w 4840150"/>
              <a:gd name="connsiteY626" fmla="*/ 4525677 h 5724538"/>
              <a:gd name="connsiteX627" fmla="*/ 3464201 w 4840150"/>
              <a:gd name="connsiteY627" fmla="*/ 4513305 h 5724538"/>
              <a:gd name="connsiteX628" fmla="*/ 3464201 w 4840150"/>
              <a:gd name="connsiteY628" fmla="*/ 4451444 h 5724538"/>
              <a:gd name="connsiteX629" fmla="*/ 3491110 w 4840150"/>
              <a:gd name="connsiteY629" fmla="*/ 4444639 h 5724538"/>
              <a:gd name="connsiteX630" fmla="*/ 3356564 w 4840150"/>
              <a:gd name="connsiteY630" fmla="*/ 4439691 h 5724538"/>
              <a:gd name="connsiteX631" fmla="*/ 3385019 w 4840150"/>
              <a:gd name="connsiteY631" fmla="*/ 4463817 h 5724538"/>
              <a:gd name="connsiteX632" fmla="*/ 3385019 w 4840150"/>
              <a:gd name="connsiteY632" fmla="*/ 4540524 h 5724538"/>
              <a:gd name="connsiteX633" fmla="*/ 3328107 w 4840150"/>
              <a:gd name="connsiteY633" fmla="*/ 4525677 h 5724538"/>
              <a:gd name="connsiteX634" fmla="*/ 3328107 w 4840150"/>
              <a:gd name="connsiteY634" fmla="*/ 4448970 h 5724538"/>
              <a:gd name="connsiteX635" fmla="*/ 3356564 w 4840150"/>
              <a:gd name="connsiteY635" fmla="*/ 4439691 h 5724538"/>
              <a:gd name="connsiteX636" fmla="*/ 3220469 w 4840150"/>
              <a:gd name="connsiteY636" fmla="*/ 4421752 h 5724538"/>
              <a:gd name="connsiteX637" fmla="*/ 3251400 w 4840150"/>
              <a:gd name="connsiteY637" fmla="*/ 4448970 h 5724538"/>
              <a:gd name="connsiteX638" fmla="*/ 3251400 w 4840150"/>
              <a:gd name="connsiteY638" fmla="*/ 4538050 h 5724538"/>
              <a:gd name="connsiteX639" fmla="*/ 3189539 w 4840150"/>
              <a:gd name="connsiteY639" fmla="*/ 4520729 h 5724538"/>
              <a:gd name="connsiteX640" fmla="*/ 3189539 w 4840150"/>
              <a:gd name="connsiteY640" fmla="*/ 4431649 h 5724538"/>
              <a:gd name="connsiteX641" fmla="*/ 3220469 w 4840150"/>
              <a:gd name="connsiteY641" fmla="*/ 4421752 h 5724538"/>
              <a:gd name="connsiteX642" fmla="*/ 4644813 w 4840150"/>
              <a:gd name="connsiteY642" fmla="*/ 4420824 h 5724538"/>
              <a:gd name="connsiteX643" fmla="*/ 4659350 w 4840150"/>
              <a:gd name="connsiteY643" fmla="*/ 4436598 h 5724538"/>
              <a:gd name="connsiteX644" fmla="*/ 4659350 w 4840150"/>
              <a:gd name="connsiteY644" fmla="*/ 4495984 h 5724538"/>
              <a:gd name="connsiteX645" fmla="*/ 4624708 w 4840150"/>
              <a:gd name="connsiteY645" fmla="*/ 4493510 h 5724538"/>
              <a:gd name="connsiteX646" fmla="*/ 4624708 w 4840150"/>
              <a:gd name="connsiteY646" fmla="*/ 4436598 h 5724538"/>
              <a:gd name="connsiteX647" fmla="*/ 4644813 w 4840150"/>
              <a:gd name="connsiteY647" fmla="*/ 4420824 h 5724538"/>
              <a:gd name="connsiteX648" fmla="*/ 2586397 w 4840150"/>
              <a:gd name="connsiteY648" fmla="*/ 4419007 h 5724538"/>
              <a:gd name="connsiteX649" fmla="*/ 2593820 w 4840150"/>
              <a:gd name="connsiteY649" fmla="*/ 4419587 h 5724538"/>
              <a:gd name="connsiteX650" fmla="*/ 2603099 w 4840150"/>
              <a:gd name="connsiteY650" fmla="*/ 4424226 h 5724538"/>
              <a:gd name="connsiteX651" fmla="*/ 2603099 w 4840150"/>
              <a:gd name="connsiteY651" fmla="*/ 4453919 h 5724538"/>
              <a:gd name="connsiteX652" fmla="*/ 2601787 w 4840150"/>
              <a:gd name="connsiteY652" fmla="*/ 4455231 h 5724538"/>
              <a:gd name="connsiteX653" fmla="*/ 2580829 w 4840150"/>
              <a:gd name="connsiteY653" fmla="*/ 4453919 h 5724538"/>
              <a:gd name="connsiteX654" fmla="*/ 2580829 w 4840150"/>
              <a:gd name="connsiteY654" fmla="*/ 4424226 h 5724538"/>
              <a:gd name="connsiteX655" fmla="*/ 2586397 w 4840150"/>
              <a:gd name="connsiteY655" fmla="*/ 4419007 h 5724538"/>
              <a:gd name="connsiteX656" fmla="*/ 3608954 w 4840150"/>
              <a:gd name="connsiteY656" fmla="*/ 4418967 h 5724538"/>
              <a:gd name="connsiteX657" fmla="*/ 3632462 w 4840150"/>
              <a:gd name="connsiteY657" fmla="*/ 4439072 h 5724538"/>
              <a:gd name="connsiteX658" fmla="*/ 3632462 w 4840150"/>
              <a:gd name="connsiteY658" fmla="*/ 4505881 h 5724538"/>
              <a:gd name="connsiteX659" fmla="*/ 3585447 w 4840150"/>
              <a:gd name="connsiteY659" fmla="*/ 4493509 h 5724538"/>
              <a:gd name="connsiteX660" fmla="*/ 3585447 w 4840150"/>
              <a:gd name="connsiteY660" fmla="*/ 4426699 h 5724538"/>
              <a:gd name="connsiteX661" fmla="*/ 3608954 w 4840150"/>
              <a:gd name="connsiteY661" fmla="*/ 4418967 h 5724538"/>
              <a:gd name="connsiteX662" fmla="*/ 2398650 w 4840150"/>
              <a:gd name="connsiteY662" fmla="*/ 4416803 h 5724538"/>
              <a:gd name="connsiteX663" fmla="*/ 2439787 w 4840150"/>
              <a:gd name="connsiteY663" fmla="*/ 4448970 h 5724538"/>
              <a:gd name="connsiteX664" fmla="*/ 2439787 w 4840150"/>
              <a:gd name="connsiteY664" fmla="*/ 4557845 h 5724538"/>
              <a:gd name="connsiteX665" fmla="*/ 2355656 w 4840150"/>
              <a:gd name="connsiteY665" fmla="*/ 4535575 h 5724538"/>
              <a:gd name="connsiteX666" fmla="*/ 2355656 w 4840150"/>
              <a:gd name="connsiteY666" fmla="*/ 4429174 h 5724538"/>
              <a:gd name="connsiteX667" fmla="*/ 2398650 w 4840150"/>
              <a:gd name="connsiteY667" fmla="*/ 4416803 h 5724538"/>
              <a:gd name="connsiteX668" fmla="*/ 3998677 w 4840150"/>
              <a:gd name="connsiteY668" fmla="*/ 4406904 h 5724538"/>
              <a:gd name="connsiteX669" fmla="*/ 4018473 w 4840150"/>
              <a:gd name="connsiteY669" fmla="*/ 4406904 h 5724538"/>
              <a:gd name="connsiteX670" fmla="*/ 4018473 w 4840150"/>
              <a:gd name="connsiteY670" fmla="*/ 4436597 h 5724538"/>
              <a:gd name="connsiteX671" fmla="*/ 3998677 w 4840150"/>
              <a:gd name="connsiteY671" fmla="*/ 4436597 h 5724538"/>
              <a:gd name="connsiteX672" fmla="*/ 3998677 w 4840150"/>
              <a:gd name="connsiteY672" fmla="*/ 4406904 h 5724538"/>
              <a:gd name="connsiteX673" fmla="*/ 4323447 w 4840150"/>
              <a:gd name="connsiteY673" fmla="*/ 4406595 h 5724538"/>
              <a:gd name="connsiteX674" fmla="*/ 4332726 w 4840150"/>
              <a:gd name="connsiteY674" fmla="*/ 4416802 h 5724538"/>
              <a:gd name="connsiteX675" fmla="*/ 4332726 w 4840150"/>
              <a:gd name="connsiteY675" fmla="*/ 4453918 h 5724538"/>
              <a:gd name="connsiteX676" fmla="*/ 4310456 w 4840150"/>
              <a:gd name="connsiteY676" fmla="*/ 4453918 h 5724538"/>
              <a:gd name="connsiteX677" fmla="*/ 4310456 w 4840150"/>
              <a:gd name="connsiteY677" fmla="*/ 4416802 h 5724538"/>
              <a:gd name="connsiteX678" fmla="*/ 4323447 w 4840150"/>
              <a:gd name="connsiteY678" fmla="*/ 4406595 h 5724538"/>
              <a:gd name="connsiteX679" fmla="*/ 2038805 w 4840150"/>
              <a:gd name="connsiteY679" fmla="*/ 4401226 h 5724538"/>
              <a:gd name="connsiteX680" fmla="*/ 2053776 w 4840150"/>
              <a:gd name="connsiteY680" fmla="*/ 4409379 h 5724538"/>
              <a:gd name="connsiteX681" fmla="*/ 2053776 w 4840150"/>
              <a:gd name="connsiteY681" fmla="*/ 4453918 h 5724538"/>
              <a:gd name="connsiteX682" fmla="*/ 2019134 w 4840150"/>
              <a:gd name="connsiteY682" fmla="*/ 4451444 h 5724538"/>
              <a:gd name="connsiteX683" fmla="*/ 2019134 w 4840150"/>
              <a:gd name="connsiteY683" fmla="*/ 4409379 h 5724538"/>
              <a:gd name="connsiteX684" fmla="*/ 2022457 w 4840150"/>
              <a:gd name="connsiteY684" fmla="*/ 4406063 h 5724538"/>
              <a:gd name="connsiteX685" fmla="*/ 2038805 w 4840150"/>
              <a:gd name="connsiteY685" fmla="*/ 4401226 h 5724538"/>
              <a:gd name="connsiteX686" fmla="*/ 3077880 w 4840150"/>
              <a:gd name="connsiteY686" fmla="*/ 4397007 h 5724538"/>
              <a:gd name="connsiteX687" fmla="*/ 3107883 w 4840150"/>
              <a:gd name="connsiteY687" fmla="*/ 4424225 h 5724538"/>
              <a:gd name="connsiteX688" fmla="*/ 3107883 w 4840150"/>
              <a:gd name="connsiteY688" fmla="*/ 4508356 h 5724538"/>
              <a:gd name="connsiteX689" fmla="*/ 3046022 w 4840150"/>
              <a:gd name="connsiteY689" fmla="*/ 4491035 h 5724538"/>
              <a:gd name="connsiteX690" fmla="*/ 3046022 w 4840150"/>
              <a:gd name="connsiteY690" fmla="*/ 4406904 h 5724538"/>
              <a:gd name="connsiteX691" fmla="*/ 3077880 w 4840150"/>
              <a:gd name="connsiteY691" fmla="*/ 4397007 h 5724538"/>
              <a:gd name="connsiteX692" fmla="*/ 1810358 w 4840150"/>
              <a:gd name="connsiteY692" fmla="*/ 4395522 h 5724538"/>
              <a:gd name="connsiteX693" fmla="*/ 1831112 w 4840150"/>
              <a:gd name="connsiteY693" fmla="*/ 4397709 h 5724538"/>
              <a:gd name="connsiteX694" fmla="*/ 1863245 w 4840150"/>
              <a:gd name="connsiteY694" fmla="*/ 4424226 h 5724538"/>
              <a:gd name="connsiteX695" fmla="*/ 1863245 w 4840150"/>
              <a:gd name="connsiteY695" fmla="*/ 4523203 h 5724538"/>
              <a:gd name="connsiteX696" fmla="*/ 1833812 w 4840150"/>
              <a:gd name="connsiteY696" fmla="*/ 4543666 h 5724538"/>
              <a:gd name="connsiteX697" fmla="*/ 1766743 w 4840150"/>
              <a:gd name="connsiteY697" fmla="*/ 4505882 h 5724538"/>
              <a:gd name="connsiteX698" fmla="*/ 1781589 w 4840150"/>
              <a:gd name="connsiteY698" fmla="*/ 4406905 h 5724538"/>
              <a:gd name="connsiteX699" fmla="*/ 1789636 w 4840150"/>
              <a:gd name="connsiteY699" fmla="*/ 4401684 h 5724538"/>
              <a:gd name="connsiteX700" fmla="*/ 1810358 w 4840150"/>
              <a:gd name="connsiteY700" fmla="*/ 4395522 h 5724538"/>
              <a:gd name="connsiteX701" fmla="*/ 4748739 w 4840150"/>
              <a:gd name="connsiteY701" fmla="*/ 4376284 h 5724538"/>
              <a:gd name="connsiteX702" fmla="*/ 4763276 w 4840150"/>
              <a:gd name="connsiteY702" fmla="*/ 4394532 h 5724538"/>
              <a:gd name="connsiteX703" fmla="*/ 4763276 w 4840150"/>
              <a:gd name="connsiteY703" fmla="*/ 4453919 h 5724538"/>
              <a:gd name="connsiteX704" fmla="*/ 4728634 w 4840150"/>
              <a:gd name="connsiteY704" fmla="*/ 4444021 h 5724538"/>
              <a:gd name="connsiteX705" fmla="*/ 4728634 w 4840150"/>
              <a:gd name="connsiteY705" fmla="*/ 4382160 h 5724538"/>
              <a:gd name="connsiteX706" fmla="*/ 4748739 w 4840150"/>
              <a:gd name="connsiteY706" fmla="*/ 4376284 h 5724538"/>
              <a:gd name="connsiteX707" fmla="*/ 3720614 w 4840150"/>
              <a:gd name="connsiteY707" fmla="*/ 4367314 h 5724538"/>
              <a:gd name="connsiteX708" fmla="*/ 3751235 w 4840150"/>
              <a:gd name="connsiteY708" fmla="*/ 4394532 h 5724538"/>
              <a:gd name="connsiteX709" fmla="*/ 3751235 w 4840150"/>
              <a:gd name="connsiteY709" fmla="*/ 4483612 h 5724538"/>
              <a:gd name="connsiteX710" fmla="*/ 3691848 w 4840150"/>
              <a:gd name="connsiteY710" fmla="*/ 4466290 h 5724538"/>
              <a:gd name="connsiteX711" fmla="*/ 3691848 w 4840150"/>
              <a:gd name="connsiteY711" fmla="*/ 4377211 h 5724538"/>
              <a:gd name="connsiteX712" fmla="*/ 3720614 w 4840150"/>
              <a:gd name="connsiteY712" fmla="*/ 4367314 h 5724538"/>
              <a:gd name="connsiteX713" fmla="*/ 2932817 w 4840150"/>
              <a:gd name="connsiteY713" fmla="*/ 4365149 h 5724538"/>
              <a:gd name="connsiteX714" fmla="*/ 2951994 w 4840150"/>
              <a:gd name="connsiteY714" fmla="*/ 4384634 h 5724538"/>
              <a:gd name="connsiteX715" fmla="*/ 2951994 w 4840150"/>
              <a:gd name="connsiteY715" fmla="*/ 4453919 h 5724538"/>
              <a:gd name="connsiteX716" fmla="*/ 2902505 w 4840150"/>
              <a:gd name="connsiteY716" fmla="*/ 4451444 h 5724538"/>
              <a:gd name="connsiteX717" fmla="*/ 2902505 w 4840150"/>
              <a:gd name="connsiteY717" fmla="*/ 4384634 h 5724538"/>
              <a:gd name="connsiteX718" fmla="*/ 2932817 w 4840150"/>
              <a:gd name="connsiteY718" fmla="*/ 4365149 h 5724538"/>
              <a:gd name="connsiteX719" fmla="*/ 3827014 w 4840150"/>
              <a:gd name="connsiteY719" fmla="*/ 4352777 h 5724538"/>
              <a:gd name="connsiteX720" fmla="*/ 3837839 w 4840150"/>
              <a:gd name="connsiteY720" fmla="*/ 4364840 h 5724538"/>
              <a:gd name="connsiteX721" fmla="*/ 3837839 w 4840150"/>
              <a:gd name="connsiteY721" fmla="*/ 4404430 h 5724538"/>
              <a:gd name="connsiteX722" fmla="*/ 3810621 w 4840150"/>
              <a:gd name="connsiteY722" fmla="*/ 4406905 h 5724538"/>
              <a:gd name="connsiteX723" fmla="*/ 3810621 w 4840150"/>
              <a:gd name="connsiteY723" fmla="*/ 4364840 h 5724538"/>
              <a:gd name="connsiteX724" fmla="*/ 3827014 w 4840150"/>
              <a:gd name="connsiteY724" fmla="*/ 4352777 h 5724538"/>
              <a:gd name="connsiteX725" fmla="*/ 4571817 w 4840150"/>
              <a:gd name="connsiteY725" fmla="*/ 4347519 h 5724538"/>
              <a:gd name="connsiteX726" fmla="*/ 4585117 w 4840150"/>
              <a:gd name="connsiteY726" fmla="*/ 4362365 h 5724538"/>
              <a:gd name="connsiteX727" fmla="*/ 4585117 w 4840150"/>
              <a:gd name="connsiteY727" fmla="*/ 4414328 h 5724538"/>
              <a:gd name="connsiteX728" fmla="*/ 4552950 w 4840150"/>
              <a:gd name="connsiteY728" fmla="*/ 4414328 h 5724538"/>
              <a:gd name="connsiteX729" fmla="*/ 4552950 w 4840150"/>
              <a:gd name="connsiteY729" fmla="*/ 4362365 h 5724538"/>
              <a:gd name="connsiteX730" fmla="*/ 4571817 w 4840150"/>
              <a:gd name="connsiteY730" fmla="*/ 4347519 h 5724538"/>
              <a:gd name="connsiteX731" fmla="*/ 4085127 w 4840150"/>
              <a:gd name="connsiteY731" fmla="*/ 4324979 h 5724538"/>
              <a:gd name="connsiteX732" fmla="*/ 4090850 w 4840150"/>
              <a:gd name="connsiteY732" fmla="*/ 4325559 h 5724538"/>
              <a:gd name="connsiteX733" fmla="*/ 4097654 w 4840150"/>
              <a:gd name="connsiteY733" fmla="*/ 4330198 h 5724538"/>
              <a:gd name="connsiteX734" fmla="*/ 4097654 w 4840150"/>
              <a:gd name="connsiteY734" fmla="*/ 4359891 h 5724538"/>
              <a:gd name="connsiteX735" fmla="*/ 4080333 w 4840150"/>
              <a:gd name="connsiteY735" fmla="*/ 4357417 h 5724538"/>
              <a:gd name="connsiteX736" fmla="*/ 4080333 w 4840150"/>
              <a:gd name="connsiteY736" fmla="*/ 4330198 h 5724538"/>
              <a:gd name="connsiteX737" fmla="*/ 4085127 w 4840150"/>
              <a:gd name="connsiteY737" fmla="*/ 4324979 h 5724538"/>
              <a:gd name="connsiteX738" fmla="*/ 2246260 w 4840150"/>
              <a:gd name="connsiteY738" fmla="*/ 4324775 h 5724538"/>
              <a:gd name="connsiteX739" fmla="*/ 2269052 w 4840150"/>
              <a:gd name="connsiteY739" fmla="*/ 4347518 h 5724538"/>
              <a:gd name="connsiteX740" fmla="*/ 2269052 w 4840150"/>
              <a:gd name="connsiteY740" fmla="*/ 4424225 h 5724538"/>
              <a:gd name="connsiteX741" fmla="*/ 2255667 w 4840150"/>
              <a:gd name="connsiteY741" fmla="*/ 4432588 h 5724538"/>
              <a:gd name="connsiteX742" fmla="*/ 2204716 w 4840150"/>
              <a:gd name="connsiteY742" fmla="*/ 4409378 h 5724538"/>
              <a:gd name="connsiteX743" fmla="*/ 2204716 w 4840150"/>
              <a:gd name="connsiteY743" fmla="*/ 4330197 h 5724538"/>
              <a:gd name="connsiteX744" fmla="*/ 2214065 w 4840150"/>
              <a:gd name="connsiteY744" fmla="*/ 4324803 h 5724538"/>
              <a:gd name="connsiteX745" fmla="*/ 2246260 w 4840150"/>
              <a:gd name="connsiteY745" fmla="*/ 4324775 h 5724538"/>
              <a:gd name="connsiteX746" fmla="*/ 4369842 w 4840150"/>
              <a:gd name="connsiteY746" fmla="*/ 4320299 h 5724538"/>
              <a:gd name="connsiteX747" fmla="*/ 4382214 w 4840150"/>
              <a:gd name="connsiteY747" fmla="*/ 4320299 h 5724538"/>
              <a:gd name="connsiteX748" fmla="*/ 4382214 w 4840150"/>
              <a:gd name="connsiteY748" fmla="*/ 4342569 h 5724538"/>
              <a:gd name="connsiteX749" fmla="*/ 4369842 w 4840150"/>
              <a:gd name="connsiteY749" fmla="*/ 4342569 h 5724538"/>
              <a:gd name="connsiteX750" fmla="*/ 4369842 w 4840150"/>
              <a:gd name="connsiteY750" fmla="*/ 4320299 h 5724538"/>
              <a:gd name="connsiteX751" fmla="*/ 4242719 w 4840150"/>
              <a:gd name="connsiteY751" fmla="*/ 4309783 h 5724538"/>
              <a:gd name="connsiteX752" fmla="*/ 4256019 w 4840150"/>
              <a:gd name="connsiteY752" fmla="*/ 4322773 h 5724538"/>
              <a:gd name="connsiteX753" fmla="*/ 4256019 w 4840150"/>
              <a:gd name="connsiteY753" fmla="*/ 4372262 h 5724538"/>
              <a:gd name="connsiteX754" fmla="*/ 4223851 w 4840150"/>
              <a:gd name="connsiteY754" fmla="*/ 4372262 h 5724538"/>
              <a:gd name="connsiteX755" fmla="*/ 4223851 w 4840150"/>
              <a:gd name="connsiteY755" fmla="*/ 4322773 h 5724538"/>
              <a:gd name="connsiteX756" fmla="*/ 4242719 w 4840150"/>
              <a:gd name="connsiteY756" fmla="*/ 4309783 h 5724538"/>
              <a:gd name="connsiteX757" fmla="*/ 4682238 w 4840150"/>
              <a:gd name="connsiteY757" fmla="*/ 4306072 h 5724538"/>
              <a:gd name="connsiteX758" fmla="*/ 4701415 w 4840150"/>
              <a:gd name="connsiteY758" fmla="*/ 4322773 h 5724538"/>
              <a:gd name="connsiteX759" fmla="*/ 4701415 w 4840150"/>
              <a:gd name="connsiteY759" fmla="*/ 4384634 h 5724538"/>
              <a:gd name="connsiteX760" fmla="*/ 4666773 w 4840150"/>
              <a:gd name="connsiteY760" fmla="*/ 4384634 h 5724538"/>
              <a:gd name="connsiteX761" fmla="*/ 4666773 w 4840150"/>
              <a:gd name="connsiteY761" fmla="*/ 4322773 h 5724538"/>
              <a:gd name="connsiteX762" fmla="*/ 4682238 w 4840150"/>
              <a:gd name="connsiteY762" fmla="*/ 4306072 h 5724538"/>
              <a:gd name="connsiteX763" fmla="*/ 3371719 w 4840150"/>
              <a:gd name="connsiteY763" fmla="*/ 4302979 h 5724538"/>
              <a:gd name="connsiteX764" fmla="*/ 3392442 w 4840150"/>
              <a:gd name="connsiteY764" fmla="*/ 4317825 h 5724538"/>
              <a:gd name="connsiteX765" fmla="*/ 3392442 w 4840150"/>
              <a:gd name="connsiteY765" fmla="*/ 4374737 h 5724538"/>
              <a:gd name="connsiteX766" fmla="*/ 3352851 w 4840150"/>
              <a:gd name="connsiteY766" fmla="*/ 4372263 h 5724538"/>
              <a:gd name="connsiteX767" fmla="*/ 3352851 w 4840150"/>
              <a:gd name="connsiteY767" fmla="*/ 4317825 h 5724538"/>
              <a:gd name="connsiteX768" fmla="*/ 3371719 w 4840150"/>
              <a:gd name="connsiteY768" fmla="*/ 4302979 h 5724538"/>
              <a:gd name="connsiteX769" fmla="*/ 1448830 w 4840150"/>
              <a:gd name="connsiteY769" fmla="*/ 4301671 h 5724538"/>
              <a:gd name="connsiteX770" fmla="*/ 1469811 w 4840150"/>
              <a:gd name="connsiteY770" fmla="*/ 4310402 h 5724538"/>
              <a:gd name="connsiteX771" fmla="*/ 1469811 w 4840150"/>
              <a:gd name="connsiteY771" fmla="*/ 4359890 h 5724538"/>
              <a:gd name="connsiteX772" fmla="*/ 1469739 w 4840150"/>
              <a:gd name="connsiteY772" fmla="*/ 4359965 h 5724538"/>
              <a:gd name="connsiteX773" fmla="*/ 1427746 w 4840150"/>
              <a:gd name="connsiteY773" fmla="*/ 4359890 h 5724538"/>
              <a:gd name="connsiteX774" fmla="*/ 1427746 w 4840150"/>
              <a:gd name="connsiteY774" fmla="*/ 4310402 h 5724538"/>
              <a:gd name="connsiteX775" fmla="*/ 1427817 w 4840150"/>
              <a:gd name="connsiteY775" fmla="*/ 4310328 h 5724538"/>
              <a:gd name="connsiteX776" fmla="*/ 1448830 w 4840150"/>
              <a:gd name="connsiteY776" fmla="*/ 4301671 h 5724538"/>
              <a:gd name="connsiteX777" fmla="*/ 2754336 w 4840150"/>
              <a:gd name="connsiteY777" fmla="*/ 4296273 h 5724538"/>
              <a:gd name="connsiteX778" fmla="*/ 2806002 w 4840150"/>
              <a:gd name="connsiteY778" fmla="*/ 4317825 h 5724538"/>
              <a:gd name="connsiteX779" fmla="*/ 2806002 w 4840150"/>
              <a:gd name="connsiteY779" fmla="*/ 4394533 h 5724538"/>
              <a:gd name="connsiteX780" fmla="*/ 2746616 w 4840150"/>
              <a:gd name="connsiteY780" fmla="*/ 4379686 h 5724538"/>
              <a:gd name="connsiteX781" fmla="*/ 2746616 w 4840150"/>
              <a:gd name="connsiteY781" fmla="*/ 4300504 h 5724538"/>
              <a:gd name="connsiteX782" fmla="*/ 2754336 w 4840150"/>
              <a:gd name="connsiteY782" fmla="*/ 4296273 h 5724538"/>
              <a:gd name="connsiteX783" fmla="*/ 3497915 w 4840150"/>
              <a:gd name="connsiteY783" fmla="*/ 4295556 h 5724538"/>
              <a:gd name="connsiteX784" fmla="*/ 3518639 w 4840150"/>
              <a:gd name="connsiteY784" fmla="*/ 4310402 h 5724538"/>
              <a:gd name="connsiteX785" fmla="*/ 3518639 w 4840150"/>
              <a:gd name="connsiteY785" fmla="*/ 4364839 h 5724538"/>
              <a:gd name="connsiteX786" fmla="*/ 3479048 w 4840150"/>
              <a:gd name="connsiteY786" fmla="*/ 4364839 h 5724538"/>
              <a:gd name="connsiteX787" fmla="*/ 3479048 w 4840150"/>
              <a:gd name="connsiteY787" fmla="*/ 4310402 h 5724538"/>
              <a:gd name="connsiteX788" fmla="*/ 3497915 w 4840150"/>
              <a:gd name="connsiteY788" fmla="*/ 4295556 h 5724538"/>
              <a:gd name="connsiteX789" fmla="*/ 3242430 w 4840150"/>
              <a:gd name="connsiteY789" fmla="*/ 4292153 h 5724538"/>
              <a:gd name="connsiteX790" fmla="*/ 3258823 w 4840150"/>
              <a:gd name="connsiteY790" fmla="*/ 4307927 h 5724538"/>
              <a:gd name="connsiteX791" fmla="*/ 3258823 w 4840150"/>
              <a:gd name="connsiteY791" fmla="*/ 4367314 h 5724538"/>
              <a:gd name="connsiteX792" fmla="*/ 3216758 w 4840150"/>
              <a:gd name="connsiteY792" fmla="*/ 4364839 h 5724538"/>
              <a:gd name="connsiteX793" fmla="*/ 3216758 w 4840150"/>
              <a:gd name="connsiteY793" fmla="*/ 4307927 h 5724538"/>
              <a:gd name="connsiteX794" fmla="*/ 3242430 w 4840150"/>
              <a:gd name="connsiteY794" fmla="*/ 4292153 h 5724538"/>
              <a:gd name="connsiteX795" fmla="*/ 2438288 w 4840150"/>
              <a:gd name="connsiteY795" fmla="*/ 4279224 h 5724538"/>
              <a:gd name="connsiteX796" fmla="*/ 2459583 w 4840150"/>
              <a:gd name="connsiteY796" fmla="*/ 4298029 h 5724538"/>
              <a:gd name="connsiteX797" fmla="*/ 2459583 w 4840150"/>
              <a:gd name="connsiteY797" fmla="*/ 4367313 h 5724538"/>
              <a:gd name="connsiteX798" fmla="*/ 2402671 w 4840150"/>
              <a:gd name="connsiteY798" fmla="*/ 4352467 h 5724538"/>
              <a:gd name="connsiteX799" fmla="*/ 2402671 w 4840150"/>
              <a:gd name="connsiteY799" fmla="*/ 4285657 h 5724538"/>
              <a:gd name="connsiteX800" fmla="*/ 2409936 w 4840150"/>
              <a:gd name="connsiteY800" fmla="*/ 4280980 h 5724538"/>
              <a:gd name="connsiteX801" fmla="*/ 2438288 w 4840150"/>
              <a:gd name="connsiteY801" fmla="*/ 4279224 h 5724538"/>
              <a:gd name="connsiteX802" fmla="*/ 1669183 w 4840150"/>
              <a:gd name="connsiteY802" fmla="*/ 4278327 h 5724538"/>
              <a:gd name="connsiteX803" fmla="*/ 1687560 w 4840150"/>
              <a:gd name="connsiteY803" fmla="*/ 4288132 h 5724538"/>
              <a:gd name="connsiteX804" fmla="*/ 1687560 w 4840150"/>
              <a:gd name="connsiteY804" fmla="*/ 4337621 h 5724538"/>
              <a:gd name="connsiteX805" fmla="*/ 1687424 w 4840150"/>
              <a:gd name="connsiteY805" fmla="*/ 4337769 h 5724538"/>
              <a:gd name="connsiteX806" fmla="*/ 1645495 w 4840150"/>
              <a:gd name="connsiteY806" fmla="*/ 4340095 h 5724538"/>
              <a:gd name="connsiteX807" fmla="*/ 1645495 w 4840150"/>
              <a:gd name="connsiteY807" fmla="*/ 4288132 h 5724538"/>
              <a:gd name="connsiteX808" fmla="*/ 1649251 w 4840150"/>
              <a:gd name="connsiteY808" fmla="*/ 4284371 h 5724538"/>
              <a:gd name="connsiteX809" fmla="*/ 1669183 w 4840150"/>
              <a:gd name="connsiteY809" fmla="*/ 4278327 h 5724538"/>
              <a:gd name="connsiteX810" fmla="*/ 3905615 w 4840150"/>
              <a:gd name="connsiteY810" fmla="*/ 4267293 h 5724538"/>
              <a:gd name="connsiteX811" fmla="*/ 3918568 w 4840150"/>
              <a:gd name="connsiteY811" fmla="*/ 4267409 h 5724538"/>
              <a:gd name="connsiteX812" fmla="*/ 3944240 w 4840150"/>
              <a:gd name="connsiteY812" fmla="*/ 4290607 h 5724538"/>
              <a:gd name="connsiteX813" fmla="*/ 3944240 w 4840150"/>
              <a:gd name="connsiteY813" fmla="*/ 4364839 h 5724538"/>
              <a:gd name="connsiteX814" fmla="*/ 3894751 w 4840150"/>
              <a:gd name="connsiteY814" fmla="*/ 4349993 h 5724538"/>
              <a:gd name="connsiteX815" fmla="*/ 3894751 w 4840150"/>
              <a:gd name="connsiteY815" fmla="*/ 4275760 h 5724538"/>
              <a:gd name="connsiteX816" fmla="*/ 3905615 w 4840150"/>
              <a:gd name="connsiteY816" fmla="*/ 4267293 h 5724538"/>
              <a:gd name="connsiteX817" fmla="*/ 3622255 w 4840150"/>
              <a:gd name="connsiteY817" fmla="*/ 4261841 h 5724538"/>
              <a:gd name="connsiteX818" fmla="*/ 3639885 w 4840150"/>
              <a:gd name="connsiteY818" fmla="*/ 4283183 h 5724538"/>
              <a:gd name="connsiteX819" fmla="*/ 3639885 w 4840150"/>
              <a:gd name="connsiteY819" fmla="*/ 4347518 h 5724538"/>
              <a:gd name="connsiteX820" fmla="*/ 3595345 w 4840150"/>
              <a:gd name="connsiteY820" fmla="*/ 4335146 h 5724538"/>
              <a:gd name="connsiteX821" fmla="*/ 3595345 w 4840150"/>
              <a:gd name="connsiteY821" fmla="*/ 4268336 h 5724538"/>
              <a:gd name="connsiteX822" fmla="*/ 3622255 w 4840150"/>
              <a:gd name="connsiteY822" fmla="*/ 4261841 h 5724538"/>
              <a:gd name="connsiteX823" fmla="*/ 3096748 w 4840150"/>
              <a:gd name="connsiteY823" fmla="*/ 4256893 h 5724538"/>
              <a:gd name="connsiteX824" fmla="*/ 3122729 w 4840150"/>
              <a:gd name="connsiteY824" fmla="*/ 4278235 h 5724538"/>
              <a:gd name="connsiteX825" fmla="*/ 3122729 w 4840150"/>
              <a:gd name="connsiteY825" fmla="*/ 4347519 h 5724538"/>
              <a:gd name="connsiteX826" fmla="*/ 3070766 w 4840150"/>
              <a:gd name="connsiteY826" fmla="*/ 4332672 h 5724538"/>
              <a:gd name="connsiteX827" fmla="*/ 3070766 w 4840150"/>
              <a:gd name="connsiteY827" fmla="*/ 4263388 h 5724538"/>
              <a:gd name="connsiteX828" fmla="*/ 3096748 w 4840150"/>
              <a:gd name="connsiteY828" fmla="*/ 4256893 h 5724538"/>
              <a:gd name="connsiteX829" fmla="*/ 4770082 w 4840150"/>
              <a:gd name="connsiteY829" fmla="*/ 4252253 h 5724538"/>
              <a:gd name="connsiteX830" fmla="*/ 4795444 w 4840150"/>
              <a:gd name="connsiteY830" fmla="*/ 4275760 h 5724538"/>
              <a:gd name="connsiteX831" fmla="*/ 4795444 w 4840150"/>
              <a:gd name="connsiteY831" fmla="*/ 4354942 h 5724538"/>
              <a:gd name="connsiteX832" fmla="*/ 4748430 w 4840150"/>
              <a:gd name="connsiteY832" fmla="*/ 4340095 h 5724538"/>
              <a:gd name="connsiteX833" fmla="*/ 4748430 w 4840150"/>
              <a:gd name="connsiteY833" fmla="*/ 4258438 h 5724538"/>
              <a:gd name="connsiteX834" fmla="*/ 4770082 w 4840150"/>
              <a:gd name="connsiteY834" fmla="*/ 4252253 h 5724538"/>
              <a:gd name="connsiteX835" fmla="*/ 2086871 w 4840150"/>
              <a:gd name="connsiteY835" fmla="*/ 4218230 h 5724538"/>
              <a:gd name="connsiteX836" fmla="*/ 2100790 w 4840150"/>
              <a:gd name="connsiteY836" fmla="*/ 4231220 h 5724538"/>
              <a:gd name="connsiteX837" fmla="*/ 2100790 w 4840150"/>
              <a:gd name="connsiteY837" fmla="*/ 4275760 h 5724538"/>
              <a:gd name="connsiteX838" fmla="*/ 2098597 w 4840150"/>
              <a:gd name="connsiteY838" fmla="*/ 4277962 h 5724538"/>
              <a:gd name="connsiteX839" fmla="*/ 2063673 w 4840150"/>
              <a:gd name="connsiteY839" fmla="*/ 4275760 h 5724538"/>
              <a:gd name="connsiteX840" fmla="*/ 2063673 w 4840150"/>
              <a:gd name="connsiteY840" fmla="*/ 4231220 h 5724538"/>
              <a:gd name="connsiteX841" fmla="*/ 2086871 w 4840150"/>
              <a:gd name="connsiteY841" fmla="*/ 4218230 h 5724538"/>
              <a:gd name="connsiteX842" fmla="*/ 3725562 w 4840150"/>
              <a:gd name="connsiteY842" fmla="*/ 4217611 h 5724538"/>
              <a:gd name="connsiteX843" fmla="*/ 3751234 w 4840150"/>
              <a:gd name="connsiteY843" fmla="*/ 4241117 h 5724538"/>
              <a:gd name="connsiteX844" fmla="*/ 3751234 w 4840150"/>
              <a:gd name="connsiteY844" fmla="*/ 4312876 h 5724538"/>
              <a:gd name="connsiteX845" fmla="*/ 3701746 w 4840150"/>
              <a:gd name="connsiteY845" fmla="*/ 4298030 h 5724538"/>
              <a:gd name="connsiteX846" fmla="*/ 3701746 w 4840150"/>
              <a:gd name="connsiteY846" fmla="*/ 4223796 h 5724538"/>
              <a:gd name="connsiteX847" fmla="*/ 3725562 w 4840150"/>
              <a:gd name="connsiteY847" fmla="*/ 4217611 h 5724538"/>
              <a:gd name="connsiteX848" fmla="*/ 4157350 w 4840150"/>
              <a:gd name="connsiteY848" fmla="*/ 4217302 h 5724538"/>
              <a:gd name="connsiteX849" fmla="*/ 4176836 w 4840150"/>
              <a:gd name="connsiteY849" fmla="*/ 4233695 h 5724538"/>
              <a:gd name="connsiteX850" fmla="*/ 4176836 w 4840150"/>
              <a:gd name="connsiteY850" fmla="*/ 4288132 h 5724538"/>
              <a:gd name="connsiteX851" fmla="*/ 4139720 w 4840150"/>
              <a:gd name="connsiteY851" fmla="*/ 4278235 h 5724538"/>
              <a:gd name="connsiteX852" fmla="*/ 4139720 w 4840150"/>
              <a:gd name="connsiteY852" fmla="*/ 4221322 h 5724538"/>
              <a:gd name="connsiteX853" fmla="*/ 4157350 w 4840150"/>
              <a:gd name="connsiteY853" fmla="*/ 4217302 h 5724538"/>
              <a:gd name="connsiteX854" fmla="*/ 1886259 w 4840150"/>
              <a:gd name="connsiteY854" fmla="*/ 4216318 h 5724538"/>
              <a:gd name="connsiteX855" fmla="*/ 1915208 w 4840150"/>
              <a:gd name="connsiteY855" fmla="*/ 4243592 h 5724538"/>
              <a:gd name="connsiteX856" fmla="*/ 1915208 w 4840150"/>
              <a:gd name="connsiteY856" fmla="*/ 4337621 h 5724538"/>
              <a:gd name="connsiteX857" fmla="*/ 1888615 w 4840150"/>
              <a:gd name="connsiteY857" fmla="*/ 4354966 h 5724538"/>
              <a:gd name="connsiteX858" fmla="*/ 1821179 w 4840150"/>
              <a:gd name="connsiteY858" fmla="*/ 4317825 h 5724538"/>
              <a:gd name="connsiteX859" fmla="*/ 1836026 w 4840150"/>
              <a:gd name="connsiteY859" fmla="*/ 4223797 h 5724538"/>
              <a:gd name="connsiteX860" fmla="*/ 1846505 w 4840150"/>
              <a:gd name="connsiteY860" fmla="*/ 4217511 h 5724538"/>
              <a:gd name="connsiteX861" fmla="*/ 1886259 w 4840150"/>
              <a:gd name="connsiteY861" fmla="*/ 4216318 h 5724538"/>
              <a:gd name="connsiteX862" fmla="*/ 4419176 w 4840150"/>
              <a:gd name="connsiteY862" fmla="*/ 4208679 h 5724538"/>
              <a:gd name="connsiteX863" fmla="*/ 4424899 w 4840150"/>
              <a:gd name="connsiteY863" fmla="*/ 4209259 h 5724538"/>
              <a:gd name="connsiteX864" fmla="*/ 4431703 w 4840150"/>
              <a:gd name="connsiteY864" fmla="*/ 4213899 h 5724538"/>
              <a:gd name="connsiteX865" fmla="*/ 4431703 w 4840150"/>
              <a:gd name="connsiteY865" fmla="*/ 4241117 h 5724538"/>
              <a:gd name="connsiteX866" fmla="*/ 4414382 w 4840150"/>
              <a:gd name="connsiteY866" fmla="*/ 4243592 h 5724538"/>
              <a:gd name="connsiteX867" fmla="*/ 4414382 w 4840150"/>
              <a:gd name="connsiteY867" fmla="*/ 4213899 h 5724538"/>
              <a:gd name="connsiteX868" fmla="*/ 4419176 w 4840150"/>
              <a:gd name="connsiteY868" fmla="*/ 4208679 h 5724538"/>
              <a:gd name="connsiteX869" fmla="*/ 2924775 w 4840150"/>
              <a:gd name="connsiteY869" fmla="*/ 4206476 h 5724538"/>
              <a:gd name="connsiteX870" fmla="*/ 2981687 w 4840150"/>
              <a:gd name="connsiteY870" fmla="*/ 4231220 h 5724538"/>
              <a:gd name="connsiteX871" fmla="*/ 2981687 w 4840150"/>
              <a:gd name="connsiteY871" fmla="*/ 4307928 h 5724538"/>
              <a:gd name="connsiteX872" fmla="*/ 2924775 w 4840150"/>
              <a:gd name="connsiteY872" fmla="*/ 4283183 h 5724538"/>
              <a:gd name="connsiteX873" fmla="*/ 2924775 w 4840150"/>
              <a:gd name="connsiteY873" fmla="*/ 4206476 h 5724538"/>
              <a:gd name="connsiteX874" fmla="*/ 4003627 w 4840150"/>
              <a:gd name="connsiteY874" fmla="*/ 4199981 h 5724538"/>
              <a:gd name="connsiteX875" fmla="*/ 4025897 w 4840150"/>
              <a:gd name="connsiteY875" fmla="*/ 4221323 h 5724538"/>
              <a:gd name="connsiteX876" fmla="*/ 4025897 w 4840150"/>
              <a:gd name="connsiteY876" fmla="*/ 4288132 h 5724538"/>
              <a:gd name="connsiteX877" fmla="*/ 3981357 w 4840150"/>
              <a:gd name="connsiteY877" fmla="*/ 4275760 h 5724538"/>
              <a:gd name="connsiteX878" fmla="*/ 3981357 w 4840150"/>
              <a:gd name="connsiteY878" fmla="*/ 4206476 h 5724538"/>
              <a:gd name="connsiteX879" fmla="*/ 4003627 w 4840150"/>
              <a:gd name="connsiteY879" fmla="*/ 4199981 h 5724538"/>
              <a:gd name="connsiteX880" fmla="*/ 2281895 w 4840150"/>
              <a:gd name="connsiteY880" fmla="*/ 4192706 h 5724538"/>
              <a:gd name="connsiteX881" fmla="*/ 2291321 w 4840150"/>
              <a:gd name="connsiteY881" fmla="*/ 4199053 h 5724538"/>
              <a:gd name="connsiteX882" fmla="*/ 2291321 w 4840150"/>
              <a:gd name="connsiteY882" fmla="*/ 4228746 h 5724538"/>
              <a:gd name="connsiteX883" fmla="*/ 2266577 w 4840150"/>
              <a:gd name="connsiteY883" fmla="*/ 4228746 h 5724538"/>
              <a:gd name="connsiteX884" fmla="*/ 2266577 w 4840150"/>
              <a:gd name="connsiteY884" fmla="*/ 4199053 h 5724538"/>
              <a:gd name="connsiteX885" fmla="*/ 2270742 w 4840150"/>
              <a:gd name="connsiteY885" fmla="*/ 4194896 h 5724538"/>
              <a:gd name="connsiteX886" fmla="*/ 2281895 w 4840150"/>
              <a:gd name="connsiteY886" fmla="*/ 4192706 h 5724538"/>
              <a:gd name="connsiteX887" fmla="*/ 4701725 w 4840150"/>
              <a:gd name="connsiteY887" fmla="*/ 4191629 h 5724538"/>
              <a:gd name="connsiteX888" fmla="*/ 4721211 w 4840150"/>
              <a:gd name="connsiteY888" fmla="*/ 4208950 h 5724538"/>
              <a:gd name="connsiteX889" fmla="*/ 4721211 w 4840150"/>
              <a:gd name="connsiteY889" fmla="*/ 4268336 h 5724538"/>
              <a:gd name="connsiteX890" fmla="*/ 4684095 w 4840150"/>
              <a:gd name="connsiteY890" fmla="*/ 4255964 h 5724538"/>
              <a:gd name="connsiteX891" fmla="*/ 4684095 w 4840150"/>
              <a:gd name="connsiteY891" fmla="*/ 4196578 h 5724538"/>
              <a:gd name="connsiteX892" fmla="*/ 4701725 w 4840150"/>
              <a:gd name="connsiteY892" fmla="*/ 4191629 h 5724538"/>
              <a:gd name="connsiteX893" fmla="*/ 2616161 w 4840150"/>
              <a:gd name="connsiteY893" fmla="*/ 4189832 h 5724538"/>
              <a:gd name="connsiteX894" fmla="*/ 2662486 w 4840150"/>
              <a:gd name="connsiteY894" fmla="*/ 4223797 h 5724538"/>
              <a:gd name="connsiteX895" fmla="*/ 2662486 w 4840150"/>
              <a:gd name="connsiteY895" fmla="*/ 4330198 h 5724538"/>
              <a:gd name="connsiteX896" fmla="*/ 2580829 w 4840150"/>
              <a:gd name="connsiteY896" fmla="*/ 4307928 h 5724538"/>
              <a:gd name="connsiteX897" fmla="*/ 2580829 w 4840150"/>
              <a:gd name="connsiteY897" fmla="*/ 4201527 h 5724538"/>
              <a:gd name="connsiteX898" fmla="*/ 2595775 w 4840150"/>
              <a:gd name="connsiteY898" fmla="*/ 4192990 h 5724538"/>
              <a:gd name="connsiteX899" fmla="*/ 2616161 w 4840150"/>
              <a:gd name="connsiteY899" fmla="*/ 4189832 h 5724538"/>
              <a:gd name="connsiteX900" fmla="*/ 3824231 w 4840150"/>
              <a:gd name="connsiteY900" fmla="*/ 4165339 h 5724538"/>
              <a:gd name="connsiteX901" fmla="*/ 3850212 w 4840150"/>
              <a:gd name="connsiteY901" fmla="*/ 4186681 h 5724538"/>
              <a:gd name="connsiteX902" fmla="*/ 3850212 w 4840150"/>
              <a:gd name="connsiteY902" fmla="*/ 4260913 h 5724538"/>
              <a:gd name="connsiteX903" fmla="*/ 3798249 w 4840150"/>
              <a:gd name="connsiteY903" fmla="*/ 4246067 h 5724538"/>
              <a:gd name="connsiteX904" fmla="*/ 3798249 w 4840150"/>
              <a:gd name="connsiteY904" fmla="*/ 4171834 h 5724538"/>
              <a:gd name="connsiteX905" fmla="*/ 3824231 w 4840150"/>
              <a:gd name="connsiteY905" fmla="*/ 4165339 h 5724538"/>
              <a:gd name="connsiteX906" fmla="*/ 2807859 w 4840150"/>
              <a:gd name="connsiteY906" fmla="*/ 4152658 h 5724538"/>
              <a:gd name="connsiteX907" fmla="*/ 2825798 w 4840150"/>
              <a:gd name="connsiteY907" fmla="*/ 4171834 h 5724538"/>
              <a:gd name="connsiteX908" fmla="*/ 2825798 w 4840150"/>
              <a:gd name="connsiteY908" fmla="*/ 4233695 h 5724538"/>
              <a:gd name="connsiteX909" fmla="*/ 2778784 w 4840150"/>
              <a:gd name="connsiteY909" fmla="*/ 4218848 h 5724538"/>
              <a:gd name="connsiteX910" fmla="*/ 2778784 w 4840150"/>
              <a:gd name="connsiteY910" fmla="*/ 4159462 h 5724538"/>
              <a:gd name="connsiteX911" fmla="*/ 2807859 w 4840150"/>
              <a:gd name="connsiteY911" fmla="*/ 4152658 h 5724538"/>
              <a:gd name="connsiteX912" fmla="*/ 4624709 w 4840150"/>
              <a:gd name="connsiteY912" fmla="*/ 4149564 h 5724538"/>
              <a:gd name="connsiteX913" fmla="*/ 4637081 w 4840150"/>
              <a:gd name="connsiteY913" fmla="*/ 4149564 h 5724538"/>
              <a:gd name="connsiteX914" fmla="*/ 4637081 w 4840150"/>
              <a:gd name="connsiteY914" fmla="*/ 4169359 h 5724538"/>
              <a:gd name="connsiteX915" fmla="*/ 4624709 w 4840150"/>
              <a:gd name="connsiteY915" fmla="*/ 4166885 h 5724538"/>
              <a:gd name="connsiteX916" fmla="*/ 4624709 w 4840150"/>
              <a:gd name="connsiteY916" fmla="*/ 4149564 h 5724538"/>
              <a:gd name="connsiteX917" fmla="*/ 3391823 w 4840150"/>
              <a:gd name="connsiteY917" fmla="*/ 4145543 h 5724538"/>
              <a:gd name="connsiteX918" fmla="*/ 3409763 w 4840150"/>
              <a:gd name="connsiteY918" fmla="*/ 4166885 h 5724538"/>
              <a:gd name="connsiteX919" fmla="*/ 3409763 w 4840150"/>
              <a:gd name="connsiteY919" fmla="*/ 4231220 h 5724538"/>
              <a:gd name="connsiteX920" fmla="*/ 3362749 w 4840150"/>
              <a:gd name="connsiteY920" fmla="*/ 4216373 h 5724538"/>
              <a:gd name="connsiteX921" fmla="*/ 3362749 w 4840150"/>
              <a:gd name="connsiteY921" fmla="*/ 4152038 h 5724538"/>
              <a:gd name="connsiteX922" fmla="*/ 3391823 w 4840150"/>
              <a:gd name="connsiteY922" fmla="*/ 4145543 h 5724538"/>
              <a:gd name="connsiteX923" fmla="*/ 4214185 w 4840150"/>
              <a:gd name="connsiteY923" fmla="*/ 4144344 h 5724538"/>
              <a:gd name="connsiteX924" fmla="*/ 4220758 w 4840150"/>
              <a:gd name="connsiteY924" fmla="*/ 4144924 h 5724538"/>
              <a:gd name="connsiteX925" fmla="*/ 4228799 w 4840150"/>
              <a:gd name="connsiteY925" fmla="*/ 4149564 h 5724538"/>
              <a:gd name="connsiteX926" fmla="*/ 4228799 w 4840150"/>
              <a:gd name="connsiteY926" fmla="*/ 4179257 h 5724538"/>
              <a:gd name="connsiteX927" fmla="*/ 4209004 w 4840150"/>
              <a:gd name="connsiteY927" fmla="*/ 4179257 h 5724538"/>
              <a:gd name="connsiteX928" fmla="*/ 4209004 w 4840150"/>
              <a:gd name="connsiteY928" fmla="*/ 4149564 h 5724538"/>
              <a:gd name="connsiteX929" fmla="*/ 4214185 w 4840150"/>
              <a:gd name="connsiteY929" fmla="*/ 4144344 h 5724538"/>
              <a:gd name="connsiteX930" fmla="*/ 3260060 w 4840150"/>
              <a:gd name="connsiteY930" fmla="*/ 4143069 h 5724538"/>
              <a:gd name="connsiteX931" fmla="*/ 3273669 w 4840150"/>
              <a:gd name="connsiteY931" fmla="*/ 4159462 h 5724538"/>
              <a:gd name="connsiteX932" fmla="*/ 3273669 w 4840150"/>
              <a:gd name="connsiteY932" fmla="*/ 4206476 h 5724538"/>
              <a:gd name="connsiteX933" fmla="*/ 3239028 w 4840150"/>
              <a:gd name="connsiteY933" fmla="*/ 4196578 h 5724538"/>
              <a:gd name="connsiteX934" fmla="*/ 3239028 w 4840150"/>
              <a:gd name="connsiteY934" fmla="*/ 4147090 h 5724538"/>
              <a:gd name="connsiteX935" fmla="*/ 3260060 w 4840150"/>
              <a:gd name="connsiteY935" fmla="*/ 4143069 h 5724538"/>
              <a:gd name="connsiteX936" fmla="*/ 845088 w 4840150"/>
              <a:gd name="connsiteY936" fmla="*/ 4138259 h 5724538"/>
              <a:gd name="connsiteX937" fmla="*/ 863577 w 4840150"/>
              <a:gd name="connsiteY937" fmla="*/ 4154513 h 5724538"/>
              <a:gd name="connsiteX938" fmla="*/ 863577 w 4840150"/>
              <a:gd name="connsiteY938" fmla="*/ 4206475 h 5724538"/>
              <a:gd name="connsiteX939" fmla="*/ 816563 w 4840150"/>
              <a:gd name="connsiteY939" fmla="*/ 4194103 h 5724538"/>
              <a:gd name="connsiteX940" fmla="*/ 816563 w 4840150"/>
              <a:gd name="connsiteY940" fmla="*/ 4142140 h 5724538"/>
              <a:gd name="connsiteX941" fmla="*/ 820520 w 4840150"/>
              <a:gd name="connsiteY941" fmla="*/ 4139839 h 5724538"/>
              <a:gd name="connsiteX942" fmla="*/ 845088 w 4840150"/>
              <a:gd name="connsiteY942" fmla="*/ 4138259 h 5724538"/>
              <a:gd name="connsiteX943" fmla="*/ 4340149 w 4840150"/>
              <a:gd name="connsiteY943" fmla="*/ 4134717 h 5724538"/>
              <a:gd name="connsiteX944" fmla="*/ 4354995 w 4840150"/>
              <a:gd name="connsiteY944" fmla="*/ 4134717 h 5724538"/>
              <a:gd name="connsiteX945" fmla="*/ 4354995 w 4840150"/>
              <a:gd name="connsiteY945" fmla="*/ 4159461 h 5724538"/>
              <a:gd name="connsiteX946" fmla="*/ 4340149 w 4840150"/>
              <a:gd name="connsiteY946" fmla="*/ 4156987 h 5724538"/>
              <a:gd name="connsiteX947" fmla="*/ 4340149 w 4840150"/>
              <a:gd name="connsiteY947" fmla="*/ 4134717 h 5724538"/>
              <a:gd name="connsiteX948" fmla="*/ 3499694 w 4840150"/>
              <a:gd name="connsiteY948" fmla="*/ 4128647 h 5724538"/>
              <a:gd name="connsiteX949" fmla="*/ 3531011 w 4840150"/>
              <a:gd name="connsiteY949" fmla="*/ 4147089 h 5724538"/>
              <a:gd name="connsiteX950" fmla="*/ 3531011 w 4840150"/>
              <a:gd name="connsiteY950" fmla="*/ 4206476 h 5724538"/>
              <a:gd name="connsiteX951" fmla="*/ 3488945 w 4840150"/>
              <a:gd name="connsiteY951" fmla="*/ 4194104 h 5724538"/>
              <a:gd name="connsiteX952" fmla="*/ 3488945 w 4840150"/>
              <a:gd name="connsiteY952" fmla="*/ 4134717 h 5724538"/>
              <a:gd name="connsiteX953" fmla="*/ 3499694 w 4840150"/>
              <a:gd name="connsiteY953" fmla="*/ 4128647 h 5724538"/>
              <a:gd name="connsiteX954" fmla="*/ 1509402 w 4840150"/>
              <a:gd name="connsiteY954" fmla="*/ 4127294 h 5724538"/>
              <a:gd name="connsiteX955" fmla="*/ 1526723 w 4840150"/>
              <a:gd name="connsiteY955" fmla="*/ 4129769 h 5724538"/>
              <a:gd name="connsiteX956" fmla="*/ 1526723 w 4840150"/>
              <a:gd name="connsiteY956" fmla="*/ 4149564 h 5724538"/>
              <a:gd name="connsiteX957" fmla="*/ 1506927 w 4840150"/>
              <a:gd name="connsiteY957" fmla="*/ 4149564 h 5724538"/>
              <a:gd name="connsiteX958" fmla="*/ 1506927 w 4840150"/>
              <a:gd name="connsiteY958" fmla="*/ 4129769 h 5724538"/>
              <a:gd name="connsiteX959" fmla="*/ 1509402 w 4840150"/>
              <a:gd name="connsiteY959" fmla="*/ 4127294 h 5724538"/>
              <a:gd name="connsiteX960" fmla="*/ 4073529 w 4840150"/>
              <a:gd name="connsiteY960" fmla="*/ 4120799 h 5724538"/>
              <a:gd name="connsiteX961" fmla="*/ 4097655 w 4840150"/>
              <a:gd name="connsiteY961" fmla="*/ 4142141 h 5724538"/>
              <a:gd name="connsiteX962" fmla="*/ 4097655 w 4840150"/>
              <a:gd name="connsiteY962" fmla="*/ 4206476 h 5724538"/>
              <a:gd name="connsiteX963" fmla="*/ 4053115 w 4840150"/>
              <a:gd name="connsiteY963" fmla="*/ 4191629 h 5724538"/>
              <a:gd name="connsiteX964" fmla="*/ 4053115 w 4840150"/>
              <a:gd name="connsiteY964" fmla="*/ 4127294 h 5724538"/>
              <a:gd name="connsiteX965" fmla="*/ 4073529 w 4840150"/>
              <a:gd name="connsiteY965" fmla="*/ 4120799 h 5724538"/>
              <a:gd name="connsiteX966" fmla="*/ 1077215 w 4840150"/>
              <a:gd name="connsiteY966" fmla="*/ 4118084 h 5724538"/>
              <a:gd name="connsiteX967" fmla="*/ 1103599 w 4840150"/>
              <a:gd name="connsiteY967" fmla="*/ 4139666 h 5724538"/>
              <a:gd name="connsiteX968" fmla="*/ 1103599 w 4840150"/>
              <a:gd name="connsiteY968" fmla="*/ 4206476 h 5724538"/>
              <a:gd name="connsiteX969" fmla="*/ 1082889 w 4840150"/>
              <a:gd name="connsiteY969" fmla="*/ 4220457 h 5724538"/>
              <a:gd name="connsiteX970" fmla="*/ 1026890 w 4840150"/>
              <a:gd name="connsiteY970" fmla="*/ 4191630 h 5724538"/>
              <a:gd name="connsiteX971" fmla="*/ 1041737 w 4840150"/>
              <a:gd name="connsiteY971" fmla="*/ 4122346 h 5724538"/>
              <a:gd name="connsiteX972" fmla="*/ 1043296 w 4840150"/>
              <a:gd name="connsiteY972" fmla="*/ 4121479 h 5724538"/>
              <a:gd name="connsiteX973" fmla="*/ 1077215 w 4840150"/>
              <a:gd name="connsiteY973" fmla="*/ 4118084 h 5724538"/>
              <a:gd name="connsiteX974" fmla="*/ 3629988 w 4840150"/>
              <a:gd name="connsiteY974" fmla="*/ 4113995 h 5724538"/>
              <a:gd name="connsiteX975" fmla="*/ 3644834 w 4840150"/>
              <a:gd name="connsiteY975" fmla="*/ 4132243 h 5724538"/>
              <a:gd name="connsiteX976" fmla="*/ 3644834 w 4840150"/>
              <a:gd name="connsiteY976" fmla="*/ 4186681 h 5724538"/>
              <a:gd name="connsiteX977" fmla="*/ 3607718 w 4840150"/>
              <a:gd name="connsiteY977" fmla="*/ 4174309 h 5724538"/>
              <a:gd name="connsiteX978" fmla="*/ 3607718 w 4840150"/>
              <a:gd name="connsiteY978" fmla="*/ 4119871 h 5724538"/>
              <a:gd name="connsiteX979" fmla="*/ 3629988 w 4840150"/>
              <a:gd name="connsiteY979" fmla="*/ 4113995 h 5724538"/>
              <a:gd name="connsiteX980" fmla="*/ 3119946 w 4840150"/>
              <a:gd name="connsiteY980" fmla="*/ 4113376 h 5724538"/>
              <a:gd name="connsiteX981" fmla="*/ 3144999 w 4840150"/>
              <a:gd name="connsiteY981" fmla="*/ 4134717 h 5724538"/>
              <a:gd name="connsiteX982" fmla="*/ 3144999 w 4840150"/>
              <a:gd name="connsiteY982" fmla="*/ 4206476 h 5724538"/>
              <a:gd name="connsiteX983" fmla="*/ 3093036 w 4840150"/>
              <a:gd name="connsiteY983" fmla="*/ 4191630 h 5724538"/>
              <a:gd name="connsiteX984" fmla="*/ 3093036 w 4840150"/>
              <a:gd name="connsiteY984" fmla="*/ 4119871 h 5724538"/>
              <a:gd name="connsiteX985" fmla="*/ 3119946 w 4840150"/>
              <a:gd name="connsiteY985" fmla="*/ 4113376 h 5724538"/>
              <a:gd name="connsiteX986" fmla="*/ 3900667 w 4840150"/>
              <a:gd name="connsiteY986" fmla="*/ 4108969 h 5724538"/>
              <a:gd name="connsiteX987" fmla="*/ 3913619 w 4840150"/>
              <a:gd name="connsiteY987" fmla="*/ 4109355 h 5724538"/>
              <a:gd name="connsiteX988" fmla="*/ 3939291 w 4840150"/>
              <a:gd name="connsiteY988" fmla="*/ 4134718 h 5724538"/>
              <a:gd name="connsiteX989" fmla="*/ 3939291 w 4840150"/>
              <a:gd name="connsiteY989" fmla="*/ 4206476 h 5724538"/>
              <a:gd name="connsiteX990" fmla="*/ 3889802 w 4840150"/>
              <a:gd name="connsiteY990" fmla="*/ 4191630 h 5724538"/>
              <a:gd name="connsiteX991" fmla="*/ 3889802 w 4840150"/>
              <a:gd name="connsiteY991" fmla="*/ 4117397 h 5724538"/>
              <a:gd name="connsiteX992" fmla="*/ 3900667 w 4840150"/>
              <a:gd name="connsiteY992" fmla="*/ 4108969 h 5724538"/>
              <a:gd name="connsiteX993" fmla="*/ 1299556 w 4840150"/>
              <a:gd name="connsiteY993" fmla="*/ 4103100 h 5724538"/>
              <a:gd name="connsiteX994" fmla="*/ 1326293 w 4840150"/>
              <a:gd name="connsiteY994" fmla="*/ 4122345 h 5724538"/>
              <a:gd name="connsiteX995" fmla="*/ 1326293 w 4840150"/>
              <a:gd name="connsiteY995" fmla="*/ 4186680 h 5724538"/>
              <a:gd name="connsiteX996" fmla="*/ 1319630 w 4840150"/>
              <a:gd name="connsiteY996" fmla="*/ 4190688 h 5724538"/>
              <a:gd name="connsiteX997" fmla="*/ 1266907 w 4840150"/>
              <a:gd name="connsiteY997" fmla="*/ 4171833 h 5724538"/>
              <a:gd name="connsiteX998" fmla="*/ 1266907 w 4840150"/>
              <a:gd name="connsiteY998" fmla="*/ 4107498 h 5724538"/>
              <a:gd name="connsiteX999" fmla="*/ 1299556 w 4840150"/>
              <a:gd name="connsiteY999" fmla="*/ 4103100 h 5724538"/>
              <a:gd name="connsiteX1000" fmla="*/ 1725966 w 4840150"/>
              <a:gd name="connsiteY1000" fmla="*/ 4093819 h 5724538"/>
              <a:gd name="connsiteX1001" fmla="*/ 1746947 w 4840150"/>
              <a:gd name="connsiteY1001" fmla="*/ 4102550 h 5724538"/>
              <a:gd name="connsiteX1002" fmla="*/ 1746947 w 4840150"/>
              <a:gd name="connsiteY1002" fmla="*/ 4152038 h 5724538"/>
              <a:gd name="connsiteX1003" fmla="*/ 1746875 w 4840150"/>
              <a:gd name="connsiteY1003" fmla="*/ 4152113 h 5724538"/>
              <a:gd name="connsiteX1004" fmla="*/ 1704881 w 4840150"/>
              <a:gd name="connsiteY1004" fmla="*/ 4152038 h 5724538"/>
              <a:gd name="connsiteX1005" fmla="*/ 1704382 w 4840150"/>
              <a:gd name="connsiteY1005" fmla="*/ 4151543 h 5724538"/>
              <a:gd name="connsiteX1006" fmla="*/ 1704881 w 4840150"/>
              <a:gd name="connsiteY1006" fmla="*/ 4102550 h 5724538"/>
              <a:gd name="connsiteX1007" fmla="*/ 1704953 w 4840150"/>
              <a:gd name="connsiteY1007" fmla="*/ 4102476 h 5724538"/>
              <a:gd name="connsiteX1008" fmla="*/ 1725966 w 4840150"/>
              <a:gd name="connsiteY1008" fmla="*/ 4093819 h 5724538"/>
              <a:gd name="connsiteX1009" fmla="*/ 2444736 w 4840150"/>
              <a:gd name="connsiteY1009" fmla="*/ 4085808 h 5724538"/>
              <a:gd name="connsiteX1010" fmla="*/ 2511545 w 4840150"/>
              <a:gd name="connsiteY1010" fmla="*/ 4122345 h 5724538"/>
              <a:gd name="connsiteX1011" fmla="*/ 2511545 w 4840150"/>
              <a:gd name="connsiteY1011" fmla="*/ 4233694 h 5724538"/>
              <a:gd name="connsiteX1012" fmla="*/ 2500534 w 4840150"/>
              <a:gd name="connsiteY1012" fmla="*/ 4239930 h 5724538"/>
              <a:gd name="connsiteX1013" fmla="*/ 2422466 w 4840150"/>
              <a:gd name="connsiteY1013" fmla="*/ 4208950 h 5724538"/>
              <a:gd name="connsiteX1014" fmla="*/ 2422466 w 4840150"/>
              <a:gd name="connsiteY1014" fmla="*/ 4097600 h 5724538"/>
              <a:gd name="connsiteX1015" fmla="*/ 2444736 w 4840150"/>
              <a:gd name="connsiteY1015" fmla="*/ 4085808 h 5724538"/>
              <a:gd name="connsiteX1016" fmla="*/ 4464180 w 4840150"/>
              <a:gd name="connsiteY1016" fmla="*/ 4084610 h 5724538"/>
              <a:gd name="connsiteX1017" fmla="*/ 4476243 w 4840150"/>
              <a:gd name="connsiteY1017" fmla="*/ 4097600 h 5724538"/>
              <a:gd name="connsiteX1018" fmla="*/ 4476243 w 4840150"/>
              <a:gd name="connsiteY1018" fmla="*/ 4144615 h 5724538"/>
              <a:gd name="connsiteX1019" fmla="*/ 4446549 w 4840150"/>
              <a:gd name="connsiteY1019" fmla="*/ 4144615 h 5724538"/>
              <a:gd name="connsiteX1020" fmla="*/ 4446549 w 4840150"/>
              <a:gd name="connsiteY1020" fmla="*/ 4097600 h 5724538"/>
              <a:gd name="connsiteX1021" fmla="*/ 4464180 w 4840150"/>
              <a:gd name="connsiteY1021" fmla="*/ 4084610 h 5724538"/>
              <a:gd name="connsiteX1022" fmla="*/ 2975192 w 4840150"/>
              <a:gd name="connsiteY1022" fmla="*/ 4068526 h 5724538"/>
              <a:gd name="connsiteX1023" fmla="*/ 2999008 w 4840150"/>
              <a:gd name="connsiteY1023" fmla="*/ 4090177 h 5724538"/>
              <a:gd name="connsiteX1024" fmla="*/ 2999008 w 4840150"/>
              <a:gd name="connsiteY1024" fmla="*/ 4152038 h 5724538"/>
              <a:gd name="connsiteX1025" fmla="*/ 2949520 w 4840150"/>
              <a:gd name="connsiteY1025" fmla="*/ 4137191 h 5724538"/>
              <a:gd name="connsiteX1026" fmla="*/ 2949520 w 4840150"/>
              <a:gd name="connsiteY1026" fmla="*/ 4072856 h 5724538"/>
              <a:gd name="connsiteX1027" fmla="*/ 2975192 w 4840150"/>
              <a:gd name="connsiteY1027" fmla="*/ 4068526 h 5724538"/>
              <a:gd name="connsiteX1028" fmla="*/ 3728965 w 4840150"/>
              <a:gd name="connsiteY1028" fmla="*/ 4065743 h 5724538"/>
              <a:gd name="connsiteX1029" fmla="*/ 3751234 w 4840150"/>
              <a:gd name="connsiteY1029" fmla="*/ 4085229 h 5724538"/>
              <a:gd name="connsiteX1030" fmla="*/ 3751234 w 4840150"/>
              <a:gd name="connsiteY1030" fmla="*/ 4147090 h 5724538"/>
              <a:gd name="connsiteX1031" fmla="*/ 3706694 w 4840150"/>
              <a:gd name="connsiteY1031" fmla="*/ 4132244 h 5724538"/>
              <a:gd name="connsiteX1032" fmla="*/ 3706694 w 4840150"/>
              <a:gd name="connsiteY1032" fmla="*/ 4070383 h 5724538"/>
              <a:gd name="connsiteX1033" fmla="*/ 3728965 w 4840150"/>
              <a:gd name="connsiteY1033" fmla="*/ 4065743 h 5724538"/>
              <a:gd name="connsiteX1034" fmla="*/ 4710502 w 4840150"/>
              <a:gd name="connsiteY1034" fmla="*/ 4061954 h 5724538"/>
              <a:gd name="connsiteX1035" fmla="*/ 4748430 w 4840150"/>
              <a:gd name="connsiteY1035" fmla="*/ 4087703 h 5724538"/>
              <a:gd name="connsiteX1036" fmla="*/ 4748430 w 4840150"/>
              <a:gd name="connsiteY1036" fmla="*/ 4164410 h 5724538"/>
              <a:gd name="connsiteX1037" fmla="*/ 4701416 w 4840150"/>
              <a:gd name="connsiteY1037" fmla="*/ 4147089 h 5724538"/>
              <a:gd name="connsiteX1038" fmla="*/ 4701416 w 4840150"/>
              <a:gd name="connsiteY1038" fmla="*/ 4070382 h 5724538"/>
              <a:gd name="connsiteX1039" fmla="*/ 4710502 w 4840150"/>
              <a:gd name="connsiteY1039" fmla="*/ 4061954 h 5724538"/>
              <a:gd name="connsiteX1040" fmla="*/ 1933090 w 4840150"/>
              <a:gd name="connsiteY1040" fmla="*/ 4059482 h 5724538"/>
              <a:gd name="connsiteX1041" fmla="*/ 1954799 w 4840150"/>
              <a:gd name="connsiteY1041" fmla="*/ 4077805 h 5724538"/>
              <a:gd name="connsiteX1042" fmla="*/ 1954799 w 4840150"/>
              <a:gd name="connsiteY1042" fmla="*/ 4139666 h 5724538"/>
              <a:gd name="connsiteX1043" fmla="*/ 1952851 w 4840150"/>
              <a:gd name="connsiteY1043" fmla="*/ 4140754 h 5724538"/>
              <a:gd name="connsiteX1044" fmla="*/ 1902836 w 4840150"/>
              <a:gd name="connsiteY1044" fmla="*/ 4124819 h 5724538"/>
              <a:gd name="connsiteX1045" fmla="*/ 1902836 w 4840150"/>
              <a:gd name="connsiteY1045" fmla="*/ 4062958 h 5724538"/>
              <a:gd name="connsiteX1046" fmla="*/ 1904783 w 4840150"/>
              <a:gd name="connsiteY1046" fmla="*/ 4061870 h 5724538"/>
              <a:gd name="connsiteX1047" fmla="*/ 1933090 w 4840150"/>
              <a:gd name="connsiteY1047" fmla="*/ 4059482 h 5724538"/>
              <a:gd name="connsiteX1048" fmla="*/ 4565631 w 4840150"/>
              <a:gd name="connsiteY1048" fmla="*/ 4055845 h 5724538"/>
              <a:gd name="connsiteX1049" fmla="*/ 4575219 w 4840150"/>
              <a:gd name="connsiteY1049" fmla="*/ 4067908 h 5724538"/>
              <a:gd name="connsiteX1050" fmla="*/ 4575219 w 4840150"/>
              <a:gd name="connsiteY1050" fmla="*/ 4105024 h 5724538"/>
              <a:gd name="connsiteX1051" fmla="*/ 4550475 w 4840150"/>
              <a:gd name="connsiteY1051" fmla="*/ 4105024 h 5724538"/>
              <a:gd name="connsiteX1052" fmla="*/ 4550475 w 4840150"/>
              <a:gd name="connsiteY1052" fmla="*/ 4067908 h 5724538"/>
              <a:gd name="connsiteX1053" fmla="*/ 4565631 w 4840150"/>
              <a:gd name="connsiteY1053" fmla="*/ 4055845 h 5724538"/>
              <a:gd name="connsiteX1054" fmla="*/ 2631594 w 4840150"/>
              <a:gd name="connsiteY1054" fmla="*/ 4043666 h 5724538"/>
              <a:gd name="connsiteX1055" fmla="*/ 2689705 w 4840150"/>
              <a:gd name="connsiteY1055" fmla="*/ 4075331 h 5724538"/>
              <a:gd name="connsiteX1056" fmla="*/ 2689705 w 4840150"/>
              <a:gd name="connsiteY1056" fmla="*/ 4171834 h 5724538"/>
              <a:gd name="connsiteX1057" fmla="*/ 2612997 w 4840150"/>
              <a:gd name="connsiteY1057" fmla="*/ 4149564 h 5724538"/>
              <a:gd name="connsiteX1058" fmla="*/ 2612997 w 4840150"/>
              <a:gd name="connsiteY1058" fmla="*/ 4053061 h 5724538"/>
              <a:gd name="connsiteX1059" fmla="*/ 2631594 w 4840150"/>
              <a:gd name="connsiteY1059" fmla="*/ 4043666 h 5724538"/>
              <a:gd name="connsiteX1060" fmla="*/ 3992801 w 4840150"/>
              <a:gd name="connsiteY1060" fmla="*/ 4033576 h 5724538"/>
              <a:gd name="connsiteX1061" fmla="*/ 4013524 w 4840150"/>
              <a:gd name="connsiteY1061" fmla="*/ 4053061 h 5724538"/>
              <a:gd name="connsiteX1062" fmla="*/ 4013524 w 4840150"/>
              <a:gd name="connsiteY1062" fmla="*/ 4112448 h 5724538"/>
              <a:gd name="connsiteX1063" fmla="*/ 3973933 w 4840150"/>
              <a:gd name="connsiteY1063" fmla="*/ 4097601 h 5724538"/>
              <a:gd name="connsiteX1064" fmla="*/ 3973933 w 4840150"/>
              <a:gd name="connsiteY1064" fmla="*/ 4038215 h 5724538"/>
              <a:gd name="connsiteX1065" fmla="*/ 3992801 w 4840150"/>
              <a:gd name="connsiteY1065" fmla="*/ 4033576 h 5724538"/>
              <a:gd name="connsiteX1066" fmla="*/ 2103549 w 4840150"/>
              <a:gd name="connsiteY1066" fmla="*/ 4029035 h 5724538"/>
              <a:gd name="connsiteX1067" fmla="*/ 2155228 w 4840150"/>
              <a:gd name="connsiteY1067" fmla="*/ 4050587 h 5724538"/>
              <a:gd name="connsiteX1068" fmla="*/ 2155228 w 4840150"/>
              <a:gd name="connsiteY1068" fmla="*/ 4119871 h 5724538"/>
              <a:gd name="connsiteX1069" fmla="*/ 2148564 w 4840150"/>
              <a:gd name="connsiteY1069" fmla="*/ 4123880 h 5724538"/>
              <a:gd name="connsiteX1070" fmla="*/ 2095841 w 4840150"/>
              <a:gd name="connsiteY1070" fmla="*/ 4105025 h 5724538"/>
              <a:gd name="connsiteX1071" fmla="*/ 2095841 w 4840150"/>
              <a:gd name="connsiteY1071" fmla="*/ 4033266 h 5724538"/>
              <a:gd name="connsiteX1072" fmla="*/ 2103549 w 4840150"/>
              <a:gd name="connsiteY1072" fmla="*/ 4029035 h 5724538"/>
              <a:gd name="connsiteX1073" fmla="*/ 4140030 w 4840150"/>
              <a:gd name="connsiteY1073" fmla="*/ 4028007 h 5724538"/>
              <a:gd name="connsiteX1074" fmla="*/ 4164465 w 4840150"/>
              <a:gd name="connsiteY1074" fmla="*/ 4050587 h 5724538"/>
              <a:gd name="connsiteX1075" fmla="*/ 4164465 w 4840150"/>
              <a:gd name="connsiteY1075" fmla="*/ 4119870 h 5724538"/>
              <a:gd name="connsiteX1076" fmla="*/ 4117450 w 4840150"/>
              <a:gd name="connsiteY1076" fmla="*/ 4105024 h 5724538"/>
              <a:gd name="connsiteX1077" fmla="*/ 4117450 w 4840150"/>
              <a:gd name="connsiteY1077" fmla="*/ 4033265 h 5724538"/>
              <a:gd name="connsiteX1078" fmla="*/ 4140030 w 4840150"/>
              <a:gd name="connsiteY1078" fmla="*/ 4028007 h 5724538"/>
              <a:gd name="connsiteX1079" fmla="*/ 4804414 w 4840150"/>
              <a:gd name="connsiteY1079" fmla="*/ 4026771 h 5724538"/>
              <a:gd name="connsiteX1080" fmla="*/ 4825137 w 4840150"/>
              <a:gd name="connsiteY1080" fmla="*/ 4048113 h 5724538"/>
              <a:gd name="connsiteX1081" fmla="*/ 4825137 w 4840150"/>
              <a:gd name="connsiteY1081" fmla="*/ 4112448 h 5724538"/>
              <a:gd name="connsiteX1082" fmla="*/ 4785546 w 4840150"/>
              <a:gd name="connsiteY1082" fmla="*/ 4097601 h 5724538"/>
              <a:gd name="connsiteX1083" fmla="*/ 4785546 w 4840150"/>
              <a:gd name="connsiteY1083" fmla="*/ 4033266 h 5724538"/>
              <a:gd name="connsiteX1084" fmla="*/ 4804414 w 4840150"/>
              <a:gd name="connsiteY1084" fmla="*/ 4026771 h 5724538"/>
              <a:gd name="connsiteX1085" fmla="*/ 4271175 w 4840150"/>
              <a:gd name="connsiteY1085" fmla="*/ 4023986 h 5724538"/>
              <a:gd name="connsiteX1086" fmla="*/ 4290661 w 4840150"/>
              <a:gd name="connsiteY1086" fmla="*/ 4040689 h 5724538"/>
              <a:gd name="connsiteX1087" fmla="*/ 4290661 w 4840150"/>
              <a:gd name="connsiteY1087" fmla="*/ 4097600 h 5724538"/>
              <a:gd name="connsiteX1088" fmla="*/ 4253544 w 4840150"/>
              <a:gd name="connsiteY1088" fmla="*/ 4097600 h 5724538"/>
              <a:gd name="connsiteX1089" fmla="*/ 4253544 w 4840150"/>
              <a:gd name="connsiteY1089" fmla="*/ 4040689 h 5724538"/>
              <a:gd name="connsiteX1090" fmla="*/ 4271175 w 4840150"/>
              <a:gd name="connsiteY1090" fmla="*/ 4023986 h 5724538"/>
              <a:gd name="connsiteX1091" fmla="*/ 3826705 w 4840150"/>
              <a:gd name="connsiteY1091" fmla="*/ 4013470 h 5724538"/>
              <a:gd name="connsiteX1092" fmla="*/ 3842788 w 4840150"/>
              <a:gd name="connsiteY1092" fmla="*/ 4030791 h 5724538"/>
              <a:gd name="connsiteX1093" fmla="*/ 3842788 w 4840150"/>
              <a:gd name="connsiteY1093" fmla="*/ 4087703 h 5724538"/>
              <a:gd name="connsiteX1094" fmla="*/ 3803197 w 4840150"/>
              <a:gd name="connsiteY1094" fmla="*/ 4072856 h 5724538"/>
              <a:gd name="connsiteX1095" fmla="*/ 3803197 w 4840150"/>
              <a:gd name="connsiteY1095" fmla="*/ 4018419 h 5724538"/>
              <a:gd name="connsiteX1096" fmla="*/ 3826705 w 4840150"/>
              <a:gd name="connsiteY1096" fmla="*/ 4013470 h 5724538"/>
              <a:gd name="connsiteX1097" fmla="*/ 4656258 w 4840150"/>
              <a:gd name="connsiteY1097" fmla="*/ 4007903 h 5724538"/>
              <a:gd name="connsiteX1098" fmla="*/ 4669248 w 4840150"/>
              <a:gd name="connsiteY1098" fmla="*/ 4023368 h 5724538"/>
              <a:gd name="connsiteX1099" fmla="*/ 4669248 w 4840150"/>
              <a:gd name="connsiteY1099" fmla="*/ 4070382 h 5724538"/>
              <a:gd name="connsiteX1100" fmla="*/ 4639555 w 4840150"/>
              <a:gd name="connsiteY1100" fmla="*/ 4060484 h 5724538"/>
              <a:gd name="connsiteX1101" fmla="*/ 4639555 w 4840150"/>
              <a:gd name="connsiteY1101" fmla="*/ 4010996 h 5724538"/>
              <a:gd name="connsiteX1102" fmla="*/ 4656258 w 4840150"/>
              <a:gd name="connsiteY1102" fmla="*/ 4007903 h 5724538"/>
              <a:gd name="connsiteX1103" fmla="*/ 4389947 w 4840150"/>
              <a:gd name="connsiteY1103" fmla="*/ 4006975 h 5724538"/>
              <a:gd name="connsiteX1104" fmla="*/ 4402010 w 4840150"/>
              <a:gd name="connsiteY1104" fmla="*/ 4020893 h 5724538"/>
              <a:gd name="connsiteX1105" fmla="*/ 4402010 w 4840150"/>
              <a:gd name="connsiteY1105" fmla="*/ 4065433 h 5724538"/>
              <a:gd name="connsiteX1106" fmla="*/ 4372316 w 4840150"/>
              <a:gd name="connsiteY1106" fmla="*/ 4065433 h 5724538"/>
              <a:gd name="connsiteX1107" fmla="*/ 4372316 w 4840150"/>
              <a:gd name="connsiteY1107" fmla="*/ 4020893 h 5724538"/>
              <a:gd name="connsiteX1108" fmla="*/ 4389947 w 4840150"/>
              <a:gd name="connsiteY1108" fmla="*/ 4006975 h 5724538"/>
              <a:gd name="connsiteX1109" fmla="*/ 2813116 w 4840150"/>
              <a:gd name="connsiteY1109" fmla="*/ 3990582 h 5724538"/>
              <a:gd name="connsiteX1110" fmla="*/ 2860440 w 4840150"/>
              <a:gd name="connsiteY1110" fmla="*/ 4018419 h 5724538"/>
              <a:gd name="connsiteX1111" fmla="*/ 2860440 w 4840150"/>
              <a:gd name="connsiteY1111" fmla="*/ 4097601 h 5724538"/>
              <a:gd name="connsiteX1112" fmla="*/ 2798579 w 4840150"/>
              <a:gd name="connsiteY1112" fmla="*/ 4077806 h 5724538"/>
              <a:gd name="connsiteX1113" fmla="*/ 2798579 w 4840150"/>
              <a:gd name="connsiteY1113" fmla="*/ 3998624 h 5724538"/>
              <a:gd name="connsiteX1114" fmla="*/ 2813116 w 4840150"/>
              <a:gd name="connsiteY1114" fmla="*/ 3990582 h 5724538"/>
              <a:gd name="connsiteX1115" fmla="*/ 2322424 w 4840150"/>
              <a:gd name="connsiteY1115" fmla="*/ 3988278 h 5724538"/>
              <a:gd name="connsiteX1116" fmla="*/ 2350708 w 4840150"/>
              <a:gd name="connsiteY1116" fmla="*/ 4013470 h 5724538"/>
              <a:gd name="connsiteX1117" fmla="*/ 2350708 w 4840150"/>
              <a:gd name="connsiteY1117" fmla="*/ 4100075 h 5724538"/>
              <a:gd name="connsiteX1118" fmla="*/ 2340258 w 4840150"/>
              <a:gd name="connsiteY1118" fmla="*/ 4106014 h 5724538"/>
              <a:gd name="connsiteX1119" fmla="*/ 2278949 w 4840150"/>
              <a:gd name="connsiteY1119" fmla="*/ 4080280 h 5724538"/>
              <a:gd name="connsiteX1120" fmla="*/ 2278949 w 4840150"/>
              <a:gd name="connsiteY1120" fmla="*/ 3993675 h 5724538"/>
              <a:gd name="connsiteX1121" fmla="*/ 2284611 w 4840150"/>
              <a:gd name="connsiteY1121" fmla="*/ 3990458 h 5724538"/>
              <a:gd name="connsiteX1122" fmla="*/ 2322424 w 4840150"/>
              <a:gd name="connsiteY1122" fmla="*/ 3988278 h 5724538"/>
              <a:gd name="connsiteX1123" fmla="*/ 4590066 w 4840150"/>
              <a:gd name="connsiteY1123" fmla="*/ 3973880 h 5724538"/>
              <a:gd name="connsiteX1124" fmla="*/ 4590066 w 4840150"/>
              <a:gd name="connsiteY1124" fmla="*/ 3974189 h 5724538"/>
              <a:gd name="connsiteX1125" fmla="*/ 4590066 w 4840150"/>
              <a:gd name="connsiteY1125" fmla="*/ 3976354 h 5724538"/>
              <a:gd name="connsiteX1126" fmla="*/ 4590066 w 4840150"/>
              <a:gd name="connsiteY1126" fmla="*/ 3973880 h 5724538"/>
              <a:gd name="connsiteX1127" fmla="*/ 4497585 w 4840150"/>
              <a:gd name="connsiteY1127" fmla="*/ 3966456 h 5724538"/>
              <a:gd name="connsiteX1128" fmla="*/ 4510885 w 4840150"/>
              <a:gd name="connsiteY1128" fmla="*/ 3983777 h 5724538"/>
              <a:gd name="connsiteX1129" fmla="*/ 4510885 w 4840150"/>
              <a:gd name="connsiteY1129" fmla="*/ 4038214 h 5724538"/>
              <a:gd name="connsiteX1130" fmla="*/ 4478717 w 4840150"/>
              <a:gd name="connsiteY1130" fmla="*/ 4025842 h 5724538"/>
              <a:gd name="connsiteX1131" fmla="*/ 4478717 w 4840150"/>
              <a:gd name="connsiteY1131" fmla="*/ 3971405 h 5724538"/>
              <a:gd name="connsiteX1132" fmla="*/ 4497585 w 4840150"/>
              <a:gd name="connsiteY1132" fmla="*/ 3966456 h 5724538"/>
              <a:gd name="connsiteX1133" fmla="*/ 3910100 w 4840150"/>
              <a:gd name="connsiteY1133" fmla="*/ 3964485 h 5724538"/>
              <a:gd name="connsiteX1134" fmla="*/ 3912072 w 4840150"/>
              <a:gd name="connsiteY1134" fmla="*/ 3973880 h 5724538"/>
              <a:gd name="connsiteX1135" fmla="*/ 3912072 w 4840150"/>
              <a:gd name="connsiteY1135" fmla="*/ 3996150 h 5724538"/>
              <a:gd name="connsiteX1136" fmla="*/ 3897226 w 4840150"/>
              <a:gd name="connsiteY1136" fmla="*/ 3996150 h 5724538"/>
              <a:gd name="connsiteX1137" fmla="*/ 3897226 w 4840150"/>
              <a:gd name="connsiteY1137" fmla="*/ 3973880 h 5724538"/>
              <a:gd name="connsiteX1138" fmla="*/ 3910100 w 4840150"/>
              <a:gd name="connsiteY1138" fmla="*/ 3964485 h 5724538"/>
              <a:gd name="connsiteX1139" fmla="*/ 2474429 w 4840150"/>
              <a:gd name="connsiteY1139" fmla="*/ 3959033 h 5724538"/>
              <a:gd name="connsiteX1140" fmla="*/ 2528867 w 4840150"/>
              <a:gd name="connsiteY1140" fmla="*/ 3983777 h 5724538"/>
              <a:gd name="connsiteX1141" fmla="*/ 2528867 w 4840150"/>
              <a:gd name="connsiteY1141" fmla="*/ 4050587 h 5724538"/>
              <a:gd name="connsiteX1142" fmla="*/ 2514391 w 4840150"/>
              <a:gd name="connsiteY1142" fmla="*/ 4056649 h 5724538"/>
              <a:gd name="connsiteX1143" fmla="*/ 2474429 w 4840150"/>
              <a:gd name="connsiteY1143" fmla="*/ 4028317 h 5724538"/>
              <a:gd name="connsiteX1144" fmla="*/ 2474429 w 4840150"/>
              <a:gd name="connsiteY1144" fmla="*/ 3959033 h 5724538"/>
              <a:gd name="connsiteX1145" fmla="*/ 4735748 w 4840150"/>
              <a:gd name="connsiteY1145" fmla="*/ 3952538 h 5724538"/>
              <a:gd name="connsiteX1146" fmla="*/ 4758327 w 4840150"/>
              <a:gd name="connsiteY1146" fmla="*/ 3973880 h 5724538"/>
              <a:gd name="connsiteX1147" fmla="*/ 4758327 w 4840150"/>
              <a:gd name="connsiteY1147" fmla="*/ 4040689 h 5724538"/>
              <a:gd name="connsiteX1148" fmla="*/ 4718736 w 4840150"/>
              <a:gd name="connsiteY1148" fmla="*/ 4023368 h 5724538"/>
              <a:gd name="connsiteX1149" fmla="*/ 4718736 w 4840150"/>
              <a:gd name="connsiteY1149" fmla="*/ 3959033 h 5724538"/>
              <a:gd name="connsiteX1150" fmla="*/ 4735748 w 4840150"/>
              <a:gd name="connsiteY1150" fmla="*/ 3952538 h 5724538"/>
              <a:gd name="connsiteX1151" fmla="*/ 4052149 w 4840150"/>
              <a:gd name="connsiteY1151" fmla="*/ 3948400 h 5724538"/>
              <a:gd name="connsiteX1152" fmla="*/ 4080333 w 4840150"/>
              <a:gd name="connsiteY1152" fmla="*/ 3968930 h 5724538"/>
              <a:gd name="connsiteX1153" fmla="*/ 4080333 w 4840150"/>
              <a:gd name="connsiteY1153" fmla="*/ 4028317 h 5724538"/>
              <a:gd name="connsiteX1154" fmla="*/ 4043217 w 4840150"/>
              <a:gd name="connsiteY1154" fmla="*/ 4013470 h 5724538"/>
              <a:gd name="connsiteX1155" fmla="*/ 4043217 w 4840150"/>
              <a:gd name="connsiteY1155" fmla="*/ 3954083 h 5724538"/>
              <a:gd name="connsiteX1156" fmla="*/ 4052149 w 4840150"/>
              <a:gd name="connsiteY1156" fmla="*/ 3948400 h 5724538"/>
              <a:gd name="connsiteX1157" fmla="*/ 4185497 w 4840150"/>
              <a:gd name="connsiteY1157" fmla="*/ 3938619 h 5724538"/>
              <a:gd name="connsiteX1158" fmla="*/ 4206530 w 4840150"/>
              <a:gd name="connsiteY1158" fmla="*/ 3959033 h 5724538"/>
              <a:gd name="connsiteX1159" fmla="*/ 4206530 w 4840150"/>
              <a:gd name="connsiteY1159" fmla="*/ 4020893 h 5724538"/>
              <a:gd name="connsiteX1160" fmla="*/ 4164464 w 4840150"/>
              <a:gd name="connsiteY1160" fmla="*/ 4006047 h 5724538"/>
              <a:gd name="connsiteX1161" fmla="*/ 4164464 w 4840150"/>
              <a:gd name="connsiteY1161" fmla="*/ 3944186 h 5724538"/>
              <a:gd name="connsiteX1162" fmla="*/ 4185497 w 4840150"/>
              <a:gd name="connsiteY1162" fmla="*/ 3938619 h 5724538"/>
              <a:gd name="connsiteX1163" fmla="*/ 1972120 w 4840150"/>
              <a:gd name="connsiteY1163" fmla="*/ 3919442 h 5724538"/>
              <a:gd name="connsiteX1164" fmla="*/ 1991915 w 4840150"/>
              <a:gd name="connsiteY1164" fmla="*/ 3919442 h 5724538"/>
              <a:gd name="connsiteX1165" fmla="*/ 1991915 w 4840150"/>
              <a:gd name="connsiteY1165" fmla="*/ 3944186 h 5724538"/>
              <a:gd name="connsiteX1166" fmla="*/ 1972120 w 4840150"/>
              <a:gd name="connsiteY1166" fmla="*/ 3944186 h 5724538"/>
              <a:gd name="connsiteX1167" fmla="*/ 1972120 w 4840150"/>
              <a:gd name="connsiteY1167" fmla="*/ 3919442 h 5724538"/>
              <a:gd name="connsiteX1168" fmla="*/ 3733913 w 4840150"/>
              <a:gd name="connsiteY1168" fmla="*/ 3918824 h 5724538"/>
              <a:gd name="connsiteX1169" fmla="*/ 3746285 w 4840150"/>
              <a:gd name="connsiteY1169" fmla="*/ 3934289 h 5724538"/>
              <a:gd name="connsiteX1170" fmla="*/ 3746285 w 4840150"/>
              <a:gd name="connsiteY1170" fmla="*/ 3978829 h 5724538"/>
              <a:gd name="connsiteX1171" fmla="*/ 3711643 w 4840150"/>
              <a:gd name="connsiteY1171" fmla="*/ 3959033 h 5724538"/>
              <a:gd name="connsiteX1172" fmla="*/ 3714118 w 4840150"/>
              <a:gd name="connsiteY1172" fmla="*/ 3921917 h 5724538"/>
              <a:gd name="connsiteX1173" fmla="*/ 3733913 w 4840150"/>
              <a:gd name="connsiteY1173" fmla="*/ 3918824 h 5724538"/>
              <a:gd name="connsiteX1174" fmla="*/ 936635 w 4840150"/>
              <a:gd name="connsiteY1174" fmla="*/ 3918471 h 5724538"/>
              <a:gd name="connsiteX1175" fmla="*/ 957607 w 4840150"/>
              <a:gd name="connsiteY1175" fmla="*/ 3934289 h 5724538"/>
              <a:gd name="connsiteX1176" fmla="*/ 958108 w 4840150"/>
              <a:gd name="connsiteY1176" fmla="*/ 3934784 h 5724538"/>
              <a:gd name="connsiteX1177" fmla="*/ 957607 w 4840150"/>
              <a:gd name="connsiteY1177" fmla="*/ 3983778 h 5724538"/>
              <a:gd name="connsiteX1178" fmla="*/ 910594 w 4840150"/>
              <a:gd name="connsiteY1178" fmla="*/ 3971405 h 5724538"/>
              <a:gd name="connsiteX1179" fmla="*/ 910594 w 4840150"/>
              <a:gd name="connsiteY1179" fmla="*/ 3921917 h 5724538"/>
              <a:gd name="connsiteX1180" fmla="*/ 936635 w 4840150"/>
              <a:gd name="connsiteY1180" fmla="*/ 3918471 h 5724538"/>
              <a:gd name="connsiteX1181" fmla="*/ 4425208 w 4840150"/>
              <a:gd name="connsiteY1181" fmla="*/ 3916659 h 5724538"/>
              <a:gd name="connsiteX1182" fmla="*/ 4426754 w 4840150"/>
              <a:gd name="connsiteY1182" fmla="*/ 3919442 h 5724538"/>
              <a:gd name="connsiteX1183" fmla="*/ 4426754 w 4840150"/>
              <a:gd name="connsiteY1183" fmla="*/ 3939238 h 5724538"/>
              <a:gd name="connsiteX1184" fmla="*/ 4414382 w 4840150"/>
              <a:gd name="connsiteY1184" fmla="*/ 3939238 h 5724538"/>
              <a:gd name="connsiteX1185" fmla="*/ 4414382 w 4840150"/>
              <a:gd name="connsiteY1185" fmla="*/ 3919442 h 5724538"/>
              <a:gd name="connsiteX1186" fmla="*/ 4425208 w 4840150"/>
              <a:gd name="connsiteY1186" fmla="*/ 3916659 h 5724538"/>
              <a:gd name="connsiteX1187" fmla="*/ 4314477 w 4840150"/>
              <a:gd name="connsiteY1187" fmla="*/ 3914802 h 5724538"/>
              <a:gd name="connsiteX1188" fmla="*/ 4335200 w 4840150"/>
              <a:gd name="connsiteY1188" fmla="*/ 3934288 h 5724538"/>
              <a:gd name="connsiteX1189" fmla="*/ 4335200 w 4840150"/>
              <a:gd name="connsiteY1189" fmla="*/ 3996149 h 5724538"/>
              <a:gd name="connsiteX1190" fmla="*/ 4295610 w 4840150"/>
              <a:gd name="connsiteY1190" fmla="*/ 3981302 h 5724538"/>
              <a:gd name="connsiteX1191" fmla="*/ 4295610 w 4840150"/>
              <a:gd name="connsiteY1191" fmla="*/ 3919442 h 5724538"/>
              <a:gd name="connsiteX1192" fmla="*/ 4314477 w 4840150"/>
              <a:gd name="connsiteY1192" fmla="*/ 3914802 h 5724538"/>
              <a:gd name="connsiteX1193" fmla="*/ 1584284 w 4840150"/>
              <a:gd name="connsiteY1193" fmla="*/ 3913856 h 5724538"/>
              <a:gd name="connsiteX1194" fmla="*/ 1603429 w 4840150"/>
              <a:gd name="connsiteY1194" fmla="*/ 3929339 h 5724538"/>
              <a:gd name="connsiteX1195" fmla="*/ 1603429 w 4840150"/>
              <a:gd name="connsiteY1195" fmla="*/ 3978828 h 5724538"/>
              <a:gd name="connsiteX1196" fmla="*/ 1602519 w 4840150"/>
              <a:gd name="connsiteY1196" fmla="*/ 3979348 h 5724538"/>
              <a:gd name="connsiteX1197" fmla="*/ 1558890 w 4840150"/>
              <a:gd name="connsiteY1197" fmla="*/ 3966456 h 5724538"/>
              <a:gd name="connsiteX1198" fmla="*/ 1558890 w 4840150"/>
              <a:gd name="connsiteY1198" fmla="*/ 3916967 h 5724538"/>
              <a:gd name="connsiteX1199" fmla="*/ 1559800 w 4840150"/>
              <a:gd name="connsiteY1199" fmla="*/ 3916448 h 5724538"/>
              <a:gd name="connsiteX1200" fmla="*/ 1584284 w 4840150"/>
              <a:gd name="connsiteY1200" fmla="*/ 3913856 h 5724538"/>
              <a:gd name="connsiteX1201" fmla="*/ 4671452 w 4840150"/>
              <a:gd name="connsiteY1201" fmla="*/ 3911749 h 5724538"/>
              <a:gd name="connsiteX1202" fmla="*/ 4675125 w 4840150"/>
              <a:gd name="connsiteY1202" fmla="*/ 3912329 h 5724538"/>
              <a:gd name="connsiteX1203" fmla="*/ 4676671 w 4840150"/>
              <a:gd name="connsiteY1203" fmla="*/ 3916968 h 5724538"/>
              <a:gd name="connsiteX1204" fmla="*/ 4676671 w 4840150"/>
              <a:gd name="connsiteY1204" fmla="*/ 3939238 h 5724538"/>
              <a:gd name="connsiteX1205" fmla="*/ 4664299 w 4840150"/>
              <a:gd name="connsiteY1205" fmla="*/ 3939238 h 5724538"/>
              <a:gd name="connsiteX1206" fmla="*/ 4664299 w 4840150"/>
              <a:gd name="connsiteY1206" fmla="*/ 3916968 h 5724538"/>
              <a:gd name="connsiteX1207" fmla="*/ 4671452 w 4840150"/>
              <a:gd name="connsiteY1207" fmla="*/ 3911749 h 5724538"/>
              <a:gd name="connsiteX1208" fmla="*/ 4804375 w 4840150"/>
              <a:gd name="connsiteY1208" fmla="*/ 3908849 h 5724538"/>
              <a:gd name="connsiteX1209" fmla="*/ 4832560 w 4840150"/>
              <a:gd name="connsiteY1209" fmla="*/ 3931814 h 5724538"/>
              <a:gd name="connsiteX1210" fmla="*/ 4832560 w 4840150"/>
              <a:gd name="connsiteY1210" fmla="*/ 3993675 h 5724538"/>
              <a:gd name="connsiteX1211" fmla="*/ 4795444 w 4840150"/>
              <a:gd name="connsiteY1211" fmla="*/ 3978828 h 5724538"/>
              <a:gd name="connsiteX1212" fmla="*/ 4795444 w 4840150"/>
              <a:gd name="connsiteY1212" fmla="*/ 3914493 h 5724538"/>
              <a:gd name="connsiteX1213" fmla="*/ 4804375 w 4840150"/>
              <a:gd name="connsiteY1213" fmla="*/ 3908849 h 5724538"/>
              <a:gd name="connsiteX1214" fmla="*/ 1161347 w 4840150"/>
              <a:gd name="connsiteY1214" fmla="*/ 3907757 h 5724538"/>
              <a:gd name="connsiteX1215" fmla="*/ 1187731 w 4840150"/>
              <a:gd name="connsiteY1215" fmla="*/ 3929340 h 5724538"/>
              <a:gd name="connsiteX1216" fmla="*/ 1187731 w 4840150"/>
              <a:gd name="connsiteY1216" fmla="*/ 3996149 h 5724538"/>
              <a:gd name="connsiteX1217" fmla="*/ 1165736 w 4840150"/>
              <a:gd name="connsiteY1217" fmla="*/ 4010031 h 5724538"/>
              <a:gd name="connsiteX1218" fmla="*/ 1111024 w 4840150"/>
              <a:gd name="connsiteY1218" fmla="*/ 3978828 h 5724538"/>
              <a:gd name="connsiteX1219" fmla="*/ 1125870 w 4840150"/>
              <a:gd name="connsiteY1219" fmla="*/ 3912019 h 5724538"/>
              <a:gd name="connsiteX1220" fmla="*/ 1127429 w 4840150"/>
              <a:gd name="connsiteY1220" fmla="*/ 3911153 h 5724538"/>
              <a:gd name="connsiteX1221" fmla="*/ 1161347 w 4840150"/>
              <a:gd name="connsiteY1221" fmla="*/ 3907757 h 5724538"/>
              <a:gd name="connsiteX1222" fmla="*/ 1389987 w 4840150"/>
              <a:gd name="connsiteY1222" fmla="*/ 3901627 h 5724538"/>
              <a:gd name="connsiteX1223" fmla="*/ 1417848 w 4840150"/>
              <a:gd name="connsiteY1223" fmla="*/ 3924391 h 5724538"/>
              <a:gd name="connsiteX1224" fmla="*/ 1405476 w 4840150"/>
              <a:gd name="connsiteY1224" fmla="*/ 3998624 h 5724538"/>
              <a:gd name="connsiteX1225" fmla="*/ 1403724 w 4840150"/>
              <a:gd name="connsiteY1225" fmla="*/ 3999663 h 5724538"/>
              <a:gd name="connsiteX1226" fmla="*/ 1336192 w 4840150"/>
              <a:gd name="connsiteY1226" fmla="*/ 3981303 h 5724538"/>
              <a:gd name="connsiteX1227" fmla="*/ 1351038 w 4840150"/>
              <a:gd name="connsiteY1227" fmla="*/ 3907070 h 5724538"/>
              <a:gd name="connsiteX1228" fmla="*/ 1354183 w 4840150"/>
              <a:gd name="connsiteY1228" fmla="*/ 3905214 h 5724538"/>
              <a:gd name="connsiteX1229" fmla="*/ 1389987 w 4840150"/>
              <a:gd name="connsiteY1229" fmla="*/ 3901627 h 5724538"/>
              <a:gd name="connsiteX1230" fmla="*/ 2848068 w 4840150"/>
              <a:gd name="connsiteY1230" fmla="*/ 3899647 h 5724538"/>
              <a:gd name="connsiteX1231" fmla="*/ 2860440 w 4840150"/>
              <a:gd name="connsiteY1231" fmla="*/ 3899647 h 5724538"/>
              <a:gd name="connsiteX1232" fmla="*/ 2860440 w 4840150"/>
              <a:gd name="connsiteY1232" fmla="*/ 3914493 h 5724538"/>
              <a:gd name="connsiteX1233" fmla="*/ 2848068 w 4840150"/>
              <a:gd name="connsiteY1233" fmla="*/ 3914493 h 5724538"/>
              <a:gd name="connsiteX1234" fmla="*/ 2848068 w 4840150"/>
              <a:gd name="connsiteY1234" fmla="*/ 3899647 h 5724538"/>
              <a:gd name="connsiteX1235" fmla="*/ 2665849 w 4840150"/>
              <a:gd name="connsiteY1235" fmla="*/ 3896632 h 5724538"/>
              <a:gd name="connsiteX1236" fmla="*/ 2721872 w 4840150"/>
              <a:gd name="connsiteY1236" fmla="*/ 3929340 h 5724538"/>
              <a:gd name="connsiteX1237" fmla="*/ 2721872 w 4840150"/>
              <a:gd name="connsiteY1237" fmla="*/ 4020894 h 5724538"/>
              <a:gd name="connsiteX1238" fmla="*/ 2647639 w 4840150"/>
              <a:gd name="connsiteY1238" fmla="*/ 3998624 h 5724538"/>
              <a:gd name="connsiteX1239" fmla="*/ 2647639 w 4840150"/>
              <a:gd name="connsiteY1239" fmla="*/ 3904596 h 5724538"/>
              <a:gd name="connsiteX1240" fmla="*/ 2665849 w 4840150"/>
              <a:gd name="connsiteY1240" fmla="*/ 3896632 h 5724538"/>
              <a:gd name="connsiteX1241" fmla="*/ 3822993 w 4840150"/>
              <a:gd name="connsiteY1241" fmla="*/ 3894697 h 5724538"/>
              <a:gd name="connsiteX1242" fmla="*/ 3822993 w 4840150"/>
              <a:gd name="connsiteY1242" fmla="*/ 3897172 h 5724538"/>
              <a:gd name="connsiteX1243" fmla="*/ 3822993 w 4840150"/>
              <a:gd name="connsiteY1243" fmla="*/ 3894697 h 5724538"/>
              <a:gd name="connsiteX1244" fmla="*/ 696400 w 4840150"/>
              <a:gd name="connsiteY1244" fmla="*/ 3881095 h 5724538"/>
              <a:gd name="connsiteX1245" fmla="*/ 764600 w 4840150"/>
              <a:gd name="connsiteY1245" fmla="*/ 3914493 h 5724538"/>
              <a:gd name="connsiteX1246" fmla="*/ 742330 w 4840150"/>
              <a:gd name="connsiteY1246" fmla="*/ 4008521 h 5724538"/>
              <a:gd name="connsiteX1247" fmla="*/ 645827 w 4840150"/>
              <a:gd name="connsiteY1247" fmla="*/ 3986251 h 5724538"/>
              <a:gd name="connsiteX1248" fmla="*/ 670570 w 4840150"/>
              <a:gd name="connsiteY1248" fmla="*/ 3889748 h 5724538"/>
              <a:gd name="connsiteX1249" fmla="*/ 696400 w 4840150"/>
              <a:gd name="connsiteY1249" fmla="*/ 3881095 h 5724538"/>
              <a:gd name="connsiteX1250" fmla="*/ 1753551 w 4840150"/>
              <a:gd name="connsiteY1250" fmla="*/ 3878317 h 5724538"/>
              <a:gd name="connsiteX1251" fmla="*/ 1821180 w 4840150"/>
              <a:gd name="connsiteY1251" fmla="*/ 3907070 h 5724538"/>
              <a:gd name="connsiteX1252" fmla="*/ 1821180 w 4840150"/>
              <a:gd name="connsiteY1252" fmla="*/ 3998624 h 5724538"/>
              <a:gd name="connsiteX1253" fmla="*/ 1799229 w 4840150"/>
              <a:gd name="connsiteY1253" fmla="*/ 4012159 h 5724538"/>
              <a:gd name="connsiteX1254" fmla="*/ 1727151 w 4840150"/>
              <a:gd name="connsiteY1254" fmla="*/ 3976354 h 5724538"/>
              <a:gd name="connsiteX1255" fmla="*/ 1741998 w 4840150"/>
              <a:gd name="connsiteY1255" fmla="*/ 3884800 h 5724538"/>
              <a:gd name="connsiteX1256" fmla="*/ 1753551 w 4840150"/>
              <a:gd name="connsiteY1256" fmla="*/ 3878317 h 5724538"/>
              <a:gd name="connsiteX1257" fmla="*/ 4112077 w 4840150"/>
              <a:gd name="connsiteY1257" fmla="*/ 3877493 h 5724538"/>
              <a:gd name="connsiteX1258" fmla="*/ 4129823 w 4840150"/>
              <a:gd name="connsiteY1258" fmla="*/ 3884800 h 5724538"/>
              <a:gd name="connsiteX1259" fmla="*/ 4129823 w 4840150"/>
              <a:gd name="connsiteY1259" fmla="*/ 3919442 h 5724538"/>
              <a:gd name="connsiteX1260" fmla="*/ 4105078 w 4840150"/>
              <a:gd name="connsiteY1260" fmla="*/ 3919442 h 5724538"/>
              <a:gd name="connsiteX1261" fmla="*/ 4105078 w 4840150"/>
              <a:gd name="connsiteY1261" fmla="*/ 3884800 h 5724538"/>
              <a:gd name="connsiteX1262" fmla="*/ 4112077 w 4840150"/>
              <a:gd name="connsiteY1262" fmla="*/ 3877493 h 5724538"/>
              <a:gd name="connsiteX1263" fmla="*/ 3983831 w 4840150"/>
              <a:gd name="connsiteY1263" fmla="*/ 3863767 h 5724538"/>
              <a:gd name="connsiteX1264" fmla="*/ 3998677 w 4840150"/>
              <a:gd name="connsiteY1264" fmla="*/ 3882325 h 5724538"/>
              <a:gd name="connsiteX1265" fmla="*/ 3998677 w 4840150"/>
              <a:gd name="connsiteY1265" fmla="*/ 3939237 h 5724538"/>
              <a:gd name="connsiteX1266" fmla="*/ 3961561 w 4840150"/>
              <a:gd name="connsiteY1266" fmla="*/ 3924391 h 5724538"/>
              <a:gd name="connsiteX1267" fmla="*/ 3961561 w 4840150"/>
              <a:gd name="connsiteY1267" fmla="*/ 3867479 h 5724538"/>
              <a:gd name="connsiteX1268" fmla="*/ 3983831 w 4840150"/>
              <a:gd name="connsiteY1268" fmla="*/ 3863767 h 5724538"/>
              <a:gd name="connsiteX1269" fmla="*/ 2358692 w 4840150"/>
              <a:gd name="connsiteY1269" fmla="*/ 3846681 h 5724538"/>
              <a:gd name="connsiteX1270" fmla="*/ 2380401 w 4840150"/>
              <a:gd name="connsiteY1270" fmla="*/ 3865004 h 5724538"/>
              <a:gd name="connsiteX1271" fmla="*/ 2380401 w 4840150"/>
              <a:gd name="connsiteY1271" fmla="*/ 3926865 h 5724538"/>
              <a:gd name="connsiteX1272" fmla="*/ 2373794 w 4840150"/>
              <a:gd name="connsiteY1272" fmla="*/ 3930527 h 5724538"/>
              <a:gd name="connsiteX1273" fmla="*/ 2328438 w 4840150"/>
              <a:gd name="connsiteY1273" fmla="*/ 3912018 h 5724538"/>
              <a:gd name="connsiteX1274" fmla="*/ 2328438 w 4840150"/>
              <a:gd name="connsiteY1274" fmla="*/ 3850158 h 5724538"/>
              <a:gd name="connsiteX1275" fmla="*/ 2330385 w 4840150"/>
              <a:gd name="connsiteY1275" fmla="*/ 3849069 h 5724538"/>
              <a:gd name="connsiteX1276" fmla="*/ 2358692 w 4840150"/>
              <a:gd name="connsiteY1276" fmla="*/ 3846681 h 5724538"/>
              <a:gd name="connsiteX1277" fmla="*/ 2153066 w 4840150"/>
              <a:gd name="connsiteY1277" fmla="*/ 3841644 h 5724538"/>
              <a:gd name="connsiteX1278" fmla="*/ 2175612 w 4840150"/>
              <a:gd name="connsiteY1278" fmla="*/ 3844801 h 5724538"/>
              <a:gd name="connsiteX1279" fmla="*/ 2209665 w 4840150"/>
              <a:gd name="connsiteY1279" fmla="*/ 3874902 h 5724538"/>
              <a:gd name="connsiteX1280" fmla="*/ 2209665 w 4840150"/>
              <a:gd name="connsiteY1280" fmla="*/ 3973879 h 5724538"/>
              <a:gd name="connsiteX1281" fmla="*/ 2200275 w 4840150"/>
              <a:gd name="connsiteY1281" fmla="*/ 3979002 h 5724538"/>
              <a:gd name="connsiteX1282" fmla="*/ 2125535 w 4840150"/>
              <a:gd name="connsiteY1282" fmla="*/ 3949135 h 5724538"/>
              <a:gd name="connsiteX1283" fmla="*/ 2125535 w 4840150"/>
              <a:gd name="connsiteY1283" fmla="*/ 3850158 h 5724538"/>
              <a:gd name="connsiteX1284" fmla="*/ 2130246 w 4840150"/>
              <a:gd name="connsiteY1284" fmla="*/ 3847585 h 5724538"/>
              <a:gd name="connsiteX1285" fmla="*/ 2153066 w 4840150"/>
              <a:gd name="connsiteY1285" fmla="*/ 3841644 h 5724538"/>
              <a:gd name="connsiteX1286" fmla="*/ 4340149 w 4840150"/>
              <a:gd name="connsiteY1286" fmla="*/ 3840260 h 5724538"/>
              <a:gd name="connsiteX1287" fmla="*/ 4357470 w 4840150"/>
              <a:gd name="connsiteY1287" fmla="*/ 3840260 h 5724538"/>
              <a:gd name="connsiteX1288" fmla="*/ 4357470 w 4840150"/>
              <a:gd name="connsiteY1288" fmla="*/ 3862530 h 5724538"/>
              <a:gd name="connsiteX1289" fmla="*/ 4340149 w 4840150"/>
              <a:gd name="connsiteY1289" fmla="*/ 3865004 h 5724538"/>
              <a:gd name="connsiteX1290" fmla="*/ 4340149 w 4840150"/>
              <a:gd name="connsiteY1290" fmla="*/ 3840260 h 5724538"/>
              <a:gd name="connsiteX1291" fmla="*/ 4737565 w 4840150"/>
              <a:gd name="connsiteY1291" fmla="*/ 3835660 h 5724538"/>
              <a:gd name="connsiteX1292" fmla="*/ 4765751 w 4840150"/>
              <a:gd name="connsiteY1292" fmla="*/ 3857582 h 5724538"/>
              <a:gd name="connsiteX1293" fmla="*/ 4765751 w 4840150"/>
              <a:gd name="connsiteY1293" fmla="*/ 3919442 h 5724538"/>
              <a:gd name="connsiteX1294" fmla="*/ 4728634 w 4840150"/>
              <a:gd name="connsiteY1294" fmla="*/ 3904596 h 5724538"/>
              <a:gd name="connsiteX1295" fmla="*/ 4728634 w 4840150"/>
              <a:gd name="connsiteY1295" fmla="*/ 3842735 h 5724538"/>
              <a:gd name="connsiteX1296" fmla="*/ 4737565 w 4840150"/>
              <a:gd name="connsiteY1296" fmla="*/ 3835660 h 5724538"/>
              <a:gd name="connsiteX1297" fmla="*/ 4240244 w 4840150"/>
              <a:gd name="connsiteY1297" fmla="*/ 3835621 h 5724538"/>
              <a:gd name="connsiteX1298" fmla="*/ 4260967 w 4840150"/>
              <a:gd name="connsiteY1298" fmla="*/ 3855107 h 5724538"/>
              <a:gd name="connsiteX1299" fmla="*/ 4260967 w 4840150"/>
              <a:gd name="connsiteY1299" fmla="*/ 3914493 h 5724538"/>
              <a:gd name="connsiteX1300" fmla="*/ 4221376 w 4840150"/>
              <a:gd name="connsiteY1300" fmla="*/ 3899647 h 5724538"/>
              <a:gd name="connsiteX1301" fmla="*/ 4221376 w 4840150"/>
              <a:gd name="connsiteY1301" fmla="*/ 3840261 h 5724538"/>
              <a:gd name="connsiteX1302" fmla="*/ 4240244 w 4840150"/>
              <a:gd name="connsiteY1302" fmla="*/ 3835621 h 5724538"/>
              <a:gd name="connsiteX1303" fmla="*/ 2533816 w 4840150"/>
              <a:gd name="connsiteY1303" fmla="*/ 3811495 h 5724538"/>
              <a:gd name="connsiteX1304" fmla="*/ 2561034 w 4840150"/>
              <a:gd name="connsiteY1304" fmla="*/ 3835312 h 5724538"/>
              <a:gd name="connsiteX1305" fmla="*/ 2561034 w 4840150"/>
              <a:gd name="connsiteY1305" fmla="*/ 3899647 h 5724538"/>
              <a:gd name="connsiteX1306" fmla="*/ 2506597 w 4840150"/>
              <a:gd name="connsiteY1306" fmla="*/ 3882326 h 5724538"/>
              <a:gd name="connsiteX1307" fmla="*/ 2506597 w 4840150"/>
              <a:gd name="connsiteY1307" fmla="*/ 3815516 h 5724538"/>
              <a:gd name="connsiteX1308" fmla="*/ 2533816 w 4840150"/>
              <a:gd name="connsiteY1308" fmla="*/ 3811495 h 5724538"/>
              <a:gd name="connsiteX1309" fmla="*/ 4030846 w 4840150"/>
              <a:gd name="connsiteY1309" fmla="*/ 3803144 h 5724538"/>
              <a:gd name="connsiteX1310" fmla="*/ 4048167 w 4840150"/>
              <a:gd name="connsiteY1310" fmla="*/ 3803144 h 5724538"/>
              <a:gd name="connsiteX1311" fmla="*/ 4048167 w 4840150"/>
              <a:gd name="connsiteY1311" fmla="*/ 3827888 h 5724538"/>
              <a:gd name="connsiteX1312" fmla="*/ 4030846 w 4840150"/>
              <a:gd name="connsiteY1312" fmla="*/ 3827888 h 5724538"/>
              <a:gd name="connsiteX1313" fmla="*/ 4030846 w 4840150"/>
              <a:gd name="connsiteY1313" fmla="*/ 3803144 h 5724538"/>
              <a:gd name="connsiteX1314" fmla="*/ 4819570 w 4840150"/>
              <a:gd name="connsiteY1314" fmla="*/ 3803144 h 5724538"/>
              <a:gd name="connsiteX1315" fmla="*/ 4832560 w 4840150"/>
              <a:gd name="connsiteY1315" fmla="*/ 3817990 h 5724538"/>
              <a:gd name="connsiteX1316" fmla="*/ 4832560 w 4840150"/>
              <a:gd name="connsiteY1316" fmla="*/ 3867479 h 5724538"/>
              <a:gd name="connsiteX1317" fmla="*/ 4802867 w 4840150"/>
              <a:gd name="connsiteY1317" fmla="*/ 3867479 h 5724538"/>
              <a:gd name="connsiteX1318" fmla="*/ 4802867 w 4840150"/>
              <a:gd name="connsiteY1318" fmla="*/ 3817990 h 5724538"/>
              <a:gd name="connsiteX1319" fmla="*/ 4819570 w 4840150"/>
              <a:gd name="connsiteY1319" fmla="*/ 3803144 h 5724538"/>
              <a:gd name="connsiteX1320" fmla="*/ 2709809 w 4840150"/>
              <a:gd name="connsiteY1320" fmla="*/ 3794483 h 5724538"/>
              <a:gd name="connsiteX1321" fmla="*/ 2721872 w 4840150"/>
              <a:gd name="connsiteY1321" fmla="*/ 3805618 h 5724538"/>
              <a:gd name="connsiteX1322" fmla="*/ 2721872 w 4840150"/>
              <a:gd name="connsiteY1322" fmla="*/ 3840260 h 5724538"/>
              <a:gd name="connsiteX1323" fmla="*/ 2692179 w 4840150"/>
              <a:gd name="connsiteY1323" fmla="*/ 3842735 h 5724538"/>
              <a:gd name="connsiteX1324" fmla="*/ 2692179 w 4840150"/>
              <a:gd name="connsiteY1324" fmla="*/ 3805618 h 5724538"/>
              <a:gd name="connsiteX1325" fmla="*/ 2709809 w 4840150"/>
              <a:gd name="connsiteY1325" fmla="*/ 3794483 h 5724538"/>
              <a:gd name="connsiteX1326" fmla="*/ 4437271 w 4840150"/>
              <a:gd name="connsiteY1326" fmla="*/ 3793362 h 5724538"/>
              <a:gd name="connsiteX1327" fmla="*/ 4453972 w 4840150"/>
              <a:gd name="connsiteY1327" fmla="*/ 3800669 h 5724538"/>
              <a:gd name="connsiteX1328" fmla="*/ 4453972 w 4840150"/>
              <a:gd name="connsiteY1328" fmla="*/ 3835311 h 5724538"/>
              <a:gd name="connsiteX1329" fmla="*/ 4431703 w 4840150"/>
              <a:gd name="connsiteY1329" fmla="*/ 3835311 h 5724538"/>
              <a:gd name="connsiteX1330" fmla="*/ 4431703 w 4840150"/>
              <a:gd name="connsiteY1330" fmla="*/ 3800669 h 5724538"/>
              <a:gd name="connsiteX1331" fmla="*/ 4437271 w 4840150"/>
              <a:gd name="connsiteY1331" fmla="*/ 3793362 h 5724538"/>
              <a:gd name="connsiteX1332" fmla="*/ 4689353 w 4840150"/>
              <a:gd name="connsiteY1332" fmla="*/ 3774379 h 5724538"/>
              <a:gd name="connsiteX1333" fmla="*/ 4701416 w 4840150"/>
              <a:gd name="connsiteY1333" fmla="*/ 3790772 h 5724538"/>
              <a:gd name="connsiteX1334" fmla="*/ 4701416 w 4840150"/>
              <a:gd name="connsiteY1334" fmla="*/ 3835311 h 5724538"/>
              <a:gd name="connsiteX1335" fmla="*/ 4671723 w 4840150"/>
              <a:gd name="connsiteY1335" fmla="*/ 3822939 h 5724538"/>
              <a:gd name="connsiteX1336" fmla="*/ 4671723 w 4840150"/>
              <a:gd name="connsiteY1336" fmla="*/ 3778400 h 5724538"/>
              <a:gd name="connsiteX1337" fmla="*/ 4689353 w 4840150"/>
              <a:gd name="connsiteY1337" fmla="*/ 3774379 h 5724538"/>
              <a:gd name="connsiteX1338" fmla="*/ 4167557 w 4840150"/>
              <a:gd name="connsiteY1338" fmla="*/ 3773141 h 5724538"/>
              <a:gd name="connsiteX1339" fmla="*/ 4176836 w 4840150"/>
              <a:gd name="connsiteY1339" fmla="*/ 3783348 h 5724538"/>
              <a:gd name="connsiteX1340" fmla="*/ 4176836 w 4840150"/>
              <a:gd name="connsiteY1340" fmla="*/ 3817990 h 5724538"/>
              <a:gd name="connsiteX1341" fmla="*/ 4154567 w 4840150"/>
              <a:gd name="connsiteY1341" fmla="*/ 3817990 h 5724538"/>
              <a:gd name="connsiteX1342" fmla="*/ 4154567 w 4840150"/>
              <a:gd name="connsiteY1342" fmla="*/ 3783348 h 5724538"/>
              <a:gd name="connsiteX1343" fmla="*/ 4167557 w 4840150"/>
              <a:gd name="connsiteY1343" fmla="*/ 3773141 h 5724538"/>
              <a:gd name="connsiteX1344" fmla="*/ 4530680 w 4840150"/>
              <a:gd name="connsiteY1344" fmla="*/ 3770976 h 5724538"/>
              <a:gd name="connsiteX1345" fmla="*/ 4533154 w 4840150"/>
              <a:gd name="connsiteY1345" fmla="*/ 3773450 h 5724538"/>
              <a:gd name="connsiteX1346" fmla="*/ 4533154 w 4840150"/>
              <a:gd name="connsiteY1346" fmla="*/ 3775925 h 5724538"/>
              <a:gd name="connsiteX1347" fmla="*/ 4530680 w 4840150"/>
              <a:gd name="connsiteY1347" fmla="*/ 3775925 h 5724538"/>
              <a:gd name="connsiteX1348" fmla="*/ 1843325 w 4840150"/>
              <a:gd name="connsiteY1348" fmla="*/ 3745503 h 5724538"/>
              <a:gd name="connsiteX1349" fmla="*/ 1858296 w 4840150"/>
              <a:gd name="connsiteY1349" fmla="*/ 3753656 h 5724538"/>
              <a:gd name="connsiteX1350" fmla="*/ 1858296 w 4840150"/>
              <a:gd name="connsiteY1350" fmla="*/ 3790772 h 5724538"/>
              <a:gd name="connsiteX1351" fmla="*/ 1823654 w 4840150"/>
              <a:gd name="connsiteY1351" fmla="*/ 3790772 h 5724538"/>
              <a:gd name="connsiteX1352" fmla="*/ 1823654 w 4840150"/>
              <a:gd name="connsiteY1352" fmla="*/ 3753656 h 5724538"/>
              <a:gd name="connsiteX1353" fmla="*/ 1826977 w 4840150"/>
              <a:gd name="connsiteY1353" fmla="*/ 3750340 h 5724538"/>
              <a:gd name="connsiteX1354" fmla="*/ 1843325 w 4840150"/>
              <a:gd name="connsiteY1354" fmla="*/ 3745503 h 5724538"/>
              <a:gd name="connsiteX1355" fmla="*/ 4752451 w 4840150"/>
              <a:gd name="connsiteY1355" fmla="*/ 3735097 h 5724538"/>
              <a:gd name="connsiteX1356" fmla="*/ 4763277 w 4840150"/>
              <a:gd name="connsiteY1356" fmla="*/ 3746232 h 5724538"/>
              <a:gd name="connsiteX1357" fmla="*/ 4763277 w 4840150"/>
              <a:gd name="connsiteY1357" fmla="*/ 3788298 h 5724538"/>
              <a:gd name="connsiteX1358" fmla="*/ 4736058 w 4840150"/>
              <a:gd name="connsiteY1358" fmla="*/ 3785823 h 5724538"/>
              <a:gd name="connsiteX1359" fmla="*/ 4736058 w 4840150"/>
              <a:gd name="connsiteY1359" fmla="*/ 3746232 h 5724538"/>
              <a:gd name="connsiteX1360" fmla="*/ 4752451 w 4840150"/>
              <a:gd name="connsiteY1360" fmla="*/ 3735097 h 5724538"/>
              <a:gd name="connsiteX1361" fmla="*/ 4280763 w 4840150"/>
              <a:gd name="connsiteY1361" fmla="*/ 3734788 h 5724538"/>
              <a:gd name="connsiteX1362" fmla="*/ 4293135 w 4840150"/>
              <a:gd name="connsiteY1362" fmla="*/ 3751181 h 5724538"/>
              <a:gd name="connsiteX1363" fmla="*/ 4293135 w 4840150"/>
              <a:gd name="connsiteY1363" fmla="*/ 3800669 h 5724538"/>
              <a:gd name="connsiteX1364" fmla="*/ 4260967 w 4840150"/>
              <a:gd name="connsiteY1364" fmla="*/ 3788297 h 5724538"/>
              <a:gd name="connsiteX1365" fmla="*/ 4260967 w 4840150"/>
              <a:gd name="connsiteY1365" fmla="*/ 3738809 h 5724538"/>
              <a:gd name="connsiteX1366" fmla="*/ 4280763 w 4840150"/>
              <a:gd name="connsiteY1366" fmla="*/ 3734788 h 5724538"/>
              <a:gd name="connsiteX1367" fmla="*/ 4367367 w 4840150"/>
              <a:gd name="connsiteY1367" fmla="*/ 3728911 h 5724538"/>
              <a:gd name="connsiteX1368" fmla="*/ 4379740 w 4840150"/>
              <a:gd name="connsiteY1368" fmla="*/ 3728911 h 5724538"/>
              <a:gd name="connsiteX1369" fmla="*/ 4379740 w 4840150"/>
              <a:gd name="connsiteY1369" fmla="*/ 3746232 h 5724538"/>
              <a:gd name="connsiteX1370" fmla="*/ 4367367 w 4840150"/>
              <a:gd name="connsiteY1370" fmla="*/ 3746232 h 5724538"/>
              <a:gd name="connsiteX1371" fmla="*/ 4367367 w 4840150"/>
              <a:gd name="connsiteY1371" fmla="*/ 3728911 h 5724538"/>
              <a:gd name="connsiteX1372" fmla="*/ 809141 w 4840150"/>
              <a:gd name="connsiteY1372" fmla="*/ 3725707 h 5724538"/>
              <a:gd name="connsiteX1373" fmla="*/ 823988 w 4840150"/>
              <a:gd name="connsiteY1373" fmla="*/ 3731386 h 5724538"/>
              <a:gd name="connsiteX1374" fmla="*/ 823988 w 4840150"/>
              <a:gd name="connsiteY1374" fmla="*/ 3761079 h 5724538"/>
              <a:gd name="connsiteX1375" fmla="*/ 794294 w 4840150"/>
              <a:gd name="connsiteY1375" fmla="*/ 3761079 h 5724538"/>
              <a:gd name="connsiteX1376" fmla="*/ 794294 w 4840150"/>
              <a:gd name="connsiteY1376" fmla="*/ 3731386 h 5724538"/>
              <a:gd name="connsiteX1377" fmla="*/ 809141 w 4840150"/>
              <a:gd name="connsiteY1377" fmla="*/ 3725707 h 5724538"/>
              <a:gd name="connsiteX1378" fmla="*/ 1038577 w 4840150"/>
              <a:gd name="connsiteY1378" fmla="*/ 3724513 h 5724538"/>
              <a:gd name="connsiteX1379" fmla="*/ 1054195 w 4840150"/>
              <a:gd name="connsiteY1379" fmla="*/ 3735691 h 5724538"/>
              <a:gd name="connsiteX1380" fmla="*/ 1046687 w 4840150"/>
              <a:gd name="connsiteY1380" fmla="*/ 3773451 h 5724538"/>
              <a:gd name="connsiteX1381" fmla="*/ 1019469 w 4840150"/>
              <a:gd name="connsiteY1381" fmla="*/ 3763553 h 5724538"/>
              <a:gd name="connsiteX1382" fmla="*/ 1019469 w 4840150"/>
              <a:gd name="connsiteY1382" fmla="*/ 3726437 h 5724538"/>
              <a:gd name="connsiteX1383" fmla="*/ 1038577 w 4840150"/>
              <a:gd name="connsiteY1383" fmla="*/ 3724513 h 5724538"/>
              <a:gd name="connsiteX1384" fmla="*/ 582732 w 4840150"/>
              <a:gd name="connsiteY1384" fmla="*/ 3709880 h 5724538"/>
              <a:gd name="connsiteX1385" fmla="*/ 596339 w 4840150"/>
              <a:gd name="connsiteY1385" fmla="*/ 3716539 h 5724538"/>
              <a:gd name="connsiteX1386" fmla="*/ 596339 w 4840150"/>
              <a:gd name="connsiteY1386" fmla="*/ 3748706 h 5724538"/>
              <a:gd name="connsiteX1387" fmla="*/ 566645 w 4840150"/>
              <a:gd name="connsiteY1387" fmla="*/ 3746232 h 5724538"/>
              <a:gd name="connsiteX1388" fmla="*/ 566645 w 4840150"/>
              <a:gd name="connsiteY1388" fmla="*/ 3716539 h 5724538"/>
              <a:gd name="connsiteX1389" fmla="*/ 568400 w 4840150"/>
              <a:gd name="connsiteY1389" fmla="*/ 3714782 h 5724538"/>
              <a:gd name="connsiteX1390" fmla="*/ 582732 w 4840150"/>
              <a:gd name="connsiteY1390" fmla="*/ 3709880 h 5724538"/>
              <a:gd name="connsiteX1391" fmla="*/ 1258132 w 4840150"/>
              <a:gd name="connsiteY1391" fmla="*/ 3706539 h 5724538"/>
              <a:gd name="connsiteX1392" fmla="*/ 1289177 w 4840150"/>
              <a:gd name="connsiteY1392" fmla="*/ 3731385 h 5724538"/>
              <a:gd name="connsiteX1393" fmla="*/ 1274331 w 4840150"/>
              <a:gd name="connsiteY1393" fmla="*/ 3808092 h 5724538"/>
              <a:gd name="connsiteX1394" fmla="*/ 1272245 w 4840150"/>
              <a:gd name="connsiteY1394" fmla="*/ 3809181 h 5724538"/>
              <a:gd name="connsiteX1395" fmla="*/ 1202577 w 4840150"/>
              <a:gd name="connsiteY1395" fmla="*/ 3785823 h 5724538"/>
              <a:gd name="connsiteX1396" fmla="*/ 1200811 w 4840150"/>
              <a:gd name="connsiteY1396" fmla="*/ 3783175 h 5724538"/>
              <a:gd name="connsiteX1397" fmla="*/ 1217427 w 4840150"/>
              <a:gd name="connsiteY1397" fmla="*/ 3711590 h 5724538"/>
              <a:gd name="connsiteX1398" fmla="*/ 1218603 w 4840150"/>
              <a:gd name="connsiteY1398" fmla="*/ 3710922 h 5724538"/>
              <a:gd name="connsiteX1399" fmla="*/ 1258132 w 4840150"/>
              <a:gd name="connsiteY1399" fmla="*/ 3706539 h 5724538"/>
              <a:gd name="connsiteX1400" fmla="*/ 1436430 w 4840150"/>
              <a:gd name="connsiteY1400" fmla="*/ 3703239 h 5724538"/>
              <a:gd name="connsiteX1401" fmla="*/ 1460669 w 4840150"/>
              <a:gd name="connsiteY1401" fmla="*/ 3703641 h 5724538"/>
              <a:gd name="connsiteX1402" fmla="*/ 1501979 w 4840150"/>
              <a:gd name="connsiteY1402" fmla="*/ 3728911 h 5724538"/>
              <a:gd name="connsiteX1403" fmla="*/ 1484658 w 4840150"/>
              <a:gd name="connsiteY1403" fmla="*/ 3827888 h 5724538"/>
              <a:gd name="connsiteX1404" fmla="*/ 1395578 w 4840150"/>
              <a:gd name="connsiteY1404" fmla="*/ 3813042 h 5724538"/>
              <a:gd name="connsiteX1405" fmla="*/ 1412899 w 4840150"/>
              <a:gd name="connsiteY1405" fmla="*/ 3711590 h 5724538"/>
              <a:gd name="connsiteX1406" fmla="*/ 1436430 w 4840150"/>
              <a:gd name="connsiteY1406" fmla="*/ 3703239 h 5724538"/>
              <a:gd name="connsiteX1407" fmla="*/ 1640175 w 4840150"/>
              <a:gd name="connsiteY1407" fmla="*/ 3701791 h 5724538"/>
              <a:gd name="connsiteX1408" fmla="*/ 1662782 w 4840150"/>
              <a:gd name="connsiteY1408" fmla="*/ 3704470 h 5724538"/>
              <a:gd name="connsiteX1409" fmla="*/ 1697458 w 4840150"/>
              <a:gd name="connsiteY1409" fmla="*/ 3733860 h 5724538"/>
              <a:gd name="connsiteX1410" fmla="*/ 1685086 w 4840150"/>
              <a:gd name="connsiteY1410" fmla="*/ 3825414 h 5724538"/>
              <a:gd name="connsiteX1411" fmla="*/ 1684826 w 4840150"/>
              <a:gd name="connsiteY1411" fmla="*/ 3825562 h 5724538"/>
              <a:gd name="connsiteX1412" fmla="*/ 1600955 w 4840150"/>
              <a:gd name="connsiteY1412" fmla="*/ 3800669 h 5724538"/>
              <a:gd name="connsiteX1413" fmla="*/ 1615802 w 4840150"/>
              <a:gd name="connsiteY1413" fmla="*/ 3709115 h 5724538"/>
              <a:gd name="connsiteX1414" fmla="*/ 1617484 w 4840150"/>
              <a:gd name="connsiteY1414" fmla="*/ 3708224 h 5724538"/>
              <a:gd name="connsiteX1415" fmla="*/ 1640175 w 4840150"/>
              <a:gd name="connsiteY1415" fmla="*/ 3701791 h 5724538"/>
              <a:gd name="connsiteX1416" fmla="*/ 4468819 w 4840150"/>
              <a:gd name="connsiteY1416" fmla="*/ 3696743 h 5724538"/>
              <a:gd name="connsiteX1417" fmla="*/ 4468819 w 4840150"/>
              <a:gd name="connsiteY1417" fmla="*/ 3711590 h 5724538"/>
              <a:gd name="connsiteX1418" fmla="*/ 4453973 w 4840150"/>
              <a:gd name="connsiteY1418" fmla="*/ 3711590 h 5724538"/>
              <a:gd name="connsiteX1419" fmla="*/ 2198276 w 4840150"/>
              <a:gd name="connsiteY1419" fmla="*/ 3687039 h 5724538"/>
              <a:gd name="connsiteX1420" fmla="*/ 2218852 w 4840150"/>
              <a:gd name="connsiteY1420" fmla="*/ 3690523 h 5724538"/>
              <a:gd name="connsiteX1421" fmla="*/ 2249256 w 4840150"/>
              <a:gd name="connsiteY1421" fmla="*/ 3719013 h 5724538"/>
              <a:gd name="connsiteX1422" fmla="*/ 2249256 w 4840150"/>
              <a:gd name="connsiteY1422" fmla="*/ 3808093 h 5724538"/>
              <a:gd name="connsiteX1423" fmla="*/ 2249113 w 4840150"/>
              <a:gd name="connsiteY1423" fmla="*/ 3808167 h 5724538"/>
              <a:gd name="connsiteX1424" fmla="*/ 2172549 w 4840150"/>
              <a:gd name="connsiteY1424" fmla="*/ 3783348 h 5724538"/>
              <a:gd name="connsiteX1425" fmla="*/ 2172549 w 4840150"/>
              <a:gd name="connsiteY1425" fmla="*/ 3694269 h 5724538"/>
              <a:gd name="connsiteX1426" fmla="*/ 2177208 w 4840150"/>
              <a:gd name="connsiteY1426" fmla="*/ 3691893 h 5724538"/>
              <a:gd name="connsiteX1427" fmla="*/ 2198276 w 4840150"/>
              <a:gd name="connsiteY1427" fmla="*/ 3687039 h 5724538"/>
              <a:gd name="connsiteX1428" fmla="*/ 4686569 w 4840150"/>
              <a:gd name="connsiteY1428" fmla="*/ 3686845 h 5724538"/>
              <a:gd name="connsiteX1429" fmla="*/ 4701415 w 4840150"/>
              <a:gd name="connsiteY1429" fmla="*/ 3686845 h 5724538"/>
              <a:gd name="connsiteX1430" fmla="*/ 4701415 w 4840150"/>
              <a:gd name="connsiteY1430" fmla="*/ 3711589 h 5724538"/>
              <a:gd name="connsiteX1431" fmla="*/ 4686569 w 4840150"/>
              <a:gd name="connsiteY1431" fmla="*/ 3711589 h 5724538"/>
              <a:gd name="connsiteX1432" fmla="*/ 4686569 w 4840150"/>
              <a:gd name="connsiteY1432" fmla="*/ 3686845 h 5724538"/>
              <a:gd name="connsiteX1433" fmla="*/ 2396773 w 4840150"/>
              <a:gd name="connsiteY1433" fmla="*/ 3681452 h 5724538"/>
              <a:gd name="connsiteX1434" fmla="*/ 2422466 w 4840150"/>
              <a:gd name="connsiteY1434" fmla="*/ 3706641 h 5724538"/>
              <a:gd name="connsiteX1435" fmla="*/ 2422466 w 4840150"/>
              <a:gd name="connsiteY1435" fmla="*/ 3788297 h 5724538"/>
              <a:gd name="connsiteX1436" fmla="*/ 2417332 w 4840150"/>
              <a:gd name="connsiteY1436" fmla="*/ 3790871 h 5724538"/>
              <a:gd name="connsiteX1437" fmla="*/ 2355657 w 4840150"/>
              <a:gd name="connsiteY1437" fmla="*/ 3766027 h 5724538"/>
              <a:gd name="connsiteX1438" fmla="*/ 2355657 w 4840150"/>
              <a:gd name="connsiteY1438" fmla="*/ 3684371 h 5724538"/>
              <a:gd name="connsiteX1439" fmla="*/ 2360791 w 4840150"/>
              <a:gd name="connsiteY1439" fmla="*/ 3681798 h 5724538"/>
              <a:gd name="connsiteX1440" fmla="*/ 2396773 w 4840150"/>
              <a:gd name="connsiteY1440" fmla="*/ 3681452 h 5724538"/>
              <a:gd name="connsiteX1441" fmla="*/ 4186735 w 4840150"/>
              <a:gd name="connsiteY1441" fmla="*/ 3679422 h 5724538"/>
              <a:gd name="connsiteX1442" fmla="*/ 4206530 w 4840150"/>
              <a:gd name="connsiteY1442" fmla="*/ 3679422 h 5724538"/>
              <a:gd name="connsiteX1443" fmla="*/ 4206530 w 4840150"/>
              <a:gd name="connsiteY1443" fmla="*/ 3711590 h 5724538"/>
              <a:gd name="connsiteX1444" fmla="*/ 4186735 w 4840150"/>
              <a:gd name="connsiteY1444" fmla="*/ 3711590 h 5724538"/>
              <a:gd name="connsiteX1445" fmla="*/ 4186735 w 4840150"/>
              <a:gd name="connsiteY1445" fmla="*/ 3679422 h 5724538"/>
              <a:gd name="connsiteX1446" fmla="*/ 2008073 w 4840150"/>
              <a:gd name="connsiteY1446" fmla="*/ 3677126 h 5724538"/>
              <a:gd name="connsiteX1447" fmla="*/ 2078520 w 4840150"/>
              <a:gd name="connsiteY1447" fmla="*/ 3719014 h 5724538"/>
              <a:gd name="connsiteX1448" fmla="*/ 2078520 w 4840150"/>
              <a:gd name="connsiteY1448" fmla="*/ 3837786 h 5724538"/>
              <a:gd name="connsiteX1449" fmla="*/ 2057500 w 4840150"/>
              <a:gd name="connsiteY1449" fmla="*/ 3849688 h 5724538"/>
              <a:gd name="connsiteX1450" fmla="*/ 1962222 w 4840150"/>
              <a:gd name="connsiteY1450" fmla="*/ 3805619 h 5724538"/>
              <a:gd name="connsiteX1451" fmla="*/ 1979543 w 4840150"/>
              <a:gd name="connsiteY1451" fmla="*/ 3684372 h 5724538"/>
              <a:gd name="connsiteX1452" fmla="*/ 2008073 w 4840150"/>
              <a:gd name="connsiteY1452" fmla="*/ 3677126 h 5724538"/>
              <a:gd name="connsiteX1453" fmla="*/ 4820498 w 4840150"/>
              <a:gd name="connsiteY1453" fmla="*/ 3673855 h 5724538"/>
              <a:gd name="connsiteX1454" fmla="*/ 4835035 w 4840150"/>
              <a:gd name="connsiteY1454" fmla="*/ 3694269 h 5724538"/>
              <a:gd name="connsiteX1455" fmla="*/ 4835035 w 4840150"/>
              <a:gd name="connsiteY1455" fmla="*/ 3753655 h 5724538"/>
              <a:gd name="connsiteX1456" fmla="*/ 4800393 w 4840150"/>
              <a:gd name="connsiteY1456" fmla="*/ 3738808 h 5724538"/>
              <a:gd name="connsiteX1457" fmla="*/ 4800393 w 4840150"/>
              <a:gd name="connsiteY1457" fmla="*/ 3679422 h 5724538"/>
              <a:gd name="connsiteX1458" fmla="*/ 4820498 w 4840150"/>
              <a:gd name="connsiteY1458" fmla="*/ 3673855 h 5724538"/>
              <a:gd name="connsiteX1459" fmla="*/ 4540578 w 4840150"/>
              <a:gd name="connsiteY1459" fmla="*/ 3654678 h 5724538"/>
              <a:gd name="connsiteX1460" fmla="*/ 4543052 w 4840150"/>
              <a:gd name="connsiteY1460" fmla="*/ 3654678 h 5724538"/>
              <a:gd name="connsiteX1461" fmla="*/ 4543052 w 4840150"/>
              <a:gd name="connsiteY1461" fmla="*/ 3657152 h 5724538"/>
              <a:gd name="connsiteX1462" fmla="*/ 4540578 w 4840150"/>
              <a:gd name="connsiteY1462" fmla="*/ 3657152 h 5724538"/>
              <a:gd name="connsiteX1463" fmla="*/ 4305817 w 4840150"/>
              <a:gd name="connsiteY1463" fmla="*/ 3623439 h 5724538"/>
              <a:gd name="connsiteX1464" fmla="*/ 4327777 w 4840150"/>
              <a:gd name="connsiteY1464" fmla="*/ 3647255 h 5724538"/>
              <a:gd name="connsiteX1465" fmla="*/ 4327777 w 4840150"/>
              <a:gd name="connsiteY1465" fmla="*/ 3711590 h 5724538"/>
              <a:gd name="connsiteX1466" fmla="*/ 4285711 w 4840150"/>
              <a:gd name="connsiteY1466" fmla="*/ 3691794 h 5724538"/>
              <a:gd name="connsiteX1467" fmla="*/ 4285711 w 4840150"/>
              <a:gd name="connsiteY1467" fmla="*/ 3627459 h 5724538"/>
              <a:gd name="connsiteX1468" fmla="*/ 4305817 w 4840150"/>
              <a:gd name="connsiteY1468" fmla="*/ 3623439 h 5724538"/>
              <a:gd name="connsiteX1469" fmla="*/ 4750286 w 4840150"/>
              <a:gd name="connsiteY1469" fmla="*/ 3615396 h 5724538"/>
              <a:gd name="connsiteX1470" fmla="*/ 4760802 w 4840150"/>
              <a:gd name="connsiteY1470" fmla="*/ 3629934 h 5724538"/>
              <a:gd name="connsiteX1471" fmla="*/ 4760802 w 4840150"/>
              <a:gd name="connsiteY1471" fmla="*/ 3667050 h 5724538"/>
              <a:gd name="connsiteX1472" fmla="*/ 4736058 w 4840150"/>
              <a:gd name="connsiteY1472" fmla="*/ 3657152 h 5724538"/>
              <a:gd name="connsiteX1473" fmla="*/ 4736058 w 4840150"/>
              <a:gd name="connsiteY1473" fmla="*/ 3617561 h 5724538"/>
              <a:gd name="connsiteX1474" fmla="*/ 4750286 w 4840150"/>
              <a:gd name="connsiteY1474" fmla="*/ 3615396 h 5724538"/>
              <a:gd name="connsiteX1475" fmla="*/ 4135081 w 4840150"/>
              <a:gd name="connsiteY1475" fmla="*/ 3577971 h 5724538"/>
              <a:gd name="connsiteX1476" fmla="*/ 4147143 w 4840150"/>
              <a:gd name="connsiteY1476" fmla="*/ 3592817 h 5724538"/>
              <a:gd name="connsiteX1477" fmla="*/ 4147143 w 4840150"/>
              <a:gd name="connsiteY1477" fmla="*/ 3637357 h 5724538"/>
              <a:gd name="connsiteX1478" fmla="*/ 4117450 w 4840150"/>
              <a:gd name="connsiteY1478" fmla="*/ 3637357 h 5724538"/>
              <a:gd name="connsiteX1479" fmla="*/ 4117450 w 4840150"/>
              <a:gd name="connsiteY1479" fmla="*/ 3592817 h 5724538"/>
              <a:gd name="connsiteX1480" fmla="*/ 4135081 w 4840150"/>
              <a:gd name="connsiteY1480" fmla="*/ 3577971 h 5724538"/>
              <a:gd name="connsiteX1481" fmla="*/ 4394895 w 4840150"/>
              <a:gd name="connsiteY1481" fmla="*/ 3574878 h 5724538"/>
              <a:gd name="connsiteX1482" fmla="*/ 4416856 w 4840150"/>
              <a:gd name="connsiteY1482" fmla="*/ 3597766 h 5724538"/>
              <a:gd name="connsiteX1483" fmla="*/ 4416856 w 4840150"/>
              <a:gd name="connsiteY1483" fmla="*/ 3659627 h 5724538"/>
              <a:gd name="connsiteX1484" fmla="*/ 4374791 w 4840150"/>
              <a:gd name="connsiteY1484" fmla="*/ 3642306 h 5724538"/>
              <a:gd name="connsiteX1485" fmla="*/ 4374791 w 4840150"/>
              <a:gd name="connsiteY1485" fmla="*/ 3577971 h 5724538"/>
              <a:gd name="connsiteX1486" fmla="*/ 4394895 w 4840150"/>
              <a:gd name="connsiteY1486" fmla="*/ 3574878 h 5724538"/>
              <a:gd name="connsiteX1487" fmla="*/ 4468819 w 4840150"/>
              <a:gd name="connsiteY1487" fmla="*/ 3570547 h 5724538"/>
              <a:gd name="connsiteX1488" fmla="*/ 4481191 w 4840150"/>
              <a:gd name="connsiteY1488" fmla="*/ 3570547 h 5724538"/>
              <a:gd name="connsiteX1489" fmla="*/ 4481191 w 4840150"/>
              <a:gd name="connsiteY1489" fmla="*/ 3590342 h 5724538"/>
              <a:gd name="connsiteX1490" fmla="*/ 4468819 w 4840150"/>
              <a:gd name="connsiteY1490" fmla="*/ 3590342 h 5724538"/>
              <a:gd name="connsiteX1491" fmla="*/ 4468819 w 4840150"/>
              <a:gd name="connsiteY1491" fmla="*/ 3570547 h 5724538"/>
              <a:gd name="connsiteX1492" fmla="*/ 4813074 w 4840150"/>
              <a:gd name="connsiteY1492" fmla="*/ 3564980 h 5724538"/>
              <a:gd name="connsiteX1493" fmla="*/ 4825137 w 4840150"/>
              <a:gd name="connsiteY1493" fmla="*/ 3580445 h 5724538"/>
              <a:gd name="connsiteX1494" fmla="*/ 4825137 w 4840150"/>
              <a:gd name="connsiteY1494" fmla="*/ 3627459 h 5724538"/>
              <a:gd name="connsiteX1495" fmla="*/ 4795444 w 4840150"/>
              <a:gd name="connsiteY1495" fmla="*/ 3615087 h 5724538"/>
              <a:gd name="connsiteX1496" fmla="*/ 4795444 w 4840150"/>
              <a:gd name="connsiteY1496" fmla="*/ 3568073 h 5724538"/>
              <a:gd name="connsiteX1497" fmla="*/ 4813074 w 4840150"/>
              <a:gd name="connsiteY1497" fmla="*/ 3564980 h 5724538"/>
              <a:gd name="connsiteX1498" fmla="*/ 1524181 w 4840150"/>
              <a:gd name="connsiteY1498" fmla="*/ 3553530 h 5724538"/>
              <a:gd name="connsiteX1499" fmla="*/ 1539095 w 4840150"/>
              <a:gd name="connsiteY1499" fmla="*/ 3568073 h 5724538"/>
              <a:gd name="connsiteX1500" fmla="*/ 1539095 w 4840150"/>
              <a:gd name="connsiteY1500" fmla="*/ 3610138 h 5724538"/>
              <a:gd name="connsiteX1501" fmla="*/ 1528336 w 4840150"/>
              <a:gd name="connsiteY1501" fmla="*/ 3616225 h 5724538"/>
              <a:gd name="connsiteX1502" fmla="*/ 1494555 w 4840150"/>
              <a:gd name="connsiteY1502" fmla="*/ 3597766 h 5724538"/>
              <a:gd name="connsiteX1503" fmla="*/ 1489064 w 4840150"/>
              <a:gd name="connsiteY1503" fmla="*/ 3589526 h 5724538"/>
              <a:gd name="connsiteX1504" fmla="*/ 1503351 w 4840150"/>
              <a:gd name="connsiteY1504" fmla="*/ 3553796 h 5724538"/>
              <a:gd name="connsiteX1505" fmla="*/ 1524181 w 4840150"/>
              <a:gd name="connsiteY1505" fmla="*/ 3553530 h 5724538"/>
              <a:gd name="connsiteX1506" fmla="*/ 2259971 w 4840150"/>
              <a:gd name="connsiteY1506" fmla="*/ 3540728 h 5724538"/>
              <a:gd name="connsiteX1507" fmla="*/ 2288847 w 4840150"/>
              <a:gd name="connsiteY1507" fmla="*/ 3568073 h 5724538"/>
              <a:gd name="connsiteX1508" fmla="*/ 2288847 w 4840150"/>
              <a:gd name="connsiteY1508" fmla="*/ 3649730 h 5724538"/>
              <a:gd name="connsiteX1509" fmla="*/ 2217089 w 4840150"/>
              <a:gd name="connsiteY1509" fmla="*/ 3624985 h 5724538"/>
              <a:gd name="connsiteX1510" fmla="*/ 2217089 w 4840150"/>
              <a:gd name="connsiteY1510" fmla="*/ 3543329 h 5724538"/>
              <a:gd name="connsiteX1511" fmla="*/ 2220216 w 4840150"/>
              <a:gd name="connsiteY1511" fmla="*/ 3541795 h 5724538"/>
              <a:gd name="connsiteX1512" fmla="*/ 2259971 w 4840150"/>
              <a:gd name="connsiteY1512" fmla="*/ 3540728 h 5724538"/>
              <a:gd name="connsiteX1513" fmla="*/ 4238698 w 4840150"/>
              <a:gd name="connsiteY1513" fmla="*/ 3538689 h 5724538"/>
              <a:gd name="connsiteX1514" fmla="*/ 4253544 w 4840150"/>
              <a:gd name="connsiteY1514" fmla="*/ 3558175 h 5724538"/>
              <a:gd name="connsiteX1515" fmla="*/ 4253544 w 4840150"/>
              <a:gd name="connsiteY1515" fmla="*/ 3612613 h 5724538"/>
              <a:gd name="connsiteX1516" fmla="*/ 4216428 w 4840150"/>
              <a:gd name="connsiteY1516" fmla="*/ 3597766 h 5724538"/>
              <a:gd name="connsiteX1517" fmla="*/ 4216428 w 4840150"/>
              <a:gd name="connsiteY1517" fmla="*/ 3543328 h 5724538"/>
              <a:gd name="connsiteX1518" fmla="*/ 4238698 w 4840150"/>
              <a:gd name="connsiteY1518" fmla="*/ 3538689 h 5724538"/>
              <a:gd name="connsiteX1519" fmla="*/ 2062183 w 4840150"/>
              <a:gd name="connsiteY1519" fmla="*/ 3536099 h 5724538"/>
              <a:gd name="connsiteX1520" fmla="*/ 2082758 w 4840150"/>
              <a:gd name="connsiteY1520" fmla="*/ 3539583 h 5724538"/>
              <a:gd name="connsiteX1521" fmla="*/ 2113163 w 4840150"/>
              <a:gd name="connsiteY1521" fmla="*/ 3568073 h 5724538"/>
              <a:gd name="connsiteX1522" fmla="*/ 2113163 w 4840150"/>
              <a:gd name="connsiteY1522" fmla="*/ 3657153 h 5724538"/>
              <a:gd name="connsiteX1523" fmla="*/ 2111997 w 4840150"/>
              <a:gd name="connsiteY1523" fmla="*/ 3657697 h 5724538"/>
              <a:gd name="connsiteX1524" fmla="*/ 2036455 w 4840150"/>
              <a:gd name="connsiteY1524" fmla="*/ 3629934 h 5724538"/>
              <a:gd name="connsiteX1525" fmla="*/ 2036455 w 4840150"/>
              <a:gd name="connsiteY1525" fmla="*/ 3543329 h 5724538"/>
              <a:gd name="connsiteX1526" fmla="*/ 2041115 w 4840150"/>
              <a:gd name="connsiteY1526" fmla="*/ 3540953 h 5724538"/>
              <a:gd name="connsiteX1527" fmla="*/ 2062183 w 4840150"/>
              <a:gd name="connsiteY1527" fmla="*/ 3536099 h 5724538"/>
              <a:gd name="connsiteX1528" fmla="*/ 2402010 w 4840150"/>
              <a:gd name="connsiteY1528" fmla="*/ 3535088 h 5724538"/>
              <a:gd name="connsiteX1529" fmla="*/ 2459582 w 4840150"/>
              <a:gd name="connsiteY1529" fmla="*/ 3560649 h 5724538"/>
              <a:gd name="connsiteX1530" fmla="*/ 2459582 w 4840150"/>
              <a:gd name="connsiteY1530" fmla="*/ 3637356 h 5724538"/>
              <a:gd name="connsiteX1531" fmla="*/ 2457531 w 4840150"/>
              <a:gd name="connsiteY1531" fmla="*/ 3638346 h 5724538"/>
              <a:gd name="connsiteX1532" fmla="*/ 2395247 w 4840150"/>
              <a:gd name="connsiteY1532" fmla="*/ 3615087 h 5724538"/>
              <a:gd name="connsiteX1533" fmla="*/ 2395247 w 4840150"/>
              <a:gd name="connsiteY1533" fmla="*/ 3538379 h 5724538"/>
              <a:gd name="connsiteX1534" fmla="*/ 2402010 w 4840150"/>
              <a:gd name="connsiteY1534" fmla="*/ 3535088 h 5724538"/>
              <a:gd name="connsiteX1535" fmla="*/ 919043 w 4840150"/>
              <a:gd name="connsiteY1535" fmla="*/ 3523360 h 5724538"/>
              <a:gd name="connsiteX1536" fmla="*/ 930390 w 4840150"/>
              <a:gd name="connsiteY1536" fmla="*/ 3530956 h 5724538"/>
              <a:gd name="connsiteX1537" fmla="*/ 925442 w 4840150"/>
              <a:gd name="connsiteY1537" fmla="*/ 3555700 h 5724538"/>
              <a:gd name="connsiteX1538" fmla="*/ 905646 w 4840150"/>
              <a:gd name="connsiteY1538" fmla="*/ 3548277 h 5724538"/>
              <a:gd name="connsiteX1539" fmla="*/ 905646 w 4840150"/>
              <a:gd name="connsiteY1539" fmla="*/ 3526007 h 5724538"/>
              <a:gd name="connsiteX1540" fmla="*/ 919043 w 4840150"/>
              <a:gd name="connsiteY1540" fmla="*/ 3523360 h 5724538"/>
              <a:gd name="connsiteX1541" fmla="*/ 1889943 w 4840150"/>
              <a:gd name="connsiteY1541" fmla="*/ 3516235 h 5724538"/>
              <a:gd name="connsiteX1542" fmla="*/ 1957273 w 4840150"/>
              <a:gd name="connsiteY1542" fmla="*/ 3558175 h 5724538"/>
              <a:gd name="connsiteX1543" fmla="*/ 1942426 w 4840150"/>
              <a:gd name="connsiteY1543" fmla="*/ 3669525 h 5724538"/>
              <a:gd name="connsiteX1544" fmla="*/ 1931319 w 4840150"/>
              <a:gd name="connsiteY1544" fmla="*/ 3675290 h 5724538"/>
              <a:gd name="connsiteX1545" fmla="*/ 1840975 w 4840150"/>
              <a:gd name="connsiteY1545" fmla="*/ 3637357 h 5724538"/>
              <a:gd name="connsiteX1546" fmla="*/ 1855821 w 4840150"/>
              <a:gd name="connsiteY1546" fmla="*/ 3526008 h 5724538"/>
              <a:gd name="connsiteX1547" fmla="*/ 1862193 w 4840150"/>
              <a:gd name="connsiteY1547" fmla="*/ 3522717 h 5724538"/>
              <a:gd name="connsiteX1548" fmla="*/ 1889943 w 4840150"/>
              <a:gd name="connsiteY1548" fmla="*/ 3516235 h 5724538"/>
              <a:gd name="connsiteX1549" fmla="*/ 1703658 w 4840150"/>
              <a:gd name="connsiteY1549" fmla="*/ 3512435 h 5724538"/>
              <a:gd name="connsiteX1550" fmla="*/ 1771691 w 4840150"/>
              <a:gd name="connsiteY1550" fmla="*/ 3553227 h 5724538"/>
              <a:gd name="connsiteX1551" fmla="*/ 1756844 w 4840150"/>
              <a:gd name="connsiteY1551" fmla="*/ 3662102 h 5724538"/>
              <a:gd name="connsiteX1552" fmla="*/ 1751487 w 4840150"/>
              <a:gd name="connsiteY1552" fmla="*/ 3665021 h 5724538"/>
              <a:gd name="connsiteX1553" fmla="*/ 1655393 w 4840150"/>
              <a:gd name="connsiteY1553" fmla="*/ 3632409 h 5724538"/>
              <a:gd name="connsiteX1554" fmla="*/ 1654799 w 4840150"/>
              <a:gd name="connsiteY1554" fmla="*/ 3631592 h 5724538"/>
              <a:gd name="connsiteX1555" fmla="*/ 1672714 w 4840150"/>
              <a:gd name="connsiteY1555" fmla="*/ 3521059 h 5724538"/>
              <a:gd name="connsiteX1556" fmla="*/ 1676022 w 4840150"/>
              <a:gd name="connsiteY1556" fmla="*/ 3519377 h 5724538"/>
              <a:gd name="connsiteX1557" fmla="*/ 1703658 w 4840150"/>
              <a:gd name="connsiteY1557" fmla="*/ 3512435 h 5724538"/>
              <a:gd name="connsiteX1558" fmla="*/ 1135543 w 4840150"/>
              <a:gd name="connsiteY1558" fmla="*/ 3506055 h 5724538"/>
              <a:gd name="connsiteX1559" fmla="*/ 1172886 w 4840150"/>
              <a:gd name="connsiteY1559" fmla="*/ 3528482 h 5724538"/>
              <a:gd name="connsiteX1560" fmla="*/ 1174937 w 4840150"/>
              <a:gd name="connsiteY1560" fmla="*/ 3531452 h 5724538"/>
              <a:gd name="connsiteX1561" fmla="*/ 1158040 w 4840150"/>
              <a:gd name="connsiteY1561" fmla="*/ 3610139 h 5724538"/>
              <a:gd name="connsiteX1562" fmla="*/ 1081402 w 4840150"/>
              <a:gd name="connsiteY1562" fmla="*/ 3596208 h 5724538"/>
              <a:gd name="connsiteX1563" fmla="*/ 1093280 w 4840150"/>
              <a:gd name="connsiteY1563" fmla="*/ 3516605 h 5724538"/>
              <a:gd name="connsiteX1564" fmla="*/ 1135543 w 4840150"/>
              <a:gd name="connsiteY1564" fmla="*/ 3506055 h 5724538"/>
              <a:gd name="connsiteX1565" fmla="*/ 4326850 w 4840150"/>
              <a:gd name="connsiteY1565" fmla="*/ 3505903 h 5724538"/>
              <a:gd name="connsiteX1566" fmla="*/ 4340150 w 4840150"/>
              <a:gd name="connsiteY1566" fmla="*/ 3523533 h 5724538"/>
              <a:gd name="connsiteX1567" fmla="*/ 4340150 w 4840150"/>
              <a:gd name="connsiteY1567" fmla="*/ 3573021 h 5724538"/>
              <a:gd name="connsiteX1568" fmla="*/ 4307982 w 4840150"/>
              <a:gd name="connsiteY1568" fmla="*/ 3558175 h 5724538"/>
              <a:gd name="connsiteX1569" fmla="*/ 4307982 w 4840150"/>
              <a:gd name="connsiteY1569" fmla="*/ 3508686 h 5724538"/>
              <a:gd name="connsiteX1570" fmla="*/ 4326850 w 4840150"/>
              <a:gd name="connsiteY1570" fmla="*/ 3505903 h 5724538"/>
              <a:gd name="connsiteX1571" fmla="*/ 1320265 w 4840150"/>
              <a:gd name="connsiteY1571" fmla="*/ 3499749 h 5724538"/>
              <a:gd name="connsiteX1572" fmla="*/ 1383206 w 4840150"/>
              <a:gd name="connsiteY1572" fmla="*/ 3538380 h 5724538"/>
              <a:gd name="connsiteX1573" fmla="*/ 1383255 w 4840150"/>
              <a:gd name="connsiteY1573" fmla="*/ 3538454 h 5724538"/>
              <a:gd name="connsiteX1574" fmla="*/ 1365885 w 4840150"/>
              <a:gd name="connsiteY1574" fmla="*/ 3634883 h 5724538"/>
              <a:gd name="connsiteX1575" fmla="*/ 1274913 w 4840150"/>
              <a:gd name="connsiteY1575" fmla="*/ 3612687 h 5724538"/>
              <a:gd name="connsiteX1576" fmla="*/ 1289178 w 4840150"/>
              <a:gd name="connsiteY1576" fmla="*/ 3508687 h 5724538"/>
              <a:gd name="connsiteX1577" fmla="*/ 1294468 w 4840150"/>
              <a:gd name="connsiteY1577" fmla="*/ 3505940 h 5724538"/>
              <a:gd name="connsiteX1578" fmla="*/ 1320265 w 4840150"/>
              <a:gd name="connsiteY1578" fmla="*/ 3499749 h 5724538"/>
              <a:gd name="connsiteX1579" fmla="*/ 4397061 w 4840150"/>
              <a:gd name="connsiteY1579" fmla="*/ 3493840 h 5724538"/>
              <a:gd name="connsiteX1580" fmla="*/ 4411907 w 4840150"/>
              <a:gd name="connsiteY1580" fmla="*/ 3493840 h 5724538"/>
              <a:gd name="connsiteX1581" fmla="*/ 4411907 w 4840150"/>
              <a:gd name="connsiteY1581" fmla="*/ 3513635 h 5724538"/>
              <a:gd name="connsiteX1582" fmla="*/ 4397061 w 4840150"/>
              <a:gd name="connsiteY1582" fmla="*/ 3513635 h 5724538"/>
              <a:gd name="connsiteX1583" fmla="*/ 4397061 w 4840150"/>
              <a:gd name="connsiteY1583" fmla="*/ 3493840 h 5724538"/>
              <a:gd name="connsiteX1584" fmla="*/ 4746265 w 4840150"/>
              <a:gd name="connsiteY1584" fmla="*/ 3489820 h 5724538"/>
              <a:gd name="connsiteX1585" fmla="*/ 4758328 w 4840150"/>
              <a:gd name="connsiteY1585" fmla="*/ 3506213 h 5724538"/>
              <a:gd name="connsiteX1586" fmla="*/ 4758328 w 4840150"/>
              <a:gd name="connsiteY1586" fmla="*/ 3553227 h 5724538"/>
              <a:gd name="connsiteX1587" fmla="*/ 4728635 w 4840150"/>
              <a:gd name="connsiteY1587" fmla="*/ 3538380 h 5724538"/>
              <a:gd name="connsiteX1588" fmla="*/ 4728635 w 4840150"/>
              <a:gd name="connsiteY1588" fmla="*/ 3493841 h 5724538"/>
              <a:gd name="connsiteX1589" fmla="*/ 4746265 w 4840150"/>
              <a:gd name="connsiteY1589" fmla="*/ 3489820 h 5724538"/>
              <a:gd name="connsiteX1590" fmla="*/ 4164774 w 4840150"/>
              <a:gd name="connsiteY1590" fmla="*/ 3466003 h 5724538"/>
              <a:gd name="connsiteX1591" fmla="*/ 4176836 w 4840150"/>
              <a:gd name="connsiteY1591" fmla="*/ 3481468 h 5724538"/>
              <a:gd name="connsiteX1592" fmla="*/ 4176836 w 4840150"/>
              <a:gd name="connsiteY1592" fmla="*/ 3526008 h 5724538"/>
              <a:gd name="connsiteX1593" fmla="*/ 4147143 w 4840150"/>
              <a:gd name="connsiteY1593" fmla="*/ 3513635 h 5724538"/>
              <a:gd name="connsiteX1594" fmla="*/ 4147143 w 4840150"/>
              <a:gd name="connsiteY1594" fmla="*/ 3469096 h 5724538"/>
              <a:gd name="connsiteX1595" fmla="*/ 4164774 w 4840150"/>
              <a:gd name="connsiteY1595" fmla="*/ 3466003 h 5724538"/>
              <a:gd name="connsiteX1596" fmla="*/ 4471293 w 4840150"/>
              <a:gd name="connsiteY1596" fmla="*/ 3444351 h 5724538"/>
              <a:gd name="connsiteX1597" fmla="*/ 4483666 w 4840150"/>
              <a:gd name="connsiteY1597" fmla="*/ 3444351 h 5724538"/>
              <a:gd name="connsiteX1598" fmla="*/ 4483666 w 4840150"/>
              <a:gd name="connsiteY1598" fmla="*/ 3464146 h 5724538"/>
              <a:gd name="connsiteX1599" fmla="*/ 4471293 w 4840150"/>
              <a:gd name="connsiteY1599" fmla="*/ 3461672 h 5724538"/>
              <a:gd name="connsiteX1600" fmla="*/ 4471293 w 4840150"/>
              <a:gd name="connsiteY1600" fmla="*/ 3444351 h 5724538"/>
              <a:gd name="connsiteX1601" fmla="*/ 4798537 w 4840150"/>
              <a:gd name="connsiteY1601" fmla="*/ 3439403 h 5724538"/>
              <a:gd name="connsiteX1602" fmla="*/ 4817714 w 4840150"/>
              <a:gd name="connsiteY1602" fmla="*/ 3459198 h 5724538"/>
              <a:gd name="connsiteX1603" fmla="*/ 4817714 w 4840150"/>
              <a:gd name="connsiteY1603" fmla="*/ 3513635 h 5724538"/>
              <a:gd name="connsiteX1604" fmla="*/ 4783072 w 4840150"/>
              <a:gd name="connsiteY1604" fmla="*/ 3498789 h 5724538"/>
              <a:gd name="connsiteX1605" fmla="*/ 4783072 w 4840150"/>
              <a:gd name="connsiteY1605" fmla="*/ 3441877 h 5724538"/>
              <a:gd name="connsiteX1606" fmla="*/ 4798537 w 4840150"/>
              <a:gd name="connsiteY1606" fmla="*/ 3439403 h 5724538"/>
              <a:gd name="connsiteX1607" fmla="*/ 4256328 w 4840150"/>
              <a:gd name="connsiteY1607" fmla="*/ 3431052 h 5724538"/>
              <a:gd name="connsiteX1608" fmla="*/ 4268390 w 4840150"/>
              <a:gd name="connsiteY1608" fmla="*/ 3446826 h 5724538"/>
              <a:gd name="connsiteX1609" fmla="*/ 4268390 w 4840150"/>
              <a:gd name="connsiteY1609" fmla="*/ 3491365 h 5724538"/>
              <a:gd name="connsiteX1610" fmla="*/ 4238697 w 4840150"/>
              <a:gd name="connsiteY1610" fmla="*/ 3478993 h 5724538"/>
              <a:gd name="connsiteX1611" fmla="*/ 4238697 w 4840150"/>
              <a:gd name="connsiteY1611" fmla="*/ 3431979 h 5724538"/>
              <a:gd name="connsiteX1612" fmla="*/ 4256328 w 4840150"/>
              <a:gd name="connsiteY1612" fmla="*/ 3431052 h 5724538"/>
              <a:gd name="connsiteX1613" fmla="*/ 2299982 w 4840150"/>
              <a:gd name="connsiteY1613" fmla="*/ 3418370 h 5724538"/>
              <a:gd name="connsiteX1614" fmla="*/ 2311117 w 4840150"/>
              <a:gd name="connsiteY1614" fmla="*/ 3429505 h 5724538"/>
              <a:gd name="connsiteX1615" fmla="*/ 2311117 w 4840150"/>
              <a:gd name="connsiteY1615" fmla="*/ 3464147 h 5724538"/>
              <a:gd name="connsiteX1616" fmla="*/ 2281424 w 4840150"/>
              <a:gd name="connsiteY1616" fmla="*/ 3461673 h 5724538"/>
              <a:gd name="connsiteX1617" fmla="*/ 2281424 w 4840150"/>
              <a:gd name="connsiteY1617" fmla="*/ 3429505 h 5724538"/>
              <a:gd name="connsiteX1618" fmla="*/ 2299982 w 4840150"/>
              <a:gd name="connsiteY1618" fmla="*/ 3418370 h 5724538"/>
              <a:gd name="connsiteX1619" fmla="*/ 2125225 w 4840150"/>
              <a:gd name="connsiteY1619" fmla="*/ 3404761 h 5724538"/>
              <a:gd name="connsiteX1620" fmla="*/ 2147804 w 4840150"/>
              <a:gd name="connsiteY1620" fmla="*/ 3424556 h 5724538"/>
              <a:gd name="connsiteX1621" fmla="*/ 2147804 w 4840150"/>
              <a:gd name="connsiteY1621" fmla="*/ 3476519 h 5724538"/>
              <a:gd name="connsiteX1622" fmla="*/ 2100790 w 4840150"/>
              <a:gd name="connsiteY1622" fmla="*/ 3459198 h 5724538"/>
              <a:gd name="connsiteX1623" fmla="*/ 2100790 w 4840150"/>
              <a:gd name="connsiteY1623" fmla="*/ 3407235 h 5724538"/>
              <a:gd name="connsiteX1624" fmla="*/ 2125225 w 4840150"/>
              <a:gd name="connsiteY1624" fmla="*/ 3404761 h 5724538"/>
              <a:gd name="connsiteX1625" fmla="*/ 4538723 w 4840150"/>
              <a:gd name="connsiteY1625" fmla="*/ 3397453 h 5724538"/>
              <a:gd name="connsiteX1626" fmla="*/ 4555424 w 4840150"/>
              <a:gd name="connsiteY1626" fmla="*/ 3404760 h 5724538"/>
              <a:gd name="connsiteX1627" fmla="*/ 4555424 w 4840150"/>
              <a:gd name="connsiteY1627" fmla="*/ 3436928 h 5724538"/>
              <a:gd name="connsiteX1628" fmla="*/ 4533155 w 4840150"/>
              <a:gd name="connsiteY1628" fmla="*/ 3436928 h 5724538"/>
              <a:gd name="connsiteX1629" fmla="*/ 4533155 w 4840150"/>
              <a:gd name="connsiteY1629" fmla="*/ 3404760 h 5724538"/>
              <a:gd name="connsiteX1630" fmla="*/ 4538723 w 4840150"/>
              <a:gd name="connsiteY1630" fmla="*/ 3397453 h 5724538"/>
              <a:gd name="connsiteX1631" fmla="*/ 1952234 w 4840150"/>
              <a:gd name="connsiteY1631" fmla="*/ 3383465 h 5724538"/>
              <a:gd name="connsiteX1632" fmla="*/ 1979543 w 4840150"/>
              <a:gd name="connsiteY1632" fmla="*/ 3409709 h 5724538"/>
              <a:gd name="connsiteX1633" fmla="*/ 1979543 w 4840150"/>
              <a:gd name="connsiteY1633" fmla="*/ 3483942 h 5724538"/>
              <a:gd name="connsiteX1634" fmla="*/ 1912734 w 4840150"/>
              <a:gd name="connsiteY1634" fmla="*/ 3459198 h 5724538"/>
              <a:gd name="connsiteX1635" fmla="*/ 1912734 w 4840150"/>
              <a:gd name="connsiteY1635" fmla="*/ 3384965 h 5724538"/>
              <a:gd name="connsiteX1636" fmla="*/ 1914364 w 4840150"/>
              <a:gd name="connsiteY1636" fmla="*/ 3384223 h 5724538"/>
              <a:gd name="connsiteX1637" fmla="*/ 1952234 w 4840150"/>
              <a:gd name="connsiteY1637" fmla="*/ 3383465 h 5724538"/>
              <a:gd name="connsiteX1638" fmla="*/ 4326154 w 4840150"/>
              <a:gd name="connsiteY1638" fmla="*/ 3377233 h 5724538"/>
              <a:gd name="connsiteX1639" fmla="*/ 4357470 w 4840150"/>
              <a:gd name="connsiteY1639" fmla="*/ 3402286 h 5724538"/>
              <a:gd name="connsiteX1640" fmla="*/ 4357470 w 4840150"/>
              <a:gd name="connsiteY1640" fmla="*/ 3464147 h 5724538"/>
              <a:gd name="connsiteX1641" fmla="*/ 4315405 w 4840150"/>
              <a:gd name="connsiteY1641" fmla="*/ 3444351 h 5724538"/>
              <a:gd name="connsiteX1642" fmla="*/ 4315405 w 4840150"/>
              <a:gd name="connsiteY1642" fmla="*/ 3382491 h 5724538"/>
              <a:gd name="connsiteX1643" fmla="*/ 4326154 w 4840150"/>
              <a:gd name="connsiteY1643" fmla="*/ 3377233 h 5724538"/>
              <a:gd name="connsiteX1644" fmla="*/ 4736367 w 4840150"/>
              <a:gd name="connsiteY1644" fmla="*/ 3370738 h 5724538"/>
              <a:gd name="connsiteX1645" fmla="*/ 4748429 w 4840150"/>
              <a:gd name="connsiteY1645" fmla="*/ 3387440 h 5724538"/>
              <a:gd name="connsiteX1646" fmla="*/ 4748429 w 4840150"/>
              <a:gd name="connsiteY1646" fmla="*/ 3434454 h 5724538"/>
              <a:gd name="connsiteX1647" fmla="*/ 4718736 w 4840150"/>
              <a:gd name="connsiteY1647" fmla="*/ 3419608 h 5724538"/>
              <a:gd name="connsiteX1648" fmla="*/ 4718736 w 4840150"/>
              <a:gd name="connsiteY1648" fmla="*/ 3372593 h 5724538"/>
              <a:gd name="connsiteX1649" fmla="*/ 4736367 w 4840150"/>
              <a:gd name="connsiteY1649" fmla="*/ 3370738 h 5724538"/>
              <a:gd name="connsiteX1650" fmla="*/ 1570461 w 4840150"/>
              <a:gd name="connsiteY1650" fmla="*/ 3368262 h 5724538"/>
              <a:gd name="connsiteX1651" fmla="*/ 1618277 w 4840150"/>
              <a:gd name="connsiteY1651" fmla="*/ 3389914 h 5724538"/>
              <a:gd name="connsiteX1652" fmla="*/ 1620261 w 4840150"/>
              <a:gd name="connsiteY1652" fmla="*/ 3391893 h 5724538"/>
              <a:gd name="connsiteX1653" fmla="*/ 1618277 w 4840150"/>
              <a:gd name="connsiteY1653" fmla="*/ 3444351 h 5724538"/>
              <a:gd name="connsiteX1654" fmla="*/ 1566314 w 4840150"/>
              <a:gd name="connsiteY1654" fmla="*/ 3427030 h 5724538"/>
              <a:gd name="connsiteX1655" fmla="*/ 1566314 w 4840150"/>
              <a:gd name="connsiteY1655" fmla="*/ 3370118 h 5724538"/>
              <a:gd name="connsiteX1656" fmla="*/ 1570461 w 4840150"/>
              <a:gd name="connsiteY1656" fmla="*/ 3368262 h 5724538"/>
              <a:gd name="connsiteX1657" fmla="*/ 4410052 w 4840150"/>
              <a:gd name="connsiteY1657" fmla="*/ 3364242 h 5724538"/>
              <a:gd name="connsiteX1658" fmla="*/ 4416856 w 4840150"/>
              <a:gd name="connsiteY1658" fmla="*/ 3372593 h 5724538"/>
              <a:gd name="connsiteX1659" fmla="*/ 4416856 w 4840150"/>
              <a:gd name="connsiteY1659" fmla="*/ 3397337 h 5724538"/>
              <a:gd name="connsiteX1660" fmla="*/ 4399536 w 4840150"/>
              <a:gd name="connsiteY1660" fmla="*/ 3399811 h 5724538"/>
              <a:gd name="connsiteX1661" fmla="*/ 4399536 w 4840150"/>
              <a:gd name="connsiteY1661" fmla="*/ 3372593 h 5724538"/>
              <a:gd name="connsiteX1662" fmla="*/ 4410052 w 4840150"/>
              <a:gd name="connsiteY1662" fmla="*/ 3364242 h 5724538"/>
              <a:gd name="connsiteX1663" fmla="*/ 1405648 w 4840150"/>
              <a:gd name="connsiteY1663" fmla="*/ 3359710 h 5724538"/>
              <a:gd name="connsiteX1664" fmla="*/ 1425271 w 4840150"/>
              <a:gd name="connsiteY1664" fmla="*/ 3375067 h 5724538"/>
              <a:gd name="connsiteX1665" fmla="*/ 1425271 w 4840150"/>
              <a:gd name="connsiteY1665" fmla="*/ 3419607 h 5724538"/>
              <a:gd name="connsiteX1666" fmla="*/ 1418578 w 4840150"/>
              <a:gd name="connsiteY1666" fmla="*/ 3422947 h 5724538"/>
              <a:gd name="connsiteX1667" fmla="*/ 1380731 w 4840150"/>
              <a:gd name="connsiteY1667" fmla="*/ 3404760 h 5724538"/>
              <a:gd name="connsiteX1668" fmla="*/ 1380731 w 4840150"/>
              <a:gd name="connsiteY1668" fmla="*/ 3360221 h 5724538"/>
              <a:gd name="connsiteX1669" fmla="*/ 1405648 w 4840150"/>
              <a:gd name="connsiteY1669" fmla="*/ 3359710 h 5724538"/>
              <a:gd name="connsiteX1670" fmla="*/ 4196014 w 4840150"/>
              <a:gd name="connsiteY1670" fmla="*/ 3357128 h 5724538"/>
              <a:gd name="connsiteX1671" fmla="*/ 4206530 w 4840150"/>
              <a:gd name="connsiteY1671" fmla="*/ 3370118 h 5724538"/>
              <a:gd name="connsiteX1672" fmla="*/ 4206530 w 4840150"/>
              <a:gd name="connsiteY1672" fmla="*/ 3407235 h 5724538"/>
              <a:gd name="connsiteX1673" fmla="*/ 4181786 w 4840150"/>
              <a:gd name="connsiteY1673" fmla="*/ 3407235 h 5724538"/>
              <a:gd name="connsiteX1674" fmla="*/ 4181786 w 4840150"/>
              <a:gd name="connsiteY1674" fmla="*/ 3370118 h 5724538"/>
              <a:gd name="connsiteX1675" fmla="*/ 4196014 w 4840150"/>
              <a:gd name="connsiteY1675" fmla="*/ 3357128 h 5724538"/>
              <a:gd name="connsiteX1676" fmla="*/ 4603715 w 4840150"/>
              <a:gd name="connsiteY1676" fmla="*/ 3356433 h 5724538"/>
              <a:gd name="connsiteX1677" fmla="*/ 4617285 w 4840150"/>
              <a:gd name="connsiteY1677" fmla="*/ 3362696 h 5724538"/>
              <a:gd name="connsiteX1678" fmla="*/ 4617285 w 4840150"/>
              <a:gd name="connsiteY1678" fmla="*/ 3389914 h 5724538"/>
              <a:gd name="connsiteX1679" fmla="*/ 4599964 w 4840150"/>
              <a:gd name="connsiteY1679" fmla="*/ 3389914 h 5724538"/>
              <a:gd name="connsiteX1680" fmla="*/ 4599964 w 4840150"/>
              <a:gd name="connsiteY1680" fmla="*/ 3362696 h 5724538"/>
              <a:gd name="connsiteX1681" fmla="*/ 4603715 w 4840150"/>
              <a:gd name="connsiteY1681" fmla="*/ 3356433 h 5724538"/>
              <a:gd name="connsiteX1682" fmla="*/ 1763320 w 4840150"/>
              <a:gd name="connsiteY1682" fmla="*/ 3337248 h 5724538"/>
              <a:gd name="connsiteX1683" fmla="*/ 1840975 w 4840150"/>
              <a:gd name="connsiteY1683" fmla="*/ 3382490 h 5724538"/>
              <a:gd name="connsiteX1684" fmla="*/ 1823654 w 4840150"/>
              <a:gd name="connsiteY1684" fmla="*/ 3498789 h 5724538"/>
              <a:gd name="connsiteX1685" fmla="*/ 1822226 w 4840150"/>
              <a:gd name="connsiteY1685" fmla="*/ 3499531 h 5724538"/>
              <a:gd name="connsiteX1686" fmla="*/ 1712305 w 4840150"/>
              <a:gd name="connsiteY1686" fmla="*/ 3464147 h 5724538"/>
              <a:gd name="connsiteX1687" fmla="*/ 1732100 w 4840150"/>
              <a:gd name="connsiteY1687" fmla="*/ 3345374 h 5724538"/>
              <a:gd name="connsiteX1688" fmla="*/ 1763320 w 4840150"/>
              <a:gd name="connsiteY1688" fmla="*/ 3337248 h 5724538"/>
              <a:gd name="connsiteX1689" fmla="*/ 1211480 w 4840150"/>
              <a:gd name="connsiteY1689" fmla="*/ 3330246 h 5724538"/>
              <a:gd name="connsiteX1690" fmla="*/ 1237221 w 4840150"/>
              <a:gd name="connsiteY1690" fmla="*/ 3350323 h 5724538"/>
              <a:gd name="connsiteX1691" fmla="*/ 1239642 w 4840150"/>
              <a:gd name="connsiteY1691" fmla="*/ 3352748 h 5724538"/>
              <a:gd name="connsiteX1692" fmla="*/ 1237221 w 4840150"/>
              <a:gd name="connsiteY1692" fmla="*/ 3412184 h 5724538"/>
              <a:gd name="connsiteX1693" fmla="*/ 1228399 w 4840150"/>
              <a:gd name="connsiteY1693" fmla="*/ 3417306 h 5724538"/>
              <a:gd name="connsiteX1694" fmla="*/ 1162988 w 4840150"/>
              <a:gd name="connsiteY1694" fmla="*/ 3392388 h 5724538"/>
              <a:gd name="connsiteX1695" fmla="*/ 1179072 w 4840150"/>
              <a:gd name="connsiteY1695" fmla="*/ 3334239 h 5724538"/>
              <a:gd name="connsiteX1696" fmla="*/ 1211480 w 4840150"/>
              <a:gd name="connsiteY1696" fmla="*/ 3330246 h 5724538"/>
              <a:gd name="connsiteX1697" fmla="*/ 4472183 w 4840150"/>
              <a:gd name="connsiteY1697" fmla="*/ 3325309 h 5724538"/>
              <a:gd name="connsiteX1698" fmla="*/ 4477171 w 4840150"/>
              <a:gd name="connsiteY1698" fmla="*/ 3325889 h 5724538"/>
              <a:gd name="connsiteX1699" fmla="*/ 4483666 w 4840150"/>
              <a:gd name="connsiteY1699" fmla="*/ 3330528 h 5724538"/>
              <a:gd name="connsiteX1700" fmla="*/ 4483666 w 4840150"/>
              <a:gd name="connsiteY1700" fmla="*/ 3352798 h 5724538"/>
              <a:gd name="connsiteX1701" fmla="*/ 4468819 w 4840150"/>
              <a:gd name="connsiteY1701" fmla="*/ 3352798 h 5724538"/>
              <a:gd name="connsiteX1702" fmla="*/ 4468819 w 4840150"/>
              <a:gd name="connsiteY1702" fmla="*/ 3330528 h 5724538"/>
              <a:gd name="connsiteX1703" fmla="*/ 4472183 w 4840150"/>
              <a:gd name="connsiteY1703" fmla="*/ 3325309 h 5724538"/>
              <a:gd name="connsiteX1704" fmla="*/ 4266535 w 4840150"/>
              <a:gd name="connsiteY1704" fmla="*/ 3315063 h 5724538"/>
              <a:gd name="connsiteX1705" fmla="*/ 4278288 w 4840150"/>
              <a:gd name="connsiteY1705" fmla="*/ 3328053 h 5724538"/>
              <a:gd name="connsiteX1706" fmla="*/ 4278288 w 4840150"/>
              <a:gd name="connsiteY1706" fmla="*/ 3370119 h 5724538"/>
              <a:gd name="connsiteX1707" fmla="*/ 4251070 w 4840150"/>
              <a:gd name="connsiteY1707" fmla="*/ 3367644 h 5724538"/>
              <a:gd name="connsiteX1708" fmla="*/ 4251070 w 4840150"/>
              <a:gd name="connsiteY1708" fmla="*/ 3328053 h 5724538"/>
              <a:gd name="connsiteX1709" fmla="*/ 4266535 w 4840150"/>
              <a:gd name="connsiteY1709" fmla="*/ 3315063 h 5724538"/>
              <a:gd name="connsiteX1710" fmla="*/ 1028410 w 4840150"/>
              <a:gd name="connsiteY1710" fmla="*/ 3301716 h 5724538"/>
              <a:gd name="connsiteX1711" fmla="*/ 1059064 w 4840150"/>
              <a:gd name="connsiteY1711" fmla="*/ 3325579 h 5724538"/>
              <a:gd name="connsiteX1712" fmla="*/ 1044215 w 4840150"/>
              <a:gd name="connsiteY1712" fmla="*/ 3392389 h 5724538"/>
              <a:gd name="connsiteX1713" fmla="*/ 974931 w 4840150"/>
              <a:gd name="connsiteY1713" fmla="*/ 3372593 h 5724538"/>
              <a:gd name="connsiteX1714" fmla="*/ 970596 w 4840150"/>
              <a:gd name="connsiteY1714" fmla="*/ 3365788 h 5724538"/>
              <a:gd name="connsiteX1715" fmla="*/ 989779 w 4840150"/>
              <a:gd name="connsiteY1715" fmla="*/ 3305783 h 5724538"/>
              <a:gd name="connsiteX1716" fmla="*/ 1028410 w 4840150"/>
              <a:gd name="connsiteY1716" fmla="*/ 3301716 h 5724538"/>
              <a:gd name="connsiteX1717" fmla="*/ 4668320 w 4840150"/>
              <a:gd name="connsiteY1717" fmla="*/ 3292174 h 5724538"/>
              <a:gd name="connsiteX1718" fmla="*/ 4681620 w 4840150"/>
              <a:gd name="connsiteY1718" fmla="*/ 3310733 h 5724538"/>
              <a:gd name="connsiteX1719" fmla="*/ 4681620 w 4840150"/>
              <a:gd name="connsiteY1719" fmla="*/ 3360221 h 5724538"/>
              <a:gd name="connsiteX1720" fmla="*/ 4649452 w 4840150"/>
              <a:gd name="connsiteY1720" fmla="*/ 3345375 h 5724538"/>
              <a:gd name="connsiteX1721" fmla="*/ 4649452 w 4840150"/>
              <a:gd name="connsiteY1721" fmla="*/ 3295886 h 5724538"/>
              <a:gd name="connsiteX1722" fmla="*/ 4668320 w 4840150"/>
              <a:gd name="connsiteY1722" fmla="*/ 3292174 h 5724538"/>
              <a:gd name="connsiteX1723" fmla="*/ 809812 w 4840150"/>
              <a:gd name="connsiteY1723" fmla="*/ 3287241 h 5724538"/>
              <a:gd name="connsiteX1724" fmla="*/ 833886 w 4840150"/>
              <a:gd name="connsiteY1724" fmla="*/ 3305783 h 5724538"/>
              <a:gd name="connsiteX1725" fmla="*/ 833886 w 4840150"/>
              <a:gd name="connsiteY1725" fmla="*/ 3360221 h 5724538"/>
              <a:gd name="connsiteX1726" fmla="*/ 822869 w 4840150"/>
              <a:gd name="connsiteY1726" fmla="*/ 3366827 h 5724538"/>
              <a:gd name="connsiteX1727" fmla="*/ 764602 w 4840150"/>
              <a:gd name="connsiteY1727" fmla="*/ 3342900 h 5724538"/>
              <a:gd name="connsiteX1728" fmla="*/ 761730 w 4840150"/>
              <a:gd name="connsiteY1728" fmla="*/ 3337877 h 5724538"/>
              <a:gd name="connsiteX1729" fmla="*/ 779451 w 4840150"/>
              <a:gd name="connsiteY1729" fmla="*/ 3288462 h 5724538"/>
              <a:gd name="connsiteX1730" fmla="*/ 809812 w 4840150"/>
              <a:gd name="connsiteY1730" fmla="*/ 3287241 h 5724538"/>
              <a:gd name="connsiteX1731" fmla="*/ 4340768 w 4840150"/>
              <a:gd name="connsiteY1731" fmla="*/ 3276399 h 5724538"/>
              <a:gd name="connsiteX1732" fmla="*/ 4350046 w 4840150"/>
              <a:gd name="connsiteY1732" fmla="*/ 3290937 h 5724538"/>
              <a:gd name="connsiteX1733" fmla="*/ 4350046 w 4840150"/>
              <a:gd name="connsiteY1733" fmla="*/ 3325579 h 5724538"/>
              <a:gd name="connsiteX1734" fmla="*/ 4327777 w 4840150"/>
              <a:gd name="connsiteY1734" fmla="*/ 3313207 h 5724538"/>
              <a:gd name="connsiteX1735" fmla="*/ 4327777 w 4840150"/>
              <a:gd name="connsiteY1735" fmla="*/ 3278564 h 5724538"/>
              <a:gd name="connsiteX1736" fmla="*/ 4340768 w 4840150"/>
              <a:gd name="connsiteY1736" fmla="*/ 3276399 h 5724538"/>
              <a:gd name="connsiteX1737" fmla="*/ 4532073 w 4840150"/>
              <a:gd name="connsiteY1737" fmla="*/ 3272688 h 5724538"/>
              <a:gd name="connsiteX1738" fmla="*/ 4552950 w 4840150"/>
              <a:gd name="connsiteY1738" fmla="*/ 3281039 h 5724538"/>
              <a:gd name="connsiteX1739" fmla="*/ 4552950 w 4840150"/>
              <a:gd name="connsiteY1739" fmla="*/ 3320630 h 5724538"/>
              <a:gd name="connsiteX1740" fmla="*/ 4525732 w 4840150"/>
              <a:gd name="connsiteY1740" fmla="*/ 3320630 h 5724538"/>
              <a:gd name="connsiteX1741" fmla="*/ 4525732 w 4840150"/>
              <a:gd name="connsiteY1741" fmla="*/ 3281039 h 5724538"/>
              <a:gd name="connsiteX1742" fmla="*/ 4532073 w 4840150"/>
              <a:gd name="connsiteY1742" fmla="*/ 3272688 h 5724538"/>
              <a:gd name="connsiteX1743" fmla="*/ 4719355 w 4840150"/>
              <a:gd name="connsiteY1743" fmla="*/ 3255367 h 5724538"/>
              <a:gd name="connsiteX1744" fmla="*/ 4731108 w 4840150"/>
              <a:gd name="connsiteY1744" fmla="*/ 3271142 h 5724538"/>
              <a:gd name="connsiteX1745" fmla="*/ 4731108 w 4840150"/>
              <a:gd name="connsiteY1745" fmla="*/ 3313207 h 5724538"/>
              <a:gd name="connsiteX1746" fmla="*/ 4703890 w 4840150"/>
              <a:gd name="connsiteY1746" fmla="*/ 3300835 h 5724538"/>
              <a:gd name="connsiteX1747" fmla="*/ 4703890 w 4840150"/>
              <a:gd name="connsiteY1747" fmla="*/ 3256295 h 5724538"/>
              <a:gd name="connsiteX1748" fmla="*/ 4719355 w 4840150"/>
              <a:gd name="connsiteY1748" fmla="*/ 3255367 h 5724538"/>
              <a:gd name="connsiteX1749" fmla="*/ 1983690 w 4840150"/>
              <a:gd name="connsiteY1749" fmla="*/ 3237119 h 5724538"/>
              <a:gd name="connsiteX1750" fmla="*/ 2031506 w 4840150"/>
              <a:gd name="connsiteY1750" fmla="*/ 3258770 h 5724538"/>
              <a:gd name="connsiteX1751" fmla="*/ 2031506 w 4840150"/>
              <a:gd name="connsiteY1751" fmla="*/ 3310733 h 5724538"/>
              <a:gd name="connsiteX1752" fmla="*/ 2028552 w 4840150"/>
              <a:gd name="connsiteY1752" fmla="*/ 3312217 h 5724538"/>
              <a:gd name="connsiteX1753" fmla="*/ 1979543 w 4840150"/>
              <a:gd name="connsiteY1753" fmla="*/ 3293412 h 5724538"/>
              <a:gd name="connsiteX1754" fmla="*/ 1977559 w 4840150"/>
              <a:gd name="connsiteY1754" fmla="*/ 3291432 h 5724538"/>
              <a:gd name="connsiteX1755" fmla="*/ 1979543 w 4840150"/>
              <a:gd name="connsiteY1755" fmla="*/ 3238974 h 5724538"/>
              <a:gd name="connsiteX1756" fmla="*/ 1983690 w 4840150"/>
              <a:gd name="connsiteY1756" fmla="*/ 3237119 h 5724538"/>
              <a:gd name="connsiteX1757" fmla="*/ 4406340 w 4840150"/>
              <a:gd name="connsiteY1757" fmla="*/ 3234334 h 5724538"/>
              <a:gd name="connsiteX1758" fmla="*/ 4416856 w 4840150"/>
              <a:gd name="connsiteY1758" fmla="*/ 3248872 h 5724538"/>
              <a:gd name="connsiteX1759" fmla="*/ 4416856 w 4840150"/>
              <a:gd name="connsiteY1759" fmla="*/ 3283514 h 5724538"/>
              <a:gd name="connsiteX1760" fmla="*/ 4392111 w 4840150"/>
              <a:gd name="connsiteY1760" fmla="*/ 3271142 h 5724538"/>
              <a:gd name="connsiteX1761" fmla="*/ 4392111 w 4840150"/>
              <a:gd name="connsiteY1761" fmla="*/ 3236499 h 5724538"/>
              <a:gd name="connsiteX1762" fmla="*/ 4406340 w 4840150"/>
              <a:gd name="connsiteY1762" fmla="*/ 3234334 h 5724538"/>
              <a:gd name="connsiteX1763" fmla="*/ 4194467 w 4840150"/>
              <a:gd name="connsiteY1763" fmla="*/ 3234334 h 5724538"/>
              <a:gd name="connsiteX1764" fmla="*/ 4206530 w 4840150"/>
              <a:gd name="connsiteY1764" fmla="*/ 3248872 h 5724538"/>
              <a:gd name="connsiteX1765" fmla="*/ 4206530 w 4840150"/>
              <a:gd name="connsiteY1765" fmla="*/ 3288463 h 5724538"/>
              <a:gd name="connsiteX1766" fmla="*/ 4176836 w 4840150"/>
              <a:gd name="connsiteY1766" fmla="*/ 3276090 h 5724538"/>
              <a:gd name="connsiteX1767" fmla="*/ 4176836 w 4840150"/>
              <a:gd name="connsiteY1767" fmla="*/ 3236499 h 5724538"/>
              <a:gd name="connsiteX1768" fmla="*/ 4194467 w 4840150"/>
              <a:gd name="connsiteY1768" fmla="*/ 3234334 h 5724538"/>
              <a:gd name="connsiteX1769" fmla="*/ 1840839 w 4840150"/>
              <a:gd name="connsiteY1769" fmla="*/ 3208180 h 5724538"/>
              <a:gd name="connsiteX1770" fmla="*/ 1870668 w 4840150"/>
              <a:gd name="connsiteY1770" fmla="*/ 3234025 h 5724538"/>
              <a:gd name="connsiteX1771" fmla="*/ 1870668 w 4840150"/>
              <a:gd name="connsiteY1771" fmla="*/ 3305783 h 5724538"/>
              <a:gd name="connsiteX1772" fmla="*/ 1867088 w 4840150"/>
              <a:gd name="connsiteY1772" fmla="*/ 3307615 h 5724538"/>
              <a:gd name="connsiteX1773" fmla="*/ 1801384 w 4840150"/>
              <a:gd name="connsiteY1773" fmla="*/ 3283514 h 5724538"/>
              <a:gd name="connsiteX1774" fmla="*/ 1800635 w 4840150"/>
              <a:gd name="connsiteY1774" fmla="*/ 3282771 h 5724538"/>
              <a:gd name="connsiteX1775" fmla="*/ 1801384 w 4840150"/>
              <a:gd name="connsiteY1775" fmla="*/ 3209281 h 5724538"/>
              <a:gd name="connsiteX1776" fmla="*/ 1840839 w 4840150"/>
              <a:gd name="connsiteY1776" fmla="*/ 3208180 h 5724538"/>
              <a:gd name="connsiteX1777" fmla="*/ 4461628 w 4840150"/>
              <a:gd name="connsiteY1777" fmla="*/ 3200544 h 5724538"/>
              <a:gd name="connsiteX1778" fmla="*/ 4476243 w 4840150"/>
              <a:gd name="connsiteY1778" fmla="*/ 3206807 h 5724538"/>
              <a:gd name="connsiteX1779" fmla="*/ 4476243 w 4840150"/>
              <a:gd name="connsiteY1779" fmla="*/ 3236500 h 5724538"/>
              <a:gd name="connsiteX1780" fmla="*/ 4453973 w 4840150"/>
              <a:gd name="connsiteY1780" fmla="*/ 3216704 h 5724538"/>
              <a:gd name="connsiteX1781" fmla="*/ 4456447 w 4840150"/>
              <a:gd name="connsiteY1781" fmla="*/ 3206807 h 5724538"/>
              <a:gd name="connsiteX1782" fmla="*/ 4461628 w 4840150"/>
              <a:gd name="connsiteY1782" fmla="*/ 3200544 h 5724538"/>
              <a:gd name="connsiteX1783" fmla="*/ 4269627 w 4840150"/>
              <a:gd name="connsiteY1783" fmla="*/ 3179896 h 5724538"/>
              <a:gd name="connsiteX1784" fmla="*/ 4285711 w 4840150"/>
              <a:gd name="connsiteY1784" fmla="*/ 3201857 h 5724538"/>
              <a:gd name="connsiteX1785" fmla="*/ 4285711 w 4840150"/>
              <a:gd name="connsiteY1785" fmla="*/ 3258769 h 5724538"/>
              <a:gd name="connsiteX1786" fmla="*/ 4246120 w 4840150"/>
              <a:gd name="connsiteY1786" fmla="*/ 3241448 h 5724538"/>
              <a:gd name="connsiteX1787" fmla="*/ 4246120 w 4840150"/>
              <a:gd name="connsiteY1787" fmla="*/ 3182061 h 5724538"/>
              <a:gd name="connsiteX1788" fmla="*/ 4269627 w 4840150"/>
              <a:gd name="connsiteY1788" fmla="*/ 3179896 h 5724538"/>
              <a:gd name="connsiteX1789" fmla="*/ 1491407 w 4840150"/>
              <a:gd name="connsiteY1789" fmla="*/ 3178895 h 5724538"/>
              <a:gd name="connsiteX1790" fmla="*/ 1512319 w 4840150"/>
              <a:gd name="connsiteY1790" fmla="*/ 3190822 h 5724538"/>
              <a:gd name="connsiteX1791" fmla="*/ 1511876 w 4840150"/>
              <a:gd name="connsiteY1791" fmla="*/ 3253821 h 5724538"/>
              <a:gd name="connsiteX1792" fmla="*/ 1467336 w 4840150"/>
              <a:gd name="connsiteY1792" fmla="*/ 3234025 h 5724538"/>
              <a:gd name="connsiteX1793" fmla="*/ 1467336 w 4840150"/>
              <a:gd name="connsiteY1793" fmla="*/ 3179588 h 5724538"/>
              <a:gd name="connsiteX1794" fmla="*/ 1491407 w 4840150"/>
              <a:gd name="connsiteY1794" fmla="*/ 3178895 h 5724538"/>
              <a:gd name="connsiteX1795" fmla="*/ 4325302 w 4840150"/>
              <a:gd name="connsiteY1795" fmla="*/ 3172164 h 5724538"/>
              <a:gd name="connsiteX1796" fmla="*/ 4340149 w 4840150"/>
              <a:gd name="connsiteY1796" fmla="*/ 3172164 h 5724538"/>
              <a:gd name="connsiteX1797" fmla="*/ 4340149 w 4840150"/>
              <a:gd name="connsiteY1797" fmla="*/ 3194434 h 5724538"/>
              <a:gd name="connsiteX1798" fmla="*/ 4325302 w 4840150"/>
              <a:gd name="connsiteY1798" fmla="*/ 3194434 h 5724538"/>
              <a:gd name="connsiteX1799" fmla="*/ 4325302 w 4840150"/>
              <a:gd name="connsiteY1799" fmla="*/ 3172164 h 5724538"/>
              <a:gd name="connsiteX1800" fmla="*/ 1305495 w 4840150"/>
              <a:gd name="connsiteY1800" fmla="*/ 3159542 h 5724538"/>
              <a:gd name="connsiteX1801" fmla="*/ 1323820 w 4840150"/>
              <a:gd name="connsiteY1801" fmla="*/ 3174639 h 5724538"/>
              <a:gd name="connsiteX1802" fmla="*/ 1323891 w 4840150"/>
              <a:gd name="connsiteY1802" fmla="*/ 3174713 h 5724538"/>
              <a:gd name="connsiteX1803" fmla="*/ 1323820 w 4840150"/>
              <a:gd name="connsiteY1803" fmla="*/ 3216704 h 5724538"/>
              <a:gd name="connsiteX1804" fmla="*/ 1281754 w 4840150"/>
              <a:gd name="connsiteY1804" fmla="*/ 3201858 h 5724538"/>
              <a:gd name="connsiteX1805" fmla="*/ 1281682 w 4840150"/>
              <a:gd name="connsiteY1805" fmla="*/ 3201784 h 5724538"/>
              <a:gd name="connsiteX1806" fmla="*/ 1281754 w 4840150"/>
              <a:gd name="connsiteY1806" fmla="*/ 3159793 h 5724538"/>
              <a:gd name="connsiteX1807" fmla="*/ 1305495 w 4840150"/>
              <a:gd name="connsiteY1807" fmla="*/ 3159542 h 5724538"/>
              <a:gd name="connsiteX1808" fmla="*/ 1652819 w 4840150"/>
              <a:gd name="connsiteY1808" fmla="*/ 3152654 h 5724538"/>
              <a:gd name="connsiteX1809" fmla="*/ 1732100 w 4840150"/>
              <a:gd name="connsiteY1809" fmla="*/ 3199383 h 5724538"/>
              <a:gd name="connsiteX1810" fmla="*/ 1712305 w 4840150"/>
              <a:gd name="connsiteY1810" fmla="*/ 3315681 h 5724538"/>
              <a:gd name="connsiteX1811" fmla="*/ 1600956 w 4840150"/>
              <a:gd name="connsiteY1811" fmla="*/ 3276090 h 5724538"/>
              <a:gd name="connsiteX1812" fmla="*/ 1620751 w 4840150"/>
              <a:gd name="connsiteY1812" fmla="*/ 3159792 h 5724538"/>
              <a:gd name="connsiteX1813" fmla="*/ 1652819 w 4840150"/>
              <a:gd name="connsiteY1813" fmla="*/ 3152654 h 5724538"/>
              <a:gd name="connsiteX1814" fmla="*/ 4116523 w 4840150"/>
              <a:gd name="connsiteY1814" fmla="*/ 3143400 h 5724538"/>
              <a:gd name="connsiteX1815" fmla="*/ 4137246 w 4840150"/>
              <a:gd name="connsiteY1815" fmla="*/ 3162267 h 5724538"/>
              <a:gd name="connsiteX1816" fmla="*/ 4137246 w 4840150"/>
              <a:gd name="connsiteY1816" fmla="*/ 3216704 h 5724538"/>
              <a:gd name="connsiteX1817" fmla="*/ 4097655 w 4840150"/>
              <a:gd name="connsiteY1817" fmla="*/ 3196909 h 5724538"/>
              <a:gd name="connsiteX1818" fmla="*/ 4097655 w 4840150"/>
              <a:gd name="connsiteY1818" fmla="*/ 3144946 h 5724538"/>
              <a:gd name="connsiteX1819" fmla="*/ 4116523 w 4840150"/>
              <a:gd name="connsiteY1819" fmla="*/ 3143400 h 5724538"/>
              <a:gd name="connsiteX1820" fmla="*/ 1130907 w 4840150"/>
              <a:gd name="connsiteY1820" fmla="*/ 3114210 h 5724538"/>
              <a:gd name="connsiteX1821" fmla="*/ 1165463 w 4840150"/>
              <a:gd name="connsiteY1821" fmla="*/ 3142471 h 5724538"/>
              <a:gd name="connsiteX1822" fmla="*/ 1170350 w 4840150"/>
              <a:gd name="connsiteY1822" fmla="*/ 3150340 h 5724538"/>
              <a:gd name="connsiteX1823" fmla="*/ 1148142 w 4840150"/>
              <a:gd name="connsiteY1823" fmla="*/ 3216704 h 5724538"/>
              <a:gd name="connsiteX1824" fmla="*/ 1071437 w 4840150"/>
              <a:gd name="connsiteY1824" fmla="*/ 3191960 h 5724538"/>
              <a:gd name="connsiteX1825" fmla="*/ 1070523 w 4840150"/>
              <a:gd name="connsiteY1825" fmla="*/ 3190599 h 5724538"/>
              <a:gd name="connsiteX1826" fmla="*/ 1086283 w 4840150"/>
              <a:gd name="connsiteY1826" fmla="*/ 3115252 h 5724538"/>
              <a:gd name="connsiteX1827" fmla="*/ 1130907 w 4840150"/>
              <a:gd name="connsiteY1827" fmla="*/ 3114210 h 5724538"/>
              <a:gd name="connsiteX1828" fmla="*/ 4190447 w 4840150"/>
              <a:gd name="connsiteY1828" fmla="*/ 3098241 h 5724538"/>
              <a:gd name="connsiteX1829" fmla="*/ 4206530 w 4840150"/>
              <a:gd name="connsiteY1829" fmla="*/ 3120201 h 5724538"/>
              <a:gd name="connsiteX1830" fmla="*/ 4206530 w 4840150"/>
              <a:gd name="connsiteY1830" fmla="*/ 3177113 h 5724538"/>
              <a:gd name="connsiteX1831" fmla="*/ 4166939 w 4840150"/>
              <a:gd name="connsiteY1831" fmla="*/ 3157317 h 5724538"/>
              <a:gd name="connsiteX1832" fmla="*/ 4166939 w 4840150"/>
              <a:gd name="connsiteY1832" fmla="*/ 3100405 h 5724538"/>
              <a:gd name="connsiteX1833" fmla="*/ 4190447 w 4840150"/>
              <a:gd name="connsiteY1833" fmla="*/ 3098241 h 5724538"/>
              <a:gd name="connsiteX1834" fmla="*/ 722539 w 4840150"/>
              <a:gd name="connsiteY1834" fmla="*/ 3097931 h 5724538"/>
              <a:gd name="connsiteX1835" fmla="*/ 742333 w 4840150"/>
              <a:gd name="connsiteY1835" fmla="*/ 3097931 h 5724538"/>
              <a:gd name="connsiteX1836" fmla="*/ 744807 w 4840150"/>
              <a:gd name="connsiteY1836" fmla="*/ 3100405 h 5724538"/>
              <a:gd name="connsiteX1837" fmla="*/ 742333 w 4840150"/>
              <a:gd name="connsiteY1837" fmla="*/ 3117726 h 5724538"/>
              <a:gd name="connsiteX1838" fmla="*/ 722539 w 4840150"/>
              <a:gd name="connsiteY1838" fmla="*/ 3115252 h 5724538"/>
              <a:gd name="connsiteX1839" fmla="*/ 935977 w 4840150"/>
              <a:gd name="connsiteY1839" fmla="*/ 3091071 h 5724538"/>
              <a:gd name="connsiteX1840" fmla="*/ 965035 w 4840150"/>
              <a:gd name="connsiteY1840" fmla="*/ 3115252 h 5724538"/>
              <a:gd name="connsiteX1841" fmla="*/ 967368 w 4840150"/>
              <a:gd name="connsiteY1841" fmla="*/ 3118988 h 5724538"/>
              <a:gd name="connsiteX1842" fmla="*/ 950189 w 4840150"/>
              <a:gd name="connsiteY1842" fmla="*/ 3179587 h 5724538"/>
              <a:gd name="connsiteX1843" fmla="*/ 880904 w 4840150"/>
              <a:gd name="connsiteY1843" fmla="*/ 3157317 h 5724538"/>
              <a:gd name="connsiteX1844" fmla="*/ 878258 w 4840150"/>
              <a:gd name="connsiteY1844" fmla="*/ 3152715 h 5724538"/>
              <a:gd name="connsiteX1845" fmla="*/ 898225 w 4840150"/>
              <a:gd name="connsiteY1845" fmla="*/ 3092982 h 5724538"/>
              <a:gd name="connsiteX1846" fmla="*/ 935977 w 4840150"/>
              <a:gd name="connsiteY1846" fmla="*/ 3091071 h 5724538"/>
              <a:gd name="connsiteX1847" fmla="*/ 4262823 w 4840150"/>
              <a:gd name="connsiteY1847" fmla="*/ 3071950 h 5724538"/>
              <a:gd name="connsiteX1848" fmla="*/ 4273339 w 4840150"/>
              <a:gd name="connsiteY1848" fmla="*/ 3085559 h 5724538"/>
              <a:gd name="connsiteX1849" fmla="*/ 4273339 w 4840150"/>
              <a:gd name="connsiteY1849" fmla="*/ 3122675 h 5724538"/>
              <a:gd name="connsiteX1850" fmla="*/ 4248595 w 4840150"/>
              <a:gd name="connsiteY1850" fmla="*/ 3110303 h 5724538"/>
              <a:gd name="connsiteX1851" fmla="*/ 4248595 w 4840150"/>
              <a:gd name="connsiteY1851" fmla="*/ 3073187 h 5724538"/>
              <a:gd name="connsiteX1852" fmla="*/ 4262823 w 4840150"/>
              <a:gd name="connsiteY1852" fmla="*/ 3071950 h 5724538"/>
              <a:gd name="connsiteX1853" fmla="*/ 4628111 w 4840150"/>
              <a:gd name="connsiteY1853" fmla="*/ 3071331 h 5724538"/>
              <a:gd name="connsiteX1854" fmla="*/ 4637080 w 4840150"/>
              <a:gd name="connsiteY1854" fmla="*/ 3080610 h 5724538"/>
              <a:gd name="connsiteX1855" fmla="*/ 4637080 w 4840150"/>
              <a:gd name="connsiteY1855" fmla="*/ 3110303 h 5724538"/>
              <a:gd name="connsiteX1856" fmla="*/ 4617285 w 4840150"/>
              <a:gd name="connsiteY1856" fmla="*/ 3110303 h 5724538"/>
              <a:gd name="connsiteX1857" fmla="*/ 4617285 w 4840150"/>
              <a:gd name="connsiteY1857" fmla="*/ 3080610 h 5724538"/>
              <a:gd name="connsiteX1858" fmla="*/ 4628111 w 4840150"/>
              <a:gd name="connsiteY1858" fmla="*/ 3071331 h 5724538"/>
              <a:gd name="connsiteX1859" fmla="*/ 1903545 w 4840150"/>
              <a:gd name="connsiteY1859" fmla="*/ 3058173 h 5724538"/>
              <a:gd name="connsiteX1860" fmla="*/ 1927580 w 4840150"/>
              <a:gd name="connsiteY1860" fmla="*/ 3080610 h 5724538"/>
              <a:gd name="connsiteX1861" fmla="*/ 1928510 w 4840150"/>
              <a:gd name="connsiteY1861" fmla="*/ 3081550 h 5724538"/>
              <a:gd name="connsiteX1862" fmla="*/ 1927580 w 4840150"/>
              <a:gd name="connsiteY1862" fmla="*/ 3137522 h 5724538"/>
              <a:gd name="connsiteX1863" fmla="*/ 1921923 w 4840150"/>
              <a:gd name="connsiteY1863" fmla="*/ 3140269 h 5724538"/>
              <a:gd name="connsiteX1864" fmla="*/ 1870668 w 4840150"/>
              <a:gd name="connsiteY1864" fmla="*/ 3117727 h 5724538"/>
              <a:gd name="connsiteX1865" fmla="*/ 1870668 w 4840150"/>
              <a:gd name="connsiteY1865" fmla="*/ 3058340 h 5724538"/>
              <a:gd name="connsiteX1866" fmla="*/ 1903545 w 4840150"/>
              <a:gd name="connsiteY1866" fmla="*/ 3058173 h 5724538"/>
              <a:gd name="connsiteX1867" fmla="*/ 4506863 w 4840150"/>
              <a:gd name="connsiteY1867" fmla="*/ 3033287 h 5724538"/>
              <a:gd name="connsiteX1868" fmla="*/ 4515833 w 4840150"/>
              <a:gd name="connsiteY1868" fmla="*/ 3043494 h 5724538"/>
              <a:gd name="connsiteX1869" fmla="*/ 4515833 w 4840150"/>
              <a:gd name="connsiteY1869" fmla="*/ 3073187 h 5724538"/>
              <a:gd name="connsiteX1870" fmla="*/ 4496037 w 4840150"/>
              <a:gd name="connsiteY1870" fmla="*/ 3073187 h 5724538"/>
              <a:gd name="connsiteX1871" fmla="*/ 4496037 w 4840150"/>
              <a:gd name="connsiteY1871" fmla="*/ 3043494 h 5724538"/>
              <a:gd name="connsiteX1872" fmla="*/ 4506863 w 4840150"/>
              <a:gd name="connsiteY1872" fmla="*/ 3033287 h 5724538"/>
              <a:gd name="connsiteX1873" fmla="*/ 1729121 w 4840150"/>
              <a:gd name="connsiteY1873" fmla="*/ 3010538 h 5724538"/>
              <a:gd name="connsiteX1874" fmla="*/ 1789012 w 4840150"/>
              <a:gd name="connsiteY1874" fmla="*/ 3045968 h 5724538"/>
              <a:gd name="connsiteX1875" fmla="*/ 1774165 w 4840150"/>
              <a:gd name="connsiteY1875" fmla="*/ 3132573 h 5724538"/>
              <a:gd name="connsiteX1876" fmla="*/ 1690035 w 4840150"/>
              <a:gd name="connsiteY1876" fmla="*/ 3102880 h 5724538"/>
              <a:gd name="connsiteX1877" fmla="*/ 1689721 w 4840150"/>
              <a:gd name="connsiteY1877" fmla="*/ 3102435 h 5724538"/>
              <a:gd name="connsiteX1878" fmla="*/ 1704881 w 4840150"/>
              <a:gd name="connsiteY1878" fmla="*/ 3016275 h 5724538"/>
              <a:gd name="connsiteX1879" fmla="*/ 1729121 w 4840150"/>
              <a:gd name="connsiteY1879" fmla="*/ 3010538 h 5724538"/>
              <a:gd name="connsiteX1880" fmla="*/ 307884 w 4840150"/>
              <a:gd name="connsiteY1880" fmla="*/ 3000749 h 5724538"/>
              <a:gd name="connsiteX1881" fmla="*/ 334049 w 4840150"/>
              <a:gd name="connsiteY1881" fmla="*/ 3021224 h 5724538"/>
              <a:gd name="connsiteX1882" fmla="*/ 336922 w 4840150"/>
              <a:gd name="connsiteY1882" fmla="*/ 3026248 h 5724538"/>
              <a:gd name="connsiteX1883" fmla="*/ 319203 w 4840150"/>
              <a:gd name="connsiteY1883" fmla="*/ 3075662 h 5724538"/>
              <a:gd name="connsiteX1884" fmla="*/ 257342 w 4840150"/>
              <a:gd name="connsiteY1884" fmla="*/ 3055867 h 5724538"/>
              <a:gd name="connsiteX1885" fmla="*/ 256595 w 4840150"/>
              <a:gd name="connsiteY1885" fmla="*/ 3054431 h 5724538"/>
              <a:gd name="connsiteX1886" fmla="*/ 274663 w 4840150"/>
              <a:gd name="connsiteY1886" fmla="*/ 3001429 h 5724538"/>
              <a:gd name="connsiteX1887" fmla="*/ 307884 w 4840150"/>
              <a:gd name="connsiteY1887" fmla="*/ 3000749 h 5724538"/>
              <a:gd name="connsiteX1888" fmla="*/ 4665923 w 4840150"/>
              <a:gd name="connsiteY1888" fmla="*/ 2996247 h 5724538"/>
              <a:gd name="connsiteX1889" fmla="*/ 4701416 w 4840150"/>
              <a:gd name="connsiteY1889" fmla="*/ 3026173 h 5724538"/>
              <a:gd name="connsiteX1890" fmla="*/ 4701416 w 4840150"/>
              <a:gd name="connsiteY1890" fmla="*/ 3095457 h 5724538"/>
              <a:gd name="connsiteX1891" fmla="*/ 4654401 w 4840150"/>
              <a:gd name="connsiteY1891" fmla="*/ 3070712 h 5724538"/>
              <a:gd name="connsiteX1892" fmla="*/ 4654401 w 4840150"/>
              <a:gd name="connsiteY1892" fmla="*/ 3001428 h 5724538"/>
              <a:gd name="connsiteX1893" fmla="*/ 4665923 w 4840150"/>
              <a:gd name="connsiteY1893" fmla="*/ 2996247 h 5724538"/>
              <a:gd name="connsiteX1894" fmla="*/ 4179311 w 4840150"/>
              <a:gd name="connsiteY1894" fmla="*/ 2989057 h 5724538"/>
              <a:gd name="connsiteX1895" fmla="*/ 4195705 w 4840150"/>
              <a:gd name="connsiteY1895" fmla="*/ 2989057 h 5724538"/>
              <a:gd name="connsiteX1896" fmla="*/ 4206530 w 4840150"/>
              <a:gd name="connsiteY1896" fmla="*/ 3003903 h 5724538"/>
              <a:gd name="connsiteX1897" fmla="*/ 4206530 w 4840150"/>
              <a:gd name="connsiteY1897" fmla="*/ 3041020 h 5724538"/>
              <a:gd name="connsiteX1898" fmla="*/ 4179311 w 4840150"/>
              <a:gd name="connsiteY1898" fmla="*/ 3026173 h 5724538"/>
              <a:gd name="connsiteX1899" fmla="*/ 4179311 w 4840150"/>
              <a:gd name="connsiteY1899" fmla="*/ 2989057 h 5724538"/>
              <a:gd name="connsiteX1900" fmla="*/ 1368359 w 4840150"/>
              <a:gd name="connsiteY1900" fmla="*/ 2984107 h 5724538"/>
              <a:gd name="connsiteX1901" fmla="*/ 1417847 w 4840150"/>
              <a:gd name="connsiteY1901" fmla="*/ 3003903 h 5724538"/>
              <a:gd name="connsiteX1902" fmla="*/ 1417847 w 4840150"/>
              <a:gd name="connsiteY1902" fmla="*/ 3050917 h 5724538"/>
              <a:gd name="connsiteX1903" fmla="*/ 1413297 w 4840150"/>
              <a:gd name="connsiteY1903" fmla="*/ 3053119 h 5724538"/>
              <a:gd name="connsiteX1904" fmla="*/ 1368359 w 4840150"/>
              <a:gd name="connsiteY1904" fmla="*/ 3033596 h 5724538"/>
              <a:gd name="connsiteX1905" fmla="*/ 1367859 w 4840150"/>
              <a:gd name="connsiteY1905" fmla="*/ 3033101 h 5724538"/>
              <a:gd name="connsiteX1906" fmla="*/ 1368359 w 4840150"/>
              <a:gd name="connsiteY1906" fmla="*/ 2984107 h 5724538"/>
              <a:gd name="connsiteX1907" fmla="*/ 4558208 w 4840150"/>
              <a:gd name="connsiteY1907" fmla="*/ 2983179 h 5724538"/>
              <a:gd name="connsiteX1908" fmla="*/ 4570271 w 4840150"/>
              <a:gd name="connsiteY1908" fmla="*/ 2998954 h 5724538"/>
              <a:gd name="connsiteX1909" fmla="*/ 4570271 w 4840150"/>
              <a:gd name="connsiteY1909" fmla="*/ 3041019 h 5724538"/>
              <a:gd name="connsiteX1910" fmla="*/ 4540578 w 4840150"/>
              <a:gd name="connsiteY1910" fmla="*/ 3026172 h 5724538"/>
              <a:gd name="connsiteX1911" fmla="*/ 4540578 w 4840150"/>
              <a:gd name="connsiteY1911" fmla="*/ 2984107 h 5724538"/>
              <a:gd name="connsiteX1912" fmla="*/ 4558208 w 4840150"/>
              <a:gd name="connsiteY1912" fmla="*/ 2983179 h 5724538"/>
              <a:gd name="connsiteX1913" fmla="*/ 4701416 w 4840150"/>
              <a:gd name="connsiteY1913" fmla="*/ 2969261 h 5724538"/>
              <a:gd name="connsiteX1914" fmla="*/ 4736058 w 4840150"/>
              <a:gd name="connsiteY1914" fmla="*/ 2994005 h 5724538"/>
              <a:gd name="connsiteX1915" fmla="*/ 4736058 w 4840150"/>
              <a:gd name="connsiteY1915" fmla="*/ 3043494 h 5724538"/>
              <a:gd name="connsiteX1916" fmla="*/ 4701416 w 4840150"/>
              <a:gd name="connsiteY1916" fmla="*/ 3018750 h 5724538"/>
              <a:gd name="connsiteX1917" fmla="*/ 4701416 w 4840150"/>
              <a:gd name="connsiteY1917" fmla="*/ 2969261 h 5724538"/>
              <a:gd name="connsiteX1918" fmla="*/ 1556711 w 4840150"/>
              <a:gd name="connsiteY1918" fmla="*/ 2962534 h 5724538"/>
              <a:gd name="connsiteX1919" fmla="*/ 1635598 w 4840150"/>
              <a:gd name="connsiteY1919" fmla="*/ 3011326 h 5724538"/>
              <a:gd name="connsiteX1920" fmla="*/ 1638537 w 4840150"/>
              <a:gd name="connsiteY1920" fmla="*/ 3015508 h 5724538"/>
              <a:gd name="connsiteX1921" fmla="*/ 1615802 w 4840150"/>
              <a:gd name="connsiteY1921" fmla="*/ 3125150 h 5724538"/>
              <a:gd name="connsiteX1922" fmla="*/ 1504453 w 4840150"/>
              <a:gd name="connsiteY1922" fmla="*/ 3083084 h 5724538"/>
              <a:gd name="connsiteX1923" fmla="*/ 1501513 w 4840150"/>
              <a:gd name="connsiteY1923" fmla="*/ 3078903 h 5724538"/>
              <a:gd name="connsiteX1924" fmla="*/ 1524248 w 4840150"/>
              <a:gd name="connsiteY1924" fmla="*/ 2969261 h 5724538"/>
              <a:gd name="connsiteX1925" fmla="*/ 1556711 w 4840150"/>
              <a:gd name="connsiteY1925" fmla="*/ 2962534 h 5724538"/>
              <a:gd name="connsiteX1926" fmla="*/ 4247667 w 4840150"/>
              <a:gd name="connsiteY1926" fmla="*/ 2947300 h 5724538"/>
              <a:gd name="connsiteX1927" fmla="*/ 4258493 w 4840150"/>
              <a:gd name="connsiteY1927" fmla="*/ 2961838 h 5724538"/>
              <a:gd name="connsiteX1928" fmla="*/ 4258493 w 4840150"/>
              <a:gd name="connsiteY1928" fmla="*/ 2998954 h 5724538"/>
              <a:gd name="connsiteX1929" fmla="*/ 4231274 w 4840150"/>
              <a:gd name="connsiteY1929" fmla="*/ 2984108 h 5724538"/>
              <a:gd name="connsiteX1930" fmla="*/ 4231274 w 4840150"/>
              <a:gd name="connsiteY1930" fmla="*/ 2949465 h 5724538"/>
              <a:gd name="connsiteX1931" fmla="*/ 4247667 w 4840150"/>
              <a:gd name="connsiteY1931" fmla="*/ 2947300 h 5724538"/>
              <a:gd name="connsiteX1932" fmla="*/ 4590066 w 4840150"/>
              <a:gd name="connsiteY1932" fmla="*/ 2944517 h 5724538"/>
              <a:gd name="connsiteX1933" fmla="*/ 4606459 w 4840150"/>
              <a:gd name="connsiteY1933" fmla="*/ 2944517 h 5724538"/>
              <a:gd name="connsiteX1934" fmla="*/ 4617285 w 4840150"/>
              <a:gd name="connsiteY1934" fmla="*/ 2959363 h 5724538"/>
              <a:gd name="connsiteX1935" fmla="*/ 4617285 w 4840150"/>
              <a:gd name="connsiteY1935" fmla="*/ 2996480 h 5724538"/>
              <a:gd name="connsiteX1936" fmla="*/ 4590066 w 4840150"/>
              <a:gd name="connsiteY1936" fmla="*/ 2984108 h 5724538"/>
              <a:gd name="connsiteX1937" fmla="*/ 4590066 w 4840150"/>
              <a:gd name="connsiteY1937" fmla="*/ 2944517 h 5724538"/>
              <a:gd name="connsiteX1938" fmla="*/ 1208743 w 4840150"/>
              <a:gd name="connsiteY1938" fmla="*/ 2935293 h 5724538"/>
              <a:gd name="connsiteX1939" fmla="*/ 1231574 w 4840150"/>
              <a:gd name="connsiteY1939" fmla="*/ 2939327 h 5724538"/>
              <a:gd name="connsiteX1940" fmla="*/ 1266907 w 4840150"/>
              <a:gd name="connsiteY1940" fmla="*/ 2969261 h 5724538"/>
              <a:gd name="connsiteX1941" fmla="*/ 1252072 w 4840150"/>
              <a:gd name="connsiteY1941" fmla="*/ 3041020 h 5724538"/>
              <a:gd name="connsiteX1942" fmla="*/ 1167937 w 4840150"/>
              <a:gd name="connsiteY1942" fmla="*/ 3021224 h 5724538"/>
              <a:gd name="connsiteX1943" fmla="*/ 1165594 w 4840150"/>
              <a:gd name="connsiteY1943" fmla="*/ 3017612 h 5724538"/>
              <a:gd name="connsiteX1944" fmla="*/ 1185260 w 4840150"/>
              <a:gd name="connsiteY1944" fmla="*/ 2939568 h 5724538"/>
              <a:gd name="connsiteX1945" fmla="*/ 1208743 w 4840150"/>
              <a:gd name="connsiteY1945" fmla="*/ 2935293 h 5724538"/>
              <a:gd name="connsiteX1946" fmla="*/ 1009575 w 4840150"/>
              <a:gd name="connsiteY1946" fmla="*/ 2912349 h 5724538"/>
              <a:gd name="connsiteX1947" fmla="*/ 1073910 w 4840150"/>
              <a:gd name="connsiteY1947" fmla="*/ 2937093 h 5724538"/>
              <a:gd name="connsiteX1948" fmla="*/ 1077908 w 4840150"/>
              <a:gd name="connsiteY1948" fmla="*/ 2943750 h 5724538"/>
              <a:gd name="connsiteX1949" fmla="*/ 1059063 w 4840150"/>
              <a:gd name="connsiteY1949" fmla="*/ 2996480 h 5724538"/>
              <a:gd name="connsiteX1950" fmla="*/ 1048047 w 4840150"/>
              <a:gd name="connsiteY1950" fmla="*/ 3001280 h 5724538"/>
              <a:gd name="connsiteX1951" fmla="*/ 989779 w 4840150"/>
              <a:gd name="connsiteY1951" fmla="*/ 2969261 h 5724538"/>
              <a:gd name="connsiteX1952" fmla="*/ 989304 w 4840150"/>
              <a:gd name="connsiteY1952" fmla="*/ 2968271 h 5724538"/>
              <a:gd name="connsiteX1953" fmla="*/ 1009575 w 4840150"/>
              <a:gd name="connsiteY1953" fmla="*/ 2912349 h 5724538"/>
              <a:gd name="connsiteX1954" fmla="*/ 4483048 w 4840150"/>
              <a:gd name="connsiteY1954" fmla="*/ 2912040 h 5724538"/>
              <a:gd name="connsiteX1955" fmla="*/ 4491089 w 4840150"/>
              <a:gd name="connsiteY1955" fmla="*/ 2924721 h 5724538"/>
              <a:gd name="connsiteX1956" fmla="*/ 4491089 w 4840150"/>
              <a:gd name="connsiteY1956" fmla="*/ 2951940 h 5724538"/>
              <a:gd name="connsiteX1957" fmla="*/ 4471294 w 4840150"/>
              <a:gd name="connsiteY1957" fmla="*/ 2942043 h 5724538"/>
              <a:gd name="connsiteX1958" fmla="*/ 4471294 w 4840150"/>
              <a:gd name="connsiteY1958" fmla="*/ 2912349 h 5724538"/>
              <a:gd name="connsiteX1959" fmla="*/ 4483048 w 4840150"/>
              <a:gd name="connsiteY1959" fmla="*/ 2912040 h 5724538"/>
              <a:gd name="connsiteX1960" fmla="*/ 4632131 w 4840150"/>
              <a:gd name="connsiteY1960" fmla="*/ 2899977 h 5724538"/>
              <a:gd name="connsiteX1961" fmla="*/ 4666774 w 4840150"/>
              <a:gd name="connsiteY1961" fmla="*/ 2919772 h 5724538"/>
              <a:gd name="connsiteX1962" fmla="*/ 4666774 w 4840150"/>
              <a:gd name="connsiteY1962" fmla="*/ 2969261 h 5724538"/>
              <a:gd name="connsiteX1963" fmla="*/ 4632131 w 4840150"/>
              <a:gd name="connsiteY1963" fmla="*/ 2949465 h 5724538"/>
              <a:gd name="connsiteX1964" fmla="*/ 4632131 w 4840150"/>
              <a:gd name="connsiteY1964" fmla="*/ 2899977 h 5724538"/>
              <a:gd name="connsiteX1965" fmla="*/ 842303 w 4840150"/>
              <a:gd name="connsiteY1965" fmla="*/ 2892307 h 5724538"/>
              <a:gd name="connsiteX1966" fmla="*/ 861108 w 4840150"/>
              <a:gd name="connsiteY1966" fmla="*/ 2909875 h 5724538"/>
              <a:gd name="connsiteX1967" fmla="*/ 862223 w 4840150"/>
              <a:gd name="connsiteY1967" fmla="*/ 2910988 h 5724538"/>
              <a:gd name="connsiteX1968" fmla="*/ 861108 w 4840150"/>
              <a:gd name="connsiteY1968" fmla="*/ 2949466 h 5724538"/>
              <a:gd name="connsiteX1969" fmla="*/ 816565 w 4840150"/>
              <a:gd name="connsiteY1969" fmla="*/ 2934619 h 5724538"/>
              <a:gd name="connsiteX1970" fmla="*/ 816495 w 4840150"/>
              <a:gd name="connsiteY1970" fmla="*/ 2934545 h 5724538"/>
              <a:gd name="connsiteX1971" fmla="*/ 816565 w 4840150"/>
              <a:gd name="connsiteY1971" fmla="*/ 2892554 h 5724538"/>
              <a:gd name="connsiteX1972" fmla="*/ 842303 w 4840150"/>
              <a:gd name="connsiteY1972" fmla="*/ 2892307 h 5724538"/>
              <a:gd name="connsiteX1973" fmla="*/ 4523257 w 4840150"/>
              <a:gd name="connsiteY1973" fmla="*/ 2887605 h 5724538"/>
              <a:gd name="connsiteX1974" fmla="*/ 4535629 w 4840150"/>
              <a:gd name="connsiteY1974" fmla="*/ 2887605 h 5724538"/>
              <a:gd name="connsiteX1975" fmla="*/ 4535629 w 4840150"/>
              <a:gd name="connsiteY1975" fmla="*/ 2904926 h 5724538"/>
              <a:gd name="connsiteX1976" fmla="*/ 4523257 w 4840150"/>
              <a:gd name="connsiteY1976" fmla="*/ 2902451 h 5724538"/>
              <a:gd name="connsiteX1977" fmla="*/ 635931 w 4840150"/>
              <a:gd name="connsiteY1977" fmla="*/ 2880181 h 5724538"/>
              <a:gd name="connsiteX1978" fmla="*/ 655728 w 4840150"/>
              <a:gd name="connsiteY1978" fmla="*/ 2880181 h 5724538"/>
              <a:gd name="connsiteX1979" fmla="*/ 655728 w 4840150"/>
              <a:gd name="connsiteY1979" fmla="*/ 2897502 h 5724538"/>
              <a:gd name="connsiteX1980" fmla="*/ 635931 w 4840150"/>
              <a:gd name="connsiteY1980" fmla="*/ 2897502 h 5724538"/>
              <a:gd name="connsiteX1981" fmla="*/ 4152092 w 4840150"/>
              <a:gd name="connsiteY1981" fmla="*/ 2865335 h 5724538"/>
              <a:gd name="connsiteX1982" fmla="*/ 4179311 w 4840150"/>
              <a:gd name="connsiteY1982" fmla="*/ 2880182 h 5724538"/>
              <a:gd name="connsiteX1983" fmla="*/ 4179311 w 4840150"/>
              <a:gd name="connsiteY1983" fmla="*/ 2914824 h 5724538"/>
              <a:gd name="connsiteX1984" fmla="*/ 4152092 w 4840150"/>
              <a:gd name="connsiteY1984" fmla="*/ 2899977 h 5724538"/>
              <a:gd name="connsiteX1985" fmla="*/ 4152092 w 4840150"/>
              <a:gd name="connsiteY1985" fmla="*/ 2865335 h 5724538"/>
              <a:gd name="connsiteX1986" fmla="*/ 4682238 w 4840150"/>
              <a:gd name="connsiteY1986" fmla="*/ 2859768 h 5724538"/>
              <a:gd name="connsiteX1987" fmla="*/ 4701415 w 4840150"/>
              <a:gd name="connsiteY1987" fmla="*/ 2877707 h 5724538"/>
              <a:gd name="connsiteX1988" fmla="*/ 4701415 w 4840150"/>
              <a:gd name="connsiteY1988" fmla="*/ 2927196 h 5724538"/>
              <a:gd name="connsiteX1989" fmla="*/ 4666773 w 4840150"/>
              <a:gd name="connsiteY1989" fmla="*/ 2907400 h 5724538"/>
              <a:gd name="connsiteX1990" fmla="*/ 4666773 w 4840150"/>
              <a:gd name="connsiteY1990" fmla="*/ 2860386 h 5724538"/>
              <a:gd name="connsiteX1991" fmla="*/ 4682238 w 4840150"/>
              <a:gd name="connsiteY1991" fmla="*/ 2859768 h 5724538"/>
              <a:gd name="connsiteX1992" fmla="*/ 1790720 w 4840150"/>
              <a:gd name="connsiteY1992" fmla="*/ 2848469 h 5724538"/>
              <a:gd name="connsiteX1993" fmla="*/ 1813907 w 4840150"/>
              <a:gd name="connsiteY1993" fmla="*/ 2852957 h 5724538"/>
              <a:gd name="connsiteX1994" fmla="*/ 1848398 w 4840150"/>
              <a:gd name="connsiteY1994" fmla="*/ 2885130 h 5724538"/>
              <a:gd name="connsiteX1995" fmla="*/ 1848544 w 4840150"/>
              <a:gd name="connsiteY1995" fmla="*/ 2885278 h 5724538"/>
              <a:gd name="connsiteX1996" fmla="*/ 1848398 w 4840150"/>
              <a:gd name="connsiteY1996" fmla="*/ 2969261 h 5724538"/>
              <a:gd name="connsiteX1997" fmla="*/ 1843573 w 4840150"/>
              <a:gd name="connsiteY1997" fmla="*/ 2971686 h 5724538"/>
              <a:gd name="connsiteX1998" fmla="*/ 1751895 w 4840150"/>
              <a:gd name="connsiteY1998" fmla="*/ 2937093 h 5724538"/>
              <a:gd name="connsiteX1999" fmla="*/ 1750713 w 4840150"/>
              <a:gd name="connsiteY1999" fmla="*/ 2935411 h 5724538"/>
              <a:gd name="connsiteX2000" fmla="*/ 1766742 w 4840150"/>
              <a:gd name="connsiteY2000" fmla="*/ 2852962 h 5724538"/>
              <a:gd name="connsiteX2001" fmla="*/ 1790720 w 4840150"/>
              <a:gd name="connsiteY2001" fmla="*/ 2848469 h 5724538"/>
              <a:gd name="connsiteX2002" fmla="*/ 1618277 w 4840150"/>
              <a:gd name="connsiteY2002" fmla="*/ 2840591 h 5724538"/>
              <a:gd name="connsiteX2003" fmla="*/ 1680137 w 4840150"/>
              <a:gd name="connsiteY2003" fmla="*/ 2865335 h 5724538"/>
              <a:gd name="connsiteX2004" fmla="*/ 1681498 w 4840150"/>
              <a:gd name="connsiteY2004" fmla="*/ 2866696 h 5724538"/>
              <a:gd name="connsiteX2005" fmla="*/ 1680137 w 4840150"/>
              <a:gd name="connsiteY2005" fmla="*/ 2929670 h 5724538"/>
              <a:gd name="connsiteX2006" fmla="*/ 1618277 w 4840150"/>
              <a:gd name="connsiteY2006" fmla="*/ 2904925 h 5724538"/>
              <a:gd name="connsiteX2007" fmla="*/ 1616916 w 4840150"/>
              <a:gd name="connsiteY2007" fmla="*/ 2903565 h 5724538"/>
              <a:gd name="connsiteX2008" fmla="*/ 1618277 w 4840150"/>
              <a:gd name="connsiteY2008" fmla="*/ 2840591 h 5724538"/>
              <a:gd name="connsiteX2009" fmla="*/ 4225707 w 4840150"/>
              <a:gd name="connsiteY2009" fmla="*/ 2831311 h 5724538"/>
              <a:gd name="connsiteX2010" fmla="*/ 4233749 w 4840150"/>
              <a:gd name="connsiteY2010" fmla="*/ 2840591 h 5724538"/>
              <a:gd name="connsiteX2011" fmla="*/ 4233749 w 4840150"/>
              <a:gd name="connsiteY2011" fmla="*/ 2867809 h 5724538"/>
              <a:gd name="connsiteX2012" fmla="*/ 4213954 w 4840150"/>
              <a:gd name="connsiteY2012" fmla="*/ 2867809 h 5724538"/>
              <a:gd name="connsiteX2013" fmla="*/ 4213954 w 4840150"/>
              <a:gd name="connsiteY2013" fmla="*/ 2840591 h 5724538"/>
              <a:gd name="connsiteX2014" fmla="*/ 4225707 w 4840150"/>
              <a:gd name="connsiteY2014" fmla="*/ 2831311 h 5724538"/>
              <a:gd name="connsiteX2015" fmla="*/ 4576766 w 4840150"/>
              <a:gd name="connsiteY2015" fmla="*/ 2822651 h 5724538"/>
              <a:gd name="connsiteX2016" fmla="*/ 4590066 w 4840150"/>
              <a:gd name="connsiteY2016" fmla="*/ 2840591 h 5724538"/>
              <a:gd name="connsiteX2017" fmla="*/ 4590066 w 4840150"/>
              <a:gd name="connsiteY2017" fmla="*/ 2885130 h 5724538"/>
              <a:gd name="connsiteX2018" fmla="*/ 4557899 w 4840150"/>
              <a:gd name="connsiteY2018" fmla="*/ 2867809 h 5724538"/>
              <a:gd name="connsiteX2019" fmla="*/ 4557899 w 4840150"/>
              <a:gd name="connsiteY2019" fmla="*/ 2823269 h 5724538"/>
              <a:gd name="connsiteX2020" fmla="*/ 4576766 w 4840150"/>
              <a:gd name="connsiteY2020" fmla="*/ 2822651 h 5724538"/>
              <a:gd name="connsiteX2021" fmla="*/ 4283044 w 4840150"/>
              <a:gd name="connsiteY2021" fmla="*/ 2796167 h 5724538"/>
              <a:gd name="connsiteX2022" fmla="*/ 4283237 w 4840150"/>
              <a:gd name="connsiteY2022" fmla="*/ 2803474 h 5724538"/>
              <a:gd name="connsiteX2023" fmla="*/ 4283237 w 4840150"/>
              <a:gd name="connsiteY2023" fmla="*/ 2820795 h 5724538"/>
              <a:gd name="connsiteX2024" fmla="*/ 4270865 w 4840150"/>
              <a:gd name="connsiteY2024" fmla="*/ 2820795 h 5724538"/>
              <a:gd name="connsiteX2025" fmla="*/ 4270865 w 4840150"/>
              <a:gd name="connsiteY2025" fmla="*/ 2803474 h 5724538"/>
              <a:gd name="connsiteX2026" fmla="*/ 4283044 w 4840150"/>
              <a:gd name="connsiteY2026" fmla="*/ 2796167 h 5724538"/>
              <a:gd name="connsiteX2027" fmla="*/ 1299074 w 4840150"/>
              <a:gd name="connsiteY2027" fmla="*/ 2793576 h 5724538"/>
              <a:gd name="connsiteX2028" fmla="*/ 1333716 w 4840150"/>
              <a:gd name="connsiteY2028" fmla="*/ 2808424 h 5724538"/>
              <a:gd name="connsiteX2029" fmla="*/ 1334397 w 4840150"/>
              <a:gd name="connsiteY2029" fmla="*/ 2809092 h 5724538"/>
              <a:gd name="connsiteX2030" fmla="*/ 1333716 w 4840150"/>
              <a:gd name="connsiteY2030" fmla="*/ 2840591 h 5724538"/>
              <a:gd name="connsiteX2031" fmla="*/ 1299074 w 4840150"/>
              <a:gd name="connsiteY2031" fmla="*/ 2828219 h 5724538"/>
              <a:gd name="connsiteX2032" fmla="*/ 1299074 w 4840150"/>
              <a:gd name="connsiteY2032" fmla="*/ 2793576 h 5724538"/>
              <a:gd name="connsiteX2033" fmla="*/ 4441600 w 4840150"/>
              <a:gd name="connsiteY2033" fmla="*/ 2788629 h 5724538"/>
              <a:gd name="connsiteX2034" fmla="*/ 4466344 w 4840150"/>
              <a:gd name="connsiteY2034" fmla="*/ 2803475 h 5724538"/>
              <a:gd name="connsiteX2035" fmla="*/ 4466344 w 4840150"/>
              <a:gd name="connsiteY2035" fmla="*/ 2835643 h 5724538"/>
              <a:gd name="connsiteX2036" fmla="*/ 4441600 w 4840150"/>
              <a:gd name="connsiteY2036" fmla="*/ 2823270 h 5724538"/>
              <a:gd name="connsiteX2037" fmla="*/ 4441600 w 4840150"/>
              <a:gd name="connsiteY2037" fmla="*/ 2788629 h 5724538"/>
              <a:gd name="connsiteX2038" fmla="*/ 4602438 w 4840150"/>
              <a:gd name="connsiteY2038" fmla="*/ 2786153 h 5724538"/>
              <a:gd name="connsiteX2039" fmla="*/ 4632131 w 4840150"/>
              <a:gd name="connsiteY2039" fmla="*/ 2803474 h 5724538"/>
              <a:gd name="connsiteX2040" fmla="*/ 4632131 w 4840150"/>
              <a:gd name="connsiteY2040" fmla="*/ 2845539 h 5724538"/>
              <a:gd name="connsiteX2041" fmla="*/ 4602438 w 4840150"/>
              <a:gd name="connsiteY2041" fmla="*/ 2828219 h 5724538"/>
              <a:gd name="connsiteX2042" fmla="*/ 4602438 w 4840150"/>
              <a:gd name="connsiteY2042" fmla="*/ 2786153 h 5724538"/>
              <a:gd name="connsiteX2043" fmla="*/ 0 w 4840150"/>
              <a:gd name="connsiteY2043" fmla="*/ 2773781 h 5724538"/>
              <a:gd name="connsiteX2044" fmla="*/ 14847 w 4840150"/>
              <a:gd name="connsiteY2044" fmla="*/ 2773781 h 5724538"/>
              <a:gd name="connsiteX2045" fmla="*/ 0 w 4840150"/>
              <a:gd name="connsiteY2045" fmla="*/ 2773781 h 5724538"/>
              <a:gd name="connsiteX2046" fmla="*/ 1475493 w 4840150"/>
              <a:gd name="connsiteY2046" fmla="*/ 2770031 h 5724538"/>
              <a:gd name="connsiteX2047" fmla="*/ 1556416 w 4840150"/>
              <a:gd name="connsiteY2047" fmla="*/ 2818321 h 5724538"/>
              <a:gd name="connsiteX2048" fmla="*/ 1557660 w 4840150"/>
              <a:gd name="connsiteY2048" fmla="*/ 2820177 h 5724538"/>
              <a:gd name="connsiteX2049" fmla="*/ 1534146 w 4840150"/>
              <a:gd name="connsiteY2049" fmla="*/ 2929670 h 5724538"/>
              <a:gd name="connsiteX2050" fmla="*/ 1422796 w 4840150"/>
              <a:gd name="connsiteY2050" fmla="*/ 2887605 h 5724538"/>
              <a:gd name="connsiteX2051" fmla="*/ 1415952 w 4840150"/>
              <a:gd name="connsiteY2051" fmla="*/ 2877806 h 5724538"/>
              <a:gd name="connsiteX2052" fmla="*/ 1442592 w 4840150"/>
              <a:gd name="connsiteY2052" fmla="*/ 2776256 h 5724538"/>
              <a:gd name="connsiteX2053" fmla="*/ 1475493 w 4840150"/>
              <a:gd name="connsiteY2053" fmla="*/ 2770031 h 5724538"/>
              <a:gd name="connsiteX2054" fmla="*/ 4332532 w 4840150"/>
              <a:gd name="connsiteY2054" fmla="*/ 2756576 h 5724538"/>
              <a:gd name="connsiteX2055" fmla="*/ 4332725 w 4840150"/>
              <a:gd name="connsiteY2055" fmla="*/ 2763883 h 5724538"/>
              <a:gd name="connsiteX2056" fmla="*/ 4332725 w 4840150"/>
              <a:gd name="connsiteY2056" fmla="*/ 2781204 h 5724538"/>
              <a:gd name="connsiteX2057" fmla="*/ 4320353 w 4840150"/>
              <a:gd name="connsiteY2057" fmla="*/ 2778730 h 5724538"/>
              <a:gd name="connsiteX2058" fmla="*/ 4320353 w 4840150"/>
              <a:gd name="connsiteY2058" fmla="*/ 2763883 h 5724538"/>
              <a:gd name="connsiteX2059" fmla="*/ 4332532 w 4840150"/>
              <a:gd name="connsiteY2059" fmla="*/ 2756576 h 5724538"/>
              <a:gd name="connsiteX2060" fmla="*/ 4501605 w 4840150"/>
              <a:gd name="connsiteY2060" fmla="*/ 2751202 h 5724538"/>
              <a:gd name="connsiteX2061" fmla="*/ 4510884 w 4840150"/>
              <a:gd name="connsiteY2061" fmla="*/ 2763885 h 5724538"/>
              <a:gd name="connsiteX2062" fmla="*/ 4510884 w 4840150"/>
              <a:gd name="connsiteY2062" fmla="*/ 2796051 h 5724538"/>
              <a:gd name="connsiteX2063" fmla="*/ 4488614 w 4840150"/>
              <a:gd name="connsiteY2063" fmla="*/ 2783679 h 5724538"/>
              <a:gd name="connsiteX2064" fmla="*/ 4488614 w 4840150"/>
              <a:gd name="connsiteY2064" fmla="*/ 2751511 h 5724538"/>
              <a:gd name="connsiteX2065" fmla="*/ 4501605 w 4840150"/>
              <a:gd name="connsiteY2065" fmla="*/ 2751202 h 5724538"/>
              <a:gd name="connsiteX2066" fmla="*/ 4659969 w 4840150"/>
              <a:gd name="connsiteY2066" fmla="*/ 2749656 h 5724538"/>
              <a:gd name="connsiteX2067" fmla="*/ 4671722 w 4840150"/>
              <a:gd name="connsiteY2067" fmla="*/ 2766358 h 5724538"/>
              <a:gd name="connsiteX2068" fmla="*/ 4671722 w 4840150"/>
              <a:gd name="connsiteY2068" fmla="*/ 2808424 h 5724538"/>
              <a:gd name="connsiteX2069" fmla="*/ 4644504 w 4840150"/>
              <a:gd name="connsiteY2069" fmla="*/ 2791103 h 5724538"/>
              <a:gd name="connsiteX2070" fmla="*/ 4644504 w 4840150"/>
              <a:gd name="connsiteY2070" fmla="*/ 2751511 h 5724538"/>
              <a:gd name="connsiteX2071" fmla="*/ 4659969 w 4840150"/>
              <a:gd name="connsiteY2071" fmla="*/ 2749656 h 5724538"/>
              <a:gd name="connsiteX2072" fmla="*/ 4132297 w 4840150"/>
              <a:gd name="connsiteY2072" fmla="*/ 2744088 h 5724538"/>
              <a:gd name="connsiteX2073" fmla="*/ 4152092 w 4840150"/>
              <a:gd name="connsiteY2073" fmla="*/ 2756460 h 5724538"/>
              <a:gd name="connsiteX2074" fmla="*/ 4152092 w 4840150"/>
              <a:gd name="connsiteY2074" fmla="*/ 2781204 h 5724538"/>
              <a:gd name="connsiteX2075" fmla="*/ 4132297 w 4840150"/>
              <a:gd name="connsiteY2075" fmla="*/ 2771306 h 5724538"/>
              <a:gd name="connsiteX2076" fmla="*/ 4132297 w 4840150"/>
              <a:gd name="connsiteY2076" fmla="*/ 2744088 h 5724538"/>
              <a:gd name="connsiteX2077" fmla="*/ 4535629 w 4840150"/>
              <a:gd name="connsiteY2077" fmla="*/ 2729242 h 5724538"/>
              <a:gd name="connsiteX2078" fmla="*/ 4550475 w 4840150"/>
              <a:gd name="connsiteY2078" fmla="*/ 2729242 h 5724538"/>
              <a:gd name="connsiteX2079" fmla="*/ 4550475 w 4840150"/>
              <a:gd name="connsiteY2079" fmla="*/ 2753985 h 5724538"/>
              <a:gd name="connsiteX2080" fmla="*/ 4535629 w 4840150"/>
              <a:gd name="connsiteY2080" fmla="*/ 2751511 h 5724538"/>
              <a:gd name="connsiteX2081" fmla="*/ 4535629 w 4840150"/>
              <a:gd name="connsiteY2081" fmla="*/ 2729242 h 5724538"/>
              <a:gd name="connsiteX2082" fmla="*/ 1136137 w 4840150"/>
              <a:gd name="connsiteY2082" fmla="*/ 2717303 h 5724538"/>
              <a:gd name="connsiteX2083" fmla="*/ 1205059 w 4840150"/>
              <a:gd name="connsiteY2083" fmla="*/ 2756460 h 5724538"/>
              <a:gd name="connsiteX2084" fmla="*/ 1207979 w 4840150"/>
              <a:gd name="connsiteY2084" fmla="*/ 2761062 h 5724538"/>
              <a:gd name="connsiteX2085" fmla="*/ 1185260 w 4840150"/>
              <a:gd name="connsiteY2085" fmla="*/ 2845539 h 5724538"/>
              <a:gd name="connsiteX2086" fmla="*/ 1086283 w 4840150"/>
              <a:gd name="connsiteY2086" fmla="*/ 2813372 h 5724538"/>
              <a:gd name="connsiteX2087" fmla="*/ 1083857 w 4840150"/>
              <a:gd name="connsiteY2087" fmla="*/ 2809388 h 5724538"/>
              <a:gd name="connsiteX2088" fmla="*/ 1108554 w 4840150"/>
              <a:gd name="connsiteY2088" fmla="*/ 2721818 h 5724538"/>
              <a:gd name="connsiteX2089" fmla="*/ 1136137 w 4840150"/>
              <a:gd name="connsiteY2089" fmla="*/ 2717303 h 5724538"/>
              <a:gd name="connsiteX2090" fmla="*/ 973694 w 4840150"/>
              <a:gd name="connsiteY2090" fmla="*/ 2712224 h 5724538"/>
              <a:gd name="connsiteX2091" fmla="*/ 1002153 w 4840150"/>
              <a:gd name="connsiteY2091" fmla="*/ 2721818 h 5724538"/>
              <a:gd name="connsiteX2092" fmla="*/ 1008127 w 4840150"/>
              <a:gd name="connsiteY2092" fmla="*/ 2730775 h 5724538"/>
              <a:gd name="connsiteX2093" fmla="*/ 989780 w 4840150"/>
              <a:gd name="connsiteY2093" fmla="*/ 2783678 h 5724538"/>
              <a:gd name="connsiteX2094" fmla="*/ 930394 w 4840150"/>
              <a:gd name="connsiteY2094" fmla="*/ 2773781 h 5724538"/>
              <a:gd name="connsiteX2095" fmla="*/ 926722 w 4840150"/>
              <a:gd name="connsiteY2095" fmla="*/ 2767174 h 5724538"/>
              <a:gd name="connsiteX2096" fmla="*/ 945241 w 4840150"/>
              <a:gd name="connsiteY2096" fmla="*/ 2721818 h 5724538"/>
              <a:gd name="connsiteX2097" fmla="*/ 973694 w 4840150"/>
              <a:gd name="connsiteY2097" fmla="*/ 2712224 h 5724538"/>
              <a:gd name="connsiteX2098" fmla="*/ 4184260 w 4840150"/>
              <a:gd name="connsiteY2098" fmla="*/ 2709446 h 5724538"/>
              <a:gd name="connsiteX2099" fmla="*/ 4206529 w 4840150"/>
              <a:gd name="connsiteY2099" fmla="*/ 2721818 h 5724538"/>
              <a:gd name="connsiteX2100" fmla="*/ 4206529 w 4840150"/>
              <a:gd name="connsiteY2100" fmla="*/ 2746563 h 5724538"/>
              <a:gd name="connsiteX2101" fmla="*/ 4184260 w 4840150"/>
              <a:gd name="connsiteY2101" fmla="*/ 2741614 h 5724538"/>
              <a:gd name="connsiteX2102" fmla="*/ 4184260 w 4840150"/>
              <a:gd name="connsiteY2102" fmla="*/ 2709446 h 5724538"/>
              <a:gd name="connsiteX2103" fmla="*/ 1709830 w 4840150"/>
              <a:gd name="connsiteY2103" fmla="*/ 2689650 h 5724538"/>
              <a:gd name="connsiteX2104" fmla="*/ 1761793 w 4840150"/>
              <a:gd name="connsiteY2104" fmla="*/ 2711920 h 5724538"/>
              <a:gd name="connsiteX2105" fmla="*/ 1761793 w 4840150"/>
              <a:gd name="connsiteY2105" fmla="*/ 2763883 h 5724538"/>
              <a:gd name="connsiteX2106" fmla="*/ 1709830 w 4840150"/>
              <a:gd name="connsiteY2106" fmla="*/ 2744088 h 5724538"/>
              <a:gd name="connsiteX2107" fmla="*/ 1707845 w 4840150"/>
              <a:gd name="connsiteY2107" fmla="*/ 2742108 h 5724538"/>
              <a:gd name="connsiteX2108" fmla="*/ 1709830 w 4840150"/>
              <a:gd name="connsiteY2108" fmla="*/ 2689650 h 5724538"/>
              <a:gd name="connsiteX2109" fmla="*/ 4585427 w 4840150"/>
              <a:gd name="connsiteY2109" fmla="*/ 2659339 h 5724538"/>
              <a:gd name="connsiteX2110" fmla="*/ 4597489 w 4840150"/>
              <a:gd name="connsiteY2110" fmla="*/ 2677278 h 5724538"/>
              <a:gd name="connsiteX2111" fmla="*/ 4597489 w 4840150"/>
              <a:gd name="connsiteY2111" fmla="*/ 2721818 h 5724538"/>
              <a:gd name="connsiteX2112" fmla="*/ 4567796 w 4840150"/>
              <a:gd name="connsiteY2112" fmla="*/ 2702023 h 5724538"/>
              <a:gd name="connsiteX2113" fmla="*/ 4567796 w 4840150"/>
              <a:gd name="connsiteY2113" fmla="*/ 2659957 h 5724538"/>
              <a:gd name="connsiteX2114" fmla="*/ 4585427 w 4840150"/>
              <a:gd name="connsiteY2114" fmla="*/ 2659339 h 5724538"/>
              <a:gd name="connsiteX2115" fmla="*/ 765627 w 4840150"/>
              <a:gd name="connsiteY2115" fmla="*/ 2653950 h 5724538"/>
              <a:gd name="connsiteX2116" fmla="*/ 788672 w 4840150"/>
              <a:gd name="connsiteY2116" fmla="*/ 2657041 h 5724538"/>
              <a:gd name="connsiteX2117" fmla="*/ 823992 w 4840150"/>
              <a:gd name="connsiteY2117" fmla="*/ 2687176 h 5724538"/>
              <a:gd name="connsiteX2118" fmla="*/ 829374 w 4840150"/>
              <a:gd name="connsiteY2118" fmla="*/ 2696530 h 5724538"/>
              <a:gd name="connsiteX2119" fmla="*/ 806671 w 4840150"/>
              <a:gd name="connsiteY2119" fmla="*/ 2751511 h 5724538"/>
              <a:gd name="connsiteX2120" fmla="*/ 742335 w 4840150"/>
              <a:gd name="connsiteY2120" fmla="*/ 2721818 h 5724538"/>
              <a:gd name="connsiteX2121" fmla="*/ 742335 w 4840150"/>
              <a:gd name="connsiteY2121" fmla="*/ 2659958 h 5724538"/>
              <a:gd name="connsiteX2122" fmla="*/ 765627 w 4840150"/>
              <a:gd name="connsiteY2122" fmla="*/ 2653950 h 5724538"/>
              <a:gd name="connsiteX2123" fmla="*/ 4463986 w 4840150"/>
              <a:gd name="connsiteY2123" fmla="*/ 2644841 h 5724538"/>
              <a:gd name="connsiteX2124" fmla="*/ 4469128 w 4840150"/>
              <a:gd name="connsiteY2124" fmla="*/ 2645421 h 5724538"/>
              <a:gd name="connsiteX2125" fmla="*/ 4471293 w 4840150"/>
              <a:gd name="connsiteY2125" fmla="*/ 2650060 h 5724538"/>
              <a:gd name="connsiteX2126" fmla="*/ 4471293 w 4840150"/>
              <a:gd name="connsiteY2126" fmla="*/ 2672330 h 5724538"/>
              <a:gd name="connsiteX2127" fmla="*/ 4453972 w 4840150"/>
              <a:gd name="connsiteY2127" fmla="*/ 2674805 h 5724538"/>
              <a:gd name="connsiteX2128" fmla="*/ 4453972 w 4840150"/>
              <a:gd name="connsiteY2128" fmla="*/ 2650060 h 5724538"/>
              <a:gd name="connsiteX2129" fmla="*/ 4463986 w 4840150"/>
              <a:gd name="connsiteY2129" fmla="*/ 2644841 h 5724538"/>
              <a:gd name="connsiteX2130" fmla="*/ 4612143 w 4840150"/>
              <a:gd name="connsiteY2130" fmla="*/ 2631424 h 5724538"/>
              <a:gd name="connsiteX2131" fmla="*/ 4644504 w 4840150"/>
              <a:gd name="connsiteY2131" fmla="*/ 2659957 h 5724538"/>
              <a:gd name="connsiteX2132" fmla="*/ 4644504 w 4840150"/>
              <a:gd name="connsiteY2132" fmla="*/ 2721818 h 5724538"/>
              <a:gd name="connsiteX2133" fmla="*/ 4602438 w 4840150"/>
              <a:gd name="connsiteY2133" fmla="*/ 2694599 h 5724538"/>
              <a:gd name="connsiteX2134" fmla="*/ 4602438 w 4840150"/>
              <a:gd name="connsiteY2134" fmla="*/ 2635213 h 5724538"/>
              <a:gd name="connsiteX2135" fmla="*/ 4612143 w 4840150"/>
              <a:gd name="connsiteY2135" fmla="*/ 2631424 h 5724538"/>
              <a:gd name="connsiteX2136" fmla="*/ 599338 w 4840150"/>
              <a:gd name="connsiteY2136" fmla="*/ 2627169 h 5724538"/>
              <a:gd name="connsiteX2137" fmla="*/ 626036 w 4840150"/>
              <a:gd name="connsiteY2137" fmla="*/ 2650060 h 5724538"/>
              <a:gd name="connsiteX2138" fmla="*/ 628907 w 4840150"/>
              <a:gd name="connsiteY2138" fmla="*/ 2655083 h 5724538"/>
              <a:gd name="connsiteX2139" fmla="*/ 611189 w 4840150"/>
              <a:gd name="connsiteY2139" fmla="*/ 2704499 h 5724538"/>
              <a:gd name="connsiteX2140" fmla="*/ 549328 w 4840150"/>
              <a:gd name="connsiteY2140" fmla="*/ 2682229 h 5724538"/>
              <a:gd name="connsiteX2141" fmla="*/ 546454 w 4840150"/>
              <a:gd name="connsiteY2141" fmla="*/ 2677205 h 5724538"/>
              <a:gd name="connsiteX2142" fmla="*/ 564176 w 4840150"/>
              <a:gd name="connsiteY2142" fmla="*/ 2627790 h 5724538"/>
              <a:gd name="connsiteX2143" fmla="*/ 599338 w 4840150"/>
              <a:gd name="connsiteY2143" fmla="*/ 2627169 h 5724538"/>
              <a:gd name="connsiteX2144" fmla="*/ 1572126 w 4840150"/>
              <a:gd name="connsiteY2144" fmla="*/ 2622680 h 5724538"/>
              <a:gd name="connsiteX2145" fmla="*/ 1640546 w 4840150"/>
              <a:gd name="connsiteY2145" fmla="*/ 2664906 h 5724538"/>
              <a:gd name="connsiteX2146" fmla="*/ 1641456 w 4840150"/>
              <a:gd name="connsiteY2146" fmla="*/ 2666217 h 5724538"/>
              <a:gd name="connsiteX2147" fmla="*/ 1623225 w 4840150"/>
              <a:gd name="connsiteY2147" fmla="*/ 2758935 h 5724538"/>
              <a:gd name="connsiteX2148" fmla="*/ 1526722 w 4840150"/>
              <a:gd name="connsiteY2148" fmla="*/ 2721818 h 5724538"/>
              <a:gd name="connsiteX2149" fmla="*/ 1523790 w 4840150"/>
              <a:gd name="connsiteY2149" fmla="*/ 2717611 h 5724538"/>
              <a:gd name="connsiteX2150" fmla="*/ 1544043 w 4840150"/>
              <a:gd name="connsiteY2150" fmla="*/ 2625316 h 5724538"/>
              <a:gd name="connsiteX2151" fmla="*/ 1572126 w 4840150"/>
              <a:gd name="connsiteY2151" fmla="*/ 2622680 h 5724538"/>
              <a:gd name="connsiteX2152" fmla="*/ 4112810 w 4840150"/>
              <a:gd name="connsiteY2152" fmla="*/ 2612016 h 5724538"/>
              <a:gd name="connsiteX2153" fmla="*/ 4124873 w 4840150"/>
              <a:gd name="connsiteY2153" fmla="*/ 2627790 h 5724538"/>
              <a:gd name="connsiteX2154" fmla="*/ 4124873 w 4840150"/>
              <a:gd name="connsiteY2154" fmla="*/ 2664906 h 5724538"/>
              <a:gd name="connsiteX2155" fmla="*/ 4095180 w 4840150"/>
              <a:gd name="connsiteY2155" fmla="*/ 2650060 h 5724538"/>
              <a:gd name="connsiteX2156" fmla="*/ 4095180 w 4840150"/>
              <a:gd name="connsiteY2156" fmla="*/ 2612943 h 5724538"/>
              <a:gd name="connsiteX2157" fmla="*/ 4112810 w 4840150"/>
              <a:gd name="connsiteY2157" fmla="*/ 2612016 h 5724538"/>
              <a:gd name="connsiteX2158" fmla="*/ 1252303 w 4840150"/>
              <a:gd name="connsiteY2158" fmla="*/ 2607724 h 5724538"/>
              <a:gd name="connsiteX2159" fmla="*/ 1258873 w 4840150"/>
              <a:gd name="connsiteY2159" fmla="*/ 2608304 h 5724538"/>
              <a:gd name="connsiteX2160" fmla="*/ 1266907 w 4840150"/>
              <a:gd name="connsiteY2160" fmla="*/ 2612943 h 5724538"/>
              <a:gd name="connsiteX2161" fmla="*/ 1269382 w 4840150"/>
              <a:gd name="connsiteY2161" fmla="*/ 2615418 h 5724538"/>
              <a:gd name="connsiteX2162" fmla="*/ 1266907 w 4840150"/>
              <a:gd name="connsiteY2162" fmla="*/ 2632739 h 5724538"/>
              <a:gd name="connsiteX2163" fmla="*/ 1247121 w 4840150"/>
              <a:gd name="connsiteY2163" fmla="*/ 2630264 h 5724538"/>
              <a:gd name="connsiteX2164" fmla="*/ 1247121 w 4840150"/>
              <a:gd name="connsiteY2164" fmla="*/ 2612943 h 5724538"/>
              <a:gd name="connsiteX2165" fmla="*/ 1252303 w 4840150"/>
              <a:gd name="connsiteY2165" fmla="*/ 2607724 h 5724538"/>
              <a:gd name="connsiteX2166" fmla="*/ 4488614 w 4840150"/>
              <a:gd name="connsiteY2166" fmla="*/ 2590674 h 5724538"/>
              <a:gd name="connsiteX2167" fmla="*/ 4520782 w 4840150"/>
              <a:gd name="connsiteY2167" fmla="*/ 2610468 h 5724538"/>
              <a:gd name="connsiteX2168" fmla="*/ 4520782 w 4840150"/>
              <a:gd name="connsiteY2168" fmla="*/ 2652534 h 5724538"/>
              <a:gd name="connsiteX2169" fmla="*/ 4488614 w 4840150"/>
              <a:gd name="connsiteY2169" fmla="*/ 2632739 h 5724538"/>
              <a:gd name="connsiteX2170" fmla="*/ 4488614 w 4840150"/>
              <a:gd name="connsiteY2170" fmla="*/ 2590674 h 5724538"/>
              <a:gd name="connsiteX2171" fmla="*/ 1418511 w 4840150"/>
              <a:gd name="connsiteY2171" fmla="*/ 2586616 h 5724538"/>
              <a:gd name="connsiteX2172" fmla="*/ 1484657 w 4840150"/>
              <a:gd name="connsiteY2172" fmla="*/ 2630266 h 5724538"/>
              <a:gd name="connsiteX2173" fmla="*/ 1489819 w 4840150"/>
              <a:gd name="connsiteY2173" fmla="*/ 2638753 h 5724538"/>
              <a:gd name="connsiteX2174" fmla="*/ 1462387 w 4840150"/>
              <a:gd name="connsiteY2174" fmla="*/ 2721818 h 5724538"/>
              <a:gd name="connsiteX2175" fmla="*/ 1370833 w 4840150"/>
              <a:gd name="connsiteY2175" fmla="*/ 2684702 h 5724538"/>
              <a:gd name="connsiteX2176" fmla="*/ 1366770 w 4840150"/>
              <a:gd name="connsiteY2176" fmla="*/ 2678466 h 5724538"/>
              <a:gd name="connsiteX2177" fmla="*/ 1390629 w 4840150"/>
              <a:gd name="connsiteY2177" fmla="*/ 2590674 h 5724538"/>
              <a:gd name="connsiteX2178" fmla="*/ 1418511 w 4840150"/>
              <a:gd name="connsiteY2178" fmla="*/ 2586616 h 5724538"/>
              <a:gd name="connsiteX2179" fmla="*/ 363743 w 4840150"/>
              <a:gd name="connsiteY2179" fmla="*/ 2583251 h 5724538"/>
              <a:gd name="connsiteX2180" fmla="*/ 428078 w 4840150"/>
              <a:gd name="connsiteY2180" fmla="*/ 2607995 h 5724538"/>
              <a:gd name="connsiteX2181" fmla="*/ 431238 w 4840150"/>
              <a:gd name="connsiteY2181" fmla="*/ 2614107 h 5724538"/>
              <a:gd name="connsiteX2182" fmla="*/ 410757 w 4840150"/>
              <a:gd name="connsiteY2182" fmla="*/ 2662432 h 5724538"/>
              <a:gd name="connsiteX2183" fmla="*/ 346422 w 4840150"/>
              <a:gd name="connsiteY2183" fmla="*/ 2640163 h 5724538"/>
              <a:gd name="connsiteX2184" fmla="*/ 344015 w 4840150"/>
              <a:gd name="connsiteY2184" fmla="*/ 2635659 h 5724538"/>
              <a:gd name="connsiteX2185" fmla="*/ 363743 w 4840150"/>
              <a:gd name="connsiteY2185" fmla="*/ 2583251 h 5724538"/>
              <a:gd name="connsiteX2186" fmla="*/ 4162609 w 4840150"/>
              <a:gd name="connsiteY2186" fmla="*/ 2577992 h 5724538"/>
              <a:gd name="connsiteX2187" fmla="*/ 4171887 w 4840150"/>
              <a:gd name="connsiteY2187" fmla="*/ 2590674 h 5724538"/>
              <a:gd name="connsiteX2188" fmla="*/ 4171887 w 4840150"/>
              <a:gd name="connsiteY2188" fmla="*/ 2622841 h 5724538"/>
              <a:gd name="connsiteX2189" fmla="*/ 4149618 w 4840150"/>
              <a:gd name="connsiteY2189" fmla="*/ 2610469 h 5724538"/>
              <a:gd name="connsiteX2190" fmla="*/ 4149618 w 4840150"/>
              <a:gd name="connsiteY2190" fmla="*/ 2578302 h 5724538"/>
              <a:gd name="connsiteX2191" fmla="*/ 4162609 w 4840150"/>
              <a:gd name="connsiteY2191" fmla="*/ 2577992 h 5724538"/>
              <a:gd name="connsiteX2192" fmla="*/ 168262 w 4840150"/>
              <a:gd name="connsiteY2192" fmla="*/ 2575827 h 5724538"/>
              <a:gd name="connsiteX2193" fmla="*/ 185584 w 4840150"/>
              <a:gd name="connsiteY2193" fmla="*/ 2575827 h 5724538"/>
              <a:gd name="connsiteX2194" fmla="*/ 185584 w 4840150"/>
              <a:gd name="connsiteY2194" fmla="*/ 2588200 h 5724538"/>
              <a:gd name="connsiteX2195" fmla="*/ 4382834 w 4840150"/>
              <a:gd name="connsiteY2195" fmla="*/ 2560053 h 5724538"/>
              <a:gd name="connsiteX2196" fmla="*/ 4389638 w 4840150"/>
              <a:gd name="connsiteY2196" fmla="*/ 2568405 h 5724538"/>
              <a:gd name="connsiteX2197" fmla="*/ 4389638 w 4840150"/>
              <a:gd name="connsiteY2197" fmla="*/ 2590674 h 5724538"/>
              <a:gd name="connsiteX2198" fmla="*/ 4372317 w 4840150"/>
              <a:gd name="connsiteY2198" fmla="*/ 2590674 h 5724538"/>
              <a:gd name="connsiteX2199" fmla="*/ 4372317 w 4840150"/>
              <a:gd name="connsiteY2199" fmla="*/ 2568405 h 5724538"/>
              <a:gd name="connsiteX2200" fmla="*/ 4382834 w 4840150"/>
              <a:gd name="connsiteY2200" fmla="*/ 2560053 h 5724538"/>
              <a:gd name="connsiteX2201" fmla="*/ 4528206 w 4840150"/>
              <a:gd name="connsiteY2201" fmla="*/ 2556032 h 5724538"/>
              <a:gd name="connsiteX2202" fmla="*/ 4560373 w 4840150"/>
              <a:gd name="connsiteY2202" fmla="*/ 2575827 h 5724538"/>
              <a:gd name="connsiteX2203" fmla="*/ 4560373 w 4840150"/>
              <a:gd name="connsiteY2203" fmla="*/ 2617892 h 5724538"/>
              <a:gd name="connsiteX2204" fmla="*/ 4528206 w 4840150"/>
              <a:gd name="connsiteY2204" fmla="*/ 2598098 h 5724538"/>
              <a:gd name="connsiteX2205" fmla="*/ 4528206 w 4840150"/>
              <a:gd name="connsiteY2205" fmla="*/ 2556032 h 5724538"/>
              <a:gd name="connsiteX2206" fmla="*/ 1059064 w 4840150"/>
              <a:gd name="connsiteY2206" fmla="*/ 2546134 h 5724538"/>
              <a:gd name="connsiteX2207" fmla="*/ 1108554 w 4840150"/>
              <a:gd name="connsiteY2207" fmla="*/ 2565930 h 5724538"/>
              <a:gd name="connsiteX2208" fmla="*/ 1115173 w 4840150"/>
              <a:gd name="connsiteY2208" fmla="*/ 2572561 h 5724538"/>
              <a:gd name="connsiteX2209" fmla="*/ 1108554 w 4840150"/>
              <a:gd name="connsiteY2209" fmla="*/ 2610469 h 5724538"/>
              <a:gd name="connsiteX2210" fmla="*/ 1059064 w 4840150"/>
              <a:gd name="connsiteY2210" fmla="*/ 2590674 h 5724538"/>
              <a:gd name="connsiteX2211" fmla="*/ 1052444 w 4840150"/>
              <a:gd name="connsiteY2211" fmla="*/ 2584043 h 5724538"/>
              <a:gd name="connsiteX2212" fmla="*/ 1059064 w 4840150"/>
              <a:gd name="connsiteY2212" fmla="*/ 2546134 h 5724538"/>
              <a:gd name="connsiteX2213" fmla="*/ 4199106 w 4840150"/>
              <a:gd name="connsiteY2213" fmla="*/ 2543660 h 5724538"/>
              <a:gd name="connsiteX2214" fmla="*/ 4218902 w 4840150"/>
              <a:gd name="connsiteY2214" fmla="*/ 2556032 h 5724538"/>
              <a:gd name="connsiteX2215" fmla="*/ 4218902 w 4840150"/>
              <a:gd name="connsiteY2215" fmla="*/ 2583251 h 5724538"/>
              <a:gd name="connsiteX2216" fmla="*/ 4199106 w 4840150"/>
              <a:gd name="connsiteY2216" fmla="*/ 2570879 h 5724538"/>
              <a:gd name="connsiteX2217" fmla="*/ 4199106 w 4840150"/>
              <a:gd name="connsiteY2217" fmla="*/ 2543660 h 5724538"/>
              <a:gd name="connsiteX2218" fmla="*/ 4588520 w 4840150"/>
              <a:gd name="connsiteY2218" fmla="*/ 2537473 h 5724538"/>
              <a:gd name="connsiteX2219" fmla="*/ 4590066 w 4840150"/>
              <a:gd name="connsiteY2219" fmla="*/ 2548608 h 5724538"/>
              <a:gd name="connsiteX2220" fmla="*/ 4590066 w 4840150"/>
              <a:gd name="connsiteY2220" fmla="*/ 2565930 h 5724538"/>
              <a:gd name="connsiteX2221" fmla="*/ 4577694 w 4840150"/>
              <a:gd name="connsiteY2221" fmla="*/ 2568405 h 5724538"/>
              <a:gd name="connsiteX2222" fmla="*/ 4577694 w 4840150"/>
              <a:gd name="connsiteY2222" fmla="*/ 2548608 h 5724538"/>
              <a:gd name="connsiteX2223" fmla="*/ 4588520 w 4840150"/>
              <a:gd name="connsiteY2223" fmla="*/ 2537473 h 5724538"/>
              <a:gd name="connsiteX2224" fmla="*/ 1786538 w 4840150"/>
              <a:gd name="connsiteY2224" fmla="*/ 2526339 h 5724538"/>
              <a:gd name="connsiteX2225" fmla="*/ 1858296 w 4840150"/>
              <a:gd name="connsiteY2225" fmla="*/ 2558507 h 5724538"/>
              <a:gd name="connsiteX2226" fmla="*/ 1861154 w 4840150"/>
              <a:gd name="connsiteY2226" fmla="*/ 2561352 h 5724538"/>
              <a:gd name="connsiteX2227" fmla="*/ 1858296 w 4840150"/>
              <a:gd name="connsiteY2227" fmla="*/ 2627790 h 5724538"/>
              <a:gd name="connsiteX2228" fmla="*/ 1786538 w 4840150"/>
              <a:gd name="connsiteY2228" fmla="*/ 2598098 h 5724538"/>
              <a:gd name="connsiteX2229" fmla="*/ 1784744 w 4840150"/>
              <a:gd name="connsiteY2229" fmla="*/ 2596291 h 5724538"/>
              <a:gd name="connsiteX2230" fmla="*/ 1786538 w 4840150"/>
              <a:gd name="connsiteY2230" fmla="*/ 2526339 h 5724538"/>
              <a:gd name="connsiteX2231" fmla="*/ 4255400 w 4840150"/>
              <a:gd name="connsiteY2231" fmla="*/ 2511183 h 5724538"/>
              <a:gd name="connsiteX2232" fmla="*/ 4263441 w 4840150"/>
              <a:gd name="connsiteY2232" fmla="*/ 2521389 h 5724538"/>
              <a:gd name="connsiteX2233" fmla="*/ 4263441 w 4840150"/>
              <a:gd name="connsiteY2233" fmla="*/ 2546134 h 5724538"/>
              <a:gd name="connsiteX2234" fmla="*/ 4243646 w 4840150"/>
              <a:gd name="connsiteY2234" fmla="*/ 2548608 h 5724538"/>
              <a:gd name="connsiteX2235" fmla="*/ 4243646 w 4840150"/>
              <a:gd name="connsiteY2235" fmla="*/ 2521389 h 5724538"/>
              <a:gd name="connsiteX2236" fmla="*/ 4255400 w 4840150"/>
              <a:gd name="connsiteY2236" fmla="*/ 2511183 h 5724538"/>
              <a:gd name="connsiteX2237" fmla="*/ 890801 w 4840150"/>
              <a:gd name="connsiteY2237" fmla="*/ 2499120 h 5724538"/>
              <a:gd name="connsiteX2238" fmla="*/ 950189 w 4840150"/>
              <a:gd name="connsiteY2238" fmla="*/ 2521389 h 5724538"/>
              <a:gd name="connsiteX2239" fmla="*/ 953061 w 4840150"/>
              <a:gd name="connsiteY2239" fmla="*/ 2526412 h 5724538"/>
              <a:gd name="connsiteX2240" fmla="*/ 935342 w 4840150"/>
              <a:gd name="connsiteY2240" fmla="*/ 2575827 h 5724538"/>
              <a:gd name="connsiteX2241" fmla="*/ 875956 w 4840150"/>
              <a:gd name="connsiteY2241" fmla="*/ 2551082 h 5724538"/>
              <a:gd name="connsiteX2242" fmla="*/ 872287 w 4840150"/>
              <a:gd name="connsiteY2242" fmla="*/ 2544476 h 5724538"/>
              <a:gd name="connsiteX2243" fmla="*/ 890801 w 4840150"/>
              <a:gd name="connsiteY2243" fmla="*/ 2499120 h 5724538"/>
              <a:gd name="connsiteX2244" fmla="*/ 1640547 w 4840150"/>
              <a:gd name="connsiteY2244" fmla="*/ 2494172 h 5724538"/>
              <a:gd name="connsiteX2245" fmla="*/ 1707356 w 4840150"/>
              <a:gd name="connsiteY2245" fmla="*/ 2523864 h 5724538"/>
              <a:gd name="connsiteX2246" fmla="*/ 1709776 w 4840150"/>
              <a:gd name="connsiteY2246" fmla="*/ 2526289 h 5724538"/>
              <a:gd name="connsiteX2247" fmla="*/ 1707356 w 4840150"/>
              <a:gd name="connsiteY2247" fmla="*/ 2585724 h 5724538"/>
              <a:gd name="connsiteX2248" fmla="*/ 1640547 w 4840150"/>
              <a:gd name="connsiteY2248" fmla="*/ 2558507 h 5724538"/>
              <a:gd name="connsiteX2249" fmla="*/ 1639186 w 4840150"/>
              <a:gd name="connsiteY2249" fmla="*/ 2557146 h 5724538"/>
              <a:gd name="connsiteX2250" fmla="*/ 1640547 w 4840150"/>
              <a:gd name="connsiteY2250" fmla="*/ 2494172 h 5724538"/>
              <a:gd name="connsiteX2251" fmla="*/ 4053115 w 4840150"/>
              <a:gd name="connsiteY2251" fmla="*/ 2481798 h 5724538"/>
              <a:gd name="connsiteX2252" fmla="*/ 4087757 w 4840150"/>
              <a:gd name="connsiteY2252" fmla="*/ 2501594 h 5724538"/>
              <a:gd name="connsiteX2253" fmla="*/ 4087757 w 4840150"/>
              <a:gd name="connsiteY2253" fmla="*/ 2543659 h 5724538"/>
              <a:gd name="connsiteX2254" fmla="*/ 4053115 w 4840150"/>
              <a:gd name="connsiteY2254" fmla="*/ 2526338 h 5724538"/>
              <a:gd name="connsiteX2255" fmla="*/ 4053115 w 4840150"/>
              <a:gd name="connsiteY2255" fmla="*/ 2481798 h 5724538"/>
              <a:gd name="connsiteX2256" fmla="*/ 4453973 w 4840150"/>
              <a:gd name="connsiteY2256" fmla="*/ 2474376 h 5724538"/>
              <a:gd name="connsiteX2257" fmla="*/ 4481192 w 4840150"/>
              <a:gd name="connsiteY2257" fmla="*/ 2494171 h 5724538"/>
              <a:gd name="connsiteX2258" fmla="*/ 4481192 w 4840150"/>
              <a:gd name="connsiteY2258" fmla="*/ 2536236 h 5724538"/>
              <a:gd name="connsiteX2259" fmla="*/ 4453973 w 4840150"/>
              <a:gd name="connsiteY2259" fmla="*/ 2518915 h 5724538"/>
              <a:gd name="connsiteX2260" fmla="*/ 4453973 w 4840150"/>
              <a:gd name="connsiteY2260" fmla="*/ 2474376 h 5724538"/>
              <a:gd name="connsiteX2261" fmla="*/ 707691 w 4840150"/>
              <a:gd name="connsiteY2261" fmla="*/ 2449631 h 5724538"/>
              <a:gd name="connsiteX2262" fmla="*/ 769553 w 4840150"/>
              <a:gd name="connsiteY2262" fmla="*/ 2474376 h 5724538"/>
              <a:gd name="connsiteX2263" fmla="*/ 776545 w 4840150"/>
              <a:gd name="connsiteY2263" fmla="*/ 2486031 h 5724538"/>
              <a:gd name="connsiteX2264" fmla="*/ 754706 w 4840150"/>
              <a:gd name="connsiteY2264" fmla="*/ 2533761 h 5724538"/>
              <a:gd name="connsiteX2265" fmla="*/ 692844 w 4840150"/>
              <a:gd name="connsiteY2265" fmla="*/ 2504069 h 5724538"/>
              <a:gd name="connsiteX2266" fmla="*/ 689973 w 4840150"/>
              <a:gd name="connsiteY2266" fmla="*/ 2499046 h 5724538"/>
              <a:gd name="connsiteX2267" fmla="*/ 707691 w 4840150"/>
              <a:gd name="connsiteY2267" fmla="*/ 2449631 h 5724538"/>
              <a:gd name="connsiteX2268" fmla="*/ 4122399 w 4840150"/>
              <a:gd name="connsiteY2268" fmla="*/ 2444373 h 5724538"/>
              <a:gd name="connsiteX2269" fmla="*/ 4137245 w 4840150"/>
              <a:gd name="connsiteY2269" fmla="*/ 2464478 h 5724538"/>
              <a:gd name="connsiteX2270" fmla="*/ 4137245 w 4840150"/>
              <a:gd name="connsiteY2270" fmla="*/ 2511491 h 5724538"/>
              <a:gd name="connsiteX2271" fmla="*/ 4100129 w 4840150"/>
              <a:gd name="connsiteY2271" fmla="*/ 2489221 h 5724538"/>
              <a:gd name="connsiteX2272" fmla="*/ 4100129 w 4840150"/>
              <a:gd name="connsiteY2272" fmla="*/ 2444682 h 5724538"/>
              <a:gd name="connsiteX2273" fmla="*/ 4122399 w 4840150"/>
              <a:gd name="connsiteY2273" fmla="*/ 2444373 h 5724538"/>
              <a:gd name="connsiteX2274" fmla="*/ 4488614 w 4840150"/>
              <a:gd name="connsiteY2274" fmla="*/ 2442208 h 5724538"/>
              <a:gd name="connsiteX2275" fmla="*/ 4520782 w 4840150"/>
              <a:gd name="connsiteY2275" fmla="*/ 2462003 h 5724538"/>
              <a:gd name="connsiteX2276" fmla="*/ 4520782 w 4840150"/>
              <a:gd name="connsiteY2276" fmla="*/ 2506543 h 5724538"/>
              <a:gd name="connsiteX2277" fmla="*/ 4488614 w 4840150"/>
              <a:gd name="connsiteY2277" fmla="*/ 2486748 h 5724538"/>
              <a:gd name="connsiteX2278" fmla="*/ 4488614 w 4840150"/>
              <a:gd name="connsiteY2278" fmla="*/ 2442208 h 5724538"/>
              <a:gd name="connsiteX2279" fmla="*/ 1515118 w 4840150"/>
              <a:gd name="connsiteY2279" fmla="*/ 2427979 h 5724538"/>
              <a:gd name="connsiteX2280" fmla="*/ 1588583 w 4840150"/>
              <a:gd name="connsiteY2280" fmla="*/ 2474376 h 5724538"/>
              <a:gd name="connsiteX2281" fmla="*/ 1591515 w 4840150"/>
              <a:gd name="connsiteY2281" fmla="*/ 2478582 h 5724538"/>
              <a:gd name="connsiteX2282" fmla="*/ 1571262 w 4840150"/>
              <a:gd name="connsiteY2282" fmla="*/ 2570877 h 5724538"/>
              <a:gd name="connsiteX2283" fmla="*/ 1467336 w 4840150"/>
              <a:gd name="connsiteY2283" fmla="*/ 2528812 h 5724538"/>
              <a:gd name="connsiteX2284" fmla="*/ 1464404 w 4840150"/>
              <a:gd name="connsiteY2284" fmla="*/ 2524606 h 5724538"/>
              <a:gd name="connsiteX2285" fmla="*/ 1484657 w 4840150"/>
              <a:gd name="connsiteY2285" fmla="*/ 2432309 h 5724538"/>
              <a:gd name="connsiteX2286" fmla="*/ 1515118 w 4840150"/>
              <a:gd name="connsiteY2286" fmla="*/ 2427979 h 5724538"/>
              <a:gd name="connsiteX2287" fmla="*/ 4386931 w 4840150"/>
              <a:gd name="connsiteY2287" fmla="*/ 2411588 h 5724538"/>
              <a:gd name="connsiteX2288" fmla="*/ 4387163 w 4840150"/>
              <a:gd name="connsiteY2288" fmla="*/ 2419939 h 5724538"/>
              <a:gd name="connsiteX2289" fmla="*/ 4387163 w 4840150"/>
              <a:gd name="connsiteY2289" fmla="*/ 2439733 h 5724538"/>
              <a:gd name="connsiteX2290" fmla="*/ 4372317 w 4840150"/>
              <a:gd name="connsiteY2290" fmla="*/ 2442208 h 5724538"/>
              <a:gd name="connsiteX2291" fmla="*/ 4372317 w 4840150"/>
              <a:gd name="connsiteY2291" fmla="*/ 2419939 h 5724538"/>
              <a:gd name="connsiteX2292" fmla="*/ 4386931 w 4840150"/>
              <a:gd name="connsiteY2292" fmla="*/ 2411588 h 5724538"/>
              <a:gd name="connsiteX2293" fmla="*/ 4525731 w 4840150"/>
              <a:gd name="connsiteY2293" fmla="*/ 2410040 h 5724538"/>
              <a:gd name="connsiteX2294" fmla="*/ 4557898 w 4840150"/>
              <a:gd name="connsiteY2294" fmla="*/ 2429836 h 5724538"/>
              <a:gd name="connsiteX2295" fmla="*/ 4557898 w 4840150"/>
              <a:gd name="connsiteY2295" fmla="*/ 2474376 h 5724538"/>
              <a:gd name="connsiteX2296" fmla="*/ 4525731 w 4840150"/>
              <a:gd name="connsiteY2296" fmla="*/ 2454580 h 5724538"/>
              <a:gd name="connsiteX2297" fmla="*/ 4525731 w 4840150"/>
              <a:gd name="connsiteY2297" fmla="*/ 2410040 h 5724538"/>
              <a:gd name="connsiteX2298" fmla="*/ 4028371 w 4840150"/>
              <a:gd name="connsiteY2298" fmla="*/ 2397668 h 5724538"/>
              <a:gd name="connsiteX2299" fmla="*/ 4028371 w 4840150"/>
              <a:gd name="connsiteY2299" fmla="*/ 2398286 h 5724538"/>
              <a:gd name="connsiteX2300" fmla="*/ 4028371 w 4840150"/>
              <a:gd name="connsiteY2300" fmla="*/ 2400142 h 5724538"/>
              <a:gd name="connsiteX2301" fmla="*/ 4028371 w 4840150"/>
              <a:gd name="connsiteY2301" fmla="*/ 2397668 h 5724538"/>
              <a:gd name="connsiteX2302" fmla="*/ 1781589 w 4840150"/>
              <a:gd name="connsiteY2302" fmla="*/ 2395194 h 5724538"/>
              <a:gd name="connsiteX2303" fmla="*/ 1784063 w 4840150"/>
              <a:gd name="connsiteY2303" fmla="*/ 2395194 h 5724538"/>
              <a:gd name="connsiteX2304" fmla="*/ 1784063 w 4840150"/>
              <a:gd name="connsiteY2304" fmla="*/ 2397668 h 5724538"/>
              <a:gd name="connsiteX2305" fmla="*/ 1362510 w 4840150"/>
              <a:gd name="connsiteY2305" fmla="*/ 2386709 h 5724538"/>
              <a:gd name="connsiteX2306" fmla="*/ 1437643 w 4840150"/>
              <a:gd name="connsiteY2306" fmla="*/ 2434785 h 5724538"/>
              <a:gd name="connsiteX2307" fmla="*/ 1445935 w 4840150"/>
              <a:gd name="connsiteY2307" fmla="*/ 2447220 h 5724538"/>
              <a:gd name="connsiteX2308" fmla="*/ 1417847 w 4840150"/>
              <a:gd name="connsiteY2308" fmla="*/ 2533761 h 5724538"/>
              <a:gd name="connsiteX2309" fmla="*/ 1308973 w 4840150"/>
              <a:gd name="connsiteY2309" fmla="*/ 2489221 h 5724538"/>
              <a:gd name="connsiteX2310" fmla="*/ 1300540 w 4840150"/>
              <a:gd name="connsiteY2310" fmla="*/ 2475884 h 5724538"/>
              <a:gd name="connsiteX2311" fmla="*/ 1331242 w 4840150"/>
              <a:gd name="connsiteY2311" fmla="*/ 2390245 h 5724538"/>
              <a:gd name="connsiteX2312" fmla="*/ 1362510 w 4840150"/>
              <a:gd name="connsiteY2312" fmla="*/ 2386709 h 5724538"/>
              <a:gd name="connsiteX2313" fmla="*/ 4075385 w 4840150"/>
              <a:gd name="connsiteY2313" fmla="*/ 2365501 h 5724538"/>
              <a:gd name="connsiteX2314" fmla="*/ 4075385 w 4840150"/>
              <a:gd name="connsiteY2314" fmla="*/ 2367974 h 5724538"/>
              <a:gd name="connsiteX2315" fmla="*/ 4075385 w 4840150"/>
              <a:gd name="connsiteY2315" fmla="*/ 2365501 h 5724538"/>
              <a:gd name="connsiteX2316" fmla="*/ 324153 w 4840150"/>
              <a:gd name="connsiteY2316" fmla="*/ 2363026 h 5724538"/>
              <a:gd name="connsiteX2317" fmla="*/ 388488 w 4840150"/>
              <a:gd name="connsiteY2317" fmla="*/ 2387770 h 5724538"/>
              <a:gd name="connsiteX2318" fmla="*/ 391648 w 4840150"/>
              <a:gd name="connsiteY2318" fmla="*/ 2393877 h 5724538"/>
              <a:gd name="connsiteX2319" fmla="*/ 371167 w 4840150"/>
              <a:gd name="connsiteY2319" fmla="*/ 2442207 h 5724538"/>
              <a:gd name="connsiteX2320" fmla="*/ 306832 w 4840150"/>
              <a:gd name="connsiteY2320" fmla="*/ 2417464 h 5724538"/>
              <a:gd name="connsiteX2321" fmla="*/ 303672 w 4840150"/>
              <a:gd name="connsiteY2321" fmla="*/ 2411356 h 5724538"/>
              <a:gd name="connsiteX2322" fmla="*/ 324153 w 4840150"/>
              <a:gd name="connsiteY2322" fmla="*/ 2363026 h 5724538"/>
              <a:gd name="connsiteX2323" fmla="*/ 1203913 w 4840150"/>
              <a:gd name="connsiteY2323" fmla="*/ 2343014 h 5724538"/>
              <a:gd name="connsiteX2324" fmla="*/ 1271856 w 4840150"/>
              <a:gd name="connsiteY2324" fmla="*/ 2387770 h 5724538"/>
              <a:gd name="connsiteX2325" fmla="*/ 1278505 w 4840150"/>
              <a:gd name="connsiteY2325" fmla="*/ 2398358 h 5724538"/>
              <a:gd name="connsiteX2326" fmla="*/ 1252072 w 4840150"/>
              <a:gd name="connsiteY2326" fmla="*/ 2474376 h 5724538"/>
              <a:gd name="connsiteX2327" fmla="*/ 1155566 w 4840150"/>
              <a:gd name="connsiteY2327" fmla="*/ 2434785 h 5724538"/>
              <a:gd name="connsiteX2328" fmla="*/ 1149789 w 4840150"/>
              <a:gd name="connsiteY2328" fmla="*/ 2425701 h 5724538"/>
              <a:gd name="connsiteX2329" fmla="*/ 1175364 w 4840150"/>
              <a:gd name="connsiteY2329" fmla="*/ 2345704 h 5724538"/>
              <a:gd name="connsiteX2330" fmla="*/ 1203913 w 4840150"/>
              <a:gd name="connsiteY2330" fmla="*/ 2343014 h 5724538"/>
              <a:gd name="connsiteX2331" fmla="*/ 1014524 w 4840150"/>
              <a:gd name="connsiteY2331" fmla="*/ 2340756 h 5724538"/>
              <a:gd name="connsiteX2332" fmla="*/ 1068962 w 4840150"/>
              <a:gd name="connsiteY2332" fmla="*/ 2363026 h 5724538"/>
              <a:gd name="connsiteX2333" fmla="*/ 1073150 w 4840150"/>
              <a:gd name="connsiteY2333" fmla="*/ 2367216 h 5724538"/>
              <a:gd name="connsiteX2334" fmla="*/ 1068962 w 4840150"/>
              <a:gd name="connsiteY2334" fmla="*/ 2412514 h 5724538"/>
              <a:gd name="connsiteX2335" fmla="*/ 1063830 w 4840150"/>
              <a:gd name="connsiteY2335" fmla="*/ 2415083 h 5724538"/>
              <a:gd name="connsiteX2336" fmla="*/ 1002153 w 4840150"/>
              <a:gd name="connsiteY2336" fmla="*/ 2390245 h 5724538"/>
              <a:gd name="connsiteX2337" fmla="*/ 997856 w 4840150"/>
              <a:gd name="connsiteY2337" fmla="*/ 2383084 h 5724538"/>
              <a:gd name="connsiteX2338" fmla="*/ 1014524 w 4840150"/>
              <a:gd name="connsiteY2338" fmla="*/ 2340756 h 5724538"/>
              <a:gd name="connsiteX2339" fmla="*/ 4453973 w 4840150"/>
              <a:gd name="connsiteY2339" fmla="*/ 2338282 h 5724538"/>
              <a:gd name="connsiteX2340" fmla="*/ 4471294 w 4840150"/>
              <a:gd name="connsiteY2340" fmla="*/ 2353129 h 5724538"/>
              <a:gd name="connsiteX2341" fmla="*/ 4471294 w 4840150"/>
              <a:gd name="connsiteY2341" fmla="*/ 2385296 h 5724538"/>
              <a:gd name="connsiteX2342" fmla="*/ 4453973 w 4840150"/>
              <a:gd name="connsiteY2342" fmla="*/ 2370449 h 5724538"/>
              <a:gd name="connsiteX2343" fmla="*/ 4453973 w 4840150"/>
              <a:gd name="connsiteY2343" fmla="*/ 2338282 h 5724538"/>
              <a:gd name="connsiteX2344" fmla="*/ 1617095 w 4840150"/>
              <a:gd name="connsiteY2344" fmla="*/ 2298493 h 5724538"/>
              <a:gd name="connsiteX2345" fmla="*/ 1672714 w 4840150"/>
              <a:gd name="connsiteY2345" fmla="*/ 2335807 h 5724538"/>
              <a:gd name="connsiteX2346" fmla="*/ 1677096 w 4840150"/>
              <a:gd name="connsiteY2346" fmla="*/ 2340189 h 5724538"/>
              <a:gd name="connsiteX2347" fmla="*/ 1672714 w 4840150"/>
              <a:gd name="connsiteY2347" fmla="*/ 2410040 h 5724538"/>
              <a:gd name="connsiteX2348" fmla="*/ 1593532 w 4840150"/>
              <a:gd name="connsiteY2348" fmla="*/ 2375399 h 5724538"/>
              <a:gd name="connsiteX2349" fmla="*/ 1589150 w 4840150"/>
              <a:gd name="connsiteY2349" fmla="*/ 2371017 h 5724538"/>
              <a:gd name="connsiteX2350" fmla="*/ 1593532 w 4840150"/>
              <a:gd name="connsiteY2350" fmla="*/ 2301165 h 5724538"/>
              <a:gd name="connsiteX2351" fmla="*/ 1617095 w 4840150"/>
              <a:gd name="connsiteY2351" fmla="*/ 2298493 h 5724538"/>
              <a:gd name="connsiteX2352" fmla="*/ 866353 w 4840150"/>
              <a:gd name="connsiteY2352" fmla="*/ 2269036 h 5724538"/>
              <a:gd name="connsiteX2353" fmla="*/ 932868 w 4840150"/>
              <a:gd name="connsiteY2353" fmla="*/ 2311062 h 5724538"/>
              <a:gd name="connsiteX2354" fmla="*/ 941281 w 4840150"/>
              <a:gd name="connsiteY2354" fmla="*/ 2324862 h 5724538"/>
              <a:gd name="connsiteX2355" fmla="*/ 913073 w 4840150"/>
              <a:gd name="connsiteY2355" fmla="*/ 2392719 h 5724538"/>
              <a:gd name="connsiteX2356" fmla="*/ 816569 w 4840150"/>
              <a:gd name="connsiteY2356" fmla="*/ 2355603 h 5724538"/>
              <a:gd name="connsiteX2357" fmla="*/ 808889 w 4840150"/>
              <a:gd name="connsiteY2357" fmla="*/ 2342395 h 5724538"/>
              <a:gd name="connsiteX2358" fmla="*/ 838838 w 4840150"/>
              <a:gd name="connsiteY2358" fmla="*/ 2271471 h 5724538"/>
              <a:gd name="connsiteX2359" fmla="*/ 866353 w 4840150"/>
              <a:gd name="connsiteY2359" fmla="*/ 2269036 h 5724538"/>
              <a:gd name="connsiteX2360" fmla="*/ 1462387 w 4840150"/>
              <a:gd name="connsiteY2360" fmla="*/ 2261575 h 5724538"/>
              <a:gd name="connsiteX2361" fmla="*/ 1539095 w 4840150"/>
              <a:gd name="connsiteY2361" fmla="*/ 2296217 h 5724538"/>
              <a:gd name="connsiteX2362" fmla="*/ 1541713 w 4840150"/>
              <a:gd name="connsiteY2362" fmla="*/ 2300203 h 5724538"/>
              <a:gd name="connsiteX2363" fmla="*/ 1524248 w 4840150"/>
              <a:gd name="connsiteY2363" fmla="*/ 2367976 h 5724538"/>
              <a:gd name="connsiteX2364" fmla="*/ 1447541 w 4840150"/>
              <a:gd name="connsiteY2364" fmla="*/ 2333333 h 5724538"/>
              <a:gd name="connsiteX2365" fmla="*/ 1462387 w 4840150"/>
              <a:gd name="connsiteY2365" fmla="*/ 2261575 h 5724538"/>
              <a:gd name="connsiteX2366" fmla="*/ 3963340 w 4840150"/>
              <a:gd name="connsiteY2366" fmla="*/ 2236134 h 5724538"/>
              <a:gd name="connsiteX2367" fmla="*/ 3986306 w 4840150"/>
              <a:gd name="connsiteY2367" fmla="*/ 2259100 h 5724538"/>
              <a:gd name="connsiteX2368" fmla="*/ 3986306 w 4840150"/>
              <a:gd name="connsiteY2368" fmla="*/ 2296216 h 5724538"/>
              <a:gd name="connsiteX2369" fmla="*/ 3959087 w 4840150"/>
              <a:gd name="connsiteY2369" fmla="*/ 2278895 h 5724538"/>
              <a:gd name="connsiteX2370" fmla="*/ 3959087 w 4840150"/>
              <a:gd name="connsiteY2370" fmla="*/ 2241779 h 5724538"/>
              <a:gd name="connsiteX2371" fmla="*/ 3963340 w 4840150"/>
              <a:gd name="connsiteY2371" fmla="*/ 2236134 h 5724538"/>
              <a:gd name="connsiteX2372" fmla="*/ 4398569 w 4840150"/>
              <a:gd name="connsiteY2372" fmla="*/ 2226817 h 5724538"/>
              <a:gd name="connsiteX2373" fmla="*/ 4426754 w 4840150"/>
              <a:gd name="connsiteY2373" fmla="*/ 2241779 h 5724538"/>
              <a:gd name="connsiteX2374" fmla="*/ 4426754 w 4840150"/>
              <a:gd name="connsiteY2374" fmla="*/ 2283844 h 5724538"/>
              <a:gd name="connsiteX2375" fmla="*/ 4389637 w 4840150"/>
              <a:gd name="connsiteY2375" fmla="*/ 2266524 h 5724538"/>
              <a:gd name="connsiteX2376" fmla="*/ 4389637 w 4840150"/>
              <a:gd name="connsiteY2376" fmla="*/ 2226932 h 5724538"/>
              <a:gd name="connsiteX2377" fmla="*/ 4398569 w 4840150"/>
              <a:gd name="connsiteY2377" fmla="*/ 2226817 h 5724538"/>
              <a:gd name="connsiteX2378" fmla="*/ 4013757 w 4840150"/>
              <a:gd name="connsiteY2378" fmla="*/ 2223144 h 5724538"/>
              <a:gd name="connsiteX2379" fmla="*/ 4028371 w 4840150"/>
              <a:gd name="connsiteY2379" fmla="*/ 2229407 h 5724538"/>
              <a:gd name="connsiteX2380" fmla="*/ 4028371 w 4840150"/>
              <a:gd name="connsiteY2380" fmla="*/ 2256626 h 5724538"/>
              <a:gd name="connsiteX2381" fmla="*/ 4008576 w 4840150"/>
              <a:gd name="connsiteY2381" fmla="*/ 2254151 h 5724538"/>
              <a:gd name="connsiteX2382" fmla="*/ 4008576 w 4840150"/>
              <a:gd name="connsiteY2382" fmla="*/ 2229407 h 5724538"/>
              <a:gd name="connsiteX2383" fmla="*/ 4013757 w 4840150"/>
              <a:gd name="connsiteY2383" fmla="*/ 2223144 h 5724538"/>
              <a:gd name="connsiteX2384" fmla="*/ 690971 w 4840150"/>
              <a:gd name="connsiteY2384" fmla="*/ 2221548 h 5724538"/>
              <a:gd name="connsiteX2385" fmla="*/ 767080 w 4840150"/>
              <a:gd name="connsiteY2385" fmla="*/ 2264048 h 5724538"/>
              <a:gd name="connsiteX2386" fmla="*/ 774923 w 4840150"/>
              <a:gd name="connsiteY2386" fmla="*/ 2278430 h 5724538"/>
              <a:gd name="connsiteX2387" fmla="*/ 742335 w 4840150"/>
              <a:gd name="connsiteY2387" fmla="*/ 2348179 h 5724538"/>
              <a:gd name="connsiteX2388" fmla="*/ 635934 w 4840150"/>
              <a:gd name="connsiteY2388" fmla="*/ 2311063 h 5724538"/>
              <a:gd name="connsiteX2389" fmla="*/ 630811 w 4840150"/>
              <a:gd name="connsiteY2389" fmla="*/ 2301670 h 5724538"/>
              <a:gd name="connsiteX2390" fmla="*/ 660679 w 4840150"/>
              <a:gd name="connsiteY2390" fmla="*/ 2226932 h 5724538"/>
              <a:gd name="connsiteX2391" fmla="*/ 690971 w 4840150"/>
              <a:gd name="connsiteY2391" fmla="*/ 2221548 h 5724538"/>
              <a:gd name="connsiteX2392" fmla="*/ 1331894 w 4840150"/>
              <a:gd name="connsiteY2392" fmla="*/ 2205139 h 5724538"/>
              <a:gd name="connsiteX2393" fmla="*/ 1398053 w 4840150"/>
              <a:gd name="connsiteY2393" fmla="*/ 2249203 h 5724538"/>
              <a:gd name="connsiteX2394" fmla="*/ 1401547 w 4840150"/>
              <a:gd name="connsiteY2394" fmla="*/ 2254444 h 5724538"/>
              <a:gd name="connsiteX2395" fmla="*/ 1380732 w 4840150"/>
              <a:gd name="connsiteY2395" fmla="*/ 2335807 h 5724538"/>
              <a:gd name="connsiteX2396" fmla="*/ 1284229 w 4840150"/>
              <a:gd name="connsiteY2396" fmla="*/ 2293742 h 5724538"/>
              <a:gd name="connsiteX2397" fmla="*/ 1277580 w 4840150"/>
              <a:gd name="connsiteY2397" fmla="*/ 2283154 h 5724538"/>
              <a:gd name="connsiteX2398" fmla="*/ 1304024 w 4840150"/>
              <a:gd name="connsiteY2398" fmla="*/ 2207137 h 5724538"/>
              <a:gd name="connsiteX2399" fmla="*/ 1331894 w 4840150"/>
              <a:gd name="connsiteY2399" fmla="*/ 2205139 h 5724538"/>
              <a:gd name="connsiteX2400" fmla="*/ 1158044 w 4840150"/>
              <a:gd name="connsiteY2400" fmla="*/ 2199714 h 5724538"/>
              <a:gd name="connsiteX2401" fmla="*/ 1200105 w 4840150"/>
              <a:gd name="connsiteY2401" fmla="*/ 2217035 h 5724538"/>
              <a:gd name="connsiteX2402" fmla="*/ 1202297 w 4840150"/>
              <a:gd name="connsiteY2402" fmla="*/ 2219228 h 5724538"/>
              <a:gd name="connsiteX2403" fmla="*/ 1200105 w 4840150"/>
              <a:gd name="connsiteY2403" fmla="*/ 2254151 h 5724538"/>
              <a:gd name="connsiteX2404" fmla="*/ 1158044 w 4840150"/>
              <a:gd name="connsiteY2404" fmla="*/ 2236831 h 5724538"/>
              <a:gd name="connsiteX2405" fmla="*/ 1158044 w 4840150"/>
              <a:gd name="connsiteY2405" fmla="*/ 2199714 h 5724538"/>
              <a:gd name="connsiteX2406" fmla="*/ 1734065 w 4840150"/>
              <a:gd name="connsiteY2406" fmla="*/ 2193924 h 5724538"/>
              <a:gd name="connsiteX2407" fmla="*/ 1769216 w 4840150"/>
              <a:gd name="connsiteY2407" fmla="*/ 2209612 h 5724538"/>
              <a:gd name="connsiteX2408" fmla="*/ 1773760 w 4840150"/>
              <a:gd name="connsiteY2408" fmla="*/ 2214155 h 5724538"/>
              <a:gd name="connsiteX2409" fmla="*/ 1769216 w 4840150"/>
              <a:gd name="connsiteY2409" fmla="*/ 2241779 h 5724538"/>
              <a:gd name="connsiteX2410" fmla="*/ 1767252 w 4840150"/>
              <a:gd name="connsiteY2410" fmla="*/ 2242624 h 5724538"/>
              <a:gd name="connsiteX2411" fmla="*/ 1732100 w 4840150"/>
              <a:gd name="connsiteY2411" fmla="*/ 2226932 h 5724538"/>
              <a:gd name="connsiteX2412" fmla="*/ 1732100 w 4840150"/>
              <a:gd name="connsiteY2412" fmla="*/ 2194766 h 5724538"/>
              <a:gd name="connsiteX2413" fmla="*/ 1734065 w 4840150"/>
              <a:gd name="connsiteY2413" fmla="*/ 2193924 h 5724538"/>
              <a:gd name="connsiteX2414" fmla="*/ 506679 w 4840150"/>
              <a:gd name="connsiteY2414" fmla="*/ 2181988 h 5724538"/>
              <a:gd name="connsiteX2415" fmla="*/ 576545 w 4840150"/>
              <a:gd name="connsiteY2415" fmla="*/ 2226932 h 5724538"/>
              <a:gd name="connsiteX2416" fmla="*/ 577350 w 4840150"/>
              <a:gd name="connsiteY2416" fmla="*/ 2228544 h 5724538"/>
              <a:gd name="connsiteX2417" fmla="*/ 551802 w 4840150"/>
              <a:gd name="connsiteY2417" fmla="*/ 2301165 h 5724538"/>
              <a:gd name="connsiteX2418" fmla="*/ 450349 w 4840150"/>
              <a:gd name="connsiteY2418" fmla="*/ 2268997 h 5724538"/>
              <a:gd name="connsiteX2419" fmla="*/ 439467 w 4840150"/>
              <a:gd name="connsiteY2419" fmla="*/ 2247705 h 5724538"/>
              <a:gd name="connsiteX2420" fmla="*/ 477567 w 4840150"/>
              <a:gd name="connsiteY2420" fmla="*/ 2184868 h 5724538"/>
              <a:gd name="connsiteX2421" fmla="*/ 506679 w 4840150"/>
              <a:gd name="connsiteY2421" fmla="*/ 2181988 h 5724538"/>
              <a:gd name="connsiteX2422" fmla="*/ 994729 w 4840150"/>
              <a:gd name="connsiteY2422" fmla="*/ 2152700 h 5724538"/>
              <a:gd name="connsiteX2423" fmla="*/ 1039271 w 4840150"/>
              <a:gd name="connsiteY2423" fmla="*/ 2172496 h 5724538"/>
              <a:gd name="connsiteX2424" fmla="*/ 1041459 w 4840150"/>
              <a:gd name="connsiteY2424" fmla="*/ 2174688 h 5724538"/>
              <a:gd name="connsiteX2425" fmla="*/ 1039271 w 4840150"/>
              <a:gd name="connsiteY2425" fmla="*/ 2209611 h 5724538"/>
              <a:gd name="connsiteX2426" fmla="*/ 994729 w 4840150"/>
              <a:gd name="connsiteY2426" fmla="*/ 2192291 h 5724538"/>
              <a:gd name="connsiteX2427" fmla="*/ 994729 w 4840150"/>
              <a:gd name="connsiteY2427" fmla="*/ 2152700 h 5724538"/>
              <a:gd name="connsiteX2428" fmla="*/ 4342623 w 4840150"/>
              <a:gd name="connsiteY2428" fmla="*/ 2115582 h 5724538"/>
              <a:gd name="connsiteX2429" fmla="*/ 4372316 w 4840150"/>
              <a:gd name="connsiteY2429" fmla="*/ 2135379 h 5724538"/>
              <a:gd name="connsiteX2430" fmla="*/ 4372316 w 4840150"/>
              <a:gd name="connsiteY2430" fmla="*/ 2170021 h 5724538"/>
              <a:gd name="connsiteX2431" fmla="*/ 4342623 w 4840150"/>
              <a:gd name="connsiteY2431" fmla="*/ 2152700 h 5724538"/>
              <a:gd name="connsiteX2432" fmla="*/ 4342623 w 4840150"/>
              <a:gd name="connsiteY2432" fmla="*/ 2115582 h 5724538"/>
              <a:gd name="connsiteX2433" fmla="*/ 1604755 w 4840150"/>
              <a:gd name="connsiteY2433" fmla="*/ 2107291 h 5724538"/>
              <a:gd name="connsiteX2434" fmla="*/ 1672714 w 4840150"/>
              <a:gd name="connsiteY2434" fmla="*/ 2152700 h 5724538"/>
              <a:gd name="connsiteX2435" fmla="*/ 1657867 w 4840150"/>
              <a:gd name="connsiteY2435" fmla="*/ 2241779 h 5724538"/>
              <a:gd name="connsiteX2436" fmla="*/ 1558890 w 4840150"/>
              <a:gd name="connsiteY2436" fmla="*/ 2197239 h 5724538"/>
              <a:gd name="connsiteX2437" fmla="*/ 1553308 w 4840150"/>
              <a:gd name="connsiteY2437" fmla="*/ 2188962 h 5724538"/>
              <a:gd name="connsiteX2438" fmla="*/ 1576211 w 4840150"/>
              <a:gd name="connsiteY2438" fmla="*/ 2108160 h 5724538"/>
              <a:gd name="connsiteX2439" fmla="*/ 1604755 w 4840150"/>
              <a:gd name="connsiteY2439" fmla="*/ 2107291 h 5724538"/>
              <a:gd name="connsiteX2440" fmla="*/ 847353 w 4840150"/>
              <a:gd name="connsiteY2440" fmla="*/ 2074141 h 5724538"/>
              <a:gd name="connsiteX2441" fmla="*/ 908124 w 4840150"/>
              <a:gd name="connsiteY2441" fmla="*/ 2115583 h 5724538"/>
              <a:gd name="connsiteX2442" fmla="*/ 916135 w 4840150"/>
              <a:gd name="connsiteY2442" fmla="*/ 2129422 h 5724538"/>
              <a:gd name="connsiteX2443" fmla="*/ 888327 w 4840150"/>
              <a:gd name="connsiteY2443" fmla="*/ 2189816 h 5724538"/>
              <a:gd name="connsiteX2444" fmla="*/ 799248 w 4840150"/>
              <a:gd name="connsiteY2444" fmla="*/ 2152700 h 5724538"/>
              <a:gd name="connsiteX2445" fmla="*/ 791950 w 4840150"/>
              <a:gd name="connsiteY2445" fmla="*/ 2139426 h 5724538"/>
              <a:gd name="connsiteX2446" fmla="*/ 821518 w 4840150"/>
              <a:gd name="connsiteY2446" fmla="*/ 2075993 h 5724538"/>
              <a:gd name="connsiteX2447" fmla="*/ 847353 w 4840150"/>
              <a:gd name="connsiteY2447" fmla="*/ 2074141 h 5724538"/>
              <a:gd name="connsiteX2448" fmla="*/ 1462147 w 4840150"/>
              <a:gd name="connsiteY2448" fmla="*/ 2062987 h 5724538"/>
              <a:gd name="connsiteX2449" fmla="*/ 1531671 w 4840150"/>
              <a:gd name="connsiteY2449" fmla="*/ 2110634 h 5724538"/>
              <a:gd name="connsiteX2450" fmla="*/ 1514350 w 4840150"/>
              <a:gd name="connsiteY2450" fmla="*/ 2199713 h 5724538"/>
              <a:gd name="connsiteX2451" fmla="*/ 1412899 w 4840150"/>
              <a:gd name="connsiteY2451" fmla="*/ 2155173 h 5724538"/>
              <a:gd name="connsiteX2452" fmla="*/ 1407980 w 4840150"/>
              <a:gd name="connsiteY2452" fmla="*/ 2147540 h 5724538"/>
              <a:gd name="connsiteX2453" fmla="*/ 1432694 w 4840150"/>
              <a:gd name="connsiteY2453" fmla="*/ 2063619 h 5724538"/>
              <a:gd name="connsiteX2454" fmla="*/ 1462147 w 4840150"/>
              <a:gd name="connsiteY2454" fmla="*/ 2062987 h 5724538"/>
              <a:gd name="connsiteX2455" fmla="*/ 658204 w 4840150"/>
              <a:gd name="connsiteY2455" fmla="*/ 2046299 h 5724538"/>
              <a:gd name="connsiteX2456" fmla="*/ 717590 w 4840150"/>
              <a:gd name="connsiteY2456" fmla="*/ 2073519 h 5724538"/>
              <a:gd name="connsiteX2457" fmla="*/ 722873 w 4840150"/>
              <a:gd name="connsiteY2457" fmla="*/ 2083681 h 5724538"/>
              <a:gd name="connsiteX2458" fmla="*/ 702744 w 4840150"/>
              <a:gd name="connsiteY2458" fmla="*/ 2120532 h 5724538"/>
              <a:gd name="connsiteX2459" fmla="*/ 643358 w 4840150"/>
              <a:gd name="connsiteY2459" fmla="*/ 2095789 h 5724538"/>
              <a:gd name="connsiteX2460" fmla="*/ 638885 w 4840150"/>
              <a:gd name="connsiteY2460" fmla="*/ 2087487 h 5724538"/>
              <a:gd name="connsiteX2461" fmla="*/ 658204 w 4840150"/>
              <a:gd name="connsiteY2461" fmla="*/ 2046299 h 5724538"/>
              <a:gd name="connsiteX2462" fmla="*/ 4251069 w 4840150"/>
              <a:gd name="connsiteY2462" fmla="*/ 2036401 h 5724538"/>
              <a:gd name="connsiteX2463" fmla="*/ 4280762 w 4840150"/>
              <a:gd name="connsiteY2463" fmla="*/ 2053722 h 5724538"/>
              <a:gd name="connsiteX2464" fmla="*/ 4280762 w 4840150"/>
              <a:gd name="connsiteY2464" fmla="*/ 2088364 h 5724538"/>
              <a:gd name="connsiteX2465" fmla="*/ 4251069 w 4840150"/>
              <a:gd name="connsiteY2465" fmla="*/ 2071043 h 5724538"/>
              <a:gd name="connsiteX2466" fmla="*/ 4251069 w 4840150"/>
              <a:gd name="connsiteY2466" fmla="*/ 2036401 h 5724538"/>
              <a:gd name="connsiteX2467" fmla="*/ 1314628 w 4840150"/>
              <a:gd name="connsiteY2467" fmla="*/ 2016860 h 5724538"/>
              <a:gd name="connsiteX2468" fmla="*/ 1385680 w 4840150"/>
              <a:gd name="connsiteY2468" fmla="*/ 2066094 h 5724538"/>
              <a:gd name="connsiteX2469" fmla="*/ 1365884 w 4840150"/>
              <a:gd name="connsiteY2469" fmla="*/ 2155173 h 5724538"/>
              <a:gd name="connsiteX2470" fmla="*/ 1261958 w 4840150"/>
              <a:gd name="connsiteY2470" fmla="*/ 2110634 h 5724538"/>
              <a:gd name="connsiteX2471" fmla="*/ 1284228 w 4840150"/>
              <a:gd name="connsiteY2471" fmla="*/ 2019080 h 5724538"/>
              <a:gd name="connsiteX2472" fmla="*/ 1314628 w 4840150"/>
              <a:gd name="connsiteY2472" fmla="*/ 2016860 h 5724538"/>
              <a:gd name="connsiteX2473" fmla="*/ 480043 w 4840150"/>
              <a:gd name="connsiteY2473" fmla="*/ 1996811 h 5724538"/>
              <a:gd name="connsiteX2474" fmla="*/ 536956 w 4840150"/>
              <a:gd name="connsiteY2474" fmla="*/ 2021555 h 5724538"/>
              <a:gd name="connsiteX2475" fmla="*/ 522109 w 4840150"/>
              <a:gd name="connsiteY2475" fmla="*/ 2068569 h 5724538"/>
              <a:gd name="connsiteX2476" fmla="*/ 465198 w 4840150"/>
              <a:gd name="connsiteY2476" fmla="*/ 2043825 h 5724538"/>
              <a:gd name="connsiteX2477" fmla="*/ 459913 w 4840150"/>
              <a:gd name="connsiteY2477" fmla="*/ 2033662 h 5724538"/>
              <a:gd name="connsiteX2478" fmla="*/ 480043 w 4840150"/>
              <a:gd name="connsiteY2478" fmla="*/ 1996811 h 5724538"/>
              <a:gd name="connsiteX2479" fmla="*/ 1143195 w 4840150"/>
              <a:gd name="connsiteY2479" fmla="*/ 1991862 h 5724538"/>
              <a:gd name="connsiteX2480" fmla="*/ 1214953 w 4840150"/>
              <a:gd name="connsiteY2480" fmla="*/ 2024029 h 5724538"/>
              <a:gd name="connsiteX2481" fmla="*/ 1222359 w 4840150"/>
              <a:gd name="connsiteY2481" fmla="*/ 2035669 h 5724538"/>
              <a:gd name="connsiteX2482" fmla="*/ 1200105 w 4840150"/>
              <a:gd name="connsiteY2482" fmla="*/ 2090838 h 5724538"/>
              <a:gd name="connsiteX2483" fmla="*/ 1125874 w 4840150"/>
              <a:gd name="connsiteY2483" fmla="*/ 2056197 h 5724538"/>
              <a:gd name="connsiteX2484" fmla="*/ 1143195 w 4840150"/>
              <a:gd name="connsiteY2484" fmla="*/ 1991862 h 5724538"/>
              <a:gd name="connsiteX2485" fmla="*/ 291985 w 4840150"/>
              <a:gd name="connsiteY2485" fmla="*/ 1954745 h 5724538"/>
              <a:gd name="connsiteX2486" fmla="*/ 351372 w 4840150"/>
              <a:gd name="connsiteY2486" fmla="*/ 1979490 h 5724538"/>
              <a:gd name="connsiteX2487" fmla="*/ 334051 w 4840150"/>
              <a:gd name="connsiteY2487" fmla="*/ 2016605 h 5724538"/>
              <a:gd name="connsiteX2488" fmla="*/ 274664 w 4840150"/>
              <a:gd name="connsiteY2488" fmla="*/ 2001759 h 5724538"/>
              <a:gd name="connsiteX2489" fmla="*/ 269265 w 4840150"/>
              <a:gd name="connsiteY2489" fmla="*/ 1990061 h 5724538"/>
              <a:gd name="connsiteX2490" fmla="*/ 291985 w 4840150"/>
              <a:gd name="connsiteY2490" fmla="*/ 1954745 h 5724538"/>
              <a:gd name="connsiteX2491" fmla="*/ 989780 w 4840150"/>
              <a:gd name="connsiteY2491" fmla="*/ 1952271 h 5724538"/>
              <a:gd name="connsiteX2492" fmla="*/ 1051641 w 4840150"/>
              <a:gd name="connsiteY2492" fmla="*/ 1979490 h 5724538"/>
              <a:gd name="connsiteX2493" fmla="*/ 1054515 w 4840150"/>
              <a:gd name="connsiteY2493" fmla="*/ 1984518 h 5724538"/>
              <a:gd name="connsiteX2494" fmla="*/ 1036793 w 4840150"/>
              <a:gd name="connsiteY2494" fmla="*/ 2033927 h 5724538"/>
              <a:gd name="connsiteX2495" fmla="*/ 977406 w 4840150"/>
              <a:gd name="connsiteY2495" fmla="*/ 2004234 h 5724538"/>
              <a:gd name="connsiteX2496" fmla="*/ 989780 w 4840150"/>
              <a:gd name="connsiteY2496" fmla="*/ 1952271 h 5724538"/>
              <a:gd name="connsiteX2497" fmla="*/ 1576212 w 4840150"/>
              <a:gd name="connsiteY2497" fmla="*/ 1947322 h 5724538"/>
              <a:gd name="connsiteX2498" fmla="*/ 1660342 w 4840150"/>
              <a:gd name="connsiteY2498" fmla="*/ 1986913 h 5724538"/>
              <a:gd name="connsiteX2499" fmla="*/ 1645496 w 4840150"/>
              <a:gd name="connsiteY2499" fmla="*/ 2061145 h 5724538"/>
              <a:gd name="connsiteX2500" fmla="*/ 1561365 w 4840150"/>
              <a:gd name="connsiteY2500" fmla="*/ 2021555 h 5724538"/>
              <a:gd name="connsiteX2501" fmla="*/ 1576212 w 4840150"/>
              <a:gd name="connsiteY2501" fmla="*/ 1947322 h 5724538"/>
              <a:gd name="connsiteX2502" fmla="*/ 4194157 w 4840150"/>
              <a:gd name="connsiteY2502" fmla="*/ 1920104 h 5724538"/>
              <a:gd name="connsiteX2503" fmla="*/ 4226325 w 4840150"/>
              <a:gd name="connsiteY2503" fmla="*/ 1942373 h 5724538"/>
              <a:gd name="connsiteX2504" fmla="*/ 4226325 w 4840150"/>
              <a:gd name="connsiteY2504" fmla="*/ 1979490 h 5724538"/>
              <a:gd name="connsiteX2505" fmla="*/ 4194157 w 4840150"/>
              <a:gd name="connsiteY2505" fmla="*/ 1959695 h 5724538"/>
              <a:gd name="connsiteX2506" fmla="*/ 4194157 w 4840150"/>
              <a:gd name="connsiteY2506" fmla="*/ 1920104 h 5724538"/>
              <a:gd name="connsiteX2507" fmla="*/ 1440118 w 4840150"/>
              <a:gd name="connsiteY2507" fmla="*/ 1905258 h 5724538"/>
              <a:gd name="connsiteX2508" fmla="*/ 1516825 w 4840150"/>
              <a:gd name="connsiteY2508" fmla="*/ 1942373 h 5724538"/>
              <a:gd name="connsiteX2509" fmla="*/ 1501978 w 4840150"/>
              <a:gd name="connsiteY2509" fmla="*/ 2011657 h 5724538"/>
              <a:gd name="connsiteX2510" fmla="*/ 1425271 w 4840150"/>
              <a:gd name="connsiteY2510" fmla="*/ 1974543 h 5724538"/>
              <a:gd name="connsiteX2511" fmla="*/ 1440118 w 4840150"/>
              <a:gd name="connsiteY2511" fmla="*/ 1905258 h 5724538"/>
              <a:gd name="connsiteX2512" fmla="*/ 841161 w 4840150"/>
              <a:gd name="connsiteY2512" fmla="*/ 1882085 h 5724538"/>
              <a:gd name="connsiteX2513" fmla="*/ 905650 w 4840150"/>
              <a:gd name="connsiteY2513" fmla="*/ 1925052 h 5724538"/>
              <a:gd name="connsiteX2514" fmla="*/ 883378 w 4840150"/>
              <a:gd name="connsiteY2514" fmla="*/ 2001759 h 5724538"/>
              <a:gd name="connsiteX2515" fmla="*/ 789352 w 4840150"/>
              <a:gd name="connsiteY2515" fmla="*/ 1959695 h 5724538"/>
              <a:gd name="connsiteX2516" fmla="*/ 781888 w 4840150"/>
              <a:gd name="connsiteY2516" fmla="*/ 1945122 h 5724538"/>
              <a:gd name="connsiteX2517" fmla="*/ 814096 w 4840150"/>
              <a:gd name="connsiteY2517" fmla="*/ 1882988 h 5724538"/>
              <a:gd name="connsiteX2518" fmla="*/ 841161 w 4840150"/>
              <a:gd name="connsiteY2518" fmla="*/ 1882085 h 5724538"/>
              <a:gd name="connsiteX2519" fmla="*/ 1291652 w 4840150"/>
              <a:gd name="connsiteY2519" fmla="*/ 1865667 h 5724538"/>
              <a:gd name="connsiteX2520" fmla="*/ 1375783 w 4840150"/>
              <a:gd name="connsiteY2520" fmla="*/ 1905258 h 5724538"/>
              <a:gd name="connsiteX2521" fmla="*/ 1380670 w 4840150"/>
              <a:gd name="connsiteY2521" fmla="*/ 1913120 h 5724538"/>
              <a:gd name="connsiteX2522" fmla="*/ 1358461 w 4840150"/>
              <a:gd name="connsiteY2522" fmla="*/ 1979490 h 5724538"/>
              <a:gd name="connsiteX2523" fmla="*/ 1271856 w 4840150"/>
              <a:gd name="connsiteY2523" fmla="*/ 1937425 h 5724538"/>
              <a:gd name="connsiteX2524" fmla="*/ 1291652 w 4840150"/>
              <a:gd name="connsiteY2524" fmla="*/ 1865667 h 5724538"/>
              <a:gd name="connsiteX2525" fmla="*/ 674261 w 4840150"/>
              <a:gd name="connsiteY2525" fmla="*/ 1828077 h 5724538"/>
              <a:gd name="connsiteX2526" fmla="*/ 742333 w 4840150"/>
              <a:gd name="connsiteY2526" fmla="*/ 1873090 h 5724538"/>
              <a:gd name="connsiteX2527" fmla="*/ 752821 w 4840150"/>
              <a:gd name="connsiteY2527" fmla="*/ 1896824 h 5724538"/>
              <a:gd name="connsiteX2528" fmla="*/ 712640 w 4840150"/>
              <a:gd name="connsiteY2528" fmla="*/ 1949796 h 5724538"/>
              <a:gd name="connsiteX2529" fmla="*/ 623563 w 4840150"/>
              <a:gd name="connsiteY2529" fmla="*/ 1907732 h 5724538"/>
              <a:gd name="connsiteX2530" fmla="*/ 614150 w 4840150"/>
              <a:gd name="connsiteY2530" fmla="*/ 1890959 h 5724538"/>
              <a:gd name="connsiteX2531" fmla="*/ 645832 w 4840150"/>
              <a:gd name="connsiteY2531" fmla="*/ 1828549 h 5724538"/>
              <a:gd name="connsiteX2532" fmla="*/ 674261 w 4840150"/>
              <a:gd name="connsiteY2532" fmla="*/ 1828077 h 5724538"/>
              <a:gd name="connsiteX2533" fmla="*/ 1002153 w 4840150"/>
              <a:gd name="connsiteY2533" fmla="*/ 1808754 h 5724538"/>
              <a:gd name="connsiteX2534" fmla="*/ 1026898 w 4840150"/>
              <a:gd name="connsiteY2534" fmla="*/ 1808754 h 5724538"/>
              <a:gd name="connsiteX2535" fmla="*/ 1026898 w 4840150"/>
              <a:gd name="connsiteY2535" fmla="*/ 1828549 h 5724538"/>
              <a:gd name="connsiteX2536" fmla="*/ 1002153 w 4840150"/>
              <a:gd name="connsiteY2536" fmla="*/ 1828549 h 5724538"/>
              <a:gd name="connsiteX2537" fmla="*/ 999678 w 4840150"/>
              <a:gd name="connsiteY2537" fmla="*/ 1826075 h 5724538"/>
              <a:gd name="connsiteX2538" fmla="*/ 1002153 w 4840150"/>
              <a:gd name="connsiteY2538" fmla="*/ 1808754 h 5724538"/>
              <a:gd name="connsiteX2539" fmla="*/ 1588583 w 4840150"/>
              <a:gd name="connsiteY2539" fmla="*/ 1803805 h 5724538"/>
              <a:gd name="connsiteX2540" fmla="*/ 1645495 w 4840150"/>
              <a:gd name="connsiteY2540" fmla="*/ 1831023 h 5724538"/>
              <a:gd name="connsiteX2541" fmla="*/ 1645495 w 4840150"/>
              <a:gd name="connsiteY2541" fmla="*/ 1882986 h 5724538"/>
              <a:gd name="connsiteX2542" fmla="*/ 1588583 w 4840150"/>
              <a:gd name="connsiteY2542" fmla="*/ 1853293 h 5724538"/>
              <a:gd name="connsiteX2543" fmla="*/ 1584394 w 4840150"/>
              <a:gd name="connsiteY2543" fmla="*/ 1849104 h 5724538"/>
              <a:gd name="connsiteX2544" fmla="*/ 1588583 w 4840150"/>
              <a:gd name="connsiteY2544" fmla="*/ 1803805 h 5724538"/>
              <a:gd name="connsiteX2545" fmla="*/ 1162664 w 4840150"/>
              <a:gd name="connsiteY2545" fmla="*/ 1791069 h 5724538"/>
              <a:gd name="connsiteX2546" fmla="*/ 1237221 w 4840150"/>
              <a:gd name="connsiteY2546" fmla="*/ 1843396 h 5724538"/>
              <a:gd name="connsiteX2547" fmla="*/ 1214953 w 4840150"/>
              <a:gd name="connsiteY2547" fmla="*/ 1932476 h 5724538"/>
              <a:gd name="connsiteX2548" fmla="*/ 1108551 w 4840150"/>
              <a:gd name="connsiteY2548" fmla="*/ 1882986 h 5724538"/>
              <a:gd name="connsiteX2549" fmla="*/ 1097390 w 4840150"/>
              <a:gd name="connsiteY2549" fmla="*/ 1864646 h 5724538"/>
              <a:gd name="connsiteX2550" fmla="*/ 1130823 w 4840150"/>
              <a:gd name="connsiteY2550" fmla="*/ 1791433 h 5724538"/>
              <a:gd name="connsiteX2551" fmla="*/ 1162664 w 4840150"/>
              <a:gd name="connsiteY2551" fmla="*/ 1791069 h 5724538"/>
              <a:gd name="connsiteX2552" fmla="*/ 493406 w 4840150"/>
              <a:gd name="connsiteY2552" fmla="*/ 1777740 h 5724538"/>
              <a:gd name="connsiteX2553" fmla="*/ 561700 w 4840150"/>
              <a:gd name="connsiteY2553" fmla="*/ 1821126 h 5724538"/>
              <a:gd name="connsiteX2554" fmla="*/ 569957 w 4840150"/>
              <a:gd name="connsiteY2554" fmla="*/ 1837638 h 5724538"/>
              <a:gd name="connsiteX2555" fmla="*/ 536956 w 4840150"/>
              <a:gd name="connsiteY2555" fmla="*/ 1895358 h 5724538"/>
              <a:gd name="connsiteX2556" fmla="*/ 440455 w 4840150"/>
              <a:gd name="connsiteY2556" fmla="*/ 1853293 h 5724538"/>
              <a:gd name="connsiteX2557" fmla="*/ 432195 w 4840150"/>
              <a:gd name="connsiteY2557" fmla="*/ 1836782 h 5724538"/>
              <a:gd name="connsiteX2558" fmla="*/ 465198 w 4840150"/>
              <a:gd name="connsiteY2558" fmla="*/ 1779060 h 5724538"/>
              <a:gd name="connsiteX2559" fmla="*/ 493406 w 4840150"/>
              <a:gd name="connsiteY2559" fmla="*/ 1777740 h 5724538"/>
              <a:gd name="connsiteX2560" fmla="*/ 1447541 w 4840150"/>
              <a:gd name="connsiteY2560" fmla="*/ 1732046 h 5724538"/>
              <a:gd name="connsiteX2561" fmla="*/ 1534146 w 4840150"/>
              <a:gd name="connsiteY2561" fmla="*/ 1779061 h 5724538"/>
              <a:gd name="connsiteX2562" fmla="*/ 1519300 w 4840150"/>
              <a:gd name="connsiteY2562" fmla="*/ 1855768 h 5724538"/>
              <a:gd name="connsiteX2563" fmla="*/ 1430220 w 4840150"/>
              <a:gd name="connsiteY2563" fmla="*/ 1808754 h 5724538"/>
              <a:gd name="connsiteX2564" fmla="*/ 1447541 w 4840150"/>
              <a:gd name="connsiteY2564" fmla="*/ 1732046 h 5724538"/>
              <a:gd name="connsiteX2565" fmla="*/ 823992 w 4840150"/>
              <a:gd name="connsiteY2565" fmla="*/ 1707302 h 5724538"/>
              <a:gd name="connsiteX2566" fmla="*/ 908124 w 4840150"/>
              <a:gd name="connsiteY2566" fmla="*/ 1744418 h 5724538"/>
              <a:gd name="connsiteX2567" fmla="*/ 914883 w 4840150"/>
              <a:gd name="connsiteY2567" fmla="*/ 1756585 h 5724538"/>
              <a:gd name="connsiteX2568" fmla="*/ 888327 w 4840150"/>
              <a:gd name="connsiteY2568" fmla="*/ 1813702 h 5724538"/>
              <a:gd name="connsiteX2569" fmla="*/ 804197 w 4840150"/>
              <a:gd name="connsiteY2569" fmla="*/ 1774111 h 5724538"/>
              <a:gd name="connsiteX2570" fmla="*/ 823992 w 4840150"/>
              <a:gd name="connsiteY2570" fmla="*/ 1707302 h 5724538"/>
              <a:gd name="connsiteX2571" fmla="*/ 1328410 w 4840150"/>
              <a:gd name="connsiteY2571" fmla="*/ 1679852 h 5724538"/>
              <a:gd name="connsiteX2572" fmla="*/ 1398052 w 4840150"/>
              <a:gd name="connsiteY2572" fmla="*/ 1727098 h 5724538"/>
              <a:gd name="connsiteX2573" fmla="*/ 1378257 w 4840150"/>
              <a:gd name="connsiteY2573" fmla="*/ 1813703 h 5724538"/>
              <a:gd name="connsiteX2574" fmla="*/ 1279280 w 4840150"/>
              <a:gd name="connsiteY2574" fmla="*/ 1764214 h 5724538"/>
              <a:gd name="connsiteX2575" fmla="*/ 1299075 w 4840150"/>
              <a:gd name="connsiteY2575" fmla="*/ 1680084 h 5724538"/>
              <a:gd name="connsiteX2576" fmla="*/ 1328410 w 4840150"/>
              <a:gd name="connsiteY2576" fmla="*/ 1679852 h 5724538"/>
              <a:gd name="connsiteX2577" fmla="*/ 1623226 w 4840150"/>
              <a:gd name="connsiteY2577" fmla="*/ 1670186 h 5724538"/>
              <a:gd name="connsiteX2578" fmla="*/ 1667765 w 4840150"/>
              <a:gd name="connsiteY2578" fmla="*/ 1692455 h 5724538"/>
              <a:gd name="connsiteX2579" fmla="*/ 1667765 w 4840150"/>
              <a:gd name="connsiteY2579" fmla="*/ 1732046 h 5724538"/>
              <a:gd name="connsiteX2580" fmla="*/ 1623226 w 4840150"/>
              <a:gd name="connsiteY2580" fmla="*/ 1709777 h 5724538"/>
              <a:gd name="connsiteX2581" fmla="*/ 1623226 w 4840150"/>
              <a:gd name="connsiteY2581" fmla="*/ 1670186 h 5724538"/>
              <a:gd name="connsiteX2582" fmla="*/ 663152 w 4840150"/>
              <a:gd name="connsiteY2582" fmla="*/ 1655340 h 5724538"/>
              <a:gd name="connsiteX2583" fmla="*/ 742333 w 4840150"/>
              <a:gd name="connsiteY2583" fmla="*/ 1692455 h 5724538"/>
              <a:gd name="connsiteX2584" fmla="*/ 717590 w 4840150"/>
              <a:gd name="connsiteY2584" fmla="*/ 1754316 h 5724538"/>
              <a:gd name="connsiteX2585" fmla="*/ 645832 w 4840150"/>
              <a:gd name="connsiteY2585" fmla="*/ 1719675 h 5724538"/>
              <a:gd name="connsiteX2586" fmla="*/ 663152 w 4840150"/>
              <a:gd name="connsiteY2586" fmla="*/ 1655340 h 5724538"/>
              <a:gd name="connsiteX2587" fmla="*/ 1185931 w 4840150"/>
              <a:gd name="connsiteY2587" fmla="*/ 1627724 h 5724538"/>
              <a:gd name="connsiteX2588" fmla="*/ 1257018 w 4840150"/>
              <a:gd name="connsiteY2588" fmla="*/ 1677610 h 5724538"/>
              <a:gd name="connsiteX2589" fmla="*/ 1237221 w 4840150"/>
              <a:gd name="connsiteY2589" fmla="*/ 1761739 h 5724538"/>
              <a:gd name="connsiteX2590" fmla="*/ 1133297 w 4840150"/>
              <a:gd name="connsiteY2590" fmla="*/ 1712252 h 5724538"/>
              <a:gd name="connsiteX2591" fmla="*/ 1155566 w 4840150"/>
              <a:gd name="connsiteY2591" fmla="*/ 1628120 h 5724538"/>
              <a:gd name="connsiteX2592" fmla="*/ 1185931 w 4840150"/>
              <a:gd name="connsiteY2592" fmla="*/ 1627724 h 5724538"/>
              <a:gd name="connsiteX2593" fmla="*/ 1012052 w 4840150"/>
              <a:gd name="connsiteY2593" fmla="*/ 1615749 h 5724538"/>
              <a:gd name="connsiteX2594" fmla="*/ 1051641 w 4840150"/>
              <a:gd name="connsiteY2594" fmla="*/ 1635544 h 5724538"/>
              <a:gd name="connsiteX2595" fmla="*/ 1051641 w 4840150"/>
              <a:gd name="connsiteY2595" fmla="*/ 1667711 h 5724538"/>
              <a:gd name="connsiteX2596" fmla="*/ 1012052 w 4840150"/>
              <a:gd name="connsiteY2596" fmla="*/ 1650390 h 5724538"/>
              <a:gd name="connsiteX2597" fmla="*/ 1012052 w 4840150"/>
              <a:gd name="connsiteY2597" fmla="*/ 1615749 h 5724538"/>
              <a:gd name="connsiteX2598" fmla="*/ 507479 w 4840150"/>
              <a:gd name="connsiteY2598" fmla="*/ 1585613 h 5724538"/>
              <a:gd name="connsiteX2599" fmla="*/ 579021 w 4840150"/>
              <a:gd name="connsiteY2599" fmla="*/ 1633070 h 5724538"/>
              <a:gd name="connsiteX2600" fmla="*/ 588527 w 4840150"/>
              <a:gd name="connsiteY2600" fmla="*/ 1651217 h 5724538"/>
              <a:gd name="connsiteX2601" fmla="*/ 554278 w 4840150"/>
              <a:gd name="connsiteY2601" fmla="*/ 1712252 h 5724538"/>
              <a:gd name="connsiteX2602" fmla="*/ 450351 w 4840150"/>
              <a:gd name="connsiteY2602" fmla="*/ 1665237 h 5724538"/>
              <a:gd name="connsiteX2603" fmla="*/ 440748 w 4840150"/>
              <a:gd name="connsiteY2603" fmla="*/ 1645573 h 5724538"/>
              <a:gd name="connsiteX2604" fmla="*/ 477570 w 4840150"/>
              <a:gd name="connsiteY2604" fmla="*/ 1586055 h 5724538"/>
              <a:gd name="connsiteX2605" fmla="*/ 507479 w 4840150"/>
              <a:gd name="connsiteY2605" fmla="*/ 1585613 h 5724538"/>
              <a:gd name="connsiteX2606" fmla="*/ 1484657 w 4840150"/>
              <a:gd name="connsiteY2606" fmla="*/ 1581106 h 5724538"/>
              <a:gd name="connsiteX2607" fmla="*/ 1566313 w 4840150"/>
              <a:gd name="connsiteY2607" fmla="*/ 1628120 h 5724538"/>
              <a:gd name="connsiteX2608" fmla="*/ 1548992 w 4840150"/>
              <a:gd name="connsiteY2608" fmla="*/ 1707302 h 5724538"/>
              <a:gd name="connsiteX2609" fmla="*/ 1467336 w 4840150"/>
              <a:gd name="connsiteY2609" fmla="*/ 1660289 h 5724538"/>
              <a:gd name="connsiteX2610" fmla="*/ 1484657 w 4840150"/>
              <a:gd name="connsiteY2610" fmla="*/ 1581106 h 5724538"/>
              <a:gd name="connsiteX2611" fmla="*/ 846265 w 4840150"/>
              <a:gd name="connsiteY2611" fmla="*/ 1536566 h 5724538"/>
              <a:gd name="connsiteX2612" fmla="*/ 927918 w 4840150"/>
              <a:gd name="connsiteY2612" fmla="*/ 1576157 h 5724538"/>
              <a:gd name="connsiteX2613" fmla="*/ 910596 w 4840150"/>
              <a:gd name="connsiteY2613" fmla="*/ 1640493 h 5724538"/>
              <a:gd name="connsiteX2614" fmla="*/ 828943 w 4840150"/>
              <a:gd name="connsiteY2614" fmla="*/ 1600902 h 5724538"/>
              <a:gd name="connsiteX2615" fmla="*/ 846265 w 4840150"/>
              <a:gd name="connsiteY2615" fmla="*/ 1536566 h 5724538"/>
              <a:gd name="connsiteX2616" fmla="*/ 1328768 w 4840150"/>
              <a:gd name="connsiteY2616" fmla="*/ 1524194 h 5724538"/>
              <a:gd name="connsiteX2617" fmla="*/ 1427745 w 4840150"/>
              <a:gd name="connsiteY2617" fmla="*/ 1576157 h 5724538"/>
              <a:gd name="connsiteX2618" fmla="*/ 1407950 w 4840150"/>
              <a:gd name="connsiteY2618" fmla="*/ 1660289 h 5724538"/>
              <a:gd name="connsiteX2619" fmla="*/ 1308972 w 4840150"/>
              <a:gd name="connsiteY2619" fmla="*/ 1608326 h 5724538"/>
              <a:gd name="connsiteX2620" fmla="*/ 1328768 w 4840150"/>
              <a:gd name="connsiteY2620" fmla="*/ 1524194 h 5724538"/>
              <a:gd name="connsiteX2621" fmla="*/ 1660341 w 4840150"/>
              <a:gd name="connsiteY2621" fmla="*/ 1509348 h 5724538"/>
              <a:gd name="connsiteX2622" fmla="*/ 1732100 w 4840150"/>
              <a:gd name="connsiteY2622" fmla="*/ 1546464 h 5724538"/>
              <a:gd name="connsiteX2623" fmla="*/ 1732100 w 4840150"/>
              <a:gd name="connsiteY2623" fmla="*/ 1608326 h 5724538"/>
              <a:gd name="connsiteX2624" fmla="*/ 1660341 w 4840150"/>
              <a:gd name="connsiteY2624" fmla="*/ 1571208 h 5724538"/>
              <a:gd name="connsiteX2625" fmla="*/ 1660341 w 4840150"/>
              <a:gd name="connsiteY2625" fmla="*/ 1509348 h 5724538"/>
              <a:gd name="connsiteX2626" fmla="*/ 1187735 w 4840150"/>
              <a:gd name="connsiteY2626" fmla="*/ 1484605 h 5724538"/>
              <a:gd name="connsiteX2627" fmla="*/ 1271856 w 4840150"/>
              <a:gd name="connsiteY2627" fmla="*/ 1524194 h 5724538"/>
              <a:gd name="connsiteX2628" fmla="*/ 1254542 w 4840150"/>
              <a:gd name="connsiteY2628" fmla="*/ 1595954 h 5724538"/>
              <a:gd name="connsiteX2629" fmla="*/ 1170413 w 4840150"/>
              <a:gd name="connsiteY2629" fmla="*/ 1556362 h 5724538"/>
              <a:gd name="connsiteX2630" fmla="*/ 1187735 w 4840150"/>
              <a:gd name="connsiteY2630" fmla="*/ 1484605 h 5724538"/>
              <a:gd name="connsiteX2631" fmla="*/ 682947 w 4840150"/>
              <a:gd name="connsiteY2631" fmla="*/ 1484603 h 5724538"/>
              <a:gd name="connsiteX2632" fmla="*/ 764604 w 4840150"/>
              <a:gd name="connsiteY2632" fmla="*/ 1519245 h 5724538"/>
              <a:gd name="connsiteX2633" fmla="*/ 742333 w 4840150"/>
              <a:gd name="connsiteY2633" fmla="*/ 1583580 h 5724538"/>
              <a:gd name="connsiteX2634" fmla="*/ 660678 w 4840150"/>
              <a:gd name="connsiteY2634" fmla="*/ 1551413 h 5724538"/>
              <a:gd name="connsiteX2635" fmla="*/ 652965 w 4840150"/>
              <a:gd name="connsiteY2635" fmla="*/ 1535982 h 5724538"/>
              <a:gd name="connsiteX2636" fmla="*/ 682947 w 4840150"/>
              <a:gd name="connsiteY2636" fmla="*/ 1484603 h 5724538"/>
              <a:gd name="connsiteX2637" fmla="*/ 1054116 w 4840150"/>
              <a:gd name="connsiteY2637" fmla="*/ 1464809 h 5724538"/>
              <a:gd name="connsiteX2638" fmla="*/ 1081334 w 4840150"/>
              <a:gd name="connsiteY2638" fmla="*/ 1479655 h 5724538"/>
              <a:gd name="connsiteX2639" fmla="*/ 1081334 w 4840150"/>
              <a:gd name="connsiteY2639" fmla="*/ 1501926 h 5724538"/>
              <a:gd name="connsiteX2640" fmla="*/ 1054116 w 4840150"/>
              <a:gd name="connsiteY2640" fmla="*/ 1487078 h 5724538"/>
              <a:gd name="connsiteX2641" fmla="*/ 1054116 w 4840150"/>
              <a:gd name="connsiteY2641" fmla="*/ 1464809 h 5724538"/>
              <a:gd name="connsiteX2642" fmla="*/ 1519299 w 4840150"/>
              <a:gd name="connsiteY2642" fmla="*/ 1449961 h 5724538"/>
              <a:gd name="connsiteX2643" fmla="*/ 1600955 w 4840150"/>
              <a:gd name="connsiteY2643" fmla="*/ 1492026 h 5724538"/>
              <a:gd name="connsiteX2644" fmla="*/ 1586108 w 4840150"/>
              <a:gd name="connsiteY2644" fmla="*/ 1561310 h 5724538"/>
              <a:gd name="connsiteX2645" fmla="*/ 1504452 w 4840150"/>
              <a:gd name="connsiteY2645" fmla="*/ 1519245 h 5724538"/>
              <a:gd name="connsiteX2646" fmla="*/ 1519299 w 4840150"/>
              <a:gd name="connsiteY2646" fmla="*/ 1449961 h 5724538"/>
              <a:gd name="connsiteX2647" fmla="*/ 3872482 w 4840150"/>
              <a:gd name="connsiteY2647" fmla="*/ 1447487 h 5724538"/>
              <a:gd name="connsiteX2648" fmla="*/ 3874956 w 4840150"/>
              <a:gd name="connsiteY2648" fmla="*/ 1447487 h 5724538"/>
              <a:gd name="connsiteX2649" fmla="*/ 3874956 w 4840150"/>
              <a:gd name="connsiteY2649" fmla="*/ 1449961 h 5724538"/>
              <a:gd name="connsiteX2650" fmla="*/ 3872482 w 4840150"/>
              <a:gd name="connsiteY2650" fmla="*/ 1449961 h 5724538"/>
              <a:gd name="connsiteX2651" fmla="*/ 524584 w 4840150"/>
              <a:gd name="connsiteY2651" fmla="*/ 1442538 h 5724538"/>
              <a:gd name="connsiteX2652" fmla="*/ 556751 w 4840150"/>
              <a:gd name="connsiteY2652" fmla="*/ 1457385 h 5724538"/>
              <a:gd name="connsiteX2653" fmla="*/ 556751 w 4840150"/>
              <a:gd name="connsiteY2653" fmla="*/ 1484603 h 5724538"/>
              <a:gd name="connsiteX2654" fmla="*/ 524584 w 4840150"/>
              <a:gd name="connsiteY2654" fmla="*/ 1467283 h 5724538"/>
              <a:gd name="connsiteX2655" fmla="*/ 524584 w 4840150"/>
              <a:gd name="connsiteY2655" fmla="*/ 1442538 h 5724538"/>
              <a:gd name="connsiteX2656" fmla="*/ 1378256 w 4840150"/>
              <a:gd name="connsiteY2656" fmla="*/ 1407896 h 5724538"/>
              <a:gd name="connsiteX2657" fmla="*/ 1435168 w 4840150"/>
              <a:gd name="connsiteY2657" fmla="*/ 1437589 h 5724538"/>
              <a:gd name="connsiteX2658" fmla="*/ 1435168 w 4840150"/>
              <a:gd name="connsiteY2658" fmla="*/ 1484603 h 5724538"/>
              <a:gd name="connsiteX2659" fmla="*/ 1365884 w 4840150"/>
              <a:gd name="connsiteY2659" fmla="*/ 1454911 h 5724538"/>
              <a:gd name="connsiteX2660" fmla="*/ 1378256 w 4840150"/>
              <a:gd name="connsiteY2660" fmla="*/ 1407896 h 5724538"/>
              <a:gd name="connsiteX2661" fmla="*/ 898225 w 4840150"/>
              <a:gd name="connsiteY2661" fmla="*/ 1407896 h 5724538"/>
              <a:gd name="connsiteX2662" fmla="*/ 925445 w 4840150"/>
              <a:gd name="connsiteY2662" fmla="*/ 1422743 h 5724538"/>
              <a:gd name="connsiteX2663" fmla="*/ 925445 w 4840150"/>
              <a:gd name="connsiteY2663" fmla="*/ 1445014 h 5724538"/>
              <a:gd name="connsiteX2664" fmla="*/ 898225 w 4840150"/>
              <a:gd name="connsiteY2664" fmla="*/ 1430166 h 5724538"/>
              <a:gd name="connsiteX2665" fmla="*/ 892481 w 4840150"/>
              <a:gd name="connsiteY2665" fmla="*/ 1424423 h 5724538"/>
              <a:gd name="connsiteX2666" fmla="*/ 898225 w 4840150"/>
              <a:gd name="connsiteY2666" fmla="*/ 1407896 h 5724538"/>
              <a:gd name="connsiteX2667" fmla="*/ 1732100 w 4840150"/>
              <a:gd name="connsiteY2667" fmla="*/ 1400473 h 5724538"/>
              <a:gd name="connsiteX2668" fmla="*/ 1769217 w 4840150"/>
              <a:gd name="connsiteY2668" fmla="*/ 1437589 h 5724538"/>
              <a:gd name="connsiteX2669" fmla="*/ 1769217 w 4840150"/>
              <a:gd name="connsiteY2669" fmla="*/ 1484605 h 5724538"/>
              <a:gd name="connsiteX2670" fmla="*/ 1732100 w 4840150"/>
              <a:gd name="connsiteY2670" fmla="*/ 1447487 h 5724538"/>
              <a:gd name="connsiteX2671" fmla="*/ 1732100 w 4840150"/>
              <a:gd name="connsiteY2671" fmla="*/ 1400473 h 5724538"/>
              <a:gd name="connsiteX2672" fmla="*/ 346422 w 4840150"/>
              <a:gd name="connsiteY2672" fmla="*/ 1393050 h 5724538"/>
              <a:gd name="connsiteX2673" fmla="*/ 378589 w 4840150"/>
              <a:gd name="connsiteY2673" fmla="*/ 1407896 h 5724538"/>
              <a:gd name="connsiteX2674" fmla="*/ 378589 w 4840150"/>
              <a:gd name="connsiteY2674" fmla="*/ 1432640 h 5724538"/>
              <a:gd name="connsiteX2675" fmla="*/ 346422 w 4840150"/>
              <a:gd name="connsiteY2675" fmla="*/ 1417793 h 5724538"/>
              <a:gd name="connsiteX2676" fmla="*/ 346422 w 4840150"/>
              <a:gd name="connsiteY2676" fmla="*/ 1393050 h 5724538"/>
              <a:gd name="connsiteX2677" fmla="*/ 3511215 w 4840150"/>
              <a:gd name="connsiteY2677" fmla="*/ 1358408 h 5724538"/>
              <a:gd name="connsiteX2678" fmla="*/ 3523587 w 4840150"/>
              <a:gd name="connsiteY2678" fmla="*/ 1358408 h 5724538"/>
              <a:gd name="connsiteX2679" fmla="*/ 3523834 w 4840150"/>
              <a:gd name="connsiteY2679" fmla="*/ 1361135 h 5724538"/>
              <a:gd name="connsiteX2680" fmla="*/ 3511215 w 4840150"/>
              <a:gd name="connsiteY2680" fmla="*/ 1373254 h 5724538"/>
              <a:gd name="connsiteX2681" fmla="*/ 3511215 w 4840150"/>
              <a:gd name="connsiteY2681" fmla="*/ 1358408 h 5724538"/>
              <a:gd name="connsiteX2682" fmla="*/ 1237223 w 4840150"/>
              <a:gd name="connsiteY2682" fmla="*/ 1358408 h 5724538"/>
              <a:gd name="connsiteX2683" fmla="*/ 1286703 w 4840150"/>
              <a:gd name="connsiteY2683" fmla="*/ 1388101 h 5724538"/>
              <a:gd name="connsiteX2684" fmla="*/ 1286703 w 4840150"/>
              <a:gd name="connsiteY2684" fmla="*/ 1432640 h 5724538"/>
              <a:gd name="connsiteX2685" fmla="*/ 1237223 w 4840150"/>
              <a:gd name="connsiteY2685" fmla="*/ 1402947 h 5724538"/>
              <a:gd name="connsiteX2686" fmla="*/ 1237223 w 4840150"/>
              <a:gd name="connsiteY2686" fmla="*/ 1358408 h 5724538"/>
              <a:gd name="connsiteX2687" fmla="*/ 1573737 w 4840150"/>
              <a:gd name="connsiteY2687" fmla="*/ 1323766 h 5724538"/>
              <a:gd name="connsiteX2688" fmla="*/ 1657867 w 4840150"/>
              <a:gd name="connsiteY2688" fmla="*/ 1368306 h 5724538"/>
              <a:gd name="connsiteX2689" fmla="*/ 1643021 w 4840150"/>
              <a:gd name="connsiteY2689" fmla="*/ 1440064 h 5724538"/>
              <a:gd name="connsiteX2690" fmla="*/ 1558890 w 4840150"/>
              <a:gd name="connsiteY2690" fmla="*/ 1395524 h 5724538"/>
              <a:gd name="connsiteX2691" fmla="*/ 1573737 w 4840150"/>
              <a:gd name="connsiteY2691" fmla="*/ 1323766 h 5724538"/>
              <a:gd name="connsiteX2692" fmla="*/ 1093705 w 4840150"/>
              <a:gd name="connsiteY2692" fmla="*/ 1313869 h 5724538"/>
              <a:gd name="connsiteX2693" fmla="*/ 1128346 w 4840150"/>
              <a:gd name="connsiteY2693" fmla="*/ 1333664 h 5724538"/>
              <a:gd name="connsiteX2694" fmla="*/ 1128346 w 4840150"/>
              <a:gd name="connsiteY2694" fmla="*/ 1360883 h 5724538"/>
              <a:gd name="connsiteX2695" fmla="*/ 1093705 w 4840150"/>
              <a:gd name="connsiteY2695" fmla="*/ 1343562 h 5724538"/>
              <a:gd name="connsiteX2696" fmla="*/ 1091953 w 4840150"/>
              <a:gd name="connsiteY2696" fmla="*/ 1341806 h 5724538"/>
              <a:gd name="connsiteX2697" fmla="*/ 1093705 w 4840150"/>
              <a:gd name="connsiteY2697" fmla="*/ 1313869 h 5724538"/>
              <a:gd name="connsiteX2698" fmla="*/ 569123 w 4840150"/>
              <a:gd name="connsiteY2698" fmla="*/ 1303969 h 5724538"/>
              <a:gd name="connsiteX2699" fmla="*/ 593867 w 4840150"/>
              <a:gd name="connsiteY2699" fmla="*/ 1303969 h 5724538"/>
              <a:gd name="connsiteX2700" fmla="*/ 593867 w 4840150"/>
              <a:gd name="connsiteY2700" fmla="*/ 1323765 h 5724538"/>
              <a:gd name="connsiteX2701" fmla="*/ 569123 w 4840150"/>
              <a:gd name="connsiteY2701" fmla="*/ 1323765 h 5724538"/>
              <a:gd name="connsiteX2702" fmla="*/ 569123 w 4840150"/>
              <a:gd name="connsiteY2702" fmla="*/ 1303969 h 5724538"/>
              <a:gd name="connsiteX2703" fmla="*/ 3310168 w 4840150"/>
              <a:gd name="connsiteY2703" fmla="*/ 1298093 h 5724538"/>
              <a:gd name="connsiteX2704" fmla="*/ 3318210 w 4840150"/>
              <a:gd name="connsiteY2704" fmla="*/ 1313867 h 5724538"/>
              <a:gd name="connsiteX2705" fmla="*/ 3318210 w 4840150"/>
              <a:gd name="connsiteY2705" fmla="*/ 1333664 h 5724538"/>
              <a:gd name="connsiteX2706" fmla="*/ 3298414 w 4840150"/>
              <a:gd name="connsiteY2706" fmla="*/ 1318816 h 5724538"/>
              <a:gd name="connsiteX2707" fmla="*/ 3298414 w 4840150"/>
              <a:gd name="connsiteY2707" fmla="*/ 1299022 h 5724538"/>
              <a:gd name="connsiteX2708" fmla="*/ 3310168 w 4840150"/>
              <a:gd name="connsiteY2708" fmla="*/ 1298093 h 5724538"/>
              <a:gd name="connsiteX2709" fmla="*/ 3362749 w 4840150"/>
              <a:gd name="connsiteY2709" fmla="*/ 1296548 h 5724538"/>
              <a:gd name="connsiteX2710" fmla="*/ 3375121 w 4840150"/>
              <a:gd name="connsiteY2710" fmla="*/ 1296548 h 5724538"/>
              <a:gd name="connsiteX2711" fmla="*/ 3362749 w 4840150"/>
              <a:gd name="connsiteY2711" fmla="*/ 1296548 h 5724538"/>
              <a:gd name="connsiteX2712" fmla="*/ 1769217 w 4840150"/>
              <a:gd name="connsiteY2712" fmla="*/ 1281766 h 5724538"/>
              <a:gd name="connsiteX2713" fmla="*/ 1843449 w 4840150"/>
              <a:gd name="connsiteY2713" fmla="*/ 1321291 h 5724538"/>
              <a:gd name="connsiteX2714" fmla="*/ 1843449 w 4840150"/>
              <a:gd name="connsiteY2714" fmla="*/ 1385626 h 5724538"/>
              <a:gd name="connsiteX2715" fmla="*/ 1769217 w 4840150"/>
              <a:gd name="connsiteY2715" fmla="*/ 1343562 h 5724538"/>
              <a:gd name="connsiteX2716" fmla="*/ 1769217 w 4840150"/>
              <a:gd name="connsiteY2716" fmla="*/ 1281766 h 5724538"/>
              <a:gd name="connsiteX2717" fmla="*/ 3719067 w 4840150"/>
              <a:gd name="connsiteY2717" fmla="*/ 1259442 h 5724538"/>
              <a:gd name="connsiteX2718" fmla="*/ 3721541 w 4840150"/>
              <a:gd name="connsiteY2718" fmla="*/ 1261915 h 5724538"/>
              <a:gd name="connsiteX2719" fmla="*/ 3719067 w 4840150"/>
              <a:gd name="connsiteY2719" fmla="*/ 1261915 h 5724538"/>
              <a:gd name="connsiteX2720" fmla="*/ 955136 w 4840150"/>
              <a:gd name="connsiteY2720" fmla="*/ 1256989 h 5724538"/>
              <a:gd name="connsiteX2721" fmla="*/ 989779 w 4840150"/>
              <a:gd name="connsiteY2721" fmla="*/ 1274309 h 5724538"/>
              <a:gd name="connsiteX2722" fmla="*/ 974931 w 4840150"/>
              <a:gd name="connsiteY2722" fmla="*/ 1301495 h 5724538"/>
              <a:gd name="connsiteX2723" fmla="*/ 955136 w 4840150"/>
              <a:gd name="connsiteY2723" fmla="*/ 1284209 h 5724538"/>
              <a:gd name="connsiteX2724" fmla="*/ 955136 w 4840150"/>
              <a:gd name="connsiteY2724" fmla="*/ 1256989 h 5724538"/>
              <a:gd name="connsiteX2725" fmla="*/ 1422797 w 4840150"/>
              <a:gd name="connsiteY2725" fmla="*/ 1252061 h 5724538"/>
              <a:gd name="connsiteX2726" fmla="*/ 1529197 w 4840150"/>
              <a:gd name="connsiteY2726" fmla="*/ 1308918 h 5724538"/>
              <a:gd name="connsiteX2727" fmla="*/ 1509402 w 4840150"/>
              <a:gd name="connsiteY2727" fmla="*/ 1395524 h 5724538"/>
              <a:gd name="connsiteX2728" fmla="*/ 1403001 w 4840150"/>
              <a:gd name="connsiteY2728" fmla="*/ 1338611 h 5724538"/>
              <a:gd name="connsiteX2729" fmla="*/ 1422797 w 4840150"/>
              <a:gd name="connsiteY2729" fmla="*/ 1252061 h 5724538"/>
              <a:gd name="connsiteX2730" fmla="*/ 1304024 w 4840150"/>
              <a:gd name="connsiteY2730" fmla="*/ 1237209 h 5724538"/>
              <a:gd name="connsiteX2731" fmla="*/ 1341141 w 4840150"/>
              <a:gd name="connsiteY2731" fmla="*/ 1259478 h 5724538"/>
              <a:gd name="connsiteX2732" fmla="*/ 1341141 w 4840150"/>
              <a:gd name="connsiteY2732" fmla="*/ 1296546 h 5724538"/>
              <a:gd name="connsiteX2733" fmla="*/ 1304024 w 4840150"/>
              <a:gd name="connsiteY2733" fmla="*/ 1274325 h 5724538"/>
              <a:gd name="connsiteX2734" fmla="*/ 1304024 w 4840150"/>
              <a:gd name="connsiteY2734" fmla="*/ 1237209 h 5724538"/>
              <a:gd name="connsiteX2735" fmla="*/ 3031176 w 4840150"/>
              <a:gd name="connsiteY2735" fmla="*/ 1219902 h 5724538"/>
              <a:gd name="connsiteX2736" fmla="*/ 3048497 w 4840150"/>
              <a:gd name="connsiteY2736" fmla="*/ 1219902 h 5724538"/>
              <a:gd name="connsiteX2737" fmla="*/ 3048497 w 4840150"/>
              <a:gd name="connsiteY2737" fmla="*/ 1237226 h 5724538"/>
              <a:gd name="connsiteX2738" fmla="*/ 3031176 w 4840150"/>
              <a:gd name="connsiteY2738" fmla="*/ 1237226 h 5724538"/>
              <a:gd name="connsiteX2739" fmla="*/ 3031176 w 4840150"/>
              <a:gd name="connsiteY2739" fmla="*/ 1219902 h 5724538"/>
              <a:gd name="connsiteX2740" fmla="*/ 1638072 w 4840150"/>
              <a:gd name="connsiteY2740" fmla="*/ 1212477 h 5724538"/>
              <a:gd name="connsiteX2741" fmla="*/ 1724677 w 4840150"/>
              <a:gd name="connsiteY2741" fmla="*/ 1259490 h 5724538"/>
              <a:gd name="connsiteX2742" fmla="*/ 1709830 w 4840150"/>
              <a:gd name="connsiteY2742" fmla="*/ 1333664 h 5724538"/>
              <a:gd name="connsiteX2743" fmla="*/ 1623225 w 4840150"/>
              <a:gd name="connsiteY2743" fmla="*/ 1284234 h 5724538"/>
              <a:gd name="connsiteX2744" fmla="*/ 1638072 w 4840150"/>
              <a:gd name="connsiteY2744" fmla="*/ 1212477 h 5724538"/>
              <a:gd name="connsiteX2745" fmla="*/ 1858296 w 4840150"/>
              <a:gd name="connsiteY2745" fmla="*/ 1205057 h 5724538"/>
              <a:gd name="connsiteX2746" fmla="*/ 1915208 w 4840150"/>
              <a:gd name="connsiteY2746" fmla="*/ 1237226 h 5724538"/>
              <a:gd name="connsiteX2747" fmla="*/ 1915208 w 4840150"/>
              <a:gd name="connsiteY2747" fmla="*/ 1284239 h 5724538"/>
              <a:gd name="connsiteX2748" fmla="*/ 1858296 w 4840150"/>
              <a:gd name="connsiteY2748" fmla="*/ 1252073 h 5724538"/>
              <a:gd name="connsiteX2749" fmla="*/ 1858296 w 4840150"/>
              <a:gd name="connsiteY2749" fmla="*/ 1205057 h 5724538"/>
              <a:gd name="connsiteX2750" fmla="*/ 3278928 w 4840150"/>
              <a:gd name="connsiteY2750" fmla="*/ 1192983 h 5724538"/>
              <a:gd name="connsiteX2751" fmla="*/ 3281093 w 4840150"/>
              <a:gd name="connsiteY2751" fmla="*/ 1205046 h 5724538"/>
              <a:gd name="connsiteX2752" fmla="*/ 3281093 w 4840150"/>
              <a:gd name="connsiteY2752" fmla="*/ 1222367 h 5724538"/>
              <a:gd name="connsiteX2753" fmla="*/ 3263772 w 4840150"/>
              <a:gd name="connsiteY2753" fmla="*/ 1222367 h 5724538"/>
              <a:gd name="connsiteX2754" fmla="*/ 3263772 w 4840150"/>
              <a:gd name="connsiteY2754" fmla="*/ 1205046 h 5724538"/>
              <a:gd name="connsiteX2755" fmla="*/ 3278928 w 4840150"/>
              <a:gd name="connsiteY2755" fmla="*/ 1192983 h 5724538"/>
              <a:gd name="connsiteX2756" fmla="*/ 3325633 w 4840150"/>
              <a:gd name="connsiteY2756" fmla="*/ 1187718 h 5724538"/>
              <a:gd name="connsiteX2757" fmla="*/ 3338005 w 4840150"/>
              <a:gd name="connsiteY2757" fmla="*/ 1187718 h 5724538"/>
              <a:gd name="connsiteX2758" fmla="*/ 3325633 w 4840150"/>
              <a:gd name="connsiteY2758" fmla="*/ 1187718 h 5724538"/>
              <a:gd name="connsiteX2759" fmla="*/ 2741667 w 4840150"/>
              <a:gd name="connsiteY2759" fmla="*/ 1170418 h 5724538"/>
              <a:gd name="connsiteX2760" fmla="*/ 2756514 w 4840150"/>
              <a:gd name="connsiteY2760" fmla="*/ 1170418 h 5724538"/>
              <a:gd name="connsiteX2761" fmla="*/ 2756514 w 4840150"/>
              <a:gd name="connsiteY2761" fmla="*/ 1187740 h 5724538"/>
              <a:gd name="connsiteX2762" fmla="*/ 2741667 w 4840150"/>
              <a:gd name="connsiteY2762" fmla="*/ 1185265 h 5724538"/>
              <a:gd name="connsiteX2763" fmla="*/ 3637411 w 4840150"/>
              <a:gd name="connsiteY2763" fmla="*/ 1170363 h 5724538"/>
              <a:gd name="connsiteX2764" fmla="*/ 3639885 w 4840150"/>
              <a:gd name="connsiteY2764" fmla="*/ 1170363 h 5724538"/>
              <a:gd name="connsiteX2765" fmla="*/ 3639885 w 4840150"/>
              <a:gd name="connsiteY2765" fmla="*/ 1172837 h 5724538"/>
              <a:gd name="connsiteX2766" fmla="*/ 1501978 w 4840150"/>
              <a:gd name="connsiteY2766" fmla="*/ 1165456 h 5724538"/>
              <a:gd name="connsiteX2767" fmla="*/ 1553941 w 4840150"/>
              <a:gd name="connsiteY2767" fmla="*/ 1195150 h 5724538"/>
              <a:gd name="connsiteX2768" fmla="*/ 1553941 w 4840150"/>
              <a:gd name="connsiteY2768" fmla="*/ 1237216 h 5724538"/>
              <a:gd name="connsiteX2769" fmla="*/ 1501978 w 4840150"/>
              <a:gd name="connsiteY2769" fmla="*/ 1207520 h 5724538"/>
              <a:gd name="connsiteX2770" fmla="*/ 1501978 w 4840150"/>
              <a:gd name="connsiteY2770" fmla="*/ 1165456 h 5724538"/>
              <a:gd name="connsiteX2771" fmla="*/ 1140722 w 4840150"/>
              <a:gd name="connsiteY2771" fmla="*/ 1162969 h 5724538"/>
              <a:gd name="connsiteX2772" fmla="*/ 1195159 w 4840150"/>
              <a:gd name="connsiteY2772" fmla="*/ 1192663 h 5724538"/>
              <a:gd name="connsiteX2773" fmla="*/ 1195159 w 4840150"/>
              <a:gd name="connsiteY2773" fmla="*/ 1237201 h 5724538"/>
              <a:gd name="connsiteX2774" fmla="*/ 1128350 w 4840150"/>
              <a:gd name="connsiteY2774" fmla="*/ 1207508 h 5724538"/>
              <a:gd name="connsiteX2775" fmla="*/ 1140722 w 4840150"/>
              <a:gd name="connsiteY2775" fmla="*/ 1162969 h 5724538"/>
              <a:gd name="connsiteX2776" fmla="*/ 1954798 w 4840150"/>
              <a:gd name="connsiteY2776" fmla="*/ 1143196 h 5724538"/>
              <a:gd name="connsiteX2777" fmla="*/ 1994389 w 4840150"/>
              <a:gd name="connsiteY2777" fmla="*/ 1165466 h 5724538"/>
              <a:gd name="connsiteX2778" fmla="*/ 1994389 w 4840150"/>
              <a:gd name="connsiteY2778" fmla="*/ 1200107 h 5724538"/>
              <a:gd name="connsiteX2779" fmla="*/ 1954798 w 4840150"/>
              <a:gd name="connsiteY2779" fmla="*/ 1175365 h 5724538"/>
              <a:gd name="connsiteX2780" fmla="*/ 1954798 w 4840150"/>
              <a:gd name="connsiteY2780" fmla="*/ 1143196 h 5724538"/>
              <a:gd name="connsiteX2781" fmla="*/ 2521443 w 4840150"/>
              <a:gd name="connsiteY2781" fmla="*/ 1138252 h 5724538"/>
              <a:gd name="connsiteX2782" fmla="*/ 2533815 w 4840150"/>
              <a:gd name="connsiteY2782" fmla="*/ 1138252 h 5724538"/>
              <a:gd name="connsiteX2783" fmla="*/ 2533815 w 4840150"/>
              <a:gd name="connsiteY2783" fmla="*/ 1150624 h 5724538"/>
              <a:gd name="connsiteX2784" fmla="*/ 2521443 w 4840150"/>
              <a:gd name="connsiteY2784" fmla="*/ 1150624 h 5724538"/>
              <a:gd name="connsiteX2785" fmla="*/ 2521443 w 4840150"/>
              <a:gd name="connsiteY2785" fmla="*/ 1138252 h 5724538"/>
              <a:gd name="connsiteX2786" fmla="*/ 2919826 w 4840150"/>
              <a:gd name="connsiteY2786" fmla="*/ 1138247 h 5724538"/>
              <a:gd name="connsiteX2787" fmla="*/ 2939621 w 4840150"/>
              <a:gd name="connsiteY2787" fmla="*/ 1150620 h 5724538"/>
              <a:gd name="connsiteX2788" fmla="*/ 2939621 w 4840150"/>
              <a:gd name="connsiteY2788" fmla="*/ 1167940 h 5724538"/>
              <a:gd name="connsiteX2789" fmla="*/ 2919826 w 4840150"/>
              <a:gd name="connsiteY2789" fmla="*/ 1155568 h 5724538"/>
              <a:gd name="connsiteX2790" fmla="*/ 2919826 w 4840150"/>
              <a:gd name="connsiteY2790" fmla="*/ 1138247 h 5724538"/>
              <a:gd name="connsiteX2791" fmla="*/ 1704882 w 4840150"/>
              <a:gd name="connsiteY2791" fmla="*/ 1125871 h 5724538"/>
              <a:gd name="connsiteX2792" fmla="*/ 1784063 w 4840150"/>
              <a:gd name="connsiteY2792" fmla="*/ 1170411 h 5724538"/>
              <a:gd name="connsiteX2793" fmla="*/ 1784063 w 4840150"/>
              <a:gd name="connsiteY2793" fmla="*/ 1237221 h 5724538"/>
              <a:gd name="connsiteX2794" fmla="*/ 1692510 w 4840150"/>
              <a:gd name="connsiteY2794" fmla="*/ 1190206 h 5724538"/>
              <a:gd name="connsiteX2795" fmla="*/ 1704882 w 4840150"/>
              <a:gd name="connsiteY2795" fmla="*/ 1125871 h 5724538"/>
              <a:gd name="connsiteX2796" fmla="*/ 1365884 w 4840150"/>
              <a:gd name="connsiteY2796" fmla="*/ 1123386 h 5724538"/>
              <a:gd name="connsiteX2797" fmla="*/ 1403001 w 4840150"/>
              <a:gd name="connsiteY2797" fmla="*/ 1143180 h 5724538"/>
              <a:gd name="connsiteX2798" fmla="*/ 1403001 w 4840150"/>
              <a:gd name="connsiteY2798" fmla="*/ 1175348 h 5724538"/>
              <a:gd name="connsiteX2799" fmla="*/ 1365884 w 4840150"/>
              <a:gd name="connsiteY2799" fmla="*/ 1153078 h 5724538"/>
              <a:gd name="connsiteX2800" fmla="*/ 1365884 w 4840150"/>
              <a:gd name="connsiteY2800" fmla="*/ 1123386 h 5724538"/>
              <a:gd name="connsiteX2801" fmla="*/ 989779 w 4840150"/>
              <a:gd name="connsiteY2801" fmla="*/ 1106048 h 5724538"/>
              <a:gd name="connsiteX2802" fmla="*/ 1041740 w 4840150"/>
              <a:gd name="connsiteY2802" fmla="*/ 1135741 h 5724538"/>
              <a:gd name="connsiteX2803" fmla="*/ 1048361 w 4840150"/>
              <a:gd name="connsiteY2803" fmla="*/ 1142360 h 5724538"/>
              <a:gd name="connsiteX2804" fmla="*/ 1041740 w 4840150"/>
              <a:gd name="connsiteY2804" fmla="*/ 1180281 h 5724538"/>
              <a:gd name="connsiteX2805" fmla="*/ 977406 w 4840150"/>
              <a:gd name="connsiteY2805" fmla="*/ 1150589 h 5724538"/>
              <a:gd name="connsiteX2806" fmla="*/ 989779 w 4840150"/>
              <a:gd name="connsiteY2806" fmla="*/ 1106048 h 5724538"/>
              <a:gd name="connsiteX2807" fmla="*/ 601291 w 4840150"/>
              <a:gd name="connsiteY2807" fmla="*/ 1098606 h 5724538"/>
              <a:gd name="connsiteX2808" fmla="*/ 692844 w 4840150"/>
              <a:gd name="connsiteY2808" fmla="*/ 1143147 h 5724538"/>
              <a:gd name="connsiteX2809" fmla="*/ 670575 w 4840150"/>
              <a:gd name="connsiteY2809" fmla="*/ 1212431 h 5724538"/>
              <a:gd name="connsiteX2810" fmla="*/ 579021 w 4840150"/>
              <a:gd name="connsiteY2810" fmla="*/ 1165416 h 5724538"/>
              <a:gd name="connsiteX2811" fmla="*/ 601291 w 4840150"/>
              <a:gd name="connsiteY2811" fmla="*/ 1098606 h 5724538"/>
              <a:gd name="connsiteX2812" fmla="*/ 3004576 w 4840150"/>
              <a:gd name="connsiteY2812" fmla="*/ 1091534 h 5724538"/>
              <a:gd name="connsiteX2813" fmla="*/ 3011380 w 4840150"/>
              <a:gd name="connsiteY2813" fmla="*/ 1103600 h 5724538"/>
              <a:gd name="connsiteX2814" fmla="*/ 3011380 w 4840150"/>
              <a:gd name="connsiteY2814" fmla="*/ 1120920 h 5724538"/>
              <a:gd name="connsiteX2815" fmla="*/ 2994060 w 4840150"/>
              <a:gd name="connsiteY2815" fmla="*/ 1120920 h 5724538"/>
              <a:gd name="connsiteX2816" fmla="*/ 2994060 w 4840150"/>
              <a:gd name="connsiteY2816" fmla="*/ 1103600 h 5724538"/>
              <a:gd name="connsiteX2817" fmla="*/ 3004576 w 4840150"/>
              <a:gd name="connsiteY2817" fmla="*/ 1091534 h 5724538"/>
              <a:gd name="connsiteX2818" fmla="*/ 2825798 w 4840150"/>
              <a:gd name="connsiteY2818" fmla="*/ 1084734 h 5724538"/>
              <a:gd name="connsiteX2819" fmla="*/ 2835696 w 4840150"/>
              <a:gd name="connsiteY2819" fmla="*/ 1103603 h 5724538"/>
              <a:gd name="connsiteX2820" fmla="*/ 2835696 w 4840150"/>
              <a:gd name="connsiteY2820" fmla="*/ 1128350 h 5724538"/>
              <a:gd name="connsiteX2821" fmla="*/ 2808477 w 4840150"/>
              <a:gd name="connsiteY2821" fmla="*/ 1111027 h 5724538"/>
              <a:gd name="connsiteX2822" fmla="*/ 2808477 w 4840150"/>
              <a:gd name="connsiteY2822" fmla="*/ 1086284 h 5724538"/>
              <a:gd name="connsiteX2823" fmla="*/ 2825798 w 4840150"/>
              <a:gd name="connsiteY2823" fmla="*/ 1084734 h 5724538"/>
              <a:gd name="connsiteX2824" fmla="*/ 2707025 w 4840150"/>
              <a:gd name="connsiteY2824" fmla="*/ 1081333 h 5724538"/>
              <a:gd name="connsiteX2825" fmla="*/ 2721872 w 4840150"/>
              <a:gd name="connsiteY2825" fmla="*/ 1081333 h 5724538"/>
              <a:gd name="connsiteX2826" fmla="*/ 2707025 w 4840150"/>
              <a:gd name="connsiteY2826" fmla="*/ 1096181 h 5724538"/>
              <a:gd name="connsiteX2827" fmla="*/ 2707025 w 4840150"/>
              <a:gd name="connsiteY2827" fmla="*/ 1081333 h 5724538"/>
              <a:gd name="connsiteX2828" fmla="*/ 1573737 w 4840150"/>
              <a:gd name="connsiteY2828" fmla="*/ 1054105 h 5724538"/>
              <a:gd name="connsiteX2829" fmla="*/ 1657868 w 4840150"/>
              <a:gd name="connsiteY2829" fmla="*/ 1101121 h 5724538"/>
              <a:gd name="connsiteX2830" fmla="*/ 1643021 w 4840150"/>
              <a:gd name="connsiteY2830" fmla="*/ 1172879 h 5724538"/>
              <a:gd name="connsiteX2831" fmla="*/ 1556416 w 4840150"/>
              <a:gd name="connsiteY2831" fmla="*/ 1123391 h 5724538"/>
              <a:gd name="connsiteX2832" fmla="*/ 1573737 w 4840150"/>
              <a:gd name="connsiteY2832" fmla="*/ 1054105 h 5724538"/>
              <a:gd name="connsiteX2833" fmla="*/ 1210004 w 4840150"/>
              <a:gd name="connsiteY2833" fmla="*/ 1051619 h 5724538"/>
              <a:gd name="connsiteX2834" fmla="*/ 1259484 w 4840150"/>
              <a:gd name="connsiteY2834" fmla="*/ 1078837 h 5724538"/>
              <a:gd name="connsiteX2835" fmla="*/ 1259484 w 4840150"/>
              <a:gd name="connsiteY2835" fmla="*/ 1118427 h 5724538"/>
              <a:gd name="connsiteX2836" fmla="*/ 1210004 w 4840150"/>
              <a:gd name="connsiteY2836" fmla="*/ 1091209 h 5724538"/>
              <a:gd name="connsiteX2837" fmla="*/ 1210004 w 4840150"/>
              <a:gd name="connsiteY2837" fmla="*/ 1051619 h 5724538"/>
              <a:gd name="connsiteX2838" fmla="*/ 1796435 w 4840150"/>
              <a:gd name="connsiteY2838" fmla="*/ 1049161 h 5724538"/>
              <a:gd name="connsiteX2839" fmla="*/ 1865719 w 4840150"/>
              <a:gd name="connsiteY2839" fmla="*/ 1091227 h 5724538"/>
              <a:gd name="connsiteX2840" fmla="*/ 1865719 w 4840150"/>
              <a:gd name="connsiteY2840" fmla="*/ 1148142 h 5724538"/>
              <a:gd name="connsiteX2841" fmla="*/ 1796435 w 4840150"/>
              <a:gd name="connsiteY2841" fmla="*/ 1108549 h 5724538"/>
              <a:gd name="connsiteX2842" fmla="*/ 1796435 w 4840150"/>
              <a:gd name="connsiteY2842" fmla="*/ 1049161 h 5724538"/>
              <a:gd name="connsiteX2843" fmla="*/ 831414 w 4840150"/>
              <a:gd name="connsiteY2843" fmla="*/ 1031805 h 5724538"/>
              <a:gd name="connsiteX2844" fmla="*/ 905646 w 4840150"/>
              <a:gd name="connsiteY2844" fmla="*/ 1071396 h 5724538"/>
              <a:gd name="connsiteX2845" fmla="*/ 888327 w 4840150"/>
              <a:gd name="connsiteY2845" fmla="*/ 1128309 h 5724538"/>
              <a:gd name="connsiteX2846" fmla="*/ 814092 w 4840150"/>
              <a:gd name="connsiteY2846" fmla="*/ 1088718 h 5724538"/>
              <a:gd name="connsiteX2847" fmla="*/ 831414 w 4840150"/>
              <a:gd name="connsiteY2847" fmla="*/ 1031805 h 5724538"/>
              <a:gd name="connsiteX2848" fmla="*/ 2897867 w 4840150"/>
              <a:gd name="connsiteY2848" fmla="*/ 1031222 h 5724538"/>
              <a:gd name="connsiteX2849" fmla="*/ 2907455 w 4840150"/>
              <a:gd name="connsiteY2849" fmla="*/ 1049161 h 5724538"/>
              <a:gd name="connsiteX2850" fmla="*/ 2907455 w 4840150"/>
              <a:gd name="connsiteY2850" fmla="*/ 1071432 h 5724538"/>
              <a:gd name="connsiteX2851" fmla="*/ 2882710 w 4840150"/>
              <a:gd name="connsiteY2851" fmla="*/ 1054110 h 5724538"/>
              <a:gd name="connsiteX2852" fmla="*/ 2882710 w 4840150"/>
              <a:gd name="connsiteY2852" fmla="*/ 1031841 h 5724538"/>
              <a:gd name="connsiteX2853" fmla="*/ 2897867 w 4840150"/>
              <a:gd name="connsiteY2853" fmla="*/ 1031222 h 5724538"/>
              <a:gd name="connsiteX2854" fmla="*/ 3127678 w 4840150"/>
              <a:gd name="connsiteY2854" fmla="*/ 1026879 h 5724538"/>
              <a:gd name="connsiteX2855" fmla="*/ 3142524 w 4840150"/>
              <a:gd name="connsiteY2855" fmla="*/ 1026879 h 5724538"/>
              <a:gd name="connsiteX2856" fmla="*/ 3142524 w 4840150"/>
              <a:gd name="connsiteY2856" fmla="*/ 1041727 h 5724538"/>
              <a:gd name="connsiteX2857" fmla="*/ 3127678 w 4840150"/>
              <a:gd name="connsiteY2857" fmla="*/ 1041727 h 5724538"/>
              <a:gd name="connsiteX2858" fmla="*/ 3127678 w 4840150"/>
              <a:gd name="connsiteY2858" fmla="*/ 1026879 h 5724538"/>
              <a:gd name="connsiteX2859" fmla="*/ 2474429 w 4840150"/>
              <a:gd name="connsiteY2859" fmla="*/ 1009577 h 5724538"/>
              <a:gd name="connsiteX2860" fmla="*/ 2504122 w 4840150"/>
              <a:gd name="connsiteY2860" fmla="*/ 1029370 h 5724538"/>
              <a:gd name="connsiteX2861" fmla="*/ 2504122 w 4840150"/>
              <a:gd name="connsiteY2861" fmla="*/ 1054116 h 5724538"/>
              <a:gd name="connsiteX2862" fmla="*/ 2474429 w 4840150"/>
              <a:gd name="connsiteY2862" fmla="*/ 1036795 h 5724538"/>
              <a:gd name="connsiteX2863" fmla="*/ 2474429 w 4840150"/>
              <a:gd name="connsiteY2863" fmla="*/ 1009577 h 5724538"/>
              <a:gd name="connsiteX2864" fmla="*/ 2363080 w 4840150"/>
              <a:gd name="connsiteY2864" fmla="*/ 1009577 h 5724538"/>
              <a:gd name="connsiteX2865" fmla="*/ 2392773 w 4840150"/>
              <a:gd name="connsiteY2865" fmla="*/ 1026898 h 5724538"/>
              <a:gd name="connsiteX2866" fmla="*/ 2392773 w 4840150"/>
              <a:gd name="connsiteY2866" fmla="*/ 1054113 h 5724538"/>
              <a:gd name="connsiteX2867" fmla="*/ 2363080 w 4840150"/>
              <a:gd name="connsiteY2867" fmla="*/ 1034321 h 5724538"/>
              <a:gd name="connsiteX2868" fmla="*/ 2363080 w 4840150"/>
              <a:gd name="connsiteY2868" fmla="*/ 1009577 h 5724538"/>
              <a:gd name="connsiteX2869" fmla="*/ 2773835 w 4840150"/>
              <a:gd name="connsiteY2869" fmla="*/ 1002148 h 5724538"/>
              <a:gd name="connsiteX2870" fmla="*/ 2793630 w 4840150"/>
              <a:gd name="connsiteY2870" fmla="*/ 1002148 h 5724538"/>
              <a:gd name="connsiteX2871" fmla="*/ 2793630 w 4840150"/>
              <a:gd name="connsiteY2871" fmla="*/ 1019470 h 5724538"/>
              <a:gd name="connsiteX2872" fmla="*/ 2773835 w 4840150"/>
              <a:gd name="connsiteY2872" fmla="*/ 1016996 h 5724538"/>
              <a:gd name="connsiteX2873" fmla="*/ 2773835 w 4840150"/>
              <a:gd name="connsiteY2873" fmla="*/ 1002148 h 5724538"/>
              <a:gd name="connsiteX2874" fmla="*/ 3199437 w 4840150"/>
              <a:gd name="connsiteY2874" fmla="*/ 997179 h 5724538"/>
              <a:gd name="connsiteX2875" fmla="*/ 3201911 w 4840150"/>
              <a:gd name="connsiteY2875" fmla="*/ 997179 h 5724538"/>
              <a:gd name="connsiteX2876" fmla="*/ 3201911 w 4840150"/>
              <a:gd name="connsiteY2876" fmla="*/ 999654 h 5724538"/>
              <a:gd name="connsiteX2877" fmla="*/ 1900362 w 4840150"/>
              <a:gd name="connsiteY2877" fmla="*/ 989777 h 5724538"/>
              <a:gd name="connsiteX2878" fmla="*/ 1954799 w 4840150"/>
              <a:gd name="connsiteY2878" fmla="*/ 1029367 h 5724538"/>
              <a:gd name="connsiteX2879" fmla="*/ 1954799 w 4840150"/>
              <a:gd name="connsiteY2879" fmla="*/ 1078856 h 5724538"/>
              <a:gd name="connsiteX2880" fmla="*/ 1900362 w 4840150"/>
              <a:gd name="connsiteY2880" fmla="*/ 1041739 h 5724538"/>
              <a:gd name="connsiteX2881" fmla="*/ 1900362 w 4840150"/>
              <a:gd name="connsiteY2881" fmla="*/ 989777 h 5724538"/>
              <a:gd name="connsiteX2882" fmla="*/ 1427746 w 4840150"/>
              <a:gd name="connsiteY2882" fmla="*/ 989762 h 5724538"/>
              <a:gd name="connsiteX2883" fmla="*/ 1514351 w 4840150"/>
              <a:gd name="connsiteY2883" fmla="*/ 1036777 h 5724538"/>
              <a:gd name="connsiteX2884" fmla="*/ 1499504 w 4840150"/>
              <a:gd name="connsiteY2884" fmla="*/ 1103589 h 5724538"/>
              <a:gd name="connsiteX2885" fmla="*/ 1412899 w 4840150"/>
              <a:gd name="connsiteY2885" fmla="*/ 1059048 h 5724538"/>
              <a:gd name="connsiteX2886" fmla="*/ 1427746 w 4840150"/>
              <a:gd name="connsiteY2886" fmla="*/ 989762 h 5724538"/>
              <a:gd name="connsiteX2887" fmla="*/ 1071437 w 4840150"/>
              <a:gd name="connsiteY2887" fmla="*/ 989750 h 5724538"/>
              <a:gd name="connsiteX2888" fmla="*/ 1103602 w 4840150"/>
              <a:gd name="connsiteY2888" fmla="*/ 1016969 h 5724538"/>
              <a:gd name="connsiteX2889" fmla="*/ 1103602 w 4840150"/>
              <a:gd name="connsiteY2889" fmla="*/ 1046662 h 5724538"/>
              <a:gd name="connsiteX2890" fmla="*/ 1071437 w 4840150"/>
              <a:gd name="connsiteY2890" fmla="*/ 1019443 h 5724538"/>
              <a:gd name="connsiteX2891" fmla="*/ 1071437 w 4840150"/>
              <a:gd name="connsiteY2891" fmla="*/ 989750 h 5724538"/>
              <a:gd name="connsiteX2892" fmla="*/ 1655393 w 4840150"/>
              <a:gd name="connsiteY2892" fmla="*/ 974922 h 5724538"/>
              <a:gd name="connsiteX2893" fmla="*/ 1732100 w 4840150"/>
              <a:gd name="connsiteY2893" fmla="*/ 1019464 h 5724538"/>
              <a:gd name="connsiteX2894" fmla="*/ 1732100 w 4840150"/>
              <a:gd name="connsiteY2894" fmla="*/ 1081324 h 5724538"/>
              <a:gd name="connsiteX2895" fmla="*/ 1655393 w 4840150"/>
              <a:gd name="connsiteY2895" fmla="*/ 1036786 h 5724538"/>
              <a:gd name="connsiteX2896" fmla="*/ 1655393 w 4840150"/>
              <a:gd name="connsiteY2896" fmla="*/ 974922 h 5724538"/>
              <a:gd name="connsiteX2897" fmla="*/ 668099 w 4840150"/>
              <a:gd name="connsiteY2897" fmla="*/ 964986 h 5724538"/>
              <a:gd name="connsiteX2898" fmla="*/ 747281 w 4840150"/>
              <a:gd name="connsiteY2898" fmla="*/ 1007053 h 5724538"/>
              <a:gd name="connsiteX2899" fmla="*/ 727486 w 4840150"/>
              <a:gd name="connsiteY2899" fmla="*/ 1063965 h 5724538"/>
              <a:gd name="connsiteX2900" fmla="*/ 648304 w 4840150"/>
              <a:gd name="connsiteY2900" fmla="*/ 1021899 h 5724538"/>
              <a:gd name="connsiteX2901" fmla="*/ 668099 w 4840150"/>
              <a:gd name="connsiteY2901" fmla="*/ 964986 h 5724538"/>
              <a:gd name="connsiteX2902" fmla="*/ 1317015 w 4840150"/>
              <a:gd name="connsiteY2902" fmla="*/ 964704 h 5724538"/>
              <a:gd name="connsiteX2903" fmla="*/ 1323819 w 4840150"/>
              <a:gd name="connsiteY2903" fmla="*/ 974911 h 5724538"/>
              <a:gd name="connsiteX2904" fmla="*/ 1323819 w 4840150"/>
              <a:gd name="connsiteY2904" fmla="*/ 989758 h 5724538"/>
              <a:gd name="connsiteX2905" fmla="*/ 1306498 w 4840150"/>
              <a:gd name="connsiteY2905" fmla="*/ 989758 h 5724538"/>
              <a:gd name="connsiteX2906" fmla="*/ 1306498 w 4840150"/>
              <a:gd name="connsiteY2906" fmla="*/ 974911 h 5724538"/>
              <a:gd name="connsiteX2907" fmla="*/ 1317015 w 4840150"/>
              <a:gd name="connsiteY2907" fmla="*/ 964704 h 5724538"/>
              <a:gd name="connsiteX2908" fmla="*/ 1984492 w 4840150"/>
              <a:gd name="connsiteY2908" fmla="*/ 935338 h 5724538"/>
              <a:gd name="connsiteX2909" fmla="*/ 2056250 w 4840150"/>
              <a:gd name="connsiteY2909" fmla="*/ 977403 h 5724538"/>
              <a:gd name="connsiteX2910" fmla="*/ 2056250 w 4840150"/>
              <a:gd name="connsiteY2910" fmla="*/ 1039264 h 5724538"/>
              <a:gd name="connsiteX2911" fmla="*/ 1979543 w 4840150"/>
              <a:gd name="connsiteY2911" fmla="*/ 989777 h 5724538"/>
              <a:gd name="connsiteX2912" fmla="*/ 1984492 w 4840150"/>
              <a:gd name="connsiteY2912" fmla="*/ 935338 h 5724538"/>
              <a:gd name="connsiteX2913" fmla="*/ 2655063 w 4840150"/>
              <a:gd name="connsiteY2913" fmla="*/ 932864 h 5724538"/>
              <a:gd name="connsiteX2914" fmla="*/ 2692179 w 4840150"/>
              <a:gd name="connsiteY2914" fmla="*/ 955133 h 5724538"/>
              <a:gd name="connsiteX2915" fmla="*/ 2692179 w 4840150"/>
              <a:gd name="connsiteY2915" fmla="*/ 989776 h 5724538"/>
              <a:gd name="connsiteX2916" fmla="*/ 2655063 w 4840150"/>
              <a:gd name="connsiteY2916" fmla="*/ 965031 h 5724538"/>
              <a:gd name="connsiteX2917" fmla="*/ 2655063 w 4840150"/>
              <a:gd name="connsiteY2917" fmla="*/ 932864 h 5724538"/>
              <a:gd name="connsiteX2918" fmla="*/ 2848068 w 4840150"/>
              <a:gd name="connsiteY2918" fmla="*/ 930383 h 5724538"/>
              <a:gd name="connsiteX2919" fmla="*/ 2870338 w 4840150"/>
              <a:gd name="connsiteY2919" fmla="*/ 947703 h 5724538"/>
              <a:gd name="connsiteX2920" fmla="*/ 2870338 w 4840150"/>
              <a:gd name="connsiteY2920" fmla="*/ 969973 h 5724538"/>
              <a:gd name="connsiteX2921" fmla="*/ 2848068 w 4840150"/>
              <a:gd name="connsiteY2921" fmla="*/ 952652 h 5724538"/>
              <a:gd name="connsiteX2922" fmla="*/ 2848068 w 4840150"/>
              <a:gd name="connsiteY2922" fmla="*/ 930383 h 5724538"/>
              <a:gd name="connsiteX2923" fmla="*/ 1756844 w 4840150"/>
              <a:gd name="connsiteY2923" fmla="*/ 922959 h 5724538"/>
              <a:gd name="connsiteX2924" fmla="*/ 1803858 w 4840150"/>
              <a:gd name="connsiteY2924" fmla="*/ 952653 h 5724538"/>
              <a:gd name="connsiteX2925" fmla="*/ 1803858 w 4840150"/>
              <a:gd name="connsiteY2925" fmla="*/ 989770 h 5724538"/>
              <a:gd name="connsiteX2926" fmla="*/ 1756844 w 4840150"/>
              <a:gd name="connsiteY2926" fmla="*/ 962550 h 5724538"/>
              <a:gd name="connsiteX2927" fmla="*/ 1756844 w 4840150"/>
              <a:gd name="connsiteY2927" fmla="*/ 922959 h 5724538"/>
              <a:gd name="connsiteX2928" fmla="*/ 497363 w 4840150"/>
              <a:gd name="connsiteY2928" fmla="*/ 922913 h 5724538"/>
              <a:gd name="connsiteX2929" fmla="*/ 549326 w 4840150"/>
              <a:gd name="connsiteY2929" fmla="*/ 952607 h 5724538"/>
              <a:gd name="connsiteX2930" fmla="*/ 549326 w 4840150"/>
              <a:gd name="connsiteY2930" fmla="*/ 989724 h 5724538"/>
              <a:gd name="connsiteX2931" fmla="*/ 494888 w 4840150"/>
              <a:gd name="connsiteY2931" fmla="*/ 952607 h 5724538"/>
              <a:gd name="connsiteX2932" fmla="*/ 497363 w 4840150"/>
              <a:gd name="connsiteY2932" fmla="*/ 922913 h 5724538"/>
              <a:gd name="connsiteX2933" fmla="*/ 2098316 w 4840150"/>
              <a:gd name="connsiteY2933" fmla="*/ 915541 h 5724538"/>
              <a:gd name="connsiteX2934" fmla="*/ 2150279 w 4840150"/>
              <a:gd name="connsiteY2934" fmla="*/ 945233 h 5724538"/>
              <a:gd name="connsiteX2935" fmla="*/ 2150279 w 4840150"/>
              <a:gd name="connsiteY2935" fmla="*/ 989777 h 5724538"/>
              <a:gd name="connsiteX2936" fmla="*/ 2098316 w 4840150"/>
              <a:gd name="connsiteY2936" fmla="*/ 957608 h 5724538"/>
              <a:gd name="connsiteX2937" fmla="*/ 2098316 w 4840150"/>
              <a:gd name="connsiteY2937" fmla="*/ 915541 h 5724538"/>
              <a:gd name="connsiteX2938" fmla="*/ 2543713 w 4840150"/>
              <a:gd name="connsiteY2938" fmla="*/ 913065 h 5724538"/>
              <a:gd name="connsiteX2939" fmla="*/ 2583304 w 4840150"/>
              <a:gd name="connsiteY2939" fmla="*/ 937811 h 5724538"/>
              <a:gd name="connsiteX2940" fmla="*/ 2583304 w 4840150"/>
              <a:gd name="connsiteY2940" fmla="*/ 972453 h 5724538"/>
              <a:gd name="connsiteX2941" fmla="*/ 2543713 w 4840150"/>
              <a:gd name="connsiteY2941" fmla="*/ 947709 h 5724538"/>
              <a:gd name="connsiteX2942" fmla="*/ 2543713 w 4840150"/>
              <a:gd name="connsiteY2942" fmla="*/ 913065 h 5724538"/>
              <a:gd name="connsiteX2943" fmla="*/ 1504452 w 4840150"/>
              <a:gd name="connsiteY2943" fmla="*/ 905632 h 5724538"/>
              <a:gd name="connsiteX2944" fmla="*/ 1578685 w 4840150"/>
              <a:gd name="connsiteY2944" fmla="*/ 950174 h 5724538"/>
              <a:gd name="connsiteX2945" fmla="*/ 1578685 w 4840150"/>
              <a:gd name="connsiteY2945" fmla="*/ 1009559 h 5724538"/>
              <a:gd name="connsiteX2946" fmla="*/ 1489606 w 4840150"/>
              <a:gd name="connsiteY2946" fmla="*/ 965019 h 5724538"/>
              <a:gd name="connsiteX2947" fmla="*/ 1504452 w 4840150"/>
              <a:gd name="connsiteY2947" fmla="*/ 905632 h 5724538"/>
              <a:gd name="connsiteX2948" fmla="*/ 2328437 w 4840150"/>
              <a:gd name="connsiteY2948" fmla="*/ 903170 h 5724538"/>
              <a:gd name="connsiteX2949" fmla="*/ 2355656 w 4840150"/>
              <a:gd name="connsiteY2949" fmla="*/ 918016 h 5724538"/>
              <a:gd name="connsiteX2950" fmla="*/ 2355656 w 4840150"/>
              <a:gd name="connsiteY2950" fmla="*/ 942760 h 5724538"/>
              <a:gd name="connsiteX2951" fmla="*/ 2328437 w 4840150"/>
              <a:gd name="connsiteY2951" fmla="*/ 925439 h 5724538"/>
              <a:gd name="connsiteX2952" fmla="*/ 2328437 w 4840150"/>
              <a:gd name="connsiteY2952" fmla="*/ 903170 h 5724538"/>
              <a:gd name="connsiteX2953" fmla="*/ 2439787 w 4840150"/>
              <a:gd name="connsiteY2953" fmla="*/ 900694 h 5724538"/>
              <a:gd name="connsiteX2954" fmla="*/ 2474429 w 4840150"/>
              <a:gd name="connsiteY2954" fmla="*/ 922964 h 5724538"/>
              <a:gd name="connsiteX2955" fmla="*/ 2474429 w 4840150"/>
              <a:gd name="connsiteY2955" fmla="*/ 952658 h 5724538"/>
              <a:gd name="connsiteX2956" fmla="*/ 2439787 w 4840150"/>
              <a:gd name="connsiteY2956" fmla="*/ 930388 h 5724538"/>
              <a:gd name="connsiteX2957" fmla="*/ 2439787 w 4840150"/>
              <a:gd name="connsiteY2957" fmla="*/ 900694 h 5724538"/>
              <a:gd name="connsiteX2958" fmla="*/ 905646 w 4840150"/>
              <a:gd name="connsiteY2958" fmla="*/ 900658 h 5724538"/>
              <a:gd name="connsiteX2959" fmla="*/ 989779 w 4840150"/>
              <a:gd name="connsiteY2959" fmla="*/ 945199 h 5724538"/>
              <a:gd name="connsiteX2960" fmla="*/ 962559 w 4840150"/>
              <a:gd name="connsiteY2960" fmla="*/ 1009536 h 5724538"/>
              <a:gd name="connsiteX2961" fmla="*/ 885852 w 4840150"/>
              <a:gd name="connsiteY2961" fmla="*/ 962520 h 5724538"/>
              <a:gd name="connsiteX2962" fmla="*/ 905646 w 4840150"/>
              <a:gd name="connsiteY2962" fmla="*/ 900658 h 5724538"/>
              <a:gd name="connsiteX2963" fmla="*/ 2226986 w 4840150"/>
              <a:gd name="connsiteY2963" fmla="*/ 895745 h 5724538"/>
              <a:gd name="connsiteX2964" fmla="*/ 2254204 w 4840150"/>
              <a:gd name="connsiteY2964" fmla="*/ 925439 h 5724538"/>
              <a:gd name="connsiteX2965" fmla="*/ 2254204 w 4840150"/>
              <a:gd name="connsiteY2965" fmla="*/ 965031 h 5724538"/>
              <a:gd name="connsiteX2966" fmla="*/ 2226986 w 4840150"/>
              <a:gd name="connsiteY2966" fmla="*/ 935338 h 5724538"/>
              <a:gd name="connsiteX2967" fmla="*/ 2226986 w 4840150"/>
              <a:gd name="connsiteY2967" fmla="*/ 895745 h 5724538"/>
              <a:gd name="connsiteX2968" fmla="*/ 2736719 w 4840150"/>
              <a:gd name="connsiteY2968" fmla="*/ 883368 h 5724538"/>
              <a:gd name="connsiteX2969" fmla="*/ 2763938 w 4840150"/>
              <a:gd name="connsiteY2969" fmla="*/ 900689 h 5724538"/>
              <a:gd name="connsiteX2970" fmla="*/ 2763938 w 4840150"/>
              <a:gd name="connsiteY2970" fmla="*/ 925432 h 5724538"/>
              <a:gd name="connsiteX2971" fmla="*/ 2736719 w 4840150"/>
              <a:gd name="connsiteY2971" fmla="*/ 908111 h 5724538"/>
              <a:gd name="connsiteX2972" fmla="*/ 2736719 w 4840150"/>
              <a:gd name="connsiteY2972" fmla="*/ 883368 h 5724538"/>
              <a:gd name="connsiteX2973" fmla="*/ 1133294 w 4840150"/>
              <a:gd name="connsiteY2973" fmla="*/ 875922 h 5724538"/>
              <a:gd name="connsiteX2974" fmla="*/ 1185258 w 4840150"/>
              <a:gd name="connsiteY2974" fmla="*/ 905616 h 5724538"/>
              <a:gd name="connsiteX2975" fmla="*/ 1185258 w 4840150"/>
              <a:gd name="connsiteY2975" fmla="*/ 947682 h 5724538"/>
              <a:gd name="connsiteX2976" fmla="*/ 1133294 w 4840150"/>
              <a:gd name="connsiteY2976" fmla="*/ 915514 h 5724538"/>
              <a:gd name="connsiteX2977" fmla="*/ 1133294 w 4840150"/>
              <a:gd name="connsiteY2977" fmla="*/ 875922 h 5724538"/>
              <a:gd name="connsiteX2978" fmla="*/ 1833551 w 4840150"/>
              <a:gd name="connsiteY2978" fmla="*/ 846252 h 5724538"/>
              <a:gd name="connsiteX2979" fmla="*/ 1915207 w 4840150"/>
              <a:gd name="connsiteY2979" fmla="*/ 895740 h 5724538"/>
              <a:gd name="connsiteX2980" fmla="*/ 1915207 w 4840150"/>
              <a:gd name="connsiteY2980" fmla="*/ 962550 h 5724538"/>
              <a:gd name="connsiteX2981" fmla="*/ 1833551 w 4840150"/>
              <a:gd name="connsiteY2981" fmla="*/ 913061 h 5724538"/>
              <a:gd name="connsiteX2982" fmla="*/ 1833551 w 4840150"/>
              <a:gd name="connsiteY2982" fmla="*/ 846252 h 5724538"/>
              <a:gd name="connsiteX2983" fmla="*/ 1605904 w 4840150"/>
              <a:gd name="connsiteY2983" fmla="*/ 846245 h 5724538"/>
              <a:gd name="connsiteX2984" fmla="*/ 1660342 w 4840150"/>
              <a:gd name="connsiteY2984" fmla="*/ 878413 h 5724538"/>
              <a:gd name="connsiteX2985" fmla="*/ 1660342 w 4840150"/>
              <a:gd name="connsiteY2985" fmla="*/ 920478 h 5724538"/>
              <a:gd name="connsiteX2986" fmla="*/ 1605904 w 4840150"/>
              <a:gd name="connsiteY2986" fmla="*/ 888309 h 5724538"/>
              <a:gd name="connsiteX2987" fmla="*/ 1605904 w 4840150"/>
              <a:gd name="connsiteY2987" fmla="*/ 846245 h 5724538"/>
              <a:gd name="connsiteX2988" fmla="*/ 1360936 w 4840150"/>
              <a:gd name="connsiteY2988" fmla="*/ 843765 h 5724538"/>
              <a:gd name="connsiteX2989" fmla="*/ 1425271 w 4840150"/>
              <a:gd name="connsiteY2989" fmla="*/ 880882 h 5724538"/>
              <a:gd name="connsiteX2990" fmla="*/ 1425271 w 4840150"/>
              <a:gd name="connsiteY2990" fmla="*/ 930369 h 5724538"/>
              <a:gd name="connsiteX2991" fmla="*/ 1360936 w 4840150"/>
              <a:gd name="connsiteY2991" fmla="*/ 893254 h 5724538"/>
              <a:gd name="connsiteX2992" fmla="*/ 1360936 w 4840150"/>
              <a:gd name="connsiteY2992" fmla="*/ 843765 h 5724538"/>
              <a:gd name="connsiteX2993" fmla="*/ 2620420 w 4840150"/>
              <a:gd name="connsiteY2993" fmla="*/ 838828 h 5724538"/>
              <a:gd name="connsiteX2994" fmla="*/ 2657536 w 4840150"/>
              <a:gd name="connsiteY2994" fmla="*/ 863572 h 5724538"/>
              <a:gd name="connsiteX2995" fmla="*/ 2657536 w 4840150"/>
              <a:gd name="connsiteY2995" fmla="*/ 895739 h 5724538"/>
              <a:gd name="connsiteX2996" fmla="*/ 2620420 w 4840150"/>
              <a:gd name="connsiteY2996" fmla="*/ 870994 h 5724538"/>
              <a:gd name="connsiteX2997" fmla="*/ 2620420 w 4840150"/>
              <a:gd name="connsiteY2997" fmla="*/ 838828 h 5724538"/>
              <a:gd name="connsiteX2998" fmla="*/ 742333 w 4840150"/>
              <a:gd name="connsiteY2998" fmla="*/ 833841 h 5724538"/>
              <a:gd name="connsiteX2999" fmla="*/ 819039 w 4840150"/>
              <a:gd name="connsiteY2999" fmla="*/ 878381 h 5724538"/>
              <a:gd name="connsiteX3000" fmla="*/ 799244 w 4840150"/>
              <a:gd name="connsiteY3000" fmla="*/ 940241 h 5724538"/>
              <a:gd name="connsiteX3001" fmla="*/ 722539 w 4840150"/>
              <a:gd name="connsiteY3001" fmla="*/ 893227 h 5724538"/>
              <a:gd name="connsiteX3002" fmla="*/ 742333 w 4840150"/>
              <a:gd name="connsiteY3002" fmla="*/ 833841 h 5724538"/>
              <a:gd name="connsiteX3003" fmla="*/ 1952325 w 4840150"/>
              <a:gd name="connsiteY3003" fmla="*/ 826456 h 5724538"/>
              <a:gd name="connsiteX3004" fmla="*/ 2004288 w 4840150"/>
              <a:gd name="connsiteY3004" fmla="*/ 856149 h 5724538"/>
              <a:gd name="connsiteX3005" fmla="*/ 2004288 w 4840150"/>
              <a:gd name="connsiteY3005" fmla="*/ 898216 h 5724538"/>
              <a:gd name="connsiteX3006" fmla="*/ 1952325 w 4840150"/>
              <a:gd name="connsiteY3006" fmla="*/ 868521 h 5724538"/>
              <a:gd name="connsiteX3007" fmla="*/ 1952325 w 4840150"/>
              <a:gd name="connsiteY3007" fmla="*/ 826456 h 5724538"/>
              <a:gd name="connsiteX3008" fmla="*/ 2801054 w 4840150"/>
              <a:gd name="connsiteY3008" fmla="*/ 816550 h 5724538"/>
              <a:gd name="connsiteX3009" fmla="*/ 2843119 w 4840150"/>
              <a:gd name="connsiteY3009" fmla="*/ 846244 h 5724538"/>
              <a:gd name="connsiteX3010" fmla="*/ 2843119 w 4840150"/>
              <a:gd name="connsiteY3010" fmla="*/ 883360 h 5724538"/>
              <a:gd name="connsiteX3011" fmla="*/ 2801054 w 4840150"/>
              <a:gd name="connsiteY3011" fmla="*/ 856142 h 5724538"/>
              <a:gd name="connsiteX3012" fmla="*/ 2801054 w 4840150"/>
              <a:gd name="connsiteY3012" fmla="*/ 816550 h 5724538"/>
              <a:gd name="connsiteX3013" fmla="*/ 2511546 w 4840150"/>
              <a:gd name="connsiteY3013" fmla="*/ 814082 h 5724538"/>
              <a:gd name="connsiteX3014" fmla="*/ 2543713 w 4840150"/>
              <a:gd name="connsiteY3014" fmla="*/ 836352 h 5724538"/>
              <a:gd name="connsiteX3015" fmla="*/ 2543713 w 4840150"/>
              <a:gd name="connsiteY3015" fmla="*/ 863572 h 5724538"/>
              <a:gd name="connsiteX3016" fmla="*/ 2511546 w 4840150"/>
              <a:gd name="connsiteY3016" fmla="*/ 843776 h 5724538"/>
              <a:gd name="connsiteX3017" fmla="*/ 2511546 w 4840150"/>
              <a:gd name="connsiteY3017" fmla="*/ 814082 h 5724538"/>
              <a:gd name="connsiteX3018" fmla="*/ 989777 w 4840150"/>
              <a:gd name="connsiteY3018" fmla="*/ 806631 h 5724538"/>
              <a:gd name="connsiteX3019" fmla="*/ 1029368 w 4840150"/>
              <a:gd name="connsiteY3019" fmla="*/ 836325 h 5724538"/>
              <a:gd name="connsiteX3020" fmla="*/ 1029368 w 4840150"/>
              <a:gd name="connsiteY3020" fmla="*/ 875915 h 5724538"/>
              <a:gd name="connsiteX3021" fmla="*/ 989777 w 4840150"/>
              <a:gd name="connsiteY3021" fmla="*/ 846222 h 5724538"/>
              <a:gd name="connsiteX3022" fmla="*/ 989777 w 4840150"/>
              <a:gd name="connsiteY3022" fmla="*/ 806631 h 5724538"/>
              <a:gd name="connsiteX3023" fmla="*/ 2179972 w 4840150"/>
              <a:gd name="connsiteY3023" fmla="*/ 799238 h 5724538"/>
              <a:gd name="connsiteX3024" fmla="*/ 2207191 w 4840150"/>
              <a:gd name="connsiteY3024" fmla="*/ 816557 h 5724538"/>
              <a:gd name="connsiteX3025" fmla="*/ 2207191 w 4840150"/>
              <a:gd name="connsiteY3025" fmla="*/ 836352 h 5724538"/>
              <a:gd name="connsiteX3026" fmla="*/ 2179972 w 4840150"/>
              <a:gd name="connsiteY3026" fmla="*/ 821507 h 5724538"/>
              <a:gd name="connsiteX3027" fmla="*/ 2179972 w 4840150"/>
              <a:gd name="connsiteY3027" fmla="*/ 799238 h 5724538"/>
              <a:gd name="connsiteX3028" fmla="*/ 2058725 w 4840150"/>
              <a:gd name="connsiteY3028" fmla="*/ 799238 h 5724538"/>
              <a:gd name="connsiteX3029" fmla="*/ 2108213 w 4840150"/>
              <a:gd name="connsiteY3029" fmla="*/ 828928 h 5724538"/>
              <a:gd name="connsiteX3030" fmla="*/ 2108213 w 4840150"/>
              <a:gd name="connsiteY3030" fmla="*/ 868521 h 5724538"/>
              <a:gd name="connsiteX3031" fmla="*/ 2058725 w 4840150"/>
              <a:gd name="connsiteY3031" fmla="*/ 838828 h 5724538"/>
              <a:gd name="connsiteX3032" fmla="*/ 2058725 w 4840150"/>
              <a:gd name="connsiteY3032" fmla="*/ 799238 h 5724538"/>
              <a:gd name="connsiteX3033" fmla="*/ 583968 w 4840150"/>
              <a:gd name="connsiteY3033" fmla="*/ 799193 h 5724538"/>
              <a:gd name="connsiteX3034" fmla="*/ 613660 w 4840150"/>
              <a:gd name="connsiteY3034" fmla="*/ 814038 h 5724538"/>
              <a:gd name="connsiteX3035" fmla="*/ 613660 w 4840150"/>
              <a:gd name="connsiteY3035" fmla="*/ 833833 h 5724538"/>
              <a:gd name="connsiteX3036" fmla="*/ 583968 w 4840150"/>
              <a:gd name="connsiteY3036" fmla="*/ 818988 h 5724538"/>
              <a:gd name="connsiteX3037" fmla="*/ 583968 w 4840150"/>
              <a:gd name="connsiteY3037" fmla="*/ 799193 h 5724538"/>
              <a:gd name="connsiteX3038" fmla="*/ 2400196 w 4840150"/>
              <a:gd name="connsiteY3038" fmla="*/ 796761 h 5724538"/>
              <a:gd name="connsiteX3039" fmla="*/ 2432363 w 4840150"/>
              <a:gd name="connsiteY3039" fmla="*/ 819030 h 5724538"/>
              <a:gd name="connsiteX3040" fmla="*/ 2432363 w 4840150"/>
              <a:gd name="connsiteY3040" fmla="*/ 846250 h 5724538"/>
              <a:gd name="connsiteX3041" fmla="*/ 2400196 w 4840150"/>
              <a:gd name="connsiteY3041" fmla="*/ 823981 h 5724538"/>
              <a:gd name="connsiteX3042" fmla="*/ 2400196 w 4840150"/>
              <a:gd name="connsiteY3042" fmla="*/ 796761 h 5724538"/>
              <a:gd name="connsiteX3043" fmla="*/ 2291321 w 4840150"/>
              <a:gd name="connsiteY3043" fmla="*/ 794287 h 5724538"/>
              <a:gd name="connsiteX3044" fmla="*/ 2318540 w 4840150"/>
              <a:gd name="connsiteY3044" fmla="*/ 811609 h 5724538"/>
              <a:gd name="connsiteX3045" fmla="*/ 2318540 w 4840150"/>
              <a:gd name="connsiteY3045" fmla="*/ 833879 h 5724538"/>
              <a:gd name="connsiteX3046" fmla="*/ 2291321 w 4840150"/>
              <a:gd name="connsiteY3046" fmla="*/ 816557 h 5724538"/>
              <a:gd name="connsiteX3047" fmla="*/ 2291321 w 4840150"/>
              <a:gd name="connsiteY3047" fmla="*/ 794287 h 5724538"/>
              <a:gd name="connsiteX3048" fmla="*/ 1484657 w 4840150"/>
              <a:gd name="connsiteY3048" fmla="*/ 784378 h 5724538"/>
              <a:gd name="connsiteX3049" fmla="*/ 1504453 w 4840150"/>
              <a:gd name="connsiteY3049" fmla="*/ 804173 h 5724538"/>
              <a:gd name="connsiteX3050" fmla="*/ 1504453 w 4840150"/>
              <a:gd name="connsiteY3050" fmla="*/ 833866 h 5724538"/>
              <a:gd name="connsiteX3051" fmla="*/ 1484657 w 4840150"/>
              <a:gd name="connsiteY3051" fmla="*/ 811596 h 5724538"/>
              <a:gd name="connsiteX3052" fmla="*/ 1484657 w 4840150"/>
              <a:gd name="connsiteY3052" fmla="*/ 784378 h 5724538"/>
              <a:gd name="connsiteX3053" fmla="*/ 2880236 w 4840150"/>
              <a:gd name="connsiteY3053" fmla="*/ 784376 h 5724538"/>
              <a:gd name="connsiteX3054" fmla="*/ 2904980 w 4840150"/>
              <a:gd name="connsiteY3054" fmla="*/ 801697 h 5724538"/>
              <a:gd name="connsiteX3055" fmla="*/ 2904980 w 4840150"/>
              <a:gd name="connsiteY3055" fmla="*/ 823968 h 5724538"/>
              <a:gd name="connsiteX3056" fmla="*/ 2880236 w 4840150"/>
              <a:gd name="connsiteY3056" fmla="*/ 806647 h 5724538"/>
              <a:gd name="connsiteX3057" fmla="*/ 2880236 w 4840150"/>
              <a:gd name="connsiteY3057" fmla="*/ 784376 h 5724538"/>
              <a:gd name="connsiteX3058" fmla="*/ 1699933 w 4840150"/>
              <a:gd name="connsiteY3058" fmla="*/ 779436 h 5724538"/>
              <a:gd name="connsiteX3059" fmla="*/ 1761793 w 4840150"/>
              <a:gd name="connsiteY3059" fmla="*/ 816552 h 5724538"/>
              <a:gd name="connsiteX3060" fmla="*/ 1761793 w 4840150"/>
              <a:gd name="connsiteY3060" fmla="*/ 866041 h 5724538"/>
              <a:gd name="connsiteX3061" fmla="*/ 1699933 w 4840150"/>
              <a:gd name="connsiteY3061" fmla="*/ 828926 h 5724538"/>
              <a:gd name="connsiteX3062" fmla="*/ 1699933 w 4840150"/>
              <a:gd name="connsiteY3062" fmla="*/ 779436 h 5724538"/>
              <a:gd name="connsiteX3063" fmla="*/ 1237221 w 4840150"/>
              <a:gd name="connsiteY3063" fmla="*/ 779420 h 5724538"/>
              <a:gd name="connsiteX3064" fmla="*/ 1271857 w 4840150"/>
              <a:gd name="connsiteY3064" fmla="*/ 811589 h 5724538"/>
              <a:gd name="connsiteX3065" fmla="*/ 1271857 w 4840150"/>
              <a:gd name="connsiteY3065" fmla="*/ 853654 h 5724538"/>
              <a:gd name="connsiteX3066" fmla="*/ 1237221 w 4840150"/>
              <a:gd name="connsiteY3066" fmla="*/ 821485 h 5724538"/>
              <a:gd name="connsiteX3067" fmla="*/ 1237221 w 4840150"/>
              <a:gd name="connsiteY3067" fmla="*/ 779420 h 5724538"/>
              <a:gd name="connsiteX3068" fmla="*/ 2684755 w 4840150"/>
              <a:gd name="connsiteY3068" fmla="*/ 776961 h 5724538"/>
              <a:gd name="connsiteX3069" fmla="*/ 2721871 w 4840150"/>
              <a:gd name="connsiteY3069" fmla="*/ 801705 h 5724538"/>
              <a:gd name="connsiteX3070" fmla="*/ 2721871 w 4840150"/>
              <a:gd name="connsiteY3070" fmla="*/ 833873 h 5724538"/>
              <a:gd name="connsiteX3071" fmla="*/ 2684755 w 4840150"/>
              <a:gd name="connsiteY3071" fmla="*/ 809128 h 5724538"/>
              <a:gd name="connsiteX3072" fmla="*/ 2684755 w 4840150"/>
              <a:gd name="connsiteY3072" fmla="*/ 776961 h 5724538"/>
              <a:gd name="connsiteX3073" fmla="*/ 2956943 w 4840150"/>
              <a:gd name="connsiteY3073" fmla="*/ 771995 h 5724538"/>
              <a:gd name="connsiteX3074" fmla="*/ 2969315 w 4840150"/>
              <a:gd name="connsiteY3074" fmla="*/ 771995 h 5724538"/>
              <a:gd name="connsiteX3075" fmla="*/ 2956943 w 4840150"/>
              <a:gd name="connsiteY3075" fmla="*/ 771995 h 5724538"/>
              <a:gd name="connsiteX3076" fmla="*/ 2778784 w 4840150"/>
              <a:gd name="connsiteY3076" fmla="*/ 749734 h 5724538"/>
              <a:gd name="connsiteX3077" fmla="*/ 2796105 w 4840150"/>
              <a:gd name="connsiteY3077" fmla="*/ 749734 h 5724538"/>
              <a:gd name="connsiteX3078" fmla="*/ 2796105 w 4840150"/>
              <a:gd name="connsiteY3078" fmla="*/ 764580 h 5724538"/>
              <a:gd name="connsiteX3079" fmla="*/ 2778784 w 4840150"/>
              <a:gd name="connsiteY3079" fmla="*/ 767056 h 5724538"/>
              <a:gd name="connsiteX3080" fmla="*/ 2778784 w 4840150"/>
              <a:gd name="connsiteY3080" fmla="*/ 749734 h 5724538"/>
              <a:gd name="connsiteX3081" fmla="*/ 2588253 w 4840150"/>
              <a:gd name="connsiteY3081" fmla="*/ 742318 h 5724538"/>
              <a:gd name="connsiteX3082" fmla="*/ 2622895 w 4840150"/>
              <a:gd name="connsiteY3082" fmla="*/ 764588 h 5724538"/>
              <a:gd name="connsiteX3083" fmla="*/ 2622895 w 4840150"/>
              <a:gd name="connsiteY3083" fmla="*/ 796755 h 5724538"/>
              <a:gd name="connsiteX3084" fmla="*/ 2588253 w 4840150"/>
              <a:gd name="connsiteY3084" fmla="*/ 774487 h 5724538"/>
              <a:gd name="connsiteX3085" fmla="*/ 2588253 w 4840150"/>
              <a:gd name="connsiteY3085" fmla="*/ 742318 h 5724538"/>
              <a:gd name="connsiteX3086" fmla="*/ 826462 w 4840150"/>
              <a:gd name="connsiteY3086" fmla="*/ 742286 h 5724538"/>
              <a:gd name="connsiteX3087" fmla="*/ 885850 w 4840150"/>
              <a:gd name="connsiteY3087" fmla="*/ 767031 h 5724538"/>
              <a:gd name="connsiteX3088" fmla="*/ 871004 w 4840150"/>
              <a:gd name="connsiteY3088" fmla="*/ 809096 h 5724538"/>
              <a:gd name="connsiteX3089" fmla="*/ 811616 w 4840150"/>
              <a:gd name="connsiteY3089" fmla="*/ 786826 h 5724538"/>
              <a:gd name="connsiteX3090" fmla="*/ 826462 w 4840150"/>
              <a:gd name="connsiteY3090" fmla="*/ 742286 h 5724538"/>
              <a:gd name="connsiteX3091" fmla="*/ 1791486 w 4840150"/>
              <a:gd name="connsiteY3091" fmla="*/ 720049 h 5724538"/>
              <a:gd name="connsiteX3092" fmla="*/ 1868193 w 4840150"/>
              <a:gd name="connsiteY3092" fmla="*/ 769538 h 5724538"/>
              <a:gd name="connsiteX3093" fmla="*/ 1868193 w 4840150"/>
              <a:gd name="connsiteY3093" fmla="*/ 831399 h 5724538"/>
              <a:gd name="connsiteX3094" fmla="*/ 1791486 w 4840150"/>
              <a:gd name="connsiteY3094" fmla="*/ 781911 h 5724538"/>
              <a:gd name="connsiteX3095" fmla="*/ 1791486 w 4840150"/>
              <a:gd name="connsiteY3095" fmla="*/ 720049 h 5724538"/>
              <a:gd name="connsiteX3096" fmla="*/ 1563839 w 4840150"/>
              <a:gd name="connsiteY3096" fmla="*/ 717567 h 5724538"/>
              <a:gd name="connsiteX3097" fmla="*/ 1600956 w 4840150"/>
              <a:gd name="connsiteY3097" fmla="*/ 739837 h 5724538"/>
              <a:gd name="connsiteX3098" fmla="*/ 1600956 w 4840150"/>
              <a:gd name="connsiteY3098" fmla="*/ 767057 h 5724538"/>
              <a:gd name="connsiteX3099" fmla="*/ 1566314 w 4840150"/>
              <a:gd name="connsiteY3099" fmla="*/ 742310 h 5724538"/>
              <a:gd name="connsiteX3100" fmla="*/ 1563839 w 4840150"/>
              <a:gd name="connsiteY3100" fmla="*/ 717567 h 5724538"/>
              <a:gd name="connsiteX3101" fmla="*/ 405807 w 4840150"/>
              <a:gd name="connsiteY3101" fmla="*/ 717531 h 5724538"/>
              <a:gd name="connsiteX3102" fmla="*/ 447872 w 4840150"/>
              <a:gd name="connsiteY3102" fmla="*/ 739801 h 5724538"/>
              <a:gd name="connsiteX3103" fmla="*/ 447872 w 4840150"/>
              <a:gd name="connsiteY3103" fmla="*/ 771969 h 5724538"/>
              <a:gd name="connsiteX3104" fmla="*/ 393434 w 4840150"/>
              <a:gd name="connsiteY3104" fmla="*/ 747225 h 5724538"/>
              <a:gd name="connsiteX3105" fmla="*/ 405807 w 4840150"/>
              <a:gd name="connsiteY3105" fmla="*/ 717531 h 5724538"/>
              <a:gd name="connsiteX3106" fmla="*/ 2471955 w 4840150"/>
              <a:gd name="connsiteY3106" fmla="*/ 710151 h 5724538"/>
              <a:gd name="connsiteX3107" fmla="*/ 2509072 w 4840150"/>
              <a:gd name="connsiteY3107" fmla="*/ 734894 h 5724538"/>
              <a:gd name="connsiteX3108" fmla="*/ 2509072 w 4840150"/>
              <a:gd name="connsiteY3108" fmla="*/ 764588 h 5724538"/>
              <a:gd name="connsiteX3109" fmla="*/ 2471955 w 4840150"/>
              <a:gd name="connsiteY3109" fmla="*/ 742318 h 5724538"/>
              <a:gd name="connsiteX3110" fmla="*/ 2471955 w 4840150"/>
              <a:gd name="connsiteY3110" fmla="*/ 710151 h 5724538"/>
              <a:gd name="connsiteX3111" fmla="*/ 1920157 w 4840150"/>
              <a:gd name="connsiteY3111" fmla="*/ 705203 h 5724538"/>
              <a:gd name="connsiteX3112" fmla="*/ 1979543 w 4840150"/>
              <a:gd name="connsiteY3112" fmla="*/ 742319 h 5724538"/>
              <a:gd name="connsiteX3113" fmla="*/ 1979543 w 4840150"/>
              <a:gd name="connsiteY3113" fmla="*/ 784385 h 5724538"/>
              <a:gd name="connsiteX3114" fmla="*/ 1920157 w 4840150"/>
              <a:gd name="connsiteY3114" fmla="*/ 754691 h 5724538"/>
              <a:gd name="connsiteX3115" fmla="*/ 1920157 w 4840150"/>
              <a:gd name="connsiteY3115" fmla="*/ 705203 h 5724538"/>
              <a:gd name="connsiteX3116" fmla="*/ 2381948 w 4840150"/>
              <a:gd name="connsiteY3116" fmla="*/ 702109 h 5724538"/>
              <a:gd name="connsiteX3117" fmla="*/ 2392773 w 4840150"/>
              <a:gd name="connsiteY3117" fmla="*/ 720049 h 5724538"/>
              <a:gd name="connsiteX3118" fmla="*/ 2392773 w 4840150"/>
              <a:gd name="connsiteY3118" fmla="*/ 742319 h 5724538"/>
              <a:gd name="connsiteX3119" fmla="*/ 2365554 w 4840150"/>
              <a:gd name="connsiteY3119" fmla="*/ 724998 h 5724538"/>
              <a:gd name="connsiteX3120" fmla="*/ 2365554 w 4840150"/>
              <a:gd name="connsiteY3120" fmla="*/ 702729 h 5724538"/>
              <a:gd name="connsiteX3121" fmla="*/ 2381948 w 4840150"/>
              <a:gd name="connsiteY3121" fmla="*/ 702109 h 5724538"/>
              <a:gd name="connsiteX3122" fmla="*/ 2140381 w 4840150"/>
              <a:gd name="connsiteY3122" fmla="*/ 697779 h 5724538"/>
              <a:gd name="connsiteX3123" fmla="*/ 2172548 w 4840150"/>
              <a:gd name="connsiteY3123" fmla="*/ 717574 h 5724538"/>
              <a:gd name="connsiteX3124" fmla="*/ 2172548 w 4840150"/>
              <a:gd name="connsiteY3124" fmla="*/ 742319 h 5724538"/>
              <a:gd name="connsiteX3125" fmla="*/ 2140381 w 4840150"/>
              <a:gd name="connsiteY3125" fmla="*/ 722522 h 5724538"/>
              <a:gd name="connsiteX3126" fmla="*/ 2140381 w 4840150"/>
              <a:gd name="connsiteY3126" fmla="*/ 697779 h 5724538"/>
              <a:gd name="connsiteX3127" fmla="*/ 1308973 w 4840150"/>
              <a:gd name="connsiteY3127" fmla="*/ 697763 h 5724538"/>
              <a:gd name="connsiteX3128" fmla="*/ 1360936 w 4840150"/>
              <a:gd name="connsiteY3128" fmla="*/ 729932 h 5724538"/>
              <a:gd name="connsiteX3129" fmla="*/ 1360936 w 4840150"/>
              <a:gd name="connsiteY3129" fmla="*/ 767048 h 5724538"/>
              <a:gd name="connsiteX3130" fmla="*/ 1308973 w 4840150"/>
              <a:gd name="connsiteY3130" fmla="*/ 737355 h 5724538"/>
              <a:gd name="connsiteX3131" fmla="*/ 1308973 w 4840150"/>
              <a:gd name="connsiteY3131" fmla="*/ 697763 h 5724538"/>
              <a:gd name="connsiteX3132" fmla="*/ 1066484 w 4840150"/>
              <a:gd name="connsiteY3132" fmla="*/ 697755 h 5724538"/>
              <a:gd name="connsiteX3133" fmla="*/ 1135768 w 4840150"/>
              <a:gd name="connsiteY3133" fmla="*/ 737346 h 5724538"/>
              <a:gd name="connsiteX3134" fmla="*/ 1120923 w 4840150"/>
              <a:gd name="connsiteY3134" fmla="*/ 789308 h 5724538"/>
              <a:gd name="connsiteX3135" fmla="*/ 1051638 w 4840150"/>
              <a:gd name="connsiteY3135" fmla="*/ 749718 h 5724538"/>
              <a:gd name="connsiteX3136" fmla="*/ 1066484 w 4840150"/>
              <a:gd name="connsiteY3136" fmla="*/ 697755 h 5724538"/>
              <a:gd name="connsiteX3137" fmla="*/ 2031506 w 4840150"/>
              <a:gd name="connsiteY3137" fmla="*/ 695304 h 5724538"/>
              <a:gd name="connsiteX3138" fmla="*/ 2063674 w 4840150"/>
              <a:gd name="connsiteY3138" fmla="*/ 715099 h 5724538"/>
              <a:gd name="connsiteX3139" fmla="*/ 2063674 w 4840150"/>
              <a:gd name="connsiteY3139" fmla="*/ 742319 h 5724538"/>
              <a:gd name="connsiteX3140" fmla="*/ 2031506 w 4840150"/>
              <a:gd name="connsiteY3140" fmla="*/ 720049 h 5724538"/>
              <a:gd name="connsiteX3141" fmla="*/ 2031506 w 4840150"/>
              <a:gd name="connsiteY3141" fmla="*/ 695304 h 5724538"/>
              <a:gd name="connsiteX3142" fmla="*/ 2660011 w 4840150"/>
              <a:gd name="connsiteY3142" fmla="*/ 690347 h 5724538"/>
              <a:gd name="connsiteX3143" fmla="*/ 2694653 w 4840150"/>
              <a:gd name="connsiteY3143" fmla="*/ 712616 h 5724538"/>
              <a:gd name="connsiteX3144" fmla="*/ 2694653 w 4840150"/>
              <a:gd name="connsiteY3144" fmla="*/ 742310 h 5724538"/>
              <a:gd name="connsiteX3145" fmla="*/ 2660011 w 4840150"/>
              <a:gd name="connsiteY3145" fmla="*/ 720040 h 5724538"/>
              <a:gd name="connsiteX3146" fmla="*/ 2660011 w 4840150"/>
              <a:gd name="connsiteY3146" fmla="*/ 690347 h 5724538"/>
              <a:gd name="connsiteX3147" fmla="*/ 665624 w 4840150"/>
              <a:gd name="connsiteY3147" fmla="*/ 677945 h 5724538"/>
              <a:gd name="connsiteX3148" fmla="*/ 697791 w 4840150"/>
              <a:gd name="connsiteY3148" fmla="*/ 697740 h 5724538"/>
              <a:gd name="connsiteX3149" fmla="*/ 703534 w 4840150"/>
              <a:gd name="connsiteY3149" fmla="*/ 703485 h 5724538"/>
              <a:gd name="connsiteX3150" fmla="*/ 697791 w 4840150"/>
              <a:gd name="connsiteY3150" fmla="*/ 720009 h 5724538"/>
              <a:gd name="connsiteX3151" fmla="*/ 665624 w 4840150"/>
              <a:gd name="connsiteY3151" fmla="*/ 700215 h 5724538"/>
              <a:gd name="connsiteX3152" fmla="*/ 664309 w 4840150"/>
              <a:gd name="connsiteY3152" fmla="*/ 698901 h 5724538"/>
              <a:gd name="connsiteX3153" fmla="*/ 665624 w 4840150"/>
              <a:gd name="connsiteY3153" fmla="*/ 677945 h 5724538"/>
              <a:gd name="connsiteX3154" fmla="*/ 2239358 w 4840150"/>
              <a:gd name="connsiteY3154" fmla="*/ 660661 h 5724538"/>
              <a:gd name="connsiteX3155" fmla="*/ 2293796 w 4840150"/>
              <a:gd name="connsiteY3155" fmla="*/ 697778 h 5724538"/>
              <a:gd name="connsiteX3156" fmla="*/ 2293796 w 4840150"/>
              <a:gd name="connsiteY3156" fmla="*/ 742318 h 5724538"/>
              <a:gd name="connsiteX3157" fmla="*/ 2239358 w 4840150"/>
              <a:gd name="connsiteY3157" fmla="*/ 707677 h 5724538"/>
              <a:gd name="connsiteX3158" fmla="*/ 2239358 w 4840150"/>
              <a:gd name="connsiteY3158" fmla="*/ 660661 h 5724538"/>
              <a:gd name="connsiteX3159" fmla="*/ 1660342 w 4840150"/>
              <a:gd name="connsiteY3159" fmla="*/ 658181 h 5724538"/>
              <a:gd name="connsiteX3160" fmla="*/ 1707356 w 4840150"/>
              <a:gd name="connsiteY3160" fmla="*/ 685399 h 5724538"/>
              <a:gd name="connsiteX3161" fmla="*/ 1707356 w 4840150"/>
              <a:gd name="connsiteY3161" fmla="*/ 722515 h 5724538"/>
              <a:gd name="connsiteX3162" fmla="*/ 1660342 w 4840150"/>
              <a:gd name="connsiteY3162" fmla="*/ 692823 h 5724538"/>
              <a:gd name="connsiteX3163" fmla="*/ 1660342 w 4840150"/>
              <a:gd name="connsiteY3163" fmla="*/ 658181 h 5724538"/>
              <a:gd name="connsiteX3164" fmla="*/ 920491 w 4840150"/>
              <a:gd name="connsiteY3164" fmla="*/ 650733 h 5724538"/>
              <a:gd name="connsiteX3165" fmla="*/ 947709 w 4840150"/>
              <a:gd name="connsiteY3165" fmla="*/ 668054 h 5724538"/>
              <a:gd name="connsiteX3166" fmla="*/ 947709 w 4840150"/>
              <a:gd name="connsiteY3166" fmla="*/ 687849 h 5724538"/>
              <a:gd name="connsiteX3167" fmla="*/ 920491 w 4840150"/>
              <a:gd name="connsiteY3167" fmla="*/ 670528 h 5724538"/>
              <a:gd name="connsiteX3168" fmla="*/ 920491 w 4840150"/>
              <a:gd name="connsiteY3168" fmla="*/ 650733 h 5724538"/>
              <a:gd name="connsiteX3169" fmla="*/ 2551136 w 4840150"/>
              <a:gd name="connsiteY3169" fmla="*/ 643331 h 5724538"/>
              <a:gd name="connsiteX3170" fmla="*/ 2583303 w 4840150"/>
              <a:gd name="connsiteY3170" fmla="*/ 665602 h 5724538"/>
              <a:gd name="connsiteX3171" fmla="*/ 2583303 w 4840150"/>
              <a:gd name="connsiteY3171" fmla="*/ 692821 h 5724538"/>
              <a:gd name="connsiteX3172" fmla="*/ 2551136 w 4840150"/>
              <a:gd name="connsiteY3172" fmla="*/ 670550 h 5724538"/>
              <a:gd name="connsiteX3173" fmla="*/ 2551136 w 4840150"/>
              <a:gd name="connsiteY3173" fmla="*/ 643331 h 5724538"/>
              <a:gd name="connsiteX3174" fmla="*/ 2754658 w 4840150"/>
              <a:gd name="connsiteY3174" fmla="*/ 640539 h 5724538"/>
              <a:gd name="connsiteX3175" fmla="*/ 2761462 w 4840150"/>
              <a:gd name="connsiteY3175" fmla="*/ 653222 h 5724538"/>
              <a:gd name="connsiteX3176" fmla="*/ 2761462 w 4840150"/>
              <a:gd name="connsiteY3176" fmla="*/ 668067 h 5724538"/>
              <a:gd name="connsiteX3177" fmla="*/ 2744142 w 4840150"/>
              <a:gd name="connsiteY3177" fmla="*/ 655696 h 5724538"/>
              <a:gd name="connsiteX3178" fmla="*/ 2744142 w 4840150"/>
              <a:gd name="connsiteY3178" fmla="*/ 640849 h 5724538"/>
              <a:gd name="connsiteX3179" fmla="*/ 2754658 w 4840150"/>
              <a:gd name="connsiteY3179" fmla="*/ 640539 h 5724538"/>
              <a:gd name="connsiteX3180" fmla="*/ 1776640 w 4840150"/>
              <a:gd name="connsiteY3180" fmla="*/ 630959 h 5724538"/>
              <a:gd name="connsiteX3181" fmla="*/ 1803859 w 4840150"/>
              <a:gd name="connsiteY3181" fmla="*/ 648280 h 5724538"/>
              <a:gd name="connsiteX3182" fmla="*/ 1803859 w 4840150"/>
              <a:gd name="connsiteY3182" fmla="*/ 668077 h 5724538"/>
              <a:gd name="connsiteX3183" fmla="*/ 1776640 w 4840150"/>
              <a:gd name="connsiteY3183" fmla="*/ 650756 h 5724538"/>
              <a:gd name="connsiteX3184" fmla="*/ 1776640 w 4840150"/>
              <a:gd name="connsiteY3184" fmla="*/ 630959 h 5724538"/>
              <a:gd name="connsiteX3185" fmla="*/ 2986636 w 4840150"/>
              <a:gd name="connsiteY3185" fmla="*/ 630935 h 5724538"/>
              <a:gd name="connsiteX3186" fmla="*/ 3003957 w 4840150"/>
              <a:gd name="connsiteY3186" fmla="*/ 630935 h 5724538"/>
              <a:gd name="connsiteX3187" fmla="*/ 3003957 w 4840150"/>
              <a:gd name="connsiteY3187" fmla="*/ 648256 h 5724538"/>
              <a:gd name="connsiteX3188" fmla="*/ 2986636 w 4840150"/>
              <a:gd name="connsiteY3188" fmla="*/ 645783 h 5724538"/>
              <a:gd name="connsiteX3189" fmla="*/ 2986636 w 4840150"/>
              <a:gd name="connsiteY3189" fmla="*/ 630935 h 5724538"/>
              <a:gd name="connsiteX3190" fmla="*/ 1405476 w 4840150"/>
              <a:gd name="connsiteY3190" fmla="*/ 611157 h 5724538"/>
              <a:gd name="connsiteX3191" fmla="*/ 1482183 w 4840150"/>
              <a:gd name="connsiteY3191" fmla="*/ 658171 h 5724538"/>
              <a:gd name="connsiteX3192" fmla="*/ 1467336 w 4840150"/>
              <a:gd name="connsiteY3192" fmla="*/ 715085 h 5724538"/>
              <a:gd name="connsiteX3193" fmla="*/ 1390629 w 4840150"/>
              <a:gd name="connsiteY3193" fmla="*/ 668070 h 5724538"/>
              <a:gd name="connsiteX3194" fmla="*/ 1405476 w 4840150"/>
              <a:gd name="connsiteY3194" fmla="*/ 611157 h 5724538"/>
              <a:gd name="connsiteX3195" fmla="*/ 1160514 w 4840150"/>
              <a:gd name="connsiteY3195" fmla="*/ 611149 h 5724538"/>
              <a:gd name="connsiteX3196" fmla="*/ 1227320 w 4840150"/>
              <a:gd name="connsiteY3196" fmla="*/ 650740 h 5724538"/>
              <a:gd name="connsiteX3197" fmla="*/ 1212476 w 4840150"/>
              <a:gd name="connsiteY3197" fmla="*/ 700230 h 5724538"/>
              <a:gd name="connsiteX3198" fmla="*/ 1145666 w 4840150"/>
              <a:gd name="connsiteY3198" fmla="*/ 660639 h 5724538"/>
              <a:gd name="connsiteX3199" fmla="*/ 1160514 w 4840150"/>
              <a:gd name="connsiteY3199" fmla="*/ 611149 h 5724538"/>
              <a:gd name="connsiteX3200" fmla="*/ 2439787 w 4840150"/>
              <a:gd name="connsiteY3200" fmla="*/ 608689 h 5724538"/>
              <a:gd name="connsiteX3201" fmla="*/ 2474429 w 4840150"/>
              <a:gd name="connsiteY3201" fmla="*/ 633434 h 5724538"/>
              <a:gd name="connsiteX3202" fmla="*/ 2474429 w 4840150"/>
              <a:gd name="connsiteY3202" fmla="*/ 663127 h 5724538"/>
              <a:gd name="connsiteX3203" fmla="*/ 2439787 w 4840150"/>
              <a:gd name="connsiteY3203" fmla="*/ 640857 h 5724538"/>
              <a:gd name="connsiteX3204" fmla="*/ 2439787 w 4840150"/>
              <a:gd name="connsiteY3204" fmla="*/ 608689 h 5724538"/>
              <a:gd name="connsiteX3205" fmla="*/ 1875617 w 4840150"/>
              <a:gd name="connsiteY3205" fmla="*/ 591368 h 5724538"/>
              <a:gd name="connsiteX3206" fmla="*/ 1917682 w 4840150"/>
              <a:gd name="connsiteY3206" fmla="*/ 618588 h 5724538"/>
              <a:gd name="connsiteX3207" fmla="*/ 1917682 w 4840150"/>
              <a:gd name="connsiteY3207" fmla="*/ 650756 h 5724538"/>
              <a:gd name="connsiteX3208" fmla="*/ 1875617 w 4840150"/>
              <a:gd name="connsiteY3208" fmla="*/ 623536 h 5724538"/>
              <a:gd name="connsiteX3209" fmla="*/ 1875617 w 4840150"/>
              <a:gd name="connsiteY3209" fmla="*/ 591368 h 5724538"/>
              <a:gd name="connsiteX3210" fmla="*/ 2647948 w 4840150"/>
              <a:gd name="connsiteY3210" fmla="*/ 588267 h 5724538"/>
              <a:gd name="connsiteX3211" fmla="*/ 2657536 w 4840150"/>
              <a:gd name="connsiteY3211" fmla="*/ 606206 h 5724538"/>
              <a:gd name="connsiteX3212" fmla="*/ 2657536 w 4840150"/>
              <a:gd name="connsiteY3212" fmla="*/ 628477 h 5724538"/>
              <a:gd name="connsiteX3213" fmla="*/ 2632792 w 4840150"/>
              <a:gd name="connsiteY3213" fmla="*/ 611157 h 5724538"/>
              <a:gd name="connsiteX3214" fmla="*/ 2632792 w 4840150"/>
              <a:gd name="connsiteY3214" fmla="*/ 588886 h 5724538"/>
              <a:gd name="connsiteX3215" fmla="*/ 2647948 w 4840150"/>
              <a:gd name="connsiteY3215" fmla="*/ 588267 h 5724538"/>
              <a:gd name="connsiteX3216" fmla="*/ 2007071 w 4840150"/>
              <a:gd name="connsiteY3216" fmla="*/ 580232 h 5724538"/>
              <a:gd name="connsiteX3217" fmla="*/ 2024082 w 4840150"/>
              <a:gd name="connsiteY3217" fmla="*/ 601265 h 5724538"/>
              <a:gd name="connsiteX3218" fmla="*/ 2024082 w 4840150"/>
              <a:gd name="connsiteY3218" fmla="*/ 628484 h 5724538"/>
              <a:gd name="connsiteX3219" fmla="*/ 1991915 w 4840150"/>
              <a:gd name="connsiteY3219" fmla="*/ 606215 h 5724538"/>
              <a:gd name="connsiteX3220" fmla="*/ 1991915 w 4840150"/>
              <a:gd name="connsiteY3220" fmla="*/ 581469 h 5724538"/>
              <a:gd name="connsiteX3221" fmla="*/ 2007071 w 4840150"/>
              <a:gd name="connsiteY3221" fmla="*/ 580232 h 5724538"/>
              <a:gd name="connsiteX3222" fmla="*/ 2226986 w 4840150"/>
              <a:gd name="connsiteY3222" fmla="*/ 578995 h 5724538"/>
              <a:gd name="connsiteX3223" fmla="*/ 2246781 w 4840150"/>
              <a:gd name="connsiteY3223" fmla="*/ 598791 h 5724538"/>
              <a:gd name="connsiteX3224" fmla="*/ 2246781 w 4840150"/>
              <a:gd name="connsiteY3224" fmla="*/ 623536 h 5724538"/>
              <a:gd name="connsiteX3225" fmla="*/ 2226986 w 4840150"/>
              <a:gd name="connsiteY3225" fmla="*/ 603740 h 5724538"/>
              <a:gd name="connsiteX3226" fmla="*/ 2226986 w 4840150"/>
              <a:gd name="connsiteY3226" fmla="*/ 578995 h 5724538"/>
              <a:gd name="connsiteX3227" fmla="*/ 2313591 w 4840150"/>
              <a:gd name="connsiteY3227" fmla="*/ 574046 h 5724538"/>
              <a:gd name="connsiteX3228" fmla="*/ 2370503 w 4840150"/>
              <a:gd name="connsiteY3228" fmla="*/ 611163 h 5724538"/>
              <a:gd name="connsiteX3229" fmla="*/ 2370503 w 4840150"/>
              <a:gd name="connsiteY3229" fmla="*/ 658179 h 5724538"/>
              <a:gd name="connsiteX3230" fmla="*/ 2313591 w 4840150"/>
              <a:gd name="connsiteY3230" fmla="*/ 618588 h 5724538"/>
              <a:gd name="connsiteX3231" fmla="*/ 2313591 w 4840150"/>
              <a:gd name="connsiteY3231" fmla="*/ 574046 h 5724538"/>
              <a:gd name="connsiteX3232" fmla="*/ 2103265 w 4840150"/>
              <a:gd name="connsiteY3232" fmla="*/ 574046 h 5724538"/>
              <a:gd name="connsiteX3233" fmla="*/ 2135433 w 4840150"/>
              <a:gd name="connsiteY3233" fmla="*/ 596316 h 5724538"/>
              <a:gd name="connsiteX3234" fmla="*/ 2135433 w 4840150"/>
              <a:gd name="connsiteY3234" fmla="*/ 621061 h 5724538"/>
              <a:gd name="connsiteX3235" fmla="*/ 2103265 w 4840150"/>
              <a:gd name="connsiteY3235" fmla="*/ 601265 h 5724538"/>
              <a:gd name="connsiteX3236" fmla="*/ 2103265 w 4840150"/>
              <a:gd name="connsiteY3236" fmla="*/ 574046 h 5724538"/>
              <a:gd name="connsiteX3237" fmla="*/ 754702 w 4840150"/>
              <a:gd name="connsiteY3237" fmla="*/ 574019 h 5724538"/>
              <a:gd name="connsiteX3238" fmla="*/ 784396 w 4840150"/>
              <a:gd name="connsiteY3238" fmla="*/ 591340 h 5724538"/>
              <a:gd name="connsiteX3239" fmla="*/ 784396 w 4840150"/>
              <a:gd name="connsiteY3239" fmla="*/ 613609 h 5724538"/>
              <a:gd name="connsiteX3240" fmla="*/ 754702 w 4840150"/>
              <a:gd name="connsiteY3240" fmla="*/ 596288 h 5724538"/>
              <a:gd name="connsiteX3241" fmla="*/ 754702 w 4840150"/>
              <a:gd name="connsiteY3241" fmla="*/ 574019 h 5724538"/>
              <a:gd name="connsiteX3242" fmla="*/ 1509402 w 4840150"/>
              <a:gd name="connsiteY3242" fmla="*/ 569090 h 5724538"/>
              <a:gd name="connsiteX3243" fmla="*/ 1561365 w 4840150"/>
              <a:gd name="connsiteY3243" fmla="*/ 601259 h 5724538"/>
              <a:gd name="connsiteX3244" fmla="*/ 1561365 w 4840150"/>
              <a:gd name="connsiteY3244" fmla="*/ 643325 h 5724538"/>
              <a:gd name="connsiteX3245" fmla="*/ 1509402 w 4840150"/>
              <a:gd name="connsiteY3245" fmla="*/ 608682 h 5724538"/>
              <a:gd name="connsiteX3246" fmla="*/ 1509402 w 4840150"/>
              <a:gd name="connsiteY3246" fmla="*/ 569090 h 5724538"/>
              <a:gd name="connsiteX3247" fmla="*/ 2882710 w 4840150"/>
              <a:gd name="connsiteY3247" fmla="*/ 569075 h 5724538"/>
              <a:gd name="connsiteX3248" fmla="*/ 2902505 w 4840150"/>
              <a:gd name="connsiteY3248" fmla="*/ 569075 h 5724538"/>
              <a:gd name="connsiteX3249" fmla="*/ 2902505 w 4840150"/>
              <a:gd name="connsiteY3249" fmla="*/ 586396 h 5724538"/>
              <a:gd name="connsiteX3250" fmla="*/ 2882710 w 4840150"/>
              <a:gd name="connsiteY3250" fmla="*/ 586396 h 5724538"/>
              <a:gd name="connsiteX3251" fmla="*/ 2882710 w 4840150"/>
              <a:gd name="connsiteY3251" fmla="*/ 569075 h 5724538"/>
              <a:gd name="connsiteX3252" fmla="*/ 1014520 w 4840150"/>
              <a:gd name="connsiteY3252" fmla="*/ 561652 h 5724538"/>
              <a:gd name="connsiteX3253" fmla="*/ 1039265 w 4840150"/>
              <a:gd name="connsiteY3253" fmla="*/ 578973 h 5724538"/>
              <a:gd name="connsiteX3254" fmla="*/ 1039265 w 4840150"/>
              <a:gd name="connsiteY3254" fmla="*/ 596295 h 5724538"/>
              <a:gd name="connsiteX3255" fmla="*/ 1014520 w 4840150"/>
              <a:gd name="connsiteY3255" fmla="*/ 581447 h 5724538"/>
              <a:gd name="connsiteX3256" fmla="*/ 1014520 w 4840150"/>
              <a:gd name="connsiteY3256" fmla="*/ 561652 h 5724538"/>
              <a:gd name="connsiteX3257" fmla="*/ 1254540 w 4840150"/>
              <a:gd name="connsiteY3257" fmla="*/ 549287 h 5724538"/>
              <a:gd name="connsiteX3258" fmla="*/ 1304024 w 4840150"/>
              <a:gd name="connsiteY3258" fmla="*/ 578980 h 5724538"/>
              <a:gd name="connsiteX3259" fmla="*/ 1304024 w 4840150"/>
              <a:gd name="connsiteY3259" fmla="*/ 616099 h 5724538"/>
              <a:gd name="connsiteX3260" fmla="*/ 1242171 w 4840150"/>
              <a:gd name="connsiteY3260" fmla="*/ 586404 h 5724538"/>
              <a:gd name="connsiteX3261" fmla="*/ 1254540 w 4840150"/>
              <a:gd name="connsiteY3261" fmla="*/ 549287 h 5724538"/>
              <a:gd name="connsiteX3262" fmla="*/ 2518969 w 4840150"/>
              <a:gd name="connsiteY3262" fmla="*/ 546820 h 5724538"/>
              <a:gd name="connsiteX3263" fmla="*/ 2548662 w 4840150"/>
              <a:gd name="connsiteY3263" fmla="*/ 566614 h 5724538"/>
              <a:gd name="connsiteX3264" fmla="*/ 2548662 w 4840150"/>
              <a:gd name="connsiteY3264" fmla="*/ 591360 h 5724538"/>
              <a:gd name="connsiteX3265" fmla="*/ 2518969 w 4840150"/>
              <a:gd name="connsiteY3265" fmla="*/ 571563 h 5724538"/>
              <a:gd name="connsiteX3266" fmla="*/ 2518969 w 4840150"/>
              <a:gd name="connsiteY3266" fmla="*/ 546820 h 5724538"/>
              <a:gd name="connsiteX3267" fmla="*/ 1620751 w 4840150"/>
              <a:gd name="connsiteY3267" fmla="*/ 534448 h 5724538"/>
              <a:gd name="connsiteX3268" fmla="*/ 1657867 w 4840150"/>
              <a:gd name="connsiteY3268" fmla="*/ 559193 h 5724538"/>
              <a:gd name="connsiteX3269" fmla="*/ 1657867 w 4840150"/>
              <a:gd name="connsiteY3269" fmla="*/ 586411 h 5724538"/>
              <a:gd name="connsiteX3270" fmla="*/ 1620751 w 4840150"/>
              <a:gd name="connsiteY3270" fmla="*/ 564142 h 5724538"/>
              <a:gd name="connsiteX3271" fmla="*/ 1620751 w 4840150"/>
              <a:gd name="connsiteY3271" fmla="*/ 534448 h 5724538"/>
              <a:gd name="connsiteX3272" fmla="*/ 2407619 w 4840150"/>
              <a:gd name="connsiteY3272" fmla="*/ 514653 h 5724538"/>
              <a:gd name="connsiteX3273" fmla="*/ 2437312 w 4840150"/>
              <a:gd name="connsiteY3273" fmla="*/ 534447 h 5724538"/>
              <a:gd name="connsiteX3274" fmla="*/ 2437312 w 4840150"/>
              <a:gd name="connsiteY3274" fmla="*/ 559193 h 5724538"/>
              <a:gd name="connsiteX3275" fmla="*/ 2407619 w 4840150"/>
              <a:gd name="connsiteY3275" fmla="*/ 539397 h 5724538"/>
              <a:gd name="connsiteX3276" fmla="*/ 2407619 w 4840150"/>
              <a:gd name="connsiteY3276" fmla="*/ 514653 h 5724538"/>
              <a:gd name="connsiteX3277" fmla="*/ 2187395 w 4840150"/>
              <a:gd name="connsiteY3277" fmla="*/ 497331 h 5724538"/>
              <a:gd name="connsiteX3278" fmla="*/ 2207190 w 4840150"/>
              <a:gd name="connsiteY3278" fmla="*/ 497331 h 5724538"/>
              <a:gd name="connsiteX3279" fmla="*/ 2207190 w 4840150"/>
              <a:gd name="connsiteY3279" fmla="*/ 509704 h 5724538"/>
              <a:gd name="connsiteX3280" fmla="*/ 2187395 w 4840150"/>
              <a:gd name="connsiteY3280" fmla="*/ 512179 h 5724538"/>
              <a:gd name="connsiteX3281" fmla="*/ 2187395 w 4840150"/>
              <a:gd name="connsiteY3281" fmla="*/ 497331 h 5724538"/>
              <a:gd name="connsiteX3282" fmla="*/ 1848398 w 4840150"/>
              <a:gd name="connsiteY3282" fmla="*/ 494858 h 5724538"/>
              <a:gd name="connsiteX3283" fmla="*/ 1875617 w 4840150"/>
              <a:gd name="connsiteY3283" fmla="*/ 502281 h 5724538"/>
              <a:gd name="connsiteX3284" fmla="*/ 1875617 w 4840150"/>
              <a:gd name="connsiteY3284" fmla="*/ 527024 h 5724538"/>
              <a:gd name="connsiteX3285" fmla="*/ 1848398 w 4840150"/>
              <a:gd name="connsiteY3285" fmla="*/ 519602 h 5724538"/>
              <a:gd name="connsiteX3286" fmla="*/ 1848398 w 4840150"/>
              <a:gd name="connsiteY3286" fmla="*/ 494858 h 5724538"/>
              <a:gd name="connsiteX3287" fmla="*/ 2298744 w 4840150"/>
              <a:gd name="connsiteY3287" fmla="*/ 494856 h 5724538"/>
              <a:gd name="connsiteX3288" fmla="*/ 2325963 w 4840150"/>
              <a:gd name="connsiteY3288" fmla="*/ 512178 h 5724538"/>
              <a:gd name="connsiteX3289" fmla="*/ 2325963 w 4840150"/>
              <a:gd name="connsiteY3289" fmla="*/ 536921 h 5724538"/>
              <a:gd name="connsiteX3290" fmla="*/ 2298744 w 4840150"/>
              <a:gd name="connsiteY3290" fmla="*/ 519601 h 5724538"/>
              <a:gd name="connsiteX3291" fmla="*/ 2298744 w 4840150"/>
              <a:gd name="connsiteY3291" fmla="*/ 494856 h 5724538"/>
              <a:gd name="connsiteX3292" fmla="*/ 1732100 w 4840150"/>
              <a:gd name="connsiteY3292" fmla="*/ 494856 h 5724538"/>
              <a:gd name="connsiteX3293" fmla="*/ 1771691 w 4840150"/>
              <a:gd name="connsiteY3293" fmla="*/ 524550 h 5724538"/>
              <a:gd name="connsiteX3294" fmla="*/ 1771691 w 4840150"/>
              <a:gd name="connsiteY3294" fmla="*/ 561667 h 5724538"/>
              <a:gd name="connsiteX3295" fmla="*/ 1732100 w 4840150"/>
              <a:gd name="connsiteY3295" fmla="*/ 531973 h 5724538"/>
              <a:gd name="connsiteX3296" fmla="*/ 1732100 w 4840150"/>
              <a:gd name="connsiteY3296" fmla="*/ 494856 h 5724538"/>
              <a:gd name="connsiteX3297" fmla="*/ 1348564 w 4840150"/>
              <a:gd name="connsiteY3297" fmla="*/ 480003 h 5724538"/>
              <a:gd name="connsiteX3298" fmla="*/ 1410424 w 4840150"/>
              <a:gd name="connsiteY3298" fmla="*/ 517120 h 5724538"/>
              <a:gd name="connsiteX3299" fmla="*/ 1410424 w 4840150"/>
              <a:gd name="connsiteY3299" fmla="*/ 564134 h 5724538"/>
              <a:gd name="connsiteX3300" fmla="*/ 1348564 w 4840150"/>
              <a:gd name="connsiteY3300" fmla="*/ 524544 h 5724538"/>
              <a:gd name="connsiteX3301" fmla="*/ 1348564 w 4840150"/>
              <a:gd name="connsiteY3301" fmla="*/ 480003 h 5724538"/>
              <a:gd name="connsiteX3302" fmla="*/ 2073571 w 4840150"/>
              <a:gd name="connsiteY3302" fmla="*/ 472587 h 5724538"/>
              <a:gd name="connsiteX3303" fmla="*/ 2095841 w 4840150"/>
              <a:gd name="connsiteY3303" fmla="*/ 489907 h 5724538"/>
              <a:gd name="connsiteX3304" fmla="*/ 2095841 w 4840150"/>
              <a:gd name="connsiteY3304" fmla="*/ 507229 h 5724538"/>
              <a:gd name="connsiteX3305" fmla="*/ 2073571 w 4840150"/>
              <a:gd name="connsiteY3305" fmla="*/ 492382 h 5724538"/>
              <a:gd name="connsiteX3306" fmla="*/ 2073571 w 4840150"/>
              <a:gd name="connsiteY3306" fmla="*/ 472587 h 5724538"/>
              <a:gd name="connsiteX3307" fmla="*/ 1106073 w 4840150"/>
              <a:gd name="connsiteY3307" fmla="*/ 467624 h 5724538"/>
              <a:gd name="connsiteX3308" fmla="*/ 1160510 w 4840150"/>
              <a:gd name="connsiteY3308" fmla="*/ 499792 h 5724538"/>
              <a:gd name="connsiteX3309" fmla="*/ 1148141 w 4840150"/>
              <a:gd name="connsiteY3309" fmla="*/ 536908 h 5724538"/>
              <a:gd name="connsiteX3310" fmla="*/ 1106073 w 4840150"/>
              <a:gd name="connsiteY3310" fmla="*/ 504740 h 5724538"/>
              <a:gd name="connsiteX3311" fmla="*/ 1106073 w 4840150"/>
              <a:gd name="connsiteY3311" fmla="*/ 467624 h 5724538"/>
              <a:gd name="connsiteX3312" fmla="*/ 1949850 w 4840150"/>
              <a:gd name="connsiteY3312" fmla="*/ 462689 h 5724538"/>
              <a:gd name="connsiteX3313" fmla="*/ 1991915 w 4840150"/>
              <a:gd name="connsiteY3313" fmla="*/ 489907 h 5724538"/>
              <a:gd name="connsiteX3314" fmla="*/ 1991915 w 4840150"/>
              <a:gd name="connsiteY3314" fmla="*/ 522075 h 5724538"/>
              <a:gd name="connsiteX3315" fmla="*/ 1949850 w 4840150"/>
              <a:gd name="connsiteY3315" fmla="*/ 494857 h 5724538"/>
              <a:gd name="connsiteX3316" fmla="*/ 1949850 w 4840150"/>
              <a:gd name="connsiteY3316" fmla="*/ 462689 h 5724538"/>
              <a:gd name="connsiteX3317" fmla="*/ 2674858 w 4840150"/>
              <a:gd name="connsiteY3317" fmla="*/ 462674 h 5724538"/>
              <a:gd name="connsiteX3318" fmla="*/ 2689704 w 4840150"/>
              <a:gd name="connsiteY3318" fmla="*/ 475046 h 5724538"/>
              <a:gd name="connsiteX3319" fmla="*/ 2674858 w 4840150"/>
              <a:gd name="connsiteY3319" fmla="*/ 475046 h 5724538"/>
              <a:gd name="connsiteX3320" fmla="*/ 2674858 w 4840150"/>
              <a:gd name="connsiteY3320" fmla="*/ 462674 h 5724538"/>
              <a:gd name="connsiteX3321" fmla="*/ 1459913 w 4840150"/>
              <a:gd name="connsiteY3321" fmla="*/ 437938 h 5724538"/>
              <a:gd name="connsiteX3322" fmla="*/ 1511876 w 4840150"/>
              <a:gd name="connsiteY3322" fmla="*/ 470106 h 5724538"/>
              <a:gd name="connsiteX3323" fmla="*/ 1511876 w 4840150"/>
              <a:gd name="connsiteY3323" fmla="*/ 507223 h 5724538"/>
              <a:gd name="connsiteX3324" fmla="*/ 1459913 w 4840150"/>
              <a:gd name="connsiteY3324" fmla="*/ 475054 h 5724538"/>
              <a:gd name="connsiteX3325" fmla="*/ 1459913 w 4840150"/>
              <a:gd name="connsiteY3325" fmla="*/ 437938 h 5724538"/>
              <a:gd name="connsiteX3326" fmla="*/ 2266577 w 4840150"/>
              <a:gd name="connsiteY3326" fmla="*/ 413192 h 5724538"/>
              <a:gd name="connsiteX3327" fmla="*/ 2283898 w 4840150"/>
              <a:gd name="connsiteY3327" fmla="*/ 413192 h 5724538"/>
              <a:gd name="connsiteX3328" fmla="*/ 2283898 w 4840150"/>
              <a:gd name="connsiteY3328" fmla="*/ 425566 h 5724538"/>
              <a:gd name="connsiteX3329" fmla="*/ 2266577 w 4840150"/>
              <a:gd name="connsiteY3329" fmla="*/ 413192 h 5724538"/>
              <a:gd name="connsiteX3330" fmla="*/ 1202577 w 4840150"/>
              <a:gd name="connsiteY3330" fmla="*/ 405763 h 5724538"/>
              <a:gd name="connsiteX3331" fmla="*/ 1271856 w 4840150"/>
              <a:gd name="connsiteY3331" fmla="*/ 445355 h 5724538"/>
              <a:gd name="connsiteX3332" fmla="*/ 1257015 w 4840150"/>
              <a:gd name="connsiteY3332" fmla="*/ 494842 h 5724538"/>
              <a:gd name="connsiteX3333" fmla="*/ 1190203 w 4840150"/>
              <a:gd name="connsiteY3333" fmla="*/ 452777 h 5724538"/>
              <a:gd name="connsiteX3334" fmla="*/ 1202577 w 4840150"/>
              <a:gd name="connsiteY3334" fmla="*/ 405763 h 5724538"/>
              <a:gd name="connsiteX3335" fmla="*/ 1571262 w 4840150"/>
              <a:gd name="connsiteY3335" fmla="*/ 400820 h 5724538"/>
              <a:gd name="connsiteX3336" fmla="*/ 1620751 w 4840150"/>
              <a:gd name="connsiteY3336" fmla="*/ 430514 h 5724538"/>
              <a:gd name="connsiteX3337" fmla="*/ 1620751 w 4840150"/>
              <a:gd name="connsiteY3337" fmla="*/ 467631 h 5724538"/>
              <a:gd name="connsiteX3338" fmla="*/ 1571262 w 4840150"/>
              <a:gd name="connsiteY3338" fmla="*/ 435463 h 5724538"/>
              <a:gd name="connsiteX3339" fmla="*/ 1571262 w 4840150"/>
              <a:gd name="connsiteY3339" fmla="*/ 400820 h 5724538"/>
              <a:gd name="connsiteX3340" fmla="*/ 935337 w 4840150"/>
              <a:gd name="connsiteY3340" fmla="*/ 385961 h 5724538"/>
              <a:gd name="connsiteX3341" fmla="*/ 989775 w 4840150"/>
              <a:gd name="connsiteY3341" fmla="*/ 418129 h 5724538"/>
              <a:gd name="connsiteX3342" fmla="*/ 989775 w 4840150"/>
              <a:gd name="connsiteY3342" fmla="*/ 457720 h 5724538"/>
              <a:gd name="connsiteX3343" fmla="*/ 920491 w 4840150"/>
              <a:gd name="connsiteY3343" fmla="*/ 423077 h 5724538"/>
              <a:gd name="connsiteX3344" fmla="*/ 935337 w 4840150"/>
              <a:gd name="connsiteY3344" fmla="*/ 385961 h 5724538"/>
              <a:gd name="connsiteX3345" fmla="*/ 1680137 w 4840150"/>
              <a:gd name="connsiteY3345" fmla="*/ 371128 h 5724538"/>
              <a:gd name="connsiteX3346" fmla="*/ 1732100 w 4840150"/>
              <a:gd name="connsiteY3346" fmla="*/ 403294 h 5724538"/>
              <a:gd name="connsiteX3347" fmla="*/ 1732100 w 4840150"/>
              <a:gd name="connsiteY3347" fmla="*/ 442886 h 5724538"/>
              <a:gd name="connsiteX3348" fmla="*/ 1680137 w 4840150"/>
              <a:gd name="connsiteY3348" fmla="*/ 408243 h 5724538"/>
              <a:gd name="connsiteX3349" fmla="*/ 1680137 w 4840150"/>
              <a:gd name="connsiteY3349" fmla="*/ 371128 h 5724538"/>
              <a:gd name="connsiteX3350" fmla="*/ 2051611 w 4840150"/>
              <a:gd name="connsiteY3350" fmla="*/ 370818 h 5724538"/>
              <a:gd name="connsiteX3351" fmla="*/ 2058725 w 4840150"/>
              <a:gd name="connsiteY3351" fmla="*/ 383498 h 5724538"/>
              <a:gd name="connsiteX3352" fmla="*/ 2058725 w 4840150"/>
              <a:gd name="connsiteY3352" fmla="*/ 398344 h 5724538"/>
              <a:gd name="connsiteX3353" fmla="*/ 2038929 w 4840150"/>
              <a:gd name="connsiteY3353" fmla="*/ 385972 h 5724538"/>
              <a:gd name="connsiteX3354" fmla="*/ 2038929 w 4840150"/>
              <a:gd name="connsiteY3354" fmla="*/ 371128 h 5724538"/>
              <a:gd name="connsiteX3355" fmla="*/ 2051611 w 4840150"/>
              <a:gd name="connsiteY3355" fmla="*/ 370818 h 5724538"/>
              <a:gd name="connsiteX3356" fmla="*/ 1925106 w 4840150"/>
              <a:gd name="connsiteY3356" fmla="*/ 368654 h 5724538"/>
              <a:gd name="connsiteX3357" fmla="*/ 1944901 w 4840150"/>
              <a:gd name="connsiteY3357" fmla="*/ 381024 h 5724538"/>
              <a:gd name="connsiteX3358" fmla="*/ 1944901 w 4840150"/>
              <a:gd name="connsiteY3358" fmla="*/ 395872 h 5724538"/>
              <a:gd name="connsiteX3359" fmla="*/ 1925106 w 4840150"/>
              <a:gd name="connsiteY3359" fmla="*/ 383500 h 5724538"/>
              <a:gd name="connsiteX3360" fmla="*/ 1925106 w 4840150"/>
              <a:gd name="connsiteY3360" fmla="*/ 368654 h 5724538"/>
              <a:gd name="connsiteX3361" fmla="*/ 2459582 w 4840150"/>
              <a:gd name="connsiteY3361" fmla="*/ 363698 h 5724538"/>
              <a:gd name="connsiteX3362" fmla="*/ 2474429 w 4840150"/>
              <a:gd name="connsiteY3362" fmla="*/ 376068 h 5724538"/>
              <a:gd name="connsiteX3363" fmla="*/ 2474429 w 4840150"/>
              <a:gd name="connsiteY3363" fmla="*/ 388441 h 5724538"/>
              <a:gd name="connsiteX3364" fmla="*/ 2459582 w 4840150"/>
              <a:gd name="connsiteY3364" fmla="*/ 376068 h 5724538"/>
              <a:gd name="connsiteX3365" fmla="*/ 2459582 w 4840150"/>
              <a:gd name="connsiteY3365" fmla="*/ 363698 h 5724538"/>
              <a:gd name="connsiteX3366" fmla="*/ 1313921 w 4840150"/>
              <a:gd name="connsiteY3366" fmla="*/ 358750 h 5724538"/>
              <a:gd name="connsiteX3367" fmla="*/ 1353512 w 4840150"/>
              <a:gd name="connsiteY3367" fmla="*/ 381019 h 5724538"/>
              <a:gd name="connsiteX3368" fmla="*/ 1353512 w 4840150"/>
              <a:gd name="connsiteY3368" fmla="*/ 410712 h 5724538"/>
              <a:gd name="connsiteX3369" fmla="*/ 1313921 w 4840150"/>
              <a:gd name="connsiteY3369" fmla="*/ 385967 h 5724538"/>
              <a:gd name="connsiteX3370" fmla="*/ 1313921 w 4840150"/>
              <a:gd name="connsiteY3370" fmla="*/ 358750 h 5724538"/>
              <a:gd name="connsiteX3371" fmla="*/ 1793961 w 4840150"/>
              <a:gd name="connsiteY3371" fmla="*/ 353807 h 5724538"/>
              <a:gd name="connsiteX3372" fmla="*/ 1843450 w 4840150"/>
              <a:gd name="connsiteY3372" fmla="*/ 385972 h 5724538"/>
              <a:gd name="connsiteX3373" fmla="*/ 1843450 w 4840150"/>
              <a:gd name="connsiteY3373" fmla="*/ 425564 h 5724538"/>
              <a:gd name="connsiteX3374" fmla="*/ 1793961 w 4840150"/>
              <a:gd name="connsiteY3374" fmla="*/ 390922 h 5724538"/>
              <a:gd name="connsiteX3375" fmla="*/ 1793961 w 4840150"/>
              <a:gd name="connsiteY3375" fmla="*/ 353807 h 5724538"/>
              <a:gd name="connsiteX3376" fmla="*/ 791818 w 4840150"/>
              <a:gd name="connsiteY3376" fmla="*/ 336469 h 5724538"/>
              <a:gd name="connsiteX3377" fmla="*/ 811613 w 4840150"/>
              <a:gd name="connsiteY3377" fmla="*/ 336469 h 5724538"/>
              <a:gd name="connsiteX3378" fmla="*/ 811613 w 4840150"/>
              <a:gd name="connsiteY3378" fmla="*/ 351316 h 5724538"/>
              <a:gd name="connsiteX3379" fmla="*/ 791818 w 4840150"/>
              <a:gd name="connsiteY3379" fmla="*/ 348841 h 5724538"/>
              <a:gd name="connsiteX3380" fmla="*/ 791818 w 4840150"/>
              <a:gd name="connsiteY3380" fmla="*/ 336469 h 5724538"/>
              <a:gd name="connsiteX3381" fmla="*/ 1435169 w 4840150"/>
              <a:gd name="connsiteY3381" fmla="*/ 321632 h 5724538"/>
              <a:gd name="connsiteX3382" fmla="*/ 1457439 w 4840150"/>
              <a:gd name="connsiteY3382" fmla="*/ 341427 h 5724538"/>
              <a:gd name="connsiteX3383" fmla="*/ 1457439 w 4840150"/>
              <a:gd name="connsiteY3383" fmla="*/ 361224 h 5724538"/>
              <a:gd name="connsiteX3384" fmla="*/ 1435169 w 4840150"/>
              <a:gd name="connsiteY3384" fmla="*/ 343903 h 5724538"/>
              <a:gd name="connsiteX3385" fmla="*/ 1435169 w 4840150"/>
              <a:gd name="connsiteY3385" fmla="*/ 321632 h 5724538"/>
              <a:gd name="connsiteX3386" fmla="*/ 1536620 w 4840150"/>
              <a:gd name="connsiteY3386" fmla="*/ 282041 h 5724538"/>
              <a:gd name="connsiteX3387" fmla="*/ 1576211 w 4840150"/>
              <a:gd name="connsiteY3387" fmla="*/ 309260 h 5724538"/>
              <a:gd name="connsiteX3388" fmla="*/ 1576211 w 4840150"/>
              <a:gd name="connsiteY3388" fmla="*/ 338953 h 5724538"/>
              <a:gd name="connsiteX3389" fmla="*/ 1536620 w 4840150"/>
              <a:gd name="connsiteY3389" fmla="*/ 311734 h 5724538"/>
              <a:gd name="connsiteX3390" fmla="*/ 1536620 w 4840150"/>
              <a:gd name="connsiteY3390" fmla="*/ 282041 h 5724538"/>
              <a:gd name="connsiteX3391" fmla="*/ 2108214 w 4840150"/>
              <a:gd name="connsiteY3391" fmla="*/ 267195 h 5724538"/>
              <a:gd name="connsiteX3392" fmla="*/ 2142856 w 4840150"/>
              <a:gd name="connsiteY3392" fmla="*/ 289465 h 5724538"/>
              <a:gd name="connsiteX3393" fmla="*/ 2142856 w 4840150"/>
              <a:gd name="connsiteY3393" fmla="*/ 316683 h 5724538"/>
              <a:gd name="connsiteX3394" fmla="*/ 2108214 w 4840150"/>
              <a:gd name="connsiteY3394" fmla="*/ 294413 h 5724538"/>
              <a:gd name="connsiteX3395" fmla="*/ 2108214 w 4840150"/>
              <a:gd name="connsiteY3395" fmla="*/ 267195 h 5724538"/>
              <a:gd name="connsiteX3396" fmla="*/ 1153085 w 4840150"/>
              <a:gd name="connsiteY3396" fmla="*/ 267189 h 5724538"/>
              <a:gd name="connsiteX3397" fmla="*/ 1197626 w 4840150"/>
              <a:gd name="connsiteY3397" fmla="*/ 294408 h 5724538"/>
              <a:gd name="connsiteX3398" fmla="*/ 1197626 w 4840150"/>
              <a:gd name="connsiteY3398" fmla="*/ 324102 h 5724538"/>
              <a:gd name="connsiteX3399" fmla="*/ 1153085 w 4840150"/>
              <a:gd name="connsiteY3399" fmla="*/ 296883 h 5724538"/>
              <a:gd name="connsiteX3400" fmla="*/ 1153085 w 4840150"/>
              <a:gd name="connsiteY3400" fmla="*/ 267189 h 5724538"/>
              <a:gd name="connsiteX3401" fmla="*/ 1996864 w 4840150"/>
              <a:gd name="connsiteY3401" fmla="*/ 247398 h 5724538"/>
              <a:gd name="connsiteX3402" fmla="*/ 2033981 w 4840150"/>
              <a:gd name="connsiteY3402" fmla="*/ 277091 h 5724538"/>
              <a:gd name="connsiteX3403" fmla="*/ 2033981 w 4840150"/>
              <a:gd name="connsiteY3403" fmla="*/ 309260 h 5724538"/>
              <a:gd name="connsiteX3404" fmla="*/ 1979543 w 4840150"/>
              <a:gd name="connsiteY3404" fmla="*/ 279566 h 5724538"/>
              <a:gd name="connsiteX3405" fmla="*/ 1996864 w 4840150"/>
              <a:gd name="connsiteY3405" fmla="*/ 247398 h 5724538"/>
              <a:gd name="connsiteX3406" fmla="*/ 1880565 w 4840150"/>
              <a:gd name="connsiteY3406" fmla="*/ 247398 h 5724538"/>
              <a:gd name="connsiteX3407" fmla="*/ 1917682 w 4840150"/>
              <a:gd name="connsiteY3407" fmla="*/ 272142 h 5724538"/>
              <a:gd name="connsiteX3408" fmla="*/ 1917682 w 4840150"/>
              <a:gd name="connsiteY3408" fmla="*/ 304311 h 5724538"/>
              <a:gd name="connsiteX3409" fmla="*/ 1880565 w 4840150"/>
              <a:gd name="connsiteY3409" fmla="*/ 279566 h 5724538"/>
              <a:gd name="connsiteX3410" fmla="*/ 1880565 w 4840150"/>
              <a:gd name="connsiteY3410" fmla="*/ 247398 h 5724538"/>
              <a:gd name="connsiteX3411" fmla="*/ 1774165 w 4840150"/>
              <a:gd name="connsiteY3411" fmla="*/ 247398 h 5724538"/>
              <a:gd name="connsiteX3412" fmla="*/ 1796435 w 4840150"/>
              <a:gd name="connsiteY3412" fmla="*/ 274617 h 5724538"/>
              <a:gd name="connsiteX3413" fmla="*/ 1796435 w 4840150"/>
              <a:gd name="connsiteY3413" fmla="*/ 296888 h 5724538"/>
              <a:gd name="connsiteX3414" fmla="*/ 1774165 w 4840150"/>
              <a:gd name="connsiteY3414" fmla="*/ 269669 h 5724538"/>
              <a:gd name="connsiteX3415" fmla="*/ 1774165 w 4840150"/>
              <a:gd name="connsiteY3415" fmla="*/ 247398 h 5724538"/>
              <a:gd name="connsiteX3416" fmla="*/ 1650444 w 4840150"/>
              <a:gd name="connsiteY3416" fmla="*/ 247398 h 5724538"/>
              <a:gd name="connsiteX3417" fmla="*/ 1692510 w 4840150"/>
              <a:gd name="connsiteY3417" fmla="*/ 286990 h 5724538"/>
              <a:gd name="connsiteX3418" fmla="*/ 1692510 w 4840150"/>
              <a:gd name="connsiteY3418" fmla="*/ 324106 h 5724538"/>
              <a:gd name="connsiteX3419" fmla="*/ 1650444 w 4840150"/>
              <a:gd name="connsiteY3419" fmla="*/ 284514 h 5724538"/>
              <a:gd name="connsiteX3420" fmla="*/ 1650444 w 4840150"/>
              <a:gd name="connsiteY3420" fmla="*/ 247398 h 5724538"/>
              <a:gd name="connsiteX3421" fmla="*/ 890795 w 4840150"/>
              <a:gd name="connsiteY3421" fmla="*/ 232543 h 5724538"/>
              <a:gd name="connsiteX3422" fmla="*/ 942758 w 4840150"/>
              <a:gd name="connsiteY3422" fmla="*/ 264711 h 5724538"/>
              <a:gd name="connsiteX3423" fmla="*/ 930386 w 4840150"/>
              <a:gd name="connsiteY3423" fmla="*/ 301827 h 5724538"/>
              <a:gd name="connsiteX3424" fmla="*/ 875949 w 4840150"/>
              <a:gd name="connsiteY3424" fmla="*/ 269659 h 5724538"/>
              <a:gd name="connsiteX3425" fmla="*/ 890795 w 4840150"/>
              <a:gd name="connsiteY3425" fmla="*/ 232543 h 5724538"/>
              <a:gd name="connsiteX3426" fmla="*/ 2311117 w 4840150"/>
              <a:gd name="connsiteY3426" fmla="*/ 227597 h 5724538"/>
              <a:gd name="connsiteX3427" fmla="*/ 2330912 w 4840150"/>
              <a:gd name="connsiteY3427" fmla="*/ 242445 h 5724538"/>
              <a:gd name="connsiteX3428" fmla="*/ 2330912 w 4840150"/>
              <a:gd name="connsiteY3428" fmla="*/ 259765 h 5724538"/>
              <a:gd name="connsiteX3429" fmla="*/ 2311117 w 4840150"/>
              <a:gd name="connsiteY3429" fmla="*/ 244918 h 5724538"/>
              <a:gd name="connsiteX3430" fmla="*/ 2311117 w 4840150"/>
              <a:gd name="connsiteY3430" fmla="*/ 227597 h 5724538"/>
              <a:gd name="connsiteX3431" fmla="*/ 1271856 w 4840150"/>
              <a:gd name="connsiteY3431" fmla="*/ 220174 h 5724538"/>
              <a:gd name="connsiteX3432" fmla="*/ 1306498 w 4840150"/>
              <a:gd name="connsiteY3432" fmla="*/ 247395 h 5724538"/>
              <a:gd name="connsiteX3433" fmla="*/ 1306498 w 4840150"/>
              <a:gd name="connsiteY3433" fmla="*/ 277087 h 5724538"/>
              <a:gd name="connsiteX3434" fmla="*/ 1264433 w 4840150"/>
              <a:gd name="connsiteY3434" fmla="*/ 247395 h 5724538"/>
              <a:gd name="connsiteX3435" fmla="*/ 1271856 w 4840150"/>
              <a:gd name="connsiteY3435" fmla="*/ 220174 h 5724538"/>
              <a:gd name="connsiteX3436" fmla="*/ 1388154 w 4840150"/>
              <a:gd name="connsiteY3436" fmla="*/ 195430 h 5724538"/>
              <a:gd name="connsiteX3437" fmla="*/ 1412898 w 4840150"/>
              <a:gd name="connsiteY3437" fmla="*/ 212751 h 5724538"/>
              <a:gd name="connsiteX3438" fmla="*/ 1412898 w 4840150"/>
              <a:gd name="connsiteY3438" fmla="*/ 230071 h 5724538"/>
              <a:gd name="connsiteX3439" fmla="*/ 1388154 w 4840150"/>
              <a:gd name="connsiteY3439" fmla="*/ 215225 h 5724538"/>
              <a:gd name="connsiteX3440" fmla="*/ 1388154 w 4840150"/>
              <a:gd name="connsiteY3440" fmla="*/ 195430 h 5724538"/>
              <a:gd name="connsiteX3441" fmla="*/ 1615802 w 4840150"/>
              <a:gd name="connsiteY3441" fmla="*/ 140993 h 5724538"/>
              <a:gd name="connsiteX3442" fmla="*/ 1650444 w 4840150"/>
              <a:gd name="connsiteY3442" fmla="*/ 170686 h 5724538"/>
              <a:gd name="connsiteX3443" fmla="*/ 1650444 w 4840150"/>
              <a:gd name="connsiteY3443" fmla="*/ 202853 h 5724538"/>
              <a:gd name="connsiteX3444" fmla="*/ 1615802 w 4840150"/>
              <a:gd name="connsiteY3444" fmla="*/ 173160 h 5724538"/>
              <a:gd name="connsiteX3445" fmla="*/ 1615802 w 4840150"/>
              <a:gd name="connsiteY3445" fmla="*/ 140993 h 5724538"/>
              <a:gd name="connsiteX3446" fmla="*/ 1118442 w 4840150"/>
              <a:gd name="connsiteY3446" fmla="*/ 136040 h 5724538"/>
              <a:gd name="connsiteX3447" fmla="*/ 1143187 w 4840150"/>
              <a:gd name="connsiteY3447" fmla="*/ 155835 h 5724538"/>
              <a:gd name="connsiteX3448" fmla="*/ 1143187 w 4840150"/>
              <a:gd name="connsiteY3448" fmla="*/ 178105 h 5724538"/>
              <a:gd name="connsiteX3449" fmla="*/ 1118442 w 4840150"/>
              <a:gd name="connsiteY3449" fmla="*/ 158310 h 5724538"/>
              <a:gd name="connsiteX3450" fmla="*/ 1118442 w 4840150"/>
              <a:gd name="connsiteY3450" fmla="*/ 136040 h 5724538"/>
              <a:gd name="connsiteX3451" fmla="*/ 1732100 w 4840150"/>
              <a:gd name="connsiteY3451" fmla="*/ 123671 h 5724538"/>
              <a:gd name="connsiteX3452" fmla="*/ 1771691 w 4840150"/>
              <a:gd name="connsiteY3452" fmla="*/ 163263 h 5724538"/>
              <a:gd name="connsiteX3453" fmla="*/ 1771691 w 4840150"/>
              <a:gd name="connsiteY3453" fmla="*/ 205327 h 5724538"/>
              <a:gd name="connsiteX3454" fmla="*/ 1732100 w 4840150"/>
              <a:gd name="connsiteY3454" fmla="*/ 165736 h 5724538"/>
              <a:gd name="connsiteX3455" fmla="*/ 1732100 w 4840150"/>
              <a:gd name="connsiteY3455" fmla="*/ 123671 h 5724538"/>
              <a:gd name="connsiteX3456" fmla="*/ 1237215 w 4840150"/>
              <a:gd name="connsiteY3456" fmla="*/ 96449 h 5724538"/>
              <a:gd name="connsiteX3457" fmla="*/ 1259484 w 4840150"/>
              <a:gd name="connsiteY3457" fmla="*/ 116244 h 5724538"/>
              <a:gd name="connsiteX3458" fmla="*/ 1259484 w 4840150"/>
              <a:gd name="connsiteY3458" fmla="*/ 138514 h 5724538"/>
              <a:gd name="connsiteX3459" fmla="*/ 1237215 w 4840150"/>
              <a:gd name="connsiteY3459" fmla="*/ 118719 h 5724538"/>
              <a:gd name="connsiteX3460" fmla="*/ 1237215 w 4840150"/>
              <a:gd name="connsiteY3460" fmla="*/ 96449 h 5724538"/>
              <a:gd name="connsiteX3461" fmla="*/ 1935003 w 4840150"/>
              <a:gd name="connsiteY3461" fmla="*/ 71704 h 5724538"/>
              <a:gd name="connsiteX3462" fmla="*/ 1952324 w 4840150"/>
              <a:gd name="connsiteY3462" fmla="*/ 71704 h 5724538"/>
              <a:gd name="connsiteX3463" fmla="*/ 1952324 w 4840150"/>
              <a:gd name="connsiteY3463" fmla="*/ 84076 h 5724538"/>
              <a:gd name="connsiteX3464" fmla="*/ 1935003 w 4840150"/>
              <a:gd name="connsiteY3464" fmla="*/ 71704 h 5724538"/>
              <a:gd name="connsiteX3465" fmla="*/ 1576211 w 4840150"/>
              <a:gd name="connsiteY3465" fmla="*/ 27165 h 5724538"/>
              <a:gd name="connsiteX3466" fmla="*/ 1613327 w 4840150"/>
              <a:gd name="connsiteY3466" fmla="*/ 56858 h 5724538"/>
              <a:gd name="connsiteX3467" fmla="*/ 1613327 w 4840150"/>
              <a:gd name="connsiteY3467" fmla="*/ 89026 h 5724538"/>
              <a:gd name="connsiteX3468" fmla="*/ 1576211 w 4840150"/>
              <a:gd name="connsiteY3468" fmla="*/ 56858 h 5724538"/>
              <a:gd name="connsiteX3469" fmla="*/ 1576211 w 4840150"/>
              <a:gd name="connsiteY3469" fmla="*/ 27165 h 5724538"/>
              <a:gd name="connsiteX3470" fmla="*/ 1687560 w 4840150"/>
              <a:gd name="connsiteY3470" fmla="*/ 14792 h 5724538"/>
              <a:gd name="connsiteX3471" fmla="*/ 1732100 w 4840150"/>
              <a:gd name="connsiteY3471" fmla="*/ 54383 h 5724538"/>
              <a:gd name="connsiteX3472" fmla="*/ 1732100 w 4840150"/>
              <a:gd name="connsiteY3472" fmla="*/ 93975 h 5724538"/>
              <a:gd name="connsiteX3473" fmla="*/ 1687560 w 4840150"/>
              <a:gd name="connsiteY3473" fmla="*/ 54383 h 5724538"/>
              <a:gd name="connsiteX3474" fmla="*/ 1687560 w 4840150"/>
              <a:gd name="connsiteY3474" fmla="*/ 14792 h 5724538"/>
              <a:gd name="connsiteX3475" fmla="*/ 1071437 w 4840150"/>
              <a:gd name="connsiteY3475" fmla="*/ 0 h 5724538"/>
              <a:gd name="connsiteX3476" fmla="*/ 1098657 w 4840150"/>
              <a:gd name="connsiteY3476" fmla="*/ 22269 h 5724538"/>
              <a:gd name="connsiteX3477" fmla="*/ 1098657 w 4840150"/>
              <a:gd name="connsiteY3477" fmla="*/ 44540 h 5724538"/>
              <a:gd name="connsiteX3478" fmla="*/ 1071437 w 4840150"/>
              <a:gd name="connsiteY3478" fmla="*/ 22269 h 5724538"/>
              <a:gd name="connsiteX3479" fmla="*/ 1071437 w 4840150"/>
              <a:gd name="connsiteY3479" fmla="*/ 0 h 572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</a:cxnLst>
            <a:rect l="l" t="t" r="r" b="b"/>
            <a:pathLst>
              <a:path w="4840150" h="5724538">
                <a:moveTo>
                  <a:pt x="3384262" y="5663454"/>
                </a:moveTo>
                <a:cubicBezTo>
                  <a:pt x="3388564" y="5664528"/>
                  <a:pt x="3392455" y="5667243"/>
                  <a:pt x="3394917" y="5671338"/>
                </a:cubicBezTo>
                <a:cubicBezTo>
                  <a:pt x="3402390" y="5685245"/>
                  <a:pt x="3402390" y="5701972"/>
                  <a:pt x="3394917" y="5715878"/>
                </a:cubicBezTo>
                <a:cubicBezTo>
                  <a:pt x="3387494" y="5728250"/>
                  <a:pt x="3375122" y="5725776"/>
                  <a:pt x="3365224" y="5718353"/>
                </a:cubicBezTo>
                <a:cubicBezTo>
                  <a:pt x="3357727" y="5703580"/>
                  <a:pt x="3357727" y="5686111"/>
                  <a:pt x="3365224" y="5671338"/>
                </a:cubicBezTo>
                <a:cubicBezTo>
                  <a:pt x="3366684" y="5668913"/>
                  <a:pt x="3368713" y="5666884"/>
                  <a:pt x="3371138" y="5665424"/>
                </a:cubicBezTo>
                <a:cubicBezTo>
                  <a:pt x="3375246" y="5662950"/>
                  <a:pt x="3379959" y="5662381"/>
                  <a:pt x="3384262" y="5663454"/>
                </a:cubicBezTo>
                <a:close/>
                <a:moveTo>
                  <a:pt x="2738436" y="5604067"/>
                </a:moveTo>
                <a:cubicBezTo>
                  <a:pt x="2742738" y="5605141"/>
                  <a:pt x="2746629" y="5607856"/>
                  <a:pt x="2749091" y="5611951"/>
                </a:cubicBezTo>
                <a:cubicBezTo>
                  <a:pt x="2757801" y="5624620"/>
                  <a:pt x="2757801" y="5641347"/>
                  <a:pt x="2749091" y="5654017"/>
                </a:cubicBezTo>
                <a:cubicBezTo>
                  <a:pt x="2747829" y="5656639"/>
                  <a:pt x="2745924" y="5658867"/>
                  <a:pt x="2743548" y="5660574"/>
                </a:cubicBezTo>
                <a:cubicBezTo>
                  <a:pt x="2735754" y="5666116"/>
                  <a:pt x="2724940" y="5664286"/>
                  <a:pt x="2719398" y="5656491"/>
                </a:cubicBezTo>
                <a:cubicBezTo>
                  <a:pt x="2711925" y="5642585"/>
                  <a:pt x="2711925" y="5625858"/>
                  <a:pt x="2719398" y="5611951"/>
                </a:cubicBezTo>
                <a:cubicBezTo>
                  <a:pt x="2720858" y="5609526"/>
                  <a:pt x="2722887" y="5607497"/>
                  <a:pt x="2725311" y="5606037"/>
                </a:cubicBezTo>
                <a:cubicBezTo>
                  <a:pt x="2729419" y="5603563"/>
                  <a:pt x="2734133" y="5602994"/>
                  <a:pt x="2738436" y="5604067"/>
                </a:cubicBezTo>
                <a:close/>
                <a:moveTo>
                  <a:pt x="2564746" y="5542050"/>
                </a:moveTo>
                <a:cubicBezTo>
                  <a:pt x="2572170" y="5542050"/>
                  <a:pt x="2578356" y="5546380"/>
                  <a:pt x="2578356" y="5555040"/>
                </a:cubicBezTo>
                <a:cubicBezTo>
                  <a:pt x="2588352" y="5570010"/>
                  <a:pt x="2588352" y="5589558"/>
                  <a:pt x="2578356" y="5604528"/>
                </a:cubicBezTo>
                <a:cubicBezTo>
                  <a:pt x="2577366" y="5605741"/>
                  <a:pt x="2576252" y="5606855"/>
                  <a:pt x="2575040" y="5607844"/>
                </a:cubicBezTo>
                <a:cubicBezTo>
                  <a:pt x="2565464" y="5615589"/>
                  <a:pt x="2551434" y="5614104"/>
                  <a:pt x="2543713" y="5604528"/>
                </a:cubicBezTo>
                <a:cubicBezTo>
                  <a:pt x="2533717" y="5589558"/>
                  <a:pt x="2533717" y="5570010"/>
                  <a:pt x="2543713" y="5555040"/>
                </a:cubicBezTo>
                <a:cubicBezTo>
                  <a:pt x="2548662" y="5546380"/>
                  <a:pt x="2557323" y="5542050"/>
                  <a:pt x="2564746" y="5542050"/>
                </a:cubicBezTo>
                <a:close/>
                <a:moveTo>
                  <a:pt x="3403578" y="5460084"/>
                </a:moveTo>
                <a:cubicBezTo>
                  <a:pt x="3412238" y="5460394"/>
                  <a:pt x="3419661" y="5465961"/>
                  <a:pt x="3419661" y="5475858"/>
                </a:cubicBezTo>
                <a:cubicBezTo>
                  <a:pt x="3430673" y="5495901"/>
                  <a:pt x="3430673" y="5520150"/>
                  <a:pt x="3419661" y="5540193"/>
                </a:cubicBezTo>
                <a:cubicBezTo>
                  <a:pt x="3407290" y="5555040"/>
                  <a:pt x="3389968" y="5555040"/>
                  <a:pt x="3380071" y="5540193"/>
                </a:cubicBezTo>
                <a:cubicBezTo>
                  <a:pt x="3367451" y="5520596"/>
                  <a:pt x="3367451" y="5495456"/>
                  <a:pt x="3380071" y="5475858"/>
                </a:cubicBezTo>
                <a:cubicBezTo>
                  <a:pt x="3385020" y="5464724"/>
                  <a:pt x="3394917" y="5459775"/>
                  <a:pt x="3403578" y="5460084"/>
                </a:cubicBezTo>
                <a:close/>
                <a:moveTo>
                  <a:pt x="2951685" y="5427916"/>
                </a:moveTo>
                <a:cubicBezTo>
                  <a:pt x="2961273" y="5428225"/>
                  <a:pt x="2969315" y="5433793"/>
                  <a:pt x="2969315" y="5443690"/>
                </a:cubicBezTo>
                <a:cubicBezTo>
                  <a:pt x="2980202" y="5467519"/>
                  <a:pt x="2974165" y="5495678"/>
                  <a:pt x="2954468" y="5512974"/>
                </a:cubicBezTo>
                <a:cubicBezTo>
                  <a:pt x="2942096" y="5530295"/>
                  <a:pt x="2922301" y="5527821"/>
                  <a:pt x="2924775" y="5510500"/>
                </a:cubicBezTo>
                <a:cubicBezTo>
                  <a:pt x="2911067" y="5490333"/>
                  <a:pt x="2911067" y="5463856"/>
                  <a:pt x="2924775" y="5443690"/>
                </a:cubicBezTo>
                <a:cubicBezTo>
                  <a:pt x="2930961" y="5432555"/>
                  <a:pt x="2942096" y="5427607"/>
                  <a:pt x="2951685" y="5427916"/>
                </a:cubicBezTo>
                <a:close/>
                <a:moveTo>
                  <a:pt x="4119925" y="5406574"/>
                </a:moveTo>
                <a:cubicBezTo>
                  <a:pt x="4132297" y="5406574"/>
                  <a:pt x="4132297" y="5406574"/>
                  <a:pt x="4132297" y="5406574"/>
                </a:cubicBezTo>
                <a:cubicBezTo>
                  <a:pt x="4135835" y="5412710"/>
                  <a:pt x="4135835" y="5420233"/>
                  <a:pt x="4132297" y="5426369"/>
                </a:cubicBezTo>
                <a:cubicBezTo>
                  <a:pt x="4129823" y="5443690"/>
                  <a:pt x="4119925" y="5428844"/>
                  <a:pt x="4119925" y="5428844"/>
                </a:cubicBezTo>
                <a:cubicBezTo>
                  <a:pt x="4116386" y="5421841"/>
                  <a:pt x="4116386" y="5413576"/>
                  <a:pt x="4119925" y="5406574"/>
                </a:cubicBezTo>
                <a:close/>
                <a:moveTo>
                  <a:pt x="3672053" y="5401934"/>
                </a:moveTo>
                <a:cubicBezTo>
                  <a:pt x="3680713" y="5402244"/>
                  <a:pt x="3689374" y="5409048"/>
                  <a:pt x="3696797" y="5421420"/>
                </a:cubicBezTo>
                <a:cubicBezTo>
                  <a:pt x="3710505" y="5445150"/>
                  <a:pt x="3710505" y="5474398"/>
                  <a:pt x="3696797" y="5498127"/>
                </a:cubicBezTo>
                <a:cubicBezTo>
                  <a:pt x="3684425" y="5520397"/>
                  <a:pt x="3662155" y="5515449"/>
                  <a:pt x="3647308" y="5500602"/>
                </a:cubicBezTo>
                <a:cubicBezTo>
                  <a:pt x="3634936" y="5475660"/>
                  <a:pt x="3634936" y="5446362"/>
                  <a:pt x="3647308" y="5421420"/>
                </a:cubicBezTo>
                <a:cubicBezTo>
                  <a:pt x="3654732" y="5407811"/>
                  <a:pt x="3663392" y="5401625"/>
                  <a:pt x="3672053" y="5401934"/>
                </a:cubicBezTo>
                <a:close/>
                <a:moveTo>
                  <a:pt x="2767826" y="5401718"/>
                </a:moveTo>
                <a:cubicBezTo>
                  <a:pt x="2774757" y="5402399"/>
                  <a:pt x="2781432" y="5405721"/>
                  <a:pt x="2786208" y="5411523"/>
                </a:cubicBezTo>
                <a:cubicBezTo>
                  <a:pt x="2797516" y="5428819"/>
                  <a:pt x="2797516" y="5451139"/>
                  <a:pt x="2786208" y="5468435"/>
                </a:cubicBezTo>
                <a:cubicBezTo>
                  <a:pt x="2773835" y="5483282"/>
                  <a:pt x="2756514" y="5483282"/>
                  <a:pt x="2744142" y="5470910"/>
                </a:cubicBezTo>
                <a:cubicBezTo>
                  <a:pt x="2733007" y="5452673"/>
                  <a:pt x="2733007" y="5429760"/>
                  <a:pt x="2744142" y="5411523"/>
                </a:cubicBezTo>
                <a:cubicBezTo>
                  <a:pt x="2745280" y="5410162"/>
                  <a:pt x="2746518" y="5408900"/>
                  <a:pt x="2747903" y="5407762"/>
                </a:cubicBezTo>
                <a:cubicBezTo>
                  <a:pt x="2753706" y="5402999"/>
                  <a:pt x="2760894" y="5401038"/>
                  <a:pt x="2767826" y="5401718"/>
                </a:cubicBezTo>
                <a:close/>
                <a:moveTo>
                  <a:pt x="2601358" y="5339529"/>
                </a:moveTo>
                <a:cubicBezTo>
                  <a:pt x="2608098" y="5341298"/>
                  <a:pt x="2614160" y="5345641"/>
                  <a:pt x="2617946" y="5352136"/>
                </a:cubicBezTo>
                <a:cubicBezTo>
                  <a:pt x="2630417" y="5372649"/>
                  <a:pt x="2630417" y="5398433"/>
                  <a:pt x="2617946" y="5418946"/>
                </a:cubicBezTo>
                <a:cubicBezTo>
                  <a:pt x="2615348" y="5422905"/>
                  <a:pt x="2611785" y="5426122"/>
                  <a:pt x="2607578" y="5428299"/>
                </a:cubicBezTo>
                <a:cubicBezTo>
                  <a:pt x="2594191" y="5435129"/>
                  <a:pt x="2577786" y="5429858"/>
                  <a:pt x="2570932" y="5416471"/>
                </a:cubicBezTo>
                <a:cubicBezTo>
                  <a:pt x="2558312" y="5396874"/>
                  <a:pt x="2558312" y="5371734"/>
                  <a:pt x="2570932" y="5352136"/>
                </a:cubicBezTo>
                <a:cubicBezTo>
                  <a:pt x="2573307" y="5348078"/>
                  <a:pt x="2576672" y="5344713"/>
                  <a:pt x="2580706" y="5342362"/>
                </a:cubicBezTo>
                <a:cubicBezTo>
                  <a:pt x="2587202" y="5338564"/>
                  <a:pt x="2594619" y="5337760"/>
                  <a:pt x="2601358" y="5339529"/>
                </a:cubicBezTo>
                <a:close/>
                <a:moveTo>
                  <a:pt x="3263772" y="5319969"/>
                </a:moveTo>
                <a:cubicBezTo>
                  <a:pt x="3276144" y="5319969"/>
                  <a:pt x="3276144" y="5319969"/>
                  <a:pt x="3276144" y="5319969"/>
                </a:cubicBezTo>
                <a:cubicBezTo>
                  <a:pt x="3278470" y="5325512"/>
                  <a:pt x="3278470" y="5331747"/>
                  <a:pt x="3276144" y="5337290"/>
                </a:cubicBezTo>
                <a:cubicBezTo>
                  <a:pt x="3271195" y="5342239"/>
                  <a:pt x="3263772" y="5342239"/>
                  <a:pt x="3263772" y="5337290"/>
                </a:cubicBezTo>
                <a:cubicBezTo>
                  <a:pt x="3263772" y="5332341"/>
                  <a:pt x="3251400" y="5319969"/>
                  <a:pt x="3263772" y="5319969"/>
                </a:cubicBezTo>
                <a:close/>
                <a:moveTo>
                  <a:pt x="3404814" y="5310071"/>
                </a:moveTo>
                <a:cubicBezTo>
                  <a:pt x="3409763" y="5310071"/>
                  <a:pt x="3422135" y="5310071"/>
                  <a:pt x="3422135" y="5310071"/>
                </a:cubicBezTo>
                <a:cubicBezTo>
                  <a:pt x="3426985" y="5319375"/>
                  <a:pt x="3426985" y="5330461"/>
                  <a:pt x="3422135" y="5339764"/>
                </a:cubicBezTo>
                <a:cubicBezTo>
                  <a:pt x="3419661" y="5344713"/>
                  <a:pt x="3404814" y="5337290"/>
                  <a:pt x="3404814" y="5337290"/>
                </a:cubicBezTo>
                <a:cubicBezTo>
                  <a:pt x="3399965" y="5328877"/>
                  <a:pt x="3399965" y="5318484"/>
                  <a:pt x="3404814" y="5310071"/>
                </a:cubicBezTo>
                <a:close/>
                <a:moveTo>
                  <a:pt x="4015999" y="5290276"/>
                </a:moveTo>
                <a:cubicBezTo>
                  <a:pt x="4028371" y="5290276"/>
                  <a:pt x="4028371" y="5290276"/>
                  <a:pt x="4028371" y="5290276"/>
                </a:cubicBezTo>
                <a:cubicBezTo>
                  <a:pt x="4030821" y="5297502"/>
                  <a:pt x="4030821" y="5305321"/>
                  <a:pt x="4028371" y="5312546"/>
                </a:cubicBezTo>
                <a:cubicBezTo>
                  <a:pt x="4025897" y="5317495"/>
                  <a:pt x="4015999" y="5315020"/>
                  <a:pt x="4015999" y="5310071"/>
                </a:cubicBezTo>
                <a:cubicBezTo>
                  <a:pt x="4015999" y="5305123"/>
                  <a:pt x="4003627" y="5290276"/>
                  <a:pt x="4015999" y="5290276"/>
                </a:cubicBezTo>
                <a:close/>
                <a:moveTo>
                  <a:pt x="3553899" y="5281925"/>
                </a:moveTo>
                <a:cubicBezTo>
                  <a:pt x="3558848" y="5282234"/>
                  <a:pt x="3563178" y="5285327"/>
                  <a:pt x="3563178" y="5290276"/>
                </a:cubicBezTo>
                <a:cubicBezTo>
                  <a:pt x="3563178" y="5300174"/>
                  <a:pt x="3563178" y="5324918"/>
                  <a:pt x="3563178" y="5324918"/>
                </a:cubicBezTo>
                <a:cubicBezTo>
                  <a:pt x="3558229" y="5334815"/>
                  <a:pt x="3540908" y="5327392"/>
                  <a:pt x="3540908" y="5327392"/>
                </a:cubicBezTo>
                <a:cubicBezTo>
                  <a:pt x="3533732" y="5316059"/>
                  <a:pt x="3533732" y="5301609"/>
                  <a:pt x="3540908" y="5290276"/>
                </a:cubicBezTo>
                <a:cubicBezTo>
                  <a:pt x="3543383" y="5284090"/>
                  <a:pt x="3548950" y="5281616"/>
                  <a:pt x="3553899" y="5281925"/>
                </a:cubicBezTo>
                <a:close/>
                <a:moveTo>
                  <a:pt x="3124567" y="5279268"/>
                </a:moveTo>
                <a:cubicBezTo>
                  <a:pt x="3129992" y="5281003"/>
                  <a:pt x="3134755" y="5284808"/>
                  <a:pt x="3137576" y="5290276"/>
                </a:cubicBezTo>
                <a:cubicBezTo>
                  <a:pt x="3147696" y="5308785"/>
                  <a:pt x="3147696" y="5331154"/>
                  <a:pt x="3137576" y="5349663"/>
                </a:cubicBezTo>
                <a:cubicBezTo>
                  <a:pt x="3125204" y="5364509"/>
                  <a:pt x="3107883" y="5362035"/>
                  <a:pt x="3097985" y="5349663"/>
                </a:cubicBezTo>
                <a:cubicBezTo>
                  <a:pt x="3086850" y="5331426"/>
                  <a:pt x="3086850" y="5308513"/>
                  <a:pt x="3097985" y="5290276"/>
                </a:cubicBezTo>
                <a:cubicBezTo>
                  <a:pt x="3100113" y="5286169"/>
                  <a:pt x="3103454" y="5282803"/>
                  <a:pt x="3107586" y="5280675"/>
                </a:cubicBezTo>
                <a:cubicBezTo>
                  <a:pt x="3113055" y="5277867"/>
                  <a:pt x="3119142" y="5277533"/>
                  <a:pt x="3124567" y="5279268"/>
                </a:cubicBezTo>
                <a:close/>
                <a:moveTo>
                  <a:pt x="2958180" y="5242025"/>
                </a:moveTo>
                <a:cubicBezTo>
                  <a:pt x="2967459" y="5242643"/>
                  <a:pt x="2976739" y="5249448"/>
                  <a:pt x="2984162" y="5260582"/>
                </a:cubicBezTo>
                <a:cubicBezTo>
                  <a:pt x="2998093" y="5282481"/>
                  <a:pt x="2998093" y="5310442"/>
                  <a:pt x="2984162" y="5332341"/>
                </a:cubicBezTo>
                <a:cubicBezTo>
                  <a:pt x="2969315" y="5352136"/>
                  <a:pt x="2947045" y="5347188"/>
                  <a:pt x="2932199" y="5334815"/>
                </a:cubicBezTo>
                <a:cubicBezTo>
                  <a:pt x="2918416" y="5312001"/>
                  <a:pt x="2918416" y="5283397"/>
                  <a:pt x="2932199" y="5260582"/>
                </a:cubicBezTo>
                <a:cubicBezTo>
                  <a:pt x="2939622" y="5246973"/>
                  <a:pt x="2948901" y="5241406"/>
                  <a:pt x="2958180" y="5242025"/>
                </a:cubicBezTo>
                <a:close/>
                <a:moveTo>
                  <a:pt x="3687209" y="5222230"/>
                </a:moveTo>
                <a:cubicBezTo>
                  <a:pt x="3695560" y="5222848"/>
                  <a:pt x="3704220" y="5229653"/>
                  <a:pt x="3711643" y="5240787"/>
                </a:cubicBezTo>
                <a:cubicBezTo>
                  <a:pt x="3725352" y="5264517"/>
                  <a:pt x="3725352" y="5293765"/>
                  <a:pt x="3711643" y="5317495"/>
                </a:cubicBezTo>
                <a:cubicBezTo>
                  <a:pt x="3694323" y="5337290"/>
                  <a:pt x="3672053" y="5332341"/>
                  <a:pt x="3664629" y="5317495"/>
                </a:cubicBezTo>
                <a:cubicBezTo>
                  <a:pt x="3650921" y="5293765"/>
                  <a:pt x="3650921" y="5264517"/>
                  <a:pt x="3664629" y="5240787"/>
                </a:cubicBezTo>
                <a:cubicBezTo>
                  <a:pt x="3670815" y="5227178"/>
                  <a:pt x="3678857" y="5221611"/>
                  <a:pt x="3687209" y="5222230"/>
                </a:cubicBezTo>
                <a:close/>
                <a:moveTo>
                  <a:pt x="2801573" y="5218966"/>
                </a:moveTo>
                <a:cubicBezTo>
                  <a:pt x="2806441" y="5220367"/>
                  <a:pt x="2810778" y="5223627"/>
                  <a:pt x="2813425" y="5228415"/>
                </a:cubicBezTo>
                <a:cubicBezTo>
                  <a:pt x="2823422" y="5243386"/>
                  <a:pt x="2823422" y="5262934"/>
                  <a:pt x="2813425" y="5277904"/>
                </a:cubicBezTo>
                <a:cubicBezTo>
                  <a:pt x="2812436" y="5279117"/>
                  <a:pt x="2811322" y="5280230"/>
                  <a:pt x="2810110" y="5281220"/>
                </a:cubicBezTo>
                <a:cubicBezTo>
                  <a:pt x="2800534" y="5288965"/>
                  <a:pt x="2786504" y="5287480"/>
                  <a:pt x="2778783" y="5277904"/>
                </a:cubicBezTo>
                <a:cubicBezTo>
                  <a:pt x="2769950" y="5262588"/>
                  <a:pt x="2769950" y="5243732"/>
                  <a:pt x="2778783" y="5228415"/>
                </a:cubicBezTo>
                <a:cubicBezTo>
                  <a:pt x="2780590" y="5225149"/>
                  <a:pt x="2783262" y="5222477"/>
                  <a:pt x="2786528" y="5220671"/>
                </a:cubicBezTo>
                <a:cubicBezTo>
                  <a:pt x="2791304" y="5218023"/>
                  <a:pt x="2796705" y="5217565"/>
                  <a:pt x="2801573" y="5218966"/>
                </a:cubicBezTo>
                <a:close/>
                <a:moveTo>
                  <a:pt x="4119499" y="5204831"/>
                </a:moveTo>
                <a:cubicBezTo>
                  <a:pt x="4127502" y="5202743"/>
                  <a:pt x="4137245" y="5211094"/>
                  <a:pt x="4137245" y="5211094"/>
                </a:cubicBezTo>
                <a:cubicBezTo>
                  <a:pt x="4144298" y="5225100"/>
                  <a:pt x="4144298" y="5241629"/>
                  <a:pt x="4137245" y="5255634"/>
                </a:cubicBezTo>
                <a:cubicBezTo>
                  <a:pt x="4129822" y="5265532"/>
                  <a:pt x="4117450" y="5263058"/>
                  <a:pt x="4112501" y="5253160"/>
                </a:cubicBezTo>
                <a:cubicBezTo>
                  <a:pt x="4106241" y="5239848"/>
                  <a:pt x="4106241" y="5224407"/>
                  <a:pt x="4112501" y="5211094"/>
                </a:cubicBezTo>
                <a:cubicBezTo>
                  <a:pt x="4114357" y="5207383"/>
                  <a:pt x="4116831" y="5205527"/>
                  <a:pt x="4119499" y="5204831"/>
                </a:cubicBezTo>
                <a:close/>
                <a:moveTo>
                  <a:pt x="3807218" y="5199031"/>
                </a:moveTo>
                <a:cubicBezTo>
                  <a:pt x="3814332" y="5199340"/>
                  <a:pt x="3820518" y="5203671"/>
                  <a:pt x="3820518" y="5211094"/>
                </a:cubicBezTo>
                <a:cubicBezTo>
                  <a:pt x="3828882" y="5227400"/>
                  <a:pt x="3828882" y="5246750"/>
                  <a:pt x="3820518" y="5263057"/>
                </a:cubicBezTo>
                <a:cubicBezTo>
                  <a:pt x="3813095" y="5275429"/>
                  <a:pt x="3798248" y="5272954"/>
                  <a:pt x="3788351" y="5260582"/>
                </a:cubicBezTo>
                <a:cubicBezTo>
                  <a:pt x="3779987" y="5245142"/>
                  <a:pt x="3779987" y="5226534"/>
                  <a:pt x="3788351" y="5211094"/>
                </a:cubicBezTo>
                <a:cubicBezTo>
                  <a:pt x="3792063" y="5202434"/>
                  <a:pt x="3800105" y="5198722"/>
                  <a:pt x="3807218" y="5199031"/>
                </a:cubicBezTo>
                <a:close/>
                <a:moveTo>
                  <a:pt x="2244814" y="5190387"/>
                </a:moveTo>
                <a:cubicBezTo>
                  <a:pt x="2251073" y="5190835"/>
                  <a:pt x="2257162" y="5193650"/>
                  <a:pt x="2261628" y="5198722"/>
                </a:cubicBezTo>
                <a:cubicBezTo>
                  <a:pt x="2272778" y="5214237"/>
                  <a:pt x="2272778" y="5235171"/>
                  <a:pt x="2261628" y="5250685"/>
                </a:cubicBezTo>
                <a:cubicBezTo>
                  <a:pt x="2251345" y="5259470"/>
                  <a:pt x="2235919" y="5258356"/>
                  <a:pt x="2226986" y="5248211"/>
                </a:cubicBezTo>
                <a:cubicBezTo>
                  <a:pt x="2215837" y="5232696"/>
                  <a:pt x="2215837" y="5211763"/>
                  <a:pt x="2226986" y="5196248"/>
                </a:cubicBezTo>
                <a:cubicBezTo>
                  <a:pt x="2232128" y="5191856"/>
                  <a:pt x="2238556" y="5189938"/>
                  <a:pt x="2244814" y="5190387"/>
                </a:cubicBezTo>
                <a:close/>
                <a:moveTo>
                  <a:pt x="2626606" y="5144903"/>
                </a:moveTo>
                <a:cubicBezTo>
                  <a:pt x="2635885" y="5145522"/>
                  <a:pt x="2645165" y="5151708"/>
                  <a:pt x="2652588" y="5161606"/>
                </a:cubicBezTo>
                <a:cubicBezTo>
                  <a:pt x="2666519" y="5183504"/>
                  <a:pt x="2666519" y="5211465"/>
                  <a:pt x="2652588" y="5233364"/>
                </a:cubicBezTo>
                <a:cubicBezTo>
                  <a:pt x="2649891" y="5238239"/>
                  <a:pt x="2645857" y="5242272"/>
                  <a:pt x="2640983" y="5244969"/>
                </a:cubicBezTo>
                <a:cubicBezTo>
                  <a:pt x="2626631" y="5252912"/>
                  <a:pt x="2608568" y="5247716"/>
                  <a:pt x="2600625" y="5233364"/>
                </a:cubicBezTo>
                <a:cubicBezTo>
                  <a:pt x="2586050" y="5211663"/>
                  <a:pt x="2586050" y="5183306"/>
                  <a:pt x="2600625" y="5161606"/>
                </a:cubicBezTo>
                <a:cubicBezTo>
                  <a:pt x="2608048" y="5149234"/>
                  <a:pt x="2617327" y="5144285"/>
                  <a:pt x="2626606" y="5144903"/>
                </a:cubicBezTo>
                <a:close/>
                <a:moveTo>
                  <a:pt x="3422135" y="5134387"/>
                </a:moveTo>
                <a:cubicBezTo>
                  <a:pt x="3424610" y="5134387"/>
                  <a:pt x="3439456" y="5134387"/>
                  <a:pt x="3439456" y="5134387"/>
                </a:cubicBezTo>
                <a:cubicBezTo>
                  <a:pt x="3444306" y="5142800"/>
                  <a:pt x="3444306" y="5153193"/>
                  <a:pt x="3439456" y="5161606"/>
                </a:cubicBezTo>
                <a:cubicBezTo>
                  <a:pt x="3434508" y="5169029"/>
                  <a:pt x="3422135" y="5161606"/>
                  <a:pt x="3422135" y="5161606"/>
                </a:cubicBezTo>
                <a:cubicBezTo>
                  <a:pt x="3415950" y="5153589"/>
                  <a:pt x="3415950" y="5142404"/>
                  <a:pt x="3422135" y="5134387"/>
                </a:cubicBezTo>
                <a:close/>
                <a:moveTo>
                  <a:pt x="3916094" y="5127273"/>
                </a:moveTo>
                <a:cubicBezTo>
                  <a:pt x="3925064" y="5127583"/>
                  <a:pt x="3934343" y="5134387"/>
                  <a:pt x="3941766" y="5146759"/>
                </a:cubicBezTo>
                <a:cubicBezTo>
                  <a:pt x="3955425" y="5171380"/>
                  <a:pt x="3955425" y="5201320"/>
                  <a:pt x="3941766" y="5225941"/>
                </a:cubicBezTo>
                <a:cubicBezTo>
                  <a:pt x="3929394" y="5245736"/>
                  <a:pt x="3909598" y="5240787"/>
                  <a:pt x="3892277" y="5225941"/>
                </a:cubicBezTo>
                <a:cubicBezTo>
                  <a:pt x="3878618" y="5201320"/>
                  <a:pt x="3878618" y="5171380"/>
                  <a:pt x="3892277" y="5146759"/>
                </a:cubicBezTo>
                <a:cubicBezTo>
                  <a:pt x="3898463" y="5133150"/>
                  <a:pt x="3907124" y="5126964"/>
                  <a:pt x="3916094" y="5127273"/>
                </a:cubicBezTo>
                <a:close/>
                <a:moveTo>
                  <a:pt x="3130152" y="5126963"/>
                </a:moveTo>
                <a:cubicBezTo>
                  <a:pt x="3135101" y="5126963"/>
                  <a:pt x="3149948" y="5126963"/>
                  <a:pt x="3149948" y="5126963"/>
                </a:cubicBezTo>
                <a:cubicBezTo>
                  <a:pt x="3154798" y="5136267"/>
                  <a:pt x="3154798" y="5147353"/>
                  <a:pt x="3149948" y="5156656"/>
                </a:cubicBezTo>
                <a:lnTo>
                  <a:pt x="3130152" y="5159131"/>
                </a:lnTo>
                <a:cubicBezTo>
                  <a:pt x="3123843" y="5149332"/>
                  <a:pt x="3123843" y="5136762"/>
                  <a:pt x="3130152" y="5126963"/>
                </a:cubicBezTo>
                <a:close/>
                <a:moveTo>
                  <a:pt x="3280845" y="5119788"/>
                </a:moveTo>
                <a:cubicBezTo>
                  <a:pt x="3289729" y="5116225"/>
                  <a:pt x="3299824" y="5120555"/>
                  <a:pt x="3303363" y="5129438"/>
                </a:cubicBezTo>
                <a:cubicBezTo>
                  <a:pt x="3313359" y="5144409"/>
                  <a:pt x="3313359" y="5163956"/>
                  <a:pt x="3303363" y="5178927"/>
                </a:cubicBezTo>
                <a:cubicBezTo>
                  <a:pt x="3295939" y="5196248"/>
                  <a:pt x="3281093" y="5196248"/>
                  <a:pt x="3271195" y="5176452"/>
                </a:cubicBezTo>
                <a:cubicBezTo>
                  <a:pt x="3263698" y="5161680"/>
                  <a:pt x="3263698" y="5144210"/>
                  <a:pt x="3271195" y="5129438"/>
                </a:cubicBezTo>
                <a:cubicBezTo>
                  <a:pt x="3272952" y="5125034"/>
                  <a:pt x="3276441" y="5121545"/>
                  <a:pt x="3280845" y="5119788"/>
                </a:cubicBezTo>
                <a:close/>
                <a:moveTo>
                  <a:pt x="4024968" y="5094487"/>
                </a:moveTo>
                <a:cubicBezTo>
                  <a:pt x="4029608" y="5094796"/>
                  <a:pt x="4033319" y="5098508"/>
                  <a:pt x="4033319" y="5104694"/>
                </a:cubicBezTo>
                <a:cubicBezTo>
                  <a:pt x="4040743" y="5115037"/>
                  <a:pt x="4040743" y="5128993"/>
                  <a:pt x="4033319" y="5139336"/>
                </a:cubicBezTo>
                <a:cubicBezTo>
                  <a:pt x="4028371" y="5149234"/>
                  <a:pt x="4018473" y="5146759"/>
                  <a:pt x="4011049" y="5139336"/>
                </a:cubicBezTo>
                <a:cubicBezTo>
                  <a:pt x="4004864" y="5128622"/>
                  <a:pt x="4004864" y="5115408"/>
                  <a:pt x="4011049" y="5104694"/>
                </a:cubicBezTo>
                <a:cubicBezTo>
                  <a:pt x="4014761" y="5097271"/>
                  <a:pt x="4020329" y="5094178"/>
                  <a:pt x="4024968" y="5094487"/>
                </a:cubicBezTo>
                <a:close/>
                <a:moveTo>
                  <a:pt x="3567199" y="5094177"/>
                </a:moveTo>
                <a:cubicBezTo>
                  <a:pt x="3574313" y="5094178"/>
                  <a:pt x="3580499" y="5098508"/>
                  <a:pt x="3580499" y="5107168"/>
                </a:cubicBezTo>
                <a:cubicBezTo>
                  <a:pt x="3580499" y="5124489"/>
                  <a:pt x="3580499" y="5156656"/>
                  <a:pt x="3580499" y="5156656"/>
                </a:cubicBezTo>
                <a:cubicBezTo>
                  <a:pt x="3573075" y="5169028"/>
                  <a:pt x="3558229" y="5166554"/>
                  <a:pt x="3548331" y="5156656"/>
                </a:cubicBezTo>
                <a:cubicBezTo>
                  <a:pt x="3539498" y="5141339"/>
                  <a:pt x="3539498" y="5122485"/>
                  <a:pt x="3548331" y="5107168"/>
                </a:cubicBezTo>
                <a:cubicBezTo>
                  <a:pt x="3552043" y="5098508"/>
                  <a:pt x="3560085" y="5094178"/>
                  <a:pt x="3567199" y="5094177"/>
                </a:cubicBezTo>
                <a:close/>
                <a:moveTo>
                  <a:pt x="2984975" y="5090785"/>
                </a:moveTo>
                <a:cubicBezTo>
                  <a:pt x="2989377" y="5091308"/>
                  <a:pt x="2993577" y="5093510"/>
                  <a:pt x="2996534" y="5097271"/>
                </a:cubicBezTo>
                <a:cubicBezTo>
                  <a:pt x="3002695" y="5108876"/>
                  <a:pt x="3002695" y="5122782"/>
                  <a:pt x="2996534" y="5134387"/>
                </a:cubicBezTo>
                <a:cubicBezTo>
                  <a:pt x="2989110" y="5144285"/>
                  <a:pt x="2969315" y="5141811"/>
                  <a:pt x="2969315" y="5134387"/>
                </a:cubicBezTo>
                <a:cubicBezTo>
                  <a:pt x="2962139" y="5123054"/>
                  <a:pt x="2962139" y="5108604"/>
                  <a:pt x="2969315" y="5097271"/>
                </a:cubicBezTo>
                <a:cubicBezTo>
                  <a:pt x="2970156" y="5096207"/>
                  <a:pt x="2971121" y="5095217"/>
                  <a:pt x="2972210" y="5094376"/>
                </a:cubicBezTo>
                <a:cubicBezTo>
                  <a:pt x="2975971" y="5091419"/>
                  <a:pt x="2980574" y="5090262"/>
                  <a:pt x="2984975" y="5090785"/>
                </a:cubicBezTo>
                <a:close/>
                <a:moveTo>
                  <a:pt x="4216737" y="5083352"/>
                </a:moveTo>
                <a:cubicBezTo>
                  <a:pt x="4226325" y="5085517"/>
                  <a:pt x="4236223" y="5093559"/>
                  <a:pt x="4243646" y="5107168"/>
                </a:cubicBezTo>
                <a:cubicBezTo>
                  <a:pt x="4258171" y="5135079"/>
                  <a:pt x="4258171" y="5168335"/>
                  <a:pt x="4243646" y="5196247"/>
                </a:cubicBezTo>
                <a:cubicBezTo>
                  <a:pt x="4231274" y="5225940"/>
                  <a:pt x="4206530" y="5220992"/>
                  <a:pt x="4191683" y="5186349"/>
                </a:cubicBezTo>
                <a:cubicBezTo>
                  <a:pt x="4177134" y="5157572"/>
                  <a:pt x="4177134" y="5123573"/>
                  <a:pt x="4191683" y="5094796"/>
                </a:cubicBezTo>
                <a:cubicBezTo>
                  <a:pt x="4197869" y="5084898"/>
                  <a:pt x="4207148" y="5081186"/>
                  <a:pt x="4216737" y="5083352"/>
                </a:cubicBezTo>
                <a:close/>
                <a:moveTo>
                  <a:pt x="2453408" y="5077027"/>
                </a:moveTo>
                <a:cubicBezTo>
                  <a:pt x="2461542" y="5078298"/>
                  <a:pt x="2469192" y="5082671"/>
                  <a:pt x="2474429" y="5089847"/>
                </a:cubicBezTo>
                <a:cubicBezTo>
                  <a:pt x="2490512" y="5111053"/>
                  <a:pt x="2490512" y="5140399"/>
                  <a:pt x="2474429" y="5161606"/>
                </a:cubicBezTo>
                <a:cubicBezTo>
                  <a:pt x="2472467" y="5164302"/>
                  <a:pt x="2470101" y="5166653"/>
                  <a:pt x="2467414" y="5168633"/>
                </a:cubicBezTo>
                <a:cubicBezTo>
                  <a:pt x="2453065" y="5179100"/>
                  <a:pt x="2432940" y="5175957"/>
                  <a:pt x="2422466" y="5161606"/>
                </a:cubicBezTo>
                <a:cubicBezTo>
                  <a:pt x="2406379" y="5140399"/>
                  <a:pt x="2406379" y="5111053"/>
                  <a:pt x="2422466" y="5089847"/>
                </a:cubicBezTo>
                <a:cubicBezTo>
                  <a:pt x="2424428" y="5087150"/>
                  <a:pt x="2426794" y="5084799"/>
                  <a:pt x="2429481" y="5082819"/>
                </a:cubicBezTo>
                <a:cubicBezTo>
                  <a:pt x="2436656" y="5077586"/>
                  <a:pt x="2445274" y="5075755"/>
                  <a:pt x="2453408" y="5077027"/>
                </a:cubicBezTo>
                <a:close/>
                <a:moveTo>
                  <a:pt x="2827774" y="5044739"/>
                </a:moveTo>
                <a:cubicBezTo>
                  <a:pt x="2832769" y="5045562"/>
                  <a:pt x="2837452" y="5048290"/>
                  <a:pt x="2840644" y="5052731"/>
                </a:cubicBezTo>
                <a:cubicBezTo>
                  <a:pt x="2849156" y="5066365"/>
                  <a:pt x="2849156" y="5083637"/>
                  <a:pt x="2840644" y="5097271"/>
                </a:cubicBezTo>
                <a:cubicBezTo>
                  <a:pt x="2830746" y="5109643"/>
                  <a:pt x="2815900" y="5104694"/>
                  <a:pt x="2808477" y="5099745"/>
                </a:cubicBezTo>
                <a:cubicBezTo>
                  <a:pt x="2799544" y="5085344"/>
                  <a:pt x="2799544" y="5067132"/>
                  <a:pt x="2808477" y="5052731"/>
                </a:cubicBezTo>
                <a:cubicBezTo>
                  <a:pt x="2809738" y="5050974"/>
                  <a:pt x="2811273" y="5049440"/>
                  <a:pt x="2813029" y="5048178"/>
                </a:cubicBezTo>
                <a:cubicBezTo>
                  <a:pt x="2817471" y="5044999"/>
                  <a:pt x="2822779" y="5043916"/>
                  <a:pt x="2827774" y="5044739"/>
                </a:cubicBezTo>
                <a:close/>
                <a:moveTo>
                  <a:pt x="4123018" y="5022728"/>
                </a:moveTo>
                <a:cubicBezTo>
                  <a:pt x="4127967" y="5023038"/>
                  <a:pt x="4132297" y="5026749"/>
                  <a:pt x="4132297" y="5032935"/>
                </a:cubicBezTo>
                <a:cubicBezTo>
                  <a:pt x="4138062" y="5044639"/>
                  <a:pt x="4138062" y="5058347"/>
                  <a:pt x="4132297" y="5070051"/>
                </a:cubicBezTo>
                <a:cubicBezTo>
                  <a:pt x="4124874" y="5079949"/>
                  <a:pt x="4114976" y="5077475"/>
                  <a:pt x="4110027" y="5070051"/>
                </a:cubicBezTo>
                <a:cubicBezTo>
                  <a:pt x="4103866" y="5058446"/>
                  <a:pt x="4103866" y="5044540"/>
                  <a:pt x="4110027" y="5032935"/>
                </a:cubicBezTo>
                <a:cubicBezTo>
                  <a:pt x="4112502" y="5025512"/>
                  <a:pt x="4118069" y="5022419"/>
                  <a:pt x="4123018" y="5022728"/>
                </a:cubicBezTo>
                <a:close/>
                <a:moveTo>
                  <a:pt x="3815571" y="5016543"/>
                </a:moveTo>
                <a:cubicBezTo>
                  <a:pt x="3823613" y="5016852"/>
                  <a:pt x="3830417" y="5021801"/>
                  <a:pt x="3830417" y="5030461"/>
                </a:cubicBezTo>
                <a:cubicBezTo>
                  <a:pt x="3840141" y="5049935"/>
                  <a:pt x="3840141" y="5072848"/>
                  <a:pt x="3830417" y="5092322"/>
                </a:cubicBezTo>
                <a:cubicBezTo>
                  <a:pt x="3820519" y="5104694"/>
                  <a:pt x="3803198" y="5102220"/>
                  <a:pt x="3793300" y="5089847"/>
                </a:cubicBezTo>
                <a:cubicBezTo>
                  <a:pt x="3783625" y="5071240"/>
                  <a:pt x="3783625" y="5049069"/>
                  <a:pt x="3793300" y="5030461"/>
                </a:cubicBezTo>
                <a:cubicBezTo>
                  <a:pt x="3798249" y="5020564"/>
                  <a:pt x="3807529" y="5016234"/>
                  <a:pt x="3815571" y="5016543"/>
                </a:cubicBezTo>
                <a:close/>
                <a:moveTo>
                  <a:pt x="2287078" y="4998677"/>
                </a:moveTo>
                <a:cubicBezTo>
                  <a:pt x="2292664" y="4999809"/>
                  <a:pt x="2297819" y="5003069"/>
                  <a:pt x="2301219" y="5008191"/>
                </a:cubicBezTo>
                <a:cubicBezTo>
                  <a:pt x="2310795" y="5022394"/>
                  <a:pt x="2310795" y="5041002"/>
                  <a:pt x="2301219" y="5055205"/>
                </a:cubicBezTo>
                <a:cubicBezTo>
                  <a:pt x="2299573" y="5057680"/>
                  <a:pt x="2297450" y="5059808"/>
                  <a:pt x="2294971" y="5061465"/>
                </a:cubicBezTo>
                <a:cubicBezTo>
                  <a:pt x="2284722" y="5068245"/>
                  <a:pt x="2270902" y="5065449"/>
                  <a:pt x="2264102" y="5055205"/>
                </a:cubicBezTo>
                <a:cubicBezTo>
                  <a:pt x="2253791" y="5041225"/>
                  <a:pt x="2253791" y="5022171"/>
                  <a:pt x="2264102" y="5008191"/>
                </a:cubicBezTo>
                <a:cubicBezTo>
                  <a:pt x="2265748" y="5005716"/>
                  <a:pt x="2267871" y="5003588"/>
                  <a:pt x="2270350" y="5001931"/>
                </a:cubicBezTo>
                <a:cubicBezTo>
                  <a:pt x="2275475" y="4998541"/>
                  <a:pt x="2281492" y="4997545"/>
                  <a:pt x="2287078" y="4998677"/>
                </a:cubicBezTo>
                <a:close/>
                <a:moveTo>
                  <a:pt x="3925064" y="4990561"/>
                </a:moveTo>
                <a:cubicBezTo>
                  <a:pt x="3926919" y="4989633"/>
                  <a:pt x="3926919" y="4989633"/>
                  <a:pt x="3926919" y="4993344"/>
                </a:cubicBezTo>
                <a:cubicBezTo>
                  <a:pt x="3926919" y="5000767"/>
                  <a:pt x="3926919" y="5018089"/>
                  <a:pt x="3926919" y="5018089"/>
                </a:cubicBezTo>
                <a:cubicBezTo>
                  <a:pt x="3924445" y="5023037"/>
                  <a:pt x="3912073" y="5018089"/>
                  <a:pt x="3912073" y="5018089"/>
                </a:cubicBezTo>
                <a:cubicBezTo>
                  <a:pt x="3907074" y="5010591"/>
                  <a:pt x="3907074" y="5000842"/>
                  <a:pt x="3912073" y="4993344"/>
                </a:cubicBezTo>
                <a:cubicBezTo>
                  <a:pt x="3919496" y="4993344"/>
                  <a:pt x="3923208" y="4991488"/>
                  <a:pt x="3925064" y="4990561"/>
                </a:cubicBezTo>
                <a:close/>
                <a:moveTo>
                  <a:pt x="2665693" y="4973314"/>
                </a:moveTo>
                <a:cubicBezTo>
                  <a:pt x="2672433" y="4975083"/>
                  <a:pt x="2678495" y="4979426"/>
                  <a:pt x="2682281" y="4985921"/>
                </a:cubicBezTo>
                <a:cubicBezTo>
                  <a:pt x="2695568" y="5005320"/>
                  <a:pt x="2695568" y="5030857"/>
                  <a:pt x="2682281" y="5050256"/>
                </a:cubicBezTo>
                <a:cubicBezTo>
                  <a:pt x="2667434" y="5065103"/>
                  <a:pt x="2647639" y="5060154"/>
                  <a:pt x="2635267" y="5050256"/>
                </a:cubicBezTo>
                <a:cubicBezTo>
                  <a:pt x="2622647" y="5030659"/>
                  <a:pt x="2622647" y="5005519"/>
                  <a:pt x="2635267" y="4985921"/>
                </a:cubicBezTo>
                <a:cubicBezTo>
                  <a:pt x="2637642" y="4981863"/>
                  <a:pt x="2641007" y="4978498"/>
                  <a:pt x="2645041" y="4976147"/>
                </a:cubicBezTo>
                <a:cubicBezTo>
                  <a:pt x="2651536" y="4972349"/>
                  <a:pt x="2658953" y="4971545"/>
                  <a:pt x="2665693" y="4973314"/>
                </a:cubicBezTo>
                <a:close/>
                <a:moveTo>
                  <a:pt x="1892011" y="4968291"/>
                </a:moveTo>
                <a:cubicBezTo>
                  <a:pt x="1897887" y="4968600"/>
                  <a:pt x="1902836" y="4972312"/>
                  <a:pt x="1902836" y="4978498"/>
                </a:cubicBezTo>
                <a:cubicBezTo>
                  <a:pt x="1911133" y="4988544"/>
                  <a:pt x="1911133" y="5003094"/>
                  <a:pt x="1902836" y="5013140"/>
                </a:cubicBezTo>
                <a:cubicBezTo>
                  <a:pt x="1895413" y="5023038"/>
                  <a:pt x="1883041" y="5020564"/>
                  <a:pt x="1875618" y="5013140"/>
                </a:cubicBezTo>
                <a:cubicBezTo>
                  <a:pt x="1867321" y="5003094"/>
                  <a:pt x="1867321" y="4988544"/>
                  <a:pt x="1875618" y="4978498"/>
                </a:cubicBezTo>
                <a:cubicBezTo>
                  <a:pt x="1879330" y="4971075"/>
                  <a:pt x="1886134" y="4967982"/>
                  <a:pt x="1892011" y="4968291"/>
                </a:cubicBezTo>
                <a:close/>
                <a:moveTo>
                  <a:pt x="3568127" y="4948805"/>
                </a:moveTo>
                <a:cubicBezTo>
                  <a:pt x="3582973" y="4948805"/>
                  <a:pt x="3582973" y="4948805"/>
                  <a:pt x="3582973" y="4948805"/>
                </a:cubicBezTo>
                <a:cubicBezTo>
                  <a:pt x="3585448" y="4955164"/>
                  <a:pt x="3585448" y="4962241"/>
                  <a:pt x="3582973" y="4968600"/>
                </a:cubicBezTo>
                <a:cubicBezTo>
                  <a:pt x="3580499" y="4973549"/>
                  <a:pt x="3568127" y="4968600"/>
                  <a:pt x="3568127" y="4968600"/>
                </a:cubicBezTo>
                <a:cubicBezTo>
                  <a:pt x="3564588" y="4962464"/>
                  <a:pt x="3564588" y="4954941"/>
                  <a:pt x="3568127" y="4948805"/>
                </a:cubicBezTo>
                <a:close/>
                <a:moveTo>
                  <a:pt x="3309549" y="4944165"/>
                </a:moveTo>
                <a:cubicBezTo>
                  <a:pt x="3316972" y="4944475"/>
                  <a:pt x="3323158" y="4948805"/>
                  <a:pt x="3323158" y="4956228"/>
                </a:cubicBezTo>
                <a:cubicBezTo>
                  <a:pt x="3332883" y="4973079"/>
                  <a:pt x="3332883" y="4993814"/>
                  <a:pt x="3323158" y="5010665"/>
                </a:cubicBezTo>
                <a:cubicBezTo>
                  <a:pt x="3313261" y="5023037"/>
                  <a:pt x="3298414" y="5018089"/>
                  <a:pt x="3288516" y="5010665"/>
                </a:cubicBezTo>
                <a:cubicBezTo>
                  <a:pt x="3278792" y="4993814"/>
                  <a:pt x="3278792" y="4973079"/>
                  <a:pt x="3288516" y="4956228"/>
                </a:cubicBezTo>
                <a:cubicBezTo>
                  <a:pt x="3293465" y="4947568"/>
                  <a:pt x="3302126" y="4943856"/>
                  <a:pt x="3309549" y="4944165"/>
                </a:cubicBezTo>
                <a:close/>
                <a:moveTo>
                  <a:pt x="3163867" y="4939217"/>
                </a:moveTo>
                <a:cubicBezTo>
                  <a:pt x="3169743" y="4939526"/>
                  <a:pt x="3174692" y="4943857"/>
                  <a:pt x="3174692" y="4951280"/>
                </a:cubicBezTo>
                <a:cubicBezTo>
                  <a:pt x="3183402" y="4963948"/>
                  <a:pt x="3183402" y="4980676"/>
                  <a:pt x="3174692" y="4993345"/>
                </a:cubicBezTo>
                <a:cubicBezTo>
                  <a:pt x="3167269" y="5003242"/>
                  <a:pt x="3152422" y="5000768"/>
                  <a:pt x="3147474" y="4993345"/>
                </a:cubicBezTo>
                <a:cubicBezTo>
                  <a:pt x="3138763" y="4980676"/>
                  <a:pt x="3138763" y="4963948"/>
                  <a:pt x="3147474" y="4951280"/>
                </a:cubicBezTo>
                <a:cubicBezTo>
                  <a:pt x="3151186" y="4942620"/>
                  <a:pt x="3157990" y="4938908"/>
                  <a:pt x="3163867" y="4939217"/>
                </a:cubicBezTo>
                <a:close/>
                <a:moveTo>
                  <a:pt x="3450901" y="4934887"/>
                </a:moveTo>
                <a:cubicBezTo>
                  <a:pt x="3458015" y="4935196"/>
                  <a:pt x="3464201" y="4940145"/>
                  <a:pt x="3464201" y="4948805"/>
                </a:cubicBezTo>
                <a:cubicBezTo>
                  <a:pt x="3474470" y="4965507"/>
                  <a:pt x="3474470" y="4986540"/>
                  <a:pt x="3464201" y="5003242"/>
                </a:cubicBezTo>
                <a:cubicBezTo>
                  <a:pt x="3464201" y="5015615"/>
                  <a:pt x="3439457" y="5013140"/>
                  <a:pt x="3432034" y="4995819"/>
                </a:cubicBezTo>
                <a:cubicBezTo>
                  <a:pt x="3421715" y="4981838"/>
                  <a:pt x="3421715" y="4962785"/>
                  <a:pt x="3432034" y="4948805"/>
                </a:cubicBezTo>
                <a:cubicBezTo>
                  <a:pt x="3435746" y="4938908"/>
                  <a:pt x="3443787" y="4934577"/>
                  <a:pt x="3450901" y="4934887"/>
                </a:cubicBezTo>
                <a:close/>
                <a:moveTo>
                  <a:pt x="4013524" y="4926535"/>
                </a:moveTo>
                <a:cubicBezTo>
                  <a:pt x="4028371" y="4926535"/>
                  <a:pt x="4028371" y="4926535"/>
                  <a:pt x="4028371" y="4926535"/>
                </a:cubicBezTo>
                <a:cubicBezTo>
                  <a:pt x="4031909" y="4933537"/>
                  <a:pt x="4031909" y="4941802"/>
                  <a:pt x="4028371" y="4948805"/>
                </a:cubicBezTo>
                <a:cubicBezTo>
                  <a:pt x="4023422" y="4961177"/>
                  <a:pt x="4013524" y="4948805"/>
                  <a:pt x="4013524" y="4948805"/>
                </a:cubicBezTo>
                <a:cubicBezTo>
                  <a:pt x="4009985" y="4941802"/>
                  <a:pt x="4009985" y="4933537"/>
                  <a:pt x="4013524" y="4926535"/>
                </a:cubicBezTo>
                <a:close/>
                <a:moveTo>
                  <a:pt x="4207148" y="4920350"/>
                </a:moveTo>
                <a:cubicBezTo>
                  <a:pt x="4215190" y="4920968"/>
                  <a:pt x="4223851" y="4927773"/>
                  <a:pt x="4231274" y="4938907"/>
                </a:cubicBezTo>
                <a:cubicBezTo>
                  <a:pt x="4242087" y="4962464"/>
                  <a:pt x="4242087" y="4989584"/>
                  <a:pt x="4231274" y="5013140"/>
                </a:cubicBezTo>
                <a:cubicBezTo>
                  <a:pt x="4221376" y="5030461"/>
                  <a:pt x="4206529" y="5025512"/>
                  <a:pt x="4186734" y="5010666"/>
                </a:cubicBezTo>
                <a:cubicBezTo>
                  <a:pt x="4175649" y="4988025"/>
                  <a:pt x="4175649" y="4961548"/>
                  <a:pt x="4186734" y="4938907"/>
                </a:cubicBezTo>
                <a:cubicBezTo>
                  <a:pt x="4191683" y="4925298"/>
                  <a:pt x="4199106" y="4919731"/>
                  <a:pt x="4207148" y="4920350"/>
                </a:cubicBezTo>
                <a:close/>
                <a:moveTo>
                  <a:pt x="3004189" y="4913893"/>
                </a:moveTo>
                <a:cubicBezTo>
                  <a:pt x="3006277" y="4913313"/>
                  <a:pt x="3008597" y="4913700"/>
                  <a:pt x="3010762" y="4914473"/>
                </a:cubicBezTo>
                <a:cubicBezTo>
                  <a:pt x="3015092" y="4916019"/>
                  <a:pt x="3018804" y="4919112"/>
                  <a:pt x="3018804" y="4919112"/>
                </a:cubicBezTo>
                <a:cubicBezTo>
                  <a:pt x="3026376" y="4927574"/>
                  <a:pt x="3026376" y="4940342"/>
                  <a:pt x="3018804" y="4948805"/>
                </a:cubicBezTo>
                <a:cubicBezTo>
                  <a:pt x="3013855" y="4966126"/>
                  <a:pt x="2999008" y="4948805"/>
                  <a:pt x="2999008" y="4948805"/>
                </a:cubicBezTo>
                <a:cubicBezTo>
                  <a:pt x="2993144" y="4939773"/>
                  <a:pt x="2993144" y="4928144"/>
                  <a:pt x="2999008" y="4919112"/>
                </a:cubicBezTo>
                <a:cubicBezTo>
                  <a:pt x="3000245" y="4916019"/>
                  <a:pt x="3002101" y="4914473"/>
                  <a:pt x="3004189" y="4913893"/>
                </a:cubicBezTo>
                <a:close/>
                <a:moveTo>
                  <a:pt x="2495771" y="4901482"/>
                </a:moveTo>
                <a:cubicBezTo>
                  <a:pt x="2501648" y="4901791"/>
                  <a:pt x="2506597" y="4905502"/>
                  <a:pt x="2506597" y="4911688"/>
                </a:cubicBezTo>
                <a:cubicBezTo>
                  <a:pt x="2513773" y="4923021"/>
                  <a:pt x="2513773" y="4937472"/>
                  <a:pt x="2506597" y="4948804"/>
                </a:cubicBezTo>
                <a:cubicBezTo>
                  <a:pt x="2499173" y="4966125"/>
                  <a:pt x="2474429" y="4948804"/>
                  <a:pt x="2474429" y="4948804"/>
                </a:cubicBezTo>
                <a:cubicBezTo>
                  <a:pt x="2465954" y="4937076"/>
                  <a:pt x="2468129" y="4920769"/>
                  <a:pt x="2479378" y="4911688"/>
                </a:cubicBezTo>
                <a:cubicBezTo>
                  <a:pt x="2483090" y="4904265"/>
                  <a:pt x="2489894" y="4901172"/>
                  <a:pt x="2495771" y="4901482"/>
                </a:cubicBezTo>
                <a:close/>
                <a:moveTo>
                  <a:pt x="2117352" y="4901329"/>
                </a:moveTo>
                <a:cubicBezTo>
                  <a:pt x="2121653" y="4902403"/>
                  <a:pt x="2125546" y="4905118"/>
                  <a:pt x="2128009" y="4909213"/>
                </a:cubicBezTo>
                <a:cubicBezTo>
                  <a:pt x="2137093" y="4920843"/>
                  <a:pt x="2137093" y="4937174"/>
                  <a:pt x="2128009" y="4948804"/>
                </a:cubicBezTo>
                <a:cubicBezTo>
                  <a:pt x="2127462" y="4949423"/>
                  <a:pt x="2126876" y="4950017"/>
                  <a:pt x="2126255" y="4950561"/>
                </a:cubicBezTo>
                <a:cubicBezTo>
                  <a:pt x="2118057" y="4957787"/>
                  <a:pt x="2105546" y="4956995"/>
                  <a:pt x="2098316" y="4948804"/>
                </a:cubicBezTo>
                <a:cubicBezTo>
                  <a:pt x="2089232" y="4937174"/>
                  <a:pt x="2089232" y="4920843"/>
                  <a:pt x="2098316" y="4909213"/>
                </a:cubicBezTo>
                <a:cubicBezTo>
                  <a:pt x="2099776" y="4906788"/>
                  <a:pt x="2101810" y="4904759"/>
                  <a:pt x="2104239" y="4903299"/>
                </a:cubicBezTo>
                <a:cubicBezTo>
                  <a:pt x="2108340" y="4900825"/>
                  <a:pt x="2113050" y="4900256"/>
                  <a:pt x="2117352" y="4901329"/>
                </a:cubicBezTo>
                <a:close/>
                <a:moveTo>
                  <a:pt x="3701127" y="4899007"/>
                </a:moveTo>
                <a:cubicBezTo>
                  <a:pt x="3706694" y="4899316"/>
                  <a:pt x="3711643" y="4903028"/>
                  <a:pt x="3711643" y="4909214"/>
                </a:cubicBezTo>
                <a:cubicBezTo>
                  <a:pt x="3717829" y="4921685"/>
                  <a:pt x="3717829" y="4936334"/>
                  <a:pt x="3711643" y="4948805"/>
                </a:cubicBezTo>
                <a:cubicBezTo>
                  <a:pt x="3711643" y="4948805"/>
                  <a:pt x="3694322" y="4948805"/>
                  <a:pt x="3686899" y="4948805"/>
                </a:cubicBezTo>
                <a:cubicBezTo>
                  <a:pt x="3679278" y="4936705"/>
                  <a:pt x="3679278" y="4921314"/>
                  <a:pt x="3686899" y="4909214"/>
                </a:cubicBezTo>
                <a:cubicBezTo>
                  <a:pt x="3689374" y="4901791"/>
                  <a:pt x="3695560" y="4898698"/>
                  <a:pt x="3701127" y="4899007"/>
                </a:cubicBezTo>
                <a:close/>
                <a:moveTo>
                  <a:pt x="2846599" y="4875731"/>
                </a:moveTo>
                <a:cubicBezTo>
                  <a:pt x="2855646" y="4873643"/>
                  <a:pt x="2865389" y="4881994"/>
                  <a:pt x="2865389" y="4881994"/>
                </a:cubicBezTo>
                <a:cubicBezTo>
                  <a:pt x="2872564" y="4893328"/>
                  <a:pt x="2872564" y="4907778"/>
                  <a:pt x="2865389" y="4919111"/>
                </a:cubicBezTo>
                <a:cubicBezTo>
                  <a:pt x="2857965" y="4929009"/>
                  <a:pt x="2838170" y="4919111"/>
                  <a:pt x="2838170" y="4919111"/>
                </a:cubicBezTo>
                <a:cubicBezTo>
                  <a:pt x="2830994" y="4907778"/>
                  <a:pt x="2830994" y="4893328"/>
                  <a:pt x="2838170" y="4881994"/>
                </a:cubicBezTo>
                <a:cubicBezTo>
                  <a:pt x="2840645" y="4878283"/>
                  <a:pt x="2843583" y="4876427"/>
                  <a:pt x="2846599" y="4875731"/>
                </a:cubicBezTo>
                <a:close/>
                <a:moveTo>
                  <a:pt x="4105078" y="4859725"/>
                </a:moveTo>
                <a:cubicBezTo>
                  <a:pt x="4122399" y="4859725"/>
                  <a:pt x="4122399" y="4859725"/>
                  <a:pt x="4122399" y="4859725"/>
                </a:cubicBezTo>
                <a:cubicBezTo>
                  <a:pt x="4126012" y="4867569"/>
                  <a:pt x="4126012" y="4876625"/>
                  <a:pt x="4122399" y="4884469"/>
                </a:cubicBezTo>
                <a:cubicBezTo>
                  <a:pt x="4117450" y="4891893"/>
                  <a:pt x="4105078" y="4886944"/>
                  <a:pt x="4105078" y="4886944"/>
                </a:cubicBezTo>
                <a:cubicBezTo>
                  <a:pt x="4101638" y="4878209"/>
                  <a:pt x="4101638" y="4868460"/>
                  <a:pt x="4105078" y="4859725"/>
                </a:cubicBezTo>
                <a:close/>
                <a:moveTo>
                  <a:pt x="3818353" y="4856942"/>
                </a:moveTo>
                <a:cubicBezTo>
                  <a:pt x="3823612" y="4857252"/>
                  <a:pt x="3827942" y="4860963"/>
                  <a:pt x="3827942" y="4867149"/>
                </a:cubicBezTo>
                <a:cubicBezTo>
                  <a:pt x="3835018" y="4879397"/>
                  <a:pt x="3835018" y="4894491"/>
                  <a:pt x="3827942" y="4906740"/>
                </a:cubicBezTo>
                <a:cubicBezTo>
                  <a:pt x="3820518" y="4916638"/>
                  <a:pt x="3803197" y="4921586"/>
                  <a:pt x="3803197" y="4906740"/>
                </a:cubicBezTo>
                <a:cubicBezTo>
                  <a:pt x="3803197" y="4891893"/>
                  <a:pt x="3795774" y="4881995"/>
                  <a:pt x="3803197" y="4867149"/>
                </a:cubicBezTo>
                <a:cubicBezTo>
                  <a:pt x="3806909" y="4859726"/>
                  <a:pt x="3813095" y="4856633"/>
                  <a:pt x="3818353" y="4856942"/>
                </a:cubicBezTo>
                <a:close/>
                <a:moveTo>
                  <a:pt x="1496942" y="4851613"/>
                </a:moveTo>
                <a:cubicBezTo>
                  <a:pt x="1507235" y="4854765"/>
                  <a:pt x="1516326" y="4861842"/>
                  <a:pt x="1521774" y="4872098"/>
                </a:cubicBezTo>
                <a:cubicBezTo>
                  <a:pt x="1536225" y="4897386"/>
                  <a:pt x="1531073" y="4929331"/>
                  <a:pt x="1509402" y="4948805"/>
                </a:cubicBezTo>
                <a:cubicBezTo>
                  <a:pt x="1491489" y="4958752"/>
                  <a:pt x="1468950" y="4953383"/>
                  <a:pt x="1457439" y="4936433"/>
                </a:cubicBezTo>
                <a:cubicBezTo>
                  <a:pt x="1439672" y="4913940"/>
                  <a:pt x="1439672" y="4882218"/>
                  <a:pt x="1457439" y="4859725"/>
                </a:cubicBezTo>
                <a:cubicBezTo>
                  <a:pt x="1459735" y="4857771"/>
                  <a:pt x="1462234" y="4856088"/>
                  <a:pt x="1464892" y="4854678"/>
                </a:cubicBezTo>
                <a:cubicBezTo>
                  <a:pt x="1475152" y="4849234"/>
                  <a:pt x="1486648" y="4848461"/>
                  <a:pt x="1496942" y="4851613"/>
                </a:cubicBezTo>
                <a:close/>
                <a:moveTo>
                  <a:pt x="4286330" y="4834672"/>
                </a:moveTo>
                <a:cubicBezTo>
                  <a:pt x="4294372" y="4836838"/>
                  <a:pt x="4303033" y="4843642"/>
                  <a:pt x="4310456" y="4854777"/>
                </a:cubicBezTo>
                <a:cubicBezTo>
                  <a:pt x="4321541" y="4877418"/>
                  <a:pt x="4321541" y="4903894"/>
                  <a:pt x="4310456" y="4926535"/>
                </a:cubicBezTo>
                <a:cubicBezTo>
                  <a:pt x="4300558" y="4948805"/>
                  <a:pt x="4280762" y="4948805"/>
                  <a:pt x="4265916" y="4916638"/>
                </a:cubicBezTo>
                <a:cubicBezTo>
                  <a:pt x="4255103" y="4893081"/>
                  <a:pt x="4255103" y="4865961"/>
                  <a:pt x="4265916" y="4842404"/>
                </a:cubicBezTo>
                <a:cubicBezTo>
                  <a:pt x="4270865" y="4834981"/>
                  <a:pt x="4278289" y="4832507"/>
                  <a:pt x="4286330" y="4834672"/>
                </a:cubicBezTo>
                <a:close/>
                <a:moveTo>
                  <a:pt x="1721443" y="4832046"/>
                </a:moveTo>
                <a:cubicBezTo>
                  <a:pt x="1725745" y="4833119"/>
                  <a:pt x="1729637" y="4835834"/>
                  <a:pt x="1732100" y="4839929"/>
                </a:cubicBezTo>
                <a:cubicBezTo>
                  <a:pt x="1740785" y="4850767"/>
                  <a:pt x="1740785" y="4866208"/>
                  <a:pt x="1732100" y="4877046"/>
                </a:cubicBezTo>
                <a:cubicBezTo>
                  <a:pt x="1731469" y="4877664"/>
                  <a:pt x="1730796" y="4878234"/>
                  <a:pt x="1730088" y="4878753"/>
                </a:cubicBezTo>
                <a:cubicBezTo>
                  <a:pt x="1721292" y="4885236"/>
                  <a:pt x="1708897" y="4883380"/>
                  <a:pt x="1702407" y="4874572"/>
                </a:cubicBezTo>
                <a:cubicBezTo>
                  <a:pt x="1694974" y="4864228"/>
                  <a:pt x="1694974" y="4850273"/>
                  <a:pt x="1702407" y="4839929"/>
                </a:cubicBezTo>
                <a:cubicBezTo>
                  <a:pt x="1703867" y="4837504"/>
                  <a:pt x="1705901" y="4835475"/>
                  <a:pt x="1708331" y="4834016"/>
                </a:cubicBezTo>
                <a:cubicBezTo>
                  <a:pt x="1712431" y="4831542"/>
                  <a:pt x="1717142" y="4830972"/>
                  <a:pt x="1721443" y="4832046"/>
                </a:cubicBezTo>
                <a:close/>
                <a:moveTo>
                  <a:pt x="2691560" y="4821372"/>
                </a:moveTo>
                <a:cubicBezTo>
                  <a:pt x="2695890" y="4820134"/>
                  <a:pt x="2699602" y="4820134"/>
                  <a:pt x="2699602" y="4825083"/>
                </a:cubicBezTo>
                <a:cubicBezTo>
                  <a:pt x="2699602" y="4834981"/>
                  <a:pt x="2699602" y="4852302"/>
                  <a:pt x="2699602" y="4852302"/>
                </a:cubicBezTo>
                <a:cubicBezTo>
                  <a:pt x="2694653" y="4859725"/>
                  <a:pt x="2679806" y="4862199"/>
                  <a:pt x="2679806" y="4852302"/>
                </a:cubicBezTo>
                <a:cubicBezTo>
                  <a:pt x="2679806" y="4842404"/>
                  <a:pt x="2674858" y="4825083"/>
                  <a:pt x="2679806" y="4825083"/>
                </a:cubicBezTo>
                <a:cubicBezTo>
                  <a:pt x="2682281" y="4825083"/>
                  <a:pt x="2687230" y="4822609"/>
                  <a:pt x="2691560" y="4821372"/>
                </a:cubicBezTo>
                <a:close/>
                <a:moveTo>
                  <a:pt x="2330382" y="4809086"/>
                </a:moveTo>
                <a:cubicBezTo>
                  <a:pt x="2336547" y="4810534"/>
                  <a:pt x="2342160" y="4814332"/>
                  <a:pt x="2345759" y="4820134"/>
                </a:cubicBezTo>
                <a:cubicBezTo>
                  <a:pt x="2358544" y="4836960"/>
                  <a:pt x="2358544" y="4860220"/>
                  <a:pt x="2345759" y="4877046"/>
                </a:cubicBezTo>
                <a:cubicBezTo>
                  <a:pt x="2345707" y="4877095"/>
                  <a:pt x="2345655" y="4877145"/>
                  <a:pt x="2345605" y="4877194"/>
                </a:cubicBezTo>
                <a:cubicBezTo>
                  <a:pt x="2333310" y="4888032"/>
                  <a:pt x="2314546" y="4886870"/>
                  <a:pt x="2303694" y="4874572"/>
                </a:cubicBezTo>
                <a:cubicBezTo>
                  <a:pt x="2292121" y="4858265"/>
                  <a:pt x="2292121" y="4836441"/>
                  <a:pt x="2303694" y="4820134"/>
                </a:cubicBezTo>
                <a:cubicBezTo>
                  <a:pt x="2305705" y="4816893"/>
                  <a:pt x="2308444" y="4814146"/>
                  <a:pt x="2311691" y="4812142"/>
                </a:cubicBezTo>
                <a:cubicBezTo>
                  <a:pt x="2317500" y="4808542"/>
                  <a:pt x="2324217" y="4807639"/>
                  <a:pt x="2330382" y="4809086"/>
                </a:cubicBezTo>
                <a:close/>
                <a:moveTo>
                  <a:pt x="3924754" y="4802504"/>
                </a:moveTo>
                <a:cubicBezTo>
                  <a:pt x="3930012" y="4802813"/>
                  <a:pt x="3934342" y="4806525"/>
                  <a:pt x="3934342" y="4812711"/>
                </a:cubicBezTo>
                <a:cubicBezTo>
                  <a:pt x="3940529" y="4825182"/>
                  <a:pt x="3940529" y="4839831"/>
                  <a:pt x="3934342" y="4852302"/>
                </a:cubicBezTo>
                <a:cubicBezTo>
                  <a:pt x="3926919" y="4859725"/>
                  <a:pt x="3909598" y="4862200"/>
                  <a:pt x="3909598" y="4849828"/>
                </a:cubicBezTo>
                <a:cubicBezTo>
                  <a:pt x="3909598" y="4837455"/>
                  <a:pt x="3902175" y="4827558"/>
                  <a:pt x="3909598" y="4812711"/>
                </a:cubicBezTo>
                <a:cubicBezTo>
                  <a:pt x="3913310" y="4805288"/>
                  <a:pt x="3919496" y="4802195"/>
                  <a:pt x="3924754" y="4802504"/>
                </a:cubicBezTo>
                <a:close/>
                <a:moveTo>
                  <a:pt x="4350046" y="4783018"/>
                </a:moveTo>
                <a:cubicBezTo>
                  <a:pt x="4354995" y="4783018"/>
                  <a:pt x="4367367" y="4783018"/>
                  <a:pt x="4367367" y="4783018"/>
                </a:cubicBezTo>
                <a:cubicBezTo>
                  <a:pt x="4371079" y="4791703"/>
                  <a:pt x="4371079" y="4801551"/>
                  <a:pt x="4367367" y="4810237"/>
                </a:cubicBezTo>
                <a:cubicBezTo>
                  <a:pt x="4362418" y="4817660"/>
                  <a:pt x="4350046" y="4810237"/>
                  <a:pt x="4350046" y="4810237"/>
                </a:cubicBezTo>
                <a:cubicBezTo>
                  <a:pt x="4345197" y="4801824"/>
                  <a:pt x="4345197" y="4791431"/>
                  <a:pt x="4350046" y="4783018"/>
                </a:cubicBezTo>
                <a:close/>
                <a:moveTo>
                  <a:pt x="3326870" y="4778998"/>
                </a:moveTo>
                <a:cubicBezTo>
                  <a:pt x="3334294" y="4779307"/>
                  <a:pt x="3340480" y="4784256"/>
                  <a:pt x="3340480" y="4792916"/>
                </a:cubicBezTo>
                <a:cubicBezTo>
                  <a:pt x="3350476" y="4807886"/>
                  <a:pt x="3350476" y="4827434"/>
                  <a:pt x="3340480" y="4842405"/>
                </a:cubicBezTo>
                <a:cubicBezTo>
                  <a:pt x="3330582" y="4854777"/>
                  <a:pt x="3315735" y="4852302"/>
                  <a:pt x="3305837" y="4842405"/>
                </a:cubicBezTo>
                <a:cubicBezTo>
                  <a:pt x="3295841" y="4827434"/>
                  <a:pt x="3295841" y="4807886"/>
                  <a:pt x="3305837" y="4792916"/>
                </a:cubicBezTo>
                <a:cubicBezTo>
                  <a:pt x="3310786" y="4783019"/>
                  <a:pt x="3319447" y="4778689"/>
                  <a:pt x="3326870" y="4778998"/>
                </a:cubicBezTo>
                <a:close/>
                <a:moveTo>
                  <a:pt x="4189208" y="4778069"/>
                </a:moveTo>
                <a:cubicBezTo>
                  <a:pt x="4206529" y="4778069"/>
                  <a:pt x="4206529" y="4778069"/>
                  <a:pt x="4206529" y="4778069"/>
                </a:cubicBezTo>
                <a:cubicBezTo>
                  <a:pt x="4211379" y="4787373"/>
                  <a:pt x="4211379" y="4798459"/>
                  <a:pt x="4206529" y="4807762"/>
                </a:cubicBezTo>
                <a:cubicBezTo>
                  <a:pt x="4206529" y="4812711"/>
                  <a:pt x="4189208" y="4807762"/>
                  <a:pt x="4189208" y="4807762"/>
                </a:cubicBezTo>
                <a:cubicBezTo>
                  <a:pt x="4184359" y="4798459"/>
                  <a:pt x="4184359" y="4787373"/>
                  <a:pt x="4189208" y="4778069"/>
                </a:cubicBezTo>
                <a:close/>
                <a:moveTo>
                  <a:pt x="3183663" y="4773430"/>
                </a:moveTo>
                <a:cubicBezTo>
                  <a:pt x="3189539" y="4773739"/>
                  <a:pt x="3194488" y="4778070"/>
                  <a:pt x="3194488" y="4785493"/>
                </a:cubicBezTo>
                <a:cubicBezTo>
                  <a:pt x="3203569" y="4797122"/>
                  <a:pt x="3203569" y="4813453"/>
                  <a:pt x="3194488" y="4825083"/>
                </a:cubicBezTo>
                <a:cubicBezTo>
                  <a:pt x="3187065" y="4834981"/>
                  <a:pt x="3174693" y="4832507"/>
                  <a:pt x="3167270" y="4827558"/>
                </a:cubicBezTo>
                <a:cubicBezTo>
                  <a:pt x="3158559" y="4814889"/>
                  <a:pt x="3158559" y="4798161"/>
                  <a:pt x="3167270" y="4785493"/>
                </a:cubicBezTo>
                <a:cubicBezTo>
                  <a:pt x="3170982" y="4776833"/>
                  <a:pt x="3177786" y="4773121"/>
                  <a:pt x="3183663" y="4773430"/>
                </a:cubicBezTo>
                <a:close/>
                <a:moveTo>
                  <a:pt x="1942303" y="4769915"/>
                </a:moveTo>
                <a:cubicBezTo>
                  <a:pt x="1947970" y="4770515"/>
                  <a:pt x="1953408" y="4773280"/>
                  <a:pt x="1957273" y="4778068"/>
                </a:cubicBezTo>
                <a:cubicBezTo>
                  <a:pt x="1965986" y="4790738"/>
                  <a:pt x="1965986" y="4807465"/>
                  <a:pt x="1957273" y="4820134"/>
                </a:cubicBezTo>
                <a:cubicBezTo>
                  <a:pt x="1956286" y="4821346"/>
                  <a:pt x="1955173" y="4822460"/>
                  <a:pt x="1953950" y="4823450"/>
                </a:cubicBezTo>
                <a:cubicBezTo>
                  <a:pt x="1944384" y="4831195"/>
                  <a:pt x="1930361" y="4829710"/>
                  <a:pt x="1922631" y="4820134"/>
                </a:cubicBezTo>
                <a:cubicBezTo>
                  <a:pt x="1913919" y="4807465"/>
                  <a:pt x="1913919" y="4790738"/>
                  <a:pt x="1922631" y="4778068"/>
                </a:cubicBezTo>
                <a:cubicBezTo>
                  <a:pt x="1923619" y="4776856"/>
                  <a:pt x="1924732" y="4775743"/>
                  <a:pt x="1925955" y="4774753"/>
                </a:cubicBezTo>
                <a:cubicBezTo>
                  <a:pt x="1930738" y="4770881"/>
                  <a:pt x="1936635" y="4769316"/>
                  <a:pt x="1942303" y="4769915"/>
                </a:cubicBezTo>
                <a:close/>
                <a:moveTo>
                  <a:pt x="3459252" y="4752706"/>
                </a:moveTo>
                <a:cubicBezTo>
                  <a:pt x="3469150" y="4755180"/>
                  <a:pt x="3479047" y="4763222"/>
                  <a:pt x="3486470" y="4775594"/>
                </a:cubicBezTo>
                <a:cubicBezTo>
                  <a:pt x="3501589" y="4800710"/>
                  <a:pt x="3501589" y="4832135"/>
                  <a:pt x="3486470" y="4857250"/>
                </a:cubicBezTo>
                <a:cubicBezTo>
                  <a:pt x="3464201" y="4874572"/>
                  <a:pt x="3446880" y="4869623"/>
                  <a:pt x="3432033" y="4842404"/>
                </a:cubicBezTo>
                <a:cubicBezTo>
                  <a:pt x="3417360" y="4818055"/>
                  <a:pt x="3417360" y="4787570"/>
                  <a:pt x="3432033" y="4763222"/>
                </a:cubicBezTo>
                <a:cubicBezTo>
                  <a:pt x="3439457" y="4753325"/>
                  <a:pt x="3449355" y="4750232"/>
                  <a:pt x="3459252" y="4752706"/>
                </a:cubicBezTo>
                <a:close/>
                <a:moveTo>
                  <a:pt x="3033960" y="4746211"/>
                </a:moveTo>
                <a:cubicBezTo>
                  <a:pt x="3040456" y="4746520"/>
                  <a:pt x="3046023" y="4750851"/>
                  <a:pt x="3046023" y="4758274"/>
                </a:cubicBezTo>
                <a:cubicBezTo>
                  <a:pt x="3054732" y="4770943"/>
                  <a:pt x="3054732" y="4787670"/>
                  <a:pt x="3046023" y="4800339"/>
                </a:cubicBezTo>
                <a:cubicBezTo>
                  <a:pt x="3045478" y="4800958"/>
                  <a:pt x="3044884" y="4801551"/>
                  <a:pt x="3044266" y="4802096"/>
                </a:cubicBezTo>
                <a:cubicBezTo>
                  <a:pt x="3036075" y="4809321"/>
                  <a:pt x="3023555" y="4808529"/>
                  <a:pt x="3016329" y="4800339"/>
                </a:cubicBezTo>
                <a:cubicBezTo>
                  <a:pt x="3007620" y="4787670"/>
                  <a:pt x="3007620" y="4770943"/>
                  <a:pt x="3016329" y="4758274"/>
                </a:cubicBezTo>
                <a:cubicBezTo>
                  <a:pt x="3020041" y="4749614"/>
                  <a:pt x="3027465" y="4745902"/>
                  <a:pt x="3033960" y="4746211"/>
                </a:cubicBezTo>
                <a:close/>
                <a:moveTo>
                  <a:pt x="2529334" y="4739555"/>
                </a:moveTo>
                <a:cubicBezTo>
                  <a:pt x="2533061" y="4740310"/>
                  <a:pt x="2536500" y="4742487"/>
                  <a:pt x="2538764" y="4745902"/>
                </a:cubicBezTo>
                <a:cubicBezTo>
                  <a:pt x="2547054" y="4755948"/>
                  <a:pt x="2547054" y="4770498"/>
                  <a:pt x="2538764" y="4780544"/>
                </a:cubicBezTo>
                <a:cubicBezTo>
                  <a:pt x="2537824" y="4782375"/>
                  <a:pt x="2536488" y="4783983"/>
                  <a:pt x="2534904" y="4785270"/>
                </a:cubicBezTo>
                <a:cubicBezTo>
                  <a:pt x="2528520" y="4790417"/>
                  <a:pt x="2519167" y="4789402"/>
                  <a:pt x="2514020" y="4783018"/>
                </a:cubicBezTo>
                <a:cubicBezTo>
                  <a:pt x="2505335" y="4772180"/>
                  <a:pt x="2505335" y="4756740"/>
                  <a:pt x="2514020" y="4745902"/>
                </a:cubicBezTo>
                <a:cubicBezTo>
                  <a:pt x="2515109" y="4744244"/>
                  <a:pt x="2516544" y="4742834"/>
                  <a:pt x="2518177" y="4741745"/>
                </a:cubicBezTo>
                <a:cubicBezTo>
                  <a:pt x="2521592" y="4739469"/>
                  <a:pt x="2525606" y="4738800"/>
                  <a:pt x="2529334" y="4739555"/>
                </a:cubicBezTo>
                <a:close/>
                <a:moveTo>
                  <a:pt x="4021257" y="4738169"/>
                </a:moveTo>
                <a:cubicBezTo>
                  <a:pt x="4026516" y="4738479"/>
                  <a:pt x="4030846" y="4742190"/>
                  <a:pt x="4030846" y="4748376"/>
                </a:cubicBezTo>
                <a:cubicBezTo>
                  <a:pt x="4037922" y="4760625"/>
                  <a:pt x="4037922" y="4775719"/>
                  <a:pt x="4030846" y="4787967"/>
                </a:cubicBezTo>
                <a:cubicBezTo>
                  <a:pt x="4025897" y="4797865"/>
                  <a:pt x="4013524" y="4795390"/>
                  <a:pt x="4006101" y="4787967"/>
                </a:cubicBezTo>
                <a:cubicBezTo>
                  <a:pt x="3999916" y="4775496"/>
                  <a:pt x="3999916" y="4760847"/>
                  <a:pt x="4006101" y="4748376"/>
                </a:cubicBezTo>
                <a:cubicBezTo>
                  <a:pt x="4009813" y="4740953"/>
                  <a:pt x="4015999" y="4737860"/>
                  <a:pt x="4021257" y="4738169"/>
                </a:cubicBezTo>
                <a:close/>
                <a:moveTo>
                  <a:pt x="3711953" y="4726415"/>
                </a:moveTo>
                <a:cubicBezTo>
                  <a:pt x="3718449" y="4726725"/>
                  <a:pt x="3724016" y="4731055"/>
                  <a:pt x="3724016" y="4738478"/>
                </a:cubicBezTo>
                <a:cubicBezTo>
                  <a:pt x="3732405" y="4753027"/>
                  <a:pt x="3732405" y="4770942"/>
                  <a:pt x="3724016" y="4785492"/>
                </a:cubicBezTo>
                <a:cubicBezTo>
                  <a:pt x="3711644" y="4795389"/>
                  <a:pt x="3711644" y="4792915"/>
                  <a:pt x="3694323" y="4785492"/>
                </a:cubicBezTo>
                <a:cubicBezTo>
                  <a:pt x="3686826" y="4770720"/>
                  <a:pt x="3686826" y="4753250"/>
                  <a:pt x="3694323" y="4738478"/>
                </a:cubicBezTo>
                <a:cubicBezTo>
                  <a:pt x="3698035" y="4729818"/>
                  <a:pt x="3705458" y="4726106"/>
                  <a:pt x="3711953" y="4726415"/>
                </a:cubicBezTo>
                <a:close/>
                <a:moveTo>
                  <a:pt x="2156468" y="4712024"/>
                </a:moveTo>
                <a:cubicBezTo>
                  <a:pt x="2161524" y="4712342"/>
                  <a:pt x="2166459" y="4714588"/>
                  <a:pt x="2170074" y="4718683"/>
                </a:cubicBezTo>
                <a:cubicBezTo>
                  <a:pt x="2177262" y="4730016"/>
                  <a:pt x="2177262" y="4744466"/>
                  <a:pt x="2170074" y="4755799"/>
                </a:cubicBezTo>
                <a:cubicBezTo>
                  <a:pt x="2169527" y="4756418"/>
                  <a:pt x="2168941" y="4757011"/>
                  <a:pt x="2168322" y="4757556"/>
                </a:cubicBezTo>
                <a:cubicBezTo>
                  <a:pt x="2160122" y="4764781"/>
                  <a:pt x="2147611" y="4763989"/>
                  <a:pt x="2140381" y="4755799"/>
                </a:cubicBezTo>
                <a:cubicBezTo>
                  <a:pt x="2131696" y="4744961"/>
                  <a:pt x="2131696" y="4729521"/>
                  <a:pt x="2140381" y="4718683"/>
                </a:cubicBezTo>
                <a:cubicBezTo>
                  <a:pt x="2140928" y="4718064"/>
                  <a:pt x="2141514" y="4717470"/>
                  <a:pt x="2142135" y="4716926"/>
                </a:cubicBezTo>
                <a:cubicBezTo>
                  <a:pt x="2146234" y="4713314"/>
                  <a:pt x="2151411" y="4711705"/>
                  <a:pt x="2156468" y="4712024"/>
                </a:cubicBezTo>
                <a:close/>
                <a:moveTo>
                  <a:pt x="1314435" y="4697115"/>
                </a:moveTo>
                <a:cubicBezTo>
                  <a:pt x="1323637" y="4698868"/>
                  <a:pt x="1332256" y="4703687"/>
                  <a:pt x="1338666" y="4711259"/>
                </a:cubicBezTo>
                <a:cubicBezTo>
                  <a:pt x="1356432" y="4733751"/>
                  <a:pt x="1356432" y="4765474"/>
                  <a:pt x="1338666" y="4787966"/>
                </a:cubicBezTo>
                <a:cubicBezTo>
                  <a:pt x="1336978" y="4789426"/>
                  <a:pt x="1335184" y="4790762"/>
                  <a:pt x="1333296" y="4791950"/>
                </a:cubicBezTo>
                <a:cubicBezTo>
                  <a:pt x="1312496" y="4805090"/>
                  <a:pt x="1284988" y="4798879"/>
                  <a:pt x="1271856" y="4778068"/>
                </a:cubicBezTo>
                <a:cubicBezTo>
                  <a:pt x="1257992" y="4752211"/>
                  <a:pt x="1264191" y="4720167"/>
                  <a:pt x="1286703" y="4701361"/>
                </a:cubicBezTo>
                <a:cubicBezTo>
                  <a:pt x="1295447" y="4696672"/>
                  <a:pt x="1305232" y="4695361"/>
                  <a:pt x="1314435" y="4697115"/>
                </a:cubicBezTo>
                <a:close/>
                <a:moveTo>
                  <a:pt x="3810969" y="4686631"/>
                </a:moveTo>
                <a:cubicBezTo>
                  <a:pt x="3820364" y="4684195"/>
                  <a:pt x="3832890" y="4693938"/>
                  <a:pt x="3832890" y="4693938"/>
                </a:cubicBezTo>
                <a:cubicBezTo>
                  <a:pt x="3841823" y="4708340"/>
                  <a:pt x="3841823" y="4726552"/>
                  <a:pt x="3832890" y="4740952"/>
                </a:cubicBezTo>
                <a:cubicBezTo>
                  <a:pt x="3827942" y="4750850"/>
                  <a:pt x="3813095" y="4748376"/>
                  <a:pt x="3803197" y="4740952"/>
                </a:cubicBezTo>
                <a:cubicBezTo>
                  <a:pt x="3794809" y="4726403"/>
                  <a:pt x="3794809" y="4708488"/>
                  <a:pt x="3803197" y="4693938"/>
                </a:cubicBezTo>
                <a:cubicBezTo>
                  <a:pt x="3805053" y="4689608"/>
                  <a:pt x="3807837" y="4687443"/>
                  <a:pt x="3810969" y="4686631"/>
                </a:cubicBezTo>
                <a:close/>
                <a:moveTo>
                  <a:pt x="3929126" y="4672831"/>
                </a:moveTo>
                <a:lnTo>
                  <a:pt x="3928698" y="4678628"/>
                </a:lnTo>
                <a:cubicBezTo>
                  <a:pt x="3928312" y="4680175"/>
                  <a:pt x="3927848" y="4680329"/>
                  <a:pt x="3927538" y="4679711"/>
                </a:cubicBezTo>
                <a:close/>
                <a:moveTo>
                  <a:pt x="4423661" y="4671359"/>
                </a:moveTo>
                <a:cubicBezTo>
                  <a:pt x="4429229" y="4671669"/>
                  <a:pt x="4434177" y="4675380"/>
                  <a:pt x="4434177" y="4681566"/>
                </a:cubicBezTo>
                <a:cubicBezTo>
                  <a:pt x="4440363" y="4694037"/>
                  <a:pt x="4440363" y="4708686"/>
                  <a:pt x="4434177" y="4721157"/>
                </a:cubicBezTo>
                <a:cubicBezTo>
                  <a:pt x="4429228" y="4728580"/>
                  <a:pt x="4419331" y="4726106"/>
                  <a:pt x="4409433" y="4721157"/>
                </a:cubicBezTo>
                <a:cubicBezTo>
                  <a:pt x="4403593" y="4708612"/>
                  <a:pt x="4403593" y="4694111"/>
                  <a:pt x="4409433" y="4681566"/>
                </a:cubicBezTo>
                <a:cubicBezTo>
                  <a:pt x="4411908" y="4674143"/>
                  <a:pt x="4418094" y="4671050"/>
                  <a:pt x="4423661" y="4671359"/>
                </a:cubicBezTo>
                <a:close/>
                <a:moveTo>
                  <a:pt x="3929394" y="4669194"/>
                </a:moveTo>
                <a:lnTo>
                  <a:pt x="3929394" y="4671668"/>
                </a:lnTo>
                <a:lnTo>
                  <a:pt x="3929126" y="4672831"/>
                </a:lnTo>
                <a:close/>
                <a:moveTo>
                  <a:pt x="4109099" y="4668885"/>
                </a:moveTo>
                <a:cubicBezTo>
                  <a:pt x="4113739" y="4669195"/>
                  <a:pt x="4117450" y="4672906"/>
                  <a:pt x="4117450" y="4679092"/>
                </a:cubicBezTo>
                <a:cubicBezTo>
                  <a:pt x="4124873" y="4689435"/>
                  <a:pt x="4124873" y="4703391"/>
                  <a:pt x="4117450" y="4713734"/>
                </a:cubicBezTo>
                <a:cubicBezTo>
                  <a:pt x="4112502" y="4721157"/>
                  <a:pt x="4102604" y="4718683"/>
                  <a:pt x="4095180" y="4713734"/>
                </a:cubicBezTo>
                <a:cubicBezTo>
                  <a:pt x="4090207" y="4702723"/>
                  <a:pt x="4090207" y="4690103"/>
                  <a:pt x="4095180" y="4679092"/>
                </a:cubicBezTo>
                <a:cubicBezTo>
                  <a:pt x="4098892" y="4671669"/>
                  <a:pt x="4104460" y="4668576"/>
                  <a:pt x="4109099" y="4668885"/>
                </a:cubicBezTo>
                <a:close/>
                <a:moveTo>
                  <a:pt x="2875287" y="4668885"/>
                </a:moveTo>
                <a:cubicBezTo>
                  <a:pt x="2887040" y="4671669"/>
                  <a:pt x="2898794" y="4680329"/>
                  <a:pt x="2907454" y="4693938"/>
                </a:cubicBezTo>
                <a:cubicBezTo>
                  <a:pt x="2925319" y="4720044"/>
                  <a:pt x="2925319" y="4754438"/>
                  <a:pt x="2907454" y="4780544"/>
                </a:cubicBezTo>
                <a:cubicBezTo>
                  <a:pt x="2902827" y="4786284"/>
                  <a:pt x="2896591" y="4790516"/>
                  <a:pt x="2889539" y="4792693"/>
                </a:cubicBezTo>
                <a:cubicBezTo>
                  <a:pt x="2869942" y="4798730"/>
                  <a:pt x="2849156" y="4787769"/>
                  <a:pt x="2843119" y="4768172"/>
                </a:cubicBezTo>
                <a:cubicBezTo>
                  <a:pt x="2824115" y="4741522"/>
                  <a:pt x="2824115" y="4705742"/>
                  <a:pt x="2843119" y="4679092"/>
                </a:cubicBezTo>
                <a:cubicBezTo>
                  <a:pt x="2851780" y="4669195"/>
                  <a:pt x="2863533" y="4666102"/>
                  <a:pt x="2875287" y="4668885"/>
                </a:cubicBezTo>
                <a:close/>
                <a:moveTo>
                  <a:pt x="2365055" y="4653779"/>
                </a:moveTo>
                <a:cubicBezTo>
                  <a:pt x="2370054" y="4654602"/>
                  <a:pt x="2374739" y="4657330"/>
                  <a:pt x="2377926" y="4661771"/>
                </a:cubicBezTo>
                <a:cubicBezTo>
                  <a:pt x="2388007" y="4673054"/>
                  <a:pt x="2388007" y="4690078"/>
                  <a:pt x="2377926" y="4701362"/>
                </a:cubicBezTo>
                <a:cubicBezTo>
                  <a:pt x="2376669" y="4703118"/>
                  <a:pt x="2375135" y="4704653"/>
                  <a:pt x="2373383" y="4705915"/>
                </a:cubicBezTo>
                <a:cubicBezTo>
                  <a:pt x="2364500" y="4712274"/>
                  <a:pt x="2352133" y="4710245"/>
                  <a:pt x="2345759" y="4701362"/>
                </a:cubicBezTo>
                <a:cubicBezTo>
                  <a:pt x="2336675" y="4689732"/>
                  <a:pt x="2336675" y="4673401"/>
                  <a:pt x="2345759" y="4661771"/>
                </a:cubicBezTo>
                <a:cubicBezTo>
                  <a:pt x="2347016" y="4660014"/>
                  <a:pt x="2348550" y="4658480"/>
                  <a:pt x="2350302" y="4657218"/>
                </a:cubicBezTo>
                <a:cubicBezTo>
                  <a:pt x="2354744" y="4654039"/>
                  <a:pt x="2360056" y="4652956"/>
                  <a:pt x="2365055" y="4653779"/>
                </a:cubicBezTo>
                <a:close/>
                <a:moveTo>
                  <a:pt x="1548156" y="4649644"/>
                </a:moveTo>
                <a:cubicBezTo>
                  <a:pt x="1558561" y="4652412"/>
                  <a:pt x="1567910" y="4659149"/>
                  <a:pt x="1573737" y="4669195"/>
                </a:cubicBezTo>
                <a:cubicBezTo>
                  <a:pt x="1591107" y="4690895"/>
                  <a:pt x="1591107" y="4721727"/>
                  <a:pt x="1573737" y="4743427"/>
                </a:cubicBezTo>
                <a:cubicBezTo>
                  <a:pt x="1568382" y="4750801"/>
                  <a:pt x="1560781" y="4756220"/>
                  <a:pt x="1552073" y="4758893"/>
                </a:cubicBezTo>
                <a:cubicBezTo>
                  <a:pt x="1529868" y="4765722"/>
                  <a:pt x="1506331" y="4753251"/>
                  <a:pt x="1499504" y="4731055"/>
                </a:cubicBezTo>
                <a:cubicBezTo>
                  <a:pt x="1487216" y="4706236"/>
                  <a:pt x="1492199" y="4676321"/>
                  <a:pt x="1511876" y="4656822"/>
                </a:cubicBezTo>
                <a:cubicBezTo>
                  <a:pt x="1513269" y="4655758"/>
                  <a:pt x="1514729" y="4654793"/>
                  <a:pt x="1516243" y="4653903"/>
                </a:cubicBezTo>
                <a:cubicBezTo>
                  <a:pt x="1526292" y="4648076"/>
                  <a:pt x="1537752" y="4646876"/>
                  <a:pt x="1548156" y="4649644"/>
                </a:cubicBezTo>
                <a:close/>
                <a:moveTo>
                  <a:pt x="2723110" y="4642285"/>
                </a:moveTo>
                <a:cubicBezTo>
                  <a:pt x="2730533" y="4642594"/>
                  <a:pt x="2736719" y="4646925"/>
                  <a:pt x="2736719" y="4654348"/>
                </a:cubicBezTo>
                <a:cubicBezTo>
                  <a:pt x="2746295" y="4668551"/>
                  <a:pt x="2746295" y="4687159"/>
                  <a:pt x="2736719" y="4701362"/>
                </a:cubicBezTo>
                <a:cubicBezTo>
                  <a:pt x="2721872" y="4701362"/>
                  <a:pt x="2721872" y="4701362"/>
                  <a:pt x="2702077" y="4701362"/>
                </a:cubicBezTo>
                <a:cubicBezTo>
                  <a:pt x="2691758" y="4687381"/>
                  <a:pt x="2691758" y="4668328"/>
                  <a:pt x="2702077" y="4654348"/>
                </a:cubicBezTo>
                <a:cubicBezTo>
                  <a:pt x="2707026" y="4645688"/>
                  <a:pt x="2715687" y="4641976"/>
                  <a:pt x="2723110" y="4642285"/>
                </a:cubicBezTo>
                <a:close/>
                <a:moveTo>
                  <a:pt x="4559445" y="4636099"/>
                </a:moveTo>
                <a:cubicBezTo>
                  <a:pt x="4567796" y="4636408"/>
                  <a:pt x="4575219" y="4641976"/>
                  <a:pt x="4575219" y="4651873"/>
                </a:cubicBezTo>
                <a:cubicBezTo>
                  <a:pt x="4584944" y="4671347"/>
                  <a:pt x="4584944" y="4694260"/>
                  <a:pt x="4575219" y="4713734"/>
                </a:cubicBezTo>
                <a:cubicBezTo>
                  <a:pt x="4567796" y="4728581"/>
                  <a:pt x="4552949" y="4723632"/>
                  <a:pt x="4538103" y="4713734"/>
                </a:cubicBezTo>
                <a:cubicBezTo>
                  <a:pt x="4528750" y="4694161"/>
                  <a:pt x="4528750" y="4671446"/>
                  <a:pt x="4538103" y="4651873"/>
                </a:cubicBezTo>
                <a:cubicBezTo>
                  <a:pt x="4541815" y="4640738"/>
                  <a:pt x="4551094" y="4635789"/>
                  <a:pt x="4559445" y="4636099"/>
                </a:cubicBezTo>
                <a:close/>
                <a:moveTo>
                  <a:pt x="1774165" y="4626511"/>
                </a:moveTo>
                <a:cubicBezTo>
                  <a:pt x="1782207" y="4627129"/>
                  <a:pt x="1789012" y="4632078"/>
                  <a:pt x="1789012" y="4639501"/>
                </a:cubicBezTo>
                <a:cubicBezTo>
                  <a:pt x="1798499" y="4651923"/>
                  <a:pt x="1798499" y="4669145"/>
                  <a:pt x="1789012" y="4681567"/>
                </a:cubicBezTo>
                <a:cubicBezTo>
                  <a:pt x="1788358" y="4682433"/>
                  <a:pt x="1787648" y="4683225"/>
                  <a:pt x="1786889" y="4683992"/>
                </a:cubicBezTo>
                <a:cubicBezTo>
                  <a:pt x="1777238" y="4693667"/>
                  <a:pt x="1761573" y="4693691"/>
                  <a:pt x="1751895" y="4684041"/>
                </a:cubicBezTo>
                <a:cubicBezTo>
                  <a:pt x="1741998" y="4670852"/>
                  <a:pt x="1741998" y="4652690"/>
                  <a:pt x="1751895" y="4639501"/>
                </a:cubicBezTo>
                <a:cubicBezTo>
                  <a:pt x="1756844" y="4629604"/>
                  <a:pt x="1766123" y="4625892"/>
                  <a:pt x="1774165" y="4626511"/>
                </a:cubicBezTo>
                <a:close/>
                <a:moveTo>
                  <a:pt x="3204385" y="4612592"/>
                </a:moveTo>
                <a:cubicBezTo>
                  <a:pt x="3211190" y="4612902"/>
                  <a:pt x="3216757" y="4617232"/>
                  <a:pt x="3216757" y="4624655"/>
                </a:cubicBezTo>
                <a:cubicBezTo>
                  <a:pt x="3225467" y="4637324"/>
                  <a:pt x="3225467" y="4654051"/>
                  <a:pt x="3216757" y="4666720"/>
                </a:cubicBezTo>
                <a:cubicBezTo>
                  <a:pt x="3216757" y="4676618"/>
                  <a:pt x="3194487" y="4671669"/>
                  <a:pt x="3184590" y="4666720"/>
                </a:cubicBezTo>
                <a:cubicBezTo>
                  <a:pt x="3177067" y="4653704"/>
                  <a:pt x="3177067" y="4637670"/>
                  <a:pt x="3184590" y="4624655"/>
                </a:cubicBezTo>
                <a:cubicBezTo>
                  <a:pt x="3189539" y="4615995"/>
                  <a:pt x="3197580" y="4612283"/>
                  <a:pt x="3204385" y="4612592"/>
                </a:cubicBezTo>
                <a:close/>
                <a:moveTo>
                  <a:pt x="3479047" y="4603003"/>
                </a:moveTo>
                <a:cubicBezTo>
                  <a:pt x="3488326" y="4603622"/>
                  <a:pt x="3496368" y="4609808"/>
                  <a:pt x="3496368" y="4619706"/>
                </a:cubicBezTo>
                <a:cubicBezTo>
                  <a:pt x="3507379" y="4639748"/>
                  <a:pt x="3507379" y="4663998"/>
                  <a:pt x="3496368" y="4684041"/>
                </a:cubicBezTo>
                <a:cubicBezTo>
                  <a:pt x="3483996" y="4701362"/>
                  <a:pt x="3464200" y="4701362"/>
                  <a:pt x="3454303" y="4684041"/>
                </a:cubicBezTo>
                <a:cubicBezTo>
                  <a:pt x="3441683" y="4664443"/>
                  <a:pt x="3441683" y="4639303"/>
                  <a:pt x="3454303" y="4619706"/>
                </a:cubicBezTo>
                <a:cubicBezTo>
                  <a:pt x="3459252" y="4607334"/>
                  <a:pt x="3469768" y="4602385"/>
                  <a:pt x="3479047" y="4603003"/>
                </a:cubicBezTo>
                <a:close/>
                <a:moveTo>
                  <a:pt x="3046022" y="4602385"/>
                </a:moveTo>
                <a:lnTo>
                  <a:pt x="3063343" y="4602385"/>
                </a:lnTo>
                <a:cubicBezTo>
                  <a:pt x="3068341" y="4609883"/>
                  <a:pt x="3068341" y="4619632"/>
                  <a:pt x="3063343" y="4627129"/>
                </a:cubicBezTo>
                <a:lnTo>
                  <a:pt x="3046022" y="4627129"/>
                </a:lnTo>
                <a:cubicBezTo>
                  <a:pt x="3041023" y="4619632"/>
                  <a:pt x="3041023" y="4609883"/>
                  <a:pt x="3046022" y="4602385"/>
                </a:cubicBezTo>
                <a:close/>
                <a:moveTo>
                  <a:pt x="3325943" y="4598866"/>
                </a:moveTo>
                <a:cubicBezTo>
                  <a:pt x="3330582" y="4597513"/>
                  <a:pt x="3335531" y="4597590"/>
                  <a:pt x="3340480" y="4598982"/>
                </a:cubicBezTo>
                <a:cubicBezTo>
                  <a:pt x="3350378" y="4601766"/>
                  <a:pt x="3360275" y="4609808"/>
                  <a:pt x="3367698" y="4622180"/>
                </a:cubicBezTo>
                <a:cubicBezTo>
                  <a:pt x="3382372" y="4646528"/>
                  <a:pt x="3382372" y="4677013"/>
                  <a:pt x="3367698" y="4701361"/>
                </a:cubicBezTo>
                <a:cubicBezTo>
                  <a:pt x="3352852" y="4716208"/>
                  <a:pt x="3328108" y="4701361"/>
                  <a:pt x="3313261" y="4686515"/>
                </a:cubicBezTo>
                <a:cubicBezTo>
                  <a:pt x="3298588" y="4662166"/>
                  <a:pt x="3298588" y="4631681"/>
                  <a:pt x="3313261" y="4607333"/>
                </a:cubicBezTo>
                <a:cubicBezTo>
                  <a:pt x="3316973" y="4603003"/>
                  <a:pt x="3321303" y="4600219"/>
                  <a:pt x="3325943" y="4598866"/>
                </a:cubicBezTo>
                <a:close/>
                <a:moveTo>
                  <a:pt x="3601841" y="4598672"/>
                </a:moveTo>
                <a:cubicBezTo>
                  <a:pt x="3607718" y="4599291"/>
                  <a:pt x="3612666" y="4603621"/>
                  <a:pt x="3612666" y="4609807"/>
                </a:cubicBezTo>
                <a:cubicBezTo>
                  <a:pt x="3621376" y="4622476"/>
                  <a:pt x="3621376" y="4639204"/>
                  <a:pt x="3612666" y="4651872"/>
                </a:cubicBezTo>
                <a:cubicBezTo>
                  <a:pt x="3605243" y="4661770"/>
                  <a:pt x="3592871" y="4656821"/>
                  <a:pt x="3585448" y="4651872"/>
                </a:cubicBezTo>
                <a:cubicBezTo>
                  <a:pt x="3577925" y="4638857"/>
                  <a:pt x="3577925" y="4622823"/>
                  <a:pt x="3585448" y="4609807"/>
                </a:cubicBezTo>
                <a:cubicBezTo>
                  <a:pt x="3589160" y="4601147"/>
                  <a:pt x="3595964" y="4598054"/>
                  <a:pt x="3601841" y="4598672"/>
                </a:cubicBezTo>
                <a:close/>
                <a:moveTo>
                  <a:pt x="4191915" y="4591172"/>
                </a:moveTo>
                <a:cubicBezTo>
                  <a:pt x="4198179" y="4589084"/>
                  <a:pt x="4206530" y="4597435"/>
                  <a:pt x="4206530" y="4597435"/>
                </a:cubicBezTo>
                <a:cubicBezTo>
                  <a:pt x="4212246" y="4608274"/>
                  <a:pt x="4212246" y="4621240"/>
                  <a:pt x="4206530" y="4632077"/>
                </a:cubicBezTo>
                <a:cubicBezTo>
                  <a:pt x="4191683" y="4639501"/>
                  <a:pt x="4186734" y="4632077"/>
                  <a:pt x="4186734" y="4632077"/>
                </a:cubicBezTo>
                <a:cubicBezTo>
                  <a:pt x="4180549" y="4621363"/>
                  <a:pt x="4180549" y="4608150"/>
                  <a:pt x="4186734" y="4597435"/>
                </a:cubicBezTo>
                <a:cubicBezTo>
                  <a:pt x="4187971" y="4593724"/>
                  <a:pt x="4189827" y="4591868"/>
                  <a:pt x="4191915" y="4591172"/>
                </a:cubicBezTo>
                <a:close/>
                <a:moveTo>
                  <a:pt x="4018473" y="4587538"/>
                </a:moveTo>
                <a:cubicBezTo>
                  <a:pt x="4018473" y="4599910"/>
                  <a:pt x="4018473" y="4599910"/>
                  <a:pt x="4018473" y="4599910"/>
                </a:cubicBezTo>
                <a:cubicBezTo>
                  <a:pt x="4015998" y="4602384"/>
                  <a:pt x="4018473" y="4587538"/>
                  <a:pt x="4018473" y="4587538"/>
                </a:cubicBezTo>
                <a:close/>
                <a:moveTo>
                  <a:pt x="1988686" y="4585627"/>
                </a:moveTo>
                <a:cubicBezTo>
                  <a:pt x="1994384" y="4585750"/>
                  <a:pt x="2000035" y="4588045"/>
                  <a:pt x="2004288" y="4592487"/>
                </a:cubicBezTo>
                <a:cubicBezTo>
                  <a:pt x="2011476" y="4603820"/>
                  <a:pt x="2011476" y="4618270"/>
                  <a:pt x="2004288" y="4629603"/>
                </a:cubicBezTo>
                <a:cubicBezTo>
                  <a:pt x="2003031" y="4631360"/>
                  <a:pt x="2001497" y="4632894"/>
                  <a:pt x="1999745" y="4634156"/>
                </a:cubicBezTo>
                <a:cubicBezTo>
                  <a:pt x="1990862" y="4640516"/>
                  <a:pt x="1978494" y="4638486"/>
                  <a:pt x="1972120" y="4629603"/>
                </a:cubicBezTo>
                <a:cubicBezTo>
                  <a:pt x="1964264" y="4618469"/>
                  <a:pt x="1964264" y="4603622"/>
                  <a:pt x="1972120" y="4592487"/>
                </a:cubicBezTo>
                <a:cubicBezTo>
                  <a:pt x="1972343" y="4592264"/>
                  <a:pt x="1972568" y="4592017"/>
                  <a:pt x="1972801" y="4591794"/>
                </a:cubicBezTo>
                <a:cubicBezTo>
                  <a:pt x="1977243" y="4587551"/>
                  <a:pt x="1982988" y="4585503"/>
                  <a:pt x="1988686" y="4585627"/>
                </a:cubicBezTo>
                <a:close/>
                <a:moveTo>
                  <a:pt x="4343243" y="4584754"/>
                </a:moveTo>
                <a:cubicBezTo>
                  <a:pt x="4348191" y="4585063"/>
                  <a:pt x="4352521" y="4588775"/>
                  <a:pt x="4352521" y="4594961"/>
                </a:cubicBezTo>
                <a:cubicBezTo>
                  <a:pt x="4358683" y="4606566"/>
                  <a:pt x="4358683" y="4620472"/>
                  <a:pt x="4352521" y="4632077"/>
                </a:cubicBezTo>
                <a:cubicBezTo>
                  <a:pt x="4347572" y="4641975"/>
                  <a:pt x="4330252" y="4644450"/>
                  <a:pt x="4330252" y="4632077"/>
                </a:cubicBezTo>
                <a:cubicBezTo>
                  <a:pt x="4330252" y="4619705"/>
                  <a:pt x="4325303" y="4609807"/>
                  <a:pt x="4330252" y="4594961"/>
                </a:cubicBezTo>
                <a:cubicBezTo>
                  <a:pt x="4332727" y="4587538"/>
                  <a:pt x="4338294" y="4584445"/>
                  <a:pt x="4343243" y="4584754"/>
                </a:cubicBezTo>
                <a:close/>
                <a:moveTo>
                  <a:pt x="3716903" y="4567433"/>
                </a:moveTo>
                <a:cubicBezTo>
                  <a:pt x="3722161" y="4567742"/>
                  <a:pt x="3726491" y="4571454"/>
                  <a:pt x="3726491" y="4577640"/>
                </a:cubicBezTo>
                <a:cubicBezTo>
                  <a:pt x="3733666" y="4588973"/>
                  <a:pt x="3733666" y="4603424"/>
                  <a:pt x="3726491" y="4614756"/>
                </a:cubicBezTo>
                <a:cubicBezTo>
                  <a:pt x="3711644" y="4622180"/>
                  <a:pt x="3711644" y="4619705"/>
                  <a:pt x="3701746" y="4612282"/>
                </a:cubicBezTo>
                <a:cubicBezTo>
                  <a:pt x="3694323" y="4601939"/>
                  <a:pt x="3694323" y="4587983"/>
                  <a:pt x="3701746" y="4577640"/>
                </a:cubicBezTo>
                <a:cubicBezTo>
                  <a:pt x="3705458" y="4570217"/>
                  <a:pt x="3711644" y="4567124"/>
                  <a:pt x="3716903" y="4567433"/>
                </a:cubicBezTo>
                <a:close/>
                <a:moveTo>
                  <a:pt x="2564795" y="4538659"/>
                </a:moveTo>
                <a:cubicBezTo>
                  <a:pt x="2574495" y="4541581"/>
                  <a:pt x="2583081" y="4548207"/>
                  <a:pt x="2588253" y="4557844"/>
                </a:cubicBezTo>
                <a:cubicBezTo>
                  <a:pt x="2604386" y="4580857"/>
                  <a:pt x="2604386" y="4611539"/>
                  <a:pt x="2588253" y="4634552"/>
                </a:cubicBezTo>
                <a:cubicBezTo>
                  <a:pt x="2570932" y="4651873"/>
                  <a:pt x="2543713" y="4646924"/>
                  <a:pt x="2528866" y="4619705"/>
                </a:cubicBezTo>
                <a:cubicBezTo>
                  <a:pt x="2512362" y="4597708"/>
                  <a:pt x="2512362" y="4567470"/>
                  <a:pt x="2528866" y="4545473"/>
                </a:cubicBezTo>
                <a:cubicBezTo>
                  <a:pt x="2530673" y="4544037"/>
                  <a:pt x="2532603" y="4542775"/>
                  <a:pt x="2534656" y="4541686"/>
                </a:cubicBezTo>
                <a:cubicBezTo>
                  <a:pt x="2544282" y="4536515"/>
                  <a:pt x="2555095" y="4535735"/>
                  <a:pt x="2564795" y="4538659"/>
                </a:cubicBezTo>
                <a:close/>
                <a:moveTo>
                  <a:pt x="2207977" y="4524574"/>
                </a:moveTo>
                <a:cubicBezTo>
                  <a:pt x="2214940" y="4524775"/>
                  <a:pt x="2221827" y="4527633"/>
                  <a:pt x="2226986" y="4533101"/>
                </a:cubicBezTo>
                <a:cubicBezTo>
                  <a:pt x="2237715" y="4547849"/>
                  <a:pt x="2237715" y="4567842"/>
                  <a:pt x="2226986" y="4582590"/>
                </a:cubicBezTo>
                <a:cubicBezTo>
                  <a:pt x="2225580" y="4584470"/>
                  <a:pt x="2223912" y="4586128"/>
                  <a:pt x="2222037" y="4587539"/>
                </a:cubicBezTo>
                <a:cubicBezTo>
                  <a:pt x="2211105" y="4595728"/>
                  <a:pt x="2195595" y="4593526"/>
                  <a:pt x="2187395" y="4582590"/>
                </a:cubicBezTo>
                <a:cubicBezTo>
                  <a:pt x="2176666" y="4567842"/>
                  <a:pt x="2176666" y="4547849"/>
                  <a:pt x="2187395" y="4533101"/>
                </a:cubicBezTo>
                <a:cubicBezTo>
                  <a:pt x="2187756" y="4532730"/>
                  <a:pt x="2188127" y="4532358"/>
                  <a:pt x="2188508" y="4531987"/>
                </a:cubicBezTo>
                <a:cubicBezTo>
                  <a:pt x="2193974" y="4526828"/>
                  <a:pt x="2201014" y="4524373"/>
                  <a:pt x="2207977" y="4524574"/>
                </a:cubicBezTo>
                <a:close/>
                <a:moveTo>
                  <a:pt x="2903433" y="4519182"/>
                </a:moveTo>
                <a:cubicBezTo>
                  <a:pt x="2913021" y="4521966"/>
                  <a:pt x="2922301" y="4529389"/>
                  <a:pt x="2929724" y="4540524"/>
                </a:cubicBezTo>
                <a:cubicBezTo>
                  <a:pt x="2943209" y="4561655"/>
                  <a:pt x="2943209" y="4588676"/>
                  <a:pt x="2929724" y="4609807"/>
                </a:cubicBezTo>
                <a:cubicBezTo>
                  <a:pt x="2914877" y="4627129"/>
                  <a:pt x="2890133" y="4619705"/>
                  <a:pt x="2875286" y="4597435"/>
                </a:cubicBezTo>
                <a:cubicBezTo>
                  <a:pt x="2861355" y="4575537"/>
                  <a:pt x="2861355" y="4547576"/>
                  <a:pt x="2875286" y="4525677"/>
                </a:cubicBezTo>
                <a:cubicBezTo>
                  <a:pt x="2883947" y="4518254"/>
                  <a:pt x="2893844" y="4516398"/>
                  <a:pt x="2903433" y="4519182"/>
                </a:cubicBezTo>
                <a:close/>
                <a:moveTo>
                  <a:pt x="4605222" y="4518254"/>
                </a:moveTo>
                <a:cubicBezTo>
                  <a:pt x="4612955" y="4520728"/>
                  <a:pt x="4620997" y="4528152"/>
                  <a:pt x="4627183" y="4540524"/>
                </a:cubicBezTo>
                <a:cubicBezTo>
                  <a:pt x="4638689" y="4563932"/>
                  <a:pt x="4638689" y="4591349"/>
                  <a:pt x="4627183" y="4614757"/>
                </a:cubicBezTo>
                <a:cubicBezTo>
                  <a:pt x="4617285" y="4632077"/>
                  <a:pt x="4597490" y="4627129"/>
                  <a:pt x="4585118" y="4602385"/>
                </a:cubicBezTo>
                <a:cubicBezTo>
                  <a:pt x="4573166" y="4578209"/>
                  <a:pt x="4573166" y="4549852"/>
                  <a:pt x="4585118" y="4525677"/>
                </a:cubicBezTo>
                <a:cubicBezTo>
                  <a:pt x="4590067" y="4518254"/>
                  <a:pt x="4597490" y="4515779"/>
                  <a:pt x="4605222" y="4518254"/>
                </a:cubicBezTo>
                <a:close/>
                <a:moveTo>
                  <a:pt x="4251070" y="4515779"/>
                </a:moveTo>
                <a:cubicBezTo>
                  <a:pt x="4265916" y="4515779"/>
                  <a:pt x="4265916" y="4515779"/>
                  <a:pt x="4265916" y="4515779"/>
                </a:cubicBezTo>
                <a:cubicBezTo>
                  <a:pt x="4268391" y="4522138"/>
                  <a:pt x="4268391" y="4529215"/>
                  <a:pt x="4265916" y="4535574"/>
                </a:cubicBezTo>
                <a:cubicBezTo>
                  <a:pt x="4260967" y="4540523"/>
                  <a:pt x="4251070" y="4535574"/>
                  <a:pt x="4251070" y="4535574"/>
                </a:cubicBezTo>
                <a:cubicBezTo>
                  <a:pt x="4247531" y="4529438"/>
                  <a:pt x="4247531" y="4521915"/>
                  <a:pt x="4251070" y="4515779"/>
                </a:cubicBezTo>
                <a:close/>
                <a:moveTo>
                  <a:pt x="3826705" y="4511759"/>
                </a:moveTo>
                <a:cubicBezTo>
                  <a:pt x="3834128" y="4512068"/>
                  <a:pt x="3840314" y="4517017"/>
                  <a:pt x="3840314" y="4525677"/>
                </a:cubicBezTo>
                <a:cubicBezTo>
                  <a:pt x="3848677" y="4541984"/>
                  <a:pt x="3848677" y="4561334"/>
                  <a:pt x="3840314" y="4577640"/>
                </a:cubicBezTo>
                <a:cubicBezTo>
                  <a:pt x="3830416" y="4587538"/>
                  <a:pt x="3815569" y="4585064"/>
                  <a:pt x="3805672" y="4577640"/>
                </a:cubicBezTo>
                <a:cubicBezTo>
                  <a:pt x="3797308" y="4561334"/>
                  <a:pt x="3797308" y="4541984"/>
                  <a:pt x="3805672" y="4525677"/>
                </a:cubicBezTo>
                <a:cubicBezTo>
                  <a:pt x="3810621" y="4515780"/>
                  <a:pt x="3819281" y="4511450"/>
                  <a:pt x="3826705" y="4511759"/>
                </a:cubicBezTo>
                <a:close/>
                <a:moveTo>
                  <a:pt x="4092706" y="4505882"/>
                </a:moveTo>
                <a:cubicBezTo>
                  <a:pt x="4095180" y="4505882"/>
                  <a:pt x="4107552" y="4505882"/>
                  <a:pt x="4107552" y="4505882"/>
                </a:cubicBezTo>
                <a:cubicBezTo>
                  <a:pt x="4111165" y="4513726"/>
                  <a:pt x="4111165" y="4522782"/>
                  <a:pt x="4107552" y="4530626"/>
                </a:cubicBezTo>
                <a:cubicBezTo>
                  <a:pt x="4102603" y="4538050"/>
                  <a:pt x="4092706" y="4533101"/>
                  <a:pt x="4092706" y="4533101"/>
                </a:cubicBezTo>
                <a:cubicBezTo>
                  <a:pt x="4087855" y="4524688"/>
                  <a:pt x="4087855" y="4514295"/>
                  <a:pt x="4092706" y="4505882"/>
                </a:cubicBezTo>
                <a:close/>
                <a:moveTo>
                  <a:pt x="4402629" y="4488252"/>
                </a:moveTo>
                <a:cubicBezTo>
                  <a:pt x="4407577" y="4488561"/>
                  <a:pt x="4411907" y="4492272"/>
                  <a:pt x="4411907" y="4498458"/>
                </a:cubicBezTo>
                <a:cubicBezTo>
                  <a:pt x="4418069" y="4510063"/>
                  <a:pt x="4418069" y="4523969"/>
                  <a:pt x="4411907" y="4535574"/>
                </a:cubicBezTo>
                <a:cubicBezTo>
                  <a:pt x="4406958" y="4542998"/>
                  <a:pt x="4389638" y="4547946"/>
                  <a:pt x="4389638" y="4535574"/>
                </a:cubicBezTo>
                <a:cubicBezTo>
                  <a:pt x="4389638" y="4523202"/>
                  <a:pt x="4384689" y="4513305"/>
                  <a:pt x="4389638" y="4498458"/>
                </a:cubicBezTo>
                <a:cubicBezTo>
                  <a:pt x="4392113" y="4491035"/>
                  <a:pt x="4397680" y="4487942"/>
                  <a:pt x="4402629" y="4488252"/>
                </a:cubicBezTo>
                <a:close/>
                <a:moveTo>
                  <a:pt x="1609797" y="4471332"/>
                </a:moveTo>
                <a:cubicBezTo>
                  <a:pt x="1616730" y="4472013"/>
                  <a:pt x="1623404" y="4475335"/>
                  <a:pt x="1628174" y="4481137"/>
                </a:cubicBezTo>
                <a:cubicBezTo>
                  <a:pt x="1638903" y="4495885"/>
                  <a:pt x="1638903" y="4515878"/>
                  <a:pt x="1628174" y="4530625"/>
                </a:cubicBezTo>
                <a:cubicBezTo>
                  <a:pt x="1627048" y="4531987"/>
                  <a:pt x="1625789" y="4533249"/>
                  <a:pt x="1624418" y="4534387"/>
                </a:cubicBezTo>
                <a:cubicBezTo>
                  <a:pt x="1612803" y="4543914"/>
                  <a:pt x="1595650" y="4542231"/>
                  <a:pt x="1586109" y="4530625"/>
                </a:cubicBezTo>
                <a:cubicBezTo>
                  <a:pt x="1573506" y="4516546"/>
                  <a:pt x="1573506" y="4495217"/>
                  <a:pt x="1586109" y="4481137"/>
                </a:cubicBezTo>
                <a:cubicBezTo>
                  <a:pt x="1587235" y="4479776"/>
                  <a:pt x="1588494" y="4478514"/>
                  <a:pt x="1589865" y="4477376"/>
                </a:cubicBezTo>
                <a:cubicBezTo>
                  <a:pt x="1595673" y="4472613"/>
                  <a:pt x="1602865" y="4470652"/>
                  <a:pt x="1609797" y="4471332"/>
                </a:cubicBezTo>
                <a:close/>
                <a:moveTo>
                  <a:pt x="4530062" y="4468457"/>
                </a:moveTo>
                <a:cubicBezTo>
                  <a:pt x="4534392" y="4468766"/>
                  <a:pt x="4538103" y="4472477"/>
                  <a:pt x="4538103" y="4478663"/>
                </a:cubicBezTo>
                <a:cubicBezTo>
                  <a:pt x="4543844" y="4488610"/>
                  <a:pt x="4543844" y="4500883"/>
                  <a:pt x="4538103" y="4510830"/>
                </a:cubicBezTo>
                <a:cubicBezTo>
                  <a:pt x="4533154" y="4518254"/>
                  <a:pt x="4523257" y="4515779"/>
                  <a:pt x="4518308" y="4510830"/>
                </a:cubicBezTo>
                <a:cubicBezTo>
                  <a:pt x="4513755" y="4500587"/>
                  <a:pt x="4513755" y="4488907"/>
                  <a:pt x="4518308" y="4478663"/>
                </a:cubicBezTo>
                <a:cubicBezTo>
                  <a:pt x="4520783" y="4471240"/>
                  <a:pt x="4525732" y="4468147"/>
                  <a:pt x="4530062" y="4468457"/>
                </a:cubicBezTo>
                <a:close/>
                <a:moveTo>
                  <a:pt x="2721872" y="4453919"/>
                </a:moveTo>
                <a:cubicBezTo>
                  <a:pt x="2739193" y="4453919"/>
                  <a:pt x="2763937" y="4453919"/>
                  <a:pt x="2773835" y="4476189"/>
                </a:cubicBezTo>
                <a:cubicBezTo>
                  <a:pt x="2789127" y="4497667"/>
                  <a:pt x="2789127" y="4526469"/>
                  <a:pt x="2773835" y="4547947"/>
                </a:cubicBezTo>
                <a:cubicBezTo>
                  <a:pt x="2758988" y="4565269"/>
                  <a:pt x="2734244" y="4557845"/>
                  <a:pt x="2721872" y="4525678"/>
                </a:cubicBezTo>
                <a:cubicBezTo>
                  <a:pt x="2706580" y="4504199"/>
                  <a:pt x="2706580" y="4475397"/>
                  <a:pt x="2721872" y="4453919"/>
                </a:cubicBezTo>
                <a:close/>
                <a:moveTo>
                  <a:pt x="3491110" y="4444639"/>
                </a:moveTo>
                <a:cubicBezTo>
                  <a:pt x="3500699" y="4447113"/>
                  <a:pt x="3508740" y="4453918"/>
                  <a:pt x="3508740" y="4463816"/>
                </a:cubicBezTo>
                <a:cubicBezTo>
                  <a:pt x="3519801" y="4482968"/>
                  <a:pt x="3519801" y="4506549"/>
                  <a:pt x="3508740" y="4525677"/>
                </a:cubicBezTo>
                <a:cubicBezTo>
                  <a:pt x="3496368" y="4538049"/>
                  <a:pt x="3476573" y="4533100"/>
                  <a:pt x="3464201" y="4513305"/>
                </a:cubicBezTo>
                <a:cubicBezTo>
                  <a:pt x="3452026" y="4494474"/>
                  <a:pt x="3452026" y="4470274"/>
                  <a:pt x="3464201" y="4451444"/>
                </a:cubicBezTo>
                <a:cubicBezTo>
                  <a:pt x="3470387" y="4444021"/>
                  <a:pt x="3481522" y="4442165"/>
                  <a:pt x="3491110" y="4444639"/>
                </a:cubicBezTo>
                <a:close/>
                <a:moveTo>
                  <a:pt x="3356564" y="4439691"/>
                </a:moveTo>
                <a:cubicBezTo>
                  <a:pt x="3366461" y="4442166"/>
                  <a:pt x="3376359" y="4450208"/>
                  <a:pt x="3385019" y="4463817"/>
                </a:cubicBezTo>
                <a:cubicBezTo>
                  <a:pt x="3399841" y="4487250"/>
                  <a:pt x="3399841" y="4517091"/>
                  <a:pt x="3385019" y="4540524"/>
                </a:cubicBezTo>
                <a:cubicBezTo>
                  <a:pt x="3370173" y="4557845"/>
                  <a:pt x="3345429" y="4552896"/>
                  <a:pt x="3328107" y="4525677"/>
                </a:cubicBezTo>
                <a:cubicBezTo>
                  <a:pt x="3313286" y="4502244"/>
                  <a:pt x="3313286" y="4472403"/>
                  <a:pt x="3328107" y="4448970"/>
                </a:cubicBezTo>
                <a:cubicBezTo>
                  <a:pt x="3336768" y="4440310"/>
                  <a:pt x="3346666" y="4437217"/>
                  <a:pt x="3356564" y="4439691"/>
                </a:cubicBezTo>
                <a:close/>
                <a:moveTo>
                  <a:pt x="3220469" y="4421752"/>
                </a:moveTo>
                <a:cubicBezTo>
                  <a:pt x="3231604" y="4424845"/>
                  <a:pt x="3242739" y="4434124"/>
                  <a:pt x="3251400" y="4448970"/>
                </a:cubicBezTo>
                <a:cubicBezTo>
                  <a:pt x="3269017" y="4476040"/>
                  <a:pt x="3269017" y="4510979"/>
                  <a:pt x="3251400" y="4538050"/>
                </a:cubicBezTo>
                <a:cubicBezTo>
                  <a:pt x="3234078" y="4557845"/>
                  <a:pt x="3216757" y="4550422"/>
                  <a:pt x="3189539" y="4520729"/>
                </a:cubicBezTo>
                <a:cubicBezTo>
                  <a:pt x="3170535" y="4494079"/>
                  <a:pt x="3170535" y="4458299"/>
                  <a:pt x="3189539" y="4431649"/>
                </a:cubicBezTo>
                <a:cubicBezTo>
                  <a:pt x="3198200" y="4421752"/>
                  <a:pt x="3209334" y="4418659"/>
                  <a:pt x="3220469" y="4421752"/>
                </a:cubicBezTo>
                <a:close/>
                <a:moveTo>
                  <a:pt x="4644813" y="4420824"/>
                </a:moveTo>
                <a:cubicBezTo>
                  <a:pt x="4652546" y="4421133"/>
                  <a:pt x="4659350" y="4426701"/>
                  <a:pt x="4659350" y="4436598"/>
                </a:cubicBezTo>
                <a:cubicBezTo>
                  <a:pt x="4669025" y="4455206"/>
                  <a:pt x="4669025" y="4477377"/>
                  <a:pt x="4659350" y="4495984"/>
                </a:cubicBezTo>
                <a:cubicBezTo>
                  <a:pt x="4651926" y="4508356"/>
                  <a:pt x="4637080" y="4503408"/>
                  <a:pt x="4624708" y="4493510"/>
                </a:cubicBezTo>
                <a:cubicBezTo>
                  <a:pt x="4615453" y="4475669"/>
                  <a:pt x="4615453" y="4454439"/>
                  <a:pt x="4624708" y="4436598"/>
                </a:cubicBezTo>
                <a:cubicBezTo>
                  <a:pt x="4628420" y="4425463"/>
                  <a:pt x="4637080" y="4420514"/>
                  <a:pt x="4644813" y="4420824"/>
                </a:cubicBezTo>
                <a:close/>
                <a:moveTo>
                  <a:pt x="2586397" y="4419007"/>
                </a:moveTo>
                <a:cubicBezTo>
                  <a:pt x="2588717" y="4418427"/>
                  <a:pt x="2591346" y="4418814"/>
                  <a:pt x="2593820" y="4419587"/>
                </a:cubicBezTo>
                <a:cubicBezTo>
                  <a:pt x="2598769" y="4421133"/>
                  <a:pt x="2603099" y="4424226"/>
                  <a:pt x="2603099" y="4424226"/>
                </a:cubicBezTo>
                <a:cubicBezTo>
                  <a:pt x="2609705" y="4433035"/>
                  <a:pt x="2609705" y="4445110"/>
                  <a:pt x="2603099" y="4453919"/>
                </a:cubicBezTo>
                <a:cubicBezTo>
                  <a:pt x="2602678" y="4454389"/>
                  <a:pt x="2602257" y="4454835"/>
                  <a:pt x="2601787" y="4455231"/>
                </a:cubicBezTo>
                <a:cubicBezTo>
                  <a:pt x="2595626" y="4460650"/>
                  <a:pt x="2586248" y="4460080"/>
                  <a:pt x="2580829" y="4453919"/>
                </a:cubicBezTo>
                <a:cubicBezTo>
                  <a:pt x="2574222" y="4445110"/>
                  <a:pt x="2574222" y="4433035"/>
                  <a:pt x="2580829" y="4424226"/>
                </a:cubicBezTo>
                <a:cubicBezTo>
                  <a:pt x="2582066" y="4421133"/>
                  <a:pt x="2584077" y="4419587"/>
                  <a:pt x="2586397" y="4419007"/>
                </a:cubicBezTo>
                <a:close/>
                <a:moveTo>
                  <a:pt x="3608954" y="4418967"/>
                </a:moveTo>
                <a:cubicBezTo>
                  <a:pt x="3617615" y="4421133"/>
                  <a:pt x="3626276" y="4427937"/>
                  <a:pt x="3632462" y="4439072"/>
                </a:cubicBezTo>
                <a:cubicBezTo>
                  <a:pt x="3644933" y="4459585"/>
                  <a:pt x="3644933" y="4485368"/>
                  <a:pt x="3632462" y="4505881"/>
                </a:cubicBezTo>
                <a:cubicBezTo>
                  <a:pt x="3620089" y="4520728"/>
                  <a:pt x="3597819" y="4515779"/>
                  <a:pt x="3585447" y="4493509"/>
                </a:cubicBezTo>
                <a:cubicBezTo>
                  <a:pt x="3572976" y="4472996"/>
                  <a:pt x="3572976" y="4447213"/>
                  <a:pt x="3585447" y="4426699"/>
                </a:cubicBezTo>
                <a:cubicBezTo>
                  <a:pt x="3591633" y="4419276"/>
                  <a:pt x="3600294" y="4416802"/>
                  <a:pt x="3608954" y="4418967"/>
                </a:cubicBezTo>
                <a:close/>
                <a:moveTo>
                  <a:pt x="2398650" y="4416803"/>
                </a:moveTo>
                <a:cubicBezTo>
                  <a:pt x="2413806" y="4420514"/>
                  <a:pt x="2428652" y="4431649"/>
                  <a:pt x="2439787" y="4448970"/>
                </a:cubicBezTo>
                <a:cubicBezTo>
                  <a:pt x="2462213" y="4481805"/>
                  <a:pt x="2462213" y="4525009"/>
                  <a:pt x="2439787" y="4557845"/>
                </a:cubicBezTo>
                <a:cubicBezTo>
                  <a:pt x="2412568" y="4582589"/>
                  <a:pt x="2375452" y="4572691"/>
                  <a:pt x="2355656" y="4535575"/>
                </a:cubicBezTo>
                <a:cubicBezTo>
                  <a:pt x="2330383" y="4504620"/>
                  <a:pt x="2330383" y="4460130"/>
                  <a:pt x="2355656" y="4429174"/>
                </a:cubicBezTo>
                <a:cubicBezTo>
                  <a:pt x="2368029" y="4416802"/>
                  <a:pt x="2383494" y="4413091"/>
                  <a:pt x="2398650" y="4416803"/>
                </a:cubicBezTo>
                <a:close/>
                <a:moveTo>
                  <a:pt x="3998677" y="4406904"/>
                </a:moveTo>
                <a:cubicBezTo>
                  <a:pt x="4003626" y="4406904"/>
                  <a:pt x="4018473" y="4406904"/>
                  <a:pt x="4018473" y="4406904"/>
                </a:cubicBezTo>
                <a:cubicBezTo>
                  <a:pt x="4023323" y="4416208"/>
                  <a:pt x="4023323" y="4427294"/>
                  <a:pt x="4018473" y="4436597"/>
                </a:cubicBezTo>
                <a:cubicBezTo>
                  <a:pt x="4013524" y="4453918"/>
                  <a:pt x="3998677" y="4436597"/>
                  <a:pt x="3998677" y="4436597"/>
                </a:cubicBezTo>
                <a:cubicBezTo>
                  <a:pt x="3993828" y="4427294"/>
                  <a:pt x="3993828" y="4416208"/>
                  <a:pt x="3998677" y="4406904"/>
                </a:cubicBezTo>
                <a:close/>
                <a:moveTo>
                  <a:pt x="4323447" y="4406595"/>
                </a:moveTo>
                <a:cubicBezTo>
                  <a:pt x="4328396" y="4406905"/>
                  <a:pt x="4332726" y="4410616"/>
                  <a:pt x="4332726" y="4416802"/>
                </a:cubicBezTo>
                <a:cubicBezTo>
                  <a:pt x="4338887" y="4428407"/>
                  <a:pt x="4338887" y="4442313"/>
                  <a:pt x="4332726" y="4453918"/>
                </a:cubicBezTo>
                <a:cubicBezTo>
                  <a:pt x="4327777" y="4453918"/>
                  <a:pt x="4317880" y="4453918"/>
                  <a:pt x="4310456" y="4453918"/>
                </a:cubicBezTo>
                <a:cubicBezTo>
                  <a:pt x="4304295" y="4442313"/>
                  <a:pt x="4304295" y="4428407"/>
                  <a:pt x="4310456" y="4416802"/>
                </a:cubicBezTo>
                <a:cubicBezTo>
                  <a:pt x="4312931" y="4409379"/>
                  <a:pt x="4318498" y="4406286"/>
                  <a:pt x="4323447" y="4406595"/>
                </a:cubicBezTo>
                <a:close/>
                <a:moveTo>
                  <a:pt x="2038805" y="4401226"/>
                </a:moveTo>
                <a:cubicBezTo>
                  <a:pt x="2044473" y="4401826"/>
                  <a:pt x="2049911" y="4404591"/>
                  <a:pt x="2053776" y="4409379"/>
                </a:cubicBezTo>
                <a:cubicBezTo>
                  <a:pt x="2064585" y="4422246"/>
                  <a:pt x="2064585" y="4441051"/>
                  <a:pt x="2053776" y="4453918"/>
                </a:cubicBezTo>
                <a:cubicBezTo>
                  <a:pt x="2043879" y="4453918"/>
                  <a:pt x="2026557" y="4453918"/>
                  <a:pt x="2019134" y="4451444"/>
                </a:cubicBezTo>
                <a:cubicBezTo>
                  <a:pt x="2009647" y="4439022"/>
                  <a:pt x="2009647" y="4421800"/>
                  <a:pt x="2019134" y="4409379"/>
                </a:cubicBezTo>
                <a:cubicBezTo>
                  <a:pt x="2020121" y="4408166"/>
                  <a:pt x="2021235" y="4407053"/>
                  <a:pt x="2022457" y="4406063"/>
                </a:cubicBezTo>
                <a:cubicBezTo>
                  <a:pt x="2027240" y="4402191"/>
                  <a:pt x="2033137" y="4400626"/>
                  <a:pt x="2038805" y="4401226"/>
                </a:cubicBezTo>
                <a:close/>
                <a:moveTo>
                  <a:pt x="3077880" y="4397007"/>
                </a:moveTo>
                <a:cubicBezTo>
                  <a:pt x="3089325" y="4400100"/>
                  <a:pt x="3100460" y="4409379"/>
                  <a:pt x="3107883" y="4424225"/>
                </a:cubicBezTo>
                <a:cubicBezTo>
                  <a:pt x="3125303" y="4449564"/>
                  <a:pt x="3125303" y="4483018"/>
                  <a:pt x="3107883" y="4508356"/>
                </a:cubicBezTo>
                <a:cubicBezTo>
                  <a:pt x="3090562" y="4528151"/>
                  <a:pt x="3060868" y="4520728"/>
                  <a:pt x="3046022" y="4491035"/>
                </a:cubicBezTo>
                <a:cubicBezTo>
                  <a:pt x="3028602" y="4465697"/>
                  <a:pt x="3028602" y="4432242"/>
                  <a:pt x="3046022" y="4406904"/>
                </a:cubicBezTo>
                <a:cubicBezTo>
                  <a:pt x="3054683" y="4397007"/>
                  <a:pt x="3066436" y="4393914"/>
                  <a:pt x="3077880" y="4397007"/>
                </a:cubicBezTo>
                <a:close/>
                <a:moveTo>
                  <a:pt x="1810358" y="4395522"/>
                </a:moveTo>
                <a:cubicBezTo>
                  <a:pt x="1817402" y="4394900"/>
                  <a:pt x="1824452" y="4395670"/>
                  <a:pt x="1831112" y="4397709"/>
                </a:cubicBezTo>
                <a:cubicBezTo>
                  <a:pt x="1844432" y="4401789"/>
                  <a:pt x="1856196" y="4410951"/>
                  <a:pt x="1863245" y="4424226"/>
                </a:cubicBezTo>
                <a:cubicBezTo>
                  <a:pt x="1885520" y="4453449"/>
                  <a:pt x="1885520" y="4493980"/>
                  <a:pt x="1863245" y="4523203"/>
                </a:cubicBezTo>
                <a:cubicBezTo>
                  <a:pt x="1856027" y="4533150"/>
                  <a:pt x="1845655" y="4540375"/>
                  <a:pt x="1833812" y="4543666"/>
                </a:cubicBezTo>
                <a:cubicBezTo>
                  <a:pt x="1804854" y="4551758"/>
                  <a:pt x="1774826" y="4534833"/>
                  <a:pt x="1766743" y="4505882"/>
                </a:cubicBezTo>
                <a:cubicBezTo>
                  <a:pt x="1748523" y="4473368"/>
                  <a:pt x="1754633" y="4432639"/>
                  <a:pt x="1781589" y="4406905"/>
                </a:cubicBezTo>
                <a:cubicBezTo>
                  <a:pt x="1784113" y="4404925"/>
                  <a:pt x="1786805" y="4403169"/>
                  <a:pt x="1789636" y="4401684"/>
                </a:cubicBezTo>
                <a:cubicBezTo>
                  <a:pt x="1796275" y="4398158"/>
                  <a:pt x="1803314" y="4396144"/>
                  <a:pt x="1810358" y="4395522"/>
                </a:cubicBezTo>
                <a:close/>
                <a:moveTo>
                  <a:pt x="4748739" y="4376284"/>
                </a:moveTo>
                <a:cubicBezTo>
                  <a:pt x="4756472" y="4378449"/>
                  <a:pt x="4763276" y="4384635"/>
                  <a:pt x="4763276" y="4394532"/>
                </a:cubicBezTo>
                <a:cubicBezTo>
                  <a:pt x="4772555" y="4413239"/>
                  <a:pt x="4772555" y="4435212"/>
                  <a:pt x="4763276" y="4453919"/>
                </a:cubicBezTo>
                <a:cubicBezTo>
                  <a:pt x="4755852" y="4473714"/>
                  <a:pt x="4741006" y="4468765"/>
                  <a:pt x="4728634" y="4444021"/>
                </a:cubicBezTo>
                <a:cubicBezTo>
                  <a:pt x="4719281" y="4424448"/>
                  <a:pt x="4719281" y="4401733"/>
                  <a:pt x="4728634" y="4382160"/>
                </a:cubicBezTo>
                <a:cubicBezTo>
                  <a:pt x="4732346" y="4375974"/>
                  <a:pt x="4741006" y="4374118"/>
                  <a:pt x="4748739" y="4376284"/>
                </a:cubicBezTo>
                <a:close/>
                <a:moveTo>
                  <a:pt x="3720614" y="4367314"/>
                </a:moveTo>
                <a:cubicBezTo>
                  <a:pt x="3731440" y="4370407"/>
                  <a:pt x="3742575" y="4379686"/>
                  <a:pt x="3751235" y="4394532"/>
                </a:cubicBezTo>
                <a:cubicBezTo>
                  <a:pt x="3767145" y="4422097"/>
                  <a:pt x="3767145" y="4456046"/>
                  <a:pt x="3751235" y="4483612"/>
                </a:cubicBezTo>
                <a:cubicBezTo>
                  <a:pt x="3736388" y="4503407"/>
                  <a:pt x="3711644" y="4495984"/>
                  <a:pt x="3691848" y="4466290"/>
                </a:cubicBezTo>
                <a:cubicBezTo>
                  <a:pt x="3674849" y="4439022"/>
                  <a:pt x="3674849" y="4404479"/>
                  <a:pt x="3691848" y="4377211"/>
                </a:cubicBezTo>
                <a:cubicBezTo>
                  <a:pt x="3699272" y="4367314"/>
                  <a:pt x="3709788" y="4364221"/>
                  <a:pt x="3720614" y="4367314"/>
                </a:cubicBezTo>
                <a:close/>
                <a:moveTo>
                  <a:pt x="2932817" y="4365149"/>
                </a:moveTo>
                <a:cubicBezTo>
                  <a:pt x="2943334" y="4366077"/>
                  <a:pt x="2951994" y="4373500"/>
                  <a:pt x="2951994" y="4384634"/>
                </a:cubicBezTo>
                <a:cubicBezTo>
                  <a:pt x="2966865" y="4405345"/>
                  <a:pt x="2966865" y="4433208"/>
                  <a:pt x="2951994" y="4453919"/>
                </a:cubicBezTo>
                <a:cubicBezTo>
                  <a:pt x="2937147" y="4468765"/>
                  <a:pt x="2914878" y="4453919"/>
                  <a:pt x="2902505" y="4451444"/>
                </a:cubicBezTo>
                <a:cubicBezTo>
                  <a:pt x="2887238" y="4431797"/>
                  <a:pt x="2887238" y="4404282"/>
                  <a:pt x="2902505" y="4384634"/>
                </a:cubicBezTo>
                <a:cubicBezTo>
                  <a:pt x="2909929" y="4369788"/>
                  <a:pt x="2922301" y="4364221"/>
                  <a:pt x="2932817" y="4365149"/>
                </a:cubicBezTo>
                <a:close/>
                <a:moveTo>
                  <a:pt x="3827014" y="4352777"/>
                </a:moveTo>
                <a:cubicBezTo>
                  <a:pt x="3832890" y="4353086"/>
                  <a:pt x="3837839" y="4357417"/>
                  <a:pt x="3837839" y="4364840"/>
                </a:cubicBezTo>
                <a:cubicBezTo>
                  <a:pt x="3846129" y="4376742"/>
                  <a:pt x="3846129" y="4392529"/>
                  <a:pt x="3837839" y="4404430"/>
                </a:cubicBezTo>
                <a:cubicBezTo>
                  <a:pt x="3830416" y="4414328"/>
                  <a:pt x="3818044" y="4411854"/>
                  <a:pt x="3810621" y="4406905"/>
                </a:cubicBezTo>
                <a:cubicBezTo>
                  <a:pt x="3803098" y="4393890"/>
                  <a:pt x="3803098" y="4377855"/>
                  <a:pt x="3810621" y="4364840"/>
                </a:cubicBezTo>
                <a:cubicBezTo>
                  <a:pt x="3814333" y="4356180"/>
                  <a:pt x="3821137" y="4352468"/>
                  <a:pt x="3827014" y="4352777"/>
                </a:cubicBezTo>
                <a:close/>
                <a:moveTo>
                  <a:pt x="4571817" y="4347519"/>
                </a:moveTo>
                <a:cubicBezTo>
                  <a:pt x="4578931" y="4348137"/>
                  <a:pt x="4585117" y="4353705"/>
                  <a:pt x="4585117" y="4362365"/>
                </a:cubicBezTo>
                <a:cubicBezTo>
                  <a:pt x="4593481" y="4378672"/>
                  <a:pt x="4593481" y="4398022"/>
                  <a:pt x="4585117" y="4414328"/>
                </a:cubicBezTo>
                <a:cubicBezTo>
                  <a:pt x="4577694" y="4424226"/>
                  <a:pt x="4565322" y="4419277"/>
                  <a:pt x="4552950" y="4414328"/>
                </a:cubicBezTo>
                <a:cubicBezTo>
                  <a:pt x="4546219" y="4397651"/>
                  <a:pt x="4546219" y="4379018"/>
                  <a:pt x="4552950" y="4362365"/>
                </a:cubicBezTo>
                <a:cubicBezTo>
                  <a:pt x="4556662" y="4351230"/>
                  <a:pt x="4564703" y="4346900"/>
                  <a:pt x="4571817" y="4347519"/>
                </a:cubicBezTo>
                <a:close/>
                <a:moveTo>
                  <a:pt x="4085127" y="4324979"/>
                </a:moveTo>
                <a:cubicBezTo>
                  <a:pt x="4086983" y="4324399"/>
                  <a:pt x="4088994" y="4324786"/>
                  <a:pt x="4090850" y="4325559"/>
                </a:cubicBezTo>
                <a:cubicBezTo>
                  <a:pt x="4094561" y="4327105"/>
                  <a:pt x="4097654" y="4330198"/>
                  <a:pt x="4097654" y="4330198"/>
                </a:cubicBezTo>
                <a:cubicBezTo>
                  <a:pt x="4103519" y="4339230"/>
                  <a:pt x="4103519" y="4350859"/>
                  <a:pt x="4097654" y="4359891"/>
                </a:cubicBezTo>
                <a:cubicBezTo>
                  <a:pt x="4092706" y="4364840"/>
                  <a:pt x="4080333" y="4357417"/>
                  <a:pt x="4080333" y="4357417"/>
                </a:cubicBezTo>
                <a:cubicBezTo>
                  <a:pt x="4074148" y="4349399"/>
                  <a:pt x="4074148" y="4338215"/>
                  <a:pt x="4080333" y="4330198"/>
                </a:cubicBezTo>
                <a:cubicBezTo>
                  <a:pt x="4081570" y="4327105"/>
                  <a:pt x="4083272" y="4325559"/>
                  <a:pt x="4085127" y="4324979"/>
                </a:cubicBezTo>
                <a:close/>
                <a:moveTo>
                  <a:pt x="2246260" y="4324775"/>
                </a:moveTo>
                <a:cubicBezTo>
                  <a:pt x="2256211" y="4328885"/>
                  <a:pt x="2264594" y="4336791"/>
                  <a:pt x="2269052" y="4347518"/>
                </a:cubicBezTo>
                <a:cubicBezTo>
                  <a:pt x="2286818" y="4370010"/>
                  <a:pt x="2286818" y="4401733"/>
                  <a:pt x="2269052" y="4424225"/>
                </a:cubicBezTo>
                <a:cubicBezTo>
                  <a:pt x="2265196" y="4427887"/>
                  <a:pt x="2260646" y="4430733"/>
                  <a:pt x="2255667" y="4432588"/>
                </a:cubicBezTo>
                <a:cubicBezTo>
                  <a:pt x="2235189" y="4440259"/>
                  <a:pt x="2212377" y="4429867"/>
                  <a:pt x="2204716" y="4409378"/>
                </a:cubicBezTo>
                <a:cubicBezTo>
                  <a:pt x="2187391" y="4385822"/>
                  <a:pt x="2187391" y="4353753"/>
                  <a:pt x="2204716" y="4330197"/>
                </a:cubicBezTo>
                <a:cubicBezTo>
                  <a:pt x="2207589" y="4328019"/>
                  <a:pt x="2210732" y="4326188"/>
                  <a:pt x="2214065" y="4324803"/>
                </a:cubicBezTo>
                <a:cubicBezTo>
                  <a:pt x="2224792" y="4320349"/>
                  <a:pt x="2236309" y="4320664"/>
                  <a:pt x="2246260" y="4324775"/>
                </a:cubicBezTo>
                <a:close/>
                <a:moveTo>
                  <a:pt x="4369842" y="4320299"/>
                </a:moveTo>
                <a:cubicBezTo>
                  <a:pt x="4382214" y="4320299"/>
                  <a:pt x="4382214" y="4320299"/>
                  <a:pt x="4382214" y="4320299"/>
                </a:cubicBezTo>
                <a:cubicBezTo>
                  <a:pt x="4385752" y="4327302"/>
                  <a:pt x="4385752" y="4335566"/>
                  <a:pt x="4382214" y="4342569"/>
                </a:cubicBezTo>
                <a:cubicBezTo>
                  <a:pt x="4379740" y="4347518"/>
                  <a:pt x="4369842" y="4349992"/>
                  <a:pt x="4369842" y="4342569"/>
                </a:cubicBezTo>
                <a:cubicBezTo>
                  <a:pt x="4369842" y="4335146"/>
                  <a:pt x="4357470" y="4320299"/>
                  <a:pt x="4369842" y="4320299"/>
                </a:cubicBezTo>
                <a:close/>
                <a:moveTo>
                  <a:pt x="4242719" y="4309783"/>
                </a:moveTo>
                <a:cubicBezTo>
                  <a:pt x="4249833" y="4310402"/>
                  <a:pt x="4256019" y="4315350"/>
                  <a:pt x="4256019" y="4322773"/>
                </a:cubicBezTo>
                <a:cubicBezTo>
                  <a:pt x="4263219" y="4338486"/>
                  <a:pt x="4263219" y="4356550"/>
                  <a:pt x="4256019" y="4372262"/>
                </a:cubicBezTo>
                <a:cubicBezTo>
                  <a:pt x="4248595" y="4382160"/>
                  <a:pt x="4236223" y="4377211"/>
                  <a:pt x="4223851" y="4372262"/>
                </a:cubicBezTo>
                <a:cubicBezTo>
                  <a:pt x="4215487" y="4356821"/>
                  <a:pt x="4215487" y="4338214"/>
                  <a:pt x="4223851" y="4322773"/>
                </a:cubicBezTo>
                <a:cubicBezTo>
                  <a:pt x="4227563" y="4312876"/>
                  <a:pt x="4235605" y="4309164"/>
                  <a:pt x="4242719" y="4309783"/>
                </a:cubicBezTo>
                <a:close/>
                <a:moveTo>
                  <a:pt x="4682238" y="4306072"/>
                </a:moveTo>
                <a:cubicBezTo>
                  <a:pt x="4688425" y="4306690"/>
                  <a:pt x="4695229" y="4312876"/>
                  <a:pt x="4701415" y="4322773"/>
                </a:cubicBezTo>
                <a:cubicBezTo>
                  <a:pt x="4710768" y="4342347"/>
                  <a:pt x="4710768" y="4365062"/>
                  <a:pt x="4701415" y="4384634"/>
                </a:cubicBezTo>
                <a:cubicBezTo>
                  <a:pt x="4686569" y="4397007"/>
                  <a:pt x="4669248" y="4392058"/>
                  <a:pt x="4666773" y="4384634"/>
                </a:cubicBezTo>
                <a:cubicBezTo>
                  <a:pt x="4656208" y="4365358"/>
                  <a:pt x="4656208" y="4342049"/>
                  <a:pt x="4666773" y="4322773"/>
                </a:cubicBezTo>
                <a:cubicBezTo>
                  <a:pt x="4670485" y="4310402"/>
                  <a:pt x="4676052" y="4305453"/>
                  <a:pt x="4682238" y="4306072"/>
                </a:cubicBezTo>
                <a:close/>
                <a:moveTo>
                  <a:pt x="3371719" y="4302979"/>
                </a:moveTo>
                <a:cubicBezTo>
                  <a:pt x="3378833" y="4303597"/>
                  <a:pt x="3386256" y="4309165"/>
                  <a:pt x="3392442" y="4317825"/>
                </a:cubicBezTo>
                <a:cubicBezTo>
                  <a:pt x="3402612" y="4335443"/>
                  <a:pt x="3402612" y="4357119"/>
                  <a:pt x="3392442" y="4374737"/>
                </a:cubicBezTo>
                <a:cubicBezTo>
                  <a:pt x="3382544" y="4387109"/>
                  <a:pt x="3362749" y="4382160"/>
                  <a:pt x="3352851" y="4372263"/>
                </a:cubicBezTo>
                <a:cubicBezTo>
                  <a:pt x="3340479" y="4356228"/>
                  <a:pt x="3340479" y="4333859"/>
                  <a:pt x="3352851" y="4317825"/>
                </a:cubicBezTo>
                <a:cubicBezTo>
                  <a:pt x="3357800" y="4306690"/>
                  <a:pt x="3364605" y="4302360"/>
                  <a:pt x="3371719" y="4302979"/>
                </a:cubicBezTo>
                <a:close/>
                <a:moveTo>
                  <a:pt x="1448830" y="4301671"/>
                </a:moveTo>
                <a:cubicBezTo>
                  <a:pt x="1456430" y="4301686"/>
                  <a:pt x="1464024" y="4304600"/>
                  <a:pt x="1469811" y="4310402"/>
                </a:cubicBezTo>
                <a:cubicBezTo>
                  <a:pt x="1482413" y="4324481"/>
                  <a:pt x="1482413" y="4345811"/>
                  <a:pt x="1469811" y="4359890"/>
                </a:cubicBezTo>
                <a:cubicBezTo>
                  <a:pt x="1469786" y="4359915"/>
                  <a:pt x="1469761" y="4359940"/>
                  <a:pt x="1469739" y="4359965"/>
                </a:cubicBezTo>
                <a:cubicBezTo>
                  <a:pt x="1458122" y="4371545"/>
                  <a:pt x="1439321" y="4371495"/>
                  <a:pt x="1427746" y="4359890"/>
                </a:cubicBezTo>
                <a:cubicBezTo>
                  <a:pt x="1415143" y="4345811"/>
                  <a:pt x="1415143" y="4324481"/>
                  <a:pt x="1427746" y="4310402"/>
                </a:cubicBezTo>
                <a:cubicBezTo>
                  <a:pt x="1427770" y="4310377"/>
                  <a:pt x="1427795" y="4310352"/>
                  <a:pt x="1427817" y="4310328"/>
                </a:cubicBezTo>
                <a:cubicBezTo>
                  <a:pt x="1433626" y="4304538"/>
                  <a:pt x="1441231" y="4301655"/>
                  <a:pt x="1448830" y="4301671"/>
                </a:cubicBezTo>
                <a:close/>
                <a:moveTo>
                  <a:pt x="2754336" y="4296273"/>
                </a:moveTo>
                <a:cubicBezTo>
                  <a:pt x="2774552" y="4287959"/>
                  <a:pt x="2797688" y="4297609"/>
                  <a:pt x="2806002" y="4317825"/>
                </a:cubicBezTo>
                <a:cubicBezTo>
                  <a:pt x="2822135" y="4340837"/>
                  <a:pt x="2822135" y="4371520"/>
                  <a:pt x="2806002" y="4394533"/>
                </a:cubicBezTo>
                <a:cubicBezTo>
                  <a:pt x="2786207" y="4411853"/>
                  <a:pt x="2761462" y="4404430"/>
                  <a:pt x="2746616" y="4379686"/>
                </a:cubicBezTo>
                <a:cubicBezTo>
                  <a:pt x="2729295" y="4356129"/>
                  <a:pt x="2729295" y="4324061"/>
                  <a:pt x="2746616" y="4300504"/>
                </a:cubicBezTo>
                <a:cubicBezTo>
                  <a:pt x="2749016" y="4298821"/>
                  <a:pt x="2751614" y="4297386"/>
                  <a:pt x="2754336" y="4296273"/>
                </a:cubicBezTo>
                <a:close/>
                <a:moveTo>
                  <a:pt x="3497915" y="4295556"/>
                </a:moveTo>
                <a:cubicBezTo>
                  <a:pt x="3505029" y="4296174"/>
                  <a:pt x="3512453" y="4301742"/>
                  <a:pt x="3518639" y="4310402"/>
                </a:cubicBezTo>
                <a:cubicBezTo>
                  <a:pt x="3528907" y="4327104"/>
                  <a:pt x="3528907" y="4348137"/>
                  <a:pt x="3518639" y="4364839"/>
                </a:cubicBezTo>
                <a:cubicBezTo>
                  <a:pt x="3508741" y="4377212"/>
                  <a:pt x="3491420" y="4372263"/>
                  <a:pt x="3479048" y="4364839"/>
                </a:cubicBezTo>
                <a:cubicBezTo>
                  <a:pt x="3468779" y="4348137"/>
                  <a:pt x="3468779" y="4327104"/>
                  <a:pt x="3479048" y="4310402"/>
                </a:cubicBezTo>
                <a:cubicBezTo>
                  <a:pt x="3483997" y="4299267"/>
                  <a:pt x="3490801" y="4294937"/>
                  <a:pt x="3497915" y="4295556"/>
                </a:cubicBezTo>
                <a:close/>
                <a:moveTo>
                  <a:pt x="3242430" y="4292153"/>
                </a:moveTo>
                <a:cubicBezTo>
                  <a:pt x="3251400" y="4293081"/>
                  <a:pt x="3258823" y="4299267"/>
                  <a:pt x="3258823" y="4307927"/>
                </a:cubicBezTo>
                <a:cubicBezTo>
                  <a:pt x="3271244" y="4325768"/>
                  <a:pt x="3271244" y="4349473"/>
                  <a:pt x="3258823" y="4367314"/>
                </a:cubicBezTo>
                <a:cubicBezTo>
                  <a:pt x="3246451" y="4379686"/>
                  <a:pt x="3229130" y="4374737"/>
                  <a:pt x="3216758" y="4364839"/>
                </a:cubicBezTo>
                <a:cubicBezTo>
                  <a:pt x="3203965" y="4348013"/>
                  <a:pt x="3203965" y="4324754"/>
                  <a:pt x="3216758" y="4307927"/>
                </a:cubicBezTo>
                <a:cubicBezTo>
                  <a:pt x="3222944" y="4295555"/>
                  <a:pt x="3233460" y="4291225"/>
                  <a:pt x="3242430" y="4292153"/>
                </a:cubicBezTo>
                <a:close/>
                <a:moveTo>
                  <a:pt x="2438288" y="4279224"/>
                </a:moveTo>
                <a:cubicBezTo>
                  <a:pt x="2447273" y="4282311"/>
                  <a:pt x="2455081" y="4288825"/>
                  <a:pt x="2459583" y="4298029"/>
                </a:cubicBezTo>
                <a:cubicBezTo>
                  <a:pt x="2474454" y="4318740"/>
                  <a:pt x="2474454" y="4346602"/>
                  <a:pt x="2459583" y="4367313"/>
                </a:cubicBezTo>
                <a:cubicBezTo>
                  <a:pt x="2444736" y="4382160"/>
                  <a:pt x="2419992" y="4377211"/>
                  <a:pt x="2402671" y="4352467"/>
                </a:cubicBezTo>
                <a:cubicBezTo>
                  <a:pt x="2388958" y="4332300"/>
                  <a:pt x="2388958" y="4305824"/>
                  <a:pt x="2402671" y="4285657"/>
                </a:cubicBezTo>
                <a:cubicBezTo>
                  <a:pt x="2404903" y="4283826"/>
                  <a:pt x="2407340" y="4282267"/>
                  <a:pt x="2409936" y="4280980"/>
                </a:cubicBezTo>
                <a:cubicBezTo>
                  <a:pt x="2419144" y="4276477"/>
                  <a:pt x="2429304" y="4276137"/>
                  <a:pt x="2438288" y="4279224"/>
                </a:cubicBezTo>
                <a:close/>
                <a:moveTo>
                  <a:pt x="1669183" y="4278327"/>
                </a:moveTo>
                <a:cubicBezTo>
                  <a:pt x="1676116" y="4279008"/>
                  <a:pt x="1682790" y="4282330"/>
                  <a:pt x="1687560" y="4288132"/>
                </a:cubicBezTo>
                <a:cubicBezTo>
                  <a:pt x="1700163" y="4302211"/>
                  <a:pt x="1700163" y="4323541"/>
                  <a:pt x="1687560" y="4337621"/>
                </a:cubicBezTo>
                <a:cubicBezTo>
                  <a:pt x="1687516" y="4337670"/>
                  <a:pt x="1687469" y="4337719"/>
                  <a:pt x="1687424" y="4337769"/>
                </a:cubicBezTo>
                <a:cubicBezTo>
                  <a:pt x="1676485" y="4349993"/>
                  <a:pt x="1657714" y="4351032"/>
                  <a:pt x="1645495" y="4340095"/>
                </a:cubicBezTo>
                <a:cubicBezTo>
                  <a:pt x="1633519" y="4324852"/>
                  <a:pt x="1633519" y="4303374"/>
                  <a:pt x="1645495" y="4288132"/>
                </a:cubicBezTo>
                <a:cubicBezTo>
                  <a:pt x="1646621" y="4286771"/>
                  <a:pt x="1647880" y="4285509"/>
                  <a:pt x="1649251" y="4284371"/>
                </a:cubicBezTo>
                <a:cubicBezTo>
                  <a:pt x="1655059" y="4279608"/>
                  <a:pt x="1662251" y="4277647"/>
                  <a:pt x="1669183" y="4278327"/>
                </a:cubicBezTo>
                <a:close/>
                <a:moveTo>
                  <a:pt x="3905615" y="4267293"/>
                </a:moveTo>
                <a:cubicBezTo>
                  <a:pt x="3909675" y="4265940"/>
                  <a:pt x="3914083" y="4266017"/>
                  <a:pt x="3918568" y="4267409"/>
                </a:cubicBezTo>
                <a:cubicBezTo>
                  <a:pt x="3927538" y="4270193"/>
                  <a:pt x="3936817" y="4278235"/>
                  <a:pt x="3944240" y="4290607"/>
                </a:cubicBezTo>
                <a:cubicBezTo>
                  <a:pt x="3957503" y="4313569"/>
                  <a:pt x="3957503" y="4341877"/>
                  <a:pt x="3944240" y="4364839"/>
                </a:cubicBezTo>
                <a:cubicBezTo>
                  <a:pt x="3931868" y="4379686"/>
                  <a:pt x="3909598" y="4374737"/>
                  <a:pt x="3894751" y="4349993"/>
                </a:cubicBezTo>
                <a:cubicBezTo>
                  <a:pt x="3881488" y="4327030"/>
                  <a:pt x="3881488" y="4298723"/>
                  <a:pt x="3894751" y="4275760"/>
                </a:cubicBezTo>
                <a:cubicBezTo>
                  <a:pt x="3897844" y="4271430"/>
                  <a:pt x="3901556" y="4268646"/>
                  <a:pt x="3905615" y="4267293"/>
                </a:cubicBezTo>
                <a:close/>
                <a:moveTo>
                  <a:pt x="3622255" y="4261841"/>
                </a:moveTo>
                <a:cubicBezTo>
                  <a:pt x="3631843" y="4264625"/>
                  <a:pt x="3639885" y="4272048"/>
                  <a:pt x="3639885" y="4283183"/>
                </a:cubicBezTo>
                <a:cubicBezTo>
                  <a:pt x="3653173" y="4302582"/>
                  <a:pt x="3653173" y="4328118"/>
                  <a:pt x="3639885" y="4347518"/>
                </a:cubicBezTo>
                <a:cubicBezTo>
                  <a:pt x="3627513" y="4362364"/>
                  <a:pt x="3607717" y="4357416"/>
                  <a:pt x="3595345" y="4335146"/>
                </a:cubicBezTo>
                <a:cubicBezTo>
                  <a:pt x="3581637" y="4314979"/>
                  <a:pt x="3581637" y="4288502"/>
                  <a:pt x="3595345" y="4268336"/>
                </a:cubicBezTo>
                <a:cubicBezTo>
                  <a:pt x="3601531" y="4260913"/>
                  <a:pt x="3612666" y="4259058"/>
                  <a:pt x="3622255" y="4261841"/>
                </a:cubicBezTo>
                <a:close/>
                <a:moveTo>
                  <a:pt x="3096748" y="4256893"/>
                </a:moveTo>
                <a:cubicBezTo>
                  <a:pt x="3106027" y="4259677"/>
                  <a:pt x="3115306" y="4267100"/>
                  <a:pt x="3122729" y="4278235"/>
                </a:cubicBezTo>
                <a:cubicBezTo>
                  <a:pt x="3136215" y="4299366"/>
                  <a:pt x="3136215" y="4326387"/>
                  <a:pt x="3122729" y="4347519"/>
                </a:cubicBezTo>
                <a:cubicBezTo>
                  <a:pt x="3107883" y="4362365"/>
                  <a:pt x="3085613" y="4354942"/>
                  <a:pt x="3070766" y="4332672"/>
                </a:cubicBezTo>
                <a:cubicBezTo>
                  <a:pt x="3057281" y="4311541"/>
                  <a:pt x="3057281" y="4284519"/>
                  <a:pt x="3070766" y="4263388"/>
                </a:cubicBezTo>
                <a:cubicBezTo>
                  <a:pt x="3078190" y="4255965"/>
                  <a:pt x="3087469" y="4254109"/>
                  <a:pt x="3096748" y="4256893"/>
                </a:cubicBezTo>
                <a:close/>
                <a:moveTo>
                  <a:pt x="4770082" y="4252253"/>
                </a:moveTo>
                <a:cubicBezTo>
                  <a:pt x="4778742" y="4255346"/>
                  <a:pt x="4788021" y="4263388"/>
                  <a:pt x="4795444" y="4275760"/>
                </a:cubicBezTo>
                <a:cubicBezTo>
                  <a:pt x="4807099" y="4300875"/>
                  <a:pt x="4807099" y="4329826"/>
                  <a:pt x="4795444" y="4354942"/>
                </a:cubicBezTo>
                <a:cubicBezTo>
                  <a:pt x="4785547" y="4374737"/>
                  <a:pt x="4765751" y="4367313"/>
                  <a:pt x="4748430" y="4340095"/>
                </a:cubicBezTo>
                <a:cubicBezTo>
                  <a:pt x="4736677" y="4314138"/>
                  <a:pt x="4736677" y="4284395"/>
                  <a:pt x="4748430" y="4258438"/>
                </a:cubicBezTo>
                <a:cubicBezTo>
                  <a:pt x="4753379" y="4251015"/>
                  <a:pt x="4761421" y="4249160"/>
                  <a:pt x="4770082" y="4252253"/>
                </a:cubicBezTo>
                <a:close/>
                <a:moveTo>
                  <a:pt x="2086871" y="4218230"/>
                </a:moveTo>
                <a:cubicBezTo>
                  <a:pt x="2094604" y="4218849"/>
                  <a:pt x="2100790" y="4223797"/>
                  <a:pt x="2100790" y="4231220"/>
                </a:cubicBezTo>
                <a:cubicBezTo>
                  <a:pt x="2109294" y="4244854"/>
                  <a:pt x="2109294" y="4262126"/>
                  <a:pt x="2100790" y="4275760"/>
                </a:cubicBezTo>
                <a:cubicBezTo>
                  <a:pt x="2100107" y="4276527"/>
                  <a:pt x="2099374" y="4277269"/>
                  <a:pt x="2098597" y="4277962"/>
                </a:cubicBezTo>
                <a:cubicBezTo>
                  <a:pt x="2088348" y="4286994"/>
                  <a:pt x="2072712" y="4286004"/>
                  <a:pt x="2063673" y="4275760"/>
                </a:cubicBezTo>
                <a:cubicBezTo>
                  <a:pt x="2052865" y="4262893"/>
                  <a:pt x="2052865" y="4244112"/>
                  <a:pt x="2063673" y="4231220"/>
                </a:cubicBezTo>
                <a:cubicBezTo>
                  <a:pt x="2069859" y="4221323"/>
                  <a:pt x="2079138" y="4217611"/>
                  <a:pt x="2086871" y="4218230"/>
                </a:cubicBezTo>
                <a:close/>
                <a:moveTo>
                  <a:pt x="3725562" y="4217611"/>
                </a:moveTo>
                <a:cubicBezTo>
                  <a:pt x="3734532" y="4220703"/>
                  <a:pt x="3743811" y="4228745"/>
                  <a:pt x="3751234" y="4241117"/>
                </a:cubicBezTo>
                <a:cubicBezTo>
                  <a:pt x="3764596" y="4263165"/>
                  <a:pt x="3764596" y="4290829"/>
                  <a:pt x="3751234" y="4312876"/>
                </a:cubicBezTo>
                <a:cubicBezTo>
                  <a:pt x="3738862" y="4330197"/>
                  <a:pt x="3711644" y="4322774"/>
                  <a:pt x="3701746" y="4298030"/>
                </a:cubicBezTo>
                <a:cubicBezTo>
                  <a:pt x="3686726" y="4275562"/>
                  <a:pt x="3686726" y="4246265"/>
                  <a:pt x="3701746" y="4223796"/>
                </a:cubicBezTo>
                <a:cubicBezTo>
                  <a:pt x="3707932" y="4216373"/>
                  <a:pt x="3716593" y="4214517"/>
                  <a:pt x="3725562" y="4217611"/>
                </a:cubicBezTo>
                <a:close/>
                <a:moveTo>
                  <a:pt x="4157350" y="4217302"/>
                </a:moveTo>
                <a:cubicBezTo>
                  <a:pt x="4163846" y="4219467"/>
                  <a:pt x="4170650" y="4225035"/>
                  <a:pt x="4176836" y="4233695"/>
                </a:cubicBezTo>
                <a:cubicBezTo>
                  <a:pt x="4186561" y="4250546"/>
                  <a:pt x="4186561" y="4271281"/>
                  <a:pt x="4176836" y="4288132"/>
                </a:cubicBezTo>
                <a:cubicBezTo>
                  <a:pt x="4169413" y="4300504"/>
                  <a:pt x="4152092" y="4295556"/>
                  <a:pt x="4139720" y="4278235"/>
                </a:cubicBezTo>
                <a:cubicBezTo>
                  <a:pt x="4130045" y="4260493"/>
                  <a:pt x="4130045" y="4239064"/>
                  <a:pt x="4139720" y="4221322"/>
                </a:cubicBezTo>
                <a:cubicBezTo>
                  <a:pt x="4144669" y="4216374"/>
                  <a:pt x="4150855" y="4215137"/>
                  <a:pt x="4157350" y="4217302"/>
                </a:cubicBezTo>
                <a:close/>
                <a:moveTo>
                  <a:pt x="1886259" y="4216318"/>
                </a:moveTo>
                <a:cubicBezTo>
                  <a:pt x="1898692" y="4221038"/>
                  <a:pt x="1909324" y="4230503"/>
                  <a:pt x="1915208" y="4243592"/>
                </a:cubicBezTo>
                <a:cubicBezTo>
                  <a:pt x="1935832" y="4271553"/>
                  <a:pt x="1935832" y="4309659"/>
                  <a:pt x="1915208" y="4337621"/>
                </a:cubicBezTo>
                <a:cubicBezTo>
                  <a:pt x="1908264" y="4345910"/>
                  <a:pt x="1899005" y="4351947"/>
                  <a:pt x="1888615" y="4354966"/>
                </a:cubicBezTo>
                <a:cubicBezTo>
                  <a:pt x="1859738" y="4363330"/>
                  <a:pt x="1829545" y="4346702"/>
                  <a:pt x="1821179" y="4317825"/>
                </a:cubicBezTo>
                <a:cubicBezTo>
                  <a:pt x="1802735" y="4287018"/>
                  <a:pt x="1808988" y="4247428"/>
                  <a:pt x="1836026" y="4223797"/>
                </a:cubicBezTo>
                <a:cubicBezTo>
                  <a:pt x="1839260" y="4221298"/>
                  <a:pt x="1842776" y="4219194"/>
                  <a:pt x="1846505" y="4217511"/>
                </a:cubicBezTo>
                <a:cubicBezTo>
                  <a:pt x="1859593" y="4211622"/>
                  <a:pt x="1873826" y="4211598"/>
                  <a:pt x="1886259" y="4216318"/>
                </a:cubicBezTo>
                <a:close/>
                <a:moveTo>
                  <a:pt x="4419176" y="4208679"/>
                </a:moveTo>
                <a:cubicBezTo>
                  <a:pt x="4421032" y="4208099"/>
                  <a:pt x="4423043" y="4208486"/>
                  <a:pt x="4424899" y="4209259"/>
                </a:cubicBezTo>
                <a:cubicBezTo>
                  <a:pt x="4428610" y="4210806"/>
                  <a:pt x="4431703" y="4213899"/>
                  <a:pt x="4431703" y="4213899"/>
                </a:cubicBezTo>
                <a:cubicBezTo>
                  <a:pt x="4436107" y="4222436"/>
                  <a:pt x="4436107" y="4232580"/>
                  <a:pt x="4431703" y="4241117"/>
                </a:cubicBezTo>
                <a:cubicBezTo>
                  <a:pt x="4426754" y="4248541"/>
                  <a:pt x="4414382" y="4243592"/>
                  <a:pt x="4414382" y="4243592"/>
                </a:cubicBezTo>
                <a:cubicBezTo>
                  <a:pt x="4410769" y="4234016"/>
                  <a:pt x="4410769" y="4223475"/>
                  <a:pt x="4414382" y="4213899"/>
                </a:cubicBezTo>
                <a:cubicBezTo>
                  <a:pt x="4415619" y="4210806"/>
                  <a:pt x="4417321" y="4209259"/>
                  <a:pt x="4419176" y="4208679"/>
                </a:cubicBezTo>
                <a:close/>
                <a:moveTo>
                  <a:pt x="2924775" y="4206476"/>
                </a:moveTo>
                <a:cubicBezTo>
                  <a:pt x="2942096" y="4206476"/>
                  <a:pt x="2969314" y="4206476"/>
                  <a:pt x="2981687" y="4231220"/>
                </a:cubicBezTo>
                <a:cubicBezTo>
                  <a:pt x="2997820" y="4254233"/>
                  <a:pt x="2997820" y="4284915"/>
                  <a:pt x="2981687" y="4307928"/>
                </a:cubicBezTo>
                <a:cubicBezTo>
                  <a:pt x="2969314" y="4325249"/>
                  <a:pt x="2937147" y="4317826"/>
                  <a:pt x="2924775" y="4283183"/>
                </a:cubicBezTo>
                <a:cubicBezTo>
                  <a:pt x="2907008" y="4260691"/>
                  <a:pt x="2907008" y="4228969"/>
                  <a:pt x="2924775" y="4206476"/>
                </a:cubicBezTo>
                <a:close/>
                <a:moveTo>
                  <a:pt x="4003627" y="4199981"/>
                </a:moveTo>
                <a:cubicBezTo>
                  <a:pt x="4011669" y="4202765"/>
                  <a:pt x="4019711" y="4210188"/>
                  <a:pt x="4025897" y="4221323"/>
                </a:cubicBezTo>
                <a:cubicBezTo>
                  <a:pt x="4036908" y="4242232"/>
                  <a:pt x="4036908" y="4267223"/>
                  <a:pt x="4025897" y="4288132"/>
                </a:cubicBezTo>
                <a:cubicBezTo>
                  <a:pt x="4013524" y="4302979"/>
                  <a:pt x="3993729" y="4298030"/>
                  <a:pt x="3981357" y="4275760"/>
                </a:cubicBezTo>
                <a:cubicBezTo>
                  <a:pt x="3970321" y="4253985"/>
                  <a:pt x="3970321" y="4228251"/>
                  <a:pt x="3981357" y="4206476"/>
                </a:cubicBezTo>
                <a:cubicBezTo>
                  <a:pt x="3987543" y="4199053"/>
                  <a:pt x="3995585" y="4197198"/>
                  <a:pt x="4003627" y="4199981"/>
                </a:cubicBezTo>
                <a:close/>
                <a:moveTo>
                  <a:pt x="2281895" y="4192706"/>
                </a:moveTo>
                <a:cubicBezTo>
                  <a:pt x="2285618" y="4193461"/>
                  <a:pt x="2289055" y="4195638"/>
                  <a:pt x="2291321" y="4199053"/>
                </a:cubicBezTo>
                <a:cubicBezTo>
                  <a:pt x="2298883" y="4207515"/>
                  <a:pt x="2298883" y="4220283"/>
                  <a:pt x="2291321" y="4228746"/>
                </a:cubicBezTo>
                <a:cubicBezTo>
                  <a:pt x="2283898" y="4236170"/>
                  <a:pt x="2266577" y="4238644"/>
                  <a:pt x="2266577" y="4228746"/>
                </a:cubicBezTo>
                <a:cubicBezTo>
                  <a:pt x="2266577" y="4218848"/>
                  <a:pt x="2266577" y="4199053"/>
                  <a:pt x="2266577" y="4199053"/>
                </a:cubicBezTo>
                <a:cubicBezTo>
                  <a:pt x="2267673" y="4197395"/>
                  <a:pt x="2269089" y="4195985"/>
                  <a:pt x="2270742" y="4194896"/>
                </a:cubicBezTo>
                <a:cubicBezTo>
                  <a:pt x="2274159" y="4192620"/>
                  <a:pt x="2278171" y="4191951"/>
                  <a:pt x="2281895" y="4192706"/>
                </a:cubicBezTo>
                <a:close/>
                <a:moveTo>
                  <a:pt x="4701725" y="4191629"/>
                </a:moveTo>
                <a:cubicBezTo>
                  <a:pt x="4708221" y="4194104"/>
                  <a:pt x="4715025" y="4200290"/>
                  <a:pt x="4721211" y="4208950"/>
                </a:cubicBezTo>
                <a:cubicBezTo>
                  <a:pt x="4729179" y="4227953"/>
                  <a:pt x="4729179" y="4249333"/>
                  <a:pt x="4721211" y="4268336"/>
                </a:cubicBezTo>
                <a:cubicBezTo>
                  <a:pt x="4713788" y="4280708"/>
                  <a:pt x="4701416" y="4275760"/>
                  <a:pt x="4684095" y="4255964"/>
                </a:cubicBezTo>
                <a:cubicBezTo>
                  <a:pt x="4676127" y="4236960"/>
                  <a:pt x="4676127" y="4215581"/>
                  <a:pt x="4684095" y="4196578"/>
                </a:cubicBezTo>
                <a:cubicBezTo>
                  <a:pt x="4689044" y="4190392"/>
                  <a:pt x="4695230" y="4189155"/>
                  <a:pt x="4701725" y="4191629"/>
                </a:cubicBezTo>
                <a:close/>
                <a:moveTo>
                  <a:pt x="2616161" y="4189832"/>
                </a:moveTo>
                <a:cubicBezTo>
                  <a:pt x="2636384" y="4190791"/>
                  <a:pt x="2655044" y="4203606"/>
                  <a:pt x="2662486" y="4223797"/>
                </a:cubicBezTo>
                <a:cubicBezTo>
                  <a:pt x="2685992" y="4255371"/>
                  <a:pt x="2685992" y="4298624"/>
                  <a:pt x="2662486" y="4330198"/>
                </a:cubicBezTo>
                <a:cubicBezTo>
                  <a:pt x="2637741" y="4352467"/>
                  <a:pt x="2600625" y="4342569"/>
                  <a:pt x="2580829" y="4307928"/>
                </a:cubicBezTo>
                <a:cubicBezTo>
                  <a:pt x="2557322" y="4276354"/>
                  <a:pt x="2557322" y="4233101"/>
                  <a:pt x="2580829" y="4201527"/>
                </a:cubicBezTo>
                <a:cubicBezTo>
                  <a:pt x="2585308" y="4197865"/>
                  <a:pt x="2590356" y="4194995"/>
                  <a:pt x="2595775" y="4192990"/>
                </a:cubicBezTo>
                <a:cubicBezTo>
                  <a:pt x="2602506" y="4190510"/>
                  <a:pt x="2609420" y="4189512"/>
                  <a:pt x="2616161" y="4189832"/>
                </a:cubicBezTo>
                <a:close/>
                <a:moveTo>
                  <a:pt x="3824231" y="4165339"/>
                </a:moveTo>
                <a:cubicBezTo>
                  <a:pt x="3833510" y="4168123"/>
                  <a:pt x="3842789" y="4175546"/>
                  <a:pt x="3850212" y="4186681"/>
                </a:cubicBezTo>
                <a:cubicBezTo>
                  <a:pt x="3863995" y="4209495"/>
                  <a:pt x="3863995" y="4238099"/>
                  <a:pt x="3850212" y="4260913"/>
                </a:cubicBezTo>
                <a:cubicBezTo>
                  <a:pt x="3837840" y="4278235"/>
                  <a:pt x="3815570" y="4270811"/>
                  <a:pt x="3798249" y="4246067"/>
                </a:cubicBezTo>
                <a:cubicBezTo>
                  <a:pt x="3784986" y="4223104"/>
                  <a:pt x="3784986" y="4194797"/>
                  <a:pt x="3798249" y="4171834"/>
                </a:cubicBezTo>
                <a:cubicBezTo>
                  <a:pt x="3805673" y="4164411"/>
                  <a:pt x="3814952" y="4162555"/>
                  <a:pt x="3824231" y="4165339"/>
                </a:cubicBezTo>
                <a:close/>
                <a:moveTo>
                  <a:pt x="2807859" y="4152658"/>
                </a:moveTo>
                <a:cubicBezTo>
                  <a:pt x="2817756" y="4155132"/>
                  <a:pt x="2825798" y="4161937"/>
                  <a:pt x="2825798" y="4171834"/>
                </a:cubicBezTo>
                <a:cubicBezTo>
                  <a:pt x="2839408" y="4190219"/>
                  <a:pt x="2839408" y="4215310"/>
                  <a:pt x="2825798" y="4233695"/>
                </a:cubicBezTo>
                <a:cubicBezTo>
                  <a:pt x="2813426" y="4246067"/>
                  <a:pt x="2791156" y="4241118"/>
                  <a:pt x="2778784" y="4218848"/>
                </a:cubicBezTo>
                <a:cubicBezTo>
                  <a:pt x="2766363" y="4201007"/>
                  <a:pt x="2766363" y="4177302"/>
                  <a:pt x="2778784" y="4159462"/>
                </a:cubicBezTo>
                <a:cubicBezTo>
                  <a:pt x="2786208" y="4152039"/>
                  <a:pt x="2797961" y="4150183"/>
                  <a:pt x="2807859" y="4152658"/>
                </a:cubicBezTo>
                <a:close/>
                <a:moveTo>
                  <a:pt x="4624709" y="4149564"/>
                </a:moveTo>
                <a:cubicBezTo>
                  <a:pt x="4637081" y="4149564"/>
                  <a:pt x="4637081" y="4149564"/>
                  <a:pt x="4637081" y="4149564"/>
                </a:cubicBezTo>
                <a:cubicBezTo>
                  <a:pt x="4639358" y="4155973"/>
                  <a:pt x="4639358" y="4162951"/>
                  <a:pt x="4637081" y="4169359"/>
                </a:cubicBezTo>
                <a:cubicBezTo>
                  <a:pt x="4634606" y="4171834"/>
                  <a:pt x="4624709" y="4184206"/>
                  <a:pt x="4624709" y="4166885"/>
                </a:cubicBezTo>
                <a:cubicBezTo>
                  <a:pt x="4624709" y="4149564"/>
                  <a:pt x="4612336" y="4149564"/>
                  <a:pt x="4624709" y="4149564"/>
                </a:cubicBezTo>
                <a:close/>
                <a:moveTo>
                  <a:pt x="3391823" y="4145543"/>
                </a:moveTo>
                <a:cubicBezTo>
                  <a:pt x="3401721" y="4148327"/>
                  <a:pt x="3409763" y="4155750"/>
                  <a:pt x="3409763" y="4166885"/>
                </a:cubicBezTo>
                <a:cubicBezTo>
                  <a:pt x="3423793" y="4186037"/>
                  <a:pt x="3423793" y="4212068"/>
                  <a:pt x="3409763" y="4231220"/>
                </a:cubicBezTo>
                <a:cubicBezTo>
                  <a:pt x="3397391" y="4243592"/>
                  <a:pt x="3377595" y="4238643"/>
                  <a:pt x="3362749" y="4216373"/>
                </a:cubicBezTo>
                <a:cubicBezTo>
                  <a:pt x="3349461" y="4196974"/>
                  <a:pt x="3349461" y="4171438"/>
                  <a:pt x="3362749" y="4152038"/>
                </a:cubicBezTo>
                <a:cubicBezTo>
                  <a:pt x="3370172" y="4144615"/>
                  <a:pt x="3381926" y="4142759"/>
                  <a:pt x="3391823" y="4145543"/>
                </a:cubicBezTo>
                <a:close/>
                <a:moveTo>
                  <a:pt x="4214185" y="4144344"/>
                </a:moveTo>
                <a:cubicBezTo>
                  <a:pt x="4216273" y="4143764"/>
                  <a:pt x="4218593" y="4144151"/>
                  <a:pt x="4220758" y="4144924"/>
                </a:cubicBezTo>
                <a:cubicBezTo>
                  <a:pt x="4225088" y="4146471"/>
                  <a:pt x="4228799" y="4149564"/>
                  <a:pt x="4228799" y="4149564"/>
                </a:cubicBezTo>
                <a:cubicBezTo>
                  <a:pt x="4234664" y="4158595"/>
                  <a:pt x="4234664" y="4170225"/>
                  <a:pt x="4228799" y="4179257"/>
                </a:cubicBezTo>
                <a:cubicBezTo>
                  <a:pt x="4223850" y="4186680"/>
                  <a:pt x="4209004" y="4179257"/>
                  <a:pt x="4209004" y="4179257"/>
                </a:cubicBezTo>
                <a:cubicBezTo>
                  <a:pt x="4205391" y="4169681"/>
                  <a:pt x="4205391" y="4159140"/>
                  <a:pt x="4209004" y="4149564"/>
                </a:cubicBezTo>
                <a:cubicBezTo>
                  <a:pt x="4210242" y="4146471"/>
                  <a:pt x="4212097" y="4144924"/>
                  <a:pt x="4214185" y="4144344"/>
                </a:cubicBezTo>
                <a:close/>
                <a:moveTo>
                  <a:pt x="3260060" y="4143069"/>
                </a:moveTo>
                <a:cubicBezTo>
                  <a:pt x="3267483" y="4145234"/>
                  <a:pt x="3273669" y="4150802"/>
                  <a:pt x="3273669" y="4159462"/>
                </a:cubicBezTo>
                <a:cubicBezTo>
                  <a:pt x="3283988" y="4173443"/>
                  <a:pt x="3283988" y="4192496"/>
                  <a:pt x="3273669" y="4206476"/>
                </a:cubicBezTo>
                <a:cubicBezTo>
                  <a:pt x="3263772" y="4223797"/>
                  <a:pt x="3248925" y="4218848"/>
                  <a:pt x="3239028" y="4196578"/>
                </a:cubicBezTo>
                <a:cubicBezTo>
                  <a:pt x="3229031" y="4181608"/>
                  <a:pt x="3229031" y="4162060"/>
                  <a:pt x="3239028" y="4147090"/>
                </a:cubicBezTo>
                <a:cubicBezTo>
                  <a:pt x="3243977" y="4142141"/>
                  <a:pt x="3252637" y="4140904"/>
                  <a:pt x="3260060" y="4143069"/>
                </a:cubicBezTo>
                <a:close/>
                <a:moveTo>
                  <a:pt x="845088" y="4138259"/>
                </a:moveTo>
                <a:cubicBezTo>
                  <a:pt x="852881" y="4140916"/>
                  <a:pt x="859659" y="4146545"/>
                  <a:pt x="863577" y="4154513"/>
                </a:cubicBezTo>
                <a:cubicBezTo>
                  <a:pt x="877723" y="4168938"/>
                  <a:pt x="877723" y="4192049"/>
                  <a:pt x="863577" y="4206475"/>
                </a:cubicBezTo>
                <a:cubicBezTo>
                  <a:pt x="847012" y="4214616"/>
                  <a:pt x="826979" y="4209346"/>
                  <a:pt x="816563" y="4194103"/>
                </a:cubicBezTo>
                <a:cubicBezTo>
                  <a:pt x="802417" y="4179677"/>
                  <a:pt x="802417" y="4156566"/>
                  <a:pt x="816563" y="4142140"/>
                </a:cubicBezTo>
                <a:cubicBezTo>
                  <a:pt x="817826" y="4141274"/>
                  <a:pt x="819147" y="4140507"/>
                  <a:pt x="820520" y="4139839"/>
                </a:cubicBezTo>
                <a:cubicBezTo>
                  <a:pt x="828492" y="4135917"/>
                  <a:pt x="837297" y="4135602"/>
                  <a:pt x="845088" y="4138259"/>
                </a:cubicBezTo>
                <a:close/>
                <a:moveTo>
                  <a:pt x="4340149" y="4134717"/>
                </a:moveTo>
                <a:cubicBezTo>
                  <a:pt x="4342623" y="4134717"/>
                  <a:pt x="4354995" y="4134717"/>
                  <a:pt x="4354995" y="4134717"/>
                </a:cubicBezTo>
                <a:cubicBezTo>
                  <a:pt x="4358608" y="4142561"/>
                  <a:pt x="4358608" y="4151617"/>
                  <a:pt x="4354995" y="4159461"/>
                </a:cubicBezTo>
                <a:cubicBezTo>
                  <a:pt x="4350046" y="4164410"/>
                  <a:pt x="4340149" y="4164410"/>
                  <a:pt x="4340149" y="4156987"/>
                </a:cubicBezTo>
                <a:cubicBezTo>
                  <a:pt x="4340149" y="4149564"/>
                  <a:pt x="4337674" y="4134717"/>
                  <a:pt x="4340149" y="4134717"/>
                </a:cubicBezTo>
                <a:close/>
                <a:moveTo>
                  <a:pt x="3499694" y="4128647"/>
                </a:moveTo>
                <a:cubicBezTo>
                  <a:pt x="3512917" y="4125748"/>
                  <a:pt x="3531011" y="4132243"/>
                  <a:pt x="3531011" y="4147089"/>
                </a:cubicBezTo>
                <a:cubicBezTo>
                  <a:pt x="3543432" y="4164930"/>
                  <a:pt x="3543432" y="4188635"/>
                  <a:pt x="3531011" y="4206476"/>
                </a:cubicBezTo>
                <a:cubicBezTo>
                  <a:pt x="3521113" y="4228746"/>
                  <a:pt x="3501317" y="4223797"/>
                  <a:pt x="3488945" y="4194104"/>
                </a:cubicBezTo>
                <a:cubicBezTo>
                  <a:pt x="3477810" y="4175867"/>
                  <a:pt x="3477810" y="4152954"/>
                  <a:pt x="3488945" y="4134717"/>
                </a:cubicBezTo>
                <a:cubicBezTo>
                  <a:pt x="3491420" y="4131624"/>
                  <a:pt x="3495286" y="4129614"/>
                  <a:pt x="3499694" y="4128647"/>
                </a:cubicBezTo>
                <a:close/>
                <a:moveTo>
                  <a:pt x="1509402" y="4127294"/>
                </a:moveTo>
                <a:cubicBezTo>
                  <a:pt x="1514868" y="4123187"/>
                  <a:pt x="1522623" y="4124300"/>
                  <a:pt x="1526723" y="4129769"/>
                </a:cubicBezTo>
                <a:cubicBezTo>
                  <a:pt x="1530865" y="4135707"/>
                  <a:pt x="1530865" y="4143625"/>
                  <a:pt x="1526723" y="4149564"/>
                </a:cubicBezTo>
                <a:cubicBezTo>
                  <a:pt x="1521774" y="4154513"/>
                  <a:pt x="1506927" y="4149564"/>
                  <a:pt x="1506927" y="4149564"/>
                </a:cubicBezTo>
                <a:cubicBezTo>
                  <a:pt x="1501887" y="4143922"/>
                  <a:pt x="1501887" y="4135410"/>
                  <a:pt x="1506927" y="4129769"/>
                </a:cubicBezTo>
                <a:cubicBezTo>
                  <a:pt x="1507630" y="4128828"/>
                  <a:pt x="1508464" y="4127987"/>
                  <a:pt x="1509402" y="4127294"/>
                </a:cubicBezTo>
                <a:close/>
                <a:moveTo>
                  <a:pt x="4073529" y="4120799"/>
                </a:moveTo>
                <a:cubicBezTo>
                  <a:pt x="4081571" y="4123583"/>
                  <a:pt x="4090232" y="4131006"/>
                  <a:pt x="4097655" y="4142141"/>
                </a:cubicBezTo>
                <a:cubicBezTo>
                  <a:pt x="4109681" y="4161911"/>
                  <a:pt x="4109681" y="4186730"/>
                  <a:pt x="4097655" y="4206476"/>
                </a:cubicBezTo>
                <a:cubicBezTo>
                  <a:pt x="4087757" y="4221322"/>
                  <a:pt x="4067962" y="4206476"/>
                  <a:pt x="4053115" y="4191629"/>
                </a:cubicBezTo>
                <a:cubicBezTo>
                  <a:pt x="4042104" y="4171586"/>
                  <a:pt x="4042104" y="4147337"/>
                  <a:pt x="4053115" y="4127294"/>
                </a:cubicBezTo>
                <a:cubicBezTo>
                  <a:pt x="4058064" y="4119871"/>
                  <a:pt x="4065488" y="4118016"/>
                  <a:pt x="4073529" y="4120799"/>
                </a:cubicBezTo>
                <a:close/>
                <a:moveTo>
                  <a:pt x="1077215" y="4118084"/>
                </a:moveTo>
                <a:cubicBezTo>
                  <a:pt x="1088129" y="4121375"/>
                  <a:pt x="1097784" y="4128829"/>
                  <a:pt x="1103599" y="4139666"/>
                </a:cubicBezTo>
                <a:cubicBezTo>
                  <a:pt x="1119810" y="4158992"/>
                  <a:pt x="1119810" y="4187151"/>
                  <a:pt x="1103599" y="4206476"/>
                </a:cubicBezTo>
                <a:cubicBezTo>
                  <a:pt x="1098171" y="4213034"/>
                  <a:pt x="1090986" y="4217883"/>
                  <a:pt x="1082889" y="4220457"/>
                </a:cubicBezTo>
                <a:cubicBezTo>
                  <a:pt x="1059461" y="4227979"/>
                  <a:pt x="1034390" y="4215063"/>
                  <a:pt x="1026890" y="4191630"/>
                </a:cubicBezTo>
                <a:cubicBezTo>
                  <a:pt x="1012886" y="4168221"/>
                  <a:pt x="1019368" y="4137959"/>
                  <a:pt x="1041737" y="4122346"/>
                </a:cubicBezTo>
                <a:cubicBezTo>
                  <a:pt x="1042249" y="4122049"/>
                  <a:pt x="1042769" y="4121752"/>
                  <a:pt x="1043296" y="4121479"/>
                </a:cubicBezTo>
                <a:cubicBezTo>
                  <a:pt x="1054135" y="4115665"/>
                  <a:pt x="1066303" y="4114793"/>
                  <a:pt x="1077215" y="4118084"/>
                </a:cubicBezTo>
                <a:close/>
                <a:moveTo>
                  <a:pt x="3629988" y="4113995"/>
                </a:moveTo>
                <a:cubicBezTo>
                  <a:pt x="3638030" y="4116160"/>
                  <a:pt x="3644834" y="4122346"/>
                  <a:pt x="3644834" y="4132243"/>
                </a:cubicBezTo>
                <a:cubicBezTo>
                  <a:pt x="3654559" y="4149094"/>
                  <a:pt x="3654559" y="4169830"/>
                  <a:pt x="3644834" y="4186681"/>
                </a:cubicBezTo>
                <a:cubicBezTo>
                  <a:pt x="3632462" y="4206476"/>
                  <a:pt x="3607718" y="4194104"/>
                  <a:pt x="3607718" y="4174309"/>
                </a:cubicBezTo>
                <a:cubicBezTo>
                  <a:pt x="3607718" y="4154513"/>
                  <a:pt x="3597820" y="4132243"/>
                  <a:pt x="3607718" y="4119871"/>
                </a:cubicBezTo>
                <a:cubicBezTo>
                  <a:pt x="3612667" y="4113685"/>
                  <a:pt x="3621946" y="4111830"/>
                  <a:pt x="3629988" y="4113995"/>
                </a:cubicBezTo>
                <a:close/>
                <a:moveTo>
                  <a:pt x="3119946" y="4113376"/>
                </a:moveTo>
                <a:cubicBezTo>
                  <a:pt x="3129534" y="4116159"/>
                  <a:pt x="3138813" y="4123583"/>
                  <a:pt x="3144999" y="4134717"/>
                </a:cubicBezTo>
                <a:cubicBezTo>
                  <a:pt x="3160291" y="4156196"/>
                  <a:pt x="3160291" y="4184998"/>
                  <a:pt x="3144999" y="4206476"/>
                </a:cubicBezTo>
                <a:cubicBezTo>
                  <a:pt x="3130152" y="4218848"/>
                  <a:pt x="3105408" y="4206476"/>
                  <a:pt x="3093036" y="4191630"/>
                </a:cubicBezTo>
                <a:cubicBezTo>
                  <a:pt x="3077744" y="4170152"/>
                  <a:pt x="3077744" y="4141349"/>
                  <a:pt x="3093036" y="4119871"/>
                </a:cubicBezTo>
                <a:cubicBezTo>
                  <a:pt x="3100460" y="4112448"/>
                  <a:pt x="3110357" y="4110592"/>
                  <a:pt x="3119946" y="4113376"/>
                </a:cubicBezTo>
                <a:close/>
                <a:moveTo>
                  <a:pt x="3900667" y="4108969"/>
                </a:moveTo>
                <a:cubicBezTo>
                  <a:pt x="3904726" y="4107654"/>
                  <a:pt x="3909134" y="4107809"/>
                  <a:pt x="3913619" y="4109355"/>
                </a:cubicBezTo>
                <a:cubicBezTo>
                  <a:pt x="3922589" y="4112448"/>
                  <a:pt x="3931868" y="4121109"/>
                  <a:pt x="3939291" y="4134718"/>
                </a:cubicBezTo>
                <a:cubicBezTo>
                  <a:pt x="3952653" y="4156765"/>
                  <a:pt x="3952653" y="4184429"/>
                  <a:pt x="3939291" y="4206476"/>
                </a:cubicBezTo>
                <a:cubicBezTo>
                  <a:pt x="3926919" y="4206476"/>
                  <a:pt x="3904649" y="4206476"/>
                  <a:pt x="3889802" y="4191630"/>
                </a:cubicBezTo>
                <a:cubicBezTo>
                  <a:pt x="3876539" y="4168667"/>
                  <a:pt x="3876539" y="4140359"/>
                  <a:pt x="3889802" y="4117397"/>
                </a:cubicBezTo>
                <a:cubicBezTo>
                  <a:pt x="3892895" y="4113067"/>
                  <a:pt x="3896607" y="4110283"/>
                  <a:pt x="3900667" y="4108969"/>
                </a:cubicBezTo>
                <a:close/>
                <a:moveTo>
                  <a:pt x="1299556" y="4103100"/>
                </a:moveTo>
                <a:cubicBezTo>
                  <a:pt x="1310238" y="4105773"/>
                  <a:pt x="1319934" y="4112386"/>
                  <a:pt x="1326293" y="4122345"/>
                </a:cubicBezTo>
                <a:cubicBezTo>
                  <a:pt x="1342135" y="4140854"/>
                  <a:pt x="1342135" y="4168171"/>
                  <a:pt x="1326293" y="4186680"/>
                </a:cubicBezTo>
                <a:cubicBezTo>
                  <a:pt x="1324210" y="4188239"/>
                  <a:pt x="1321978" y="4189575"/>
                  <a:pt x="1319630" y="4190688"/>
                </a:cubicBezTo>
                <a:cubicBezTo>
                  <a:pt x="1299869" y="4200042"/>
                  <a:pt x="1276263" y="4191604"/>
                  <a:pt x="1266907" y="4171833"/>
                </a:cubicBezTo>
                <a:cubicBezTo>
                  <a:pt x="1251071" y="4153325"/>
                  <a:pt x="1251071" y="4126007"/>
                  <a:pt x="1266907" y="4107498"/>
                </a:cubicBezTo>
                <a:cubicBezTo>
                  <a:pt x="1277207" y="4101696"/>
                  <a:pt x="1288874" y="4100428"/>
                  <a:pt x="1299556" y="4103100"/>
                </a:cubicBezTo>
                <a:close/>
                <a:moveTo>
                  <a:pt x="1725966" y="4093819"/>
                </a:moveTo>
                <a:cubicBezTo>
                  <a:pt x="1733565" y="4093834"/>
                  <a:pt x="1741159" y="4096748"/>
                  <a:pt x="1746947" y="4102550"/>
                </a:cubicBezTo>
                <a:cubicBezTo>
                  <a:pt x="1759549" y="4116629"/>
                  <a:pt x="1759549" y="4137959"/>
                  <a:pt x="1746947" y="4152038"/>
                </a:cubicBezTo>
                <a:cubicBezTo>
                  <a:pt x="1746922" y="4152063"/>
                  <a:pt x="1746897" y="4152088"/>
                  <a:pt x="1746875" y="4152113"/>
                </a:cubicBezTo>
                <a:cubicBezTo>
                  <a:pt x="1735258" y="4163693"/>
                  <a:pt x="1716457" y="4163643"/>
                  <a:pt x="1704881" y="4152038"/>
                </a:cubicBezTo>
                <a:cubicBezTo>
                  <a:pt x="1704713" y="4151865"/>
                  <a:pt x="1704547" y="4151717"/>
                  <a:pt x="1704382" y="4151543"/>
                </a:cubicBezTo>
                <a:cubicBezTo>
                  <a:pt x="1690993" y="4137884"/>
                  <a:pt x="1691215" y="4115936"/>
                  <a:pt x="1704881" y="4102550"/>
                </a:cubicBezTo>
                <a:cubicBezTo>
                  <a:pt x="1704906" y="4102525"/>
                  <a:pt x="1704931" y="4102500"/>
                  <a:pt x="1704953" y="4102476"/>
                </a:cubicBezTo>
                <a:cubicBezTo>
                  <a:pt x="1710762" y="4096686"/>
                  <a:pt x="1718367" y="4093803"/>
                  <a:pt x="1725966" y="4093819"/>
                </a:cubicBezTo>
                <a:close/>
                <a:moveTo>
                  <a:pt x="2444736" y="4085808"/>
                </a:moveTo>
                <a:cubicBezTo>
                  <a:pt x="2468397" y="4080589"/>
                  <a:pt x="2494843" y="4094507"/>
                  <a:pt x="2511545" y="4122345"/>
                </a:cubicBezTo>
                <a:cubicBezTo>
                  <a:pt x="2536710" y="4155206"/>
                  <a:pt x="2536710" y="4200834"/>
                  <a:pt x="2511545" y="4233694"/>
                </a:cubicBezTo>
                <a:cubicBezTo>
                  <a:pt x="2508106" y="4236144"/>
                  <a:pt x="2504419" y="4238247"/>
                  <a:pt x="2500534" y="4239930"/>
                </a:cubicBezTo>
                <a:cubicBezTo>
                  <a:pt x="2470423" y="4252921"/>
                  <a:pt x="2435471" y="4239064"/>
                  <a:pt x="2422466" y="4208950"/>
                </a:cubicBezTo>
                <a:cubicBezTo>
                  <a:pt x="2397301" y="4176089"/>
                  <a:pt x="2397301" y="4130461"/>
                  <a:pt x="2422466" y="4097600"/>
                </a:cubicBezTo>
                <a:cubicBezTo>
                  <a:pt x="2429271" y="4091414"/>
                  <a:pt x="2436848" y="4087548"/>
                  <a:pt x="2444736" y="4085808"/>
                </a:cubicBezTo>
                <a:close/>
                <a:moveTo>
                  <a:pt x="4464180" y="4084610"/>
                </a:moveTo>
                <a:cubicBezTo>
                  <a:pt x="4470676" y="4085229"/>
                  <a:pt x="4476243" y="4090177"/>
                  <a:pt x="4476243" y="4097600"/>
                </a:cubicBezTo>
                <a:cubicBezTo>
                  <a:pt x="4483369" y="4112472"/>
                  <a:pt x="4483369" y="4129743"/>
                  <a:pt x="4476243" y="4144615"/>
                </a:cubicBezTo>
                <a:cubicBezTo>
                  <a:pt x="4468819" y="4154513"/>
                  <a:pt x="4453973" y="4149564"/>
                  <a:pt x="4446549" y="4144615"/>
                </a:cubicBezTo>
                <a:cubicBezTo>
                  <a:pt x="4440858" y="4129471"/>
                  <a:pt x="4440858" y="4112744"/>
                  <a:pt x="4446549" y="4097600"/>
                </a:cubicBezTo>
                <a:cubicBezTo>
                  <a:pt x="4450261" y="4087703"/>
                  <a:pt x="4457685" y="4083991"/>
                  <a:pt x="4464180" y="4084610"/>
                </a:cubicBezTo>
                <a:close/>
                <a:moveTo>
                  <a:pt x="2975192" y="4068526"/>
                </a:moveTo>
                <a:cubicBezTo>
                  <a:pt x="2984162" y="4071619"/>
                  <a:pt x="2992822" y="4079042"/>
                  <a:pt x="2999008" y="4090177"/>
                </a:cubicBezTo>
                <a:cubicBezTo>
                  <a:pt x="3012618" y="4108562"/>
                  <a:pt x="3012618" y="4133653"/>
                  <a:pt x="2999008" y="4152038"/>
                </a:cubicBezTo>
                <a:cubicBezTo>
                  <a:pt x="2984162" y="4166884"/>
                  <a:pt x="2969315" y="4159461"/>
                  <a:pt x="2949520" y="4137191"/>
                </a:cubicBezTo>
                <a:cubicBezTo>
                  <a:pt x="2936900" y="4117594"/>
                  <a:pt x="2936900" y="4092454"/>
                  <a:pt x="2949520" y="4072856"/>
                </a:cubicBezTo>
                <a:cubicBezTo>
                  <a:pt x="2956943" y="4066670"/>
                  <a:pt x="2966222" y="4065433"/>
                  <a:pt x="2975192" y="4068526"/>
                </a:cubicBezTo>
                <a:close/>
                <a:moveTo>
                  <a:pt x="3728965" y="4065743"/>
                </a:moveTo>
                <a:cubicBezTo>
                  <a:pt x="3737007" y="4068527"/>
                  <a:pt x="3745048" y="4075332"/>
                  <a:pt x="3751234" y="4085229"/>
                </a:cubicBezTo>
                <a:cubicBezTo>
                  <a:pt x="3762295" y="4104381"/>
                  <a:pt x="3762295" y="4127938"/>
                  <a:pt x="3751234" y="4147090"/>
                </a:cubicBezTo>
                <a:cubicBezTo>
                  <a:pt x="3738862" y="4159462"/>
                  <a:pt x="3711643" y="4154513"/>
                  <a:pt x="3706694" y="4132244"/>
                </a:cubicBezTo>
                <a:cubicBezTo>
                  <a:pt x="3694521" y="4113413"/>
                  <a:pt x="3694521" y="4089213"/>
                  <a:pt x="3706694" y="4070383"/>
                </a:cubicBezTo>
                <a:cubicBezTo>
                  <a:pt x="3712881" y="4064197"/>
                  <a:pt x="3720923" y="4062960"/>
                  <a:pt x="3728965" y="4065743"/>
                </a:cubicBezTo>
                <a:close/>
                <a:moveTo>
                  <a:pt x="4710502" y="4061954"/>
                </a:moveTo>
                <a:cubicBezTo>
                  <a:pt x="4721057" y="4058010"/>
                  <a:pt x="4735440" y="4067289"/>
                  <a:pt x="4748430" y="4087703"/>
                </a:cubicBezTo>
                <a:cubicBezTo>
                  <a:pt x="4760010" y="4111952"/>
                  <a:pt x="4760010" y="4140161"/>
                  <a:pt x="4748430" y="4164410"/>
                </a:cubicBezTo>
                <a:cubicBezTo>
                  <a:pt x="4738532" y="4181731"/>
                  <a:pt x="4716262" y="4171834"/>
                  <a:pt x="4701416" y="4147089"/>
                </a:cubicBezTo>
                <a:cubicBezTo>
                  <a:pt x="4688648" y="4123112"/>
                  <a:pt x="4688648" y="4094359"/>
                  <a:pt x="4701416" y="4070382"/>
                </a:cubicBezTo>
                <a:cubicBezTo>
                  <a:pt x="4703891" y="4066052"/>
                  <a:pt x="4706984" y="4063268"/>
                  <a:pt x="4710502" y="4061954"/>
                </a:cubicBezTo>
                <a:close/>
                <a:moveTo>
                  <a:pt x="1933090" y="4059482"/>
                </a:moveTo>
                <a:cubicBezTo>
                  <a:pt x="1942141" y="4062365"/>
                  <a:pt x="1950093" y="4068699"/>
                  <a:pt x="1954799" y="4077805"/>
                </a:cubicBezTo>
                <a:cubicBezTo>
                  <a:pt x="1969274" y="4095893"/>
                  <a:pt x="1969274" y="4121578"/>
                  <a:pt x="1954799" y="4139666"/>
                </a:cubicBezTo>
                <a:cubicBezTo>
                  <a:pt x="1954160" y="4140037"/>
                  <a:pt x="1953512" y="4140408"/>
                  <a:pt x="1952851" y="4140754"/>
                </a:cubicBezTo>
                <a:cubicBezTo>
                  <a:pt x="1934642" y="4150157"/>
                  <a:pt x="1912248" y="4143031"/>
                  <a:pt x="1902836" y="4124819"/>
                </a:cubicBezTo>
                <a:cubicBezTo>
                  <a:pt x="1888360" y="4106731"/>
                  <a:pt x="1888360" y="4081046"/>
                  <a:pt x="1902836" y="4062958"/>
                </a:cubicBezTo>
                <a:cubicBezTo>
                  <a:pt x="1903474" y="4062588"/>
                  <a:pt x="1904122" y="4062216"/>
                  <a:pt x="1904783" y="4061870"/>
                </a:cubicBezTo>
                <a:cubicBezTo>
                  <a:pt x="1913888" y="4057169"/>
                  <a:pt x="1924038" y="4056599"/>
                  <a:pt x="1933090" y="4059482"/>
                </a:cubicBezTo>
                <a:close/>
                <a:moveTo>
                  <a:pt x="4565631" y="4055845"/>
                </a:moveTo>
                <a:cubicBezTo>
                  <a:pt x="4570889" y="4056154"/>
                  <a:pt x="4575219" y="4060485"/>
                  <a:pt x="4575219" y="4067908"/>
                </a:cubicBezTo>
                <a:cubicBezTo>
                  <a:pt x="4580985" y="4079612"/>
                  <a:pt x="4580985" y="4093320"/>
                  <a:pt x="4575219" y="4105024"/>
                </a:cubicBezTo>
                <a:cubicBezTo>
                  <a:pt x="4570271" y="4112448"/>
                  <a:pt x="4557899" y="4109973"/>
                  <a:pt x="4550475" y="4105024"/>
                </a:cubicBezTo>
                <a:cubicBezTo>
                  <a:pt x="4544710" y="4093320"/>
                  <a:pt x="4544710" y="4079612"/>
                  <a:pt x="4550475" y="4067908"/>
                </a:cubicBezTo>
                <a:cubicBezTo>
                  <a:pt x="4554187" y="4059248"/>
                  <a:pt x="4560373" y="4055536"/>
                  <a:pt x="4565631" y="4055845"/>
                </a:cubicBezTo>
                <a:close/>
                <a:moveTo>
                  <a:pt x="2631594" y="4043666"/>
                </a:moveTo>
                <a:cubicBezTo>
                  <a:pt x="2651660" y="4039607"/>
                  <a:pt x="2674858" y="4051206"/>
                  <a:pt x="2689705" y="4075331"/>
                </a:cubicBezTo>
                <a:cubicBezTo>
                  <a:pt x="2710737" y="4104059"/>
                  <a:pt x="2710737" y="4143106"/>
                  <a:pt x="2689705" y="4171834"/>
                </a:cubicBezTo>
                <a:cubicBezTo>
                  <a:pt x="2667435" y="4191630"/>
                  <a:pt x="2632793" y="4181732"/>
                  <a:pt x="2612997" y="4149564"/>
                </a:cubicBezTo>
                <a:cubicBezTo>
                  <a:pt x="2591965" y="4120836"/>
                  <a:pt x="2591965" y="4081790"/>
                  <a:pt x="2612997" y="4053061"/>
                </a:cubicBezTo>
                <a:cubicBezTo>
                  <a:pt x="2618565" y="4048112"/>
                  <a:pt x="2624905" y="4045020"/>
                  <a:pt x="2631594" y="4043666"/>
                </a:cubicBezTo>
                <a:close/>
                <a:moveTo>
                  <a:pt x="3992801" y="4033576"/>
                </a:moveTo>
                <a:cubicBezTo>
                  <a:pt x="3999915" y="4036359"/>
                  <a:pt x="4007338" y="4043164"/>
                  <a:pt x="4013524" y="4053061"/>
                </a:cubicBezTo>
                <a:cubicBezTo>
                  <a:pt x="4024139" y="4071446"/>
                  <a:pt x="4024139" y="4094063"/>
                  <a:pt x="4013524" y="4112448"/>
                </a:cubicBezTo>
                <a:cubicBezTo>
                  <a:pt x="4003627" y="4124820"/>
                  <a:pt x="3983831" y="4119871"/>
                  <a:pt x="3973933" y="4097601"/>
                </a:cubicBezTo>
                <a:cubicBezTo>
                  <a:pt x="3962798" y="4079364"/>
                  <a:pt x="3962798" y="4056451"/>
                  <a:pt x="3973933" y="4038215"/>
                </a:cubicBezTo>
                <a:cubicBezTo>
                  <a:pt x="3978882" y="4032029"/>
                  <a:pt x="3985687" y="4030792"/>
                  <a:pt x="3992801" y="4033576"/>
                </a:cubicBezTo>
                <a:close/>
                <a:moveTo>
                  <a:pt x="2103549" y="4029035"/>
                </a:moveTo>
                <a:cubicBezTo>
                  <a:pt x="2123770" y="4020721"/>
                  <a:pt x="2146909" y="4030371"/>
                  <a:pt x="2155228" y="4050587"/>
                </a:cubicBezTo>
                <a:cubicBezTo>
                  <a:pt x="2171821" y="4070704"/>
                  <a:pt x="2171821" y="4099754"/>
                  <a:pt x="2155228" y="4119871"/>
                </a:cubicBezTo>
                <a:cubicBezTo>
                  <a:pt x="2153144" y="4121430"/>
                  <a:pt x="2150912" y="4122766"/>
                  <a:pt x="2148564" y="4123880"/>
                </a:cubicBezTo>
                <a:cubicBezTo>
                  <a:pt x="2128801" y="4133233"/>
                  <a:pt x="2105197" y="4124795"/>
                  <a:pt x="2095841" y="4105025"/>
                </a:cubicBezTo>
                <a:cubicBezTo>
                  <a:pt x="2077845" y="4084487"/>
                  <a:pt x="2077845" y="4053804"/>
                  <a:pt x="2095841" y="4033266"/>
                </a:cubicBezTo>
                <a:cubicBezTo>
                  <a:pt x="2098247" y="4031583"/>
                  <a:pt x="2100832" y="4030148"/>
                  <a:pt x="2103549" y="4029035"/>
                </a:cubicBezTo>
                <a:close/>
                <a:moveTo>
                  <a:pt x="4140030" y="4028007"/>
                </a:moveTo>
                <a:cubicBezTo>
                  <a:pt x="4148381" y="4030791"/>
                  <a:pt x="4157042" y="4038215"/>
                  <a:pt x="4164465" y="4050587"/>
                </a:cubicBezTo>
                <a:cubicBezTo>
                  <a:pt x="4177951" y="4071718"/>
                  <a:pt x="4177951" y="4098739"/>
                  <a:pt x="4164465" y="4119870"/>
                </a:cubicBezTo>
                <a:cubicBezTo>
                  <a:pt x="4154567" y="4134717"/>
                  <a:pt x="4132297" y="4127294"/>
                  <a:pt x="4117450" y="4105024"/>
                </a:cubicBezTo>
                <a:cubicBezTo>
                  <a:pt x="4106737" y="4082308"/>
                  <a:pt x="4106737" y="4055981"/>
                  <a:pt x="4117450" y="4033265"/>
                </a:cubicBezTo>
                <a:cubicBezTo>
                  <a:pt x="4123637" y="4027079"/>
                  <a:pt x="4131679" y="4025223"/>
                  <a:pt x="4140030" y="4028007"/>
                </a:cubicBezTo>
                <a:close/>
                <a:moveTo>
                  <a:pt x="4804414" y="4026771"/>
                </a:moveTo>
                <a:cubicBezTo>
                  <a:pt x="4811528" y="4029555"/>
                  <a:pt x="4818951" y="4036978"/>
                  <a:pt x="4825137" y="4048113"/>
                </a:cubicBezTo>
                <a:cubicBezTo>
                  <a:pt x="4834243" y="4068601"/>
                  <a:pt x="4834243" y="4091960"/>
                  <a:pt x="4825137" y="4112448"/>
                </a:cubicBezTo>
                <a:cubicBezTo>
                  <a:pt x="4815239" y="4127295"/>
                  <a:pt x="4797918" y="4119871"/>
                  <a:pt x="4785546" y="4097601"/>
                </a:cubicBezTo>
                <a:cubicBezTo>
                  <a:pt x="4776441" y="4077113"/>
                  <a:pt x="4776441" y="4053754"/>
                  <a:pt x="4785546" y="4033266"/>
                </a:cubicBezTo>
                <a:cubicBezTo>
                  <a:pt x="4790495" y="4025843"/>
                  <a:pt x="4797300" y="4023987"/>
                  <a:pt x="4804414" y="4026771"/>
                </a:cubicBezTo>
                <a:close/>
                <a:moveTo>
                  <a:pt x="4271175" y="4023986"/>
                </a:moveTo>
                <a:cubicBezTo>
                  <a:pt x="4277671" y="4024605"/>
                  <a:pt x="4284475" y="4030791"/>
                  <a:pt x="4290661" y="4040689"/>
                </a:cubicBezTo>
                <a:cubicBezTo>
                  <a:pt x="4301375" y="4058158"/>
                  <a:pt x="4301375" y="4080131"/>
                  <a:pt x="4290661" y="4097600"/>
                </a:cubicBezTo>
                <a:cubicBezTo>
                  <a:pt x="4283237" y="4109973"/>
                  <a:pt x="4265916" y="4102549"/>
                  <a:pt x="4253544" y="4097600"/>
                </a:cubicBezTo>
                <a:cubicBezTo>
                  <a:pt x="4245057" y="4079587"/>
                  <a:pt x="4245057" y="4058702"/>
                  <a:pt x="4253544" y="4040689"/>
                </a:cubicBezTo>
                <a:cubicBezTo>
                  <a:pt x="4258493" y="4028317"/>
                  <a:pt x="4264679" y="4023368"/>
                  <a:pt x="4271175" y="4023986"/>
                </a:cubicBezTo>
                <a:close/>
                <a:moveTo>
                  <a:pt x="3826705" y="4013470"/>
                </a:moveTo>
                <a:cubicBezTo>
                  <a:pt x="3835365" y="4015945"/>
                  <a:pt x="3842788" y="4022131"/>
                  <a:pt x="3842788" y="4030791"/>
                </a:cubicBezTo>
                <a:cubicBezTo>
                  <a:pt x="3852463" y="4048533"/>
                  <a:pt x="3852463" y="4069961"/>
                  <a:pt x="3842788" y="4087703"/>
                </a:cubicBezTo>
                <a:cubicBezTo>
                  <a:pt x="3832891" y="4097600"/>
                  <a:pt x="3815570" y="4092652"/>
                  <a:pt x="3803197" y="4072856"/>
                </a:cubicBezTo>
                <a:cubicBezTo>
                  <a:pt x="3793473" y="4056005"/>
                  <a:pt x="3793473" y="4035269"/>
                  <a:pt x="3803197" y="4018419"/>
                </a:cubicBezTo>
                <a:cubicBezTo>
                  <a:pt x="3808146" y="4012233"/>
                  <a:pt x="3818044" y="4010996"/>
                  <a:pt x="3826705" y="4013470"/>
                </a:cubicBezTo>
                <a:close/>
                <a:moveTo>
                  <a:pt x="4656258" y="4007903"/>
                </a:moveTo>
                <a:cubicBezTo>
                  <a:pt x="4663062" y="4010378"/>
                  <a:pt x="4669248" y="4015945"/>
                  <a:pt x="4669248" y="4023368"/>
                </a:cubicBezTo>
                <a:cubicBezTo>
                  <a:pt x="4677636" y="4037918"/>
                  <a:pt x="4677636" y="4055832"/>
                  <a:pt x="4669248" y="4070382"/>
                </a:cubicBezTo>
                <a:cubicBezTo>
                  <a:pt x="4661825" y="4082754"/>
                  <a:pt x="4649453" y="4075331"/>
                  <a:pt x="4639555" y="4060484"/>
                </a:cubicBezTo>
                <a:cubicBezTo>
                  <a:pt x="4631191" y="4045044"/>
                  <a:pt x="4631191" y="4026436"/>
                  <a:pt x="4639555" y="4010996"/>
                </a:cubicBezTo>
                <a:cubicBezTo>
                  <a:pt x="4642030" y="4006047"/>
                  <a:pt x="4649453" y="4005429"/>
                  <a:pt x="4656258" y="4007903"/>
                </a:cubicBezTo>
                <a:close/>
                <a:moveTo>
                  <a:pt x="4389947" y="4006975"/>
                </a:moveTo>
                <a:cubicBezTo>
                  <a:pt x="4396443" y="4007284"/>
                  <a:pt x="4402010" y="4012233"/>
                  <a:pt x="4402010" y="4020893"/>
                </a:cubicBezTo>
                <a:cubicBezTo>
                  <a:pt x="4409482" y="4034799"/>
                  <a:pt x="4409482" y="4051527"/>
                  <a:pt x="4402010" y="4065433"/>
                </a:cubicBezTo>
                <a:cubicBezTo>
                  <a:pt x="4397061" y="4075330"/>
                  <a:pt x="4372316" y="4082754"/>
                  <a:pt x="4372316" y="4065433"/>
                </a:cubicBezTo>
                <a:cubicBezTo>
                  <a:pt x="4372316" y="4048112"/>
                  <a:pt x="4364893" y="4040688"/>
                  <a:pt x="4372316" y="4020893"/>
                </a:cubicBezTo>
                <a:cubicBezTo>
                  <a:pt x="4376028" y="4010996"/>
                  <a:pt x="4383452" y="4006666"/>
                  <a:pt x="4389947" y="4006975"/>
                </a:cubicBezTo>
                <a:close/>
                <a:moveTo>
                  <a:pt x="2813116" y="3990582"/>
                </a:moveTo>
                <a:cubicBezTo>
                  <a:pt x="2828891" y="3987335"/>
                  <a:pt x="2847449" y="3998006"/>
                  <a:pt x="2860440" y="4018419"/>
                </a:cubicBezTo>
                <a:cubicBezTo>
                  <a:pt x="2877018" y="4042224"/>
                  <a:pt x="2877018" y="4073797"/>
                  <a:pt x="2860440" y="4097601"/>
                </a:cubicBezTo>
                <a:cubicBezTo>
                  <a:pt x="2840644" y="4114922"/>
                  <a:pt x="2813425" y="4105025"/>
                  <a:pt x="2798579" y="4077806"/>
                </a:cubicBezTo>
                <a:cubicBezTo>
                  <a:pt x="2781258" y="4054249"/>
                  <a:pt x="2781258" y="4022181"/>
                  <a:pt x="2798579" y="3998624"/>
                </a:cubicBezTo>
                <a:cubicBezTo>
                  <a:pt x="2802909" y="3994294"/>
                  <a:pt x="2807858" y="3991665"/>
                  <a:pt x="2813116" y="3990582"/>
                </a:cubicBezTo>
                <a:close/>
                <a:moveTo>
                  <a:pt x="2322424" y="3988278"/>
                </a:moveTo>
                <a:cubicBezTo>
                  <a:pt x="2334385" y="3992444"/>
                  <a:pt x="2344758" y="4001172"/>
                  <a:pt x="2350708" y="4013470"/>
                </a:cubicBezTo>
                <a:cubicBezTo>
                  <a:pt x="2370973" y="4038784"/>
                  <a:pt x="2370973" y="4074762"/>
                  <a:pt x="2350708" y="4100075"/>
                </a:cubicBezTo>
                <a:cubicBezTo>
                  <a:pt x="2347493" y="4102500"/>
                  <a:pt x="2343980" y="4104480"/>
                  <a:pt x="2340258" y="4106014"/>
                </a:cubicBezTo>
                <a:cubicBezTo>
                  <a:pt x="2316224" y="4115837"/>
                  <a:pt x="2288775" y="4104306"/>
                  <a:pt x="2278949" y="4080280"/>
                </a:cubicBezTo>
                <a:cubicBezTo>
                  <a:pt x="2258684" y="4054966"/>
                  <a:pt x="2258684" y="4018988"/>
                  <a:pt x="2278949" y="3993675"/>
                </a:cubicBezTo>
                <a:cubicBezTo>
                  <a:pt x="2280763" y="3992487"/>
                  <a:pt x="2282656" y="3991398"/>
                  <a:pt x="2284611" y="3990458"/>
                </a:cubicBezTo>
                <a:cubicBezTo>
                  <a:pt x="2296914" y="3984507"/>
                  <a:pt x="2310463" y="3984111"/>
                  <a:pt x="2322424" y="3988278"/>
                </a:cubicBezTo>
                <a:close/>
                <a:moveTo>
                  <a:pt x="4590066" y="3973880"/>
                </a:moveTo>
                <a:lnTo>
                  <a:pt x="4590066" y="3974189"/>
                </a:lnTo>
                <a:cubicBezTo>
                  <a:pt x="4590066" y="3976354"/>
                  <a:pt x="4590066" y="3976354"/>
                  <a:pt x="4590066" y="3976354"/>
                </a:cubicBezTo>
                <a:cubicBezTo>
                  <a:pt x="4587592" y="3981303"/>
                  <a:pt x="4590066" y="3973880"/>
                  <a:pt x="4590066" y="3973880"/>
                </a:cubicBezTo>
                <a:close/>
                <a:moveTo>
                  <a:pt x="4497585" y="3966456"/>
                </a:moveTo>
                <a:cubicBezTo>
                  <a:pt x="4504699" y="3968931"/>
                  <a:pt x="4510885" y="3975117"/>
                  <a:pt x="4510885" y="3983777"/>
                </a:cubicBezTo>
                <a:cubicBezTo>
                  <a:pt x="4520114" y="4000751"/>
                  <a:pt x="4520114" y="4021240"/>
                  <a:pt x="4510885" y="4038214"/>
                </a:cubicBezTo>
                <a:cubicBezTo>
                  <a:pt x="4503462" y="4050587"/>
                  <a:pt x="4478717" y="4045638"/>
                  <a:pt x="4478717" y="4025842"/>
                </a:cubicBezTo>
                <a:cubicBezTo>
                  <a:pt x="4478717" y="4006047"/>
                  <a:pt x="4471294" y="3983777"/>
                  <a:pt x="4478717" y="3971405"/>
                </a:cubicBezTo>
                <a:cubicBezTo>
                  <a:pt x="4482429" y="3965219"/>
                  <a:pt x="4490471" y="3963982"/>
                  <a:pt x="4497585" y="3966456"/>
                </a:cubicBezTo>
                <a:close/>
                <a:moveTo>
                  <a:pt x="3910100" y="3964485"/>
                </a:moveTo>
                <a:cubicBezTo>
                  <a:pt x="3911299" y="3965529"/>
                  <a:pt x="3912072" y="3968313"/>
                  <a:pt x="3912072" y="3973880"/>
                </a:cubicBezTo>
                <a:cubicBezTo>
                  <a:pt x="3912072" y="3996150"/>
                  <a:pt x="3912072" y="3996150"/>
                  <a:pt x="3912072" y="3996150"/>
                </a:cubicBezTo>
                <a:cubicBezTo>
                  <a:pt x="3909598" y="4001099"/>
                  <a:pt x="3897226" y="4003573"/>
                  <a:pt x="3897226" y="3996150"/>
                </a:cubicBezTo>
                <a:cubicBezTo>
                  <a:pt x="3897226" y="3988727"/>
                  <a:pt x="3894751" y="3973880"/>
                  <a:pt x="3897226" y="3973880"/>
                </a:cubicBezTo>
                <a:cubicBezTo>
                  <a:pt x="3899082" y="3973880"/>
                  <a:pt x="3906505" y="3961353"/>
                  <a:pt x="3910100" y="3964485"/>
                </a:cubicBezTo>
                <a:close/>
                <a:moveTo>
                  <a:pt x="2474429" y="3959033"/>
                </a:moveTo>
                <a:cubicBezTo>
                  <a:pt x="2494225" y="3959033"/>
                  <a:pt x="2518969" y="3959033"/>
                  <a:pt x="2528867" y="3983777"/>
                </a:cubicBezTo>
                <a:cubicBezTo>
                  <a:pt x="2545074" y="4003103"/>
                  <a:pt x="2545074" y="4031262"/>
                  <a:pt x="2528867" y="4050587"/>
                </a:cubicBezTo>
                <a:cubicBezTo>
                  <a:pt x="2524561" y="4053680"/>
                  <a:pt x="2519612" y="4055758"/>
                  <a:pt x="2514391" y="4056649"/>
                </a:cubicBezTo>
                <a:cubicBezTo>
                  <a:pt x="2495536" y="4059866"/>
                  <a:pt x="2477646" y="4047172"/>
                  <a:pt x="2474429" y="4028317"/>
                </a:cubicBezTo>
                <a:cubicBezTo>
                  <a:pt x="2457836" y="4008200"/>
                  <a:pt x="2457836" y="3979150"/>
                  <a:pt x="2474429" y="3959033"/>
                </a:cubicBezTo>
                <a:close/>
                <a:moveTo>
                  <a:pt x="4735748" y="3952538"/>
                </a:moveTo>
                <a:cubicBezTo>
                  <a:pt x="4742862" y="3955322"/>
                  <a:pt x="4750904" y="3962745"/>
                  <a:pt x="4758327" y="3973880"/>
                </a:cubicBezTo>
                <a:cubicBezTo>
                  <a:pt x="4767853" y="3995135"/>
                  <a:pt x="4767853" y="4019434"/>
                  <a:pt x="4758327" y="4040689"/>
                </a:cubicBezTo>
                <a:cubicBezTo>
                  <a:pt x="4750904" y="4053061"/>
                  <a:pt x="4718736" y="4045638"/>
                  <a:pt x="4718736" y="4023368"/>
                </a:cubicBezTo>
                <a:cubicBezTo>
                  <a:pt x="4718736" y="4001098"/>
                  <a:pt x="4711313" y="3973880"/>
                  <a:pt x="4718736" y="3959033"/>
                </a:cubicBezTo>
                <a:cubicBezTo>
                  <a:pt x="4722448" y="3951610"/>
                  <a:pt x="4728634" y="3949754"/>
                  <a:pt x="4735748" y="3952538"/>
                </a:cubicBezTo>
                <a:close/>
                <a:moveTo>
                  <a:pt x="4052149" y="3948400"/>
                </a:moveTo>
                <a:cubicBezTo>
                  <a:pt x="4063632" y="3946197"/>
                  <a:pt x="4080333" y="3954084"/>
                  <a:pt x="4080333" y="3968930"/>
                </a:cubicBezTo>
                <a:cubicBezTo>
                  <a:pt x="4090949" y="3987315"/>
                  <a:pt x="4090949" y="4009931"/>
                  <a:pt x="4080333" y="4028317"/>
                </a:cubicBezTo>
                <a:cubicBezTo>
                  <a:pt x="4070436" y="4040689"/>
                  <a:pt x="4053115" y="4033265"/>
                  <a:pt x="4043217" y="4013470"/>
                </a:cubicBezTo>
                <a:cubicBezTo>
                  <a:pt x="4030796" y="3995629"/>
                  <a:pt x="4030796" y="3971924"/>
                  <a:pt x="4043217" y="3954083"/>
                </a:cubicBezTo>
                <a:cubicBezTo>
                  <a:pt x="4045073" y="3950990"/>
                  <a:pt x="4048321" y="3949135"/>
                  <a:pt x="4052149" y="3948400"/>
                </a:cubicBezTo>
                <a:close/>
                <a:moveTo>
                  <a:pt x="4185497" y="3938619"/>
                </a:moveTo>
                <a:cubicBezTo>
                  <a:pt x="4192921" y="3941094"/>
                  <a:pt x="4200344" y="3947898"/>
                  <a:pt x="4206530" y="3959033"/>
                </a:cubicBezTo>
                <a:cubicBezTo>
                  <a:pt x="4216650" y="3978407"/>
                  <a:pt x="4216650" y="4001518"/>
                  <a:pt x="4206530" y="4020893"/>
                </a:cubicBezTo>
                <a:cubicBezTo>
                  <a:pt x="4206530" y="4033265"/>
                  <a:pt x="4189209" y="4025842"/>
                  <a:pt x="4164464" y="4006047"/>
                </a:cubicBezTo>
                <a:cubicBezTo>
                  <a:pt x="4152884" y="3987043"/>
                  <a:pt x="4152884" y="3963190"/>
                  <a:pt x="4164464" y="3944186"/>
                </a:cubicBezTo>
                <a:cubicBezTo>
                  <a:pt x="4170650" y="3938000"/>
                  <a:pt x="4178074" y="3936144"/>
                  <a:pt x="4185497" y="3938619"/>
                </a:cubicBezTo>
                <a:close/>
                <a:moveTo>
                  <a:pt x="1972120" y="3919442"/>
                </a:moveTo>
                <a:cubicBezTo>
                  <a:pt x="1977756" y="3914394"/>
                  <a:pt x="1986278" y="3914394"/>
                  <a:pt x="1991915" y="3919442"/>
                </a:cubicBezTo>
                <a:cubicBezTo>
                  <a:pt x="1991915" y="3929340"/>
                  <a:pt x="1991915" y="3944186"/>
                  <a:pt x="1991915" y="3944186"/>
                </a:cubicBezTo>
                <a:cubicBezTo>
                  <a:pt x="1985967" y="3948319"/>
                  <a:pt x="1978068" y="3948319"/>
                  <a:pt x="1972120" y="3944186"/>
                </a:cubicBezTo>
                <a:cubicBezTo>
                  <a:pt x="1966329" y="3936961"/>
                  <a:pt x="1966329" y="3926667"/>
                  <a:pt x="1972120" y="3919442"/>
                </a:cubicBezTo>
                <a:close/>
                <a:moveTo>
                  <a:pt x="3733913" y="3918824"/>
                </a:moveTo>
                <a:cubicBezTo>
                  <a:pt x="3740718" y="3921298"/>
                  <a:pt x="3746285" y="3926866"/>
                  <a:pt x="3746285" y="3934289"/>
                </a:cubicBezTo>
                <a:cubicBezTo>
                  <a:pt x="3754797" y="3947923"/>
                  <a:pt x="3754797" y="3965195"/>
                  <a:pt x="3746285" y="3978829"/>
                </a:cubicBezTo>
                <a:cubicBezTo>
                  <a:pt x="3738862" y="3986252"/>
                  <a:pt x="3724015" y="3981303"/>
                  <a:pt x="3711643" y="3959033"/>
                </a:cubicBezTo>
                <a:cubicBezTo>
                  <a:pt x="3706645" y="3946958"/>
                  <a:pt x="3707560" y="3933225"/>
                  <a:pt x="3714118" y="3921917"/>
                </a:cubicBezTo>
                <a:cubicBezTo>
                  <a:pt x="3719067" y="3916968"/>
                  <a:pt x="3727108" y="3916349"/>
                  <a:pt x="3733913" y="3918824"/>
                </a:cubicBezTo>
                <a:close/>
                <a:moveTo>
                  <a:pt x="936635" y="3918471"/>
                </a:moveTo>
                <a:cubicBezTo>
                  <a:pt x="945129" y="3920704"/>
                  <a:pt x="952778" y="3926148"/>
                  <a:pt x="957607" y="3934289"/>
                </a:cubicBezTo>
                <a:cubicBezTo>
                  <a:pt x="957776" y="3934462"/>
                  <a:pt x="957941" y="3934611"/>
                  <a:pt x="958108" y="3934784"/>
                </a:cubicBezTo>
                <a:cubicBezTo>
                  <a:pt x="971496" y="3948443"/>
                  <a:pt x="971273" y="3970391"/>
                  <a:pt x="957607" y="3983778"/>
                </a:cubicBezTo>
                <a:cubicBezTo>
                  <a:pt x="941187" y="3993181"/>
                  <a:pt x="920253" y="3987687"/>
                  <a:pt x="910594" y="3971405"/>
                </a:cubicBezTo>
                <a:cubicBezTo>
                  <a:pt x="897990" y="3957326"/>
                  <a:pt x="897990" y="3935996"/>
                  <a:pt x="910594" y="3921917"/>
                </a:cubicBezTo>
                <a:cubicBezTo>
                  <a:pt x="918803" y="3917216"/>
                  <a:pt x="928142" y="3916238"/>
                  <a:pt x="936635" y="3918471"/>
                </a:cubicBezTo>
                <a:close/>
                <a:moveTo>
                  <a:pt x="4425208" y="3916659"/>
                </a:moveTo>
                <a:cubicBezTo>
                  <a:pt x="4426754" y="3915731"/>
                  <a:pt x="4426754" y="3915731"/>
                  <a:pt x="4426754" y="3919442"/>
                </a:cubicBezTo>
                <a:cubicBezTo>
                  <a:pt x="4426754" y="3926865"/>
                  <a:pt x="4426754" y="3939238"/>
                  <a:pt x="4426754" y="3939238"/>
                </a:cubicBezTo>
                <a:cubicBezTo>
                  <a:pt x="4424279" y="3944186"/>
                  <a:pt x="4414382" y="3959033"/>
                  <a:pt x="4414382" y="3939238"/>
                </a:cubicBezTo>
                <a:cubicBezTo>
                  <a:pt x="4414382" y="3919442"/>
                  <a:pt x="4402010" y="3919442"/>
                  <a:pt x="4414382" y="3919442"/>
                </a:cubicBezTo>
                <a:cubicBezTo>
                  <a:pt x="4420568" y="3919442"/>
                  <a:pt x="4423661" y="3917586"/>
                  <a:pt x="4425208" y="3916659"/>
                </a:cubicBezTo>
                <a:close/>
                <a:moveTo>
                  <a:pt x="4314477" y="3914802"/>
                </a:moveTo>
                <a:cubicBezTo>
                  <a:pt x="4321591" y="3917586"/>
                  <a:pt x="4329014" y="3924391"/>
                  <a:pt x="4335200" y="3934288"/>
                </a:cubicBezTo>
                <a:cubicBezTo>
                  <a:pt x="4346261" y="3953440"/>
                  <a:pt x="4346261" y="3976997"/>
                  <a:pt x="4335200" y="3996149"/>
                </a:cubicBezTo>
                <a:cubicBezTo>
                  <a:pt x="4327777" y="4010995"/>
                  <a:pt x="4307982" y="4003572"/>
                  <a:pt x="4295610" y="3981302"/>
                </a:cubicBezTo>
                <a:cubicBezTo>
                  <a:pt x="4284549" y="3962150"/>
                  <a:pt x="4284549" y="3938594"/>
                  <a:pt x="4295610" y="3919442"/>
                </a:cubicBezTo>
                <a:cubicBezTo>
                  <a:pt x="4300559" y="3913256"/>
                  <a:pt x="4307363" y="3912018"/>
                  <a:pt x="4314477" y="3914802"/>
                </a:cubicBezTo>
                <a:close/>
                <a:moveTo>
                  <a:pt x="1584284" y="3913856"/>
                </a:moveTo>
                <a:cubicBezTo>
                  <a:pt x="1592179" y="3916188"/>
                  <a:pt x="1599185" y="3921533"/>
                  <a:pt x="1603429" y="3929339"/>
                </a:cubicBezTo>
                <a:cubicBezTo>
                  <a:pt x="1616032" y="3943419"/>
                  <a:pt x="1616032" y="3964748"/>
                  <a:pt x="1603429" y="3978828"/>
                </a:cubicBezTo>
                <a:cubicBezTo>
                  <a:pt x="1603127" y="3979001"/>
                  <a:pt x="1602826" y="3979174"/>
                  <a:pt x="1602519" y="3979348"/>
                </a:cubicBezTo>
                <a:cubicBezTo>
                  <a:pt x="1586913" y="3987835"/>
                  <a:pt x="1567379" y="3982069"/>
                  <a:pt x="1558890" y="3966456"/>
                </a:cubicBezTo>
                <a:cubicBezTo>
                  <a:pt x="1546287" y="3952376"/>
                  <a:pt x="1546287" y="3931047"/>
                  <a:pt x="1558890" y="3916967"/>
                </a:cubicBezTo>
                <a:cubicBezTo>
                  <a:pt x="1559192" y="3916794"/>
                  <a:pt x="1559493" y="3916621"/>
                  <a:pt x="1559800" y="3916448"/>
                </a:cubicBezTo>
                <a:cubicBezTo>
                  <a:pt x="1567603" y="3912204"/>
                  <a:pt x="1576388" y="3911524"/>
                  <a:pt x="1584284" y="3913856"/>
                </a:cubicBezTo>
                <a:close/>
                <a:moveTo>
                  <a:pt x="4671452" y="3911749"/>
                </a:moveTo>
                <a:cubicBezTo>
                  <a:pt x="4673192" y="3911169"/>
                  <a:pt x="4674352" y="3911555"/>
                  <a:pt x="4675125" y="3912329"/>
                </a:cubicBezTo>
                <a:cubicBezTo>
                  <a:pt x="4676671" y="3913875"/>
                  <a:pt x="4676671" y="3916968"/>
                  <a:pt x="4676671" y="3916968"/>
                </a:cubicBezTo>
                <a:cubicBezTo>
                  <a:pt x="4681249" y="3923698"/>
                  <a:pt x="4681249" y="3932507"/>
                  <a:pt x="4676671" y="3939238"/>
                </a:cubicBezTo>
                <a:cubicBezTo>
                  <a:pt x="4671722" y="3944186"/>
                  <a:pt x="4664299" y="3946661"/>
                  <a:pt x="4664299" y="3939238"/>
                </a:cubicBezTo>
                <a:cubicBezTo>
                  <a:pt x="4664299" y="3931814"/>
                  <a:pt x="4651926" y="3929340"/>
                  <a:pt x="4664299" y="3916968"/>
                </a:cubicBezTo>
                <a:cubicBezTo>
                  <a:pt x="4667392" y="3913875"/>
                  <a:pt x="4669712" y="3912329"/>
                  <a:pt x="4671452" y="3911749"/>
                </a:cubicBezTo>
                <a:close/>
                <a:moveTo>
                  <a:pt x="4804375" y="3908849"/>
                </a:moveTo>
                <a:cubicBezTo>
                  <a:pt x="4815858" y="3906761"/>
                  <a:pt x="4832560" y="3915112"/>
                  <a:pt x="4832560" y="3931814"/>
                </a:cubicBezTo>
                <a:cubicBezTo>
                  <a:pt x="4842681" y="3951189"/>
                  <a:pt x="4842681" y="3974300"/>
                  <a:pt x="4832560" y="3993675"/>
                </a:cubicBezTo>
                <a:cubicBezTo>
                  <a:pt x="4825137" y="4006047"/>
                  <a:pt x="4807816" y="4001098"/>
                  <a:pt x="4795444" y="3978828"/>
                </a:cubicBezTo>
                <a:cubicBezTo>
                  <a:pt x="4785299" y="3958587"/>
                  <a:pt x="4785299" y="3934734"/>
                  <a:pt x="4795444" y="3914493"/>
                </a:cubicBezTo>
                <a:cubicBezTo>
                  <a:pt x="4797300" y="3911400"/>
                  <a:pt x="4800548" y="3909544"/>
                  <a:pt x="4804375" y="3908849"/>
                </a:cubicBezTo>
                <a:close/>
                <a:moveTo>
                  <a:pt x="1161347" y="3907757"/>
                </a:moveTo>
                <a:cubicBezTo>
                  <a:pt x="1172260" y="3911048"/>
                  <a:pt x="1181917" y="3918502"/>
                  <a:pt x="1187731" y="3929340"/>
                </a:cubicBezTo>
                <a:cubicBezTo>
                  <a:pt x="1205032" y="3948244"/>
                  <a:pt x="1205032" y="3977245"/>
                  <a:pt x="1187731" y="3996149"/>
                </a:cubicBezTo>
                <a:cubicBezTo>
                  <a:pt x="1181946" y="4002855"/>
                  <a:pt x="1174284" y="4007705"/>
                  <a:pt x="1165736" y="4010031"/>
                </a:cubicBezTo>
                <a:cubicBezTo>
                  <a:pt x="1142010" y="4016539"/>
                  <a:pt x="1117511" y="4002558"/>
                  <a:pt x="1111024" y="3978828"/>
                </a:cubicBezTo>
                <a:cubicBezTo>
                  <a:pt x="1097296" y="3956163"/>
                  <a:pt x="1103839" y="3926717"/>
                  <a:pt x="1125870" y="3912019"/>
                </a:cubicBezTo>
                <a:cubicBezTo>
                  <a:pt x="1126382" y="3911722"/>
                  <a:pt x="1126902" y="3911425"/>
                  <a:pt x="1127429" y="3911153"/>
                </a:cubicBezTo>
                <a:cubicBezTo>
                  <a:pt x="1138269" y="3905338"/>
                  <a:pt x="1150436" y="3904466"/>
                  <a:pt x="1161347" y="3907757"/>
                </a:cubicBezTo>
                <a:close/>
                <a:moveTo>
                  <a:pt x="1389987" y="3901627"/>
                </a:moveTo>
                <a:cubicBezTo>
                  <a:pt x="1401508" y="3905097"/>
                  <a:pt x="1411705" y="3912960"/>
                  <a:pt x="1417848" y="3924391"/>
                </a:cubicBezTo>
                <a:cubicBezTo>
                  <a:pt x="1433006" y="3948715"/>
                  <a:pt x="1427706" y="3980536"/>
                  <a:pt x="1405476" y="3998624"/>
                </a:cubicBezTo>
                <a:cubicBezTo>
                  <a:pt x="1404899" y="3998996"/>
                  <a:pt x="1404315" y="3999342"/>
                  <a:pt x="1403724" y="3999663"/>
                </a:cubicBezTo>
                <a:cubicBezTo>
                  <a:pt x="1380004" y="4013248"/>
                  <a:pt x="1349766" y="4005033"/>
                  <a:pt x="1336192" y="3981303"/>
                </a:cubicBezTo>
                <a:cubicBezTo>
                  <a:pt x="1320308" y="3956608"/>
                  <a:pt x="1326878" y="3923773"/>
                  <a:pt x="1351038" y="3907070"/>
                </a:cubicBezTo>
                <a:cubicBezTo>
                  <a:pt x="1352062" y="3906402"/>
                  <a:pt x="1353112" y="3905783"/>
                  <a:pt x="1354183" y="3905214"/>
                </a:cubicBezTo>
                <a:cubicBezTo>
                  <a:pt x="1365621" y="3899078"/>
                  <a:pt x="1378466" y="3898156"/>
                  <a:pt x="1389987" y="3901627"/>
                </a:cubicBezTo>
                <a:close/>
                <a:moveTo>
                  <a:pt x="2848068" y="3899647"/>
                </a:moveTo>
                <a:lnTo>
                  <a:pt x="2860440" y="3899647"/>
                </a:lnTo>
                <a:lnTo>
                  <a:pt x="2860440" y="3914493"/>
                </a:lnTo>
                <a:cubicBezTo>
                  <a:pt x="2857965" y="3916968"/>
                  <a:pt x="2848068" y="3914493"/>
                  <a:pt x="2848068" y="3914493"/>
                </a:cubicBezTo>
                <a:cubicBezTo>
                  <a:pt x="2845420" y="3909891"/>
                  <a:pt x="2845420" y="3904249"/>
                  <a:pt x="2848068" y="3899647"/>
                </a:cubicBezTo>
                <a:close/>
                <a:moveTo>
                  <a:pt x="2665849" y="3896632"/>
                </a:moveTo>
                <a:cubicBezTo>
                  <a:pt x="2685219" y="3893616"/>
                  <a:pt x="2707025" y="3905214"/>
                  <a:pt x="2721872" y="3929340"/>
                </a:cubicBezTo>
                <a:cubicBezTo>
                  <a:pt x="2742929" y="3956237"/>
                  <a:pt x="2742929" y="3993997"/>
                  <a:pt x="2721872" y="4020894"/>
                </a:cubicBezTo>
                <a:cubicBezTo>
                  <a:pt x="2694653" y="4040689"/>
                  <a:pt x="2662486" y="4030792"/>
                  <a:pt x="2647639" y="3998624"/>
                </a:cubicBezTo>
                <a:cubicBezTo>
                  <a:pt x="2626186" y="3970960"/>
                  <a:pt x="2626186" y="3932260"/>
                  <a:pt x="2647639" y="3904596"/>
                </a:cubicBezTo>
                <a:cubicBezTo>
                  <a:pt x="2653207" y="3900266"/>
                  <a:pt x="2659393" y="3897637"/>
                  <a:pt x="2665849" y="3896632"/>
                </a:cubicBezTo>
                <a:close/>
                <a:moveTo>
                  <a:pt x="3822993" y="3894697"/>
                </a:moveTo>
                <a:lnTo>
                  <a:pt x="3822993" y="3897172"/>
                </a:lnTo>
                <a:cubicBezTo>
                  <a:pt x="3820518" y="3899646"/>
                  <a:pt x="3822993" y="3894697"/>
                  <a:pt x="3822993" y="3894697"/>
                </a:cubicBezTo>
                <a:close/>
                <a:moveTo>
                  <a:pt x="696400" y="3881095"/>
                </a:moveTo>
                <a:cubicBezTo>
                  <a:pt x="722936" y="3877780"/>
                  <a:pt x="750108" y="3890089"/>
                  <a:pt x="764600" y="3914493"/>
                </a:cubicBezTo>
                <a:cubicBezTo>
                  <a:pt x="781383" y="3947031"/>
                  <a:pt x="771928" y="3986969"/>
                  <a:pt x="742330" y="4008521"/>
                </a:cubicBezTo>
                <a:cubicBezTo>
                  <a:pt x="709376" y="4028044"/>
                  <a:pt x="666894" y="4018245"/>
                  <a:pt x="645827" y="3986251"/>
                </a:cubicBezTo>
                <a:cubicBezTo>
                  <a:pt x="628061" y="3952500"/>
                  <a:pt x="638758" y="3910781"/>
                  <a:pt x="670570" y="3889748"/>
                </a:cubicBezTo>
                <a:cubicBezTo>
                  <a:pt x="678781" y="3885041"/>
                  <a:pt x="687555" y="3882200"/>
                  <a:pt x="696400" y="3881095"/>
                </a:cubicBezTo>
                <a:close/>
                <a:moveTo>
                  <a:pt x="1753551" y="3878317"/>
                </a:moveTo>
                <a:cubicBezTo>
                  <a:pt x="1780166" y="3867578"/>
                  <a:pt x="1810443" y="3880445"/>
                  <a:pt x="1821180" y="3907070"/>
                </a:cubicBezTo>
                <a:cubicBezTo>
                  <a:pt x="1843177" y="3933621"/>
                  <a:pt x="1843177" y="3972073"/>
                  <a:pt x="1821180" y="3998624"/>
                </a:cubicBezTo>
                <a:cubicBezTo>
                  <a:pt x="1814996" y="4004760"/>
                  <a:pt x="1807486" y="4009388"/>
                  <a:pt x="1799229" y="4012159"/>
                </a:cubicBezTo>
                <a:cubicBezTo>
                  <a:pt x="1769437" y="4022180"/>
                  <a:pt x="1737165" y="4006146"/>
                  <a:pt x="1727151" y="3976354"/>
                </a:cubicBezTo>
                <a:cubicBezTo>
                  <a:pt x="1706660" y="3946809"/>
                  <a:pt x="1713220" y="3906352"/>
                  <a:pt x="1741998" y="3884800"/>
                </a:cubicBezTo>
                <a:cubicBezTo>
                  <a:pt x="1745556" y="3882152"/>
                  <a:pt x="1749438" y="3879975"/>
                  <a:pt x="1753551" y="3878317"/>
                </a:cubicBezTo>
                <a:close/>
                <a:moveTo>
                  <a:pt x="4112077" y="3877493"/>
                </a:moveTo>
                <a:cubicBezTo>
                  <a:pt x="4120080" y="3875057"/>
                  <a:pt x="4129823" y="3884800"/>
                  <a:pt x="4129823" y="3884800"/>
                </a:cubicBezTo>
                <a:cubicBezTo>
                  <a:pt x="4136009" y="3895515"/>
                  <a:pt x="4136009" y="3908728"/>
                  <a:pt x="4129823" y="3919442"/>
                </a:cubicBezTo>
                <a:cubicBezTo>
                  <a:pt x="4124874" y="3926866"/>
                  <a:pt x="4105078" y="3919442"/>
                  <a:pt x="4105078" y="3919442"/>
                </a:cubicBezTo>
                <a:cubicBezTo>
                  <a:pt x="4098893" y="3908728"/>
                  <a:pt x="4098893" y="3895515"/>
                  <a:pt x="4105078" y="3884800"/>
                </a:cubicBezTo>
                <a:cubicBezTo>
                  <a:pt x="4106934" y="3880470"/>
                  <a:pt x="4109409" y="3878305"/>
                  <a:pt x="4112077" y="3877493"/>
                </a:cubicBezTo>
                <a:close/>
                <a:moveTo>
                  <a:pt x="3983831" y="3863767"/>
                </a:moveTo>
                <a:cubicBezTo>
                  <a:pt x="3991873" y="3866242"/>
                  <a:pt x="3998677" y="3872428"/>
                  <a:pt x="3998677" y="3882325"/>
                </a:cubicBezTo>
                <a:cubicBezTo>
                  <a:pt x="4009392" y="3899795"/>
                  <a:pt x="4009392" y="3921768"/>
                  <a:pt x="3998677" y="3939237"/>
                </a:cubicBezTo>
                <a:cubicBezTo>
                  <a:pt x="3988780" y="3959033"/>
                  <a:pt x="3971459" y="3944186"/>
                  <a:pt x="3961561" y="3924391"/>
                </a:cubicBezTo>
                <a:cubicBezTo>
                  <a:pt x="3950253" y="3907095"/>
                  <a:pt x="3950253" y="3884775"/>
                  <a:pt x="3961561" y="3867479"/>
                </a:cubicBezTo>
                <a:cubicBezTo>
                  <a:pt x="3966510" y="3862530"/>
                  <a:pt x="3975789" y="3861293"/>
                  <a:pt x="3983831" y="3863767"/>
                </a:cubicBezTo>
                <a:close/>
                <a:moveTo>
                  <a:pt x="2358692" y="3846681"/>
                </a:moveTo>
                <a:cubicBezTo>
                  <a:pt x="2367743" y="3849564"/>
                  <a:pt x="2375695" y="3855898"/>
                  <a:pt x="2380401" y="3865004"/>
                </a:cubicBezTo>
                <a:cubicBezTo>
                  <a:pt x="2394013" y="3883389"/>
                  <a:pt x="2394013" y="3908480"/>
                  <a:pt x="2380401" y="3926865"/>
                </a:cubicBezTo>
                <a:cubicBezTo>
                  <a:pt x="2378340" y="3928325"/>
                  <a:pt x="2376125" y="3929562"/>
                  <a:pt x="2373794" y="3930527"/>
                </a:cubicBezTo>
                <a:cubicBezTo>
                  <a:pt x="2356157" y="3937950"/>
                  <a:pt x="2335849" y="3929661"/>
                  <a:pt x="2328438" y="3912018"/>
                </a:cubicBezTo>
                <a:cubicBezTo>
                  <a:pt x="2314826" y="3893633"/>
                  <a:pt x="2314826" y="3868542"/>
                  <a:pt x="2328438" y="3850158"/>
                </a:cubicBezTo>
                <a:cubicBezTo>
                  <a:pt x="2329076" y="3849786"/>
                  <a:pt x="2329725" y="3849415"/>
                  <a:pt x="2330385" y="3849069"/>
                </a:cubicBezTo>
                <a:cubicBezTo>
                  <a:pt x="2339490" y="3844368"/>
                  <a:pt x="2349641" y="3843799"/>
                  <a:pt x="2358692" y="3846681"/>
                </a:cubicBezTo>
                <a:close/>
                <a:moveTo>
                  <a:pt x="2153066" y="3841644"/>
                </a:moveTo>
                <a:cubicBezTo>
                  <a:pt x="2160769" y="3841229"/>
                  <a:pt x="2168426" y="3842330"/>
                  <a:pt x="2175612" y="3844801"/>
                </a:cubicBezTo>
                <a:cubicBezTo>
                  <a:pt x="2189984" y="3849744"/>
                  <a:pt x="2202471" y="3860167"/>
                  <a:pt x="2209665" y="3874902"/>
                </a:cubicBezTo>
                <a:cubicBezTo>
                  <a:pt x="2231940" y="3904125"/>
                  <a:pt x="2231940" y="3944657"/>
                  <a:pt x="2209665" y="3973879"/>
                </a:cubicBezTo>
                <a:cubicBezTo>
                  <a:pt x="2206703" y="3975884"/>
                  <a:pt x="2203558" y="3977591"/>
                  <a:pt x="2200275" y="3979002"/>
                </a:cubicBezTo>
                <a:cubicBezTo>
                  <a:pt x="2171388" y="3991399"/>
                  <a:pt x="2137927" y="3978012"/>
                  <a:pt x="2125535" y="3949135"/>
                </a:cubicBezTo>
                <a:cubicBezTo>
                  <a:pt x="2102374" y="3920209"/>
                  <a:pt x="2102374" y="3879084"/>
                  <a:pt x="2125535" y="3850158"/>
                </a:cubicBezTo>
                <a:cubicBezTo>
                  <a:pt x="2127066" y="3849243"/>
                  <a:pt x="2128637" y="3848377"/>
                  <a:pt x="2130246" y="3847585"/>
                </a:cubicBezTo>
                <a:cubicBezTo>
                  <a:pt x="2137614" y="3843991"/>
                  <a:pt x="2145363" y="3842059"/>
                  <a:pt x="2153066" y="3841644"/>
                </a:cubicBezTo>
                <a:close/>
                <a:moveTo>
                  <a:pt x="4340149" y="3840260"/>
                </a:moveTo>
                <a:cubicBezTo>
                  <a:pt x="4345097" y="3840260"/>
                  <a:pt x="4357470" y="3840260"/>
                  <a:pt x="4357470" y="3840260"/>
                </a:cubicBezTo>
                <a:cubicBezTo>
                  <a:pt x="4361008" y="3847262"/>
                  <a:pt x="4361008" y="3855527"/>
                  <a:pt x="4357470" y="3862530"/>
                </a:cubicBezTo>
                <a:cubicBezTo>
                  <a:pt x="4352521" y="3867479"/>
                  <a:pt x="4340149" y="3865004"/>
                  <a:pt x="4340149" y="3865004"/>
                </a:cubicBezTo>
                <a:cubicBezTo>
                  <a:pt x="4336536" y="3857160"/>
                  <a:pt x="4336536" y="3848104"/>
                  <a:pt x="4340149" y="3840260"/>
                </a:cubicBezTo>
                <a:close/>
                <a:moveTo>
                  <a:pt x="4737565" y="3835660"/>
                </a:moveTo>
                <a:cubicBezTo>
                  <a:pt x="4749048" y="3832529"/>
                  <a:pt x="4765751" y="3840880"/>
                  <a:pt x="4765751" y="3857582"/>
                </a:cubicBezTo>
                <a:cubicBezTo>
                  <a:pt x="4765751" y="3879852"/>
                  <a:pt x="4765751" y="3907070"/>
                  <a:pt x="4765751" y="3919442"/>
                </a:cubicBezTo>
                <a:cubicBezTo>
                  <a:pt x="4758327" y="3931815"/>
                  <a:pt x="4728634" y="3926866"/>
                  <a:pt x="4728634" y="3904596"/>
                </a:cubicBezTo>
                <a:cubicBezTo>
                  <a:pt x="4728634" y="3882326"/>
                  <a:pt x="4721211" y="3857582"/>
                  <a:pt x="4728634" y="3842735"/>
                </a:cubicBezTo>
                <a:cubicBezTo>
                  <a:pt x="4730490" y="3839024"/>
                  <a:pt x="4733738" y="3836704"/>
                  <a:pt x="4737565" y="3835660"/>
                </a:cubicBezTo>
                <a:close/>
                <a:moveTo>
                  <a:pt x="4240244" y="3835621"/>
                </a:moveTo>
                <a:cubicBezTo>
                  <a:pt x="4247358" y="3838405"/>
                  <a:pt x="4254781" y="3845210"/>
                  <a:pt x="4260967" y="3855107"/>
                </a:cubicBezTo>
                <a:cubicBezTo>
                  <a:pt x="4271583" y="3873492"/>
                  <a:pt x="4271583" y="3896108"/>
                  <a:pt x="4260967" y="3914493"/>
                </a:cubicBezTo>
                <a:cubicBezTo>
                  <a:pt x="4251070" y="3926866"/>
                  <a:pt x="4233749" y="3919442"/>
                  <a:pt x="4221376" y="3899647"/>
                </a:cubicBezTo>
                <a:cubicBezTo>
                  <a:pt x="4210761" y="3881262"/>
                  <a:pt x="4210761" y="3858646"/>
                  <a:pt x="4221376" y="3840261"/>
                </a:cubicBezTo>
                <a:cubicBezTo>
                  <a:pt x="4226325" y="3834075"/>
                  <a:pt x="4233130" y="3832838"/>
                  <a:pt x="4240244" y="3835621"/>
                </a:cubicBezTo>
                <a:close/>
                <a:moveTo>
                  <a:pt x="2533816" y="3811495"/>
                </a:moveTo>
                <a:cubicBezTo>
                  <a:pt x="2543713" y="3814898"/>
                  <a:pt x="2553611" y="3822940"/>
                  <a:pt x="2561034" y="3835312"/>
                </a:cubicBezTo>
                <a:cubicBezTo>
                  <a:pt x="2575905" y="3854167"/>
                  <a:pt x="2575905" y="3880792"/>
                  <a:pt x="2561034" y="3899647"/>
                </a:cubicBezTo>
                <a:cubicBezTo>
                  <a:pt x="2543713" y="3914493"/>
                  <a:pt x="2518969" y="3907070"/>
                  <a:pt x="2506597" y="3882326"/>
                </a:cubicBezTo>
                <a:cubicBezTo>
                  <a:pt x="2490389" y="3863001"/>
                  <a:pt x="2490389" y="3834842"/>
                  <a:pt x="2506597" y="3815516"/>
                </a:cubicBezTo>
                <a:cubicBezTo>
                  <a:pt x="2514020" y="3809330"/>
                  <a:pt x="2523918" y="3808093"/>
                  <a:pt x="2533816" y="3811495"/>
                </a:cubicBezTo>
                <a:close/>
                <a:moveTo>
                  <a:pt x="4030846" y="3803144"/>
                </a:moveTo>
                <a:cubicBezTo>
                  <a:pt x="4035794" y="3803144"/>
                  <a:pt x="4048167" y="3803144"/>
                  <a:pt x="4048167" y="3803144"/>
                </a:cubicBezTo>
                <a:cubicBezTo>
                  <a:pt x="4051779" y="3810988"/>
                  <a:pt x="4051779" y="3820044"/>
                  <a:pt x="4048167" y="3827888"/>
                </a:cubicBezTo>
                <a:cubicBezTo>
                  <a:pt x="4043218" y="3832837"/>
                  <a:pt x="4030846" y="3827888"/>
                  <a:pt x="4030846" y="3827888"/>
                </a:cubicBezTo>
                <a:cubicBezTo>
                  <a:pt x="4027233" y="3820044"/>
                  <a:pt x="4027233" y="3810988"/>
                  <a:pt x="4030846" y="3803144"/>
                </a:cubicBezTo>
                <a:close/>
                <a:moveTo>
                  <a:pt x="4819570" y="3803144"/>
                </a:moveTo>
                <a:cubicBezTo>
                  <a:pt x="4826374" y="3803762"/>
                  <a:pt x="4832560" y="3809330"/>
                  <a:pt x="4832560" y="3817990"/>
                </a:cubicBezTo>
                <a:cubicBezTo>
                  <a:pt x="4839439" y="3833777"/>
                  <a:pt x="4839439" y="3851692"/>
                  <a:pt x="4832560" y="3867479"/>
                </a:cubicBezTo>
                <a:cubicBezTo>
                  <a:pt x="4825137" y="3877376"/>
                  <a:pt x="4812765" y="3872427"/>
                  <a:pt x="4802867" y="3867479"/>
                </a:cubicBezTo>
                <a:cubicBezTo>
                  <a:pt x="4794503" y="3852038"/>
                  <a:pt x="4794503" y="3833431"/>
                  <a:pt x="4802867" y="3817990"/>
                </a:cubicBezTo>
                <a:cubicBezTo>
                  <a:pt x="4805342" y="3806855"/>
                  <a:pt x="4812765" y="3802525"/>
                  <a:pt x="4819570" y="3803144"/>
                </a:cubicBezTo>
                <a:close/>
                <a:moveTo>
                  <a:pt x="2709809" y="3794483"/>
                </a:moveTo>
                <a:cubicBezTo>
                  <a:pt x="2716305" y="3795102"/>
                  <a:pt x="2721872" y="3799432"/>
                  <a:pt x="2721872" y="3805618"/>
                </a:cubicBezTo>
                <a:cubicBezTo>
                  <a:pt x="2728058" y="3816332"/>
                  <a:pt x="2728058" y="3829546"/>
                  <a:pt x="2721872" y="3840260"/>
                </a:cubicBezTo>
                <a:cubicBezTo>
                  <a:pt x="2714052" y="3848550"/>
                  <a:pt x="2701260" y="3849638"/>
                  <a:pt x="2692179" y="3842735"/>
                </a:cubicBezTo>
                <a:cubicBezTo>
                  <a:pt x="2684310" y="3831600"/>
                  <a:pt x="2684310" y="3816753"/>
                  <a:pt x="2692179" y="3805618"/>
                </a:cubicBezTo>
                <a:cubicBezTo>
                  <a:pt x="2695891" y="3796958"/>
                  <a:pt x="2703314" y="3793865"/>
                  <a:pt x="2709809" y="3794483"/>
                </a:cubicBezTo>
                <a:close/>
                <a:moveTo>
                  <a:pt x="4437271" y="3793362"/>
                </a:moveTo>
                <a:cubicBezTo>
                  <a:pt x="4444230" y="3790926"/>
                  <a:pt x="4453972" y="3800669"/>
                  <a:pt x="4453972" y="3800669"/>
                </a:cubicBezTo>
                <a:cubicBezTo>
                  <a:pt x="4459688" y="3811507"/>
                  <a:pt x="4459688" y="3824473"/>
                  <a:pt x="4453972" y="3835311"/>
                </a:cubicBezTo>
                <a:cubicBezTo>
                  <a:pt x="4453972" y="3842735"/>
                  <a:pt x="4431703" y="3847683"/>
                  <a:pt x="4431703" y="3835311"/>
                </a:cubicBezTo>
                <a:cubicBezTo>
                  <a:pt x="4431703" y="3822939"/>
                  <a:pt x="4426754" y="3817990"/>
                  <a:pt x="4431703" y="3800669"/>
                </a:cubicBezTo>
                <a:cubicBezTo>
                  <a:pt x="4432941" y="3796339"/>
                  <a:pt x="4434951" y="3794174"/>
                  <a:pt x="4437271" y="3793362"/>
                </a:cubicBezTo>
                <a:close/>
                <a:moveTo>
                  <a:pt x="4689353" y="3774379"/>
                </a:moveTo>
                <a:cubicBezTo>
                  <a:pt x="4695849" y="3776544"/>
                  <a:pt x="4701416" y="3782112"/>
                  <a:pt x="4701416" y="3790772"/>
                </a:cubicBezTo>
                <a:cubicBezTo>
                  <a:pt x="4708468" y="3804777"/>
                  <a:pt x="4708468" y="3821306"/>
                  <a:pt x="4701416" y="3835311"/>
                </a:cubicBezTo>
                <a:cubicBezTo>
                  <a:pt x="4686569" y="3845209"/>
                  <a:pt x="4674197" y="3837786"/>
                  <a:pt x="4671723" y="3822939"/>
                </a:cubicBezTo>
                <a:cubicBezTo>
                  <a:pt x="4665932" y="3808662"/>
                  <a:pt x="4665932" y="3792677"/>
                  <a:pt x="4671723" y="3778400"/>
                </a:cubicBezTo>
                <a:cubicBezTo>
                  <a:pt x="4675435" y="3773451"/>
                  <a:pt x="4682858" y="3772214"/>
                  <a:pt x="4689353" y="3774379"/>
                </a:cubicBezTo>
                <a:close/>
                <a:moveTo>
                  <a:pt x="4167557" y="3773141"/>
                </a:moveTo>
                <a:cubicBezTo>
                  <a:pt x="4172506" y="3773451"/>
                  <a:pt x="4176836" y="3777162"/>
                  <a:pt x="4176836" y="3783348"/>
                </a:cubicBezTo>
                <a:cubicBezTo>
                  <a:pt x="4176836" y="3795720"/>
                  <a:pt x="4176836" y="3817990"/>
                  <a:pt x="4176836" y="3817990"/>
                </a:cubicBezTo>
                <a:cubicBezTo>
                  <a:pt x="4171887" y="3825413"/>
                  <a:pt x="4154567" y="3830362"/>
                  <a:pt x="4154567" y="3817990"/>
                </a:cubicBezTo>
                <a:cubicBezTo>
                  <a:pt x="4154567" y="3805618"/>
                  <a:pt x="4149618" y="3798195"/>
                  <a:pt x="4154567" y="3783348"/>
                </a:cubicBezTo>
                <a:cubicBezTo>
                  <a:pt x="4157041" y="3775925"/>
                  <a:pt x="4162608" y="3772832"/>
                  <a:pt x="4167557" y="3773141"/>
                </a:cubicBezTo>
                <a:close/>
                <a:moveTo>
                  <a:pt x="4530680" y="3770976"/>
                </a:moveTo>
                <a:lnTo>
                  <a:pt x="4533154" y="3773450"/>
                </a:lnTo>
                <a:lnTo>
                  <a:pt x="4533154" y="3775925"/>
                </a:lnTo>
                <a:lnTo>
                  <a:pt x="4530680" y="3775925"/>
                </a:lnTo>
                <a:close/>
                <a:moveTo>
                  <a:pt x="1843325" y="3745503"/>
                </a:moveTo>
                <a:cubicBezTo>
                  <a:pt x="1848993" y="3746103"/>
                  <a:pt x="1854431" y="3748868"/>
                  <a:pt x="1858296" y="3753656"/>
                </a:cubicBezTo>
                <a:cubicBezTo>
                  <a:pt x="1866981" y="3764494"/>
                  <a:pt x="1866981" y="3779934"/>
                  <a:pt x="1858296" y="3790772"/>
                </a:cubicBezTo>
                <a:cubicBezTo>
                  <a:pt x="1848675" y="3800200"/>
                  <a:pt x="1833275" y="3800200"/>
                  <a:pt x="1823654" y="3790772"/>
                </a:cubicBezTo>
                <a:cubicBezTo>
                  <a:pt x="1814969" y="3779934"/>
                  <a:pt x="1814969" y="3764494"/>
                  <a:pt x="1823654" y="3753656"/>
                </a:cubicBezTo>
                <a:cubicBezTo>
                  <a:pt x="1824641" y="3752443"/>
                  <a:pt x="1825755" y="3751330"/>
                  <a:pt x="1826977" y="3750340"/>
                </a:cubicBezTo>
                <a:cubicBezTo>
                  <a:pt x="1831760" y="3746468"/>
                  <a:pt x="1837657" y="3744903"/>
                  <a:pt x="1843325" y="3745503"/>
                </a:cubicBezTo>
                <a:close/>
                <a:moveTo>
                  <a:pt x="4752451" y="3735097"/>
                </a:moveTo>
                <a:cubicBezTo>
                  <a:pt x="4758328" y="3735716"/>
                  <a:pt x="4763277" y="3740046"/>
                  <a:pt x="4763277" y="3746232"/>
                </a:cubicBezTo>
                <a:cubicBezTo>
                  <a:pt x="4769215" y="3759619"/>
                  <a:pt x="4769215" y="3774911"/>
                  <a:pt x="4763277" y="3788298"/>
                </a:cubicBezTo>
                <a:cubicBezTo>
                  <a:pt x="4758328" y="3795721"/>
                  <a:pt x="4745956" y="3790772"/>
                  <a:pt x="4736058" y="3785823"/>
                </a:cubicBezTo>
                <a:cubicBezTo>
                  <a:pt x="4729451" y="3773451"/>
                  <a:pt x="4729451" y="3758604"/>
                  <a:pt x="4736058" y="3746232"/>
                </a:cubicBezTo>
                <a:cubicBezTo>
                  <a:pt x="4739770" y="3737572"/>
                  <a:pt x="4746574" y="3734479"/>
                  <a:pt x="4752451" y="3735097"/>
                </a:cubicBezTo>
                <a:close/>
                <a:moveTo>
                  <a:pt x="4280763" y="3734788"/>
                </a:moveTo>
                <a:cubicBezTo>
                  <a:pt x="4287568" y="3736953"/>
                  <a:pt x="4293135" y="3742521"/>
                  <a:pt x="4293135" y="3751181"/>
                </a:cubicBezTo>
                <a:cubicBezTo>
                  <a:pt x="4303874" y="3765928"/>
                  <a:pt x="4303874" y="3785922"/>
                  <a:pt x="4293135" y="3800669"/>
                </a:cubicBezTo>
                <a:cubicBezTo>
                  <a:pt x="4285711" y="3810567"/>
                  <a:pt x="4270865" y="3805618"/>
                  <a:pt x="4260967" y="3788297"/>
                </a:cubicBezTo>
                <a:cubicBezTo>
                  <a:pt x="4252603" y="3772857"/>
                  <a:pt x="4252603" y="3754249"/>
                  <a:pt x="4260967" y="3738809"/>
                </a:cubicBezTo>
                <a:cubicBezTo>
                  <a:pt x="4265916" y="3733860"/>
                  <a:pt x="4273958" y="3732623"/>
                  <a:pt x="4280763" y="3734788"/>
                </a:cubicBezTo>
                <a:close/>
                <a:moveTo>
                  <a:pt x="4367367" y="3728911"/>
                </a:moveTo>
                <a:cubicBezTo>
                  <a:pt x="4379740" y="3728911"/>
                  <a:pt x="4379740" y="3728911"/>
                  <a:pt x="4379740" y="3728911"/>
                </a:cubicBezTo>
                <a:cubicBezTo>
                  <a:pt x="4382412" y="3734380"/>
                  <a:pt x="4382412" y="3740764"/>
                  <a:pt x="4379740" y="3746232"/>
                </a:cubicBezTo>
                <a:cubicBezTo>
                  <a:pt x="4377265" y="3748706"/>
                  <a:pt x="4367367" y="3746232"/>
                  <a:pt x="4367367" y="3746232"/>
                </a:cubicBezTo>
                <a:cubicBezTo>
                  <a:pt x="4365042" y="3740689"/>
                  <a:pt x="4365042" y="3734454"/>
                  <a:pt x="4367367" y="3728911"/>
                </a:cubicBezTo>
                <a:close/>
                <a:moveTo>
                  <a:pt x="809141" y="3725707"/>
                </a:moveTo>
                <a:cubicBezTo>
                  <a:pt x="814452" y="3725707"/>
                  <a:pt x="819762" y="3727600"/>
                  <a:pt x="823988" y="3731386"/>
                </a:cubicBezTo>
                <a:cubicBezTo>
                  <a:pt x="831549" y="3739848"/>
                  <a:pt x="831549" y="3752616"/>
                  <a:pt x="823988" y="3761079"/>
                </a:cubicBezTo>
                <a:cubicBezTo>
                  <a:pt x="815535" y="3768651"/>
                  <a:pt x="802747" y="3768651"/>
                  <a:pt x="794294" y="3761079"/>
                </a:cubicBezTo>
                <a:cubicBezTo>
                  <a:pt x="786733" y="3752616"/>
                  <a:pt x="786733" y="3739848"/>
                  <a:pt x="794294" y="3731386"/>
                </a:cubicBezTo>
                <a:cubicBezTo>
                  <a:pt x="798521" y="3727600"/>
                  <a:pt x="803832" y="3725707"/>
                  <a:pt x="809141" y="3725707"/>
                </a:cubicBezTo>
                <a:close/>
                <a:moveTo>
                  <a:pt x="1038577" y="3724513"/>
                </a:moveTo>
                <a:cubicBezTo>
                  <a:pt x="1044777" y="3726165"/>
                  <a:pt x="1050395" y="3730000"/>
                  <a:pt x="1054195" y="3735691"/>
                </a:cubicBezTo>
                <a:cubicBezTo>
                  <a:pt x="1062548" y="3748187"/>
                  <a:pt x="1059186" y="3765087"/>
                  <a:pt x="1046687" y="3773451"/>
                </a:cubicBezTo>
                <a:cubicBezTo>
                  <a:pt x="1034315" y="3783349"/>
                  <a:pt x="1019469" y="3778400"/>
                  <a:pt x="1019469" y="3763553"/>
                </a:cubicBezTo>
                <a:cubicBezTo>
                  <a:pt x="1010783" y="3752715"/>
                  <a:pt x="1010783" y="3737275"/>
                  <a:pt x="1019469" y="3726437"/>
                </a:cubicBezTo>
                <a:cubicBezTo>
                  <a:pt x="1025599" y="3723394"/>
                  <a:pt x="1032379" y="3722862"/>
                  <a:pt x="1038577" y="3724513"/>
                </a:cubicBezTo>
                <a:close/>
                <a:moveTo>
                  <a:pt x="582732" y="3709880"/>
                </a:moveTo>
                <a:cubicBezTo>
                  <a:pt x="587788" y="3710198"/>
                  <a:pt x="592723" y="3712444"/>
                  <a:pt x="596339" y="3716539"/>
                </a:cubicBezTo>
                <a:cubicBezTo>
                  <a:pt x="604259" y="3725793"/>
                  <a:pt x="604259" y="3739452"/>
                  <a:pt x="596339" y="3748706"/>
                </a:cubicBezTo>
                <a:cubicBezTo>
                  <a:pt x="586998" y="3754596"/>
                  <a:pt x="574883" y="3753581"/>
                  <a:pt x="566645" y="3746232"/>
                </a:cubicBezTo>
                <a:cubicBezTo>
                  <a:pt x="559084" y="3737769"/>
                  <a:pt x="559084" y="3725001"/>
                  <a:pt x="566645" y="3716539"/>
                </a:cubicBezTo>
                <a:cubicBezTo>
                  <a:pt x="567191" y="3715920"/>
                  <a:pt x="567779" y="3715326"/>
                  <a:pt x="568400" y="3714782"/>
                </a:cubicBezTo>
                <a:cubicBezTo>
                  <a:pt x="572499" y="3711170"/>
                  <a:pt x="577676" y="3709561"/>
                  <a:pt x="582732" y="3709880"/>
                </a:cubicBezTo>
                <a:close/>
                <a:moveTo>
                  <a:pt x="1258132" y="3706539"/>
                </a:moveTo>
                <a:cubicBezTo>
                  <a:pt x="1270898" y="3710241"/>
                  <a:pt x="1282258" y="3718815"/>
                  <a:pt x="1289177" y="3731385"/>
                </a:cubicBezTo>
                <a:cubicBezTo>
                  <a:pt x="1305333" y="3756847"/>
                  <a:pt x="1298820" y="3790499"/>
                  <a:pt x="1274331" y="3808092"/>
                </a:cubicBezTo>
                <a:cubicBezTo>
                  <a:pt x="1273643" y="3808464"/>
                  <a:pt x="1272948" y="3808835"/>
                  <a:pt x="1272245" y="3809181"/>
                </a:cubicBezTo>
                <a:cubicBezTo>
                  <a:pt x="1246559" y="3821974"/>
                  <a:pt x="1215366" y="3811507"/>
                  <a:pt x="1202577" y="3785823"/>
                </a:cubicBezTo>
                <a:cubicBezTo>
                  <a:pt x="1201963" y="3784956"/>
                  <a:pt x="1201374" y="3784066"/>
                  <a:pt x="1200811" y="3783175"/>
                </a:cubicBezTo>
                <a:cubicBezTo>
                  <a:pt x="1185634" y="3758826"/>
                  <a:pt x="1193068" y="3726758"/>
                  <a:pt x="1217427" y="3711590"/>
                </a:cubicBezTo>
                <a:cubicBezTo>
                  <a:pt x="1217818" y="3711367"/>
                  <a:pt x="1218206" y="3711144"/>
                  <a:pt x="1218603" y="3710922"/>
                </a:cubicBezTo>
                <a:cubicBezTo>
                  <a:pt x="1231175" y="3704006"/>
                  <a:pt x="1245360" y="3702836"/>
                  <a:pt x="1258132" y="3706539"/>
                </a:cubicBezTo>
                <a:close/>
                <a:moveTo>
                  <a:pt x="1436430" y="3703239"/>
                </a:moveTo>
                <a:cubicBezTo>
                  <a:pt x="1444521" y="3701939"/>
                  <a:pt x="1452729" y="3702098"/>
                  <a:pt x="1460669" y="3703641"/>
                </a:cubicBezTo>
                <a:cubicBezTo>
                  <a:pt x="1476548" y="3706728"/>
                  <a:pt x="1491351" y="3715351"/>
                  <a:pt x="1501979" y="3728911"/>
                </a:cubicBezTo>
                <a:cubicBezTo>
                  <a:pt x="1522806" y="3761400"/>
                  <a:pt x="1515276" y="3804406"/>
                  <a:pt x="1484658" y="3827888"/>
                </a:cubicBezTo>
                <a:cubicBezTo>
                  <a:pt x="1455897" y="3848104"/>
                  <a:pt x="1416225" y="3841498"/>
                  <a:pt x="1395578" y="3813042"/>
                </a:cubicBezTo>
                <a:cubicBezTo>
                  <a:pt x="1373167" y="3780058"/>
                  <a:pt x="1380816" y="3735271"/>
                  <a:pt x="1412899" y="3711590"/>
                </a:cubicBezTo>
                <a:cubicBezTo>
                  <a:pt x="1420366" y="3707297"/>
                  <a:pt x="1428339" y="3704538"/>
                  <a:pt x="1436430" y="3703239"/>
                </a:cubicBezTo>
                <a:close/>
                <a:moveTo>
                  <a:pt x="1640175" y="3701791"/>
                </a:moveTo>
                <a:cubicBezTo>
                  <a:pt x="1647867" y="3701211"/>
                  <a:pt x="1655546" y="3702150"/>
                  <a:pt x="1662782" y="3704470"/>
                </a:cubicBezTo>
                <a:cubicBezTo>
                  <a:pt x="1677255" y="3709110"/>
                  <a:pt x="1689957" y="3719273"/>
                  <a:pt x="1697458" y="3733860"/>
                </a:cubicBezTo>
                <a:cubicBezTo>
                  <a:pt x="1716140" y="3763330"/>
                  <a:pt x="1710919" y="3801956"/>
                  <a:pt x="1685086" y="3825414"/>
                </a:cubicBezTo>
                <a:cubicBezTo>
                  <a:pt x="1684999" y="3825463"/>
                  <a:pt x="1684912" y="3825512"/>
                  <a:pt x="1684826" y="3825562"/>
                </a:cubicBezTo>
                <a:cubicBezTo>
                  <a:pt x="1654794" y="3841844"/>
                  <a:pt x="1617242" y="3830709"/>
                  <a:pt x="1600955" y="3800669"/>
                </a:cubicBezTo>
                <a:cubicBezTo>
                  <a:pt x="1581734" y="3770852"/>
                  <a:pt x="1588143" y="3731336"/>
                  <a:pt x="1615802" y="3709115"/>
                </a:cubicBezTo>
                <a:cubicBezTo>
                  <a:pt x="1616358" y="3708818"/>
                  <a:pt x="1616918" y="3708497"/>
                  <a:pt x="1617484" y="3708224"/>
                </a:cubicBezTo>
                <a:cubicBezTo>
                  <a:pt x="1624776" y="3704469"/>
                  <a:pt x="1632482" y="3702371"/>
                  <a:pt x="1640175" y="3701791"/>
                </a:cubicBezTo>
                <a:close/>
                <a:moveTo>
                  <a:pt x="4468819" y="3696743"/>
                </a:moveTo>
                <a:lnTo>
                  <a:pt x="4468819" y="3711590"/>
                </a:lnTo>
                <a:cubicBezTo>
                  <a:pt x="4466345" y="3711590"/>
                  <a:pt x="4453973" y="3711590"/>
                  <a:pt x="4453973" y="3711590"/>
                </a:cubicBezTo>
                <a:close/>
                <a:moveTo>
                  <a:pt x="2198276" y="3687039"/>
                </a:moveTo>
                <a:cubicBezTo>
                  <a:pt x="2205346" y="3686859"/>
                  <a:pt x="2212333" y="3688069"/>
                  <a:pt x="2218852" y="3690523"/>
                </a:cubicBezTo>
                <a:cubicBezTo>
                  <a:pt x="2231890" y="3695432"/>
                  <a:pt x="2243055" y="3705317"/>
                  <a:pt x="2249256" y="3719013"/>
                </a:cubicBezTo>
                <a:cubicBezTo>
                  <a:pt x="2270875" y="3744772"/>
                  <a:pt x="2270875" y="3782334"/>
                  <a:pt x="2249256" y="3808093"/>
                </a:cubicBezTo>
                <a:cubicBezTo>
                  <a:pt x="2249209" y="3808117"/>
                  <a:pt x="2249159" y="3808142"/>
                  <a:pt x="2249113" y="3808167"/>
                </a:cubicBezTo>
                <a:cubicBezTo>
                  <a:pt x="2221117" y="3822444"/>
                  <a:pt x="2186839" y="3811334"/>
                  <a:pt x="2172549" y="3783348"/>
                </a:cubicBezTo>
                <a:cubicBezTo>
                  <a:pt x="2152753" y="3756946"/>
                  <a:pt x="2152753" y="3720671"/>
                  <a:pt x="2172549" y="3694269"/>
                </a:cubicBezTo>
                <a:cubicBezTo>
                  <a:pt x="2174063" y="3693403"/>
                  <a:pt x="2175619" y="3692611"/>
                  <a:pt x="2177208" y="3691893"/>
                </a:cubicBezTo>
                <a:cubicBezTo>
                  <a:pt x="2184055" y="3688788"/>
                  <a:pt x="2191207" y="3687218"/>
                  <a:pt x="2198276" y="3687039"/>
                </a:cubicBezTo>
                <a:close/>
                <a:moveTo>
                  <a:pt x="4686569" y="3686845"/>
                </a:moveTo>
                <a:cubicBezTo>
                  <a:pt x="4689043" y="3686845"/>
                  <a:pt x="4701415" y="3686845"/>
                  <a:pt x="4701415" y="3686845"/>
                </a:cubicBezTo>
                <a:cubicBezTo>
                  <a:pt x="4704706" y="3694763"/>
                  <a:pt x="4704706" y="3703671"/>
                  <a:pt x="4701415" y="3711589"/>
                </a:cubicBezTo>
                <a:cubicBezTo>
                  <a:pt x="4686569" y="3711589"/>
                  <a:pt x="4686569" y="3721487"/>
                  <a:pt x="4686569" y="3711589"/>
                </a:cubicBezTo>
                <a:cubicBezTo>
                  <a:pt x="4686569" y="3701692"/>
                  <a:pt x="4684094" y="3686845"/>
                  <a:pt x="4686569" y="3686845"/>
                </a:cubicBezTo>
                <a:close/>
                <a:moveTo>
                  <a:pt x="2396773" y="3681452"/>
                </a:moveTo>
                <a:cubicBezTo>
                  <a:pt x="2407934" y="3685949"/>
                  <a:pt x="2417380" y="3694702"/>
                  <a:pt x="2422466" y="3706641"/>
                </a:cubicBezTo>
                <a:cubicBezTo>
                  <a:pt x="2442982" y="3730000"/>
                  <a:pt x="2442982" y="3764939"/>
                  <a:pt x="2422466" y="3788297"/>
                </a:cubicBezTo>
                <a:cubicBezTo>
                  <a:pt x="2420808" y="3789262"/>
                  <a:pt x="2419094" y="3790103"/>
                  <a:pt x="2417332" y="3790871"/>
                </a:cubicBezTo>
                <a:cubicBezTo>
                  <a:pt x="2393441" y="3801040"/>
                  <a:pt x="2365829" y="3789905"/>
                  <a:pt x="2355657" y="3766027"/>
                </a:cubicBezTo>
                <a:cubicBezTo>
                  <a:pt x="2335141" y="3742669"/>
                  <a:pt x="2335141" y="3707730"/>
                  <a:pt x="2355657" y="3684371"/>
                </a:cubicBezTo>
                <a:cubicBezTo>
                  <a:pt x="2357314" y="3683406"/>
                  <a:pt x="2359029" y="3682565"/>
                  <a:pt x="2360791" y="3681798"/>
                </a:cubicBezTo>
                <a:cubicBezTo>
                  <a:pt x="2372737" y="3676713"/>
                  <a:pt x="2385612" y="3676955"/>
                  <a:pt x="2396773" y="3681452"/>
                </a:cubicBezTo>
                <a:close/>
                <a:moveTo>
                  <a:pt x="4186735" y="3679422"/>
                </a:moveTo>
                <a:cubicBezTo>
                  <a:pt x="4191684" y="3679422"/>
                  <a:pt x="4206530" y="3679422"/>
                  <a:pt x="4206530" y="3679422"/>
                </a:cubicBezTo>
                <a:cubicBezTo>
                  <a:pt x="4212840" y="3689221"/>
                  <a:pt x="4212840" y="3701791"/>
                  <a:pt x="4206530" y="3711590"/>
                </a:cubicBezTo>
                <a:cubicBezTo>
                  <a:pt x="4206530" y="3711590"/>
                  <a:pt x="4186735" y="3723962"/>
                  <a:pt x="4186735" y="3711590"/>
                </a:cubicBezTo>
                <a:cubicBezTo>
                  <a:pt x="4186735" y="3699217"/>
                  <a:pt x="4181786" y="3679422"/>
                  <a:pt x="4186735" y="3679422"/>
                </a:cubicBezTo>
                <a:close/>
                <a:moveTo>
                  <a:pt x="2008073" y="3677126"/>
                </a:moveTo>
                <a:cubicBezTo>
                  <a:pt x="2036928" y="3675736"/>
                  <a:pt x="2065172" y="3691363"/>
                  <a:pt x="2078520" y="3719014"/>
                </a:cubicBezTo>
                <a:cubicBezTo>
                  <a:pt x="2107684" y="3753235"/>
                  <a:pt x="2107684" y="3803565"/>
                  <a:pt x="2078520" y="3837786"/>
                </a:cubicBezTo>
                <a:cubicBezTo>
                  <a:pt x="2072210" y="3842883"/>
                  <a:pt x="2065111" y="3846892"/>
                  <a:pt x="2057500" y="3849688"/>
                </a:cubicBezTo>
                <a:cubicBezTo>
                  <a:pt x="2019017" y="3863842"/>
                  <a:pt x="1976361" y="3844096"/>
                  <a:pt x="1962222" y="3805619"/>
                </a:cubicBezTo>
                <a:cubicBezTo>
                  <a:pt x="1937272" y="3766473"/>
                  <a:pt x="1944629" y="3714980"/>
                  <a:pt x="1979543" y="3684372"/>
                </a:cubicBezTo>
                <a:cubicBezTo>
                  <a:pt x="1988768" y="3679943"/>
                  <a:pt x="1998455" y="3677589"/>
                  <a:pt x="2008073" y="3677126"/>
                </a:cubicBezTo>
                <a:close/>
                <a:moveTo>
                  <a:pt x="4820498" y="3673855"/>
                </a:moveTo>
                <a:cubicBezTo>
                  <a:pt x="4828231" y="3676329"/>
                  <a:pt x="4835035" y="3683134"/>
                  <a:pt x="4835035" y="3694269"/>
                </a:cubicBezTo>
                <a:cubicBezTo>
                  <a:pt x="4835035" y="3716539"/>
                  <a:pt x="4835035" y="3753655"/>
                  <a:pt x="4835035" y="3753655"/>
                </a:cubicBezTo>
                <a:cubicBezTo>
                  <a:pt x="4827612" y="3766027"/>
                  <a:pt x="4800393" y="3761078"/>
                  <a:pt x="4800393" y="3738808"/>
                </a:cubicBezTo>
                <a:cubicBezTo>
                  <a:pt x="4800393" y="3716539"/>
                  <a:pt x="4792970" y="3691794"/>
                  <a:pt x="4800393" y="3679422"/>
                </a:cubicBezTo>
                <a:cubicBezTo>
                  <a:pt x="4804105" y="3673236"/>
                  <a:pt x="4812766" y="3671381"/>
                  <a:pt x="4820498" y="3673855"/>
                </a:cubicBezTo>
                <a:close/>
                <a:moveTo>
                  <a:pt x="4540578" y="3654678"/>
                </a:moveTo>
                <a:lnTo>
                  <a:pt x="4543052" y="3654678"/>
                </a:lnTo>
                <a:lnTo>
                  <a:pt x="4543052" y="3657152"/>
                </a:lnTo>
                <a:lnTo>
                  <a:pt x="4540578" y="3657152"/>
                </a:lnTo>
                <a:close/>
                <a:moveTo>
                  <a:pt x="4305817" y="3623439"/>
                </a:moveTo>
                <a:cubicBezTo>
                  <a:pt x="4313549" y="3626841"/>
                  <a:pt x="4321591" y="3634883"/>
                  <a:pt x="4327777" y="3647255"/>
                </a:cubicBezTo>
                <a:cubicBezTo>
                  <a:pt x="4339803" y="3667001"/>
                  <a:pt x="4339803" y="3691819"/>
                  <a:pt x="4327777" y="3711590"/>
                </a:cubicBezTo>
                <a:cubicBezTo>
                  <a:pt x="4317879" y="3711590"/>
                  <a:pt x="4298084" y="3711590"/>
                  <a:pt x="4285711" y="3691794"/>
                </a:cubicBezTo>
                <a:cubicBezTo>
                  <a:pt x="4274700" y="3671752"/>
                  <a:pt x="4274700" y="3647502"/>
                  <a:pt x="4285711" y="3627459"/>
                </a:cubicBezTo>
                <a:cubicBezTo>
                  <a:pt x="4290660" y="3621273"/>
                  <a:pt x="4298084" y="3620036"/>
                  <a:pt x="4305817" y="3623439"/>
                </a:cubicBezTo>
                <a:close/>
                <a:moveTo>
                  <a:pt x="4750286" y="3615396"/>
                </a:moveTo>
                <a:cubicBezTo>
                  <a:pt x="4755853" y="3617562"/>
                  <a:pt x="4760802" y="3622511"/>
                  <a:pt x="4760802" y="3629934"/>
                </a:cubicBezTo>
                <a:cubicBezTo>
                  <a:pt x="4766568" y="3641638"/>
                  <a:pt x="4766568" y="3655346"/>
                  <a:pt x="4760802" y="3667050"/>
                </a:cubicBezTo>
                <a:cubicBezTo>
                  <a:pt x="4755853" y="3676948"/>
                  <a:pt x="4745956" y="3671999"/>
                  <a:pt x="4736058" y="3657152"/>
                </a:cubicBezTo>
                <a:cubicBezTo>
                  <a:pt x="4730218" y="3644607"/>
                  <a:pt x="4730218" y="3630107"/>
                  <a:pt x="4736058" y="3617561"/>
                </a:cubicBezTo>
                <a:cubicBezTo>
                  <a:pt x="4738533" y="3613850"/>
                  <a:pt x="4744719" y="3613231"/>
                  <a:pt x="4750286" y="3615396"/>
                </a:cubicBezTo>
                <a:close/>
                <a:moveTo>
                  <a:pt x="4135081" y="3577971"/>
                </a:moveTo>
                <a:cubicBezTo>
                  <a:pt x="4141576" y="3578589"/>
                  <a:pt x="4147143" y="3584157"/>
                  <a:pt x="4147143" y="3592817"/>
                </a:cubicBezTo>
                <a:cubicBezTo>
                  <a:pt x="4147143" y="3610138"/>
                  <a:pt x="4147143" y="3637357"/>
                  <a:pt x="4147143" y="3637357"/>
                </a:cubicBezTo>
                <a:cubicBezTo>
                  <a:pt x="4139720" y="3647254"/>
                  <a:pt x="4117450" y="3652203"/>
                  <a:pt x="4117450" y="3637357"/>
                </a:cubicBezTo>
                <a:cubicBezTo>
                  <a:pt x="4117450" y="3622510"/>
                  <a:pt x="4110027" y="3615087"/>
                  <a:pt x="4117450" y="3592817"/>
                </a:cubicBezTo>
                <a:cubicBezTo>
                  <a:pt x="4121162" y="3581682"/>
                  <a:pt x="4128586" y="3577352"/>
                  <a:pt x="4135081" y="3577971"/>
                </a:cubicBezTo>
                <a:close/>
                <a:moveTo>
                  <a:pt x="4394895" y="3574878"/>
                </a:moveTo>
                <a:cubicBezTo>
                  <a:pt x="4402628" y="3578589"/>
                  <a:pt x="4410670" y="3586631"/>
                  <a:pt x="4416856" y="3597766"/>
                </a:cubicBezTo>
                <a:cubicBezTo>
                  <a:pt x="4428436" y="3616770"/>
                  <a:pt x="4428436" y="3640623"/>
                  <a:pt x="4416856" y="3659627"/>
                </a:cubicBezTo>
                <a:cubicBezTo>
                  <a:pt x="4406958" y="3671999"/>
                  <a:pt x="4387162" y="3664576"/>
                  <a:pt x="4374791" y="3642306"/>
                </a:cubicBezTo>
                <a:cubicBezTo>
                  <a:pt x="4362764" y="3622560"/>
                  <a:pt x="4362764" y="3597741"/>
                  <a:pt x="4374791" y="3577971"/>
                </a:cubicBezTo>
                <a:cubicBezTo>
                  <a:pt x="4379740" y="3571785"/>
                  <a:pt x="4387163" y="3571166"/>
                  <a:pt x="4394895" y="3574878"/>
                </a:cubicBezTo>
                <a:close/>
                <a:moveTo>
                  <a:pt x="4468819" y="3570547"/>
                </a:moveTo>
                <a:cubicBezTo>
                  <a:pt x="4481191" y="3570547"/>
                  <a:pt x="4481191" y="3570547"/>
                  <a:pt x="4481191" y="3570547"/>
                </a:cubicBezTo>
                <a:cubicBezTo>
                  <a:pt x="4484729" y="3576683"/>
                  <a:pt x="4484729" y="3584206"/>
                  <a:pt x="4481191" y="3590342"/>
                </a:cubicBezTo>
                <a:cubicBezTo>
                  <a:pt x="4476242" y="3595291"/>
                  <a:pt x="4468819" y="3597766"/>
                  <a:pt x="4468819" y="3590342"/>
                </a:cubicBezTo>
                <a:cubicBezTo>
                  <a:pt x="4468819" y="3582919"/>
                  <a:pt x="4456447" y="3570547"/>
                  <a:pt x="4468819" y="3570547"/>
                </a:cubicBezTo>
                <a:close/>
                <a:moveTo>
                  <a:pt x="4813074" y="3564980"/>
                </a:moveTo>
                <a:cubicBezTo>
                  <a:pt x="4819570" y="3567454"/>
                  <a:pt x="4825137" y="3573022"/>
                  <a:pt x="4825137" y="3580445"/>
                </a:cubicBezTo>
                <a:cubicBezTo>
                  <a:pt x="4831917" y="3595390"/>
                  <a:pt x="4831917" y="3612513"/>
                  <a:pt x="4825137" y="3627459"/>
                </a:cubicBezTo>
                <a:cubicBezTo>
                  <a:pt x="4817714" y="3637357"/>
                  <a:pt x="4805342" y="3629933"/>
                  <a:pt x="4795444" y="3615087"/>
                </a:cubicBezTo>
                <a:cubicBezTo>
                  <a:pt x="4788664" y="3600141"/>
                  <a:pt x="4788664" y="3583018"/>
                  <a:pt x="4795444" y="3568073"/>
                </a:cubicBezTo>
                <a:cubicBezTo>
                  <a:pt x="4799156" y="3563124"/>
                  <a:pt x="4806579" y="3562505"/>
                  <a:pt x="4813074" y="3564980"/>
                </a:cubicBezTo>
                <a:close/>
                <a:moveTo>
                  <a:pt x="1524181" y="3553530"/>
                </a:moveTo>
                <a:cubicBezTo>
                  <a:pt x="1530649" y="3556116"/>
                  <a:pt x="1536132" y="3561170"/>
                  <a:pt x="1539095" y="3568073"/>
                </a:cubicBezTo>
                <a:cubicBezTo>
                  <a:pt x="1549532" y="3580148"/>
                  <a:pt x="1549532" y="3598063"/>
                  <a:pt x="1539095" y="3610138"/>
                </a:cubicBezTo>
                <a:cubicBezTo>
                  <a:pt x="1536021" y="3612959"/>
                  <a:pt x="1532342" y="3615038"/>
                  <a:pt x="1528336" y="3616225"/>
                </a:cubicBezTo>
                <a:cubicBezTo>
                  <a:pt x="1513912" y="3620457"/>
                  <a:pt x="1498789" y="3612192"/>
                  <a:pt x="1494555" y="3597766"/>
                </a:cubicBezTo>
                <a:cubicBezTo>
                  <a:pt x="1492236" y="3595391"/>
                  <a:pt x="1490376" y="3592595"/>
                  <a:pt x="1489064" y="3589526"/>
                </a:cubicBezTo>
                <a:cubicBezTo>
                  <a:pt x="1483140" y="3575719"/>
                  <a:pt x="1489534" y="3559709"/>
                  <a:pt x="1503351" y="3553796"/>
                </a:cubicBezTo>
                <a:cubicBezTo>
                  <a:pt x="1510259" y="3550827"/>
                  <a:pt x="1517713" y="3550944"/>
                  <a:pt x="1524181" y="3553530"/>
                </a:cubicBezTo>
                <a:close/>
                <a:moveTo>
                  <a:pt x="2259971" y="3540728"/>
                </a:moveTo>
                <a:cubicBezTo>
                  <a:pt x="2272391" y="3545482"/>
                  <a:pt x="2282998" y="3554971"/>
                  <a:pt x="2288847" y="3568073"/>
                </a:cubicBezTo>
                <a:cubicBezTo>
                  <a:pt x="2309362" y="3591432"/>
                  <a:pt x="2309362" y="3626371"/>
                  <a:pt x="2288847" y="3649730"/>
                </a:cubicBezTo>
                <a:cubicBezTo>
                  <a:pt x="2266577" y="3667051"/>
                  <a:pt x="2226986" y="3657153"/>
                  <a:pt x="2217089" y="3624985"/>
                </a:cubicBezTo>
                <a:cubicBezTo>
                  <a:pt x="2196573" y="3601627"/>
                  <a:pt x="2196573" y="3566688"/>
                  <a:pt x="2217089" y="3543329"/>
                </a:cubicBezTo>
                <a:cubicBezTo>
                  <a:pt x="2218113" y="3542785"/>
                  <a:pt x="2219157" y="3542290"/>
                  <a:pt x="2220216" y="3541795"/>
                </a:cubicBezTo>
                <a:cubicBezTo>
                  <a:pt x="2233318" y="3535956"/>
                  <a:pt x="2247551" y="3535974"/>
                  <a:pt x="2259971" y="3540728"/>
                </a:cubicBezTo>
                <a:close/>
                <a:moveTo>
                  <a:pt x="4238698" y="3538689"/>
                </a:moveTo>
                <a:cubicBezTo>
                  <a:pt x="4246740" y="3541473"/>
                  <a:pt x="4253544" y="3548278"/>
                  <a:pt x="4253544" y="3558175"/>
                </a:cubicBezTo>
                <a:cubicBezTo>
                  <a:pt x="4262774" y="3575150"/>
                  <a:pt x="4262774" y="3595638"/>
                  <a:pt x="4253544" y="3612613"/>
                </a:cubicBezTo>
                <a:cubicBezTo>
                  <a:pt x="4243646" y="3624985"/>
                  <a:pt x="4226325" y="3617561"/>
                  <a:pt x="4216428" y="3597766"/>
                </a:cubicBezTo>
                <a:cubicBezTo>
                  <a:pt x="4208015" y="3580594"/>
                  <a:pt x="4208015" y="3560501"/>
                  <a:pt x="4216428" y="3543328"/>
                </a:cubicBezTo>
                <a:cubicBezTo>
                  <a:pt x="4221377" y="3537143"/>
                  <a:pt x="4230656" y="3535906"/>
                  <a:pt x="4238698" y="3538689"/>
                </a:cubicBezTo>
                <a:close/>
                <a:moveTo>
                  <a:pt x="2062183" y="3536099"/>
                </a:moveTo>
                <a:cubicBezTo>
                  <a:pt x="2069252" y="3535919"/>
                  <a:pt x="2076239" y="3537129"/>
                  <a:pt x="2082758" y="3539583"/>
                </a:cubicBezTo>
                <a:cubicBezTo>
                  <a:pt x="2095796" y="3544492"/>
                  <a:pt x="2106961" y="3554377"/>
                  <a:pt x="2113163" y="3568073"/>
                </a:cubicBezTo>
                <a:cubicBezTo>
                  <a:pt x="2135846" y="3593436"/>
                  <a:pt x="2135846" y="3631790"/>
                  <a:pt x="2113163" y="3657153"/>
                </a:cubicBezTo>
                <a:cubicBezTo>
                  <a:pt x="2112777" y="3657351"/>
                  <a:pt x="2112388" y="3657524"/>
                  <a:pt x="2111997" y="3657697"/>
                </a:cubicBezTo>
                <a:cubicBezTo>
                  <a:pt x="2083467" y="3670910"/>
                  <a:pt x="2049646" y="3658464"/>
                  <a:pt x="2036455" y="3629934"/>
                </a:cubicBezTo>
                <a:cubicBezTo>
                  <a:pt x="2015212" y="3604967"/>
                  <a:pt x="2015212" y="3568296"/>
                  <a:pt x="2036455" y="3543329"/>
                </a:cubicBezTo>
                <a:cubicBezTo>
                  <a:pt x="2037970" y="3542463"/>
                  <a:pt x="2039524" y="3541671"/>
                  <a:pt x="2041115" y="3540953"/>
                </a:cubicBezTo>
                <a:cubicBezTo>
                  <a:pt x="2047962" y="3537848"/>
                  <a:pt x="2055114" y="3536278"/>
                  <a:pt x="2062183" y="3536099"/>
                </a:cubicBezTo>
                <a:close/>
                <a:moveTo>
                  <a:pt x="2402010" y="3535088"/>
                </a:moveTo>
                <a:cubicBezTo>
                  <a:pt x="2424965" y="3526255"/>
                  <a:pt x="2450741" y="3537687"/>
                  <a:pt x="2459582" y="3560649"/>
                </a:cubicBezTo>
                <a:cubicBezTo>
                  <a:pt x="2478314" y="3582795"/>
                  <a:pt x="2478314" y="3615210"/>
                  <a:pt x="2459582" y="3637356"/>
                </a:cubicBezTo>
                <a:cubicBezTo>
                  <a:pt x="2458907" y="3637703"/>
                  <a:pt x="2458224" y="3638049"/>
                  <a:pt x="2457531" y="3638346"/>
                </a:cubicBezTo>
                <a:cubicBezTo>
                  <a:pt x="2433908" y="3649135"/>
                  <a:pt x="2406021" y="3638717"/>
                  <a:pt x="2395247" y="3615087"/>
                </a:cubicBezTo>
                <a:cubicBezTo>
                  <a:pt x="2375427" y="3593361"/>
                  <a:pt x="2375427" y="3560105"/>
                  <a:pt x="2395247" y="3538379"/>
                </a:cubicBezTo>
                <a:cubicBezTo>
                  <a:pt x="2397405" y="3537093"/>
                  <a:pt x="2399666" y="3536004"/>
                  <a:pt x="2402010" y="3535088"/>
                </a:cubicBezTo>
                <a:close/>
                <a:moveTo>
                  <a:pt x="919043" y="3523360"/>
                </a:moveTo>
                <a:cubicBezTo>
                  <a:pt x="923520" y="3524257"/>
                  <a:pt x="927659" y="3526861"/>
                  <a:pt x="930390" y="3530956"/>
                </a:cubicBezTo>
                <a:cubicBezTo>
                  <a:pt x="935855" y="3539146"/>
                  <a:pt x="933642" y="3550232"/>
                  <a:pt x="925442" y="3555700"/>
                </a:cubicBezTo>
                <a:cubicBezTo>
                  <a:pt x="917922" y="3558002"/>
                  <a:pt x="909793" y="3554958"/>
                  <a:pt x="905646" y="3548277"/>
                </a:cubicBezTo>
                <a:cubicBezTo>
                  <a:pt x="900243" y="3541844"/>
                  <a:pt x="900243" y="3532441"/>
                  <a:pt x="905646" y="3526007"/>
                </a:cubicBezTo>
                <a:cubicBezTo>
                  <a:pt x="909749" y="3523273"/>
                  <a:pt x="914564" y="3522463"/>
                  <a:pt x="919043" y="3523360"/>
                </a:cubicBezTo>
                <a:close/>
                <a:moveTo>
                  <a:pt x="1889943" y="3516235"/>
                </a:moveTo>
                <a:cubicBezTo>
                  <a:pt x="1917896" y="3515441"/>
                  <a:pt x="1944928" y="3531136"/>
                  <a:pt x="1957273" y="3558175"/>
                </a:cubicBezTo>
                <a:cubicBezTo>
                  <a:pt x="1981458" y="3593634"/>
                  <a:pt x="1975059" y="3641638"/>
                  <a:pt x="1942426" y="3669525"/>
                </a:cubicBezTo>
                <a:cubicBezTo>
                  <a:pt x="1938905" y="3671776"/>
                  <a:pt x="1935189" y="3673706"/>
                  <a:pt x="1931319" y="3675290"/>
                </a:cubicBezTo>
                <a:cubicBezTo>
                  <a:pt x="1895897" y="3689765"/>
                  <a:pt x="1855450" y="3672766"/>
                  <a:pt x="1840975" y="3637357"/>
                </a:cubicBezTo>
                <a:cubicBezTo>
                  <a:pt x="1815552" y="3602195"/>
                  <a:pt x="1822073" y="3553276"/>
                  <a:pt x="1855821" y="3526008"/>
                </a:cubicBezTo>
                <a:cubicBezTo>
                  <a:pt x="1857887" y="3524795"/>
                  <a:pt x="1860016" y="3523706"/>
                  <a:pt x="1862193" y="3522717"/>
                </a:cubicBezTo>
                <a:cubicBezTo>
                  <a:pt x="1871206" y="3518597"/>
                  <a:pt x="1880626" y="3516500"/>
                  <a:pt x="1889943" y="3516235"/>
                </a:cubicBezTo>
                <a:close/>
                <a:moveTo>
                  <a:pt x="1703658" y="3512435"/>
                </a:moveTo>
                <a:cubicBezTo>
                  <a:pt x="1731594" y="3511174"/>
                  <a:pt x="1758888" y="3526410"/>
                  <a:pt x="1771691" y="3553227"/>
                </a:cubicBezTo>
                <a:cubicBezTo>
                  <a:pt x="1796826" y="3587597"/>
                  <a:pt x="1790266" y="3635700"/>
                  <a:pt x="1756844" y="3662102"/>
                </a:cubicBezTo>
                <a:cubicBezTo>
                  <a:pt x="1755102" y="3663166"/>
                  <a:pt x="1753313" y="3664131"/>
                  <a:pt x="1751487" y="3665021"/>
                </a:cubicBezTo>
                <a:cubicBezTo>
                  <a:pt x="1715942" y="3682565"/>
                  <a:pt x="1672919" y="3667941"/>
                  <a:pt x="1655393" y="3632409"/>
                </a:cubicBezTo>
                <a:cubicBezTo>
                  <a:pt x="1655192" y="3632136"/>
                  <a:pt x="1654997" y="3631864"/>
                  <a:pt x="1654799" y="3631592"/>
                </a:cubicBezTo>
                <a:cubicBezTo>
                  <a:pt x="1629223" y="3596133"/>
                  <a:pt x="1637243" y="3546645"/>
                  <a:pt x="1672714" y="3521059"/>
                </a:cubicBezTo>
                <a:cubicBezTo>
                  <a:pt x="1673802" y="3520465"/>
                  <a:pt x="1674906" y="3519896"/>
                  <a:pt x="1676022" y="3519377"/>
                </a:cubicBezTo>
                <a:cubicBezTo>
                  <a:pt x="1684963" y="3515109"/>
                  <a:pt x="1694346" y="3512855"/>
                  <a:pt x="1703658" y="3512435"/>
                </a:cubicBezTo>
                <a:close/>
                <a:moveTo>
                  <a:pt x="1135543" y="3506055"/>
                </a:moveTo>
                <a:cubicBezTo>
                  <a:pt x="1149950" y="3508205"/>
                  <a:pt x="1163534" y="3515850"/>
                  <a:pt x="1172886" y="3528482"/>
                </a:cubicBezTo>
                <a:cubicBezTo>
                  <a:pt x="1173601" y="3529447"/>
                  <a:pt x="1174286" y="3530437"/>
                  <a:pt x="1174937" y="3531452"/>
                </a:cubicBezTo>
                <a:cubicBezTo>
                  <a:pt x="1192002" y="3557854"/>
                  <a:pt x="1184435" y="3593065"/>
                  <a:pt x="1158040" y="3610139"/>
                </a:cubicBezTo>
                <a:cubicBezTo>
                  <a:pt x="1132817" y="3626445"/>
                  <a:pt x="1099268" y="3620333"/>
                  <a:pt x="1081402" y="3596208"/>
                </a:cubicBezTo>
                <a:cubicBezTo>
                  <a:pt x="1062702" y="3570944"/>
                  <a:pt x="1068019" y="3535312"/>
                  <a:pt x="1093280" y="3516605"/>
                </a:cubicBezTo>
                <a:cubicBezTo>
                  <a:pt x="1105913" y="3507252"/>
                  <a:pt x="1121137" y="3503906"/>
                  <a:pt x="1135543" y="3506055"/>
                </a:cubicBezTo>
                <a:close/>
                <a:moveTo>
                  <a:pt x="4326850" y="3505903"/>
                </a:moveTo>
                <a:cubicBezTo>
                  <a:pt x="4333964" y="3508687"/>
                  <a:pt x="4340150" y="3514873"/>
                  <a:pt x="4340150" y="3523533"/>
                </a:cubicBezTo>
                <a:cubicBezTo>
                  <a:pt x="4350889" y="3538280"/>
                  <a:pt x="4350889" y="3558274"/>
                  <a:pt x="4340150" y="3573021"/>
                </a:cubicBezTo>
                <a:cubicBezTo>
                  <a:pt x="4332726" y="3582919"/>
                  <a:pt x="4317880" y="3575496"/>
                  <a:pt x="4307982" y="3558175"/>
                </a:cubicBezTo>
                <a:cubicBezTo>
                  <a:pt x="4299618" y="3542734"/>
                  <a:pt x="4299618" y="3524127"/>
                  <a:pt x="4307982" y="3508686"/>
                </a:cubicBezTo>
                <a:cubicBezTo>
                  <a:pt x="4311694" y="3503737"/>
                  <a:pt x="4319736" y="3503119"/>
                  <a:pt x="4326850" y="3505903"/>
                </a:cubicBezTo>
                <a:close/>
                <a:moveTo>
                  <a:pt x="1320265" y="3499749"/>
                </a:moveTo>
                <a:cubicBezTo>
                  <a:pt x="1346286" y="3498847"/>
                  <a:pt x="1371548" y="3513290"/>
                  <a:pt x="1383206" y="3538380"/>
                </a:cubicBezTo>
                <a:cubicBezTo>
                  <a:pt x="1383223" y="3538405"/>
                  <a:pt x="1383241" y="3538430"/>
                  <a:pt x="1383255" y="3538454"/>
                </a:cubicBezTo>
                <a:cubicBezTo>
                  <a:pt x="1405087" y="3569880"/>
                  <a:pt x="1397310" y="3613059"/>
                  <a:pt x="1365885" y="3634883"/>
                </a:cubicBezTo>
                <a:cubicBezTo>
                  <a:pt x="1334131" y="3649952"/>
                  <a:pt x="1296158" y="3640698"/>
                  <a:pt x="1274913" y="3612687"/>
                </a:cubicBezTo>
                <a:cubicBezTo>
                  <a:pt x="1250138" y="3580025"/>
                  <a:pt x="1256526" y="3533481"/>
                  <a:pt x="1289178" y="3508687"/>
                </a:cubicBezTo>
                <a:cubicBezTo>
                  <a:pt x="1290900" y="3507697"/>
                  <a:pt x="1292664" y="3506782"/>
                  <a:pt x="1294468" y="3505940"/>
                </a:cubicBezTo>
                <a:cubicBezTo>
                  <a:pt x="1302834" y="3502056"/>
                  <a:pt x="1311592" y="3500050"/>
                  <a:pt x="1320265" y="3499749"/>
                </a:cubicBezTo>
                <a:close/>
                <a:moveTo>
                  <a:pt x="4397061" y="3493840"/>
                </a:moveTo>
                <a:cubicBezTo>
                  <a:pt x="4411907" y="3493840"/>
                  <a:pt x="4411907" y="3493840"/>
                  <a:pt x="4411907" y="3493840"/>
                </a:cubicBezTo>
                <a:cubicBezTo>
                  <a:pt x="4414183" y="3500249"/>
                  <a:pt x="4414183" y="3507227"/>
                  <a:pt x="4411907" y="3513635"/>
                </a:cubicBezTo>
                <a:cubicBezTo>
                  <a:pt x="4406958" y="3518584"/>
                  <a:pt x="4397061" y="3521059"/>
                  <a:pt x="4397061" y="3513635"/>
                </a:cubicBezTo>
                <a:cubicBezTo>
                  <a:pt x="4397061" y="3506212"/>
                  <a:pt x="4382214" y="3493840"/>
                  <a:pt x="4397061" y="3493840"/>
                </a:cubicBezTo>
                <a:close/>
                <a:moveTo>
                  <a:pt x="4746265" y="3489820"/>
                </a:moveTo>
                <a:cubicBezTo>
                  <a:pt x="4752761" y="3491985"/>
                  <a:pt x="4758328" y="3497553"/>
                  <a:pt x="4758328" y="3506213"/>
                </a:cubicBezTo>
                <a:cubicBezTo>
                  <a:pt x="4758328" y="3523534"/>
                  <a:pt x="4758328" y="3553227"/>
                  <a:pt x="4758328" y="3553227"/>
                </a:cubicBezTo>
                <a:cubicBezTo>
                  <a:pt x="4750905" y="3563124"/>
                  <a:pt x="4738532" y="3555701"/>
                  <a:pt x="4728635" y="3538380"/>
                </a:cubicBezTo>
                <a:cubicBezTo>
                  <a:pt x="4721954" y="3524276"/>
                  <a:pt x="4721954" y="3507945"/>
                  <a:pt x="4728635" y="3493841"/>
                </a:cubicBezTo>
                <a:cubicBezTo>
                  <a:pt x="4732347" y="3488892"/>
                  <a:pt x="4739770" y="3487655"/>
                  <a:pt x="4746265" y="3489820"/>
                </a:cubicBezTo>
                <a:close/>
                <a:moveTo>
                  <a:pt x="4164774" y="3466003"/>
                </a:moveTo>
                <a:cubicBezTo>
                  <a:pt x="4171269" y="3467859"/>
                  <a:pt x="4176836" y="3472808"/>
                  <a:pt x="4176836" y="3481468"/>
                </a:cubicBezTo>
                <a:cubicBezTo>
                  <a:pt x="4176836" y="3498789"/>
                  <a:pt x="4176836" y="3526008"/>
                  <a:pt x="4176836" y="3526008"/>
                </a:cubicBezTo>
                <a:cubicBezTo>
                  <a:pt x="4169413" y="3535905"/>
                  <a:pt x="4154567" y="3528482"/>
                  <a:pt x="4147143" y="3513635"/>
                </a:cubicBezTo>
                <a:cubicBezTo>
                  <a:pt x="4138631" y="3500001"/>
                  <a:pt x="4138631" y="3482730"/>
                  <a:pt x="4147143" y="3469096"/>
                </a:cubicBezTo>
                <a:cubicBezTo>
                  <a:pt x="4150855" y="3465384"/>
                  <a:pt x="4158279" y="3464147"/>
                  <a:pt x="4164774" y="3466003"/>
                </a:cubicBezTo>
                <a:close/>
                <a:moveTo>
                  <a:pt x="4471293" y="3444351"/>
                </a:moveTo>
                <a:lnTo>
                  <a:pt x="4483666" y="3444351"/>
                </a:lnTo>
                <a:cubicBezTo>
                  <a:pt x="4487204" y="3450488"/>
                  <a:pt x="4487204" y="3458010"/>
                  <a:pt x="4483666" y="3464146"/>
                </a:cubicBezTo>
                <a:cubicBezTo>
                  <a:pt x="4481191" y="3464146"/>
                  <a:pt x="4471293" y="3461672"/>
                  <a:pt x="4471293" y="3461672"/>
                </a:cubicBezTo>
                <a:cubicBezTo>
                  <a:pt x="4468968" y="3456129"/>
                  <a:pt x="4468968" y="3449894"/>
                  <a:pt x="4471293" y="3444351"/>
                </a:cubicBezTo>
                <a:close/>
                <a:moveTo>
                  <a:pt x="4798537" y="3439403"/>
                </a:moveTo>
                <a:cubicBezTo>
                  <a:pt x="4804723" y="3442496"/>
                  <a:pt x="4811528" y="3449301"/>
                  <a:pt x="4817714" y="3459198"/>
                </a:cubicBezTo>
                <a:cubicBezTo>
                  <a:pt x="4826943" y="3476173"/>
                  <a:pt x="4826943" y="3496661"/>
                  <a:pt x="4817714" y="3513635"/>
                </a:cubicBezTo>
                <a:cubicBezTo>
                  <a:pt x="4810291" y="3526008"/>
                  <a:pt x="4795444" y="3518584"/>
                  <a:pt x="4783072" y="3498789"/>
                </a:cubicBezTo>
                <a:cubicBezTo>
                  <a:pt x="4773817" y="3480948"/>
                  <a:pt x="4773817" y="3459718"/>
                  <a:pt x="4783072" y="3441877"/>
                </a:cubicBezTo>
                <a:cubicBezTo>
                  <a:pt x="4786784" y="3436928"/>
                  <a:pt x="4792351" y="3436310"/>
                  <a:pt x="4798537" y="3439403"/>
                </a:cubicBezTo>
                <a:close/>
                <a:moveTo>
                  <a:pt x="4256328" y="3431052"/>
                </a:moveTo>
                <a:cubicBezTo>
                  <a:pt x="4262823" y="3433835"/>
                  <a:pt x="4268390" y="3439403"/>
                  <a:pt x="4268390" y="3446826"/>
                </a:cubicBezTo>
                <a:cubicBezTo>
                  <a:pt x="4268390" y="3461672"/>
                  <a:pt x="4268390" y="3491365"/>
                  <a:pt x="4268390" y="3491365"/>
                </a:cubicBezTo>
                <a:cubicBezTo>
                  <a:pt x="4260967" y="3501263"/>
                  <a:pt x="4246121" y="3493840"/>
                  <a:pt x="4238697" y="3478993"/>
                </a:cubicBezTo>
                <a:cubicBezTo>
                  <a:pt x="4230309" y="3464444"/>
                  <a:pt x="4230309" y="3446529"/>
                  <a:pt x="4238697" y="3431979"/>
                </a:cubicBezTo>
                <a:cubicBezTo>
                  <a:pt x="4242409" y="3428268"/>
                  <a:pt x="4249832" y="3428268"/>
                  <a:pt x="4256328" y="3431052"/>
                </a:cubicBezTo>
                <a:close/>
                <a:moveTo>
                  <a:pt x="2299982" y="3418370"/>
                </a:moveTo>
                <a:cubicBezTo>
                  <a:pt x="2306168" y="3418989"/>
                  <a:pt x="2311117" y="3423319"/>
                  <a:pt x="2311117" y="3429505"/>
                </a:cubicBezTo>
                <a:cubicBezTo>
                  <a:pt x="2319414" y="3439551"/>
                  <a:pt x="2319414" y="3454101"/>
                  <a:pt x="2311117" y="3464147"/>
                </a:cubicBezTo>
                <a:cubicBezTo>
                  <a:pt x="2302043" y="3471051"/>
                  <a:pt x="2289231" y="3469962"/>
                  <a:pt x="2281424" y="3461673"/>
                </a:cubicBezTo>
                <a:cubicBezTo>
                  <a:pt x="2281424" y="3449301"/>
                  <a:pt x="2271526" y="3446826"/>
                  <a:pt x="2281424" y="3429505"/>
                </a:cubicBezTo>
                <a:cubicBezTo>
                  <a:pt x="2286373" y="3420845"/>
                  <a:pt x="2293796" y="3417752"/>
                  <a:pt x="2299982" y="3418370"/>
                </a:cubicBezTo>
                <a:close/>
                <a:moveTo>
                  <a:pt x="2125225" y="3404761"/>
                </a:moveTo>
                <a:cubicBezTo>
                  <a:pt x="2133576" y="3407854"/>
                  <a:pt x="2141618" y="3414659"/>
                  <a:pt x="2147804" y="3424556"/>
                </a:cubicBezTo>
                <a:cubicBezTo>
                  <a:pt x="2160760" y="3439452"/>
                  <a:pt x="2160760" y="3461623"/>
                  <a:pt x="2147804" y="3476519"/>
                </a:cubicBezTo>
                <a:cubicBezTo>
                  <a:pt x="2132957" y="3486417"/>
                  <a:pt x="2113162" y="3478994"/>
                  <a:pt x="2100790" y="3459198"/>
                </a:cubicBezTo>
                <a:cubicBezTo>
                  <a:pt x="2086643" y="3444772"/>
                  <a:pt x="2086643" y="3421661"/>
                  <a:pt x="2100790" y="3407235"/>
                </a:cubicBezTo>
                <a:cubicBezTo>
                  <a:pt x="2108213" y="3402286"/>
                  <a:pt x="2116874" y="3401668"/>
                  <a:pt x="2125225" y="3404761"/>
                </a:cubicBezTo>
                <a:close/>
                <a:moveTo>
                  <a:pt x="4538723" y="3397453"/>
                </a:moveTo>
                <a:cubicBezTo>
                  <a:pt x="4545682" y="3395017"/>
                  <a:pt x="4555424" y="3404760"/>
                  <a:pt x="4555424" y="3404760"/>
                </a:cubicBezTo>
                <a:cubicBezTo>
                  <a:pt x="4561734" y="3414559"/>
                  <a:pt x="4561734" y="3427129"/>
                  <a:pt x="4555424" y="3436928"/>
                </a:cubicBezTo>
                <a:cubicBezTo>
                  <a:pt x="4552950" y="3441877"/>
                  <a:pt x="4533155" y="3449300"/>
                  <a:pt x="4533155" y="3436928"/>
                </a:cubicBezTo>
                <a:cubicBezTo>
                  <a:pt x="4533155" y="3424556"/>
                  <a:pt x="4528206" y="3422081"/>
                  <a:pt x="4533155" y="3404760"/>
                </a:cubicBezTo>
                <a:cubicBezTo>
                  <a:pt x="4534392" y="3400430"/>
                  <a:pt x="4536403" y="3398265"/>
                  <a:pt x="4538723" y="3397453"/>
                </a:cubicBezTo>
                <a:close/>
                <a:moveTo>
                  <a:pt x="1952234" y="3383465"/>
                </a:moveTo>
                <a:cubicBezTo>
                  <a:pt x="1964029" y="3388077"/>
                  <a:pt x="1974064" y="3397189"/>
                  <a:pt x="1979543" y="3409709"/>
                </a:cubicBezTo>
                <a:cubicBezTo>
                  <a:pt x="1999029" y="3430618"/>
                  <a:pt x="1999029" y="3463033"/>
                  <a:pt x="1979543" y="3483942"/>
                </a:cubicBezTo>
                <a:cubicBezTo>
                  <a:pt x="1954220" y="3493444"/>
                  <a:pt x="1925764" y="3482903"/>
                  <a:pt x="1912734" y="3459198"/>
                </a:cubicBezTo>
                <a:cubicBezTo>
                  <a:pt x="1893247" y="3438289"/>
                  <a:pt x="1893247" y="3405874"/>
                  <a:pt x="1912734" y="3384965"/>
                </a:cubicBezTo>
                <a:cubicBezTo>
                  <a:pt x="1913273" y="3384717"/>
                  <a:pt x="1913815" y="3384445"/>
                  <a:pt x="1914364" y="3384223"/>
                </a:cubicBezTo>
                <a:cubicBezTo>
                  <a:pt x="1926884" y="3378742"/>
                  <a:pt x="1940439" y="3378853"/>
                  <a:pt x="1952234" y="3383465"/>
                </a:cubicBezTo>
                <a:close/>
                <a:moveTo>
                  <a:pt x="4326154" y="3377233"/>
                </a:moveTo>
                <a:cubicBezTo>
                  <a:pt x="4339376" y="3375841"/>
                  <a:pt x="4357470" y="3385584"/>
                  <a:pt x="4357470" y="3402286"/>
                </a:cubicBezTo>
                <a:cubicBezTo>
                  <a:pt x="4369050" y="3421290"/>
                  <a:pt x="4369050" y="3445143"/>
                  <a:pt x="4357470" y="3464147"/>
                </a:cubicBezTo>
                <a:cubicBezTo>
                  <a:pt x="4347572" y="3464147"/>
                  <a:pt x="4315405" y="3466621"/>
                  <a:pt x="4315405" y="3444351"/>
                </a:cubicBezTo>
                <a:cubicBezTo>
                  <a:pt x="4315405" y="3422082"/>
                  <a:pt x="4305507" y="3394863"/>
                  <a:pt x="4315405" y="3382491"/>
                </a:cubicBezTo>
                <a:cubicBezTo>
                  <a:pt x="4317880" y="3379398"/>
                  <a:pt x="4321746" y="3377697"/>
                  <a:pt x="4326154" y="3377233"/>
                </a:cubicBezTo>
                <a:close/>
                <a:moveTo>
                  <a:pt x="4736367" y="3370738"/>
                </a:moveTo>
                <a:cubicBezTo>
                  <a:pt x="4742862" y="3373212"/>
                  <a:pt x="4748429" y="3378780"/>
                  <a:pt x="4748429" y="3387440"/>
                </a:cubicBezTo>
                <a:cubicBezTo>
                  <a:pt x="4748429" y="3404761"/>
                  <a:pt x="4748429" y="3434454"/>
                  <a:pt x="4748429" y="3434454"/>
                </a:cubicBezTo>
                <a:cubicBezTo>
                  <a:pt x="4741006" y="3444352"/>
                  <a:pt x="4718736" y="3436929"/>
                  <a:pt x="4718736" y="3419608"/>
                </a:cubicBezTo>
                <a:cubicBezTo>
                  <a:pt x="4718736" y="3402287"/>
                  <a:pt x="4711313" y="3380017"/>
                  <a:pt x="4718736" y="3372593"/>
                </a:cubicBezTo>
                <a:cubicBezTo>
                  <a:pt x="4722448" y="3368882"/>
                  <a:pt x="4729871" y="3368263"/>
                  <a:pt x="4736367" y="3370738"/>
                </a:cubicBezTo>
                <a:close/>
                <a:moveTo>
                  <a:pt x="1570461" y="3368262"/>
                </a:moveTo>
                <a:cubicBezTo>
                  <a:pt x="1589645" y="3361037"/>
                  <a:pt x="1611052" y="3370737"/>
                  <a:pt x="1618277" y="3389914"/>
                </a:cubicBezTo>
                <a:cubicBezTo>
                  <a:pt x="1618962" y="3390557"/>
                  <a:pt x="1619625" y="3391200"/>
                  <a:pt x="1620261" y="3391893"/>
                </a:cubicBezTo>
                <a:cubicBezTo>
                  <a:pt x="1634197" y="3406938"/>
                  <a:pt x="1633309" y="3430420"/>
                  <a:pt x="1618277" y="3444351"/>
                </a:cubicBezTo>
                <a:cubicBezTo>
                  <a:pt x="1599112" y="3453432"/>
                  <a:pt x="1576202" y="3445786"/>
                  <a:pt x="1566314" y="3427030"/>
                </a:cubicBezTo>
                <a:cubicBezTo>
                  <a:pt x="1551534" y="3410946"/>
                  <a:pt x="1551534" y="3386202"/>
                  <a:pt x="1566314" y="3370118"/>
                </a:cubicBezTo>
                <a:cubicBezTo>
                  <a:pt x="1567658" y="3369425"/>
                  <a:pt x="1569043" y="3368782"/>
                  <a:pt x="1570461" y="3368262"/>
                </a:cubicBezTo>
                <a:close/>
                <a:moveTo>
                  <a:pt x="4410052" y="3364242"/>
                </a:moveTo>
                <a:cubicBezTo>
                  <a:pt x="4413763" y="3364551"/>
                  <a:pt x="4416856" y="3367644"/>
                  <a:pt x="4416856" y="3372593"/>
                </a:cubicBezTo>
                <a:cubicBezTo>
                  <a:pt x="4416856" y="3382491"/>
                  <a:pt x="4416856" y="3397337"/>
                  <a:pt x="4416856" y="3397337"/>
                </a:cubicBezTo>
                <a:cubicBezTo>
                  <a:pt x="4411908" y="3402286"/>
                  <a:pt x="4399536" y="3409709"/>
                  <a:pt x="4399536" y="3399811"/>
                </a:cubicBezTo>
                <a:cubicBezTo>
                  <a:pt x="4399536" y="3389914"/>
                  <a:pt x="4394587" y="3384965"/>
                  <a:pt x="4399536" y="3372593"/>
                </a:cubicBezTo>
                <a:cubicBezTo>
                  <a:pt x="4402010" y="3366407"/>
                  <a:pt x="4406340" y="3363933"/>
                  <a:pt x="4410052" y="3364242"/>
                </a:cubicBezTo>
                <a:close/>
                <a:moveTo>
                  <a:pt x="1405648" y="3359710"/>
                </a:moveTo>
                <a:cubicBezTo>
                  <a:pt x="1413542" y="3362342"/>
                  <a:pt x="1420555" y="3367619"/>
                  <a:pt x="1425271" y="3375067"/>
                </a:cubicBezTo>
                <a:cubicBezTo>
                  <a:pt x="1437212" y="3387513"/>
                  <a:pt x="1437212" y="3407160"/>
                  <a:pt x="1425271" y="3419607"/>
                </a:cubicBezTo>
                <a:cubicBezTo>
                  <a:pt x="1423190" y="3420992"/>
                  <a:pt x="1420941" y="3422131"/>
                  <a:pt x="1418578" y="3422947"/>
                </a:cubicBezTo>
                <a:cubicBezTo>
                  <a:pt x="1403103" y="3428391"/>
                  <a:pt x="1386158" y="3420226"/>
                  <a:pt x="1380731" y="3404760"/>
                </a:cubicBezTo>
                <a:cubicBezTo>
                  <a:pt x="1368790" y="3392314"/>
                  <a:pt x="1368790" y="3372667"/>
                  <a:pt x="1380731" y="3360221"/>
                </a:cubicBezTo>
                <a:cubicBezTo>
                  <a:pt x="1388976" y="3357091"/>
                  <a:pt x="1397753" y="3357078"/>
                  <a:pt x="1405648" y="3359710"/>
                </a:cubicBezTo>
                <a:close/>
                <a:moveTo>
                  <a:pt x="4196014" y="3357128"/>
                </a:moveTo>
                <a:cubicBezTo>
                  <a:pt x="4201581" y="3357746"/>
                  <a:pt x="4206530" y="3362695"/>
                  <a:pt x="4206530" y="3370118"/>
                </a:cubicBezTo>
                <a:cubicBezTo>
                  <a:pt x="4213706" y="3381451"/>
                  <a:pt x="4213706" y="3395902"/>
                  <a:pt x="4206530" y="3407235"/>
                </a:cubicBezTo>
                <a:cubicBezTo>
                  <a:pt x="4186735" y="3414658"/>
                  <a:pt x="4181786" y="3419607"/>
                  <a:pt x="4181786" y="3407235"/>
                </a:cubicBezTo>
                <a:cubicBezTo>
                  <a:pt x="4181786" y="3394863"/>
                  <a:pt x="4176837" y="3389914"/>
                  <a:pt x="4181786" y="3370118"/>
                </a:cubicBezTo>
                <a:cubicBezTo>
                  <a:pt x="4184261" y="3360221"/>
                  <a:pt x="4190447" y="3356509"/>
                  <a:pt x="4196014" y="3357128"/>
                </a:cubicBezTo>
                <a:close/>
                <a:moveTo>
                  <a:pt x="4603715" y="3356433"/>
                </a:moveTo>
                <a:cubicBezTo>
                  <a:pt x="4608934" y="3354345"/>
                  <a:pt x="4617285" y="3362696"/>
                  <a:pt x="4617285" y="3362696"/>
                </a:cubicBezTo>
                <a:cubicBezTo>
                  <a:pt x="4620502" y="3371480"/>
                  <a:pt x="4620502" y="3381130"/>
                  <a:pt x="4617285" y="3389914"/>
                </a:cubicBezTo>
                <a:cubicBezTo>
                  <a:pt x="4612336" y="3394863"/>
                  <a:pt x="4604913" y="3392389"/>
                  <a:pt x="4599964" y="3389914"/>
                </a:cubicBezTo>
                <a:cubicBezTo>
                  <a:pt x="4595115" y="3381501"/>
                  <a:pt x="4595115" y="3371108"/>
                  <a:pt x="4599964" y="3362696"/>
                </a:cubicBezTo>
                <a:cubicBezTo>
                  <a:pt x="4600583" y="3358984"/>
                  <a:pt x="4601975" y="3357128"/>
                  <a:pt x="4603715" y="3356433"/>
                </a:cubicBezTo>
                <a:close/>
                <a:moveTo>
                  <a:pt x="1763320" y="3337248"/>
                </a:moveTo>
                <a:cubicBezTo>
                  <a:pt x="1794938" y="3335515"/>
                  <a:pt x="1826019" y="3352370"/>
                  <a:pt x="1840975" y="3382490"/>
                </a:cubicBezTo>
                <a:cubicBezTo>
                  <a:pt x="1866434" y="3419829"/>
                  <a:pt x="1858890" y="3470481"/>
                  <a:pt x="1823654" y="3498789"/>
                </a:cubicBezTo>
                <a:cubicBezTo>
                  <a:pt x="1823181" y="3499036"/>
                  <a:pt x="1822704" y="3499283"/>
                  <a:pt x="1822226" y="3499531"/>
                </a:cubicBezTo>
                <a:cubicBezTo>
                  <a:pt x="1782099" y="3520118"/>
                  <a:pt x="1732885" y="3504282"/>
                  <a:pt x="1712305" y="3464147"/>
                </a:cubicBezTo>
                <a:cubicBezTo>
                  <a:pt x="1685799" y="3425694"/>
                  <a:pt x="1694556" y="3373162"/>
                  <a:pt x="1732100" y="3345374"/>
                </a:cubicBezTo>
                <a:cubicBezTo>
                  <a:pt x="1742182" y="3340469"/>
                  <a:pt x="1752781" y="3337826"/>
                  <a:pt x="1763320" y="3337248"/>
                </a:cubicBezTo>
                <a:close/>
                <a:moveTo>
                  <a:pt x="1211480" y="3330246"/>
                </a:moveTo>
                <a:cubicBezTo>
                  <a:pt x="1222000" y="3333157"/>
                  <a:pt x="1231415" y="3340079"/>
                  <a:pt x="1237221" y="3350323"/>
                </a:cubicBezTo>
                <a:cubicBezTo>
                  <a:pt x="1238060" y="3351090"/>
                  <a:pt x="1238869" y="3351907"/>
                  <a:pt x="1239642" y="3352748"/>
                </a:cubicBezTo>
                <a:cubicBezTo>
                  <a:pt x="1255388" y="3369822"/>
                  <a:pt x="1254304" y="3396447"/>
                  <a:pt x="1237221" y="3412184"/>
                </a:cubicBezTo>
                <a:cubicBezTo>
                  <a:pt x="1234463" y="3414188"/>
                  <a:pt x="1231506" y="3415896"/>
                  <a:pt x="1228399" y="3417306"/>
                </a:cubicBezTo>
                <a:cubicBezTo>
                  <a:pt x="1203455" y="3428490"/>
                  <a:pt x="1174171" y="3417331"/>
                  <a:pt x="1162988" y="3392388"/>
                </a:cubicBezTo>
                <a:cubicBezTo>
                  <a:pt x="1151375" y="3371900"/>
                  <a:pt x="1158575" y="3345845"/>
                  <a:pt x="1179072" y="3334239"/>
                </a:cubicBezTo>
                <a:cubicBezTo>
                  <a:pt x="1189322" y="3328437"/>
                  <a:pt x="1200955" y="3327336"/>
                  <a:pt x="1211480" y="3330246"/>
                </a:cubicBezTo>
                <a:close/>
                <a:moveTo>
                  <a:pt x="4472183" y="3325309"/>
                </a:moveTo>
                <a:cubicBezTo>
                  <a:pt x="4473691" y="3324729"/>
                  <a:pt x="4475469" y="3325115"/>
                  <a:pt x="4477171" y="3325889"/>
                </a:cubicBezTo>
                <a:cubicBezTo>
                  <a:pt x="4480573" y="3327435"/>
                  <a:pt x="4483666" y="3330528"/>
                  <a:pt x="4483666" y="3330528"/>
                </a:cubicBezTo>
                <a:cubicBezTo>
                  <a:pt x="4487204" y="3337530"/>
                  <a:pt x="4487204" y="3345795"/>
                  <a:pt x="4483666" y="3352798"/>
                </a:cubicBezTo>
                <a:cubicBezTo>
                  <a:pt x="4478717" y="3357746"/>
                  <a:pt x="4468819" y="3360221"/>
                  <a:pt x="4468819" y="3352798"/>
                </a:cubicBezTo>
                <a:cubicBezTo>
                  <a:pt x="4468819" y="3345374"/>
                  <a:pt x="4466344" y="3342900"/>
                  <a:pt x="4468819" y="3330528"/>
                </a:cubicBezTo>
                <a:cubicBezTo>
                  <a:pt x="4469438" y="3327435"/>
                  <a:pt x="4470675" y="3325889"/>
                  <a:pt x="4472183" y="3325309"/>
                </a:cubicBezTo>
                <a:close/>
                <a:moveTo>
                  <a:pt x="4266535" y="3315063"/>
                </a:moveTo>
                <a:cubicBezTo>
                  <a:pt x="4272721" y="3315681"/>
                  <a:pt x="4278288" y="3320630"/>
                  <a:pt x="4278288" y="3328053"/>
                </a:cubicBezTo>
                <a:cubicBezTo>
                  <a:pt x="4285315" y="3341193"/>
                  <a:pt x="4285315" y="3356980"/>
                  <a:pt x="4278288" y="3370119"/>
                </a:cubicBezTo>
                <a:cubicBezTo>
                  <a:pt x="4270865" y="3377542"/>
                  <a:pt x="4251070" y="3380016"/>
                  <a:pt x="4251070" y="3367644"/>
                </a:cubicBezTo>
                <a:cubicBezTo>
                  <a:pt x="4251070" y="3355272"/>
                  <a:pt x="4246121" y="3347849"/>
                  <a:pt x="4251070" y="3328053"/>
                </a:cubicBezTo>
                <a:cubicBezTo>
                  <a:pt x="4253545" y="3318156"/>
                  <a:pt x="4260349" y="3314444"/>
                  <a:pt x="4266535" y="3315063"/>
                </a:cubicBezTo>
                <a:close/>
                <a:moveTo>
                  <a:pt x="1028410" y="3301716"/>
                </a:moveTo>
                <a:cubicBezTo>
                  <a:pt x="1040896" y="3305282"/>
                  <a:pt x="1052051" y="3313504"/>
                  <a:pt x="1059064" y="3325579"/>
                </a:cubicBezTo>
                <a:cubicBezTo>
                  <a:pt x="1072791" y="3348245"/>
                  <a:pt x="1066246" y="3377691"/>
                  <a:pt x="1044215" y="3392389"/>
                </a:cubicBezTo>
                <a:cubicBezTo>
                  <a:pt x="1019554" y="3405478"/>
                  <a:pt x="988961" y="3396744"/>
                  <a:pt x="974931" y="3372593"/>
                </a:cubicBezTo>
                <a:cubicBezTo>
                  <a:pt x="973282" y="3370465"/>
                  <a:pt x="971829" y="3368189"/>
                  <a:pt x="970596" y="3365788"/>
                </a:cubicBezTo>
                <a:cubicBezTo>
                  <a:pt x="959325" y="3343915"/>
                  <a:pt x="967916" y="3317042"/>
                  <a:pt x="989779" y="3305783"/>
                </a:cubicBezTo>
                <a:cubicBezTo>
                  <a:pt x="1002109" y="3299239"/>
                  <a:pt x="1015925" y="3298150"/>
                  <a:pt x="1028410" y="3301716"/>
                </a:cubicBezTo>
                <a:close/>
                <a:moveTo>
                  <a:pt x="4668320" y="3292174"/>
                </a:moveTo>
                <a:cubicBezTo>
                  <a:pt x="4675434" y="3294649"/>
                  <a:pt x="4681620" y="3300835"/>
                  <a:pt x="4681620" y="3310733"/>
                </a:cubicBezTo>
                <a:cubicBezTo>
                  <a:pt x="4681620" y="3330528"/>
                  <a:pt x="4681620" y="3360221"/>
                  <a:pt x="4681620" y="3360221"/>
                </a:cubicBezTo>
                <a:cubicBezTo>
                  <a:pt x="4674196" y="3370119"/>
                  <a:pt x="4649452" y="3362696"/>
                  <a:pt x="4649452" y="3345375"/>
                </a:cubicBezTo>
                <a:cubicBezTo>
                  <a:pt x="4649452" y="3328053"/>
                  <a:pt x="4642029" y="3305784"/>
                  <a:pt x="4649452" y="3295886"/>
                </a:cubicBezTo>
                <a:cubicBezTo>
                  <a:pt x="4653164" y="3290937"/>
                  <a:pt x="4661206" y="3289700"/>
                  <a:pt x="4668320" y="3292174"/>
                </a:cubicBezTo>
                <a:close/>
                <a:moveTo>
                  <a:pt x="809812" y="3287241"/>
                </a:moveTo>
                <a:cubicBezTo>
                  <a:pt x="819481" y="3290318"/>
                  <a:pt x="828105" y="3296690"/>
                  <a:pt x="833886" y="3305783"/>
                </a:cubicBezTo>
                <a:cubicBezTo>
                  <a:pt x="847211" y="3321471"/>
                  <a:pt x="847211" y="3344533"/>
                  <a:pt x="833886" y="3360221"/>
                </a:cubicBezTo>
                <a:cubicBezTo>
                  <a:pt x="830554" y="3362942"/>
                  <a:pt x="826843" y="3365170"/>
                  <a:pt x="822869" y="3366827"/>
                </a:cubicBezTo>
                <a:cubicBezTo>
                  <a:pt x="800172" y="3376305"/>
                  <a:pt x="774081" y="3365590"/>
                  <a:pt x="764602" y="3342900"/>
                </a:cubicBezTo>
                <a:cubicBezTo>
                  <a:pt x="763518" y="3341291"/>
                  <a:pt x="762555" y="3339609"/>
                  <a:pt x="761730" y="3337877"/>
                </a:cubicBezTo>
                <a:cubicBezTo>
                  <a:pt x="752977" y="3319343"/>
                  <a:pt x="760911" y="3297222"/>
                  <a:pt x="779451" y="3288462"/>
                </a:cubicBezTo>
                <a:cubicBezTo>
                  <a:pt x="789424" y="3284380"/>
                  <a:pt x="800140" y="3284163"/>
                  <a:pt x="809812" y="3287241"/>
                </a:cubicBezTo>
                <a:close/>
                <a:moveTo>
                  <a:pt x="4340768" y="3276399"/>
                </a:moveTo>
                <a:cubicBezTo>
                  <a:pt x="4345716" y="3278565"/>
                  <a:pt x="4350046" y="3283514"/>
                  <a:pt x="4350046" y="3290937"/>
                </a:cubicBezTo>
                <a:cubicBezTo>
                  <a:pt x="4356802" y="3301502"/>
                  <a:pt x="4356802" y="3315013"/>
                  <a:pt x="4350046" y="3325579"/>
                </a:cubicBezTo>
                <a:cubicBezTo>
                  <a:pt x="4345097" y="3330528"/>
                  <a:pt x="4327777" y="3325579"/>
                  <a:pt x="4327777" y="3313207"/>
                </a:cubicBezTo>
                <a:cubicBezTo>
                  <a:pt x="4327777" y="3300834"/>
                  <a:pt x="4322828" y="3285988"/>
                  <a:pt x="4327777" y="3278564"/>
                </a:cubicBezTo>
                <a:cubicBezTo>
                  <a:pt x="4330252" y="3274853"/>
                  <a:pt x="4335819" y="3274234"/>
                  <a:pt x="4340768" y="3276399"/>
                </a:cubicBezTo>
                <a:close/>
                <a:moveTo>
                  <a:pt x="4532073" y="3272688"/>
                </a:moveTo>
                <a:cubicBezTo>
                  <a:pt x="4540423" y="3269904"/>
                  <a:pt x="4552950" y="3281039"/>
                  <a:pt x="4552950" y="3281039"/>
                </a:cubicBezTo>
                <a:cubicBezTo>
                  <a:pt x="4558765" y="3293584"/>
                  <a:pt x="4558765" y="3308084"/>
                  <a:pt x="4552950" y="3320630"/>
                </a:cubicBezTo>
                <a:cubicBezTo>
                  <a:pt x="4545527" y="3328053"/>
                  <a:pt x="4525732" y="3335476"/>
                  <a:pt x="4525732" y="3320630"/>
                </a:cubicBezTo>
                <a:cubicBezTo>
                  <a:pt x="4525732" y="3305783"/>
                  <a:pt x="4520783" y="3300834"/>
                  <a:pt x="4525732" y="3281039"/>
                </a:cubicBezTo>
                <a:cubicBezTo>
                  <a:pt x="4526969" y="3276090"/>
                  <a:pt x="4529289" y="3273616"/>
                  <a:pt x="4532073" y="3272688"/>
                </a:cubicBezTo>
                <a:close/>
                <a:moveTo>
                  <a:pt x="4719355" y="3255367"/>
                </a:moveTo>
                <a:cubicBezTo>
                  <a:pt x="4725541" y="3258151"/>
                  <a:pt x="4731108" y="3263719"/>
                  <a:pt x="4731108" y="3271142"/>
                </a:cubicBezTo>
                <a:cubicBezTo>
                  <a:pt x="4731108" y="3285988"/>
                  <a:pt x="4731108" y="3313207"/>
                  <a:pt x="4731108" y="3313207"/>
                </a:cubicBezTo>
                <a:cubicBezTo>
                  <a:pt x="4726159" y="3323105"/>
                  <a:pt x="4703890" y="3318156"/>
                  <a:pt x="4703890" y="3300835"/>
                </a:cubicBezTo>
                <a:cubicBezTo>
                  <a:pt x="4703890" y="3283514"/>
                  <a:pt x="4698941" y="3263718"/>
                  <a:pt x="4703890" y="3256295"/>
                </a:cubicBezTo>
                <a:cubicBezTo>
                  <a:pt x="4706365" y="3252584"/>
                  <a:pt x="4713169" y="3252584"/>
                  <a:pt x="4719355" y="3255367"/>
                </a:cubicBezTo>
                <a:close/>
                <a:moveTo>
                  <a:pt x="1983690" y="3237119"/>
                </a:moveTo>
                <a:cubicBezTo>
                  <a:pt x="2002874" y="3229893"/>
                  <a:pt x="2024281" y="3239593"/>
                  <a:pt x="2031506" y="3258770"/>
                </a:cubicBezTo>
                <a:cubicBezTo>
                  <a:pt x="2045652" y="3273196"/>
                  <a:pt x="2045652" y="3296307"/>
                  <a:pt x="2031506" y="3310733"/>
                </a:cubicBezTo>
                <a:cubicBezTo>
                  <a:pt x="2030543" y="3311277"/>
                  <a:pt x="2029559" y="3311772"/>
                  <a:pt x="2028552" y="3312217"/>
                </a:cubicBezTo>
                <a:cubicBezTo>
                  <a:pt x="2009828" y="3320556"/>
                  <a:pt x="1987887" y="3312143"/>
                  <a:pt x="1979543" y="3293412"/>
                </a:cubicBezTo>
                <a:cubicBezTo>
                  <a:pt x="1978858" y="3292768"/>
                  <a:pt x="1978195" y="3292125"/>
                  <a:pt x="1977559" y="3291432"/>
                </a:cubicBezTo>
                <a:cubicBezTo>
                  <a:pt x="1963623" y="3276388"/>
                  <a:pt x="1964511" y="3252905"/>
                  <a:pt x="1979543" y="3238974"/>
                </a:cubicBezTo>
                <a:cubicBezTo>
                  <a:pt x="1980887" y="3238281"/>
                  <a:pt x="1982272" y="3237638"/>
                  <a:pt x="1983690" y="3237119"/>
                </a:cubicBezTo>
                <a:close/>
                <a:moveTo>
                  <a:pt x="4406340" y="3234334"/>
                </a:moveTo>
                <a:cubicBezTo>
                  <a:pt x="4411907" y="3236500"/>
                  <a:pt x="4416856" y="3241449"/>
                  <a:pt x="4416856" y="3248872"/>
                </a:cubicBezTo>
                <a:cubicBezTo>
                  <a:pt x="4423042" y="3259586"/>
                  <a:pt x="4423042" y="3272799"/>
                  <a:pt x="4416856" y="3283514"/>
                </a:cubicBezTo>
                <a:cubicBezTo>
                  <a:pt x="4411907" y="3288463"/>
                  <a:pt x="4392111" y="3271142"/>
                  <a:pt x="4392111" y="3271142"/>
                </a:cubicBezTo>
                <a:cubicBezTo>
                  <a:pt x="4385926" y="3260427"/>
                  <a:pt x="4385926" y="3247214"/>
                  <a:pt x="4392111" y="3236499"/>
                </a:cubicBezTo>
                <a:cubicBezTo>
                  <a:pt x="4394586" y="3232788"/>
                  <a:pt x="4400772" y="3232169"/>
                  <a:pt x="4406340" y="3234334"/>
                </a:cubicBezTo>
                <a:close/>
                <a:moveTo>
                  <a:pt x="4194467" y="3234334"/>
                </a:moveTo>
                <a:cubicBezTo>
                  <a:pt x="4200963" y="3236500"/>
                  <a:pt x="4206530" y="3241449"/>
                  <a:pt x="4206530" y="3248872"/>
                </a:cubicBezTo>
                <a:cubicBezTo>
                  <a:pt x="4206530" y="3263718"/>
                  <a:pt x="4206530" y="3288463"/>
                  <a:pt x="4206530" y="3288463"/>
                </a:cubicBezTo>
                <a:cubicBezTo>
                  <a:pt x="4206530" y="3295886"/>
                  <a:pt x="4184260" y="3290937"/>
                  <a:pt x="4176836" y="3276090"/>
                </a:cubicBezTo>
                <a:cubicBezTo>
                  <a:pt x="4169760" y="3263842"/>
                  <a:pt x="4169760" y="3248748"/>
                  <a:pt x="4176836" y="3236499"/>
                </a:cubicBezTo>
                <a:cubicBezTo>
                  <a:pt x="4180548" y="3232788"/>
                  <a:pt x="4187972" y="3232169"/>
                  <a:pt x="4194467" y="3234334"/>
                </a:cubicBezTo>
                <a:close/>
                <a:moveTo>
                  <a:pt x="1840839" y="3208180"/>
                </a:moveTo>
                <a:cubicBezTo>
                  <a:pt x="1853260" y="3212615"/>
                  <a:pt x="1864077" y="3221542"/>
                  <a:pt x="1870668" y="3234025"/>
                </a:cubicBezTo>
                <a:cubicBezTo>
                  <a:pt x="1888665" y="3254563"/>
                  <a:pt x="1888665" y="3285246"/>
                  <a:pt x="1870668" y="3305783"/>
                </a:cubicBezTo>
                <a:cubicBezTo>
                  <a:pt x="1869500" y="3306452"/>
                  <a:pt x="1868305" y="3307045"/>
                  <a:pt x="1867088" y="3307615"/>
                </a:cubicBezTo>
                <a:cubicBezTo>
                  <a:pt x="1842287" y="3319096"/>
                  <a:pt x="1812871" y="3308308"/>
                  <a:pt x="1801384" y="3283514"/>
                </a:cubicBezTo>
                <a:cubicBezTo>
                  <a:pt x="1801132" y="3283266"/>
                  <a:pt x="1800882" y="3283019"/>
                  <a:pt x="1800635" y="3282771"/>
                </a:cubicBezTo>
                <a:cubicBezTo>
                  <a:pt x="1780550" y="3262258"/>
                  <a:pt x="1780886" y="3229373"/>
                  <a:pt x="1801384" y="3209281"/>
                </a:cubicBezTo>
                <a:cubicBezTo>
                  <a:pt x="1814392" y="3203800"/>
                  <a:pt x="1828417" y="3203744"/>
                  <a:pt x="1840839" y="3208180"/>
                </a:cubicBezTo>
                <a:close/>
                <a:moveTo>
                  <a:pt x="4461628" y="3200544"/>
                </a:moveTo>
                <a:cubicBezTo>
                  <a:pt x="4467892" y="3198456"/>
                  <a:pt x="4476243" y="3206807"/>
                  <a:pt x="4476243" y="3206807"/>
                </a:cubicBezTo>
                <a:cubicBezTo>
                  <a:pt x="4482107" y="3215838"/>
                  <a:pt x="4482107" y="3227468"/>
                  <a:pt x="4476243" y="3236500"/>
                </a:cubicBezTo>
                <a:cubicBezTo>
                  <a:pt x="4473768" y="3241449"/>
                  <a:pt x="4453973" y="3216704"/>
                  <a:pt x="4453973" y="3216704"/>
                </a:cubicBezTo>
                <a:cubicBezTo>
                  <a:pt x="4453973" y="3216704"/>
                  <a:pt x="4451498" y="3221653"/>
                  <a:pt x="4456447" y="3206807"/>
                </a:cubicBezTo>
                <a:cubicBezTo>
                  <a:pt x="4457685" y="3203095"/>
                  <a:pt x="4459540" y="3201240"/>
                  <a:pt x="4461628" y="3200544"/>
                </a:cubicBezTo>
                <a:close/>
                <a:moveTo>
                  <a:pt x="4269627" y="3179896"/>
                </a:moveTo>
                <a:cubicBezTo>
                  <a:pt x="4278288" y="3183299"/>
                  <a:pt x="4285711" y="3190722"/>
                  <a:pt x="4285711" y="3201857"/>
                </a:cubicBezTo>
                <a:cubicBezTo>
                  <a:pt x="4285711" y="3224127"/>
                  <a:pt x="4285711" y="3258769"/>
                  <a:pt x="4285711" y="3258769"/>
                </a:cubicBezTo>
                <a:cubicBezTo>
                  <a:pt x="4275814" y="3271141"/>
                  <a:pt x="4258492" y="3261243"/>
                  <a:pt x="4246120" y="3241448"/>
                </a:cubicBezTo>
                <a:cubicBezTo>
                  <a:pt x="4235505" y="3223063"/>
                  <a:pt x="4235505" y="3200447"/>
                  <a:pt x="4246120" y="3182061"/>
                </a:cubicBezTo>
                <a:cubicBezTo>
                  <a:pt x="4251069" y="3177113"/>
                  <a:pt x="4260967" y="3176494"/>
                  <a:pt x="4269627" y="3179896"/>
                </a:cubicBezTo>
                <a:close/>
                <a:moveTo>
                  <a:pt x="1491407" y="3178895"/>
                </a:moveTo>
                <a:cubicBezTo>
                  <a:pt x="1499199" y="3180844"/>
                  <a:pt x="1506466" y="3184896"/>
                  <a:pt x="1512319" y="3190822"/>
                </a:cubicBezTo>
                <a:cubicBezTo>
                  <a:pt x="1529590" y="3208341"/>
                  <a:pt x="1529392" y="3236549"/>
                  <a:pt x="1511876" y="3253821"/>
                </a:cubicBezTo>
                <a:cubicBezTo>
                  <a:pt x="1494329" y="3257384"/>
                  <a:pt x="1476457" y="3249441"/>
                  <a:pt x="1467336" y="3234025"/>
                </a:cubicBezTo>
                <a:cubicBezTo>
                  <a:pt x="1452883" y="3218758"/>
                  <a:pt x="1452883" y="3194855"/>
                  <a:pt x="1467336" y="3179588"/>
                </a:cubicBezTo>
                <a:cubicBezTo>
                  <a:pt x="1475295" y="3177101"/>
                  <a:pt x="1483614" y="3176946"/>
                  <a:pt x="1491407" y="3178895"/>
                </a:cubicBezTo>
                <a:close/>
                <a:moveTo>
                  <a:pt x="4325302" y="3172164"/>
                </a:moveTo>
                <a:cubicBezTo>
                  <a:pt x="4327776" y="3172164"/>
                  <a:pt x="4340149" y="3172164"/>
                  <a:pt x="4340149" y="3172164"/>
                </a:cubicBezTo>
                <a:cubicBezTo>
                  <a:pt x="4343687" y="3179167"/>
                  <a:pt x="4343687" y="3187431"/>
                  <a:pt x="4340149" y="3194434"/>
                </a:cubicBezTo>
                <a:cubicBezTo>
                  <a:pt x="4335200" y="3196908"/>
                  <a:pt x="4325302" y="3194434"/>
                  <a:pt x="4325302" y="3194434"/>
                </a:cubicBezTo>
                <a:cubicBezTo>
                  <a:pt x="4321763" y="3187431"/>
                  <a:pt x="4321763" y="3179167"/>
                  <a:pt x="4325302" y="3172164"/>
                </a:cubicBezTo>
                <a:close/>
                <a:moveTo>
                  <a:pt x="1305495" y="3159542"/>
                </a:moveTo>
                <a:cubicBezTo>
                  <a:pt x="1312972" y="3162180"/>
                  <a:pt x="1319547" y="3167377"/>
                  <a:pt x="1323820" y="3174639"/>
                </a:cubicBezTo>
                <a:cubicBezTo>
                  <a:pt x="1323844" y="3174664"/>
                  <a:pt x="1323869" y="3174689"/>
                  <a:pt x="1323891" y="3174713"/>
                </a:cubicBezTo>
                <a:cubicBezTo>
                  <a:pt x="1335469" y="3186318"/>
                  <a:pt x="1335435" y="3205124"/>
                  <a:pt x="1323820" y="3216704"/>
                </a:cubicBezTo>
                <a:cubicBezTo>
                  <a:pt x="1308087" y="3223856"/>
                  <a:pt x="1289509" y="3217298"/>
                  <a:pt x="1281754" y="3201858"/>
                </a:cubicBezTo>
                <a:cubicBezTo>
                  <a:pt x="1281730" y="3201833"/>
                  <a:pt x="1281705" y="3201808"/>
                  <a:pt x="1281682" y="3201784"/>
                </a:cubicBezTo>
                <a:cubicBezTo>
                  <a:pt x="1270105" y="3190179"/>
                  <a:pt x="1270139" y="3171373"/>
                  <a:pt x="1281754" y="3159793"/>
                </a:cubicBezTo>
                <a:cubicBezTo>
                  <a:pt x="1289638" y="3156824"/>
                  <a:pt x="1298017" y="3156904"/>
                  <a:pt x="1305495" y="3159542"/>
                </a:cubicBezTo>
                <a:close/>
                <a:moveTo>
                  <a:pt x="1652819" y="3152654"/>
                </a:moveTo>
                <a:cubicBezTo>
                  <a:pt x="1685097" y="3151772"/>
                  <a:pt x="1716389" y="3169077"/>
                  <a:pt x="1732100" y="3199383"/>
                </a:cubicBezTo>
                <a:cubicBezTo>
                  <a:pt x="1758339" y="3237068"/>
                  <a:pt x="1749530" y="3288808"/>
                  <a:pt x="1712305" y="3315681"/>
                </a:cubicBezTo>
                <a:cubicBezTo>
                  <a:pt x="1670608" y="3335154"/>
                  <a:pt x="1620994" y="3317512"/>
                  <a:pt x="1600956" y="3276090"/>
                </a:cubicBezTo>
                <a:cubicBezTo>
                  <a:pt x="1574717" y="3238404"/>
                  <a:pt x="1583526" y="3186664"/>
                  <a:pt x="1620751" y="3159792"/>
                </a:cubicBezTo>
                <a:cubicBezTo>
                  <a:pt x="1631190" y="3155264"/>
                  <a:pt x="1642059" y="3152949"/>
                  <a:pt x="1652819" y="3152654"/>
                </a:cubicBezTo>
                <a:close/>
                <a:moveTo>
                  <a:pt x="4116523" y="3143400"/>
                </a:moveTo>
                <a:cubicBezTo>
                  <a:pt x="4123637" y="3146802"/>
                  <a:pt x="4131060" y="3153607"/>
                  <a:pt x="4137246" y="3162267"/>
                </a:cubicBezTo>
                <a:cubicBezTo>
                  <a:pt x="4145659" y="3179439"/>
                  <a:pt x="4145659" y="3199532"/>
                  <a:pt x="4137246" y="3216704"/>
                </a:cubicBezTo>
                <a:cubicBezTo>
                  <a:pt x="4127348" y="3216704"/>
                  <a:pt x="4097655" y="3216704"/>
                  <a:pt x="4097655" y="3196909"/>
                </a:cubicBezTo>
                <a:cubicBezTo>
                  <a:pt x="4097655" y="3177114"/>
                  <a:pt x="4087757" y="3154844"/>
                  <a:pt x="4097655" y="3144946"/>
                </a:cubicBezTo>
                <a:cubicBezTo>
                  <a:pt x="4102604" y="3139997"/>
                  <a:pt x="4109409" y="3139997"/>
                  <a:pt x="4116523" y="3143400"/>
                </a:cubicBezTo>
                <a:close/>
                <a:moveTo>
                  <a:pt x="1130907" y="3114210"/>
                </a:moveTo>
                <a:cubicBezTo>
                  <a:pt x="1145007" y="3119057"/>
                  <a:pt x="1157429" y="3128788"/>
                  <a:pt x="1165463" y="3142471"/>
                </a:cubicBezTo>
                <a:cubicBezTo>
                  <a:pt x="1167334" y="3144946"/>
                  <a:pt x="1168973" y="3147569"/>
                  <a:pt x="1170350" y="3150340"/>
                </a:cubicBezTo>
                <a:cubicBezTo>
                  <a:pt x="1182545" y="3174787"/>
                  <a:pt x="1172604" y="3204505"/>
                  <a:pt x="1148142" y="3216704"/>
                </a:cubicBezTo>
                <a:cubicBezTo>
                  <a:pt x="1120032" y="3229720"/>
                  <a:pt x="1086635" y="3218956"/>
                  <a:pt x="1071437" y="3191960"/>
                </a:cubicBezTo>
                <a:cubicBezTo>
                  <a:pt x="1071124" y="3191514"/>
                  <a:pt x="1070819" y="3191069"/>
                  <a:pt x="1070523" y="3190599"/>
                </a:cubicBezTo>
                <a:cubicBezTo>
                  <a:pt x="1054064" y="3165459"/>
                  <a:pt x="1061121" y="3131707"/>
                  <a:pt x="1086283" y="3115252"/>
                </a:cubicBezTo>
                <a:cubicBezTo>
                  <a:pt x="1101030" y="3109400"/>
                  <a:pt x="1116806" y="3109363"/>
                  <a:pt x="1130907" y="3114210"/>
                </a:cubicBezTo>
                <a:close/>
                <a:moveTo>
                  <a:pt x="4190447" y="3098241"/>
                </a:moveTo>
                <a:cubicBezTo>
                  <a:pt x="4199107" y="3101643"/>
                  <a:pt x="4206530" y="3109066"/>
                  <a:pt x="4206530" y="3120201"/>
                </a:cubicBezTo>
                <a:cubicBezTo>
                  <a:pt x="4206530" y="3142471"/>
                  <a:pt x="4206530" y="3177113"/>
                  <a:pt x="4206530" y="3177113"/>
                </a:cubicBezTo>
                <a:cubicBezTo>
                  <a:pt x="4206530" y="3189485"/>
                  <a:pt x="4166939" y="3177113"/>
                  <a:pt x="4166939" y="3157317"/>
                </a:cubicBezTo>
                <a:cubicBezTo>
                  <a:pt x="4166939" y="3137522"/>
                  <a:pt x="4157041" y="3110303"/>
                  <a:pt x="4166939" y="3100405"/>
                </a:cubicBezTo>
                <a:cubicBezTo>
                  <a:pt x="4171888" y="3095457"/>
                  <a:pt x="4181786" y="3094838"/>
                  <a:pt x="4190447" y="3098241"/>
                </a:cubicBezTo>
                <a:close/>
                <a:moveTo>
                  <a:pt x="722539" y="3097931"/>
                </a:moveTo>
                <a:cubicBezTo>
                  <a:pt x="727486" y="3097931"/>
                  <a:pt x="742333" y="3097931"/>
                  <a:pt x="742333" y="3097931"/>
                </a:cubicBezTo>
                <a:cubicBezTo>
                  <a:pt x="743270" y="3098624"/>
                  <a:pt x="744105" y="3099465"/>
                  <a:pt x="744807" y="3100405"/>
                </a:cubicBezTo>
                <a:cubicBezTo>
                  <a:pt x="748907" y="3105874"/>
                  <a:pt x="747799" y="3113619"/>
                  <a:pt x="742333" y="3117726"/>
                </a:cubicBezTo>
                <a:cubicBezTo>
                  <a:pt x="736081" y="3122106"/>
                  <a:pt x="727517" y="3121042"/>
                  <a:pt x="722539" y="3115252"/>
                </a:cubicBezTo>
                <a:close/>
                <a:moveTo>
                  <a:pt x="935977" y="3091071"/>
                </a:moveTo>
                <a:cubicBezTo>
                  <a:pt x="947962" y="3095067"/>
                  <a:pt x="958496" y="3103412"/>
                  <a:pt x="965035" y="3115252"/>
                </a:cubicBezTo>
                <a:cubicBezTo>
                  <a:pt x="965873" y="3116464"/>
                  <a:pt x="966653" y="3117702"/>
                  <a:pt x="967368" y="3118988"/>
                </a:cubicBezTo>
                <a:cubicBezTo>
                  <a:pt x="979359" y="3140466"/>
                  <a:pt x="971666" y="3167586"/>
                  <a:pt x="950189" y="3179587"/>
                </a:cubicBezTo>
                <a:cubicBezTo>
                  <a:pt x="924882" y="3192281"/>
                  <a:pt x="894079" y="3182383"/>
                  <a:pt x="880904" y="3157317"/>
                </a:cubicBezTo>
                <a:cubicBezTo>
                  <a:pt x="879931" y="3155832"/>
                  <a:pt x="879048" y="3154298"/>
                  <a:pt x="878258" y="3152715"/>
                </a:cubicBezTo>
                <a:cubicBezTo>
                  <a:pt x="867273" y="3130717"/>
                  <a:pt x="876214" y="3103968"/>
                  <a:pt x="898225" y="3092982"/>
                </a:cubicBezTo>
                <a:cubicBezTo>
                  <a:pt x="910560" y="3087427"/>
                  <a:pt x="923992" y="3087075"/>
                  <a:pt x="935977" y="3091071"/>
                </a:cubicBezTo>
                <a:close/>
                <a:moveTo>
                  <a:pt x="4262823" y="3071950"/>
                </a:moveTo>
                <a:cubicBezTo>
                  <a:pt x="4268391" y="3074424"/>
                  <a:pt x="4273339" y="3079373"/>
                  <a:pt x="4273339" y="3085559"/>
                </a:cubicBezTo>
                <a:cubicBezTo>
                  <a:pt x="4280515" y="3096892"/>
                  <a:pt x="4280515" y="3111342"/>
                  <a:pt x="4273339" y="3122675"/>
                </a:cubicBezTo>
                <a:cubicBezTo>
                  <a:pt x="4265915" y="3130098"/>
                  <a:pt x="4248595" y="3125150"/>
                  <a:pt x="4248595" y="3110303"/>
                </a:cubicBezTo>
                <a:cubicBezTo>
                  <a:pt x="4248595" y="3095457"/>
                  <a:pt x="4243646" y="3080610"/>
                  <a:pt x="4248595" y="3073187"/>
                </a:cubicBezTo>
                <a:cubicBezTo>
                  <a:pt x="4251070" y="3069475"/>
                  <a:pt x="4257256" y="3069475"/>
                  <a:pt x="4262823" y="3071950"/>
                </a:cubicBezTo>
                <a:close/>
                <a:moveTo>
                  <a:pt x="4628111" y="3071331"/>
                </a:moveTo>
                <a:cubicBezTo>
                  <a:pt x="4632750" y="3071950"/>
                  <a:pt x="4637080" y="3075661"/>
                  <a:pt x="4637080" y="3080610"/>
                </a:cubicBezTo>
                <a:cubicBezTo>
                  <a:pt x="4637080" y="3090508"/>
                  <a:pt x="4637080" y="3110303"/>
                  <a:pt x="4637080" y="3110303"/>
                </a:cubicBezTo>
                <a:cubicBezTo>
                  <a:pt x="4632131" y="3115252"/>
                  <a:pt x="4617285" y="3122675"/>
                  <a:pt x="4617285" y="3110303"/>
                </a:cubicBezTo>
                <a:cubicBezTo>
                  <a:pt x="4617285" y="3097931"/>
                  <a:pt x="4614810" y="3095457"/>
                  <a:pt x="4617285" y="3080610"/>
                </a:cubicBezTo>
                <a:cubicBezTo>
                  <a:pt x="4618522" y="3073187"/>
                  <a:pt x="4623471" y="3070713"/>
                  <a:pt x="4628111" y="3071331"/>
                </a:cubicBezTo>
                <a:close/>
                <a:moveTo>
                  <a:pt x="1903545" y="3058173"/>
                </a:moveTo>
                <a:cubicBezTo>
                  <a:pt x="1913779" y="3062175"/>
                  <a:pt x="1922538" y="3069945"/>
                  <a:pt x="1927580" y="3080610"/>
                </a:cubicBezTo>
                <a:cubicBezTo>
                  <a:pt x="1927894" y="3080907"/>
                  <a:pt x="1928206" y="3081229"/>
                  <a:pt x="1928510" y="3081550"/>
                </a:cubicBezTo>
                <a:cubicBezTo>
                  <a:pt x="1943711" y="3097263"/>
                  <a:pt x="1943295" y="3122329"/>
                  <a:pt x="1927580" y="3137522"/>
                </a:cubicBezTo>
                <a:cubicBezTo>
                  <a:pt x="1925771" y="3138586"/>
                  <a:pt x="1923878" y="3139501"/>
                  <a:pt x="1921923" y="3140269"/>
                </a:cubicBezTo>
                <a:cubicBezTo>
                  <a:pt x="1901549" y="3148187"/>
                  <a:pt x="1878601" y="3138091"/>
                  <a:pt x="1870668" y="3117727"/>
                </a:cubicBezTo>
                <a:cubicBezTo>
                  <a:pt x="1854309" y="3101321"/>
                  <a:pt x="1854309" y="3074746"/>
                  <a:pt x="1870668" y="3058340"/>
                </a:cubicBezTo>
                <a:cubicBezTo>
                  <a:pt x="1881605" y="3053936"/>
                  <a:pt x="1893312" y="3054171"/>
                  <a:pt x="1903545" y="3058173"/>
                </a:cubicBezTo>
                <a:close/>
                <a:moveTo>
                  <a:pt x="4506863" y="3033287"/>
                </a:moveTo>
                <a:cubicBezTo>
                  <a:pt x="4511503" y="3033596"/>
                  <a:pt x="4515833" y="3037308"/>
                  <a:pt x="4515833" y="3043494"/>
                </a:cubicBezTo>
                <a:cubicBezTo>
                  <a:pt x="4515833" y="3055866"/>
                  <a:pt x="4515833" y="3073187"/>
                  <a:pt x="4515833" y="3073187"/>
                </a:cubicBezTo>
                <a:cubicBezTo>
                  <a:pt x="4510884" y="3078136"/>
                  <a:pt x="4496037" y="3073187"/>
                  <a:pt x="4496037" y="3073187"/>
                </a:cubicBezTo>
                <a:cubicBezTo>
                  <a:pt x="4490173" y="3064156"/>
                  <a:pt x="4490173" y="3052526"/>
                  <a:pt x="4496037" y="3043494"/>
                </a:cubicBezTo>
                <a:cubicBezTo>
                  <a:pt x="4497275" y="3036071"/>
                  <a:pt x="4502224" y="3032978"/>
                  <a:pt x="4506863" y="3033287"/>
                </a:cubicBezTo>
                <a:close/>
                <a:moveTo>
                  <a:pt x="1729121" y="3010538"/>
                </a:moveTo>
                <a:cubicBezTo>
                  <a:pt x="1753572" y="3009641"/>
                  <a:pt x="1777378" y="3022807"/>
                  <a:pt x="1789012" y="3045968"/>
                </a:cubicBezTo>
                <a:cubicBezTo>
                  <a:pt x="1807617" y="3074251"/>
                  <a:pt x="1801127" y="3112110"/>
                  <a:pt x="1774165" y="3132573"/>
                </a:cubicBezTo>
                <a:cubicBezTo>
                  <a:pt x="1742698" y="3146875"/>
                  <a:pt x="1705547" y="3133761"/>
                  <a:pt x="1690035" y="3102880"/>
                </a:cubicBezTo>
                <a:cubicBezTo>
                  <a:pt x="1689928" y="3102732"/>
                  <a:pt x="1689825" y="3102583"/>
                  <a:pt x="1689721" y="3102435"/>
                </a:cubicBezTo>
                <a:cubicBezTo>
                  <a:pt x="1670116" y="3074449"/>
                  <a:pt x="1676903" y="3035873"/>
                  <a:pt x="1704881" y="3016275"/>
                </a:cubicBezTo>
                <a:cubicBezTo>
                  <a:pt x="1712748" y="3012700"/>
                  <a:pt x="1720970" y="3010838"/>
                  <a:pt x="1729121" y="3010538"/>
                </a:cubicBezTo>
                <a:close/>
                <a:moveTo>
                  <a:pt x="307884" y="3000749"/>
                </a:moveTo>
                <a:cubicBezTo>
                  <a:pt x="318410" y="3004256"/>
                  <a:pt x="327760" y="3011290"/>
                  <a:pt x="334049" y="3021224"/>
                </a:cubicBezTo>
                <a:cubicBezTo>
                  <a:pt x="335136" y="3022833"/>
                  <a:pt x="336098" y="3024515"/>
                  <a:pt x="336922" y="3026248"/>
                </a:cubicBezTo>
                <a:cubicBezTo>
                  <a:pt x="345674" y="3044781"/>
                  <a:pt x="337739" y="3066902"/>
                  <a:pt x="319203" y="3075662"/>
                </a:cubicBezTo>
                <a:cubicBezTo>
                  <a:pt x="296490" y="3084347"/>
                  <a:pt x="270791" y="3076132"/>
                  <a:pt x="257342" y="3055867"/>
                </a:cubicBezTo>
                <a:cubicBezTo>
                  <a:pt x="257085" y="3055396"/>
                  <a:pt x="256835" y="3054901"/>
                  <a:pt x="256595" y="3054431"/>
                </a:cubicBezTo>
                <a:cubicBezTo>
                  <a:pt x="246951" y="3034809"/>
                  <a:pt x="255041" y="3011079"/>
                  <a:pt x="274663" y="3001429"/>
                </a:cubicBezTo>
                <a:cubicBezTo>
                  <a:pt x="285655" y="2997260"/>
                  <a:pt x="297358" y="2997241"/>
                  <a:pt x="307884" y="3000749"/>
                </a:cubicBezTo>
                <a:close/>
                <a:moveTo>
                  <a:pt x="4665923" y="2996247"/>
                </a:moveTo>
                <a:cubicBezTo>
                  <a:pt x="4680538" y="2995088"/>
                  <a:pt x="4701416" y="3005759"/>
                  <a:pt x="4701416" y="3026173"/>
                </a:cubicBezTo>
                <a:cubicBezTo>
                  <a:pt x="4701416" y="3053391"/>
                  <a:pt x="4701416" y="3095457"/>
                  <a:pt x="4701416" y="3095457"/>
                </a:cubicBezTo>
                <a:cubicBezTo>
                  <a:pt x="4701416" y="3110303"/>
                  <a:pt x="4669248" y="3097931"/>
                  <a:pt x="4654401" y="3070712"/>
                </a:cubicBezTo>
                <a:cubicBezTo>
                  <a:pt x="4641485" y="3049432"/>
                  <a:pt x="4641485" y="3022708"/>
                  <a:pt x="4654401" y="3001428"/>
                </a:cubicBezTo>
                <a:cubicBezTo>
                  <a:pt x="4656876" y="2998335"/>
                  <a:pt x="4661051" y="2996634"/>
                  <a:pt x="4665923" y="2996247"/>
                </a:cubicBezTo>
                <a:close/>
                <a:moveTo>
                  <a:pt x="4179311" y="2989057"/>
                </a:moveTo>
                <a:cubicBezTo>
                  <a:pt x="4183023" y="2986583"/>
                  <a:pt x="4189828" y="2986583"/>
                  <a:pt x="4195705" y="2989057"/>
                </a:cubicBezTo>
                <a:cubicBezTo>
                  <a:pt x="4201582" y="2991531"/>
                  <a:pt x="4206530" y="2996480"/>
                  <a:pt x="4206530" y="3003903"/>
                </a:cubicBezTo>
                <a:cubicBezTo>
                  <a:pt x="4206530" y="3018750"/>
                  <a:pt x="4206530" y="3041020"/>
                  <a:pt x="4206530" y="3041020"/>
                </a:cubicBezTo>
                <a:cubicBezTo>
                  <a:pt x="4189209" y="3045969"/>
                  <a:pt x="4179311" y="3038545"/>
                  <a:pt x="4179311" y="3026173"/>
                </a:cubicBezTo>
                <a:cubicBezTo>
                  <a:pt x="4179311" y="3013801"/>
                  <a:pt x="4171888" y="2994006"/>
                  <a:pt x="4179311" y="2989057"/>
                </a:cubicBezTo>
                <a:close/>
                <a:moveTo>
                  <a:pt x="1368359" y="2984107"/>
                </a:moveTo>
                <a:cubicBezTo>
                  <a:pt x="1387491" y="2976956"/>
                  <a:pt x="1408929" y="2985517"/>
                  <a:pt x="1417847" y="3003903"/>
                </a:cubicBezTo>
                <a:cubicBezTo>
                  <a:pt x="1430108" y="3017165"/>
                  <a:pt x="1430108" y="3037654"/>
                  <a:pt x="1417847" y="3050917"/>
                </a:cubicBezTo>
                <a:cubicBezTo>
                  <a:pt x="1416385" y="3051758"/>
                  <a:pt x="1414865" y="3052500"/>
                  <a:pt x="1413297" y="3053119"/>
                </a:cubicBezTo>
                <a:cubicBezTo>
                  <a:pt x="1395498" y="3060122"/>
                  <a:pt x="1375379" y="3051387"/>
                  <a:pt x="1368359" y="3033596"/>
                </a:cubicBezTo>
                <a:cubicBezTo>
                  <a:pt x="1368190" y="3033423"/>
                  <a:pt x="1368024" y="3033274"/>
                  <a:pt x="1367859" y="3033101"/>
                </a:cubicBezTo>
                <a:cubicBezTo>
                  <a:pt x="1354469" y="3019442"/>
                  <a:pt x="1354692" y="2997494"/>
                  <a:pt x="1368359" y="2984107"/>
                </a:cubicBezTo>
                <a:close/>
                <a:moveTo>
                  <a:pt x="4558208" y="2983179"/>
                </a:moveTo>
                <a:cubicBezTo>
                  <a:pt x="4564704" y="2985963"/>
                  <a:pt x="4570271" y="2991531"/>
                  <a:pt x="4570271" y="2998954"/>
                </a:cubicBezTo>
                <a:cubicBezTo>
                  <a:pt x="4570271" y="3013800"/>
                  <a:pt x="4570271" y="3041019"/>
                  <a:pt x="4570271" y="3041019"/>
                </a:cubicBezTo>
                <a:cubicBezTo>
                  <a:pt x="4565322" y="3048442"/>
                  <a:pt x="4550475" y="3041019"/>
                  <a:pt x="4540578" y="3026172"/>
                </a:cubicBezTo>
                <a:cubicBezTo>
                  <a:pt x="4533946" y="3012934"/>
                  <a:pt x="4533946" y="2997345"/>
                  <a:pt x="4540578" y="2984107"/>
                </a:cubicBezTo>
                <a:cubicBezTo>
                  <a:pt x="4544290" y="2980396"/>
                  <a:pt x="4551713" y="2980396"/>
                  <a:pt x="4558208" y="2983179"/>
                </a:cubicBezTo>
                <a:close/>
                <a:moveTo>
                  <a:pt x="4701416" y="2969261"/>
                </a:moveTo>
                <a:cubicBezTo>
                  <a:pt x="4701416" y="2969261"/>
                  <a:pt x="4718737" y="2969261"/>
                  <a:pt x="4736058" y="2994005"/>
                </a:cubicBezTo>
                <a:cubicBezTo>
                  <a:pt x="4744421" y="3009446"/>
                  <a:pt x="4744421" y="3028054"/>
                  <a:pt x="4736058" y="3043494"/>
                </a:cubicBezTo>
                <a:cubicBezTo>
                  <a:pt x="4731109" y="3050917"/>
                  <a:pt x="4701416" y="3036071"/>
                  <a:pt x="4701416" y="3018750"/>
                </a:cubicBezTo>
                <a:cubicBezTo>
                  <a:pt x="4701416" y="3001429"/>
                  <a:pt x="4701416" y="2969261"/>
                  <a:pt x="4701416" y="2969261"/>
                </a:cubicBezTo>
                <a:close/>
                <a:moveTo>
                  <a:pt x="1556711" y="2962534"/>
                </a:moveTo>
                <a:cubicBezTo>
                  <a:pt x="1589286" y="2962179"/>
                  <a:pt x="1620543" y="2980315"/>
                  <a:pt x="1635598" y="3011326"/>
                </a:cubicBezTo>
                <a:cubicBezTo>
                  <a:pt x="1636622" y="3012687"/>
                  <a:pt x="1637602" y="3014073"/>
                  <a:pt x="1638537" y="3015508"/>
                </a:cubicBezTo>
                <a:cubicBezTo>
                  <a:pt x="1662537" y="3052055"/>
                  <a:pt x="1652359" y="3101148"/>
                  <a:pt x="1615802" y="3125150"/>
                </a:cubicBezTo>
                <a:cubicBezTo>
                  <a:pt x="1573403" y="3142891"/>
                  <a:pt x="1524525" y="3124432"/>
                  <a:pt x="1504453" y="3083084"/>
                </a:cubicBezTo>
                <a:cubicBezTo>
                  <a:pt x="1503428" y="3081724"/>
                  <a:pt x="1502448" y="3080338"/>
                  <a:pt x="1501513" y="3078903"/>
                </a:cubicBezTo>
                <a:cubicBezTo>
                  <a:pt x="1477514" y="3042355"/>
                  <a:pt x="1487691" y="2993263"/>
                  <a:pt x="1524248" y="2969261"/>
                </a:cubicBezTo>
                <a:cubicBezTo>
                  <a:pt x="1534848" y="2964826"/>
                  <a:pt x="1545853" y="2962653"/>
                  <a:pt x="1556711" y="2962534"/>
                </a:cubicBezTo>
                <a:close/>
                <a:moveTo>
                  <a:pt x="4247667" y="2947300"/>
                </a:moveTo>
                <a:cubicBezTo>
                  <a:pt x="4253544" y="2949466"/>
                  <a:pt x="4258493" y="2954415"/>
                  <a:pt x="4258493" y="2961838"/>
                </a:cubicBezTo>
                <a:cubicBezTo>
                  <a:pt x="4258493" y="2976684"/>
                  <a:pt x="4258493" y="2998954"/>
                  <a:pt x="4258493" y="2998954"/>
                </a:cubicBezTo>
                <a:cubicBezTo>
                  <a:pt x="4251070" y="3003903"/>
                  <a:pt x="4241172" y="2998954"/>
                  <a:pt x="4231274" y="2984108"/>
                </a:cubicBezTo>
                <a:cubicBezTo>
                  <a:pt x="4225089" y="2973393"/>
                  <a:pt x="4225089" y="2960180"/>
                  <a:pt x="4231274" y="2949465"/>
                </a:cubicBezTo>
                <a:cubicBezTo>
                  <a:pt x="4234986" y="2945754"/>
                  <a:pt x="4241790" y="2945135"/>
                  <a:pt x="4247667" y="2947300"/>
                </a:cubicBezTo>
                <a:close/>
                <a:moveTo>
                  <a:pt x="4590066" y="2944517"/>
                </a:moveTo>
                <a:cubicBezTo>
                  <a:pt x="4593778" y="2942043"/>
                  <a:pt x="4600583" y="2942043"/>
                  <a:pt x="4606459" y="2944517"/>
                </a:cubicBezTo>
                <a:cubicBezTo>
                  <a:pt x="4612336" y="2946991"/>
                  <a:pt x="4617285" y="2951940"/>
                  <a:pt x="4617285" y="2959363"/>
                </a:cubicBezTo>
                <a:cubicBezTo>
                  <a:pt x="4617285" y="2974210"/>
                  <a:pt x="4617285" y="2996480"/>
                  <a:pt x="4617285" y="2996480"/>
                </a:cubicBezTo>
                <a:cubicBezTo>
                  <a:pt x="4609861" y="3003903"/>
                  <a:pt x="4590066" y="2984108"/>
                  <a:pt x="4590066" y="2984108"/>
                </a:cubicBezTo>
                <a:cubicBezTo>
                  <a:pt x="4584226" y="2971562"/>
                  <a:pt x="4584226" y="2957062"/>
                  <a:pt x="4590066" y="2944517"/>
                </a:cubicBezTo>
                <a:close/>
                <a:moveTo>
                  <a:pt x="1208743" y="2935293"/>
                </a:moveTo>
                <a:cubicBezTo>
                  <a:pt x="1216578" y="2935295"/>
                  <a:pt x="1224305" y="2936683"/>
                  <a:pt x="1231574" y="2939327"/>
                </a:cubicBezTo>
                <a:cubicBezTo>
                  <a:pt x="1246113" y="2944616"/>
                  <a:pt x="1258823" y="2954935"/>
                  <a:pt x="1266907" y="2969261"/>
                </a:cubicBezTo>
                <a:cubicBezTo>
                  <a:pt x="1282536" y="2993189"/>
                  <a:pt x="1275905" y="3025258"/>
                  <a:pt x="1252072" y="3041020"/>
                </a:cubicBezTo>
                <a:cubicBezTo>
                  <a:pt x="1222961" y="3055891"/>
                  <a:pt x="1187363" y="3047528"/>
                  <a:pt x="1167937" y="3021224"/>
                </a:cubicBezTo>
                <a:cubicBezTo>
                  <a:pt x="1167112" y="3020062"/>
                  <a:pt x="1166328" y="3018849"/>
                  <a:pt x="1165594" y="3017612"/>
                </a:cubicBezTo>
                <a:cubicBezTo>
                  <a:pt x="1149474" y="2990641"/>
                  <a:pt x="1158276" y="2955677"/>
                  <a:pt x="1185260" y="2939568"/>
                </a:cubicBezTo>
                <a:cubicBezTo>
                  <a:pt x="1192964" y="2936673"/>
                  <a:pt x="1200908" y="2935291"/>
                  <a:pt x="1208743" y="2935293"/>
                </a:cubicBezTo>
                <a:close/>
                <a:moveTo>
                  <a:pt x="1009575" y="2912349"/>
                </a:moveTo>
                <a:cubicBezTo>
                  <a:pt x="1034190" y="2903144"/>
                  <a:pt x="1061810" y="2913760"/>
                  <a:pt x="1073910" y="2937093"/>
                </a:cubicBezTo>
                <a:cubicBezTo>
                  <a:pt x="1075458" y="2939172"/>
                  <a:pt x="1076799" y="2941399"/>
                  <a:pt x="1077908" y="2943750"/>
                </a:cubicBezTo>
                <a:cubicBezTo>
                  <a:pt x="1087261" y="2963520"/>
                  <a:pt x="1078826" y="2987126"/>
                  <a:pt x="1059063" y="2996480"/>
                </a:cubicBezTo>
                <a:cubicBezTo>
                  <a:pt x="1055610" y="2998534"/>
                  <a:pt x="1051909" y="3000167"/>
                  <a:pt x="1048047" y="3001280"/>
                </a:cubicBezTo>
                <a:cubicBezTo>
                  <a:pt x="1023115" y="3008530"/>
                  <a:pt x="997027" y="2994203"/>
                  <a:pt x="989779" y="2969261"/>
                </a:cubicBezTo>
                <a:cubicBezTo>
                  <a:pt x="989615" y="2968939"/>
                  <a:pt x="989458" y="2968618"/>
                  <a:pt x="989304" y="2968271"/>
                </a:cubicBezTo>
                <a:cubicBezTo>
                  <a:pt x="979455" y="2947239"/>
                  <a:pt x="988534" y="2922197"/>
                  <a:pt x="1009575" y="2912349"/>
                </a:cubicBezTo>
                <a:close/>
                <a:moveTo>
                  <a:pt x="4483048" y="2912040"/>
                </a:moveTo>
                <a:cubicBezTo>
                  <a:pt x="4487378" y="2914205"/>
                  <a:pt x="4491089" y="2918535"/>
                  <a:pt x="4491089" y="2924721"/>
                </a:cubicBezTo>
                <a:cubicBezTo>
                  <a:pt x="4497275" y="2932739"/>
                  <a:pt x="4497275" y="2943923"/>
                  <a:pt x="4491089" y="2951940"/>
                </a:cubicBezTo>
                <a:cubicBezTo>
                  <a:pt x="4488614" y="2969261"/>
                  <a:pt x="4471294" y="2954415"/>
                  <a:pt x="4471294" y="2942043"/>
                </a:cubicBezTo>
                <a:cubicBezTo>
                  <a:pt x="4471294" y="2929670"/>
                  <a:pt x="4466345" y="2917298"/>
                  <a:pt x="4471294" y="2912349"/>
                </a:cubicBezTo>
                <a:cubicBezTo>
                  <a:pt x="4473769" y="2909875"/>
                  <a:pt x="4478717" y="2909875"/>
                  <a:pt x="4483048" y="2912040"/>
                </a:cubicBezTo>
                <a:close/>
                <a:moveTo>
                  <a:pt x="4632131" y="2899977"/>
                </a:moveTo>
                <a:cubicBezTo>
                  <a:pt x="4639555" y="2892553"/>
                  <a:pt x="4666774" y="2902451"/>
                  <a:pt x="4666774" y="2919772"/>
                </a:cubicBezTo>
                <a:cubicBezTo>
                  <a:pt x="4666774" y="2937093"/>
                  <a:pt x="4666774" y="2969261"/>
                  <a:pt x="4666774" y="2969261"/>
                </a:cubicBezTo>
                <a:cubicBezTo>
                  <a:pt x="4659350" y="2969261"/>
                  <a:pt x="4644504" y="2969261"/>
                  <a:pt x="4632131" y="2949465"/>
                </a:cubicBezTo>
                <a:cubicBezTo>
                  <a:pt x="4622754" y="2934297"/>
                  <a:pt x="4622754" y="2915145"/>
                  <a:pt x="4632131" y="2899977"/>
                </a:cubicBezTo>
                <a:close/>
                <a:moveTo>
                  <a:pt x="842303" y="2892307"/>
                </a:moveTo>
                <a:cubicBezTo>
                  <a:pt x="850322" y="2895424"/>
                  <a:pt x="857183" y="2901512"/>
                  <a:pt x="861108" y="2909875"/>
                </a:cubicBezTo>
                <a:cubicBezTo>
                  <a:pt x="861489" y="2910246"/>
                  <a:pt x="861861" y="2910617"/>
                  <a:pt x="862223" y="2910988"/>
                </a:cubicBezTo>
                <a:cubicBezTo>
                  <a:pt x="872541" y="2921925"/>
                  <a:pt x="872040" y="2939147"/>
                  <a:pt x="861108" y="2949466"/>
                </a:cubicBezTo>
                <a:cubicBezTo>
                  <a:pt x="844621" y="2955726"/>
                  <a:pt x="826003" y="2949515"/>
                  <a:pt x="816565" y="2934619"/>
                </a:cubicBezTo>
                <a:cubicBezTo>
                  <a:pt x="816543" y="2934594"/>
                  <a:pt x="816520" y="2934570"/>
                  <a:pt x="816495" y="2934545"/>
                </a:cubicBezTo>
                <a:cubicBezTo>
                  <a:pt x="804918" y="2922940"/>
                  <a:pt x="804954" y="2904134"/>
                  <a:pt x="816565" y="2892554"/>
                </a:cubicBezTo>
                <a:cubicBezTo>
                  <a:pt x="825113" y="2889040"/>
                  <a:pt x="834286" y="2889189"/>
                  <a:pt x="842303" y="2892307"/>
                </a:cubicBezTo>
                <a:close/>
                <a:moveTo>
                  <a:pt x="4523257" y="2887605"/>
                </a:moveTo>
                <a:cubicBezTo>
                  <a:pt x="4535629" y="2887605"/>
                  <a:pt x="4535629" y="2887605"/>
                  <a:pt x="4535629" y="2887605"/>
                </a:cubicBezTo>
                <a:cubicBezTo>
                  <a:pt x="4536520" y="2893346"/>
                  <a:pt x="4536520" y="2899185"/>
                  <a:pt x="4535629" y="2904926"/>
                </a:cubicBezTo>
                <a:cubicBezTo>
                  <a:pt x="4533154" y="2907400"/>
                  <a:pt x="4523257" y="2902451"/>
                  <a:pt x="4523257" y="2902451"/>
                </a:cubicBezTo>
                <a:close/>
                <a:moveTo>
                  <a:pt x="635931" y="2880181"/>
                </a:moveTo>
                <a:cubicBezTo>
                  <a:pt x="641882" y="2876049"/>
                  <a:pt x="649781" y="2876049"/>
                  <a:pt x="655728" y="2880181"/>
                </a:cubicBezTo>
                <a:cubicBezTo>
                  <a:pt x="659445" y="2885353"/>
                  <a:pt x="659445" y="2892331"/>
                  <a:pt x="655728" y="2897502"/>
                </a:cubicBezTo>
                <a:cubicBezTo>
                  <a:pt x="650090" y="2902550"/>
                  <a:pt x="641570" y="2902550"/>
                  <a:pt x="635931" y="2897502"/>
                </a:cubicBezTo>
                <a:close/>
                <a:moveTo>
                  <a:pt x="4152092" y="2865335"/>
                </a:moveTo>
                <a:cubicBezTo>
                  <a:pt x="4159515" y="2860386"/>
                  <a:pt x="4179311" y="2867810"/>
                  <a:pt x="4179311" y="2880182"/>
                </a:cubicBezTo>
                <a:cubicBezTo>
                  <a:pt x="4179311" y="2892554"/>
                  <a:pt x="4179311" y="2914824"/>
                  <a:pt x="4179311" y="2914824"/>
                </a:cubicBezTo>
                <a:cubicBezTo>
                  <a:pt x="4174362" y="2919773"/>
                  <a:pt x="4161990" y="2914824"/>
                  <a:pt x="4152092" y="2899977"/>
                </a:cubicBezTo>
                <a:cubicBezTo>
                  <a:pt x="4145337" y="2889411"/>
                  <a:pt x="4145337" y="2875901"/>
                  <a:pt x="4152092" y="2865335"/>
                </a:cubicBezTo>
                <a:close/>
                <a:moveTo>
                  <a:pt x="4682238" y="2859768"/>
                </a:moveTo>
                <a:cubicBezTo>
                  <a:pt x="4688424" y="2862861"/>
                  <a:pt x="4695229" y="2869047"/>
                  <a:pt x="4701415" y="2877707"/>
                </a:cubicBezTo>
                <a:cubicBezTo>
                  <a:pt x="4708022" y="2893544"/>
                  <a:pt x="4708022" y="2911360"/>
                  <a:pt x="4701415" y="2927196"/>
                </a:cubicBezTo>
                <a:cubicBezTo>
                  <a:pt x="4701415" y="2934619"/>
                  <a:pt x="4666773" y="2924721"/>
                  <a:pt x="4666773" y="2907400"/>
                </a:cubicBezTo>
                <a:cubicBezTo>
                  <a:pt x="4666773" y="2890080"/>
                  <a:pt x="4659350" y="2867810"/>
                  <a:pt x="4666773" y="2860386"/>
                </a:cubicBezTo>
                <a:cubicBezTo>
                  <a:pt x="4670485" y="2856675"/>
                  <a:pt x="4676052" y="2856675"/>
                  <a:pt x="4682238" y="2859768"/>
                </a:cubicBezTo>
                <a:close/>
                <a:moveTo>
                  <a:pt x="1790720" y="2848469"/>
                </a:moveTo>
                <a:cubicBezTo>
                  <a:pt x="1798713" y="2848520"/>
                  <a:pt x="1806574" y="2850068"/>
                  <a:pt x="1813907" y="2852957"/>
                </a:cubicBezTo>
                <a:cubicBezTo>
                  <a:pt x="1828572" y="2858734"/>
                  <a:pt x="1841126" y="2869875"/>
                  <a:pt x="1848398" y="2885130"/>
                </a:cubicBezTo>
                <a:cubicBezTo>
                  <a:pt x="1848448" y="2885180"/>
                  <a:pt x="1848495" y="2885229"/>
                  <a:pt x="1848544" y="2885278"/>
                </a:cubicBezTo>
                <a:cubicBezTo>
                  <a:pt x="1871695" y="2908514"/>
                  <a:pt x="1871631" y="2946100"/>
                  <a:pt x="1848398" y="2969261"/>
                </a:cubicBezTo>
                <a:cubicBezTo>
                  <a:pt x="1846822" y="2970127"/>
                  <a:pt x="1845211" y="2970943"/>
                  <a:pt x="1843573" y="2971686"/>
                </a:cubicBezTo>
                <a:cubicBezTo>
                  <a:pt x="1808708" y="2987448"/>
                  <a:pt x="1767662" y="2971958"/>
                  <a:pt x="1751895" y="2937093"/>
                </a:cubicBezTo>
                <a:cubicBezTo>
                  <a:pt x="1751492" y="2936549"/>
                  <a:pt x="1751096" y="2935980"/>
                  <a:pt x="1750713" y="2935411"/>
                </a:cubicBezTo>
                <a:cubicBezTo>
                  <a:pt x="1732375" y="2908216"/>
                  <a:pt x="1739550" y="2871298"/>
                  <a:pt x="1766742" y="2852962"/>
                </a:cubicBezTo>
                <a:cubicBezTo>
                  <a:pt x="1774603" y="2849863"/>
                  <a:pt x="1782727" y="2848418"/>
                  <a:pt x="1790720" y="2848469"/>
                </a:cubicBezTo>
                <a:close/>
                <a:moveTo>
                  <a:pt x="1618277" y="2840591"/>
                </a:moveTo>
                <a:cubicBezTo>
                  <a:pt x="1642192" y="2831633"/>
                  <a:pt x="1668988" y="2842372"/>
                  <a:pt x="1680137" y="2865335"/>
                </a:cubicBezTo>
                <a:cubicBezTo>
                  <a:pt x="1680600" y="2865780"/>
                  <a:pt x="1681055" y="2866225"/>
                  <a:pt x="1681498" y="2866696"/>
                </a:cubicBezTo>
                <a:cubicBezTo>
                  <a:pt x="1698513" y="2884462"/>
                  <a:pt x="1697904" y="2912646"/>
                  <a:pt x="1680137" y="2929670"/>
                </a:cubicBezTo>
                <a:cubicBezTo>
                  <a:pt x="1656247" y="2937464"/>
                  <a:pt x="1630201" y="2927047"/>
                  <a:pt x="1618277" y="2904925"/>
                </a:cubicBezTo>
                <a:cubicBezTo>
                  <a:pt x="1617814" y="2904480"/>
                  <a:pt x="1617359" y="2904035"/>
                  <a:pt x="1616916" y="2903565"/>
                </a:cubicBezTo>
                <a:cubicBezTo>
                  <a:pt x="1599902" y="2885798"/>
                  <a:pt x="1600510" y="2857615"/>
                  <a:pt x="1618277" y="2840591"/>
                </a:cubicBezTo>
                <a:close/>
                <a:moveTo>
                  <a:pt x="4225707" y="2831311"/>
                </a:moveTo>
                <a:cubicBezTo>
                  <a:pt x="4230037" y="2831930"/>
                  <a:pt x="4233749" y="2835642"/>
                  <a:pt x="4233749" y="2840591"/>
                </a:cubicBezTo>
                <a:cubicBezTo>
                  <a:pt x="4233749" y="2850488"/>
                  <a:pt x="4233749" y="2867809"/>
                  <a:pt x="4233749" y="2867809"/>
                </a:cubicBezTo>
                <a:cubicBezTo>
                  <a:pt x="4228800" y="2872758"/>
                  <a:pt x="4213954" y="2877707"/>
                  <a:pt x="4213954" y="2867809"/>
                </a:cubicBezTo>
                <a:cubicBezTo>
                  <a:pt x="4213954" y="2857911"/>
                  <a:pt x="4209005" y="2855437"/>
                  <a:pt x="4213954" y="2840591"/>
                </a:cubicBezTo>
                <a:cubicBezTo>
                  <a:pt x="4216428" y="2833168"/>
                  <a:pt x="4221377" y="2830693"/>
                  <a:pt x="4225707" y="2831311"/>
                </a:cubicBezTo>
                <a:close/>
                <a:moveTo>
                  <a:pt x="4576766" y="2822651"/>
                </a:moveTo>
                <a:cubicBezTo>
                  <a:pt x="4583880" y="2825744"/>
                  <a:pt x="4590066" y="2831930"/>
                  <a:pt x="4590066" y="2840591"/>
                </a:cubicBezTo>
                <a:cubicBezTo>
                  <a:pt x="4590066" y="2857911"/>
                  <a:pt x="4590066" y="2885130"/>
                  <a:pt x="4590066" y="2885130"/>
                </a:cubicBezTo>
                <a:cubicBezTo>
                  <a:pt x="4585118" y="2892553"/>
                  <a:pt x="4570271" y="2885130"/>
                  <a:pt x="4557899" y="2867809"/>
                </a:cubicBezTo>
                <a:cubicBezTo>
                  <a:pt x="4551218" y="2853705"/>
                  <a:pt x="4551218" y="2837375"/>
                  <a:pt x="4557899" y="2823269"/>
                </a:cubicBezTo>
                <a:cubicBezTo>
                  <a:pt x="4561611" y="2819558"/>
                  <a:pt x="4569653" y="2819558"/>
                  <a:pt x="4576766" y="2822651"/>
                </a:cubicBezTo>
                <a:close/>
                <a:moveTo>
                  <a:pt x="4283044" y="2796167"/>
                </a:moveTo>
                <a:cubicBezTo>
                  <a:pt x="4283237" y="2796979"/>
                  <a:pt x="4283237" y="2799144"/>
                  <a:pt x="4283237" y="2803474"/>
                </a:cubicBezTo>
                <a:cubicBezTo>
                  <a:pt x="4283237" y="2820795"/>
                  <a:pt x="4283237" y="2820795"/>
                  <a:pt x="4283237" y="2820795"/>
                </a:cubicBezTo>
                <a:cubicBezTo>
                  <a:pt x="4280762" y="2823270"/>
                  <a:pt x="4270865" y="2838117"/>
                  <a:pt x="4270865" y="2820795"/>
                </a:cubicBezTo>
                <a:cubicBezTo>
                  <a:pt x="4270865" y="2803474"/>
                  <a:pt x="4258492" y="2803474"/>
                  <a:pt x="4270865" y="2803474"/>
                </a:cubicBezTo>
                <a:cubicBezTo>
                  <a:pt x="4280144" y="2803474"/>
                  <a:pt x="4282464" y="2793731"/>
                  <a:pt x="4283044" y="2796167"/>
                </a:cubicBezTo>
                <a:close/>
                <a:moveTo>
                  <a:pt x="1299074" y="2793576"/>
                </a:moveTo>
                <a:cubicBezTo>
                  <a:pt x="1312686" y="2789618"/>
                  <a:pt x="1327191" y="2795853"/>
                  <a:pt x="1333716" y="2808424"/>
                </a:cubicBezTo>
                <a:cubicBezTo>
                  <a:pt x="1333949" y="2808645"/>
                  <a:pt x="1334174" y="2808868"/>
                  <a:pt x="1334397" y="2809092"/>
                </a:cubicBezTo>
                <a:cubicBezTo>
                  <a:pt x="1342904" y="2817974"/>
                  <a:pt x="1342600" y="2832078"/>
                  <a:pt x="1333716" y="2840591"/>
                </a:cubicBezTo>
                <a:cubicBezTo>
                  <a:pt x="1323819" y="2848015"/>
                  <a:pt x="1306498" y="2840591"/>
                  <a:pt x="1299074" y="2828219"/>
                </a:cubicBezTo>
                <a:cubicBezTo>
                  <a:pt x="1289645" y="2818594"/>
                  <a:pt x="1289645" y="2803203"/>
                  <a:pt x="1299074" y="2793576"/>
                </a:cubicBezTo>
                <a:close/>
                <a:moveTo>
                  <a:pt x="4441600" y="2788629"/>
                </a:moveTo>
                <a:cubicBezTo>
                  <a:pt x="4449023" y="2783679"/>
                  <a:pt x="4466344" y="2791103"/>
                  <a:pt x="4466344" y="2803475"/>
                </a:cubicBezTo>
                <a:cubicBezTo>
                  <a:pt x="4466344" y="2815847"/>
                  <a:pt x="4466344" y="2835643"/>
                  <a:pt x="4466344" y="2835643"/>
                </a:cubicBezTo>
                <a:cubicBezTo>
                  <a:pt x="4453972" y="2843065"/>
                  <a:pt x="4441600" y="2835643"/>
                  <a:pt x="4441600" y="2823270"/>
                </a:cubicBezTo>
                <a:cubicBezTo>
                  <a:pt x="4441600" y="2810898"/>
                  <a:pt x="4434177" y="2793578"/>
                  <a:pt x="4441600" y="2788629"/>
                </a:cubicBezTo>
                <a:close/>
                <a:moveTo>
                  <a:pt x="4602438" y="2786153"/>
                </a:moveTo>
                <a:cubicBezTo>
                  <a:pt x="4609861" y="2781204"/>
                  <a:pt x="4632131" y="2786153"/>
                  <a:pt x="4632131" y="2803474"/>
                </a:cubicBezTo>
                <a:cubicBezTo>
                  <a:pt x="4632131" y="2820795"/>
                  <a:pt x="4632131" y="2845539"/>
                  <a:pt x="4632131" y="2845539"/>
                </a:cubicBezTo>
                <a:cubicBezTo>
                  <a:pt x="4624708" y="2852962"/>
                  <a:pt x="4602438" y="2843065"/>
                  <a:pt x="4602438" y="2828219"/>
                </a:cubicBezTo>
                <a:cubicBezTo>
                  <a:pt x="4602438" y="2813372"/>
                  <a:pt x="4595015" y="2791103"/>
                  <a:pt x="4602438" y="2786153"/>
                </a:cubicBezTo>
                <a:close/>
                <a:moveTo>
                  <a:pt x="0" y="2773781"/>
                </a:moveTo>
                <a:lnTo>
                  <a:pt x="14847" y="2773781"/>
                </a:lnTo>
                <a:cubicBezTo>
                  <a:pt x="0" y="2776255"/>
                  <a:pt x="0" y="2773781"/>
                  <a:pt x="0" y="2773781"/>
                </a:cubicBezTo>
                <a:close/>
                <a:moveTo>
                  <a:pt x="1475493" y="2770031"/>
                </a:moveTo>
                <a:cubicBezTo>
                  <a:pt x="1508444" y="2769954"/>
                  <a:pt x="1540016" y="2787756"/>
                  <a:pt x="1556416" y="2818321"/>
                </a:cubicBezTo>
                <a:cubicBezTo>
                  <a:pt x="1556839" y="2818940"/>
                  <a:pt x="1557254" y="2819559"/>
                  <a:pt x="1557660" y="2820177"/>
                </a:cubicBezTo>
                <a:cubicBezTo>
                  <a:pt x="1581400" y="2856922"/>
                  <a:pt x="1570871" y="2905941"/>
                  <a:pt x="1534146" y="2929670"/>
                </a:cubicBezTo>
                <a:cubicBezTo>
                  <a:pt x="1491734" y="2944987"/>
                  <a:pt x="1444490" y="2927122"/>
                  <a:pt x="1422796" y="2887605"/>
                </a:cubicBezTo>
                <a:cubicBezTo>
                  <a:pt x="1420255" y="2884537"/>
                  <a:pt x="1417966" y="2881246"/>
                  <a:pt x="1415952" y="2877806"/>
                </a:cubicBezTo>
                <a:cubicBezTo>
                  <a:pt x="1395268" y="2842397"/>
                  <a:pt x="1407195" y="2796942"/>
                  <a:pt x="1442592" y="2776256"/>
                </a:cubicBezTo>
                <a:cubicBezTo>
                  <a:pt x="1453372" y="2772068"/>
                  <a:pt x="1464509" y="2770057"/>
                  <a:pt x="1475493" y="2770031"/>
                </a:cubicBezTo>
                <a:close/>
                <a:moveTo>
                  <a:pt x="4332532" y="2756576"/>
                </a:moveTo>
                <a:cubicBezTo>
                  <a:pt x="4332725" y="2757388"/>
                  <a:pt x="4332725" y="2759553"/>
                  <a:pt x="4332725" y="2763883"/>
                </a:cubicBezTo>
                <a:cubicBezTo>
                  <a:pt x="4332725" y="2781204"/>
                  <a:pt x="4332725" y="2781204"/>
                  <a:pt x="4332725" y="2781204"/>
                </a:cubicBezTo>
                <a:cubicBezTo>
                  <a:pt x="4330251" y="2783679"/>
                  <a:pt x="4320353" y="2778730"/>
                  <a:pt x="4320353" y="2778730"/>
                </a:cubicBezTo>
                <a:lnTo>
                  <a:pt x="4320353" y="2763883"/>
                </a:lnTo>
                <a:cubicBezTo>
                  <a:pt x="4329632" y="2763883"/>
                  <a:pt x="4331952" y="2754140"/>
                  <a:pt x="4332532" y="2756576"/>
                </a:cubicBezTo>
                <a:close/>
                <a:moveTo>
                  <a:pt x="4501605" y="2751202"/>
                </a:moveTo>
                <a:cubicBezTo>
                  <a:pt x="4506554" y="2753368"/>
                  <a:pt x="4510884" y="2757698"/>
                  <a:pt x="4510884" y="2763885"/>
                </a:cubicBezTo>
                <a:cubicBezTo>
                  <a:pt x="4510884" y="2776256"/>
                  <a:pt x="4510884" y="2796051"/>
                  <a:pt x="4510884" y="2796051"/>
                </a:cubicBezTo>
                <a:cubicBezTo>
                  <a:pt x="4505935" y="2801000"/>
                  <a:pt x="4488614" y="2796051"/>
                  <a:pt x="4488614" y="2783679"/>
                </a:cubicBezTo>
                <a:cubicBezTo>
                  <a:pt x="4488614" y="2771308"/>
                  <a:pt x="4483666" y="2756460"/>
                  <a:pt x="4488614" y="2751511"/>
                </a:cubicBezTo>
                <a:cubicBezTo>
                  <a:pt x="4491089" y="2749038"/>
                  <a:pt x="4496656" y="2749038"/>
                  <a:pt x="4501605" y="2751202"/>
                </a:cubicBezTo>
                <a:close/>
                <a:moveTo>
                  <a:pt x="4659969" y="2749656"/>
                </a:moveTo>
                <a:cubicBezTo>
                  <a:pt x="4666155" y="2752130"/>
                  <a:pt x="4671722" y="2757698"/>
                  <a:pt x="4671722" y="2766358"/>
                </a:cubicBezTo>
                <a:cubicBezTo>
                  <a:pt x="4671722" y="2783679"/>
                  <a:pt x="4671722" y="2808424"/>
                  <a:pt x="4671722" y="2808424"/>
                </a:cubicBezTo>
                <a:cubicBezTo>
                  <a:pt x="4666773" y="2813372"/>
                  <a:pt x="4644504" y="2805949"/>
                  <a:pt x="4644504" y="2791103"/>
                </a:cubicBezTo>
                <a:cubicBezTo>
                  <a:pt x="4644504" y="2776256"/>
                  <a:pt x="4639555" y="2758935"/>
                  <a:pt x="4644504" y="2751511"/>
                </a:cubicBezTo>
                <a:cubicBezTo>
                  <a:pt x="4646979" y="2747800"/>
                  <a:pt x="4653783" y="2747181"/>
                  <a:pt x="4659969" y="2749656"/>
                </a:cubicBezTo>
                <a:close/>
                <a:moveTo>
                  <a:pt x="4132297" y="2744088"/>
                </a:moveTo>
                <a:cubicBezTo>
                  <a:pt x="4137245" y="2741613"/>
                  <a:pt x="4152092" y="2746562"/>
                  <a:pt x="4152092" y="2756460"/>
                </a:cubicBezTo>
                <a:cubicBezTo>
                  <a:pt x="4152092" y="2766357"/>
                  <a:pt x="4152092" y="2781204"/>
                  <a:pt x="4152092" y="2781204"/>
                </a:cubicBezTo>
                <a:cubicBezTo>
                  <a:pt x="4147143" y="2786153"/>
                  <a:pt x="4132297" y="2781204"/>
                  <a:pt x="4132297" y="2771306"/>
                </a:cubicBezTo>
                <a:cubicBezTo>
                  <a:pt x="4132297" y="2761409"/>
                  <a:pt x="4127348" y="2746562"/>
                  <a:pt x="4132297" y="2744088"/>
                </a:cubicBezTo>
                <a:close/>
                <a:moveTo>
                  <a:pt x="4535629" y="2729242"/>
                </a:moveTo>
                <a:cubicBezTo>
                  <a:pt x="4538103" y="2729242"/>
                  <a:pt x="4550475" y="2729242"/>
                  <a:pt x="4550475" y="2729242"/>
                </a:cubicBezTo>
                <a:cubicBezTo>
                  <a:pt x="4554905" y="2736887"/>
                  <a:pt x="4554905" y="2746339"/>
                  <a:pt x="4550475" y="2753985"/>
                </a:cubicBezTo>
                <a:cubicBezTo>
                  <a:pt x="4545527" y="2756460"/>
                  <a:pt x="4535629" y="2761409"/>
                  <a:pt x="4535629" y="2751511"/>
                </a:cubicBezTo>
                <a:cubicBezTo>
                  <a:pt x="4535629" y="2741613"/>
                  <a:pt x="4533154" y="2729242"/>
                  <a:pt x="4535629" y="2729242"/>
                </a:cubicBezTo>
                <a:close/>
                <a:moveTo>
                  <a:pt x="1136137" y="2717303"/>
                </a:moveTo>
                <a:cubicBezTo>
                  <a:pt x="1163698" y="2717586"/>
                  <a:pt x="1190050" y="2731852"/>
                  <a:pt x="1205059" y="2756460"/>
                </a:cubicBezTo>
                <a:cubicBezTo>
                  <a:pt x="1206096" y="2757945"/>
                  <a:pt x="1207073" y="2759479"/>
                  <a:pt x="1207979" y="2761062"/>
                </a:cubicBezTo>
                <a:cubicBezTo>
                  <a:pt x="1225035" y="2790658"/>
                  <a:pt x="1214864" y="2828491"/>
                  <a:pt x="1185260" y="2845539"/>
                </a:cubicBezTo>
                <a:cubicBezTo>
                  <a:pt x="1148825" y="2859965"/>
                  <a:pt x="1107284" y="2846455"/>
                  <a:pt x="1086283" y="2813372"/>
                </a:cubicBezTo>
                <a:cubicBezTo>
                  <a:pt x="1085427" y="2812085"/>
                  <a:pt x="1084620" y="2810749"/>
                  <a:pt x="1083857" y="2809388"/>
                </a:cubicBezTo>
                <a:cubicBezTo>
                  <a:pt x="1066494" y="2778384"/>
                  <a:pt x="1077553" y="2739188"/>
                  <a:pt x="1108554" y="2721818"/>
                </a:cubicBezTo>
                <a:cubicBezTo>
                  <a:pt x="1117632" y="2718670"/>
                  <a:pt x="1126951" y="2717210"/>
                  <a:pt x="1136137" y="2717303"/>
                </a:cubicBezTo>
                <a:close/>
                <a:moveTo>
                  <a:pt x="973694" y="2712224"/>
                </a:moveTo>
                <a:cubicBezTo>
                  <a:pt x="983719" y="2712224"/>
                  <a:pt x="993743" y="2715422"/>
                  <a:pt x="1002153" y="2721818"/>
                </a:cubicBezTo>
                <a:cubicBezTo>
                  <a:pt x="1004541" y="2724515"/>
                  <a:pt x="1006551" y="2727534"/>
                  <a:pt x="1008127" y="2730775"/>
                </a:cubicBezTo>
                <a:cubicBezTo>
                  <a:pt x="1017667" y="2750447"/>
                  <a:pt x="1009453" y="2774127"/>
                  <a:pt x="989780" y="2783678"/>
                </a:cubicBezTo>
                <a:cubicBezTo>
                  <a:pt x="969895" y="2793353"/>
                  <a:pt x="946065" y="2789370"/>
                  <a:pt x="930394" y="2773781"/>
                </a:cubicBezTo>
                <a:cubicBezTo>
                  <a:pt x="928932" y="2771727"/>
                  <a:pt x="927700" y="2769501"/>
                  <a:pt x="926722" y="2767174"/>
                </a:cubicBezTo>
                <a:cubicBezTo>
                  <a:pt x="919308" y="2749531"/>
                  <a:pt x="927602" y="2729242"/>
                  <a:pt x="945241" y="2721818"/>
                </a:cubicBezTo>
                <a:cubicBezTo>
                  <a:pt x="953650" y="2715422"/>
                  <a:pt x="963673" y="2712224"/>
                  <a:pt x="973694" y="2712224"/>
                </a:cubicBezTo>
                <a:close/>
                <a:moveTo>
                  <a:pt x="4184260" y="2709446"/>
                </a:moveTo>
                <a:cubicBezTo>
                  <a:pt x="4189209" y="2704497"/>
                  <a:pt x="4206529" y="2721818"/>
                  <a:pt x="4206529" y="2721818"/>
                </a:cubicBezTo>
                <a:cubicBezTo>
                  <a:pt x="4206529" y="2721818"/>
                  <a:pt x="4206529" y="2746563"/>
                  <a:pt x="4206529" y="2746563"/>
                </a:cubicBezTo>
                <a:cubicBezTo>
                  <a:pt x="4206529" y="2751512"/>
                  <a:pt x="4184260" y="2753986"/>
                  <a:pt x="4184260" y="2741614"/>
                </a:cubicBezTo>
                <a:cubicBezTo>
                  <a:pt x="4184260" y="2729243"/>
                  <a:pt x="4179311" y="2714396"/>
                  <a:pt x="4184260" y="2709446"/>
                </a:cubicBezTo>
                <a:close/>
                <a:moveTo>
                  <a:pt x="1709830" y="2689650"/>
                </a:moveTo>
                <a:cubicBezTo>
                  <a:pt x="1730246" y="2683711"/>
                  <a:pt x="1752007" y="2693040"/>
                  <a:pt x="1761793" y="2711920"/>
                </a:cubicBezTo>
                <a:cubicBezTo>
                  <a:pt x="1781588" y="2734190"/>
                  <a:pt x="1776640" y="2763883"/>
                  <a:pt x="1761793" y="2763883"/>
                </a:cubicBezTo>
                <a:cubicBezTo>
                  <a:pt x="1741958" y="2771306"/>
                  <a:pt x="1719698" y="2762820"/>
                  <a:pt x="1709830" y="2744088"/>
                </a:cubicBezTo>
                <a:cubicBezTo>
                  <a:pt x="1709145" y="2743444"/>
                  <a:pt x="1708481" y="2742801"/>
                  <a:pt x="1707845" y="2742108"/>
                </a:cubicBezTo>
                <a:cubicBezTo>
                  <a:pt x="1693910" y="2727063"/>
                  <a:pt x="1694798" y="2703581"/>
                  <a:pt x="1709830" y="2689650"/>
                </a:cubicBezTo>
                <a:close/>
                <a:moveTo>
                  <a:pt x="4585427" y="2659339"/>
                </a:moveTo>
                <a:cubicBezTo>
                  <a:pt x="4591922" y="2662432"/>
                  <a:pt x="4597489" y="2668618"/>
                  <a:pt x="4597489" y="2677278"/>
                </a:cubicBezTo>
                <a:cubicBezTo>
                  <a:pt x="4597489" y="2694599"/>
                  <a:pt x="4597489" y="2721818"/>
                  <a:pt x="4597489" y="2721818"/>
                </a:cubicBezTo>
                <a:cubicBezTo>
                  <a:pt x="4592540" y="2739139"/>
                  <a:pt x="4567796" y="2716869"/>
                  <a:pt x="4567796" y="2702023"/>
                </a:cubicBezTo>
                <a:cubicBezTo>
                  <a:pt x="4567796" y="2687176"/>
                  <a:pt x="4560373" y="2667381"/>
                  <a:pt x="4567796" y="2659957"/>
                </a:cubicBezTo>
                <a:cubicBezTo>
                  <a:pt x="4571508" y="2656246"/>
                  <a:pt x="4578932" y="2656246"/>
                  <a:pt x="4585427" y="2659339"/>
                </a:cubicBezTo>
                <a:close/>
                <a:moveTo>
                  <a:pt x="765627" y="2653950"/>
                </a:moveTo>
                <a:cubicBezTo>
                  <a:pt x="773489" y="2653510"/>
                  <a:pt x="781311" y="2654587"/>
                  <a:pt x="788672" y="2657041"/>
                </a:cubicBezTo>
                <a:cubicBezTo>
                  <a:pt x="803397" y="2661949"/>
                  <a:pt x="816285" y="2672367"/>
                  <a:pt x="823992" y="2687176"/>
                </a:cubicBezTo>
                <a:cubicBezTo>
                  <a:pt x="826179" y="2690047"/>
                  <a:pt x="827987" y="2693189"/>
                  <a:pt x="829374" y="2696530"/>
                </a:cubicBezTo>
                <a:cubicBezTo>
                  <a:pt x="838289" y="2717983"/>
                  <a:pt x="828124" y="2742603"/>
                  <a:pt x="806671" y="2751511"/>
                </a:cubicBezTo>
                <a:cubicBezTo>
                  <a:pt x="780929" y="2757797"/>
                  <a:pt x="754251" y="2745499"/>
                  <a:pt x="742335" y="2721818"/>
                </a:cubicBezTo>
                <a:cubicBezTo>
                  <a:pt x="725678" y="2704572"/>
                  <a:pt x="725678" y="2677205"/>
                  <a:pt x="742335" y="2659958"/>
                </a:cubicBezTo>
                <a:cubicBezTo>
                  <a:pt x="749861" y="2656345"/>
                  <a:pt x="757766" y="2654389"/>
                  <a:pt x="765627" y="2653950"/>
                </a:cubicBezTo>
                <a:close/>
                <a:moveTo>
                  <a:pt x="4463986" y="2644841"/>
                </a:moveTo>
                <a:cubicBezTo>
                  <a:pt x="4466422" y="2644261"/>
                  <a:pt x="4468045" y="2644648"/>
                  <a:pt x="4469128" y="2645421"/>
                </a:cubicBezTo>
                <a:cubicBezTo>
                  <a:pt x="4471293" y="2646967"/>
                  <a:pt x="4471293" y="2650060"/>
                  <a:pt x="4471293" y="2650060"/>
                </a:cubicBezTo>
                <a:cubicBezTo>
                  <a:pt x="4474831" y="2657062"/>
                  <a:pt x="4474831" y="2665327"/>
                  <a:pt x="4471293" y="2672330"/>
                </a:cubicBezTo>
                <a:cubicBezTo>
                  <a:pt x="4466344" y="2677278"/>
                  <a:pt x="4453972" y="2684702"/>
                  <a:pt x="4453972" y="2674805"/>
                </a:cubicBezTo>
                <a:cubicBezTo>
                  <a:pt x="4453972" y="2664906"/>
                  <a:pt x="4436651" y="2662432"/>
                  <a:pt x="4453972" y="2650060"/>
                </a:cubicBezTo>
                <a:cubicBezTo>
                  <a:pt x="4458302" y="2646967"/>
                  <a:pt x="4461550" y="2645421"/>
                  <a:pt x="4463986" y="2644841"/>
                </a:cubicBezTo>
                <a:close/>
                <a:moveTo>
                  <a:pt x="4612143" y="2631424"/>
                </a:moveTo>
                <a:cubicBezTo>
                  <a:pt x="4625018" y="2631193"/>
                  <a:pt x="4644504" y="2641399"/>
                  <a:pt x="4644504" y="2659957"/>
                </a:cubicBezTo>
                <a:cubicBezTo>
                  <a:pt x="4644504" y="2684702"/>
                  <a:pt x="4644504" y="2721818"/>
                  <a:pt x="4644504" y="2721818"/>
                </a:cubicBezTo>
                <a:cubicBezTo>
                  <a:pt x="4634606" y="2721818"/>
                  <a:pt x="4602438" y="2716869"/>
                  <a:pt x="4602438" y="2694599"/>
                </a:cubicBezTo>
                <a:cubicBezTo>
                  <a:pt x="4602438" y="2672329"/>
                  <a:pt x="4595015" y="2645112"/>
                  <a:pt x="4602438" y="2635213"/>
                </a:cubicBezTo>
                <a:cubicBezTo>
                  <a:pt x="4604294" y="2632739"/>
                  <a:pt x="4607851" y="2631502"/>
                  <a:pt x="4612143" y="2631424"/>
                </a:cubicBezTo>
                <a:close/>
                <a:moveTo>
                  <a:pt x="599338" y="2627169"/>
                </a:moveTo>
                <a:cubicBezTo>
                  <a:pt x="610394" y="2631150"/>
                  <a:pt x="620037" y="2639049"/>
                  <a:pt x="626036" y="2650060"/>
                </a:cubicBezTo>
                <a:cubicBezTo>
                  <a:pt x="627122" y="2651668"/>
                  <a:pt x="628084" y="2653351"/>
                  <a:pt x="628907" y="2655083"/>
                </a:cubicBezTo>
                <a:cubicBezTo>
                  <a:pt x="637662" y="2673616"/>
                  <a:pt x="629726" y="2695738"/>
                  <a:pt x="611189" y="2704499"/>
                </a:cubicBezTo>
                <a:cubicBezTo>
                  <a:pt x="587906" y="2711772"/>
                  <a:pt x="562629" y="2702666"/>
                  <a:pt x="549328" y="2682229"/>
                </a:cubicBezTo>
                <a:cubicBezTo>
                  <a:pt x="548243" y="2680620"/>
                  <a:pt x="547279" y="2678938"/>
                  <a:pt x="546454" y="2677205"/>
                </a:cubicBezTo>
                <a:cubicBezTo>
                  <a:pt x="537703" y="2658671"/>
                  <a:pt x="545638" y="2636550"/>
                  <a:pt x="564176" y="2627790"/>
                </a:cubicBezTo>
                <a:cubicBezTo>
                  <a:pt x="575817" y="2623127"/>
                  <a:pt x="588282" y="2623188"/>
                  <a:pt x="599338" y="2627169"/>
                </a:cubicBezTo>
                <a:close/>
                <a:moveTo>
                  <a:pt x="1572126" y="2622680"/>
                </a:moveTo>
                <a:cubicBezTo>
                  <a:pt x="1599905" y="2624639"/>
                  <a:pt x="1625755" y="2639964"/>
                  <a:pt x="1640546" y="2664906"/>
                </a:cubicBezTo>
                <a:cubicBezTo>
                  <a:pt x="1640855" y="2665351"/>
                  <a:pt x="1641157" y="2665772"/>
                  <a:pt x="1641456" y="2666217"/>
                </a:cubicBezTo>
                <a:cubicBezTo>
                  <a:pt x="1662021" y="2696851"/>
                  <a:pt x="1653861" y="2738372"/>
                  <a:pt x="1623225" y="2758935"/>
                </a:cubicBezTo>
                <a:cubicBezTo>
                  <a:pt x="1586324" y="2771108"/>
                  <a:pt x="1545963" y="2755569"/>
                  <a:pt x="1526722" y="2721818"/>
                </a:cubicBezTo>
                <a:cubicBezTo>
                  <a:pt x="1525690" y="2720457"/>
                  <a:pt x="1524713" y="2719046"/>
                  <a:pt x="1523790" y="2717611"/>
                </a:cubicBezTo>
                <a:cubicBezTo>
                  <a:pt x="1503898" y="2686532"/>
                  <a:pt x="1512967" y="2645209"/>
                  <a:pt x="1544043" y="2625316"/>
                </a:cubicBezTo>
                <a:cubicBezTo>
                  <a:pt x="1553393" y="2622860"/>
                  <a:pt x="1562867" y="2622028"/>
                  <a:pt x="1572126" y="2622680"/>
                </a:cubicBezTo>
                <a:close/>
                <a:moveTo>
                  <a:pt x="4112810" y="2612016"/>
                </a:moveTo>
                <a:cubicBezTo>
                  <a:pt x="4119306" y="2614799"/>
                  <a:pt x="4124873" y="2620367"/>
                  <a:pt x="4124873" y="2627790"/>
                </a:cubicBezTo>
                <a:cubicBezTo>
                  <a:pt x="4124873" y="2642637"/>
                  <a:pt x="4124873" y="2664906"/>
                  <a:pt x="4124873" y="2664906"/>
                </a:cubicBezTo>
                <a:cubicBezTo>
                  <a:pt x="4117450" y="2669855"/>
                  <a:pt x="4095180" y="2650060"/>
                  <a:pt x="4095180" y="2650060"/>
                </a:cubicBezTo>
                <a:cubicBezTo>
                  <a:pt x="4088004" y="2638727"/>
                  <a:pt x="4088004" y="2624277"/>
                  <a:pt x="4095180" y="2612943"/>
                </a:cubicBezTo>
                <a:cubicBezTo>
                  <a:pt x="4098892" y="2609232"/>
                  <a:pt x="4106315" y="2609232"/>
                  <a:pt x="4112810" y="2612016"/>
                </a:cubicBezTo>
                <a:close/>
                <a:moveTo>
                  <a:pt x="1252303" y="2607724"/>
                </a:moveTo>
                <a:cubicBezTo>
                  <a:pt x="1254389" y="2607145"/>
                  <a:pt x="1256709" y="2607531"/>
                  <a:pt x="1258873" y="2608304"/>
                </a:cubicBezTo>
                <a:cubicBezTo>
                  <a:pt x="1263196" y="2609850"/>
                  <a:pt x="1266907" y="2612943"/>
                  <a:pt x="1266907" y="2612943"/>
                </a:cubicBezTo>
                <a:cubicBezTo>
                  <a:pt x="1267845" y="2613637"/>
                  <a:pt x="1268679" y="2614478"/>
                  <a:pt x="1269382" y="2615418"/>
                </a:cubicBezTo>
                <a:cubicBezTo>
                  <a:pt x="1273482" y="2620886"/>
                  <a:pt x="1272373" y="2628631"/>
                  <a:pt x="1266907" y="2632739"/>
                </a:cubicBezTo>
                <a:cubicBezTo>
                  <a:pt x="1260655" y="2637118"/>
                  <a:pt x="1252100" y="2636054"/>
                  <a:pt x="1247121" y="2630264"/>
                </a:cubicBezTo>
                <a:lnTo>
                  <a:pt x="1247121" y="2612943"/>
                </a:lnTo>
                <a:cubicBezTo>
                  <a:pt x="1248359" y="2609850"/>
                  <a:pt x="1250215" y="2608304"/>
                  <a:pt x="1252303" y="2607724"/>
                </a:cubicBezTo>
                <a:close/>
                <a:moveTo>
                  <a:pt x="4488614" y="2590674"/>
                </a:moveTo>
                <a:cubicBezTo>
                  <a:pt x="4496038" y="2583251"/>
                  <a:pt x="4520782" y="2595623"/>
                  <a:pt x="4520782" y="2610468"/>
                </a:cubicBezTo>
                <a:cubicBezTo>
                  <a:pt x="4520782" y="2625316"/>
                  <a:pt x="4520782" y="2652534"/>
                  <a:pt x="4520782" y="2652534"/>
                </a:cubicBezTo>
                <a:cubicBezTo>
                  <a:pt x="4513358" y="2659957"/>
                  <a:pt x="4488614" y="2647585"/>
                  <a:pt x="4488614" y="2632739"/>
                </a:cubicBezTo>
                <a:cubicBezTo>
                  <a:pt x="4488614" y="2617892"/>
                  <a:pt x="4481191" y="2598096"/>
                  <a:pt x="4488614" y="2590674"/>
                </a:cubicBezTo>
                <a:close/>
                <a:moveTo>
                  <a:pt x="1418511" y="2586616"/>
                </a:moveTo>
                <a:cubicBezTo>
                  <a:pt x="1446212" y="2587748"/>
                  <a:pt x="1472093" y="2603913"/>
                  <a:pt x="1484657" y="2630266"/>
                </a:cubicBezTo>
                <a:cubicBezTo>
                  <a:pt x="1486602" y="2632937"/>
                  <a:pt x="1488329" y="2635783"/>
                  <a:pt x="1489819" y="2638753"/>
                </a:cubicBezTo>
                <a:cubicBezTo>
                  <a:pt x="1505185" y="2669262"/>
                  <a:pt x="1492902" y="2706452"/>
                  <a:pt x="1462387" y="2721818"/>
                </a:cubicBezTo>
                <a:cubicBezTo>
                  <a:pt x="1426998" y="2731395"/>
                  <a:pt x="1389557" y="2716226"/>
                  <a:pt x="1370833" y="2684702"/>
                </a:cubicBezTo>
                <a:cubicBezTo>
                  <a:pt x="1369361" y="2682698"/>
                  <a:pt x="1368005" y="2680620"/>
                  <a:pt x="1366770" y="2678466"/>
                </a:cubicBezTo>
                <a:cubicBezTo>
                  <a:pt x="1349115" y="2647636"/>
                  <a:pt x="1359795" y="2608342"/>
                  <a:pt x="1390629" y="2590674"/>
                </a:cubicBezTo>
                <a:cubicBezTo>
                  <a:pt x="1399841" y="2587532"/>
                  <a:pt x="1409277" y="2586239"/>
                  <a:pt x="1418511" y="2586616"/>
                </a:cubicBezTo>
                <a:close/>
                <a:moveTo>
                  <a:pt x="363743" y="2583251"/>
                </a:moveTo>
                <a:cubicBezTo>
                  <a:pt x="388312" y="2576099"/>
                  <a:pt x="414635" y="2586219"/>
                  <a:pt x="428078" y="2607995"/>
                </a:cubicBezTo>
                <a:cubicBezTo>
                  <a:pt x="429318" y="2609926"/>
                  <a:pt x="430376" y="2611978"/>
                  <a:pt x="431238" y="2614107"/>
                </a:cubicBezTo>
                <a:cubicBezTo>
                  <a:pt x="438929" y="2633110"/>
                  <a:pt x="429759" y="2654736"/>
                  <a:pt x="410757" y="2662432"/>
                </a:cubicBezTo>
                <a:cubicBezTo>
                  <a:pt x="386758" y="2672057"/>
                  <a:pt x="359341" y="2662556"/>
                  <a:pt x="346422" y="2640163"/>
                </a:cubicBezTo>
                <a:cubicBezTo>
                  <a:pt x="345524" y="2638703"/>
                  <a:pt x="344720" y="2637193"/>
                  <a:pt x="344015" y="2635659"/>
                </a:cubicBezTo>
                <a:cubicBezTo>
                  <a:pt x="334993" y="2615739"/>
                  <a:pt x="343827" y="2592282"/>
                  <a:pt x="363743" y="2583251"/>
                </a:cubicBezTo>
                <a:close/>
                <a:moveTo>
                  <a:pt x="4162609" y="2577992"/>
                </a:moveTo>
                <a:cubicBezTo>
                  <a:pt x="4167557" y="2580157"/>
                  <a:pt x="4171887" y="2584488"/>
                  <a:pt x="4171887" y="2590674"/>
                </a:cubicBezTo>
                <a:cubicBezTo>
                  <a:pt x="4171887" y="2603047"/>
                  <a:pt x="4171887" y="2622841"/>
                  <a:pt x="4171887" y="2622841"/>
                </a:cubicBezTo>
                <a:cubicBezTo>
                  <a:pt x="4166938" y="2627790"/>
                  <a:pt x="4149618" y="2622841"/>
                  <a:pt x="4149618" y="2610469"/>
                </a:cubicBezTo>
                <a:cubicBezTo>
                  <a:pt x="4149618" y="2598098"/>
                  <a:pt x="4144669" y="2583251"/>
                  <a:pt x="4149618" y="2578302"/>
                </a:cubicBezTo>
                <a:cubicBezTo>
                  <a:pt x="4152093" y="2575827"/>
                  <a:pt x="4157660" y="2575827"/>
                  <a:pt x="4162609" y="2577992"/>
                </a:cubicBezTo>
                <a:close/>
                <a:moveTo>
                  <a:pt x="168262" y="2575827"/>
                </a:moveTo>
                <a:lnTo>
                  <a:pt x="185584" y="2575827"/>
                </a:lnTo>
                <a:lnTo>
                  <a:pt x="185584" y="2588200"/>
                </a:lnTo>
                <a:close/>
                <a:moveTo>
                  <a:pt x="4382834" y="2560053"/>
                </a:moveTo>
                <a:cubicBezTo>
                  <a:pt x="4386545" y="2560362"/>
                  <a:pt x="4389638" y="2563455"/>
                  <a:pt x="4389638" y="2568405"/>
                </a:cubicBezTo>
                <a:cubicBezTo>
                  <a:pt x="4389638" y="2578302"/>
                  <a:pt x="4389638" y="2590674"/>
                  <a:pt x="4389638" y="2590674"/>
                </a:cubicBezTo>
                <a:cubicBezTo>
                  <a:pt x="4387163" y="2595623"/>
                  <a:pt x="4372317" y="2590674"/>
                  <a:pt x="4372317" y="2590674"/>
                </a:cubicBezTo>
                <a:cubicBezTo>
                  <a:pt x="4368778" y="2583671"/>
                  <a:pt x="4368778" y="2575408"/>
                  <a:pt x="4372317" y="2568405"/>
                </a:cubicBezTo>
                <a:cubicBezTo>
                  <a:pt x="4374792" y="2562219"/>
                  <a:pt x="4379122" y="2559744"/>
                  <a:pt x="4382834" y="2560053"/>
                </a:cubicBezTo>
                <a:close/>
                <a:moveTo>
                  <a:pt x="4528206" y="2556032"/>
                </a:moveTo>
                <a:cubicBezTo>
                  <a:pt x="4535629" y="2551083"/>
                  <a:pt x="4560373" y="2560980"/>
                  <a:pt x="4560373" y="2575827"/>
                </a:cubicBezTo>
                <a:cubicBezTo>
                  <a:pt x="4560373" y="2590674"/>
                  <a:pt x="4560373" y="2617892"/>
                  <a:pt x="4560373" y="2617892"/>
                </a:cubicBezTo>
                <a:cubicBezTo>
                  <a:pt x="4552950" y="2622841"/>
                  <a:pt x="4540578" y="2615418"/>
                  <a:pt x="4528206" y="2598098"/>
                </a:cubicBezTo>
                <a:cubicBezTo>
                  <a:pt x="4521574" y="2584858"/>
                  <a:pt x="4521574" y="2569271"/>
                  <a:pt x="4528206" y="2556032"/>
                </a:cubicBezTo>
                <a:close/>
                <a:moveTo>
                  <a:pt x="1059064" y="2546134"/>
                </a:moveTo>
                <a:cubicBezTo>
                  <a:pt x="1078168" y="2540096"/>
                  <a:pt x="1098875" y="2548385"/>
                  <a:pt x="1108554" y="2565930"/>
                </a:cubicBezTo>
                <a:cubicBezTo>
                  <a:pt x="1111127" y="2567735"/>
                  <a:pt x="1113364" y="2569988"/>
                  <a:pt x="1115173" y="2572561"/>
                </a:cubicBezTo>
                <a:cubicBezTo>
                  <a:pt x="1123814" y="2584858"/>
                  <a:pt x="1120855" y="2601833"/>
                  <a:pt x="1108554" y="2610469"/>
                </a:cubicBezTo>
                <a:cubicBezTo>
                  <a:pt x="1089422" y="2617620"/>
                  <a:pt x="1067983" y="2609058"/>
                  <a:pt x="1059064" y="2590674"/>
                </a:cubicBezTo>
                <a:cubicBezTo>
                  <a:pt x="1056489" y="2588868"/>
                  <a:pt x="1054250" y="2586616"/>
                  <a:pt x="1052444" y="2584043"/>
                </a:cubicBezTo>
                <a:cubicBezTo>
                  <a:pt x="1043804" y="2571745"/>
                  <a:pt x="1046765" y="2554769"/>
                  <a:pt x="1059064" y="2546134"/>
                </a:cubicBezTo>
                <a:close/>
                <a:moveTo>
                  <a:pt x="4199106" y="2543660"/>
                </a:moveTo>
                <a:cubicBezTo>
                  <a:pt x="4204055" y="2541185"/>
                  <a:pt x="4218902" y="2546134"/>
                  <a:pt x="4218902" y="2556032"/>
                </a:cubicBezTo>
                <a:cubicBezTo>
                  <a:pt x="4218902" y="2565930"/>
                  <a:pt x="4218902" y="2583251"/>
                  <a:pt x="4218902" y="2583251"/>
                </a:cubicBezTo>
                <a:cubicBezTo>
                  <a:pt x="4206530" y="2588200"/>
                  <a:pt x="4199106" y="2570879"/>
                  <a:pt x="4199106" y="2570879"/>
                </a:cubicBezTo>
                <a:cubicBezTo>
                  <a:pt x="4192921" y="2562861"/>
                  <a:pt x="4192921" y="2551677"/>
                  <a:pt x="4199106" y="2543660"/>
                </a:cubicBezTo>
                <a:close/>
                <a:moveTo>
                  <a:pt x="4588520" y="2537473"/>
                </a:moveTo>
                <a:cubicBezTo>
                  <a:pt x="4590066" y="2536855"/>
                  <a:pt x="4590066" y="2539948"/>
                  <a:pt x="4590066" y="2548608"/>
                </a:cubicBezTo>
                <a:cubicBezTo>
                  <a:pt x="4590066" y="2565930"/>
                  <a:pt x="4590066" y="2565930"/>
                  <a:pt x="4590066" y="2565930"/>
                </a:cubicBezTo>
                <a:cubicBezTo>
                  <a:pt x="4585117" y="2570879"/>
                  <a:pt x="4577694" y="2568405"/>
                  <a:pt x="4577694" y="2568405"/>
                </a:cubicBezTo>
                <a:cubicBezTo>
                  <a:pt x="4574155" y="2562268"/>
                  <a:pt x="4574155" y="2554745"/>
                  <a:pt x="4577694" y="2548608"/>
                </a:cubicBezTo>
                <a:cubicBezTo>
                  <a:pt x="4583880" y="2542422"/>
                  <a:pt x="4586973" y="2538092"/>
                  <a:pt x="4588520" y="2537473"/>
                </a:cubicBezTo>
                <a:close/>
                <a:moveTo>
                  <a:pt x="1786538" y="2526339"/>
                </a:moveTo>
                <a:cubicBezTo>
                  <a:pt x="1815073" y="2518519"/>
                  <a:pt x="1845147" y="2532005"/>
                  <a:pt x="1858296" y="2558507"/>
                </a:cubicBezTo>
                <a:cubicBezTo>
                  <a:pt x="1859288" y="2559423"/>
                  <a:pt x="1860243" y="2560362"/>
                  <a:pt x="1861154" y="2561352"/>
                </a:cubicBezTo>
                <a:cubicBezTo>
                  <a:pt x="1878708" y="2580504"/>
                  <a:pt x="1877428" y="2610246"/>
                  <a:pt x="1858296" y="2627790"/>
                </a:cubicBezTo>
                <a:cubicBezTo>
                  <a:pt x="1830370" y="2636006"/>
                  <a:pt x="1800491" y="2623659"/>
                  <a:pt x="1786538" y="2598098"/>
                </a:cubicBezTo>
                <a:cubicBezTo>
                  <a:pt x="1785924" y="2597504"/>
                  <a:pt x="1785325" y="2596909"/>
                  <a:pt x="1784744" y="2596291"/>
                </a:cubicBezTo>
                <a:cubicBezTo>
                  <a:pt x="1765918" y="2576495"/>
                  <a:pt x="1766722" y="2545169"/>
                  <a:pt x="1786538" y="2526339"/>
                </a:cubicBezTo>
                <a:close/>
                <a:moveTo>
                  <a:pt x="4255400" y="2511183"/>
                </a:moveTo>
                <a:cubicBezTo>
                  <a:pt x="4259730" y="2512111"/>
                  <a:pt x="4263441" y="2516441"/>
                  <a:pt x="4263441" y="2521389"/>
                </a:cubicBezTo>
                <a:cubicBezTo>
                  <a:pt x="4263441" y="2531287"/>
                  <a:pt x="4263441" y="2546134"/>
                  <a:pt x="4263441" y="2546134"/>
                </a:cubicBezTo>
                <a:cubicBezTo>
                  <a:pt x="4258492" y="2551083"/>
                  <a:pt x="4243646" y="2560980"/>
                  <a:pt x="4243646" y="2548608"/>
                </a:cubicBezTo>
                <a:cubicBezTo>
                  <a:pt x="4243646" y="2536236"/>
                  <a:pt x="4238697" y="2538710"/>
                  <a:pt x="4243646" y="2521389"/>
                </a:cubicBezTo>
                <a:cubicBezTo>
                  <a:pt x="4246121" y="2512729"/>
                  <a:pt x="4251070" y="2510255"/>
                  <a:pt x="4255400" y="2511183"/>
                </a:cubicBezTo>
                <a:close/>
                <a:moveTo>
                  <a:pt x="890801" y="2499120"/>
                </a:moveTo>
                <a:cubicBezTo>
                  <a:pt x="913358" y="2492192"/>
                  <a:pt x="937745" y="2501346"/>
                  <a:pt x="950189" y="2521389"/>
                </a:cubicBezTo>
                <a:cubicBezTo>
                  <a:pt x="951276" y="2522997"/>
                  <a:pt x="952238" y="2524680"/>
                  <a:pt x="953061" y="2526412"/>
                </a:cubicBezTo>
                <a:cubicBezTo>
                  <a:pt x="961812" y="2544946"/>
                  <a:pt x="953880" y="2567067"/>
                  <a:pt x="935342" y="2575827"/>
                </a:cubicBezTo>
                <a:cubicBezTo>
                  <a:pt x="912204" y="2582311"/>
                  <a:pt x="887652" y="2572065"/>
                  <a:pt x="875956" y="2551082"/>
                </a:cubicBezTo>
                <a:cubicBezTo>
                  <a:pt x="874493" y="2549028"/>
                  <a:pt x="873262" y="2546801"/>
                  <a:pt x="872287" y="2544476"/>
                </a:cubicBezTo>
                <a:cubicBezTo>
                  <a:pt x="864872" y="2526833"/>
                  <a:pt x="873165" y="2506543"/>
                  <a:pt x="890801" y="2499120"/>
                </a:cubicBezTo>
                <a:close/>
                <a:moveTo>
                  <a:pt x="1640547" y="2494172"/>
                </a:moveTo>
                <a:cubicBezTo>
                  <a:pt x="1667139" y="2485412"/>
                  <a:pt x="1696036" y="2498255"/>
                  <a:pt x="1707356" y="2523864"/>
                </a:cubicBezTo>
                <a:cubicBezTo>
                  <a:pt x="1708195" y="2524631"/>
                  <a:pt x="1709004" y="2525447"/>
                  <a:pt x="1709776" y="2526289"/>
                </a:cubicBezTo>
                <a:cubicBezTo>
                  <a:pt x="1725524" y="2543362"/>
                  <a:pt x="1724440" y="2569988"/>
                  <a:pt x="1707356" y="2585724"/>
                </a:cubicBezTo>
                <a:cubicBezTo>
                  <a:pt x="1681409" y="2594830"/>
                  <a:pt x="1652746" y="2583152"/>
                  <a:pt x="1640547" y="2558507"/>
                </a:cubicBezTo>
                <a:cubicBezTo>
                  <a:pt x="1640084" y="2558061"/>
                  <a:pt x="1639629" y="2557615"/>
                  <a:pt x="1639186" y="2557146"/>
                </a:cubicBezTo>
                <a:cubicBezTo>
                  <a:pt x="1622172" y="2539378"/>
                  <a:pt x="1622780" y="2511195"/>
                  <a:pt x="1640547" y="2494172"/>
                </a:cubicBezTo>
                <a:close/>
                <a:moveTo>
                  <a:pt x="4053115" y="2481798"/>
                </a:moveTo>
                <a:cubicBezTo>
                  <a:pt x="4063013" y="2476849"/>
                  <a:pt x="4087757" y="2484273"/>
                  <a:pt x="4087757" y="2501594"/>
                </a:cubicBezTo>
                <a:cubicBezTo>
                  <a:pt x="4087757" y="2518915"/>
                  <a:pt x="4087757" y="2543659"/>
                  <a:pt x="4087757" y="2543659"/>
                </a:cubicBezTo>
                <a:cubicBezTo>
                  <a:pt x="4080334" y="2551082"/>
                  <a:pt x="4053115" y="2543659"/>
                  <a:pt x="4053115" y="2526338"/>
                </a:cubicBezTo>
                <a:cubicBezTo>
                  <a:pt x="4053115" y="2509017"/>
                  <a:pt x="4043217" y="2486748"/>
                  <a:pt x="4053115" y="2481798"/>
                </a:cubicBezTo>
                <a:close/>
                <a:moveTo>
                  <a:pt x="4453973" y="2474376"/>
                </a:moveTo>
                <a:cubicBezTo>
                  <a:pt x="4453973" y="2474376"/>
                  <a:pt x="4481192" y="2476849"/>
                  <a:pt x="4481192" y="2494171"/>
                </a:cubicBezTo>
                <a:cubicBezTo>
                  <a:pt x="4481192" y="2511491"/>
                  <a:pt x="4481192" y="2536236"/>
                  <a:pt x="4481192" y="2536236"/>
                </a:cubicBezTo>
                <a:cubicBezTo>
                  <a:pt x="4473768" y="2543659"/>
                  <a:pt x="4453973" y="2536236"/>
                  <a:pt x="4453973" y="2518915"/>
                </a:cubicBezTo>
                <a:cubicBezTo>
                  <a:pt x="4453973" y="2501595"/>
                  <a:pt x="4453973" y="2474376"/>
                  <a:pt x="4453973" y="2474376"/>
                </a:cubicBezTo>
                <a:close/>
                <a:moveTo>
                  <a:pt x="707691" y="2449631"/>
                </a:moveTo>
                <a:cubicBezTo>
                  <a:pt x="731583" y="2441834"/>
                  <a:pt x="757629" y="2452255"/>
                  <a:pt x="769553" y="2474376"/>
                </a:cubicBezTo>
                <a:cubicBezTo>
                  <a:pt x="772583" y="2477791"/>
                  <a:pt x="774952" y="2481750"/>
                  <a:pt x="776545" y="2486031"/>
                </a:cubicBezTo>
                <a:cubicBezTo>
                  <a:pt x="783697" y="2505231"/>
                  <a:pt x="773918" y="2526610"/>
                  <a:pt x="754706" y="2533761"/>
                </a:cubicBezTo>
                <a:cubicBezTo>
                  <a:pt x="729554" y="2540814"/>
                  <a:pt x="703070" y="2528120"/>
                  <a:pt x="692844" y="2504069"/>
                </a:cubicBezTo>
                <a:cubicBezTo>
                  <a:pt x="691759" y="2502461"/>
                  <a:pt x="690796" y="2500777"/>
                  <a:pt x="689973" y="2499046"/>
                </a:cubicBezTo>
                <a:cubicBezTo>
                  <a:pt x="681219" y="2480513"/>
                  <a:pt x="689152" y="2458380"/>
                  <a:pt x="707691" y="2449631"/>
                </a:cubicBezTo>
                <a:close/>
                <a:moveTo>
                  <a:pt x="4122399" y="2444373"/>
                </a:moveTo>
                <a:cubicBezTo>
                  <a:pt x="4130441" y="2447775"/>
                  <a:pt x="4137245" y="2454580"/>
                  <a:pt x="4137245" y="2464478"/>
                </a:cubicBezTo>
                <a:cubicBezTo>
                  <a:pt x="4137245" y="2484273"/>
                  <a:pt x="4137245" y="2511491"/>
                  <a:pt x="4137245" y="2511491"/>
                </a:cubicBezTo>
                <a:cubicBezTo>
                  <a:pt x="4129822" y="2518915"/>
                  <a:pt x="4100129" y="2506542"/>
                  <a:pt x="4100129" y="2489221"/>
                </a:cubicBezTo>
                <a:cubicBezTo>
                  <a:pt x="4100129" y="2471900"/>
                  <a:pt x="4090231" y="2452105"/>
                  <a:pt x="4100129" y="2444682"/>
                </a:cubicBezTo>
                <a:cubicBezTo>
                  <a:pt x="4105078" y="2440971"/>
                  <a:pt x="4114357" y="2440971"/>
                  <a:pt x="4122399" y="2444373"/>
                </a:cubicBezTo>
                <a:close/>
                <a:moveTo>
                  <a:pt x="4488614" y="2442208"/>
                </a:moveTo>
                <a:cubicBezTo>
                  <a:pt x="4496038" y="2434785"/>
                  <a:pt x="4520782" y="2444682"/>
                  <a:pt x="4520782" y="2462003"/>
                </a:cubicBezTo>
                <a:cubicBezTo>
                  <a:pt x="4520782" y="2479325"/>
                  <a:pt x="4520782" y="2506543"/>
                  <a:pt x="4520782" y="2506543"/>
                </a:cubicBezTo>
                <a:cubicBezTo>
                  <a:pt x="4513358" y="2511492"/>
                  <a:pt x="4488614" y="2506543"/>
                  <a:pt x="4488614" y="2486748"/>
                </a:cubicBezTo>
                <a:cubicBezTo>
                  <a:pt x="4488614" y="2466952"/>
                  <a:pt x="4481191" y="2449631"/>
                  <a:pt x="4488614" y="2442208"/>
                </a:cubicBezTo>
                <a:close/>
                <a:moveTo>
                  <a:pt x="1515118" y="2427979"/>
                </a:moveTo>
                <a:cubicBezTo>
                  <a:pt x="1545401" y="2429130"/>
                  <a:pt x="1573833" y="2446190"/>
                  <a:pt x="1588583" y="2474376"/>
                </a:cubicBezTo>
                <a:cubicBezTo>
                  <a:pt x="1589615" y="2475736"/>
                  <a:pt x="1590592" y="2477146"/>
                  <a:pt x="1591515" y="2478582"/>
                </a:cubicBezTo>
                <a:cubicBezTo>
                  <a:pt x="1611407" y="2509660"/>
                  <a:pt x="1602339" y="2550983"/>
                  <a:pt x="1571262" y="2570877"/>
                </a:cubicBezTo>
                <a:cubicBezTo>
                  <a:pt x="1530964" y="2585353"/>
                  <a:pt x="1486226" y="2567241"/>
                  <a:pt x="1467336" y="2528812"/>
                </a:cubicBezTo>
                <a:cubicBezTo>
                  <a:pt x="1466304" y="2527451"/>
                  <a:pt x="1465327" y="2526041"/>
                  <a:pt x="1464404" y="2524606"/>
                </a:cubicBezTo>
                <a:cubicBezTo>
                  <a:pt x="1444512" y="2493528"/>
                  <a:pt x="1453581" y="2452201"/>
                  <a:pt x="1484657" y="2432309"/>
                </a:cubicBezTo>
                <a:cubicBezTo>
                  <a:pt x="1494724" y="2428980"/>
                  <a:pt x="1505024" y="2427596"/>
                  <a:pt x="1515118" y="2427979"/>
                </a:cubicBezTo>
                <a:close/>
                <a:moveTo>
                  <a:pt x="4386931" y="2411588"/>
                </a:moveTo>
                <a:cubicBezTo>
                  <a:pt x="4387163" y="2412516"/>
                  <a:pt x="4387163" y="2414989"/>
                  <a:pt x="4387163" y="2419939"/>
                </a:cubicBezTo>
                <a:cubicBezTo>
                  <a:pt x="4387163" y="2439733"/>
                  <a:pt x="4387163" y="2439733"/>
                  <a:pt x="4387163" y="2439733"/>
                </a:cubicBezTo>
                <a:cubicBezTo>
                  <a:pt x="4384689" y="2444682"/>
                  <a:pt x="4372317" y="2442208"/>
                  <a:pt x="4372317" y="2442208"/>
                </a:cubicBezTo>
                <a:cubicBezTo>
                  <a:pt x="4368778" y="2435203"/>
                  <a:pt x="4368778" y="2426941"/>
                  <a:pt x="4372317" y="2419939"/>
                </a:cubicBezTo>
                <a:cubicBezTo>
                  <a:pt x="4383452" y="2419939"/>
                  <a:pt x="4386235" y="2408804"/>
                  <a:pt x="4386931" y="2411588"/>
                </a:cubicBezTo>
                <a:close/>
                <a:moveTo>
                  <a:pt x="4525731" y="2410040"/>
                </a:moveTo>
                <a:cubicBezTo>
                  <a:pt x="4533154" y="2402617"/>
                  <a:pt x="4557898" y="2412514"/>
                  <a:pt x="4557898" y="2429836"/>
                </a:cubicBezTo>
                <a:cubicBezTo>
                  <a:pt x="4557898" y="2447157"/>
                  <a:pt x="4557898" y="2474376"/>
                  <a:pt x="4557898" y="2474376"/>
                </a:cubicBezTo>
                <a:cubicBezTo>
                  <a:pt x="4550475" y="2474376"/>
                  <a:pt x="4535629" y="2474376"/>
                  <a:pt x="4525731" y="2454580"/>
                </a:cubicBezTo>
                <a:cubicBezTo>
                  <a:pt x="4517763" y="2440799"/>
                  <a:pt x="4517763" y="2423820"/>
                  <a:pt x="4525731" y="2410040"/>
                </a:cubicBezTo>
                <a:close/>
                <a:moveTo>
                  <a:pt x="4028371" y="2397668"/>
                </a:moveTo>
                <a:lnTo>
                  <a:pt x="4028371" y="2398286"/>
                </a:lnTo>
                <a:cubicBezTo>
                  <a:pt x="4028371" y="2400142"/>
                  <a:pt x="4028371" y="2400142"/>
                  <a:pt x="4028371" y="2400142"/>
                </a:cubicBezTo>
                <a:cubicBezTo>
                  <a:pt x="4025896" y="2402617"/>
                  <a:pt x="4028371" y="2397668"/>
                  <a:pt x="4028371" y="2397668"/>
                </a:cubicBezTo>
                <a:close/>
                <a:moveTo>
                  <a:pt x="1781589" y="2395194"/>
                </a:moveTo>
                <a:lnTo>
                  <a:pt x="1784063" y="2395194"/>
                </a:lnTo>
                <a:lnTo>
                  <a:pt x="1784063" y="2397668"/>
                </a:lnTo>
                <a:close/>
                <a:moveTo>
                  <a:pt x="1362510" y="2386709"/>
                </a:moveTo>
                <a:cubicBezTo>
                  <a:pt x="1393476" y="2388586"/>
                  <a:pt x="1422282" y="2406186"/>
                  <a:pt x="1437643" y="2434785"/>
                </a:cubicBezTo>
                <a:cubicBezTo>
                  <a:pt x="1440880" y="2438595"/>
                  <a:pt x="1443663" y="2442766"/>
                  <a:pt x="1445935" y="2447220"/>
                </a:cubicBezTo>
                <a:cubicBezTo>
                  <a:pt x="1462075" y="2478879"/>
                  <a:pt x="1449500" y="2517628"/>
                  <a:pt x="1417847" y="2533761"/>
                </a:cubicBezTo>
                <a:cubicBezTo>
                  <a:pt x="1375604" y="2546257"/>
                  <a:pt x="1330349" y="2527748"/>
                  <a:pt x="1308973" y="2489221"/>
                </a:cubicBezTo>
                <a:cubicBezTo>
                  <a:pt x="1305625" y="2485139"/>
                  <a:pt x="1302791" y="2480661"/>
                  <a:pt x="1300540" y="2475884"/>
                </a:cubicBezTo>
                <a:cubicBezTo>
                  <a:pt x="1285367" y="2443761"/>
                  <a:pt x="1299115" y="2405417"/>
                  <a:pt x="1331242" y="2390245"/>
                </a:cubicBezTo>
                <a:cubicBezTo>
                  <a:pt x="1341626" y="2387202"/>
                  <a:pt x="1352188" y="2386081"/>
                  <a:pt x="1362510" y="2386709"/>
                </a:cubicBezTo>
                <a:close/>
                <a:moveTo>
                  <a:pt x="4075385" y="2365501"/>
                </a:moveTo>
                <a:lnTo>
                  <a:pt x="4075385" y="2367974"/>
                </a:lnTo>
                <a:cubicBezTo>
                  <a:pt x="4075385" y="2382821"/>
                  <a:pt x="4072910" y="2367974"/>
                  <a:pt x="4075385" y="2365501"/>
                </a:cubicBezTo>
                <a:close/>
                <a:moveTo>
                  <a:pt x="324153" y="2363026"/>
                </a:moveTo>
                <a:cubicBezTo>
                  <a:pt x="348678" y="2356712"/>
                  <a:pt x="374512" y="2366646"/>
                  <a:pt x="388488" y="2387770"/>
                </a:cubicBezTo>
                <a:cubicBezTo>
                  <a:pt x="389727" y="2389702"/>
                  <a:pt x="390783" y="2391749"/>
                  <a:pt x="391648" y="2393877"/>
                </a:cubicBezTo>
                <a:cubicBezTo>
                  <a:pt x="399338" y="2412879"/>
                  <a:pt x="390168" y="2434517"/>
                  <a:pt x="371167" y="2442207"/>
                </a:cubicBezTo>
                <a:cubicBezTo>
                  <a:pt x="346598" y="2449361"/>
                  <a:pt x="320275" y="2439236"/>
                  <a:pt x="306832" y="2417464"/>
                </a:cubicBezTo>
                <a:cubicBezTo>
                  <a:pt x="305592" y="2415531"/>
                  <a:pt x="304535" y="2413484"/>
                  <a:pt x="303672" y="2411356"/>
                </a:cubicBezTo>
                <a:cubicBezTo>
                  <a:pt x="295981" y="2392355"/>
                  <a:pt x="305153" y="2370716"/>
                  <a:pt x="324153" y="2363026"/>
                </a:cubicBezTo>
                <a:close/>
                <a:moveTo>
                  <a:pt x="1203913" y="2343014"/>
                </a:moveTo>
                <a:cubicBezTo>
                  <a:pt x="1232110" y="2345213"/>
                  <a:pt x="1258111" y="2361594"/>
                  <a:pt x="1271856" y="2387770"/>
                </a:cubicBezTo>
                <a:cubicBezTo>
                  <a:pt x="1274454" y="2391044"/>
                  <a:pt x="1276684" y="2394594"/>
                  <a:pt x="1278505" y="2398358"/>
                </a:cubicBezTo>
                <a:cubicBezTo>
                  <a:pt x="1292194" y="2426651"/>
                  <a:pt x="1280353" y="2460686"/>
                  <a:pt x="1252072" y="2474376"/>
                </a:cubicBezTo>
                <a:cubicBezTo>
                  <a:pt x="1214568" y="2486128"/>
                  <a:pt x="1174015" y="2469483"/>
                  <a:pt x="1155566" y="2434785"/>
                </a:cubicBezTo>
                <a:cubicBezTo>
                  <a:pt x="1153369" y="2431939"/>
                  <a:pt x="1151433" y="2428898"/>
                  <a:pt x="1149789" y="2425701"/>
                </a:cubicBezTo>
                <a:cubicBezTo>
                  <a:pt x="1134760" y="2396546"/>
                  <a:pt x="1146211" y="2360732"/>
                  <a:pt x="1175364" y="2345704"/>
                </a:cubicBezTo>
                <a:cubicBezTo>
                  <a:pt x="1184875" y="2343124"/>
                  <a:pt x="1194519" y="2342281"/>
                  <a:pt x="1203913" y="2343014"/>
                </a:cubicBezTo>
                <a:close/>
                <a:moveTo>
                  <a:pt x="1014524" y="2340756"/>
                </a:moveTo>
                <a:cubicBezTo>
                  <a:pt x="1035647" y="2334510"/>
                  <a:pt x="1058274" y="2343767"/>
                  <a:pt x="1068962" y="2363026"/>
                </a:cubicBezTo>
                <a:cubicBezTo>
                  <a:pt x="1070482" y="2364291"/>
                  <a:pt x="1071886" y="2365694"/>
                  <a:pt x="1073150" y="2367216"/>
                </a:cubicBezTo>
                <a:cubicBezTo>
                  <a:pt x="1084503" y="2380882"/>
                  <a:pt x="1082629" y="2401162"/>
                  <a:pt x="1068962" y="2412514"/>
                </a:cubicBezTo>
                <a:cubicBezTo>
                  <a:pt x="1067304" y="2413475"/>
                  <a:pt x="1065589" y="2414330"/>
                  <a:pt x="1063830" y="2415083"/>
                </a:cubicBezTo>
                <a:cubicBezTo>
                  <a:pt x="1039940" y="2425255"/>
                  <a:pt x="1012323" y="2414136"/>
                  <a:pt x="1002153" y="2390245"/>
                </a:cubicBezTo>
                <a:cubicBezTo>
                  <a:pt x="1000415" y="2388054"/>
                  <a:pt x="998972" y="2385648"/>
                  <a:pt x="997856" y="2383084"/>
                </a:cubicBezTo>
                <a:cubicBezTo>
                  <a:pt x="990770" y="2366793"/>
                  <a:pt x="998234" y="2347843"/>
                  <a:pt x="1014524" y="2340756"/>
                </a:cubicBezTo>
                <a:close/>
                <a:moveTo>
                  <a:pt x="4453973" y="2338282"/>
                </a:moveTo>
                <a:cubicBezTo>
                  <a:pt x="4453973" y="2333332"/>
                  <a:pt x="4471294" y="2340756"/>
                  <a:pt x="4471294" y="2353129"/>
                </a:cubicBezTo>
                <a:cubicBezTo>
                  <a:pt x="4471294" y="2365501"/>
                  <a:pt x="4471294" y="2385296"/>
                  <a:pt x="4471294" y="2385296"/>
                </a:cubicBezTo>
                <a:cubicBezTo>
                  <a:pt x="4453973" y="2390245"/>
                  <a:pt x="4453973" y="2382821"/>
                  <a:pt x="4453973" y="2370449"/>
                </a:cubicBezTo>
                <a:cubicBezTo>
                  <a:pt x="4453973" y="2358077"/>
                  <a:pt x="4453973" y="2343230"/>
                  <a:pt x="4453973" y="2338282"/>
                </a:cubicBezTo>
                <a:close/>
                <a:moveTo>
                  <a:pt x="1617095" y="2298493"/>
                </a:moveTo>
                <a:cubicBezTo>
                  <a:pt x="1640402" y="2300035"/>
                  <a:pt x="1661941" y="2313784"/>
                  <a:pt x="1672714" y="2335807"/>
                </a:cubicBezTo>
                <a:cubicBezTo>
                  <a:pt x="1674265" y="2337176"/>
                  <a:pt x="1675728" y="2338638"/>
                  <a:pt x="1677096" y="2340189"/>
                </a:cubicBezTo>
                <a:cubicBezTo>
                  <a:pt x="1695174" y="2360690"/>
                  <a:pt x="1693212" y="2391963"/>
                  <a:pt x="1672714" y="2410040"/>
                </a:cubicBezTo>
                <a:cubicBezTo>
                  <a:pt x="1641338" y="2420582"/>
                  <a:pt x="1607084" y="2405594"/>
                  <a:pt x="1593532" y="2375399"/>
                </a:cubicBezTo>
                <a:cubicBezTo>
                  <a:pt x="1591981" y="2374030"/>
                  <a:pt x="1590518" y="2372568"/>
                  <a:pt x="1589150" y="2371017"/>
                </a:cubicBezTo>
                <a:cubicBezTo>
                  <a:pt x="1571072" y="2350516"/>
                  <a:pt x="1573034" y="2319243"/>
                  <a:pt x="1593532" y="2301165"/>
                </a:cubicBezTo>
                <a:cubicBezTo>
                  <a:pt x="1601361" y="2298821"/>
                  <a:pt x="1609326" y="2297979"/>
                  <a:pt x="1617095" y="2298493"/>
                </a:cubicBezTo>
                <a:close/>
                <a:moveTo>
                  <a:pt x="866353" y="2269036"/>
                </a:moveTo>
                <a:cubicBezTo>
                  <a:pt x="893541" y="2271135"/>
                  <a:pt x="918728" y="2286415"/>
                  <a:pt x="932868" y="2311062"/>
                </a:cubicBezTo>
                <a:cubicBezTo>
                  <a:pt x="936374" y="2315195"/>
                  <a:pt x="939214" y="2319851"/>
                  <a:pt x="941281" y="2324862"/>
                </a:cubicBezTo>
                <a:cubicBezTo>
                  <a:pt x="952230" y="2351392"/>
                  <a:pt x="939602" y="2381773"/>
                  <a:pt x="913073" y="2392719"/>
                </a:cubicBezTo>
                <a:cubicBezTo>
                  <a:pt x="876237" y="2403012"/>
                  <a:pt x="837012" y="2387926"/>
                  <a:pt x="816569" y="2355603"/>
                </a:cubicBezTo>
                <a:cubicBezTo>
                  <a:pt x="813401" y="2351582"/>
                  <a:pt x="810818" y="2347134"/>
                  <a:pt x="808889" y="2342395"/>
                </a:cubicBezTo>
                <a:cubicBezTo>
                  <a:pt x="797573" y="2314539"/>
                  <a:pt x="810985" y="2282787"/>
                  <a:pt x="838838" y="2271471"/>
                </a:cubicBezTo>
                <a:cubicBezTo>
                  <a:pt x="848008" y="2269101"/>
                  <a:pt x="857293" y="2268336"/>
                  <a:pt x="866353" y="2269036"/>
                </a:cubicBezTo>
                <a:close/>
                <a:moveTo>
                  <a:pt x="1462387" y="2261575"/>
                </a:moveTo>
                <a:cubicBezTo>
                  <a:pt x="1492929" y="2253540"/>
                  <a:pt x="1524929" y="2267991"/>
                  <a:pt x="1539095" y="2296217"/>
                </a:cubicBezTo>
                <a:cubicBezTo>
                  <a:pt x="1540030" y="2297501"/>
                  <a:pt x="1540906" y="2298832"/>
                  <a:pt x="1541713" y="2300203"/>
                </a:cubicBezTo>
                <a:cubicBezTo>
                  <a:pt x="1555607" y="2323740"/>
                  <a:pt x="1547785" y="2354085"/>
                  <a:pt x="1524248" y="2367976"/>
                </a:cubicBezTo>
                <a:cubicBezTo>
                  <a:pt x="1493704" y="2376011"/>
                  <a:pt x="1461707" y="2361560"/>
                  <a:pt x="1447541" y="2333333"/>
                </a:cubicBezTo>
                <a:cubicBezTo>
                  <a:pt x="1430220" y="2303640"/>
                  <a:pt x="1435169" y="2261575"/>
                  <a:pt x="1462387" y="2261575"/>
                </a:cubicBezTo>
                <a:close/>
                <a:moveTo>
                  <a:pt x="3963340" y="2236134"/>
                </a:moveTo>
                <a:cubicBezTo>
                  <a:pt x="3970996" y="2235438"/>
                  <a:pt x="3986306" y="2247965"/>
                  <a:pt x="3986306" y="2259100"/>
                </a:cubicBezTo>
                <a:cubicBezTo>
                  <a:pt x="3986306" y="2273946"/>
                  <a:pt x="3986306" y="2296216"/>
                  <a:pt x="3986306" y="2296216"/>
                </a:cubicBezTo>
                <a:cubicBezTo>
                  <a:pt x="3978882" y="2301165"/>
                  <a:pt x="3959087" y="2296216"/>
                  <a:pt x="3959087" y="2278895"/>
                </a:cubicBezTo>
                <a:cubicBezTo>
                  <a:pt x="3959087" y="2261574"/>
                  <a:pt x="3959087" y="2256626"/>
                  <a:pt x="3959087" y="2241779"/>
                </a:cubicBezTo>
                <a:cubicBezTo>
                  <a:pt x="3959087" y="2238068"/>
                  <a:pt x="3960788" y="2236366"/>
                  <a:pt x="3963340" y="2236134"/>
                </a:cubicBezTo>
                <a:close/>
                <a:moveTo>
                  <a:pt x="4398569" y="2226817"/>
                </a:moveTo>
                <a:cubicBezTo>
                  <a:pt x="4410052" y="2226932"/>
                  <a:pt x="4426754" y="2228788"/>
                  <a:pt x="4426754" y="2241779"/>
                </a:cubicBezTo>
                <a:cubicBezTo>
                  <a:pt x="4426754" y="2259100"/>
                  <a:pt x="4426754" y="2283844"/>
                  <a:pt x="4426754" y="2283844"/>
                </a:cubicBezTo>
                <a:cubicBezTo>
                  <a:pt x="4419331" y="2288793"/>
                  <a:pt x="4389637" y="2283844"/>
                  <a:pt x="4389637" y="2266524"/>
                </a:cubicBezTo>
                <a:cubicBezTo>
                  <a:pt x="4389637" y="2249203"/>
                  <a:pt x="4382214" y="2226932"/>
                  <a:pt x="4389637" y="2226932"/>
                </a:cubicBezTo>
                <a:cubicBezTo>
                  <a:pt x="4391493" y="2226932"/>
                  <a:pt x="4394741" y="2226778"/>
                  <a:pt x="4398569" y="2226817"/>
                </a:cubicBezTo>
                <a:close/>
                <a:moveTo>
                  <a:pt x="4013757" y="2223144"/>
                </a:moveTo>
                <a:cubicBezTo>
                  <a:pt x="4020020" y="2221056"/>
                  <a:pt x="4028371" y="2229407"/>
                  <a:pt x="4028371" y="2229407"/>
                </a:cubicBezTo>
                <a:cubicBezTo>
                  <a:pt x="4034557" y="2237424"/>
                  <a:pt x="4034557" y="2248609"/>
                  <a:pt x="4028371" y="2256626"/>
                </a:cubicBezTo>
                <a:cubicBezTo>
                  <a:pt x="4023422" y="2259100"/>
                  <a:pt x="4008576" y="2264048"/>
                  <a:pt x="4008576" y="2254151"/>
                </a:cubicBezTo>
                <a:cubicBezTo>
                  <a:pt x="4008576" y="2244254"/>
                  <a:pt x="4003627" y="2244254"/>
                  <a:pt x="4008576" y="2229407"/>
                </a:cubicBezTo>
                <a:cubicBezTo>
                  <a:pt x="4009813" y="2225696"/>
                  <a:pt x="4011669" y="2223840"/>
                  <a:pt x="4013757" y="2223144"/>
                </a:cubicBezTo>
                <a:close/>
                <a:moveTo>
                  <a:pt x="690971" y="2221548"/>
                </a:moveTo>
                <a:cubicBezTo>
                  <a:pt x="721304" y="2221492"/>
                  <a:pt x="750474" y="2236985"/>
                  <a:pt x="767080" y="2264048"/>
                </a:cubicBezTo>
                <a:cubicBezTo>
                  <a:pt x="770405" y="2268418"/>
                  <a:pt x="773051" y="2273268"/>
                  <a:pt x="774923" y="2278430"/>
                </a:cubicBezTo>
                <a:cubicBezTo>
                  <a:pt x="785186" y="2306690"/>
                  <a:pt x="770595" y="2337919"/>
                  <a:pt x="742335" y="2348179"/>
                </a:cubicBezTo>
                <a:cubicBezTo>
                  <a:pt x="702568" y="2363728"/>
                  <a:pt x="657403" y="2347975"/>
                  <a:pt x="635934" y="2311063"/>
                </a:cubicBezTo>
                <a:cubicBezTo>
                  <a:pt x="633936" y="2308101"/>
                  <a:pt x="632219" y="2304956"/>
                  <a:pt x="630811" y="2301670"/>
                </a:cubicBezTo>
                <a:cubicBezTo>
                  <a:pt x="618421" y="2272786"/>
                  <a:pt x="631792" y="2239324"/>
                  <a:pt x="660679" y="2226932"/>
                </a:cubicBezTo>
                <a:cubicBezTo>
                  <a:pt x="670627" y="2223312"/>
                  <a:pt x="680863" y="2221566"/>
                  <a:pt x="690971" y="2221548"/>
                </a:cubicBezTo>
                <a:close/>
                <a:moveTo>
                  <a:pt x="1331894" y="2205139"/>
                </a:moveTo>
                <a:cubicBezTo>
                  <a:pt x="1359340" y="2207772"/>
                  <a:pt x="1384483" y="2223843"/>
                  <a:pt x="1398053" y="2249203"/>
                </a:cubicBezTo>
                <a:cubicBezTo>
                  <a:pt x="1399310" y="2250886"/>
                  <a:pt x="1400475" y="2252635"/>
                  <a:pt x="1401547" y="2254444"/>
                </a:cubicBezTo>
                <a:cubicBezTo>
                  <a:pt x="1418266" y="2282659"/>
                  <a:pt x="1408947" y="2319088"/>
                  <a:pt x="1380732" y="2335807"/>
                </a:cubicBezTo>
                <a:cubicBezTo>
                  <a:pt x="1342613" y="2347160"/>
                  <a:pt x="1301859" y="2329396"/>
                  <a:pt x="1284229" y="2293742"/>
                </a:cubicBezTo>
                <a:cubicBezTo>
                  <a:pt x="1281631" y="2290469"/>
                  <a:pt x="1279401" y="2286918"/>
                  <a:pt x="1277580" y="2283154"/>
                </a:cubicBezTo>
                <a:cubicBezTo>
                  <a:pt x="1263892" y="2254862"/>
                  <a:pt x="1275729" y="2220826"/>
                  <a:pt x="1304024" y="2207137"/>
                </a:cubicBezTo>
                <a:cubicBezTo>
                  <a:pt x="1313341" y="2204876"/>
                  <a:pt x="1322746" y="2204261"/>
                  <a:pt x="1331894" y="2205139"/>
                </a:cubicBezTo>
                <a:close/>
                <a:moveTo>
                  <a:pt x="1158044" y="2199714"/>
                </a:moveTo>
                <a:cubicBezTo>
                  <a:pt x="1174371" y="2195210"/>
                  <a:pt x="1191681" y="2202339"/>
                  <a:pt x="1200105" y="2217035"/>
                </a:cubicBezTo>
                <a:cubicBezTo>
                  <a:pt x="1200880" y="2217718"/>
                  <a:pt x="1201615" y="2218450"/>
                  <a:pt x="1202297" y="2219228"/>
                </a:cubicBezTo>
                <a:cubicBezTo>
                  <a:pt x="1211337" y="2229476"/>
                  <a:pt x="1210357" y="2245113"/>
                  <a:pt x="1200105" y="2254151"/>
                </a:cubicBezTo>
                <a:cubicBezTo>
                  <a:pt x="1183727" y="2259684"/>
                  <a:pt x="1165776" y="2252290"/>
                  <a:pt x="1158044" y="2236831"/>
                </a:cubicBezTo>
                <a:cubicBezTo>
                  <a:pt x="1140722" y="2221983"/>
                  <a:pt x="1143195" y="2199714"/>
                  <a:pt x="1158044" y="2199714"/>
                </a:cubicBezTo>
                <a:close/>
                <a:moveTo>
                  <a:pt x="1734065" y="2193924"/>
                </a:moveTo>
                <a:cubicBezTo>
                  <a:pt x="1748105" y="2188549"/>
                  <a:pt x="1763842" y="2195571"/>
                  <a:pt x="1769216" y="2209612"/>
                </a:cubicBezTo>
                <a:cubicBezTo>
                  <a:pt x="1770968" y="2210869"/>
                  <a:pt x="1772502" y="2212403"/>
                  <a:pt x="1773760" y="2214155"/>
                </a:cubicBezTo>
                <a:cubicBezTo>
                  <a:pt x="1780134" y="2223038"/>
                  <a:pt x="1778100" y="2235406"/>
                  <a:pt x="1769216" y="2241779"/>
                </a:cubicBezTo>
                <a:cubicBezTo>
                  <a:pt x="1768573" y="2242086"/>
                  <a:pt x="1767917" y="2242368"/>
                  <a:pt x="1767252" y="2242624"/>
                </a:cubicBezTo>
                <a:cubicBezTo>
                  <a:pt x="1753212" y="2247996"/>
                  <a:pt x="1737474" y="2240972"/>
                  <a:pt x="1732100" y="2226932"/>
                </a:cubicBezTo>
                <a:cubicBezTo>
                  <a:pt x="1732100" y="2212086"/>
                  <a:pt x="1732100" y="2194766"/>
                  <a:pt x="1732100" y="2194766"/>
                </a:cubicBezTo>
                <a:cubicBezTo>
                  <a:pt x="1732743" y="2194458"/>
                  <a:pt x="1733399" y="2194178"/>
                  <a:pt x="1734065" y="2193924"/>
                </a:cubicBezTo>
                <a:close/>
                <a:moveTo>
                  <a:pt x="506679" y="2181988"/>
                </a:moveTo>
                <a:cubicBezTo>
                  <a:pt x="535459" y="2184050"/>
                  <a:pt x="562120" y="2200465"/>
                  <a:pt x="576545" y="2226932"/>
                </a:cubicBezTo>
                <a:cubicBezTo>
                  <a:pt x="576822" y="2227464"/>
                  <a:pt x="577090" y="2228001"/>
                  <a:pt x="577350" y="2228544"/>
                </a:cubicBezTo>
                <a:cubicBezTo>
                  <a:pt x="590352" y="2255654"/>
                  <a:pt x="578910" y="2288167"/>
                  <a:pt x="551802" y="2301165"/>
                </a:cubicBezTo>
                <a:cubicBezTo>
                  <a:pt x="514608" y="2314938"/>
                  <a:pt x="472812" y="2301685"/>
                  <a:pt x="450349" y="2268997"/>
                </a:cubicBezTo>
                <a:cubicBezTo>
                  <a:pt x="445116" y="2262843"/>
                  <a:pt x="441391" y="2255551"/>
                  <a:pt x="439467" y="2247705"/>
                </a:cubicBezTo>
                <a:cubicBezTo>
                  <a:pt x="432635" y="2219830"/>
                  <a:pt x="449696" y="2191696"/>
                  <a:pt x="477567" y="2184868"/>
                </a:cubicBezTo>
                <a:cubicBezTo>
                  <a:pt x="487258" y="2182206"/>
                  <a:pt x="497085" y="2181300"/>
                  <a:pt x="506679" y="2181988"/>
                </a:cubicBezTo>
                <a:close/>
                <a:moveTo>
                  <a:pt x="994729" y="2152700"/>
                </a:moveTo>
                <a:cubicBezTo>
                  <a:pt x="1012362" y="2148295"/>
                  <a:pt x="1030724" y="2156457"/>
                  <a:pt x="1039271" y="2172496"/>
                </a:cubicBezTo>
                <a:cubicBezTo>
                  <a:pt x="1040044" y="2173178"/>
                  <a:pt x="1040775" y="2173911"/>
                  <a:pt x="1041459" y="2174688"/>
                </a:cubicBezTo>
                <a:cubicBezTo>
                  <a:pt x="1050502" y="2184937"/>
                  <a:pt x="1049520" y="2200573"/>
                  <a:pt x="1039271" y="2209611"/>
                </a:cubicBezTo>
                <a:cubicBezTo>
                  <a:pt x="1022266" y="2213650"/>
                  <a:pt x="1004537" y="2206757"/>
                  <a:pt x="994729" y="2192291"/>
                </a:cubicBezTo>
                <a:cubicBezTo>
                  <a:pt x="974935" y="2174970"/>
                  <a:pt x="979884" y="2152700"/>
                  <a:pt x="994729" y="2152700"/>
                </a:cubicBezTo>
                <a:close/>
                <a:moveTo>
                  <a:pt x="4342623" y="2115582"/>
                </a:moveTo>
                <a:cubicBezTo>
                  <a:pt x="4350047" y="2110633"/>
                  <a:pt x="4372316" y="2123006"/>
                  <a:pt x="4372316" y="2135379"/>
                </a:cubicBezTo>
                <a:cubicBezTo>
                  <a:pt x="4372316" y="2147751"/>
                  <a:pt x="4372316" y="2170021"/>
                  <a:pt x="4372316" y="2170021"/>
                </a:cubicBezTo>
                <a:cubicBezTo>
                  <a:pt x="4367367" y="2174970"/>
                  <a:pt x="4342623" y="2167545"/>
                  <a:pt x="4342623" y="2152700"/>
                </a:cubicBezTo>
                <a:cubicBezTo>
                  <a:pt x="4342623" y="2137852"/>
                  <a:pt x="4335200" y="2120531"/>
                  <a:pt x="4342623" y="2115582"/>
                </a:cubicBezTo>
                <a:close/>
                <a:moveTo>
                  <a:pt x="1604755" y="2107291"/>
                </a:moveTo>
                <a:cubicBezTo>
                  <a:pt x="1632752" y="2110849"/>
                  <a:pt x="1658183" y="2127267"/>
                  <a:pt x="1672714" y="2152700"/>
                </a:cubicBezTo>
                <a:cubicBezTo>
                  <a:pt x="1694984" y="2189816"/>
                  <a:pt x="1687561" y="2229407"/>
                  <a:pt x="1657867" y="2241779"/>
                </a:cubicBezTo>
                <a:cubicBezTo>
                  <a:pt x="1618596" y="2251066"/>
                  <a:pt x="1577985" y="2232792"/>
                  <a:pt x="1558890" y="2197239"/>
                </a:cubicBezTo>
                <a:cubicBezTo>
                  <a:pt x="1556799" y="2194641"/>
                  <a:pt x="1554934" y="2191873"/>
                  <a:pt x="1553308" y="2188962"/>
                </a:cubicBezTo>
                <a:cubicBezTo>
                  <a:pt x="1537321" y="2160324"/>
                  <a:pt x="1547575" y="2124147"/>
                  <a:pt x="1576211" y="2108160"/>
                </a:cubicBezTo>
                <a:cubicBezTo>
                  <a:pt x="1585805" y="2106347"/>
                  <a:pt x="1595423" y="2106104"/>
                  <a:pt x="1604755" y="2107291"/>
                </a:cubicBezTo>
                <a:close/>
                <a:moveTo>
                  <a:pt x="847353" y="2074141"/>
                </a:moveTo>
                <a:cubicBezTo>
                  <a:pt x="872776" y="2076657"/>
                  <a:pt x="895982" y="2091818"/>
                  <a:pt x="908124" y="2115583"/>
                </a:cubicBezTo>
                <a:cubicBezTo>
                  <a:pt x="911563" y="2119705"/>
                  <a:pt x="914274" y="2124384"/>
                  <a:pt x="916135" y="2129422"/>
                </a:cubicBezTo>
                <a:cubicBezTo>
                  <a:pt x="925135" y="2153779"/>
                  <a:pt x="912684" y="2180816"/>
                  <a:pt x="888327" y="2189816"/>
                </a:cubicBezTo>
                <a:cubicBezTo>
                  <a:pt x="853595" y="2200010"/>
                  <a:pt x="816465" y="2184541"/>
                  <a:pt x="799248" y="2152700"/>
                </a:cubicBezTo>
                <a:cubicBezTo>
                  <a:pt x="796147" y="2148676"/>
                  <a:pt x="793687" y="2144199"/>
                  <a:pt x="791950" y="2139426"/>
                </a:cubicBezTo>
                <a:cubicBezTo>
                  <a:pt x="782599" y="2113744"/>
                  <a:pt x="795837" y="2085343"/>
                  <a:pt x="821518" y="2075993"/>
                </a:cubicBezTo>
                <a:cubicBezTo>
                  <a:pt x="830157" y="2073871"/>
                  <a:pt x="838878" y="2073303"/>
                  <a:pt x="847353" y="2074141"/>
                </a:cubicBezTo>
                <a:close/>
                <a:moveTo>
                  <a:pt x="1462147" y="2062987"/>
                </a:moveTo>
                <a:cubicBezTo>
                  <a:pt x="1490989" y="2066939"/>
                  <a:pt x="1517040" y="2084188"/>
                  <a:pt x="1531671" y="2110634"/>
                </a:cubicBezTo>
                <a:cubicBezTo>
                  <a:pt x="1553941" y="2147751"/>
                  <a:pt x="1546518" y="2187341"/>
                  <a:pt x="1514350" y="2199713"/>
                </a:cubicBezTo>
                <a:cubicBezTo>
                  <a:pt x="1474369" y="2209337"/>
                  <a:pt x="1432875" y="2191119"/>
                  <a:pt x="1412899" y="2155173"/>
                </a:cubicBezTo>
                <a:cubicBezTo>
                  <a:pt x="1411075" y="2152753"/>
                  <a:pt x="1409430" y="2150203"/>
                  <a:pt x="1407980" y="2147540"/>
                </a:cubicBezTo>
                <a:cubicBezTo>
                  <a:pt x="1391631" y="2117542"/>
                  <a:pt x="1402694" y="2079969"/>
                  <a:pt x="1432694" y="2063619"/>
                </a:cubicBezTo>
                <a:cubicBezTo>
                  <a:pt x="1442609" y="2061830"/>
                  <a:pt x="1452533" y="2061670"/>
                  <a:pt x="1462147" y="2062987"/>
                </a:cubicBezTo>
                <a:close/>
                <a:moveTo>
                  <a:pt x="658204" y="2046299"/>
                </a:moveTo>
                <a:cubicBezTo>
                  <a:pt x="681659" y="2042691"/>
                  <a:pt x="705009" y="2053393"/>
                  <a:pt x="717590" y="2073519"/>
                </a:cubicBezTo>
                <a:cubicBezTo>
                  <a:pt x="719995" y="2076530"/>
                  <a:pt x="721792" y="2079982"/>
                  <a:pt x="722873" y="2083681"/>
                </a:cubicBezTo>
                <a:cubicBezTo>
                  <a:pt x="727493" y="2099416"/>
                  <a:pt x="718477" y="2115915"/>
                  <a:pt x="702744" y="2120532"/>
                </a:cubicBezTo>
                <a:cubicBezTo>
                  <a:pt x="679607" y="2127003"/>
                  <a:pt x="655054" y="2116771"/>
                  <a:pt x="643358" y="2095789"/>
                </a:cubicBezTo>
                <a:cubicBezTo>
                  <a:pt x="641467" y="2093257"/>
                  <a:pt x="639962" y="2090458"/>
                  <a:pt x="638885" y="2087487"/>
                </a:cubicBezTo>
                <a:cubicBezTo>
                  <a:pt x="632849" y="2070779"/>
                  <a:pt x="641497" y="2052339"/>
                  <a:pt x="658204" y="2046299"/>
                </a:cubicBezTo>
                <a:close/>
                <a:moveTo>
                  <a:pt x="4251069" y="2036401"/>
                </a:moveTo>
                <a:cubicBezTo>
                  <a:pt x="4258492" y="2031452"/>
                  <a:pt x="4280762" y="2038875"/>
                  <a:pt x="4280762" y="2053722"/>
                </a:cubicBezTo>
                <a:cubicBezTo>
                  <a:pt x="4280762" y="2068568"/>
                  <a:pt x="4280762" y="2088364"/>
                  <a:pt x="4280762" y="2088364"/>
                </a:cubicBezTo>
                <a:cubicBezTo>
                  <a:pt x="4275814" y="2093313"/>
                  <a:pt x="4251069" y="2085891"/>
                  <a:pt x="4251069" y="2071043"/>
                </a:cubicBezTo>
                <a:cubicBezTo>
                  <a:pt x="4251069" y="2056197"/>
                  <a:pt x="4243646" y="2041350"/>
                  <a:pt x="4251069" y="2036401"/>
                </a:cubicBezTo>
                <a:close/>
                <a:moveTo>
                  <a:pt x="1314628" y="2016860"/>
                </a:moveTo>
                <a:cubicBezTo>
                  <a:pt x="1344534" y="2019845"/>
                  <a:pt x="1371771" y="2037904"/>
                  <a:pt x="1385680" y="2066094"/>
                </a:cubicBezTo>
                <a:cubicBezTo>
                  <a:pt x="1407949" y="2103210"/>
                  <a:pt x="1400526" y="2142801"/>
                  <a:pt x="1365884" y="2155173"/>
                </a:cubicBezTo>
                <a:cubicBezTo>
                  <a:pt x="1325187" y="2165142"/>
                  <a:pt x="1282808" y="2146977"/>
                  <a:pt x="1261958" y="2110634"/>
                </a:cubicBezTo>
                <a:cubicBezTo>
                  <a:pt x="1239699" y="2071043"/>
                  <a:pt x="1249593" y="2031452"/>
                  <a:pt x="1284228" y="2019080"/>
                </a:cubicBezTo>
                <a:cubicBezTo>
                  <a:pt x="1294395" y="2016543"/>
                  <a:pt x="1304660" y="2015864"/>
                  <a:pt x="1314628" y="2016860"/>
                </a:cubicBezTo>
                <a:close/>
                <a:moveTo>
                  <a:pt x="480043" y="1996811"/>
                </a:moveTo>
                <a:cubicBezTo>
                  <a:pt x="502318" y="1992380"/>
                  <a:pt x="525005" y="2002242"/>
                  <a:pt x="536956" y="2021555"/>
                </a:cubicBezTo>
                <a:cubicBezTo>
                  <a:pt x="546852" y="2041350"/>
                  <a:pt x="541903" y="2068569"/>
                  <a:pt x="522109" y="2068569"/>
                </a:cubicBezTo>
                <a:cubicBezTo>
                  <a:pt x="499755" y="2073798"/>
                  <a:pt x="476620" y="2063739"/>
                  <a:pt x="465198" y="2043825"/>
                </a:cubicBezTo>
                <a:cubicBezTo>
                  <a:pt x="462791" y="2040813"/>
                  <a:pt x="460998" y="2037361"/>
                  <a:pt x="459913" y="2033662"/>
                </a:cubicBezTo>
                <a:cubicBezTo>
                  <a:pt x="455294" y="2017927"/>
                  <a:pt x="464308" y="2001429"/>
                  <a:pt x="480043" y="1996811"/>
                </a:cubicBezTo>
                <a:close/>
                <a:moveTo>
                  <a:pt x="1143195" y="1991862"/>
                </a:moveTo>
                <a:cubicBezTo>
                  <a:pt x="1171645" y="1985017"/>
                  <a:pt x="1201136" y="1998235"/>
                  <a:pt x="1214953" y="2024029"/>
                </a:cubicBezTo>
                <a:cubicBezTo>
                  <a:pt x="1218047" y="2027476"/>
                  <a:pt x="1220547" y="2031407"/>
                  <a:pt x="1222359" y="2035669"/>
                </a:cubicBezTo>
                <a:cubicBezTo>
                  <a:pt x="1231451" y="2057049"/>
                  <a:pt x="1221486" y="2081751"/>
                  <a:pt x="1200105" y="2090838"/>
                </a:cubicBezTo>
                <a:cubicBezTo>
                  <a:pt x="1170553" y="2095937"/>
                  <a:pt x="1140948" y="2082121"/>
                  <a:pt x="1125874" y="2056197"/>
                </a:cubicBezTo>
                <a:cubicBezTo>
                  <a:pt x="1108554" y="2028979"/>
                  <a:pt x="1115977" y="1991862"/>
                  <a:pt x="1143195" y="1991862"/>
                </a:cubicBezTo>
                <a:close/>
                <a:moveTo>
                  <a:pt x="291985" y="1954745"/>
                </a:moveTo>
                <a:cubicBezTo>
                  <a:pt x="315059" y="1949163"/>
                  <a:pt x="339089" y="1959174"/>
                  <a:pt x="351372" y="1979490"/>
                </a:cubicBezTo>
                <a:cubicBezTo>
                  <a:pt x="356418" y="1994502"/>
                  <a:pt x="348798" y="2010832"/>
                  <a:pt x="334051" y="2016605"/>
                </a:cubicBezTo>
                <a:cubicBezTo>
                  <a:pt x="313033" y="2023026"/>
                  <a:pt x="290189" y="2017317"/>
                  <a:pt x="274664" y="2001759"/>
                </a:cubicBezTo>
                <a:cubicBezTo>
                  <a:pt x="272029" y="1998302"/>
                  <a:pt x="270186" y="1994308"/>
                  <a:pt x="269265" y="1990061"/>
                </a:cubicBezTo>
                <a:cubicBezTo>
                  <a:pt x="265786" y="1974035"/>
                  <a:pt x="275958" y="1958222"/>
                  <a:pt x="291985" y="1954745"/>
                </a:cubicBezTo>
                <a:close/>
                <a:moveTo>
                  <a:pt x="989780" y="1952271"/>
                </a:moveTo>
                <a:cubicBezTo>
                  <a:pt x="1014055" y="1947582"/>
                  <a:pt x="1038696" y="1958426"/>
                  <a:pt x="1051641" y="1979490"/>
                </a:cubicBezTo>
                <a:cubicBezTo>
                  <a:pt x="1052727" y="1981088"/>
                  <a:pt x="1053691" y="1982772"/>
                  <a:pt x="1054515" y="1984518"/>
                </a:cubicBezTo>
                <a:cubicBezTo>
                  <a:pt x="1063265" y="2003057"/>
                  <a:pt x="1055330" y="2025178"/>
                  <a:pt x="1036793" y="2033927"/>
                </a:cubicBezTo>
                <a:cubicBezTo>
                  <a:pt x="1012554" y="2038643"/>
                  <a:pt x="988177" y="2026454"/>
                  <a:pt x="977406" y="2004234"/>
                </a:cubicBezTo>
                <a:cubicBezTo>
                  <a:pt x="962562" y="1981964"/>
                  <a:pt x="969986" y="1952271"/>
                  <a:pt x="989780" y="1952271"/>
                </a:cubicBezTo>
                <a:close/>
                <a:moveTo>
                  <a:pt x="1576212" y="1947322"/>
                </a:moveTo>
                <a:cubicBezTo>
                  <a:pt x="1609970" y="1940082"/>
                  <a:pt x="1644404" y="1956287"/>
                  <a:pt x="1660342" y="1986913"/>
                </a:cubicBezTo>
                <a:cubicBezTo>
                  <a:pt x="1680138" y="2019080"/>
                  <a:pt x="1672714" y="2061145"/>
                  <a:pt x="1645496" y="2061145"/>
                </a:cubicBezTo>
                <a:cubicBezTo>
                  <a:pt x="1611636" y="2069322"/>
                  <a:pt x="1576647" y="2052857"/>
                  <a:pt x="1561365" y="2021555"/>
                </a:cubicBezTo>
                <a:cubicBezTo>
                  <a:pt x="1541570" y="1989387"/>
                  <a:pt x="1548993" y="1947322"/>
                  <a:pt x="1576212" y="1947322"/>
                </a:cubicBezTo>
                <a:close/>
                <a:moveTo>
                  <a:pt x="4194157" y="1920104"/>
                </a:moveTo>
                <a:cubicBezTo>
                  <a:pt x="4201580" y="1915154"/>
                  <a:pt x="4226325" y="1927527"/>
                  <a:pt x="4226325" y="1942373"/>
                </a:cubicBezTo>
                <a:cubicBezTo>
                  <a:pt x="4226325" y="1957221"/>
                  <a:pt x="4226325" y="1979490"/>
                  <a:pt x="4226325" y="1979490"/>
                </a:cubicBezTo>
                <a:cubicBezTo>
                  <a:pt x="4206529" y="1979490"/>
                  <a:pt x="4194157" y="1977015"/>
                  <a:pt x="4194157" y="1959695"/>
                </a:cubicBezTo>
                <a:cubicBezTo>
                  <a:pt x="4194157" y="1942373"/>
                  <a:pt x="4186734" y="1925052"/>
                  <a:pt x="4194157" y="1920104"/>
                </a:cubicBezTo>
                <a:close/>
                <a:moveTo>
                  <a:pt x="1440118" y="1905258"/>
                </a:moveTo>
                <a:cubicBezTo>
                  <a:pt x="1470840" y="1900982"/>
                  <a:pt x="1501112" y="1915630"/>
                  <a:pt x="1516825" y="1942373"/>
                </a:cubicBezTo>
                <a:cubicBezTo>
                  <a:pt x="1531671" y="1972066"/>
                  <a:pt x="1526723" y="2011657"/>
                  <a:pt x="1501978" y="2011657"/>
                </a:cubicBezTo>
                <a:cubicBezTo>
                  <a:pt x="1471035" y="2017451"/>
                  <a:pt x="1439929" y="2002398"/>
                  <a:pt x="1425271" y="1974543"/>
                </a:cubicBezTo>
                <a:cubicBezTo>
                  <a:pt x="1407950" y="1944848"/>
                  <a:pt x="1412899" y="1905258"/>
                  <a:pt x="1440118" y="1905258"/>
                </a:cubicBezTo>
                <a:close/>
                <a:moveTo>
                  <a:pt x="841161" y="1882085"/>
                </a:moveTo>
                <a:cubicBezTo>
                  <a:pt x="867716" y="1885394"/>
                  <a:pt x="891863" y="1900934"/>
                  <a:pt x="905650" y="1925052"/>
                </a:cubicBezTo>
                <a:cubicBezTo>
                  <a:pt x="922970" y="1957220"/>
                  <a:pt x="915545" y="2001759"/>
                  <a:pt x="883378" y="2001759"/>
                </a:cubicBezTo>
                <a:cubicBezTo>
                  <a:pt x="846198" y="2009928"/>
                  <a:pt x="808042" y="1992856"/>
                  <a:pt x="789352" y="1959695"/>
                </a:cubicBezTo>
                <a:cubicBezTo>
                  <a:pt x="786071" y="1955284"/>
                  <a:pt x="783547" y="1950361"/>
                  <a:pt x="781888" y="1945122"/>
                </a:cubicBezTo>
                <a:cubicBezTo>
                  <a:pt x="773622" y="1919072"/>
                  <a:pt x="788043" y="1891252"/>
                  <a:pt x="814096" y="1882988"/>
                </a:cubicBezTo>
                <a:cubicBezTo>
                  <a:pt x="823189" y="1881238"/>
                  <a:pt x="832309" y="1880982"/>
                  <a:pt x="841161" y="1882085"/>
                </a:cubicBezTo>
                <a:close/>
                <a:moveTo>
                  <a:pt x="1291652" y="1865667"/>
                </a:moveTo>
                <a:cubicBezTo>
                  <a:pt x="1325411" y="1858425"/>
                  <a:pt x="1359845" y="1874632"/>
                  <a:pt x="1375783" y="1905258"/>
                </a:cubicBezTo>
                <a:cubicBezTo>
                  <a:pt x="1377653" y="1907720"/>
                  <a:pt x="1379291" y="1910352"/>
                  <a:pt x="1380670" y="1913120"/>
                </a:cubicBezTo>
                <a:cubicBezTo>
                  <a:pt x="1392866" y="1937581"/>
                  <a:pt x="1382921" y="1967295"/>
                  <a:pt x="1358461" y="1979490"/>
                </a:cubicBezTo>
                <a:cubicBezTo>
                  <a:pt x="1323518" y="1985790"/>
                  <a:pt x="1288509" y="1968785"/>
                  <a:pt x="1271856" y="1937425"/>
                </a:cubicBezTo>
                <a:cubicBezTo>
                  <a:pt x="1254544" y="1907732"/>
                  <a:pt x="1261959" y="1865667"/>
                  <a:pt x="1291652" y="1865667"/>
                </a:cubicBezTo>
                <a:close/>
                <a:moveTo>
                  <a:pt x="674261" y="1828077"/>
                </a:moveTo>
                <a:cubicBezTo>
                  <a:pt x="702124" y="1831875"/>
                  <a:pt x="727417" y="1848081"/>
                  <a:pt x="742333" y="1873090"/>
                </a:cubicBezTo>
                <a:cubicBezTo>
                  <a:pt x="747986" y="1879859"/>
                  <a:pt x="751622" y="1888084"/>
                  <a:pt x="752821" y="1896824"/>
                </a:cubicBezTo>
                <a:cubicBezTo>
                  <a:pt x="756356" y="1922545"/>
                  <a:pt x="738367" y="1946263"/>
                  <a:pt x="712640" y="1949796"/>
                </a:cubicBezTo>
                <a:cubicBezTo>
                  <a:pt x="676881" y="1957282"/>
                  <a:pt x="640501" y="1940102"/>
                  <a:pt x="623563" y="1907732"/>
                </a:cubicBezTo>
                <a:cubicBezTo>
                  <a:pt x="619358" y="1902809"/>
                  <a:pt x="616162" y="1897108"/>
                  <a:pt x="614150" y="1890959"/>
                </a:cubicBezTo>
                <a:cubicBezTo>
                  <a:pt x="605665" y="1864975"/>
                  <a:pt x="619851" y="1837035"/>
                  <a:pt x="645832" y="1828549"/>
                </a:cubicBezTo>
                <a:cubicBezTo>
                  <a:pt x="655401" y="1826924"/>
                  <a:pt x="664974" y="1826811"/>
                  <a:pt x="674261" y="1828077"/>
                </a:cubicBezTo>
                <a:close/>
                <a:moveTo>
                  <a:pt x="1002153" y="1808754"/>
                </a:moveTo>
                <a:cubicBezTo>
                  <a:pt x="1009643" y="1803750"/>
                  <a:pt x="1019407" y="1803750"/>
                  <a:pt x="1026898" y="1808754"/>
                </a:cubicBezTo>
                <a:lnTo>
                  <a:pt x="1026898" y="1828549"/>
                </a:lnTo>
                <a:cubicBezTo>
                  <a:pt x="1019407" y="1833552"/>
                  <a:pt x="1009643" y="1833552"/>
                  <a:pt x="1002153" y="1828549"/>
                </a:cubicBezTo>
                <a:cubicBezTo>
                  <a:pt x="1001215" y="1827846"/>
                  <a:pt x="1000381" y="1827012"/>
                  <a:pt x="999678" y="1826075"/>
                </a:cubicBezTo>
                <a:cubicBezTo>
                  <a:pt x="995578" y="1820609"/>
                  <a:pt x="996687" y="1812854"/>
                  <a:pt x="1002153" y="1808754"/>
                </a:cubicBezTo>
                <a:close/>
                <a:moveTo>
                  <a:pt x="1588583" y="1803805"/>
                </a:moveTo>
                <a:cubicBezTo>
                  <a:pt x="1611306" y="1800570"/>
                  <a:pt x="1633749" y="1811305"/>
                  <a:pt x="1645495" y="1831023"/>
                </a:cubicBezTo>
                <a:cubicBezTo>
                  <a:pt x="1667765" y="1853293"/>
                  <a:pt x="1665291" y="1882986"/>
                  <a:pt x="1645495" y="1882986"/>
                </a:cubicBezTo>
                <a:cubicBezTo>
                  <a:pt x="1622349" y="1885079"/>
                  <a:pt x="1600109" y="1873476"/>
                  <a:pt x="1588583" y="1853293"/>
                </a:cubicBezTo>
                <a:cubicBezTo>
                  <a:pt x="1587061" y="1852030"/>
                  <a:pt x="1585658" y="1850626"/>
                  <a:pt x="1584394" y="1849104"/>
                </a:cubicBezTo>
                <a:cubicBezTo>
                  <a:pt x="1573041" y="1835439"/>
                  <a:pt x="1574917" y="1815157"/>
                  <a:pt x="1588583" y="1803805"/>
                </a:cubicBezTo>
                <a:close/>
                <a:moveTo>
                  <a:pt x="1162664" y="1791069"/>
                </a:moveTo>
                <a:cubicBezTo>
                  <a:pt x="1193794" y="1795661"/>
                  <a:pt x="1221748" y="1814619"/>
                  <a:pt x="1237221" y="1843396"/>
                </a:cubicBezTo>
                <a:cubicBezTo>
                  <a:pt x="1261958" y="1880513"/>
                  <a:pt x="1252068" y="1932476"/>
                  <a:pt x="1214953" y="1932476"/>
                </a:cubicBezTo>
                <a:cubicBezTo>
                  <a:pt x="1172377" y="1941916"/>
                  <a:pt x="1128767" y="1921627"/>
                  <a:pt x="1108551" y="1882986"/>
                </a:cubicBezTo>
                <a:cubicBezTo>
                  <a:pt x="1103701" y="1877638"/>
                  <a:pt x="1099914" y="1871412"/>
                  <a:pt x="1097390" y="1864646"/>
                </a:cubicBezTo>
                <a:cubicBezTo>
                  <a:pt x="1086404" y="1835196"/>
                  <a:pt x="1101373" y="1802417"/>
                  <a:pt x="1130823" y="1791433"/>
                </a:cubicBezTo>
                <a:cubicBezTo>
                  <a:pt x="1141560" y="1789603"/>
                  <a:pt x="1152286" y="1789538"/>
                  <a:pt x="1162664" y="1791069"/>
                </a:cubicBezTo>
                <a:close/>
                <a:moveTo>
                  <a:pt x="493406" y="1777740"/>
                </a:moveTo>
                <a:cubicBezTo>
                  <a:pt x="521158" y="1780760"/>
                  <a:pt x="546636" y="1796405"/>
                  <a:pt x="561700" y="1821126"/>
                </a:cubicBezTo>
                <a:cubicBezTo>
                  <a:pt x="565514" y="1826030"/>
                  <a:pt x="568320" y="1831642"/>
                  <a:pt x="569957" y="1837638"/>
                </a:cubicBezTo>
                <a:cubicBezTo>
                  <a:pt x="576783" y="1862692"/>
                  <a:pt x="562006" y="1888531"/>
                  <a:pt x="536956" y="1895358"/>
                </a:cubicBezTo>
                <a:cubicBezTo>
                  <a:pt x="498981" y="1904740"/>
                  <a:pt x="459430" y="1887501"/>
                  <a:pt x="440455" y="1853293"/>
                </a:cubicBezTo>
                <a:cubicBezTo>
                  <a:pt x="436637" y="1848389"/>
                  <a:pt x="433830" y="1842777"/>
                  <a:pt x="432195" y="1836782"/>
                </a:cubicBezTo>
                <a:cubicBezTo>
                  <a:pt x="425370" y="1811729"/>
                  <a:pt x="440144" y="1785887"/>
                  <a:pt x="465198" y="1779060"/>
                </a:cubicBezTo>
                <a:cubicBezTo>
                  <a:pt x="474653" y="1777130"/>
                  <a:pt x="484156" y="1776734"/>
                  <a:pt x="493406" y="1777740"/>
                </a:cubicBezTo>
                <a:close/>
                <a:moveTo>
                  <a:pt x="1447541" y="1732046"/>
                </a:moveTo>
                <a:cubicBezTo>
                  <a:pt x="1483381" y="1728167"/>
                  <a:pt x="1517877" y="1746893"/>
                  <a:pt x="1534146" y="1779061"/>
                </a:cubicBezTo>
                <a:cubicBezTo>
                  <a:pt x="1553942" y="1811228"/>
                  <a:pt x="1546518" y="1855768"/>
                  <a:pt x="1519300" y="1855768"/>
                </a:cubicBezTo>
                <a:cubicBezTo>
                  <a:pt x="1482609" y="1860752"/>
                  <a:pt x="1446811" y="1841858"/>
                  <a:pt x="1430220" y="1808754"/>
                </a:cubicBezTo>
                <a:cubicBezTo>
                  <a:pt x="1410425" y="1776586"/>
                  <a:pt x="1417848" y="1732046"/>
                  <a:pt x="1447541" y="1732046"/>
                </a:cubicBezTo>
                <a:close/>
                <a:moveTo>
                  <a:pt x="823992" y="1707302"/>
                </a:moveTo>
                <a:cubicBezTo>
                  <a:pt x="856915" y="1701898"/>
                  <a:pt x="889917" y="1716460"/>
                  <a:pt x="908124" y="1744418"/>
                </a:cubicBezTo>
                <a:cubicBezTo>
                  <a:pt x="911000" y="1748095"/>
                  <a:pt x="913280" y="1752200"/>
                  <a:pt x="914883" y="1756585"/>
                </a:cubicBezTo>
                <a:cubicBezTo>
                  <a:pt x="923321" y="1779689"/>
                  <a:pt x="911434" y="1805262"/>
                  <a:pt x="888327" y="1813702"/>
                </a:cubicBezTo>
                <a:cubicBezTo>
                  <a:pt x="854774" y="1819319"/>
                  <a:pt x="821257" y="1803545"/>
                  <a:pt x="804197" y="1774111"/>
                </a:cubicBezTo>
                <a:cubicBezTo>
                  <a:pt x="786876" y="1744418"/>
                  <a:pt x="796774" y="1707302"/>
                  <a:pt x="823992" y="1707302"/>
                </a:cubicBezTo>
                <a:close/>
                <a:moveTo>
                  <a:pt x="1328410" y="1679852"/>
                </a:moveTo>
                <a:cubicBezTo>
                  <a:pt x="1357114" y="1684043"/>
                  <a:pt x="1383027" y="1701074"/>
                  <a:pt x="1398052" y="1727098"/>
                </a:cubicBezTo>
                <a:cubicBezTo>
                  <a:pt x="1420322" y="1764214"/>
                  <a:pt x="1412899" y="1813703"/>
                  <a:pt x="1378257" y="1813703"/>
                </a:cubicBezTo>
                <a:cubicBezTo>
                  <a:pt x="1338144" y="1819639"/>
                  <a:pt x="1298597" y="1799868"/>
                  <a:pt x="1279280" y="1764214"/>
                </a:cubicBezTo>
                <a:cubicBezTo>
                  <a:pt x="1257018" y="1727098"/>
                  <a:pt x="1266907" y="1680084"/>
                  <a:pt x="1299075" y="1680084"/>
                </a:cubicBezTo>
                <a:cubicBezTo>
                  <a:pt x="1308964" y="1678485"/>
                  <a:pt x="1318842" y="1678456"/>
                  <a:pt x="1328410" y="1679852"/>
                </a:cubicBezTo>
                <a:close/>
                <a:moveTo>
                  <a:pt x="1623226" y="1670186"/>
                </a:moveTo>
                <a:cubicBezTo>
                  <a:pt x="1641343" y="1667080"/>
                  <a:pt x="1659380" y="1676097"/>
                  <a:pt x="1667765" y="1692455"/>
                </a:cubicBezTo>
                <a:cubicBezTo>
                  <a:pt x="1685086" y="1709777"/>
                  <a:pt x="1682612" y="1732046"/>
                  <a:pt x="1667765" y="1732046"/>
                </a:cubicBezTo>
                <a:cubicBezTo>
                  <a:pt x="1649648" y="1735151"/>
                  <a:pt x="1631612" y="1726135"/>
                  <a:pt x="1623226" y="1709777"/>
                </a:cubicBezTo>
                <a:cubicBezTo>
                  <a:pt x="1605905" y="1692455"/>
                  <a:pt x="1608379" y="1670186"/>
                  <a:pt x="1623226" y="1670186"/>
                </a:cubicBezTo>
                <a:close/>
                <a:moveTo>
                  <a:pt x="663152" y="1655340"/>
                </a:moveTo>
                <a:cubicBezTo>
                  <a:pt x="694606" y="1650692"/>
                  <a:pt x="725787" y="1665308"/>
                  <a:pt x="742333" y="1692455"/>
                </a:cubicBezTo>
                <a:cubicBezTo>
                  <a:pt x="754707" y="1732046"/>
                  <a:pt x="742333" y="1749367"/>
                  <a:pt x="717590" y="1754316"/>
                </a:cubicBezTo>
                <a:cubicBezTo>
                  <a:pt x="688868" y="1758330"/>
                  <a:pt x="660554" y="1744661"/>
                  <a:pt x="645832" y="1719675"/>
                </a:cubicBezTo>
                <a:cubicBezTo>
                  <a:pt x="628511" y="1692455"/>
                  <a:pt x="635934" y="1655340"/>
                  <a:pt x="663152" y="1655340"/>
                </a:cubicBezTo>
                <a:close/>
                <a:moveTo>
                  <a:pt x="1185931" y="1627724"/>
                </a:moveTo>
                <a:cubicBezTo>
                  <a:pt x="1215621" y="1632068"/>
                  <a:pt x="1242290" y="1650147"/>
                  <a:pt x="1257018" y="1677610"/>
                </a:cubicBezTo>
                <a:cubicBezTo>
                  <a:pt x="1279280" y="1714725"/>
                  <a:pt x="1269382" y="1761739"/>
                  <a:pt x="1237221" y="1761739"/>
                </a:cubicBezTo>
                <a:cubicBezTo>
                  <a:pt x="1195350" y="1770853"/>
                  <a:pt x="1152616" y="1750501"/>
                  <a:pt x="1133297" y="1712252"/>
                </a:cubicBezTo>
                <a:cubicBezTo>
                  <a:pt x="1111027" y="1675134"/>
                  <a:pt x="1120925" y="1628120"/>
                  <a:pt x="1155566" y="1628120"/>
                </a:cubicBezTo>
                <a:cubicBezTo>
                  <a:pt x="1165805" y="1626354"/>
                  <a:pt x="1176037" y="1626276"/>
                  <a:pt x="1185931" y="1627724"/>
                </a:cubicBezTo>
                <a:close/>
                <a:moveTo>
                  <a:pt x="1012052" y="1615749"/>
                </a:moveTo>
                <a:cubicBezTo>
                  <a:pt x="1028048" y="1613665"/>
                  <a:pt x="1043709" y="1621497"/>
                  <a:pt x="1051641" y="1635544"/>
                </a:cubicBezTo>
                <a:cubicBezTo>
                  <a:pt x="1068962" y="1650390"/>
                  <a:pt x="1066488" y="1667711"/>
                  <a:pt x="1051641" y="1667711"/>
                </a:cubicBezTo>
                <a:cubicBezTo>
                  <a:pt x="1039269" y="1672660"/>
                  <a:pt x="1012052" y="1650390"/>
                  <a:pt x="1012052" y="1650390"/>
                </a:cubicBezTo>
                <a:cubicBezTo>
                  <a:pt x="1002619" y="1640769"/>
                  <a:pt x="1002619" y="1625369"/>
                  <a:pt x="1012052" y="1615749"/>
                </a:cubicBezTo>
                <a:close/>
                <a:moveTo>
                  <a:pt x="507479" y="1585613"/>
                </a:moveTo>
                <a:cubicBezTo>
                  <a:pt x="536782" y="1589658"/>
                  <a:pt x="563361" y="1606743"/>
                  <a:pt x="579021" y="1633070"/>
                </a:cubicBezTo>
                <a:cubicBezTo>
                  <a:pt x="583420" y="1638390"/>
                  <a:pt x="586660" y="1644570"/>
                  <a:pt x="588527" y="1651217"/>
                </a:cubicBezTo>
                <a:cubicBezTo>
                  <a:pt x="595925" y="1677529"/>
                  <a:pt x="580590" y="1704855"/>
                  <a:pt x="554278" y="1712252"/>
                </a:cubicBezTo>
                <a:cubicBezTo>
                  <a:pt x="513090" y="1720921"/>
                  <a:pt x="471030" y="1701895"/>
                  <a:pt x="450351" y="1665237"/>
                </a:cubicBezTo>
                <a:cubicBezTo>
                  <a:pt x="445724" y="1659481"/>
                  <a:pt x="442440" y="1652763"/>
                  <a:pt x="440748" y="1645573"/>
                </a:cubicBezTo>
                <a:cubicBezTo>
                  <a:pt x="434481" y="1618970"/>
                  <a:pt x="450969" y="1592322"/>
                  <a:pt x="477570" y="1586055"/>
                </a:cubicBezTo>
                <a:cubicBezTo>
                  <a:pt x="487639" y="1584365"/>
                  <a:pt x="497710" y="1584265"/>
                  <a:pt x="507479" y="1585613"/>
                </a:cubicBezTo>
                <a:close/>
                <a:moveTo>
                  <a:pt x="1484657" y="1581106"/>
                </a:moveTo>
                <a:cubicBezTo>
                  <a:pt x="1518470" y="1580493"/>
                  <a:pt x="1549866" y="1598571"/>
                  <a:pt x="1566313" y="1628120"/>
                </a:cubicBezTo>
                <a:cubicBezTo>
                  <a:pt x="1586109" y="1662763"/>
                  <a:pt x="1578685" y="1707302"/>
                  <a:pt x="1548992" y="1707302"/>
                </a:cubicBezTo>
                <a:cubicBezTo>
                  <a:pt x="1515318" y="1707384"/>
                  <a:pt x="1484172" y="1689449"/>
                  <a:pt x="1467336" y="1660289"/>
                </a:cubicBezTo>
                <a:cubicBezTo>
                  <a:pt x="1447541" y="1625647"/>
                  <a:pt x="1454964" y="1581106"/>
                  <a:pt x="1484657" y="1581106"/>
                </a:cubicBezTo>
                <a:close/>
                <a:moveTo>
                  <a:pt x="846265" y="1536566"/>
                </a:moveTo>
                <a:cubicBezTo>
                  <a:pt x="879203" y="1530521"/>
                  <a:pt x="912262" y="1546548"/>
                  <a:pt x="927918" y="1576157"/>
                </a:cubicBezTo>
                <a:cubicBezTo>
                  <a:pt x="945241" y="1603376"/>
                  <a:pt x="937815" y="1640493"/>
                  <a:pt x="910596" y="1640493"/>
                </a:cubicBezTo>
                <a:cubicBezTo>
                  <a:pt x="877655" y="1646538"/>
                  <a:pt x="844597" y="1630511"/>
                  <a:pt x="828943" y="1600902"/>
                </a:cubicBezTo>
                <a:cubicBezTo>
                  <a:pt x="811620" y="1571208"/>
                  <a:pt x="819043" y="1536566"/>
                  <a:pt x="846265" y="1536566"/>
                </a:cubicBezTo>
                <a:close/>
                <a:moveTo>
                  <a:pt x="1328768" y="1524194"/>
                </a:moveTo>
                <a:cubicBezTo>
                  <a:pt x="1369319" y="1519444"/>
                  <a:pt x="1408628" y="1540080"/>
                  <a:pt x="1427745" y="1576157"/>
                </a:cubicBezTo>
                <a:cubicBezTo>
                  <a:pt x="1450015" y="1613275"/>
                  <a:pt x="1442592" y="1660289"/>
                  <a:pt x="1407950" y="1660289"/>
                </a:cubicBezTo>
                <a:cubicBezTo>
                  <a:pt x="1367124" y="1666589"/>
                  <a:pt x="1326969" y="1645506"/>
                  <a:pt x="1308972" y="1608326"/>
                </a:cubicBezTo>
                <a:cubicBezTo>
                  <a:pt x="1286703" y="1571208"/>
                  <a:pt x="1294126" y="1524194"/>
                  <a:pt x="1328768" y="1524194"/>
                </a:cubicBezTo>
                <a:close/>
                <a:moveTo>
                  <a:pt x="1660341" y="1509348"/>
                </a:moveTo>
                <a:cubicBezTo>
                  <a:pt x="1689879" y="1504218"/>
                  <a:pt x="1719218" y="1519395"/>
                  <a:pt x="1732100" y="1546464"/>
                </a:cubicBezTo>
                <a:cubicBezTo>
                  <a:pt x="1759319" y="1573683"/>
                  <a:pt x="1754370" y="1608326"/>
                  <a:pt x="1732100" y="1608326"/>
                </a:cubicBezTo>
                <a:cubicBezTo>
                  <a:pt x="1702954" y="1611193"/>
                  <a:pt x="1674844" y="1596653"/>
                  <a:pt x="1660341" y="1571208"/>
                </a:cubicBezTo>
                <a:cubicBezTo>
                  <a:pt x="1633123" y="1543989"/>
                  <a:pt x="1638072" y="1509348"/>
                  <a:pt x="1660341" y="1509348"/>
                </a:cubicBezTo>
                <a:close/>
                <a:moveTo>
                  <a:pt x="1187735" y="1484605"/>
                </a:moveTo>
                <a:cubicBezTo>
                  <a:pt x="1221187" y="1479698"/>
                  <a:pt x="1254324" y="1495292"/>
                  <a:pt x="1271856" y="1524194"/>
                </a:cubicBezTo>
                <a:cubicBezTo>
                  <a:pt x="1291652" y="1556362"/>
                  <a:pt x="1284228" y="1595954"/>
                  <a:pt x="1254542" y="1595954"/>
                </a:cubicBezTo>
                <a:cubicBezTo>
                  <a:pt x="1221094" y="1600861"/>
                  <a:pt x="1187954" y="1585267"/>
                  <a:pt x="1170413" y="1556362"/>
                </a:cubicBezTo>
                <a:cubicBezTo>
                  <a:pt x="1150618" y="1524194"/>
                  <a:pt x="1160516" y="1484605"/>
                  <a:pt x="1187735" y="1484605"/>
                </a:cubicBezTo>
                <a:close/>
                <a:moveTo>
                  <a:pt x="682947" y="1484603"/>
                </a:moveTo>
                <a:cubicBezTo>
                  <a:pt x="714391" y="1480815"/>
                  <a:pt x="745479" y="1494003"/>
                  <a:pt x="764604" y="1519245"/>
                </a:cubicBezTo>
                <a:cubicBezTo>
                  <a:pt x="781925" y="1548939"/>
                  <a:pt x="772027" y="1583580"/>
                  <a:pt x="742333" y="1583580"/>
                </a:cubicBezTo>
                <a:cubicBezTo>
                  <a:pt x="711119" y="1590303"/>
                  <a:pt x="678922" y="1577619"/>
                  <a:pt x="660678" y="1551413"/>
                </a:cubicBezTo>
                <a:cubicBezTo>
                  <a:pt x="657067" y="1546857"/>
                  <a:pt x="654442" y="1541604"/>
                  <a:pt x="652965" y="1535982"/>
                </a:cubicBezTo>
                <a:cubicBezTo>
                  <a:pt x="647056" y="1513514"/>
                  <a:pt x="660482" y="1490513"/>
                  <a:pt x="682947" y="1484603"/>
                </a:cubicBezTo>
                <a:close/>
                <a:moveTo>
                  <a:pt x="1054116" y="1464809"/>
                </a:moveTo>
                <a:cubicBezTo>
                  <a:pt x="1065397" y="1463602"/>
                  <a:pt x="1076240" y="1469518"/>
                  <a:pt x="1081334" y="1479655"/>
                </a:cubicBezTo>
                <a:cubicBezTo>
                  <a:pt x="1081334" y="1489553"/>
                  <a:pt x="1081334" y="1501926"/>
                  <a:pt x="1081334" y="1501926"/>
                </a:cubicBezTo>
                <a:cubicBezTo>
                  <a:pt x="1069902" y="1503980"/>
                  <a:pt x="1058577" y="1497803"/>
                  <a:pt x="1054116" y="1487078"/>
                </a:cubicBezTo>
                <a:cubicBezTo>
                  <a:pt x="1054116" y="1464809"/>
                  <a:pt x="1054116" y="1464809"/>
                  <a:pt x="1054116" y="1464809"/>
                </a:cubicBezTo>
                <a:close/>
                <a:moveTo>
                  <a:pt x="1519299" y="1449961"/>
                </a:moveTo>
                <a:cubicBezTo>
                  <a:pt x="1552572" y="1445893"/>
                  <a:pt x="1584950" y="1462573"/>
                  <a:pt x="1600955" y="1492026"/>
                </a:cubicBezTo>
                <a:cubicBezTo>
                  <a:pt x="1620750" y="1524194"/>
                  <a:pt x="1613327" y="1561310"/>
                  <a:pt x="1586108" y="1561310"/>
                </a:cubicBezTo>
                <a:cubicBezTo>
                  <a:pt x="1552835" y="1565378"/>
                  <a:pt x="1520457" y="1548698"/>
                  <a:pt x="1504452" y="1519245"/>
                </a:cubicBezTo>
                <a:cubicBezTo>
                  <a:pt x="1484657" y="1484603"/>
                  <a:pt x="1484657" y="1457385"/>
                  <a:pt x="1519299" y="1449961"/>
                </a:cubicBezTo>
                <a:close/>
                <a:moveTo>
                  <a:pt x="3872482" y="1447487"/>
                </a:moveTo>
                <a:lnTo>
                  <a:pt x="3874956" y="1447487"/>
                </a:lnTo>
                <a:lnTo>
                  <a:pt x="3874956" y="1449961"/>
                </a:lnTo>
                <a:lnTo>
                  <a:pt x="3872482" y="1449961"/>
                </a:lnTo>
                <a:close/>
                <a:moveTo>
                  <a:pt x="524584" y="1442538"/>
                </a:moveTo>
                <a:cubicBezTo>
                  <a:pt x="537218" y="1441215"/>
                  <a:pt x="549559" y="1446914"/>
                  <a:pt x="556751" y="1457385"/>
                </a:cubicBezTo>
                <a:cubicBezTo>
                  <a:pt x="571596" y="1469757"/>
                  <a:pt x="556751" y="1484603"/>
                  <a:pt x="556751" y="1484603"/>
                </a:cubicBezTo>
                <a:cubicBezTo>
                  <a:pt x="543609" y="1485413"/>
                  <a:pt x="531142" y="1478700"/>
                  <a:pt x="524584" y="1467283"/>
                </a:cubicBezTo>
                <a:cubicBezTo>
                  <a:pt x="507261" y="1442538"/>
                  <a:pt x="524584" y="1442538"/>
                  <a:pt x="524584" y="1442538"/>
                </a:cubicBezTo>
                <a:close/>
                <a:moveTo>
                  <a:pt x="1378256" y="1407896"/>
                </a:moveTo>
                <a:cubicBezTo>
                  <a:pt x="1401664" y="1404365"/>
                  <a:pt x="1424672" y="1416368"/>
                  <a:pt x="1435168" y="1437589"/>
                </a:cubicBezTo>
                <a:cubicBezTo>
                  <a:pt x="1457438" y="1459859"/>
                  <a:pt x="1454964" y="1484603"/>
                  <a:pt x="1435168" y="1484603"/>
                </a:cubicBezTo>
                <a:cubicBezTo>
                  <a:pt x="1407947" y="1492509"/>
                  <a:pt x="1378932" y="1480075"/>
                  <a:pt x="1365884" y="1454911"/>
                </a:cubicBezTo>
                <a:cubicBezTo>
                  <a:pt x="1353512" y="1432640"/>
                  <a:pt x="1358461" y="1407896"/>
                  <a:pt x="1378256" y="1407896"/>
                </a:cubicBezTo>
                <a:close/>
                <a:moveTo>
                  <a:pt x="898225" y="1407896"/>
                </a:moveTo>
                <a:cubicBezTo>
                  <a:pt x="909505" y="1406689"/>
                  <a:pt x="920350" y="1412605"/>
                  <a:pt x="925445" y="1422743"/>
                </a:cubicBezTo>
                <a:cubicBezTo>
                  <a:pt x="925445" y="1445014"/>
                  <a:pt x="925445" y="1445014"/>
                  <a:pt x="925445" y="1445014"/>
                </a:cubicBezTo>
                <a:cubicBezTo>
                  <a:pt x="914163" y="1446221"/>
                  <a:pt x="903317" y="1440304"/>
                  <a:pt x="898225" y="1430166"/>
                </a:cubicBezTo>
                <a:cubicBezTo>
                  <a:pt x="895717" y="1428954"/>
                  <a:pt x="893697" y="1426930"/>
                  <a:pt x="892481" y="1424423"/>
                </a:cubicBezTo>
                <a:cubicBezTo>
                  <a:pt x="889506" y="1418274"/>
                  <a:pt x="892073" y="1410876"/>
                  <a:pt x="898225" y="1407896"/>
                </a:cubicBezTo>
                <a:close/>
                <a:moveTo>
                  <a:pt x="1732100" y="1400473"/>
                </a:moveTo>
                <a:cubicBezTo>
                  <a:pt x="1750015" y="1405669"/>
                  <a:pt x="1764020" y="1419675"/>
                  <a:pt x="1769217" y="1437589"/>
                </a:cubicBezTo>
                <a:cubicBezTo>
                  <a:pt x="1791486" y="1457385"/>
                  <a:pt x="1786538" y="1484605"/>
                  <a:pt x="1769217" y="1484605"/>
                </a:cubicBezTo>
                <a:cubicBezTo>
                  <a:pt x="1751302" y="1479407"/>
                  <a:pt x="1737296" y="1465402"/>
                  <a:pt x="1732100" y="1447487"/>
                </a:cubicBezTo>
                <a:cubicBezTo>
                  <a:pt x="1709830" y="1425217"/>
                  <a:pt x="1714779" y="1400473"/>
                  <a:pt x="1732100" y="1400473"/>
                </a:cubicBezTo>
                <a:close/>
                <a:moveTo>
                  <a:pt x="346422" y="1393050"/>
                </a:moveTo>
                <a:cubicBezTo>
                  <a:pt x="358968" y="1392230"/>
                  <a:pt x="371072" y="1397817"/>
                  <a:pt x="378589" y="1407896"/>
                </a:cubicBezTo>
                <a:cubicBezTo>
                  <a:pt x="395910" y="1432640"/>
                  <a:pt x="390962" y="1432640"/>
                  <a:pt x="378589" y="1432640"/>
                </a:cubicBezTo>
                <a:cubicBezTo>
                  <a:pt x="366043" y="1433459"/>
                  <a:pt x="353940" y="1427872"/>
                  <a:pt x="346422" y="1417793"/>
                </a:cubicBezTo>
                <a:cubicBezTo>
                  <a:pt x="329101" y="1393050"/>
                  <a:pt x="334050" y="1393050"/>
                  <a:pt x="346422" y="1393050"/>
                </a:cubicBezTo>
                <a:close/>
                <a:moveTo>
                  <a:pt x="3511215" y="1358408"/>
                </a:moveTo>
                <a:cubicBezTo>
                  <a:pt x="3523587" y="1358408"/>
                  <a:pt x="3523587" y="1358408"/>
                  <a:pt x="3523587" y="1358408"/>
                </a:cubicBezTo>
                <a:cubicBezTo>
                  <a:pt x="3523760" y="1359305"/>
                  <a:pt x="3523859" y="1360218"/>
                  <a:pt x="3523834" y="1361135"/>
                </a:cubicBezTo>
                <a:cubicBezTo>
                  <a:pt x="3523686" y="1367966"/>
                  <a:pt x="3518044" y="1373393"/>
                  <a:pt x="3511215" y="1373254"/>
                </a:cubicBezTo>
                <a:cubicBezTo>
                  <a:pt x="3511215" y="1358408"/>
                  <a:pt x="3498843" y="1358408"/>
                  <a:pt x="3511215" y="1358408"/>
                </a:cubicBezTo>
                <a:close/>
                <a:moveTo>
                  <a:pt x="1237223" y="1358408"/>
                </a:moveTo>
                <a:cubicBezTo>
                  <a:pt x="1257887" y="1358585"/>
                  <a:pt x="1276820" y="1369953"/>
                  <a:pt x="1286703" y="1388101"/>
                </a:cubicBezTo>
                <a:cubicBezTo>
                  <a:pt x="1311448" y="1407896"/>
                  <a:pt x="1306499" y="1432640"/>
                  <a:pt x="1286703" y="1432640"/>
                </a:cubicBezTo>
                <a:cubicBezTo>
                  <a:pt x="1266039" y="1432463"/>
                  <a:pt x="1247107" y="1421094"/>
                  <a:pt x="1237223" y="1402947"/>
                </a:cubicBezTo>
                <a:cubicBezTo>
                  <a:pt x="1212477" y="1383152"/>
                  <a:pt x="1217429" y="1358408"/>
                  <a:pt x="1237223" y="1358408"/>
                </a:cubicBezTo>
                <a:close/>
                <a:moveTo>
                  <a:pt x="1573737" y="1323766"/>
                </a:moveTo>
                <a:cubicBezTo>
                  <a:pt x="1608292" y="1319794"/>
                  <a:pt x="1641726" y="1337497"/>
                  <a:pt x="1657867" y="1368306"/>
                </a:cubicBezTo>
                <a:cubicBezTo>
                  <a:pt x="1675188" y="1400473"/>
                  <a:pt x="1670239" y="1440064"/>
                  <a:pt x="1643021" y="1440064"/>
                </a:cubicBezTo>
                <a:cubicBezTo>
                  <a:pt x="1608465" y="1444035"/>
                  <a:pt x="1575031" y="1426333"/>
                  <a:pt x="1558890" y="1395524"/>
                </a:cubicBezTo>
                <a:cubicBezTo>
                  <a:pt x="1539095" y="1360883"/>
                  <a:pt x="1546518" y="1323766"/>
                  <a:pt x="1573737" y="1323766"/>
                </a:cubicBezTo>
                <a:close/>
                <a:moveTo>
                  <a:pt x="1093705" y="1313869"/>
                </a:moveTo>
                <a:cubicBezTo>
                  <a:pt x="1108120" y="1313170"/>
                  <a:pt x="1121630" y="1320894"/>
                  <a:pt x="1128346" y="1333664"/>
                </a:cubicBezTo>
                <a:cubicBezTo>
                  <a:pt x="1143195" y="1346036"/>
                  <a:pt x="1140722" y="1360883"/>
                  <a:pt x="1128346" y="1360883"/>
                </a:cubicBezTo>
                <a:cubicBezTo>
                  <a:pt x="1114466" y="1362068"/>
                  <a:pt x="1101089" y="1355379"/>
                  <a:pt x="1093705" y="1343562"/>
                </a:cubicBezTo>
                <a:cubicBezTo>
                  <a:pt x="1093085" y="1343014"/>
                  <a:pt x="1092501" y="1342428"/>
                  <a:pt x="1091953" y="1341806"/>
                </a:cubicBezTo>
                <a:cubicBezTo>
                  <a:pt x="1084722" y="1333609"/>
                  <a:pt x="1085505" y="1321098"/>
                  <a:pt x="1093705" y="1313869"/>
                </a:cubicBezTo>
                <a:close/>
                <a:moveTo>
                  <a:pt x="569123" y="1303969"/>
                </a:moveTo>
                <a:cubicBezTo>
                  <a:pt x="576779" y="1299551"/>
                  <a:pt x="586210" y="1299551"/>
                  <a:pt x="593867" y="1303969"/>
                </a:cubicBezTo>
                <a:cubicBezTo>
                  <a:pt x="593867" y="1323765"/>
                  <a:pt x="593867" y="1323765"/>
                  <a:pt x="593867" y="1323765"/>
                </a:cubicBezTo>
                <a:cubicBezTo>
                  <a:pt x="586210" y="1328184"/>
                  <a:pt x="576779" y="1328184"/>
                  <a:pt x="569123" y="1323765"/>
                </a:cubicBezTo>
                <a:cubicBezTo>
                  <a:pt x="569123" y="1303969"/>
                  <a:pt x="569123" y="1303969"/>
                  <a:pt x="569123" y="1303969"/>
                </a:cubicBezTo>
                <a:close/>
                <a:moveTo>
                  <a:pt x="3310168" y="1298093"/>
                </a:moveTo>
                <a:cubicBezTo>
                  <a:pt x="3314498" y="1299641"/>
                  <a:pt x="3318210" y="1303970"/>
                  <a:pt x="3318210" y="1313867"/>
                </a:cubicBezTo>
                <a:cubicBezTo>
                  <a:pt x="3318210" y="1333664"/>
                  <a:pt x="3318210" y="1333664"/>
                  <a:pt x="3318210" y="1333664"/>
                </a:cubicBezTo>
                <a:cubicBezTo>
                  <a:pt x="3313261" y="1336137"/>
                  <a:pt x="3298414" y="1338611"/>
                  <a:pt x="3298414" y="1318816"/>
                </a:cubicBezTo>
                <a:cubicBezTo>
                  <a:pt x="3298414" y="1299022"/>
                  <a:pt x="3293466" y="1301495"/>
                  <a:pt x="3298414" y="1299022"/>
                </a:cubicBezTo>
                <a:cubicBezTo>
                  <a:pt x="3300889" y="1297785"/>
                  <a:pt x="3305838" y="1296547"/>
                  <a:pt x="3310168" y="1298093"/>
                </a:cubicBezTo>
                <a:close/>
                <a:moveTo>
                  <a:pt x="3362749" y="1296548"/>
                </a:moveTo>
                <a:cubicBezTo>
                  <a:pt x="3375121" y="1296548"/>
                  <a:pt x="3375121" y="1296548"/>
                  <a:pt x="3375121" y="1296548"/>
                </a:cubicBezTo>
                <a:cubicBezTo>
                  <a:pt x="3370172" y="1299022"/>
                  <a:pt x="3362749" y="1296548"/>
                  <a:pt x="3362749" y="1296548"/>
                </a:cubicBezTo>
                <a:close/>
                <a:moveTo>
                  <a:pt x="1769217" y="1281766"/>
                </a:moveTo>
                <a:cubicBezTo>
                  <a:pt x="1799773" y="1278313"/>
                  <a:pt x="1829293" y="1293994"/>
                  <a:pt x="1843449" y="1321291"/>
                </a:cubicBezTo>
                <a:cubicBezTo>
                  <a:pt x="1873143" y="1350985"/>
                  <a:pt x="1868194" y="1385626"/>
                  <a:pt x="1843449" y="1385626"/>
                </a:cubicBezTo>
                <a:cubicBezTo>
                  <a:pt x="1821180" y="1393051"/>
                  <a:pt x="1798910" y="1370780"/>
                  <a:pt x="1769217" y="1343562"/>
                </a:cubicBezTo>
                <a:cubicBezTo>
                  <a:pt x="1739523" y="1316342"/>
                  <a:pt x="1746947" y="1281766"/>
                  <a:pt x="1769217" y="1281766"/>
                </a:cubicBezTo>
                <a:close/>
                <a:moveTo>
                  <a:pt x="3719067" y="1259442"/>
                </a:moveTo>
                <a:lnTo>
                  <a:pt x="3721541" y="1261915"/>
                </a:lnTo>
                <a:lnTo>
                  <a:pt x="3719067" y="1261915"/>
                </a:lnTo>
                <a:close/>
                <a:moveTo>
                  <a:pt x="955136" y="1256989"/>
                </a:moveTo>
                <a:cubicBezTo>
                  <a:pt x="969134" y="1255166"/>
                  <a:pt x="982838" y="1262016"/>
                  <a:pt x="989779" y="1274309"/>
                </a:cubicBezTo>
                <a:cubicBezTo>
                  <a:pt x="989779" y="1286649"/>
                  <a:pt x="989779" y="1299022"/>
                  <a:pt x="974931" y="1301495"/>
                </a:cubicBezTo>
                <a:cubicBezTo>
                  <a:pt x="966552" y="1298148"/>
                  <a:pt x="959569" y="1292036"/>
                  <a:pt x="955136" y="1284209"/>
                </a:cubicBezTo>
                <a:cubicBezTo>
                  <a:pt x="937815" y="1271836"/>
                  <a:pt x="942764" y="1256989"/>
                  <a:pt x="955136" y="1256989"/>
                </a:cubicBezTo>
                <a:close/>
                <a:moveTo>
                  <a:pt x="1422797" y="1252061"/>
                </a:moveTo>
                <a:cubicBezTo>
                  <a:pt x="1466228" y="1249124"/>
                  <a:pt x="1507531" y="1271218"/>
                  <a:pt x="1529197" y="1308918"/>
                </a:cubicBezTo>
                <a:cubicBezTo>
                  <a:pt x="1551467" y="1348509"/>
                  <a:pt x="1544044" y="1395524"/>
                  <a:pt x="1509402" y="1395524"/>
                </a:cubicBezTo>
                <a:cubicBezTo>
                  <a:pt x="1465426" y="1401192"/>
                  <a:pt x="1422695" y="1378339"/>
                  <a:pt x="1403001" y="1338611"/>
                </a:cubicBezTo>
                <a:cubicBezTo>
                  <a:pt x="1380732" y="1299022"/>
                  <a:pt x="1388155" y="1252061"/>
                  <a:pt x="1422797" y="1252061"/>
                </a:cubicBezTo>
                <a:close/>
                <a:moveTo>
                  <a:pt x="1304024" y="1237209"/>
                </a:moveTo>
                <a:cubicBezTo>
                  <a:pt x="1319415" y="1237714"/>
                  <a:pt x="1333450" y="1246139"/>
                  <a:pt x="1341141" y="1259478"/>
                </a:cubicBezTo>
                <a:cubicBezTo>
                  <a:pt x="1358462" y="1276799"/>
                  <a:pt x="1355987" y="1296546"/>
                  <a:pt x="1341141" y="1296546"/>
                </a:cubicBezTo>
                <a:cubicBezTo>
                  <a:pt x="1326007" y="1295216"/>
                  <a:pt x="1312321" y="1287006"/>
                  <a:pt x="1304024" y="1274325"/>
                </a:cubicBezTo>
                <a:cubicBezTo>
                  <a:pt x="1284229" y="1257003"/>
                  <a:pt x="1286703" y="1237209"/>
                  <a:pt x="1304024" y="1237209"/>
                </a:cubicBezTo>
                <a:close/>
                <a:moveTo>
                  <a:pt x="3031176" y="1219902"/>
                </a:moveTo>
                <a:cubicBezTo>
                  <a:pt x="3036768" y="1217818"/>
                  <a:pt x="3042905" y="1217818"/>
                  <a:pt x="3048497" y="1219902"/>
                </a:cubicBezTo>
                <a:cubicBezTo>
                  <a:pt x="3048497" y="1237226"/>
                  <a:pt x="3048497" y="1237226"/>
                  <a:pt x="3048497" y="1237226"/>
                </a:cubicBezTo>
                <a:cubicBezTo>
                  <a:pt x="3042954" y="1239562"/>
                  <a:pt x="3036719" y="1239562"/>
                  <a:pt x="3031176" y="1237226"/>
                </a:cubicBezTo>
                <a:cubicBezTo>
                  <a:pt x="3031176" y="1219902"/>
                  <a:pt x="3031176" y="1219902"/>
                  <a:pt x="3031176" y="1219902"/>
                </a:cubicBezTo>
                <a:close/>
                <a:moveTo>
                  <a:pt x="1638072" y="1212477"/>
                </a:moveTo>
                <a:cubicBezTo>
                  <a:pt x="1673498" y="1210552"/>
                  <a:pt x="1706989" y="1228735"/>
                  <a:pt x="1724677" y="1259490"/>
                </a:cubicBezTo>
                <a:cubicBezTo>
                  <a:pt x="1744472" y="1294073"/>
                  <a:pt x="1737049" y="1333664"/>
                  <a:pt x="1709830" y="1333664"/>
                </a:cubicBezTo>
                <a:cubicBezTo>
                  <a:pt x="1673869" y="1335101"/>
                  <a:pt x="1640244" y="1315884"/>
                  <a:pt x="1623225" y="1284234"/>
                </a:cubicBezTo>
                <a:cubicBezTo>
                  <a:pt x="1603430" y="1252067"/>
                  <a:pt x="1610853" y="1212477"/>
                  <a:pt x="1638072" y="1212477"/>
                </a:cubicBezTo>
                <a:close/>
                <a:moveTo>
                  <a:pt x="1858296" y="1205057"/>
                </a:moveTo>
                <a:cubicBezTo>
                  <a:pt x="1882147" y="1202729"/>
                  <a:pt x="1904902" y="1215589"/>
                  <a:pt x="1915208" y="1237226"/>
                </a:cubicBezTo>
                <a:cubicBezTo>
                  <a:pt x="1935003" y="1259496"/>
                  <a:pt x="1932529" y="1284239"/>
                  <a:pt x="1915208" y="1284239"/>
                </a:cubicBezTo>
                <a:cubicBezTo>
                  <a:pt x="1891357" y="1286504"/>
                  <a:pt x="1868602" y="1273709"/>
                  <a:pt x="1858296" y="1252073"/>
                </a:cubicBezTo>
                <a:cubicBezTo>
                  <a:pt x="1836026" y="1229802"/>
                  <a:pt x="1840975" y="1205057"/>
                  <a:pt x="1858296" y="1205057"/>
                </a:cubicBezTo>
                <a:close/>
                <a:moveTo>
                  <a:pt x="3278928" y="1192983"/>
                </a:moveTo>
                <a:cubicBezTo>
                  <a:pt x="3281093" y="1192675"/>
                  <a:pt x="3281093" y="1196387"/>
                  <a:pt x="3281093" y="1205046"/>
                </a:cubicBezTo>
                <a:cubicBezTo>
                  <a:pt x="3281093" y="1222367"/>
                  <a:pt x="3281093" y="1222367"/>
                  <a:pt x="3281093" y="1222367"/>
                </a:cubicBezTo>
                <a:cubicBezTo>
                  <a:pt x="3276144" y="1237214"/>
                  <a:pt x="3263772" y="1239687"/>
                  <a:pt x="3263772" y="1222367"/>
                </a:cubicBezTo>
                <a:cubicBezTo>
                  <a:pt x="3263772" y="1205046"/>
                  <a:pt x="3246451" y="1219893"/>
                  <a:pt x="3263772" y="1205046"/>
                </a:cubicBezTo>
                <a:cubicBezTo>
                  <a:pt x="3272433" y="1197622"/>
                  <a:pt x="3276763" y="1193293"/>
                  <a:pt x="3278928" y="1192983"/>
                </a:cubicBezTo>
                <a:close/>
                <a:moveTo>
                  <a:pt x="3325633" y="1187718"/>
                </a:moveTo>
                <a:cubicBezTo>
                  <a:pt x="3329468" y="1185509"/>
                  <a:pt x="3334170" y="1185509"/>
                  <a:pt x="3338005" y="1187718"/>
                </a:cubicBezTo>
                <a:cubicBezTo>
                  <a:pt x="3335531" y="1190192"/>
                  <a:pt x="3325633" y="1187718"/>
                  <a:pt x="3325633" y="1187718"/>
                </a:cubicBezTo>
                <a:close/>
                <a:moveTo>
                  <a:pt x="2741667" y="1170418"/>
                </a:moveTo>
                <a:lnTo>
                  <a:pt x="2756514" y="1170418"/>
                </a:lnTo>
                <a:cubicBezTo>
                  <a:pt x="2756514" y="1187740"/>
                  <a:pt x="2756514" y="1187740"/>
                  <a:pt x="2756514" y="1187740"/>
                </a:cubicBezTo>
                <a:cubicBezTo>
                  <a:pt x="2751416" y="1188476"/>
                  <a:pt x="2746245" y="1187612"/>
                  <a:pt x="2741667" y="1185265"/>
                </a:cubicBezTo>
                <a:close/>
                <a:moveTo>
                  <a:pt x="3637411" y="1170363"/>
                </a:moveTo>
                <a:lnTo>
                  <a:pt x="3639885" y="1170363"/>
                </a:lnTo>
                <a:lnTo>
                  <a:pt x="3639885" y="1172837"/>
                </a:lnTo>
                <a:close/>
                <a:moveTo>
                  <a:pt x="1501978" y="1165456"/>
                </a:moveTo>
                <a:cubicBezTo>
                  <a:pt x="1519299" y="1160507"/>
                  <a:pt x="1531671" y="1175354"/>
                  <a:pt x="1553941" y="1195150"/>
                </a:cubicBezTo>
                <a:cubicBezTo>
                  <a:pt x="1576211" y="1214947"/>
                  <a:pt x="1571262" y="1237216"/>
                  <a:pt x="1553941" y="1237216"/>
                </a:cubicBezTo>
                <a:cubicBezTo>
                  <a:pt x="1532535" y="1237407"/>
                  <a:pt x="1512680" y="1226063"/>
                  <a:pt x="1501978" y="1207520"/>
                </a:cubicBezTo>
                <a:cubicBezTo>
                  <a:pt x="1479708" y="1187727"/>
                  <a:pt x="1484657" y="1170405"/>
                  <a:pt x="1501978" y="1165456"/>
                </a:cubicBezTo>
                <a:close/>
                <a:moveTo>
                  <a:pt x="1140722" y="1162969"/>
                </a:moveTo>
                <a:cubicBezTo>
                  <a:pt x="1162873" y="1162400"/>
                  <a:pt x="1183642" y="1173728"/>
                  <a:pt x="1195159" y="1192663"/>
                </a:cubicBezTo>
                <a:cubicBezTo>
                  <a:pt x="1217427" y="1212457"/>
                  <a:pt x="1212477" y="1237201"/>
                  <a:pt x="1195159" y="1237201"/>
                </a:cubicBezTo>
                <a:cubicBezTo>
                  <a:pt x="1168884" y="1242149"/>
                  <a:pt x="1142283" y="1230327"/>
                  <a:pt x="1128350" y="1207508"/>
                </a:cubicBezTo>
                <a:cubicBezTo>
                  <a:pt x="1118451" y="1187714"/>
                  <a:pt x="1123400" y="1162969"/>
                  <a:pt x="1140722" y="1162969"/>
                </a:cubicBezTo>
                <a:close/>
                <a:moveTo>
                  <a:pt x="1954798" y="1143196"/>
                </a:moveTo>
                <a:cubicBezTo>
                  <a:pt x="1971073" y="1142828"/>
                  <a:pt x="1986253" y="1151365"/>
                  <a:pt x="1994389" y="1165466"/>
                </a:cubicBezTo>
                <a:cubicBezTo>
                  <a:pt x="2009236" y="1182786"/>
                  <a:pt x="1994389" y="1200107"/>
                  <a:pt x="1994389" y="1200107"/>
                </a:cubicBezTo>
                <a:cubicBezTo>
                  <a:pt x="1977739" y="1199458"/>
                  <a:pt x="1962679" y="1190045"/>
                  <a:pt x="1954798" y="1175365"/>
                </a:cubicBezTo>
                <a:cubicBezTo>
                  <a:pt x="1939952" y="1160518"/>
                  <a:pt x="1954798" y="1143196"/>
                  <a:pt x="1954798" y="1143196"/>
                </a:cubicBezTo>
                <a:close/>
                <a:moveTo>
                  <a:pt x="2521443" y="1138252"/>
                </a:moveTo>
                <a:cubicBezTo>
                  <a:pt x="2525377" y="1136450"/>
                  <a:pt x="2529881" y="1136450"/>
                  <a:pt x="2533815" y="1138252"/>
                </a:cubicBezTo>
                <a:lnTo>
                  <a:pt x="2533815" y="1150624"/>
                </a:lnTo>
                <a:cubicBezTo>
                  <a:pt x="2528866" y="1150624"/>
                  <a:pt x="2521443" y="1162994"/>
                  <a:pt x="2521443" y="1150624"/>
                </a:cubicBezTo>
                <a:cubicBezTo>
                  <a:pt x="2521443" y="1138252"/>
                  <a:pt x="2521443" y="1138252"/>
                  <a:pt x="2521443" y="1138252"/>
                </a:cubicBezTo>
                <a:close/>
                <a:moveTo>
                  <a:pt x="2919826" y="1138247"/>
                </a:moveTo>
                <a:cubicBezTo>
                  <a:pt x="2927843" y="1139498"/>
                  <a:pt x="2934994" y="1143965"/>
                  <a:pt x="2939621" y="1150620"/>
                </a:cubicBezTo>
                <a:cubicBezTo>
                  <a:pt x="2939621" y="1167940"/>
                  <a:pt x="2939621" y="1167940"/>
                  <a:pt x="2939621" y="1167940"/>
                </a:cubicBezTo>
                <a:cubicBezTo>
                  <a:pt x="2934672" y="1170414"/>
                  <a:pt x="2919826" y="1172890"/>
                  <a:pt x="2919826" y="1155568"/>
                </a:cubicBezTo>
                <a:cubicBezTo>
                  <a:pt x="2919826" y="1138247"/>
                  <a:pt x="2919826" y="1138247"/>
                  <a:pt x="2919826" y="1138247"/>
                </a:cubicBezTo>
                <a:close/>
                <a:moveTo>
                  <a:pt x="1704882" y="1125871"/>
                </a:moveTo>
                <a:cubicBezTo>
                  <a:pt x="1737861" y="1123309"/>
                  <a:pt x="1769128" y="1140897"/>
                  <a:pt x="1784063" y="1170411"/>
                </a:cubicBezTo>
                <a:cubicBezTo>
                  <a:pt x="1813757" y="1202578"/>
                  <a:pt x="1808808" y="1237221"/>
                  <a:pt x="1784063" y="1237221"/>
                </a:cubicBezTo>
                <a:cubicBezTo>
                  <a:pt x="1746400" y="1244221"/>
                  <a:pt x="1708764" y="1224893"/>
                  <a:pt x="1692510" y="1190206"/>
                </a:cubicBezTo>
                <a:cubicBezTo>
                  <a:pt x="1672714" y="1160513"/>
                  <a:pt x="1677663" y="1125871"/>
                  <a:pt x="1704882" y="1125871"/>
                </a:cubicBezTo>
                <a:close/>
                <a:moveTo>
                  <a:pt x="1365884" y="1123386"/>
                </a:moveTo>
                <a:cubicBezTo>
                  <a:pt x="1380904" y="1122880"/>
                  <a:pt x="1395053" y="1130426"/>
                  <a:pt x="1403001" y="1143180"/>
                </a:cubicBezTo>
                <a:cubicBezTo>
                  <a:pt x="1417847" y="1158028"/>
                  <a:pt x="1403001" y="1175348"/>
                  <a:pt x="1403001" y="1175348"/>
                </a:cubicBezTo>
                <a:cubicBezTo>
                  <a:pt x="1387305" y="1175944"/>
                  <a:pt x="1372743" y="1167207"/>
                  <a:pt x="1365884" y="1153078"/>
                </a:cubicBezTo>
                <a:cubicBezTo>
                  <a:pt x="1348563" y="1138231"/>
                  <a:pt x="1365884" y="1123386"/>
                  <a:pt x="1365884" y="1123386"/>
                </a:cubicBezTo>
                <a:close/>
                <a:moveTo>
                  <a:pt x="989779" y="1106048"/>
                </a:moveTo>
                <a:cubicBezTo>
                  <a:pt x="1010930" y="1106794"/>
                  <a:pt x="1030360" y="1117897"/>
                  <a:pt x="1041740" y="1135741"/>
                </a:cubicBezTo>
                <a:cubicBezTo>
                  <a:pt x="1044316" y="1137550"/>
                  <a:pt x="1046553" y="1139789"/>
                  <a:pt x="1048361" y="1142360"/>
                </a:cubicBezTo>
                <a:cubicBezTo>
                  <a:pt x="1057004" y="1154661"/>
                  <a:pt x="1054042" y="1171639"/>
                  <a:pt x="1041740" y="1180281"/>
                </a:cubicBezTo>
                <a:cubicBezTo>
                  <a:pt x="1016286" y="1184149"/>
                  <a:pt x="990978" y="1172467"/>
                  <a:pt x="977406" y="1150589"/>
                </a:cubicBezTo>
                <a:cubicBezTo>
                  <a:pt x="965035" y="1130791"/>
                  <a:pt x="969983" y="1106048"/>
                  <a:pt x="989779" y="1106048"/>
                </a:cubicBezTo>
                <a:close/>
                <a:moveTo>
                  <a:pt x="601291" y="1098606"/>
                </a:moveTo>
                <a:cubicBezTo>
                  <a:pt x="637796" y="1094837"/>
                  <a:pt x="673277" y="1112099"/>
                  <a:pt x="692844" y="1143147"/>
                </a:cubicBezTo>
                <a:cubicBezTo>
                  <a:pt x="710167" y="1175314"/>
                  <a:pt x="700267" y="1212431"/>
                  <a:pt x="670575" y="1212431"/>
                </a:cubicBezTo>
                <a:cubicBezTo>
                  <a:pt x="633549" y="1215698"/>
                  <a:pt x="597937" y="1197410"/>
                  <a:pt x="579021" y="1165416"/>
                </a:cubicBezTo>
                <a:cubicBezTo>
                  <a:pt x="559225" y="1133248"/>
                  <a:pt x="569124" y="1098606"/>
                  <a:pt x="601291" y="1098606"/>
                </a:cubicBezTo>
                <a:close/>
                <a:moveTo>
                  <a:pt x="3004576" y="1091534"/>
                </a:moveTo>
                <a:cubicBezTo>
                  <a:pt x="3008287" y="1091227"/>
                  <a:pt x="3011380" y="1094939"/>
                  <a:pt x="3011380" y="1103600"/>
                </a:cubicBezTo>
                <a:cubicBezTo>
                  <a:pt x="3011380" y="1120920"/>
                  <a:pt x="3011380" y="1120920"/>
                  <a:pt x="3011380" y="1120920"/>
                </a:cubicBezTo>
                <a:cubicBezTo>
                  <a:pt x="3005739" y="1122642"/>
                  <a:pt x="2999701" y="1122642"/>
                  <a:pt x="2994060" y="1120920"/>
                </a:cubicBezTo>
                <a:cubicBezTo>
                  <a:pt x="2994060" y="1103600"/>
                  <a:pt x="2989111" y="1118446"/>
                  <a:pt x="2994060" y="1103600"/>
                </a:cubicBezTo>
                <a:cubicBezTo>
                  <a:pt x="2996534" y="1096175"/>
                  <a:pt x="3000864" y="1091845"/>
                  <a:pt x="3004576" y="1091534"/>
                </a:cubicBezTo>
                <a:close/>
                <a:moveTo>
                  <a:pt x="2825798" y="1084734"/>
                </a:moveTo>
                <a:cubicBezTo>
                  <a:pt x="2831366" y="1086284"/>
                  <a:pt x="2835696" y="1091232"/>
                  <a:pt x="2835696" y="1103603"/>
                </a:cubicBezTo>
                <a:cubicBezTo>
                  <a:pt x="2835696" y="1128350"/>
                  <a:pt x="2835696" y="1128350"/>
                  <a:pt x="2835696" y="1128350"/>
                </a:cubicBezTo>
                <a:cubicBezTo>
                  <a:pt x="2828272" y="1130824"/>
                  <a:pt x="2808477" y="1123400"/>
                  <a:pt x="2808477" y="1111027"/>
                </a:cubicBezTo>
                <a:cubicBezTo>
                  <a:pt x="2808477" y="1098654"/>
                  <a:pt x="2798579" y="1088758"/>
                  <a:pt x="2808477" y="1086284"/>
                </a:cubicBezTo>
                <a:cubicBezTo>
                  <a:pt x="2813426" y="1085044"/>
                  <a:pt x="2820231" y="1083188"/>
                  <a:pt x="2825798" y="1084734"/>
                </a:cubicBezTo>
                <a:close/>
                <a:moveTo>
                  <a:pt x="2707025" y="1081333"/>
                </a:moveTo>
                <a:cubicBezTo>
                  <a:pt x="2721872" y="1081333"/>
                  <a:pt x="2721872" y="1081333"/>
                  <a:pt x="2721872" y="1081333"/>
                </a:cubicBezTo>
                <a:cubicBezTo>
                  <a:pt x="2720833" y="1089059"/>
                  <a:pt x="2714746" y="1095135"/>
                  <a:pt x="2707025" y="1096181"/>
                </a:cubicBezTo>
                <a:cubicBezTo>
                  <a:pt x="2707025" y="1081333"/>
                  <a:pt x="2692179" y="1081333"/>
                  <a:pt x="2707025" y="1081333"/>
                </a:cubicBezTo>
                <a:close/>
                <a:moveTo>
                  <a:pt x="1573737" y="1054105"/>
                </a:moveTo>
                <a:cubicBezTo>
                  <a:pt x="1608716" y="1051286"/>
                  <a:pt x="1641940" y="1069849"/>
                  <a:pt x="1657868" y="1101121"/>
                </a:cubicBezTo>
                <a:cubicBezTo>
                  <a:pt x="1677663" y="1135764"/>
                  <a:pt x="1672714" y="1172879"/>
                  <a:pt x="1643021" y="1172879"/>
                </a:cubicBezTo>
                <a:cubicBezTo>
                  <a:pt x="1607342" y="1173199"/>
                  <a:pt x="1574254" y="1154292"/>
                  <a:pt x="1556416" y="1123391"/>
                </a:cubicBezTo>
                <a:cubicBezTo>
                  <a:pt x="1536621" y="1091221"/>
                  <a:pt x="1544044" y="1054105"/>
                  <a:pt x="1573737" y="1054105"/>
                </a:cubicBezTo>
                <a:close/>
                <a:moveTo>
                  <a:pt x="1210004" y="1051619"/>
                </a:moveTo>
                <a:cubicBezTo>
                  <a:pt x="1230155" y="1051289"/>
                  <a:pt x="1248979" y="1061642"/>
                  <a:pt x="1259484" y="1078837"/>
                </a:cubicBezTo>
                <a:cubicBezTo>
                  <a:pt x="1279279" y="1098632"/>
                  <a:pt x="1274330" y="1118427"/>
                  <a:pt x="1259484" y="1118427"/>
                </a:cubicBezTo>
                <a:cubicBezTo>
                  <a:pt x="1239214" y="1119293"/>
                  <a:pt x="1220133" y="1108799"/>
                  <a:pt x="1210004" y="1091209"/>
                </a:cubicBezTo>
                <a:cubicBezTo>
                  <a:pt x="1190209" y="1073889"/>
                  <a:pt x="1192683" y="1051619"/>
                  <a:pt x="1210004" y="1051619"/>
                </a:cubicBezTo>
                <a:close/>
                <a:moveTo>
                  <a:pt x="1796435" y="1049161"/>
                </a:moveTo>
                <a:cubicBezTo>
                  <a:pt x="1825352" y="1049923"/>
                  <a:pt x="1851704" y="1065925"/>
                  <a:pt x="1865719" y="1091227"/>
                </a:cubicBezTo>
                <a:cubicBezTo>
                  <a:pt x="1890464" y="1118447"/>
                  <a:pt x="1887989" y="1148142"/>
                  <a:pt x="1865719" y="1148142"/>
                </a:cubicBezTo>
                <a:cubicBezTo>
                  <a:pt x="1837177" y="1148397"/>
                  <a:pt x="1810705" y="1133269"/>
                  <a:pt x="1796435" y="1108549"/>
                </a:cubicBezTo>
                <a:cubicBezTo>
                  <a:pt x="1769217" y="1081329"/>
                  <a:pt x="1774166" y="1049161"/>
                  <a:pt x="1796435" y="1049161"/>
                </a:cubicBezTo>
                <a:close/>
                <a:moveTo>
                  <a:pt x="831414" y="1031805"/>
                </a:moveTo>
                <a:cubicBezTo>
                  <a:pt x="861969" y="1028354"/>
                  <a:pt x="891489" y="1044098"/>
                  <a:pt x="905646" y="1071396"/>
                </a:cubicBezTo>
                <a:cubicBezTo>
                  <a:pt x="922968" y="1096140"/>
                  <a:pt x="915545" y="1128309"/>
                  <a:pt x="888327" y="1128309"/>
                </a:cubicBezTo>
                <a:cubicBezTo>
                  <a:pt x="858625" y="1127934"/>
                  <a:pt x="830949" y="1113174"/>
                  <a:pt x="814092" y="1088718"/>
                </a:cubicBezTo>
                <a:cubicBezTo>
                  <a:pt x="799246" y="1061499"/>
                  <a:pt x="806669" y="1031805"/>
                  <a:pt x="831414" y="1031805"/>
                </a:cubicBezTo>
                <a:close/>
                <a:moveTo>
                  <a:pt x="2897867" y="1031222"/>
                </a:moveTo>
                <a:cubicBezTo>
                  <a:pt x="2903125" y="1033077"/>
                  <a:pt x="2907455" y="1038026"/>
                  <a:pt x="2907455" y="1049161"/>
                </a:cubicBezTo>
                <a:cubicBezTo>
                  <a:pt x="2907455" y="1071432"/>
                  <a:pt x="2907455" y="1071432"/>
                  <a:pt x="2907455" y="1071432"/>
                </a:cubicBezTo>
                <a:cubicBezTo>
                  <a:pt x="2900031" y="1073907"/>
                  <a:pt x="2882710" y="1076382"/>
                  <a:pt x="2882710" y="1054110"/>
                </a:cubicBezTo>
                <a:cubicBezTo>
                  <a:pt x="2882710" y="1031841"/>
                  <a:pt x="2875287" y="1034316"/>
                  <a:pt x="2882710" y="1031841"/>
                </a:cubicBezTo>
                <a:cubicBezTo>
                  <a:pt x="2886422" y="1030605"/>
                  <a:pt x="2892608" y="1029367"/>
                  <a:pt x="2897867" y="1031222"/>
                </a:cubicBezTo>
                <a:close/>
                <a:moveTo>
                  <a:pt x="3127678" y="1026879"/>
                </a:moveTo>
                <a:lnTo>
                  <a:pt x="3142524" y="1026879"/>
                </a:lnTo>
                <a:cubicBezTo>
                  <a:pt x="3142524" y="1041727"/>
                  <a:pt x="3142524" y="1041727"/>
                  <a:pt x="3142524" y="1041727"/>
                </a:cubicBezTo>
                <a:cubicBezTo>
                  <a:pt x="3137724" y="1043424"/>
                  <a:pt x="3132478" y="1043424"/>
                  <a:pt x="3127678" y="1041727"/>
                </a:cubicBezTo>
                <a:cubicBezTo>
                  <a:pt x="3127678" y="1026879"/>
                  <a:pt x="3127678" y="1026879"/>
                  <a:pt x="3127678" y="1026879"/>
                </a:cubicBezTo>
                <a:close/>
                <a:moveTo>
                  <a:pt x="2474429" y="1009577"/>
                </a:moveTo>
                <a:cubicBezTo>
                  <a:pt x="2487049" y="1010672"/>
                  <a:pt x="2498258" y="1018136"/>
                  <a:pt x="2504122" y="1029370"/>
                </a:cubicBezTo>
                <a:cubicBezTo>
                  <a:pt x="2504122" y="1054116"/>
                  <a:pt x="2504122" y="1054116"/>
                  <a:pt x="2504122" y="1054116"/>
                </a:cubicBezTo>
                <a:cubicBezTo>
                  <a:pt x="2491552" y="1055241"/>
                  <a:pt x="2479650" y="1048292"/>
                  <a:pt x="2474429" y="1036795"/>
                </a:cubicBezTo>
                <a:cubicBezTo>
                  <a:pt x="2474429" y="1024424"/>
                  <a:pt x="2474429" y="1009577"/>
                  <a:pt x="2474429" y="1009577"/>
                </a:cubicBezTo>
                <a:close/>
                <a:moveTo>
                  <a:pt x="2363080" y="1009577"/>
                </a:moveTo>
                <a:cubicBezTo>
                  <a:pt x="2375491" y="1009133"/>
                  <a:pt x="2387049" y="1015875"/>
                  <a:pt x="2392773" y="1026898"/>
                </a:cubicBezTo>
                <a:cubicBezTo>
                  <a:pt x="2405145" y="1039270"/>
                  <a:pt x="2392773" y="1054113"/>
                  <a:pt x="2392773" y="1054113"/>
                </a:cubicBezTo>
                <a:cubicBezTo>
                  <a:pt x="2385350" y="1056589"/>
                  <a:pt x="2375452" y="1059061"/>
                  <a:pt x="2363080" y="1034321"/>
                </a:cubicBezTo>
                <a:cubicBezTo>
                  <a:pt x="2350708" y="1009577"/>
                  <a:pt x="2363080" y="1009577"/>
                  <a:pt x="2363080" y="1009577"/>
                </a:cubicBezTo>
                <a:close/>
                <a:moveTo>
                  <a:pt x="2773835" y="1002148"/>
                </a:moveTo>
                <a:cubicBezTo>
                  <a:pt x="2779774" y="998005"/>
                  <a:pt x="2787692" y="998005"/>
                  <a:pt x="2793630" y="1002148"/>
                </a:cubicBezTo>
                <a:cubicBezTo>
                  <a:pt x="2793630" y="1019470"/>
                  <a:pt x="2793630" y="1019470"/>
                  <a:pt x="2793630" y="1019470"/>
                </a:cubicBezTo>
                <a:cubicBezTo>
                  <a:pt x="2786974" y="1021459"/>
                  <a:pt x="2779798" y="1020561"/>
                  <a:pt x="2773835" y="1016996"/>
                </a:cubicBezTo>
                <a:cubicBezTo>
                  <a:pt x="2773835" y="1002148"/>
                  <a:pt x="2773835" y="1002148"/>
                  <a:pt x="2773835" y="1002148"/>
                </a:cubicBezTo>
                <a:close/>
                <a:moveTo>
                  <a:pt x="3199437" y="997179"/>
                </a:moveTo>
                <a:lnTo>
                  <a:pt x="3201911" y="997179"/>
                </a:lnTo>
                <a:lnTo>
                  <a:pt x="3201911" y="999654"/>
                </a:lnTo>
                <a:close/>
                <a:moveTo>
                  <a:pt x="1900362" y="989777"/>
                </a:moveTo>
                <a:cubicBezTo>
                  <a:pt x="1924317" y="992199"/>
                  <a:pt x="1945112" y="1007325"/>
                  <a:pt x="1954799" y="1029367"/>
                </a:cubicBezTo>
                <a:cubicBezTo>
                  <a:pt x="1977069" y="1051636"/>
                  <a:pt x="1972120" y="1078856"/>
                  <a:pt x="1954799" y="1078856"/>
                </a:cubicBezTo>
                <a:cubicBezTo>
                  <a:pt x="1931710" y="1076036"/>
                  <a:pt x="1911420" y="1062203"/>
                  <a:pt x="1900362" y="1041739"/>
                </a:cubicBezTo>
                <a:cubicBezTo>
                  <a:pt x="1875617" y="1016996"/>
                  <a:pt x="1880566" y="989777"/>
                  <a:pt x="1900362" y="989777"/>
                </a:cubicBezTo>
                <a:close/>
                <a:moveTo>
                  <a:pt x="1427746" y="989762"/>
                </a:moveTo>
                <a:cubicBezTo>
                  <a:pt x="1463043" y="988402"/>
                  <a:pt x="1496262" y="1006437"/>
                  <a:pt x="1514351" y="1036777"/>
                </a:cubicBezTo>
                <a:cubicBezTo>
                  <a:pt x="1534146" y="1068946"/>
                  <a:pt x="1526723" y="1103589"/>
                  <a:pt x="1499504" y="1103589"/>
                </a:cubicBezTo>
                <a:cubicBezTo>
                  <a:pt x="1464357" y="1107234"/>
                  <a:pt x="1430378" y="1089758"/>
                  <a:pt x="1412899" y="1059048"/>
                </a:cubicBezTo>
                <a:cubicBezTo>
                  <a:pt x="1393104" y="1026879"/>
                  <a:pt x="1400527" y="989762"/>
                  <a:pt x="1427746" y="989762"/>
                </a:cubicBezTo>
                <a:close/>
                <a:moveTo>
                  <a:pt x="1071437" y="989750"/>
                </a:moveTo>
                <a:cubicBezTo>
                  <a:pt x="1086256" y="992411"/>
                  <a:pt x="1098524" y="1002793"/>
                  <a:pt x="1103602" y="1016969"/>
                </a:cubicBezTo>
                <a:cubicBezTo>
                  <a:pt x="1120923" y="1031814"/>
                  <a:pt x="1103602" y="1046662"/>
                  <a:pt x="1103602" y="1046662"/>
                </a:cubicBezTo>
                <a:cubicBezTo>
                  <a:pt x="1089187" y="1043169"/>
                  <a:pt x="1077264" y="1033081"/>
                  <a:pt x="1071437" y="1019443"/>
                </a:cubicBezTo>
                <a:cubicBezTo>
                  <a:pt x="1054116" y="1004596"/>
                  <a:pt x="1056588" y="989750"/>
                  <a:pt x="1071437" y="989750"/>
                </a:cubicBezTo>
                <a:close/>
                <a:moveTo>
                  <a:pt x="1655393" y="974922"/>
                </a:moveTo>
                <a:cubicBezTo>
                  <a:pt x="1687348" y="973991"/>
                  <a:pt x="1717071" y="991249"/>
                  <a:pt x="1732100" y="1019464"/>
                </a:cubicBezTo>
                <a:cubicBezTo>
                  <a:pt x="1761793" y="1049156"/>
                  <a:pt x="1756845" y="1081324"/>
                  <a:pt x="1732100" y="1081324"/>
                </a:cubicBezTo>
                <a:cubicBezTo>
                  <a:pt x="1699668" y="1084263"/>
                  <a:pt x="1668916" y="1066409"/>
                  <a:pt x="1655393" y="1036786"/>
                </a:cubicBezTo>
                <a:cubicBezTo>
                  <a:pt x="1625700" y="1007094"/>
                  <a:pt x="1630649" y="974922"/>
                  <a:pt x="1655393" y="974922"/>
                </a:cubicBezTo>
                <a:close/>
                <a:moveTo>
                  <a:pt x="668099" y="964986"/>
                </a:moveTo>
                <a:cubicBezTo>
                  <a:pt x="700521" y="961967"/>
                  <a:pt x="731635" y="978497"/>
                  <a:pt x="747281" y="1007053"/>
                </a:cubicBezTo>
                <a:cubicBezTo>
                  <a:pt x="762128" y="1034271"/>
                  <a:pt x="754706" y="1063965"/>
                  <a:pt x="727486" y="1063965"/>
                </a:cubicBezTo>
                <a:cubicBezTo>
                  <a:pt x="695065" y="1066983"/>
                  <a:pt x="663951" y="1050454"/>
                  <a:pt x="648304" y="1021899"/>
                </a:cubicBezTo>
                <a:cubicBezTo>
                  <a:pt x="630983" y="994680"/>
                  <a:pt x="640883" y="964986"/>
                  <a:pt x="668099" y="964986"/>
                </a:cubicBezTo>
                <a:close/>
                <a:moveTo>
                  <a:pt x="1317015" y="964704"/>
                </a:moveTo>
                <a:cubicBezTo>
                  <a:pt x="1320726" y="964394"/>
                  <a:pt x="1323819" y="967487"/>
                  <a:pt x="1323819" y="974911"/>
                </a:cubicBezTo>
                <a:cubicBezTo>
                  <a:pt x="1323819" y="989758"/>
                  <a:pt x="1323819" y="989758"/>
                  <a:pt x="1323819" y="989758"/>
                </a:cubicBezTo>
                <a:cubicBezTo>
                  <a:pt x="1318175" y="991480"/>
                  <a:pt x="1312143" y="991480"/>
                  <a:pt x="1306498" y="989758"/>
                </a:cubicBezTo>
                <a:cubicBezTo>
                  <a:pt x="1306498" y="974911"/>
                  <a:pt x="1301550" y="987282"/>
                  <a:pt x="1306498" y="974911"/>
                </a:cubicBezTo>
                <a:cubicBezTo>
                  <a:pt x="1308973" y="968724"/>
                  <a:pt x="1313303" y="965014"/>
                  <a:pt x="1317015" y="964704"/>
                </a:cubicBezTo>
                <a:close/>
                <a:moveTo>
                  <a:pt x="1984492" y="935338"/>
                </a:moveTo>
                <a:cubicBezTo>
                  <a:pt x="2014296" y="935215"/>
                  <a:pt x="2041800" y="951338"/>
                  <a:pt x="2056250" y="977403"/>
                </a:cubicBezTo>
                <a:cubicBezTo>
                  <a:pt x="2083469" y="1007098"/>
                  <a:pt x="2078520" y="1039264"/>
                  <a:pt x="2056250" y="1039264"/>
                </a:cubicBezTo>
                <a:cubicBezTo>
                  <a:pt x="2022789" y="1040650"/>
                  <a:pt x="1992074" y="1020835"/>
                  <a:pt x="1979543" y="989777"/>
                </a:cubicBezTo>
                <a:cubicBezTo>
                  <a:pt x="1979543" y="965031"/>
                  <a:pt x="1979543" y="937811"/>
                  <a:pt x="1984492" y="935338"/>
                </a:cubicBezTo>
                <a:close/>
                <a:moveTo>
                  <a:pt x="2655063" y="932864"/>
                </a:moveTo>
                <a:cubicBezTo>
                  <a:pt x="2670602" y="932864"/>
                  <a:pt x="2684880" y="941424"/>
                  <a:pt x="2692179" y="955133"/>
                </a:cubicBezTo>
                <a:cubicBezTo>
                  <a:pt x="2692179" y="972453"/>
                  <a:pt x="2692179" y="989776"/>
                  <a:pt x="2692179" y="989776"/>
                </a:cubicBezTo>
                <a:cubicBezTo>
                  <a:pt x="2682282" y="989776"/>
                  <a:pt x="2667435" y="979877"/>
                  <a:pt x="2655063" y="965031"/>
                </a:cubicBezTo>
                <a:cubicBezTo>
                  <a:pt x="2642691" y="950182"/>
                  <a:pt x="2655063" y="932864"/>
                  <a:pt x="2655063" y="932864"/>
                </a:cubicBezTo>
                <a:close/>
                <a:moveTo>
                  <a:pt x="2848068" y="930383"/>
                </a:moveTo>
                <a:cubicBezTo>
                  <a:pt x="2858386" y="930944"/>
                  <a:pt x="2867245" y="937847"/>
                  <a:pt x="2870338" y="947703"/>
                </a:cubicBezTo>
                <a:cubicBezTo>
                  <a:pt x="2870338" y="969973"/>
                  <a:pt x="2870338" y="969973"/>
                  <a:pt x="2870338" y="969973"/>
                </a:cubicBezTo>
                <a:cubicBezTo>
                  <a:pt x="2860935" y="967355"/>
                  <a:pt x="2852918" y="961131"/>
                  <a:pt x="2848068" y="952652"/>
                </a:cubicBezTo>
                <a:cubicBezTo>
                  <a:pt x="2848068" y="942754"/>
                  <a:pt x="2848068" y="930383"/>
                  <a:pt x="2848068" y="930383"/>
                </a:cubicBezTo>
                <a:close/>
                <a:moveTo>
                  <a:pt x="1756844" y="922959"/>
                </a:moveTo>
                <a:cubicBezTo>
                  <a:pt x="1776939" y="922933"/>
                  <a:pt x="1795247" y="934499"/>
                  <a:pt x="1803858" y="952653"/>
                </a:cubicBezTo>
                <a:cubicBezTo>
                  <a:pt x="1823654" y="969974"/>
                  <a:pt x="1818705" y="989770"/>
                  <a:pt x="1803858" y="989770"/>
                </a:cubicBezTo>
                <a:cubicBezTo>
                  <a:pt x="1789012" y="989770"/>
                  <a:pt x="1776639" y="982346"/>
                  <a:pt x="1756844" y="962550"/>
                </a:cubicBezTo>
                <a:cubicBezTo>
                  <a:pt x="1737049" y="942754"/>
                  <a:pt x="1739523" y="922959"/>
                  <a:pt x="1756844" y="922959"/>
                </a:cubicBezTo>
                <a:close/>
                <a:moveTo>
                  <a:pt x="497363" y="922913"/>
                </a:moveTo>
                <a:cubicBezTo>
                  <a:pt x="519058" y="921548"/>
                  <a:pt x="539487" y="933223"/>
                  <a:pt x="549326" y="952607"/>
                </a:cubicBezTo>
                <a:cubicBezTo>
                  <a:pt x="574070" y="969928"/>
                  <a:pt x="566646" y="989724"/>
                  <a:pt x="549326" y="989724"/>
                </a:cubicBezTo>
                <a:cubicBezTo>
                  <a:pt x="525552" y="988848"/>
                  <a:pt x="504387" y="974417"/>
                  <a:pt x="494888" y="952607"/>
                </a:cubicBezTo>
                <a:cubicBezTo>
                  <a:pt x="488994" y="943266"/>
                  <a:pt x="490004" y="931151"/>
                  <a:pt x="497363" y="922913"/>
                </a:cubicBezTo>
                <a:close/>
                <a:moveTo>
                  <a:pt x="2098316" y="915541"/>
                </a:moveTo>
                <a:cubicBezTo>
                  <a:pt x="2115637" y="910592"/>
                  <a:pt x="2132958" y="922964"/>
                  <a:pt x="2150279" y="945233"/>
                </a:cubicBezTo>
                <a:cubicBezTo>
                  <a:pt x="2167600" y="967505"/>
                  <a:pt x="2165126" y="989777"/>
                  <a:pt x="2150279" y="989777"/>
                </a:cubicBezTo>
                <a:cubicBezTo>
                  <a:pt x="2128645" y="988487"/>
                  <a:pt x="2109115" y="976398"/>
                  <a:pt x="2098316" y="957608"/>
                </a:cubicBezTo>
                <a:cubicBezTo>
                  <a:pt x="2078521" y="937811"/>
                  <a:pt x="2080995" y="920491"/>
                  <a:pt x="2098316" y="915541"/>
                </a:cubicBezTo>
                <a:close/>
                <a:moveTo>
                  <a:pt x="2543713" y="913065"/>
                </a:moveTo>
                <a:cubicBezTo>
                  <a:pt x="2560688" y="912561"/>
                  <a:pt x="2576326" y="922324"/>
                  <a:pt x="2583304" y="937811"/>
                </a:cubicBezTo>
                <a:cubicBezTo>
                  <a:pt x="2595676" y="955133"/>
                  <a:pt x="2583304" y="972453"/>
                  <a:pt x="2583304" y="972453"/>
                </a:cubicBezTo>
                <a:cubicBezTo>
                  <a:pt x="2570932" y="974929"/>
                  <a:pt x="2543713" y="965031"/>
                  <a:pt x="2543713" y="947709"/>
                </a:cubicBezTo>
                <a:cubicBezTo>
                  <a:pt x="2543713" y="930388"/>
                  <a:pt x="2543713" y="913065"/>
                  <a:pt x="2543713" y="913065"/>
                </a:cubicBezTo>
                <a:close/>
                <a:moveTo>
                  <a:pt x="1504452" y="905632"/>
                </a:moveTo>
                <a:cubicBezTo>
                  <a:pt x="1535524" y="905632"/>
                  <a:pt x="1564064" y="922758"/>
                  <a:pt x="1578685" y="950174"/>
                </a:cubicBezTo>
                <a:cubicBezTo>
                  <a:pt x="1608379" y="977390"/>
                  <a:pt x="1603430" y="1009559"/>
                  <a:pt x="1578685" y="1009559"/>
                </a:cubicBezTo>
                <a:cubicBezTo>
                  <a:pt x="1542450" y="1015772"/>
                  <a:pt x="1506378" y="997735"/>
                  <a:pt x="1489606" y="965019"/>
                </a:cubicBezTo>
                <a:cubicBezTo>
                  <a:pt x="1472285" y="937801"/>
                  <a:pt x="1479708" y="905632"/>
                  <a:pt x="1504452" y="905632"/>
                </a:cubicBezTo>
                <a:close/>
                <a:moveTo>
                  <a:pt x="2328437" y="903170"/>
                </a:moveTo>
                <a:cubicBezTo>
                  <a:pt x="2335860" y="900694"/>
                  <a:pt x="2355656" y="905643"/>
                  <a:pt x="2355656" y="918016"/>
                </a:cubicBezTo>
                <a:cubicBezTo>
                  <a:pt x="2355656" y="930388"/>
                  <a:pt x="2355656" y="942760"/>
                  <a:pt x="2355656" y="942760"/>
                </a:cubicBezTo>
                <a:cubicBezTo>
                  <a:pt x="2344417" y="941438"/>
                  <a:pt x="2334396" y="935060"/>
                  <a:pt x="2328437" y="925439"/>
                </a:cubicBezTo>
                <a:cubicBezTo>
                  <a:pt x="2328437" y="915541"/>
                  <a:pt x="2321014" y="905643"/>
                  <a:pt x="2328437" y="903170"/>
                </a:cubicBezTo>
                <a:close/>
                <a:moveTo>
                  <a:pt x="2439787" y="900694"/>
                </a:moveTo>
                <a:cubicBezTo>
                  <a:pt x="2454772" y="900444"/>
                  <a:pt x="2468436" y="909228"/>
                  <a:pt x="2474429" y="922964"/>
                </a:cubicBezTo>
                <a:cubicBezTo>
                  <a:pt x="2474429" y="937811"/>
                  <a:pt x="2474429" y="952658"/>
                  <a:pt x="2474429" y="952658"/>
                </a:cubicBezTo>
                <a:cubicBezTo>
                  <a:pt x="2459444" y="952909"/>
                  <a:pt x="2445780" y="944123"/>
                  <a:pt x="2439787" y="930388"/>
                </a:cubicBezTo>
                <a:cubicBezTo>
                  <a:pt x="2439787" y="915541"/>
                  <a:pt x="2439787" y="900694"/>
                  <a:pt x="2439787" y="900694"/>
                </a:cubicBezTo>
                <a:close/>
                <a:moveTo>
                  <a:pt x="905646" y="900658"/>
                </a:moveTo>
                <a:cubicBezTo>
                  <a:pt x="939811" y="898612"/>
                  <a:pt x="972263" y="915795"/>
                  <a:pt x="989779" y="945199"/>
                </a:cubicBezTo>
                <a:cubicBezTo>
                  <a:pt x="989779" y="974893"/>
                  <a:pt x="989779" y="1004587"/>
                  <a:pt x="962559" y="1009536"/>
                </a:cubicBezTo>
                <a:cubicBezTo>
                  <a:pt x="930521" y="1008375"/>
                  <a:pt x="901426" y="990542"/>
                  <a:pt x="885852" y="962520"/>
                </a:cubicBezTo>
                <a:cubicBezTo>
                  <a:pt x="868533" y="932826"/>
                  <a:pt x="875953" y="900658"/>
                  <a:pt x="905646" y="900658"/>
                </a:cubicBezTo>
                <a:close/>
                <a:moveTo>
                  <a:pt x="2226986" y="895745"/>
                </a:moveTo>
                <a:cubicBezTo>
                  <a:pt x="2239858" y="901335"/>
                  <a:pt x="2249753" y="912129"/>
                  <a:pt x="2254204" y="925439"/>
                </a:cubicBezTo>
                <a:cubicBezTo>
                  <a:pt x="2271525" y="945233"/>
                  <a:pt x="2269051" y="965031"/>
                  <a:pt x="2254204" y="965031"/>
                </a:cubicBezTo>
                <a:cubicBezTo>
                  <a:pt x="2241669" y="958979"/>
                  <a:pt x="2231927" y="948351"/>
                  <a:pt x="2226986" y="935338"/>
                </a:cubicBezTo>
                <a:cubicBezTo>
                  <a:pt x="2209665" y="918016"/>
                  <a:pt x="2212139" y="895745"/>
                  <a:pt x="2226986" y="895745"/>
                </a:cubicBezTo>
                <a:close/>
                <a:moveTo>
                  <a:pt x="2736719" y="883368"/>
                </a:moveTo>
                <a:cubicBezTo>
                  <a:pt x="2746617" y="880893"/>
                  <a:pt x="2763938" y="888317"/>
                  <a:pt x="2763938" y="900689"/>
                </a:cubicBezTo>
                <a:cubicBezTo>
                  <a:pt x="2763938" y="913061"/>
                  <a:pt x="2763938" y="925432"/>
                  <a:pt x="2763938" y="925432"/>
                </a:cubicBezTo>
                <a:cubicBezTo>
                  <a:pt x="2752258" y="925524"/>
                  <a:pt x="2741594" y="918742"/>
                  <a:pt x="2736719" y="908111"/>
                </a:cubicBezTo>
                <a:cubicBezTo>
                  <a:pt x="2736719" y="895739"/>
                  <a:pt x="2726821" y="885843"/>
                  <a:pt x="2736719" y="883368"/>
                </a:cubicBezTo>
                <a:close/>
                <a:moveTo>
                  <a:pt x="1133294" y="875922"/>
                </a:moveTo>
                <a:cubicBezTo>
                  <a:pt x="1154843" y="875178"/>
                  <a:pt x="1174959" y="886676"/>
                  <a:pt x="1185258" y="905616"/>
                </a:cubicBezTo>
                <a:cubicBezTo>
                  <a:pt x="1207530" y="925413"/>
                  <a:pt x="1202577" y="947682"/>
                  <a:pt x="1185258" y="947682"/>
                </a:cubicBezTo>
                <a:cubicBezTo>
                  <a:pt x="1163326" y="947378"/>
                  <a:pt x="1143349" y="935011"/>
                  <a:pt x="1133294" y="915514"/>
                </a:cubicBezTo>
                <a:cubicBezTo>
                  <a:pt x="1108551" y="895720"/>
                  <a:pt x="1115974" y="875922"/>
                  <a:pt x="1133294" y="875922"/>
                </a:cubicBezTo>
                <a:close/>
                <a:moveTo>
                  <a:pt x="1833551" y="846252"/>
                </a:moveTo>
                <a:cubicBezTo>
                  <a:pt x="1867899" y="846125"/>
                  <a:pt x="1899426" y="865234"/>
                  <a:pt x="1915207" y="895740"/>
                </a:cubicBezTo>
                <a:cubicBezTo>
                  <a:pt x="1947375" y="927908"/>
                  <a:pt x="1942426" y="962550"/>
                  <a:pt x="1915207" y="962550"/>
                </a:cubicBezTo>
                <a:cubicBezTo>
                  <a:pt x="1881016" y="962131"/>
                  <a:pt x="1849747" y="943178"/>
                  <a:pt x="1833551" y="913061"/>
                </a:cubicBezTo>
                <a:cubicBezTo>
                  <a:pt x="1801384" y="880895"/>
                  <a:pt x="1806333" y="846252"/>
                  <a:pt x="1833551" y="846252"/>
                </a:cubicBezTo>
                <a:close/>
                <a:moveTo>
                  <a:pt x="1605904" y="846245"/>
                </a:moveTo>
                <a:cubicBezTo>
                  <a:pt x="1628431" y="846695"/>
                  <a:pt x="1649081" y="858898"/>
                  <a:pt x="1660342" y="878413"/>
                </a:cubicBezTo>
                <a:cubicBezTo>
                  <a:pt x="1682611" y="898208"/>
                  <a:pt x="1677663" y="920478"/>
                  <a:pt x="1660342" y="920478"/>
                </a:cubicBezTo>
                <a:cubicBezTo>
                  <a:pt x="1637191" y="922472"/>
                  <a:pt x="1615324" y="909553"/>
                  <a:pt x="1605904" y="888309"/>
                </a:cubicBezTo>
                <a:cubicBezTo>
                  <a:pt x="1583634" y="868515"/>
                  <a:pt x="1588583" y="846245"/>
                  <a:pt x="1605904" y="846245"/>
                </a:cubicBezTo>
                <a:close/>
                <a:moveTo>
                  <a:pt x="1360936" y="843765"/>
                </a:moveTo>
                <a:cubicBezTo>
                  <a:pt x="1387340" y="844237"/>
                  <a:pt x="1411644" y="858260"/>
                  <a:pt x="1425271" y="880882"/>
                </a:cubicBezTo>
                <a:cubicBezTo>
                  <a:pt x="1450015" y="903151"/>
                  <a:pt x="1445066" y="930369"/>
                  <a:pt x="1425271" y="930369"/>
                </a:cubicBezTo>
                <a:cubicBezTo>
                  <a:pt x="1398592" y="930922"/>
                  <a:pt x="1373813" y="916625"/>
                  <a:pt x="1360936" y="893254"/>
                </a:cubicBezTo>
                <a:cubicBezTo>
                  <a:pt x="1336191" y="868508"/>
                  <a:pt x="1341140" y="843765"/>
                  <a:pt x="1360936" y="843765"/>
                </a:cubicBezTo>
                <a:close/>
                <a:moveTo>
                  <a:pt x="2620420" y="838828"/>
                </a:moveTo>
                <a:cubicBezTo>
                  <a:pt x="2630318" y="836352"/>
                  <a:pt x="2657536" y="848726"/>
                  <a:pt x="2657536" y="863572"/>
                </a:cubicBezTo>
                <a:cubicBezTo>
                  <a:pt x="2657536" y="878420"/>
                  <a:pt x="2657536" y="895739"/>
                  <a:pt x="2657536" y="895739"/>
                </a:cubicBezTo>
                <a:cubicBezTo>
                  <a:pt x="2645164" y="898214"/>
                  <a:pt x="2620420" y="885842"/>
                  <a:pt x="2620420" y="870994"/>
                </a:cubicBezTo>
                <a:cubicBezTo>
                  <a:pt x="2620420" y="856148"/>
                  <a:pt x="2610522" y="841301"/>
                  <a:pt x="2620420" y="838828"/>
                </a:cubicBezTo>
                <a:close/>
                <a:moveTo>
                  <a:pt x="742333" y="833841"/>
                </a:moveTo>
                <a:cubicBezTo>
                  <a:pt x="774288" y="832907"/>
                  <a:pt x="804011" y="850167"/>
                  <a:pt x="819039" y="878381"/>
                </a:cubicBezTo>
                <a:cubicBezTo>
                  <a:pt x="836360" y="908074"/>
                  <a:pt x="828938" y="940241"/>
                  <a:pt x="799244" y="940241"/>
                </a:cubicBezTo>
                <a:cubicBezTo>
                  <a:pt x="767487" y="938178"/>
                  <a:pt x="738788" y="920586"/>
                  <a:pt x="722539" y="893227"/>
                </a:cubicBezTo>
                <a:cubicBezTo>
                  <a:pt x="705214" y="863533"/>
                  <a:pt x="712639" y="833841"/>
                  <a:pt x="742333" y="833841"/>
                </a:cubicBezTo>
                <a:close/>
                <a:moveTo>
                  <a:pt x="1952325" y="826456"/>
                </a:moveTo>
                <a:cubicBezTo>
                  <a:pt x="1973731" y="826265"/>
                  <a:pt x="1993586" y="837608"/>
                  <a:pt x="2004288" y="856149"/>
                </a:cubicBezTo>
                <a:cubicBezTo>
                  <a:pt x="2024083" y="878420"/>
                  <a:pt x="2019134" y="898216"/>
                  <a:pt x="2004288" y="898216"/>
                </a:cubicBezTo>
                <a:cubicBezTo>
                  <a:pt x="1979543" y="903164"/>
                  <a:pt x="1969646" y="890792"/>
                  <a:pt x="1952325" y="868521"/>
                </a:cubicBezTo>
                <a:cubicBezTo>
                  <a:pt x="1935004" y="846252"/>
                  <a:pt x="1937478" y="826456"/>
                  <a:pt x="1952325" y="826456"/>
                </a:cubicBezTo>
                <a:close/>
                <a:moveTo>
                  <a:pt x="2801054" y="816550"/>
                </a:moveTo>
                <a:cubicBezTo>
                  <a:pt x="2813426" y="814076"/>
                  <a:pt x="2843119" y="828923"/>
                  <a:pt x="2843119" y="846244"/>
                </a:cubicBezTo>
                <a:cubicBezTo>
                  <a:pt x="2843119" y="863565"/>
                  <a:pt x="2843119" y="883360"/>
                  <a:pt x="2843119" y="883360"/>
                </a:cubicBezTo>
                <a:cubicBezTo>
                  <a:pt x="2825204" y="882581"/>
                  <a:pt x="2809096" y="872167"/>
                  <a:pt x="2801054" y="856142"/>
                </a:cubicBezTo>
                <a:cubicBezTo>
                  <a:pt x="2786207" y="836345"/>
                  <a:pt x="2788682" y="819025"/>
                  <a:pt x="2801054" y="816550"/>
                </a:cubicBezTo>
                <a:close/>
                <a:moveTo>
                  <a:pt x="2511546" y="814082"/>
                </a:moveTo>
                <a:cubicBezTo>
                  <a:pt x="2521443" y="811609"/>
                  <a:pt x="2543713" y="823979"/>
                  <a:pt x="2543713" y="836352"/>
                </a:cubicBezTo>
                <a:cubicBezTo>
                  <a:pt x="2543713" y="848726"/>
                  <a:pt x="2543713" y="863572"/>
                  <a:pt x="2543713" y="863572"/>
                </a:cubicBezTo>
                <a:cubicBezTo>
                  <a:pt x="2533816" y="866046"/>
                  <a:pt x="2523918" y="858621"/>
                  <a:pt x="2511546" y="843776"/>
                </a:cubicBezTo>
                <a:cubicBezTo>
                  <a:pt x="2499174" y="828928"/>
                  <a:pt x="2501648" y="816557"/>
                  <a:pt x="2511546" y="814082"/>
                </a:cubicBezTo>
                <a:close/>
                <a:moveTo>
                  <a:pt x="989777" y="806631"/>
                </a:moveTo>
                <a:cubicBezTo>
                  <a:pt x="1006288" y="811095"/>
                  <a:pt x="1020458" y="821723"/>
                  <a:pt x="1029368" y="836325"/>
                </a:cubicBezTo>
                <a:cubicBezTo>
                  <a:pt x="1051638" y="856120"/>
                  <a:pt x="1046689" y="875915"/>
                  <a:pt x="1029368" y="875915"/>
                </a:cubicBezTo>
                <a:cubicBezTo>
                  <a:pt x="1012333" y="872575"/>
                  <a:pt x="997755" y="861640"/>
                  <a:pt x="989777" y="846222"/>
                </a:cubicBezTo>
                <a:cubicBezTo>
                  <a:pt x="967508" y="828901"/>
                  <a:pt x="972458" y="806631"/>
                  <a:pt x="989777" y="806631"/>
                </a:cubicBezTo>
                <a:close/>
                <a:moveTo>
                  <a:pt x="2179972" y="799238"/>
                </a:moveTo>
                <a:cubicBezTo>
                  <a:pt x="2187396" y="796761"/>
                  <a:pt x="2207191" y="796761"/>
                  <a:pt x="2207191" y="816557"/>
                </a:cubicBezTo>
                <a:cubicBezTo>
                  <a:pt x="2207191" y="836352"/>
                  <a:pt x="2207191" y="836352"/>
                  <a:pt x="2207191" y="836352"/>
                </a:cubicBezTo>
                <a:cubicBezTo>
                  <a:pt x="2199768" y="838828"/>
                  <a:pt x="2179972" y="843776"/>
                  <a:pt x="2179972" y="821507"/>
                </a:cubicBezTo>
                <a:cubicBezTo>
                  <a:pt x="2179972" y="799238"/>
                  <a:pt x="2172549" y="801711"/>
                  <a:pt x="2179972" y="799238"/>
                </a:cubicBezTo>
                <a:close/>
                <a:moveTo>
                  <a:pt x="2058725" y="799238"/>
                </a:moveTo>
                <a:cubicBezTo>
                  <a:pt x="2076046" y="794287"/>
                  <a:pt x="2088418" y="809135"/>
                  <a:pt x="2108213" y="828928"/>
                </a:cubicBezTo>
                <a:cubicBezTo>
                  <a:pt x="2128009" y="848726"/>
                  <a:pt x="2125534" y="868521"/>
                  <a:pt x="2108213" y="868521"/>
                </a:cubicBezTo>
                <a:cubicBezTo>
                  <a:pt x="2093367" y="873470"/>
                  <a:pt x="2076046" y="858623"/>
                  <a:pt x="2058725" y="838828"/>
                </a:cubicBezTo>
                <a:cubicBezTo>
                  <a:pt x="2041404" y="819032"/>
                  <a:pt x="2041404" y="804185"/>
                  <a:pt x="2058725" y="799238"/>
                </a:cubicBezTo>
                <a:close/>
                <a:moveTo>
                  <a:pt x="583968" y="799193"/>
                </a:moveTo>
                <a:cubicBezTo>
                  <a:pt x="595852" y="798257"/>
                  <a:pt x="607279" y="803971"/>
                  <a:pt x="613660" y="814038"/>
                </a:cubicBezTo>
                <a:cubicBezTo>
                  <a:pt x="613660" y="833833"/>
                  <a:pt x="613660" y="833833"/>
                  <a:pt x="613660" y="833833"/>
                </a:cubicBezTo>
                <a:cubicBezTo>
                  <a:pt x="601541" y="836193"/>
                  <a:pt x="589352" y="830097"/>
                  <a:pt x="583968" y="818988"/>
                </a:cubicBezTo>
                <a:cubicBezTo>
                  <a:pt x="571596" y="799193"/>
                  <a:pt x="583968" y="799193"/>
                  <a:pt x="583968" y="799193"/>
                </a:cubicBezTo>
                <a:close/>
                <a:moveTo>
                  <a:pt x="2400196" y="796761"/>
                </a:moveTo>
                <a:cubicBezTo>
                  <a:pt x="2410094" y="794287"/>
                  <a:pt x="2432363" y="806659"/>
                  <a:pt x="2432363" y="819030"/>
                </a:cubicBezTo>
                <a:cubicBezTo>
                  <a:pt x="2432363" y="831402"/>
                  <a:pt x="2432363" y="846250"/>
                  <a:pt x="2432363" y="846250"/>
                </a:cubicBezTo>
                <a:cubicBezTo>
                  <a:pt x="2422466" y="848726"/>
                  <a:pt x="2412568" y="836352"/>
                  <a:pt x="2400196" y="823981"/>
                </a:cubicBezTo>
                <a:cubicBezTo>
                  <a:pt x="2387824" y="811609"/>
                  <a:pt x="2390298" y="799236"/>
                  <a:pt x="2400196" y="796761"/>
                </a:cubicBezTo>
                <a:close/>
                <a:moveTo>
                  <a:pt x="2291321" y="794287"/>
                </a:moveTo>
                <a:cubicBezTo>
                  <a:pt x="2302560" y="795608"/>
                  <a:pt x="2312581" y="801986"/>
                  <a:pt x="2318540" y="811609"/>
                </a:cubicBezTo>
                <a:cubicBezTo>
                  <a:pt x="2318540" y="821507"/>
                  <a:pt x="2318540" y="833879"/>
                  <a:pt x="2318540" y="833879"/>
                </a:cubicBezTo>
                <a:cubicBezTo>
                  <a:pt x="2308642" y="836352"/>
                  <a:pt x="2291321" y="838828"/>
                  <a:pt x="2291321" y="816557"/>
                </a:cubicBezTo>
                <a:cubicBezTo>
                  <a:pt x="2291321" y="794287"/>
                  <a:pt x="2291321" y="794287"/>
                  <a:pt x="2291321" y="794287"/>
                </a:cubicBezTo>
                <a:close/>
                <a:moveTo>
                  <a:pt x="1484657" y="784378"/>
                </a:moveTo>
                <a:cubicBezTo>
                  <a:pt x="1493323" y="788523"/>
                  <a:pt x="1500308" y="795507"/>
                  <a:pt x="1504453" y="804173"/>
                </a:cubicBezTo>
                <a:cubicBezTo>
                  <a:pt x="1519299" y="819020"/>
                  <a:pt x="1504453" y="833866"/>
                  <a:pt x="1504453" y="833866"/>
                </a:cubicBezTo>
                <a:cubicBezTo>
                  <a:pt x="1495359" y="829109"/>
                  <a:pt x="1488317" y="821188"/>
                  <a:pt x="1484657" y="811596"/>
                </a:cubicBezTo>
                <a:cubicBezTo>
                  <a:pt x="1469811" y="796750"/>
                  <a:pt x="1484657" y="784378"/>
                  <a:pt x="1484657" y="784378"/>
                </a:cubicBezTo>
                <a:close/>
                <a:moveTo>
                  <a:pt x="2880236" y="784376"/>
                </a:moveTo>
                <a:cubicBezTo>
                  <a:pt x="2890554" y="786380"/>
                  <a:pt x="2899561" y="792678"/>
                  <a:pt x="2904980" y="801697"/>
                </a:cubicBezTo>
                <a:cubicBezTo>
                  <a:pt x="2904980" y="811596"/>
                  <a:pt x="2904980" y="823968"/>
                  <a:pt x="2904980" y="823968"/>
                </a:cubicBezTo>
                <a:cubicBezTo>
                  <a:pt x="2894192" y="823134"/>
                  <a:pt x="2884715" y="816497"/>
                  <a:pt x="2880236" y="806647"/>
                </a:cubicBezTo>
                <a:cubicBezTo>
                  <a:pt x="2880236" y="796748"/>
                  <a:pt x="2880236" y="784376"/>
                  <a:pt x="2880236" y="784376"/>
                </a:cubicBezTo>
                <a:close/>
                <a:moveTo>
                  <a:pt x="1699933" y="779436"/>
                </a:moveTo>
                <a:cubicBezTo>
                  <a:pt x="1725447" y="780734"/>
                  <a:pt x="1748639" y="794651"/>
                  <a:pt x="1761793" y="816552"/>
                </a:cubicBezTo>
                <a:cubicBezTo>
                  <a:pt x="1784063" y="841296"/>
                  <a:pt x="1781589" y="866041"/>
                  <a:pt x="1761793" y="866041"/>
                </a:cubicBezTo>
                <a:cubicBezTo>
                  <a:pt x="1735691" y="866822"/>
                  <a:pt x="1711528" y="852323"/>
                  <a:pt x="1699933" y="828926"/>
                </a:cubicBezTo>
                <a:cubicBezTo>
                  <a:pt x="1675188" y="804179"/>
                  <a:pt x="1680137" y="779436"/>
                  <a:pt x="1699933" y="779436"/>
                </a:cubicBezTo>
                <a:close/>
                <a:moveTo>
                  <a:pt x="1237221" y="779420"/>
                </a:moveTo>
                <a:cubicBezTo>
                  <a:pt x="1253066" y="784308"/>
                  <a:pt x="1265812" y="796151"/>
                  <a:pt x="1271857" y="811589"/>
                </a:cubicBezTo>
                <a:cubicBezTo>
                  <a:pt x="1294127" y="831384"/>
                  <a:pt x="1289178" y="853654"/>
                  <a:pt x="1271857" y="853654"/>
                </a:cubicBezTo>
                <a:cubicBezTo>
                  <a:pt x="1256785" y="847512"/>
                  <a:pt x="1244463" y="836072"/>
                  <a:pt x="1237221" y="821485"/>
                </a:cubicBezTo>
                <a:cubicBezTo>
                  <a:pt x="1212477" y="799216"/>
                  <a:pt x="1217427" y="779420"/>
                  <a:pt x="1237221" y="779420"/>
                </a:cubicBezTo>
                <a:close/>
                <a:moveTo>
                  <a:pt x="2684755" y="776961"/>
                </a:moveTo>
                <a:cubicBezTo>
                  <a:pt x="2697127" y="774485"/>
                  <a:pt x="2709499" y="786859"/>
                  <a:pt x="2721871" y="801705"/>
                </a:cubicBezTo>
                <a:cubicBezTo>
                  <a:pt x="2734244" y="816552"/>
                  <a:pt x="2721871" y="833873"/>
                  <a:pt x="2721871" y="833873"/>
                </a:cubicBezTo>
                <a:cubicBezTo>
                  <a:pt x="2721871" y="836347"/>
                  <a:pt x="2697127" y="826449"/>
                  <a:pt x="2684755" y="809128"/>
                </a:cubicBezTo>
                <a:cubicBezTo>
                  <a:pt x="2672383" y="791807"/>
                  <a:pt x="2672383" y="779435"/>
                  <a:pt x="2684755" y="776961"/>
                </a:cubicBezTo>
                <a:close/>
                <a:moveTo>
                  <a:pt x="2956943" y="771995"/>
                </a:moveTo>
                <a:cubicBezTo>
                  <a:pt x="2960778" y="769786"/>
                  <a:pt x="2965480" y="769786"/>
                  <a:pt x="2969315" y="771995"/>
                </a:cubicBezTo>
                <a:cubicBezTo>
                  <a:pt x="2969315" y="774469"/>
                  <a:pt x="2956943" y="771995"/>
                  <a:pt x="2956943" y="771995"/>
                </a:cubicBezTo>
                <a:close/>
                <a:moveTo>
                  <a:pt x="2778784" y="749734"/>
                </a:moveTo>
                <a:cubicBezTo>
                  <a:pt x="2784327" y="747395"/>
                  <a:pt x="2790562" y="747395"/>
                  <a:pt x="2796105" y="749734"/>
                </a:cubicBezTo>
                <a:cubicBezTo>
                  <a:pt x="2796105" y="764580"/>
                  <a:pt x="2796105" y="764580"/>
                  <a:pt x="2796105" y="764580"/>
                </a:cubicBezTo>
                <a:cubicBezTo>
                  <a:pt x="2791156" y="767056"/>
                  <a:pt x="2778784" y="784376"/>
                  <a:pt x="2778784" y="767056"/>
                </a:cubicBezTo>
                <a:cubicBezTo>
                  <a:pt x="2778784" y="749734"/>
                  <a:pt x="2778784" y="749734"/>
                  <a:pt x="2778784" y="749734"/>
                </a:cubicBezTo>
                <a:close/>
                <a:moveTo>
                  <a:pt x="2588253" y="742318"/>
                </a:moveTo>
                <a:cubicBezTo>
                  <a:pt x="2598151" y="742318"/>
                  <a:pt x="2610523" y="749741"/>
                  <a:pt x="2622895" y="764588"/>
                </a:cubicBezTo>
                <a:cubicBezTo>
                  <a:pt x="2635267" y="779435"/>
                  <a:pt x="2622895" y="796755"/>
                  <a:pt x="2622895" y="796755"/>
                </a:cubicBezTo>
                <a:cubicBezTo>
                  <a:pt x="2610523" y="799230"/>
                  <a:pt x="2603100" y="789332"/>
                  <a:pt x="2588253" y="774487"/>
                </a:cubicBezTo>
                <a:cubicBezTo>
                  <a:pt x="2573406" y="759639"/>
                  <a:pt x="2578355" y="742318"/>
                  <a:pt x="2588253" y="742318"/>
                </a:cubicBezTo>
                <a:close/>
                <a:moveTo>
                  <a:pt x="826462" y="742286"/>
                </a:moveTo>
                <a:cubicBezTo>
                  <a:pt x="849189" y="739831"/>
                  <a:pt x="871589" y="749167"/>
                  <a:pt x="885850" y="767031"/>
                </a:cubicBezTo>
                <a:cubicBezTo>
                  <a:pt x="898220" y="786826"/>
                  <a:pt x="890798" y="809096"/>
                  <a:pt x="871004" y="809096"/>
                </a:cubicBezTo>
                <a:cubicBezTo>
                  <a:pt x="848772" y="811702"/>
                  <a:pt x="826653" y="803407"/>
                  <a:pt x="811616" y="786826"/>
                </a:cubicBezTo>
                <a:cubicBezTo>
                  <a:pt x="799244" y="764557"/>
                  <a:pt x="804194" y="742286"/>
                  <a:pt x="826462" y="742286"/>
                </a:cubicBezTo>
                <a:close/>
                <a:moveTo>
                  <a:pt x="1791486" y="720049"/>
                </a:moveTo>
                <a:cubicBezTo>
                  <a:pt x="1823884" y="722194"/>
                  <a:pt x="1852884" y="740904"/>
                  <a:pt x="1868193" y="769538"/>
                </a:cubicBezTo>
                <a:cubicBezTo>
                  <a:pt x="1897886" y="799231"/>
                  <a:pt x="1892938" y="831399"/>
                  <a:pt x="1868193" y="831399"/>
                </a:cubicBezTo>
                <a:cubicBezTo>
                  <a:pt x="1835471" y="830254"/>
                  <a:pt x="1806018" y="811250"/>
                  <a:pt x="1791486" y="781911"/>
                </a:cubicBezTo>
                <a:cubicBezTo>
                  <a:pt x="1759318" y="752217"/>
                  <a:pt x="1766742" y="720049"/>
                  <a:pt x="1791486" y="720049"/>
                </a:cubicBezTo>
                <a:close/>
                <a:moveTo>
                  <a:pt x="1563839" y="717567"/>
                </a:moveTo>
                <a:cubicBezTo>
                  <a:pt x="1579230" y="718074"/>
                  <a:pt x="1593265" y="726497"/>
                  <a:pt x="1600956" y="739837"/>
                </a:cubicBezTo>
                <a:cubicBezTo>
                  <a:pt x="1615802" y="754684"/>
                  <a:pt x="1600956" y="767057"/>
                  <a:pt x="1600956" y="767057"/>
                </a:cubicBezTo>
                <a:cubicBezTo>
                  <a:pt x="1585580" y="766247"/>
                  <a:pt x="1572067" y="756594"/>
                  <a:pt x="1566314" y="742310"/>
                </a:cubicBezTo>
                <a:cubicBezTo>
                  <a:pt x="1556416" y="742310"/>
                  <a:pt x="1563839" y="717567"/>
                  <a:pt x="1563839" y="717567"/>
                </a:cubicBezTo>
                <a:close/>
                <a:moveTo>
                  <a:pt x="405807" y="717531"/>
                </a:moveTo>
                <a:cubicBezTo>
                  <a:pt x="422712" y="717281"/>
                  <a:pt x="438575" y="725680"/>
                  <a:pt x="447872" y="739801"/>
                </a:cubicBezTo>
                <a:cubicBezTo>
                  <a:pt x="467667" y="754648"/>
                  <a:pt x="462719" y="771969"/>
                  <a:pt x="447872" y="771969"/>
                </a:cubicBezTo>
                <a:cubicBezTo>
                  <a:pt x="426594" y="774124"/>
                  <a:pt x="405802" y="764674"/>
                  <a:pt x="393434" y="747225"/>
                </a:cubicBezTo>
                <a:cubicBezTo>
                  <a:pt x="386011" y="732378"/>
                  <a:pt x="390960" y="717531"/>
                  <a:pt x="405807" y="717531"/>
                </a:cubicBezTo>
                <a:close/>
                <a:moveTo>
                  <a:pt x="2471955" y="710151"/>
                </a:moveTo>
                <a:cubicBezTo>
                  <a:pt x="2481853" y="707675"/>
                  <a:pt x="2509072" y="720049"/>
                  <a:pt x="2509072" y="734894"/>
                </a:cubicBezTo>
                <a:cubicBezTo>
                  <a:pt x="2509072" y="749742"/>
                  <a:pt x="2509072" y="764588"/>
                  <a:pt x="2509072" y="764588"/>
                </a:cubicBezTo>
                <a:cubicBezTo>
                  <a:pt x="2493210" y="765896"/>
                  <a:pt x="2478265" y="756935"/>
                  <a:pt x="2471955" y="742318"/>
                </a:cubicBezTo>
                <a:cubicBezTo>
                  <a:pt x="2471955" y="724997"/>
                  <a:pt x="2462057" y="712624"/>
                  <a:pt x="2471955" y="710151"/>
                </a:cubicBezTo>
                <a:close/>
                <a:moveTo>
                  <a:pt x="1920157" y="705203"/>
                </a:moveTo>
                <a:cubicBezTo>
                  <a:pt x="1945208" y="705923"/>
                  <a:pt x="1967919" y="720115"/>
                  <a:pt x="1979543" y="742319"/>
                </a:cubicBezTo>
                <a:cubicBezTo>
                  <a:pt x="1979543" y="759639"/>
                  <a:pt x="1979543" y="779436"/>
                  <a:pt x="1979543" y="784385"/>
                </a:cubicBezTo>
                <a:cubicBezTo>
                  <a:pt x="1955987" y="785232"/>
                  <a:pt x="1933613" y="774046"/>
                  <a:pt x="1920157" y="754691"/>
                </a:cubicBezTo>
                <a:cubicBezTo>
                  <a:pt x="1897887" y="729946"/>
                  <a:pt x="1902836" y="705203"/>
                  <a:pt x="1920157" y="705203"/>
                </a:cubicBezTo>
                <a:close/>
                <a:moveTo>
                  <a:pt x="2381948" y="702109"/>
                </a:moveTo>
                <a:cubicBezTo>
                  <a:pt x="2387824" y="703965"/>
                  <a:pt x="2392773" y="708914"/>
                  <a:pt x="2392773" y="720049"/>
                </a:cubicBezTo>
                <a:cubicBezTo>
                  <a:pt x="2392773" y="742319"/>
                  <a:pt x="2392773" y="742319"/>
                  <a:pt x="2392773" y="742319"/>
                </a:cubicBezTo>
                <a:cubicBezTo>
                  <a:pt x="2385350" y="742319"/>
                  <a:pt x="2365554" y="747269"/>
                  <a:pt x="2365554" y="724998"/>
                </a:cubicBezTo>
                <a:cubicBezTo>
                  <a:pt x="2365554" y="702729"/>
                  <a:pt x="2358131" y="705203"/>
                  <a:pt x="2365554" y="702729"/>
                </a:cubicBezTo>
                <a:cubicBezTo>
                  <a:pt x="2369266" y="701491"/>
                  <a:pt x="2376071" y="700252"/>
                  <a:pt x="2381948" y="702109"/>
                </a:cubicBezTo>
                <a:close/>
                <a:moveTo>
                  <a:pt x="2140381" y="697779"/>
                </a:moveTo>
                <a:cubicBezTo>
                  <a:pt x="2150278" y="695304"/>
                  <a:pt x="2160176" y="705203"/>
                  <a:pt x="2172548" y="717574"/>
                </a:cubicBezTo>
                <a:cubicBezTo>
                  <a:pt x="2184921" y="729946"/>
                  <a:pt x="2172548" y="742319"/>
                  <a:pt x="2172548" y="742319"/>
                </a:cubicBezTo>
                <a:cubicBezTo>
                  <a:pt x="2162651" y="742319"/>
                  <a:pt x="2152753" y="747267"/>
                  <a:pt x="2140381" y="722522"/>
                </a:cubicBezTo>
                <a:cubicBezTo>
                  <a:pt x="2128009" y="697779"/>
                  <a:pt x="2130483" y="700252"/>
                  <a:pt x="2140381" y="697779"/>
                </a:cubicBezTo>
                <a:close/>
                <a:moveTo>
                  <a:pt x="1308973" y="697763"/>
                </a:moveTo>
                <a:cubicBezTo>
                  <a:pt x="1330751" y="698586"/>
                  <a:pt x="1350492" y="710804"/>
                  <a:pt x="1360936" y="729932"/>
                </a:cubicBezTo>
                <a:cubicBezTo>
                  <a:pt x="1380732" y="747253"/>
                  <a:pt x="1375783" y="767048"/>
                  <a:pt x="1360936" y="767048"/>
                </a:cubicBezTo>
                <a:cubicBezTo>
                  <a:pt x="1339530" y="767240"/>
                  <a:pt x="1319675" y="755896"/>
                  <a:pt x="1308973" y="737355"/>
                </a:cubicBezTo>
                <a:cubicBezTo>
                  <a:pt x="1286703" y="717559"/>
                  <a:pt x="1291652" y="697763"/>
                  <a:pt x="1308973" y="697763"/>
                </a:cubicBezTo>
                <a:close/>
                <a:moveTo>
                  <a:pt x="1066484" y="697755"/>
                </a:moveTo>
                <a:cubicBezTo>
                  <a:pt x="1095028" y="697499"/>
                  <a:pt x="1121500" y="712626"/>
                  <a:pt x="1135768" y="737346"/>
                </a:cubicBezTo>
                <a:cubicBezTo>
                  <a:pt x="1150614" y="762089"/>
                  <a:pt x="1143191" y="789308"/>
                  <a:pt x="1120923" y="789308"/>
                </a:cubicBezTo>
                <a:cubicBezTo>
                  <a:pt x="1092514" y="789064"/>
                  <a:pt x="1066272" y="774068"/>
                  <a:pt x="1051638" y="749718"/>
                </a:cubicBezTo>
                <a:cubicBezTo>
                  <a:pt x="1036793" y="722500"/>
                  <a:pt x="1044215" y="697755"/>
                  <a:pt x="1066484" y="697755"/>
                </a:cubicBezTo>
                <a:close/>
                <a:moveTo>
                  <a:pt x="2031506" y="695304"/>
                </a:moveTo>
                <a:cubicBezTo>
                  <a:pt x="2041404" y="692829"/>
                  <a:pt x="2051301" y="702729"/>
                  <a:pt x="2063674" y="715099"/>
                </a:cubicBezTo>
                <a:cubicBezTo>
                  <a:pt x="2076046" y="727471"/>
                  <a:pt x="2063674" y="742319"/>
                  <a:pt x="2063674" y="742319"/>
                </a:cubicBezTo>
                <a:cubicBezTo>
                  <a:pt x="2049777" y="741081"/>
                  <a:pt x="2037556" y="732621"/>
                  <a:pt x="2031506" y="720049"/>
                </a:cubicBezTo>
                <a:cubicBezTo>
                  <a:pt x="2031506" y="695304"/>
                  <a:pt x="2021608" y="697778"/>
                  <a:pt x="2031506" y="695304"/>
                </a:cubicBezTo>
                <a:close/>
                <a:moveTo>
                  <a:pt x="2660011" y="690347"/>
                </a:moveTo>
                <a:cubicBezTo>
                  <a:pt x="2675204" y="689354"/>
                  <a:pt x="2689259" y="698391"/>
                  <a:pt x="2694653" y="712616"/>
                </a:cubicBezTo>
                <a:cubicBezTo>
                  <a:pt x="2694653" y="727464"/>
                  <a:pt x="2694653" y="742310"/>
                  <a:pt x="2694653" y="742310"/>
                </a:cubicBezTo>
                <a:cubicBezTo>
                  <a:pt x="2684755" y="742310"/>
                  <a:pt x="2660011" y="734887"/>
                  <a:pt x="2660011" y="720040"/>
                </a:cubicBezTo>
                <a:cubicBezTo>
                  <a:pt x="2660011" y="705194"/>
                  <a:pt x="2660011" y="690347"/>
                  <a:pt x="2660011" y="690347"/>
                </a:cubicBezTo>
                <a:close/>
                <a:moveTo>
                  <a:pt x="665624" y="677945"/>
                </a:moveTo>
                <a:cubicBezTo>
                  <a:pt x="678871" y="679088"/>
                  <a:pt x="690800" y="686427"/>
                  <a:pt x="697791" y="697740"/>
                </a:cubicBezTo>
                <a:cubicBezTo>
                  <a:pt x="700298" y="698954"/>
                  <a:pt x="702319" y="700977"/>
                  <a:pt x="703534" y="703485"/>
                </a:cubicBezTo>
                <a:cubicBezTo>
                  <a:pt x="706512" y="709633"/>
                  <a:pt x="703940" y="717031"/>
                  <a:pt x="697791" y="720009"/>
                </a:cubicBezTo>
                <a:cubicBezTo>
                  <a:pt x="684543" y="718867"/>
                  <a:pt x="672613" y="711529"/>
                  <a:pt x="665624" y="700215"/>
                </a:cubicBezTo>
                <a:cubicBezTo>
                  <a:pt x="665159" y="699804"/>
                  <a:pt x="664717" y="699367"/>
                  <a:pt x="664309" y="698901"/>
                </a:cubicBezTo>
                <a:cubicBezTo>
                  <a:pt x="658886" y="692750"/>
                  <a:pt x="659475" y="683369"/>
                  <a:pt x="665624" y="677945"/>
                </a:cubicBezTo>
                <a:close/>
                <a:moveTo>
                  <a:pt x="2239358" y="660661"/>
                </a:moveTo>
                <a:cubicBezTo>
                  <a:pt x="2254205" y="658186"/>
                  <a:pt x="2274000" y="675507"/>
                  <a:pt x="2293796" y="697778"/>
                </a:cubicBezTo>
                <a:cubicBezTo>
                  <a:pt x="2313591" y="720048"/>
                  <a:pt x="2311117" y="742318"/>
                  <a:pt x="2293796" y="742318"/>
                </a:cubicBezTo>
                <a:cubicBezTo>
                  <a:pt x="2270588" y="741897"/>
                  <a:pt x="2249568" y="728523"/>
                  <a:pt x="2239358" y="707677"/>
                </a:cubicBezTo>
                <a:cubicBezTo>
                  <a:pt x="2217088" y="685406"/>
                  <a:pt x="2224512" y="663136"/>
                  <a:pt x="2239358" y="660661"/>
                </a:cubicBezTo>
                <a:close/>
                <a:moveTo>
                  <a:pt x="1660342" y="658181"/>
                </a:moveTo>
                <a:cubicBezTo>
                  <a:pt x="1679744" y="658228"/>
                  <a:pt x="1697656" y="668595"/>
                  <a:pt x="1707356" y="685399"/>
                </a:cubicBezTo>
                <a:cubicBezTo>
                  <a:pt x="1724677" y="705196"/>
                  <a:pt x="1722202" y="722515"/>
                  <a:pt x="1707356" y="722515"/>
                </a:cubicBezTo>
                <a:cubicBezTo>
                  <a:pt x="1687261" y="722540"/>
                  <a:pt x="1668953" y="710978"/>
                  <a:pt x="1660342" y="692823"/>
                </a:cubicBezTo>
                <a:cubicBezTo>
                  <a:pt x="1643021" y="675501"/>
                  <a:pt x="1645495" y="658181"/>
                  <a:pt x="1660342" y="658181"/>
                </a:cubicBezTo>
                <a:close/>
                <a:moveTo>
                  <a:pt x="920491" y="650733"/>
                </a:moveTo>
                <a:cubicBezTo>
                  <a:pt x="930390" y="648258"/>
                  <a:pt x="947709" y="648258"/>
                  <a:pt x="947709" y="668054"/>
                </a:cubicBezTo>
                <a:cubicBezTo>
                  <a:pt x="947709" y="687849"/>
                  <a:pt x="947709" y="687849"/>
                  <a:pt x="947709" y="687849"/>
                </a:cubicBezTo>
                <a:cubicBezTo>
                  <a:pt x="936472" y="686529"/>
                  <a:pt x="926451" y="680149"/>
                  <a:pt x="920491" y="670528"/>
                </a:cubicBezTo>
                <a:cubicBezTo>
                  <a:pt x="905645" y="650733"/>
                  <a:pt x="910595" y="653207"/>
                  <a:pt x="920491" y="650733"/>
                </a:cubicBezTo>
                <a:close/>
                <a:moveTo>
                  <a:pt x="2551136" y="643331"/>
                </a:moveTo>
                <a:cubicBezTo>
                  <a:pt x="2561034" y="640857"/>
                  <a:pt x="2570931" y="653230"/>
                  <a:pt x="2583303" y="665602"/>
                </a:cubicBezTo>
                <a:cubicBezTo>
                  <a:pt x="2595676" y="677976"/>
                  <a:pt x="2583303" y="692821"/>
                  <a:pt x="2583303" y="692821"/>
                </a:cubicBezTo>
                <a:cubicBezTo>
                  <a:pt x="2573406" y="695296"/>
                  <a:pt x="2551136" y="682923"/>
                  <a:pt x="2551136" y="670550"/>
                </a:cubicBezTo>
                <a:cubicBezTo>
                  <a:pt x="2551136" y="658179"/>
                  <a:pt x="2541238" y="645806"/>
                  <a:pt x="2551136" y="643331"/>
                </a:cubicBezTo>
                <a:close/>
                <a:moveTo>
                  <a:pt x="2754658" y="640539"/>
                </a:moveTo>
                <a:cubicBezTo>
                  <a:pt x="2758369" y="642085"/>
                  <a:pt x="2761462" y="645798"/>
                  <a:pt x="2761462" y="653222"/>
                </a:cubicBezTo>
                <a:cubicBezTo>
                  <a:pt x="2761462" y="668067"/>
                  <a:pt x="2761462" y="668067"/>
                  <a:pt x="2761462" y="668067"/>
                </a:cubicBezTo>
                <a:cubicBezTo>
                  <a:pt x="2756514" y="670543"/>
                  <a:pt x="2744142" y="670543"/>
                  <a:pt x="2744142" y="655696"/>
                </a:cubicBezTo>
                <a:cubicBezTo>
                  <a:pt x="2744142" y="640849"/>
                  <a:pt x="2739193" y="643323"/>
                  <a:pt x="2744142" y="640849"/>
                </a:cubicBezTo>
                <a:cubicBezTo>
                  <a:pt x="2746616" y="639611"/>
                  <a:pt x="2750946" y="638993"/>
                  <a:pt x="2754658" y="640539"/>
                </a:cubicBezTo>
                <a:close/>
                <a:moveTo>
                  <a:pt x="1776640" y="630959"/>
                </a:moveTo>
                <a:cubicBezTo>
                  <a:pt x="1787879" y="632280"/>
                  <a:pt x="1797900" y="638660"/>
                  <a:pt x="1803859" y="648280"/>
                </a:cubicBezTo>
                <a:cubicBezTo>
                  <a:pt x="1803859" y="668077"/>
                  <a:pt x="1803859" y="668077"/>
                  <a:pt x="1803859" y="668077"/>
                </a:cubicBezTo>
                <a:cubicBezTo>
                  <a:pt x="1792486" y="667140"/>
                  <a:pt x="1782306" y="660661"/>
                  <a:pt x="1776640" y="650756"/>
                </a:cubicBezTo>
                <a:cubicBezTo>
                  <a:pt x="1776640" y="630959"/>
                  <a:pt x="1776640" y="630959"/>
                  <a:pt x="1776640" y="630959"/>
                </a:cubicBezTo>
                <a:close/>
                <a:moveTo>
                  <a:pt x="2986636" y="630935"/>
                </a:moveTo>
                <a:cubicBezTo>
                  <a:pt x="2992228" y="628850"/>
                  <a:pt x="2998365" y="628850"/>
                  <a:pt x="3003957" y="630935"/>
                </a:cubicBezTo>
                <a:cubicBezTo>
                  <a:pt x="3003957" y="648256"/>
                  <a:pt x="3003957" y="648256"/>
                  <a:pt x="3003957" y="648256"/>
                </a:cubicBezTo>
                <a:cubicBezTo>
                  <a:pt x="2998068" y="649569"/>
                  <a:pt x="2991907" y="648691"/>
                  <a:pt x="2986636" y="645783"/>
                </a:cubicBezTo>
                <a:cubicBezTo>
                  <a:pt x="2986636" y="630935"/>
                  <a:pt x="2986636" y="630935"/>
                  <a:pt x="2986636" y="630935"/>
                </a:cubicBezTo>
                <a:close/>
                <a:moveTo>
                  <a:pt x="1405476" y="611157"/>
                </a:moveTo>
                <a:cubicBezTo>
                  <a:pt x="1437233" y="613222"/>
                  <a:pt x="1465931" y="630811"/>
                  <a:pt x="1482183" y="658171"/>
                </a:cubicBezTo>
                <a:cubicBezTo>
                  <a:pt x="1497030" y="685392"/>
                  <a:pt x="1492081" y="715085"/>
                  <a:pt x="1467336" y="715085"/>
                </a:cubicBezTo>
                <a:cubicBezTo>
                  <a:pt x="1435300" y="713925"/>
                  <a:pt x="1406203" y="696091"/>
                  <a:pt x="1390629" y="668070"/>
                </a:cubicBezTo>
                <a:cubicBezTo>
                  <a:pt x="1375783" y="640850"/>
                  <a:pt x="1380731" y="611157"/>
                  <a:pt x="1405476" y="611157"/>
                </a:cubicBezTo>
                <a:close/>
                <a:moveTo>
                  <a:pt x="1160514" y="611149"/>
                </a:moveTo>
                <a:cubicBezTo>
                  <a:pt x="1187904" y="612663"/>
                  <a:pt x="1212840" y="627438"/>
                  <a:pt x="1227320" y="650740"/>
                </a:cubicBezTo>
                <a:cubicBezTo>
                  <a:pt x="1242167" y="677960"/>
                  <a:pt x="1234746" y="700230"/>
                  <a:pt x="1212476" y="700230"/>
                </a:cubicBezTo>
                <a:cubicBezTo>
                  <a:pt x="1184529" y="700664"/>
                  <a:pt x="1158707" y="685361"/>
                  <a:pt x="1145666" y="660639"/>
                </a:cubicBezTo>
                <a:cubicBezTo>
                  <a:pt x="1130819" y="635893"/>
                  <a:pt x="1135768" y="611149"/>
                  <a:pt x="1160514" y="611149"/>
                </a:cubicBezTo>
                <a:close/>
                <a:moveTo>
                  <a:pt x="2439787" y="608689"/>
                </a:moveTo>
                <a:cubicBezTo>
                  <a:pt x="2454621" y="610936"/>
                  <a:pt x="2467491" y="620131"/>
                  <a:pt x="2474429" y="633434"/>
                </a:cubicBezTo>
                <a:cubicBezTo>
                  <a:pt x="2486801" y="648280"/>
                  <a:pt x="2474429" y="663127"/>
                  <a:pt x="2474429" y="663127"/>
                </a:cubicBezTo>
                <a:cubicBezTo>
                  <a:pt x="2459444" y="663378"/>
                  <a:pt x="2445780" y="654592"/>
                  <a:pt x="2439787" y="640857"/>
                </a:cubicBezTo>
                <a:cubicBezTo>
                  <a:pt x="2439787" y="626010"/>
                  <a:pt x="2439787" y="608689"/>
                  <a:pt x="2439787" y="608689"/>
                </a:cubicBezTo>
                <a:close/>
                <a:moveTo>
                  <a:pt x="1875617" y="591368"/>
                </a:moveTo>
                <a:cubicBezTo>
                  <a:pt x="1893535" y="592148"/>
                  <a:pt x="1909628" y="602563"/>
                  <a:pt x="1917682" y="618588"/>
                </a:cubicBezTo>
                <a:cubicBezTo>
                  <a:pt x="1935004" y="635909"/>
                  <a:pt x="1932529" y="650756"/>
                  <a:pt x="1917682" y="650756"/>
                </a:cubicBezTo>
                <a:cubicBezTo>
                  <a:pt x="1899765" y="649977"/>
                  <a:pt x="1883671" y="639561"/>
                  <a:pt x="1875617" y="623536"/>
                </a:cubicBezTo>
                <a:cubicBezTo>
                  <a:pt x="1858296" y="608689"/>
                  <a:pt x="1863245" y="591368"/>
                  <a:pt x="1875617" y="591368"/>
                </a:cubicBezTo>
                <a:close/>
                <a:moveTo>
                  <a:pt x="2647948" y="588267"/>
                </a:moveTo>
                <a:cubicBezTo>
                  <a:pt x="2653206" y="590123"/>
                  <a:pt x="2657536" y="595071"/>
                  <a:pt x="2657536" y="606206"/>
                </a:cubicBezTo>
                <a:cubicBezTo>
                  <a:pt x="2657536" y="628477"/>
                  <a:pt x="2657536" y="628477"/>
                  <a:pt x="2657536" y="628477"/>
                </a:cubicBezTo>
                <a:cubicBezTo>
                  <a:pt x="2647639" y="630951"/>
                  <a:pt x="2632792" y="633426"/>
                  <a:pt x="2632792" y="611157"/>
                </a:cubicBezTo>
                <a:cubicBezTo>
                  <a:pt x="2632792" y="588886"/>
                  <a:pt x="2625369" y="591360"/>
                  <a:pt x="2632792" y="588886"/>
                </a:cubicBezTo>
                <a:cubicBezTo>
                  <a:pt x="2636504" y="587648"/>
                  <a:pt x="2642690" y="586411"/>
                  <a:pt x="2647948" y="588267"/>
                </a:cubicBezTo>
                <a:close/>
                <a:moveTo>
                  <a:pt x="2007071" y="580232"/>
                </a:moveTo>
                <a:cubicBezTo>
                  <a:pt x="2012329" y="582089"/>
                  <a:pt x="2017896" y="587657"/>
                  <a:pt x="2024082" y="601265"/>
                </a:cubicBezTo>
                <a:cubicBezTo>
                  <a:pt x="2036454" y="628484"/>
                  <a:pt x="2024082" y="628484"/>
                  <a:pt x="2024082" y="628484"/>
                </a:cubicBezTo>
                <a:cubicBezTo>
                  <a:pt x="2014185" y="630959"/>
                  <a:pt x="2004287" y="630959"/>
                  <a:pt x="1991915" y="606215"/>
                </a:cubicBezTo>
                <a:cubicBezTo>
                  <a:pt x="1979543" y="581469"/>
                  <a:pt x="1982017" y="583945"/>
                  <a:pt x="1991915" y="581469"/>
                </a:cubicBezTo>
                <a:cubicBezTo>
                  <a:pt x="1996864" y="580232"/>
                  <a:pt x="2001813" y="578377"/>
                  <a:pt x="2007071" y="580232"/>
                </a:cubicBezTo>
                <a:close/>
                <a:moveTo>
                  <a:pt x="2226986" y="578995"/>
                </a:moveTo>
                <a:cubicBezTo>
                  <a:pt x="2235651" y="583140"/>
                  <a:pt x="2242637" y="590125"/>
                  <a:pt x="2246781" y="598791"/>
                </a:cubicBezTo>
                <a:cubicBezTo>
                  <a:pt x="2259154" y="623536"/>
                  <a:pt x="2246781" y="623536"/>
                  <a:pt x="2246781" y="623536"/>
                </a:cubicBezTo>
                <a:cubicBezTo>
                  <a:pt x="2239358" y="626010"/>
                  <a:pt x="2226986" y="616112"/>
                  <a:pt x="2226986" y="603740"/>
                </a:cubicBezTo>
                <a:cubicBezTo>
                  <a:pt x="2226986" y="591368"/>
                  <a:pt x="2226986" y="578995"/>
                  <a:pt x="2226986" y="578995"/>
                </a:cubicBezTo>
                <a:close/>
                <a:moveTo>
                  <a:pt x="2313591" y="574046"/>
                </a:moveTo>
                <a:cubicBezTo>
                  <a:pt x="2337588" y="576085"/>
                  <a:pt x="2358962" y="590023"/>
                  <a:pt x="2370503" y="611163"/>
                </a:cubicBezTo>
                <a:cubicBezTo>
                  <a:pt x="2390298" y="633434"/>
                  <a:pt x="2387824" y="658179"/>
                  <a:pt x="2370503" y="658179"/>
                </a:cubicBezTo>
                <a:cubicBezTo>
                  <a:pt x="2353182" y="660654"/>
                  <a:pt x="2333387" y="640857"/>
                  <a:pt x="2313591" y="618588"/>
                </a:cubicBezTo>
                <a:cubicBezTo>
                  <a:pt x="2293796" y="596316"/>
                  <a:pt x="2296270" y="574046"/>
                  <a:pt x="2313591" y="574046"/>
                </a:cubicBezTo>
                <a:close/>
                <a:moveTo>
                  <a:pt x="2103265" y="574046"/>
                </a:moveTo>
                <a:cubicBezTo>
                  <a:pt x="2116713" y="576444"/>
                  <a:pt x="2128455" y="584573"/>
                  <a:pt x="2135433" y="596316"/>
                </a:cubicBezTo>
                <a:cubicBezTo>
                  <a:pt x="2135433" y="621061"/>
                  <a:pt x="2135433" y="621061"/>
                  <a:pt x="2135433" y="621061"/>
                </a:cubicBezTo>
                <a:cubicBezTo>
                  <a:pt x="2125535" y="623536"/>
                  <a:pt x="2103265" y="613637"/>
                  <a:pt x="2103265" y="601265"/>
                </a:cubicBezTo>
                <a:cubicBezTo>
                  <a:pt x="2103265" y="588893"/>
                  <a:pt x="2103265" y="574046"/>
                  <a:pt x="2103265" y="574046"/>
                </a:cubicBezTo>
                <a:close/>
                <a:moveTo>
                  <a:pt x="754702" y="574019"/>
                </a:moveTo>
                <a:cubicBezTo>
                  <a:pt x="767114" y="573575"/>
                  <a:pt x="778672" y="580318"/>
                  <a:pt x="784396" y="591340"/>
                </a:cubicBezTo>
                <a:cubicBezTo>
                  <a:pt x="799242" y="613609"/>
                  <a:pt x="796768" y="613609"/>
                  <a:pt x="784396" y="613609"/>
                </a:cubicBezTo>
                <a:cubicBezTo>
                  <a:pt x="774498" y="616084"/>
                  <a:pt x="769549" y="618558"/>
                  <a:pt x="754702" y="596288"/>
                </a:cubicBezTo>
                <a:cubicBezTo>
                  <a:pt x="739855" y="574019"/>
                  <a:pt x="742330" y="574019"/>
                  <a:pt x="754702" y="574019"/>
                </a:cubicBezTo>
                <a:close/>
                <a:moveTo>
                  <a:pt x="1509402" y="569090"/>
                </a:moveTo>
                <a:cubicBezTo>
                  <a:pt x="1531179" y="569913"/>
                  <a:pt x="1550920" y="582130"/>
                  <a:pt x="1561365" y="601259"/>
                </a:cubicBezTo>
                <a:cubicBezTo>
                  <a:pt x="1581160" y="623527"/>
                  <a:pt x="1578686" y="643325"/>
                  <a:pt x="1561365" y="643325"/>
                </a:cubicBezTo>
                <a:cubicBezTo>
                  <a:pt x="1539223" y="641523"/>
                  <a:pt x="1519581" y="628425"/>
                  <a:pt x="1509402" y="608682"/>
                </a:cubicBezTo>
                <a:cubicBezTo>
                  <a:pt x="1484657" y="588886"/>
                  <a:pt x="1489606" y="569090"/>
                  <a:pt x="1509402" y="569090"/>
                </a:cubicBezTo>
                <a:close/>
                <a:moveTo>
                  <a:pt x="2882710" y="569075"/>
                </a:moveTo>
                <a:cubicBezTo>
                  <a:pt x="2889193" y="567283"/>
                  <a:pt x="2896023" y="567283"/>
                  <a:pt x="2902505" y="569075"/>
                </a:cubicBezTo>
                <a:cubicBezTo>
                  <a:pt x="2902505" y="586396"/>
                  <a:pt x="2902505" y="586396"/>
                  <a:pt x="2902505" y="586396"/>
                </a:cubicBezTo>
                <a:cubicBezTo>
                  <a:pt x="2896097" y="588659"/>
                  <a:pt x="2889119" y="588659"/>
                  <a:pt x="2882710" y="586396"/>
                </a:cubicBezTo>
                <a:cubicBezTo>
                  <a:pt x="2882710" y="569075"/>
                  <a:pt x="2882710" y="569075"/>
                  <a:pt x="2882710" y="569075"/>
                </a:cubicBezTo>
                <a:close/>
                <a:moveTo>
                  <a:pt x="1014520" y="561652"/>
                </a:moveTo>
                <a:cubicBezTo>
                  <a:pt x="1024986" y="563337"/>
                  <a:pt x="1034101" y="569720"/>
                  <a:pt x="1039265" y="578973"/>
                </a:cubicBezTo>
                <a:cubicBezTo>
                  <a:pt x="1039265" y="596295"/>
                  <a:pt x="1039265" y="596295"/>
                  <a:pt x="1039265" y="596295"/>
                </a:cubicBezTo>
                <a:cubicBezTo>
                  <a:pt x="1028858" y="596485"/>
                  <a:pt x="1019252" y="590722"/>
                  <a:pt x="1014520" y="581447"/>
                </a:cubicBezTo>
                <a:cubicBezTo>
                  <a:pt x="1014520" y="561652"/>
                  <a:pt x="1014520" y="561652"/>
                  <a:pt x="1014520" y="561652"/>
                </a:cubicBezTo>
                <a:close/>
                <a:moveTo>
                  <a:pt x="1254540" y="549287"/>
                </a:moveTo>
                <a:cubicBezTo>
                  <a:pt x="1274794" y="550817"/>
                  <a:pt x="1293142" y="561823"/>
                  <a:pt x="1304024" y="578980"/>
                </a:cubicBezTo>
                <a:cubicBezTo>
                  <a:pt x="1326294" y="598777"/>
                  <a:pt x="1321345" y="616099"/>
                  <a:pt x="1304024" y="616099"/>
                </a:cubicBezTo>
                <a:cubicBezTo>
                  <a:pt x="1279193" y="620319"/>
                  <a:pt x="1254406" y="608419"/>
                  <a:pt x="1242171" y="586404"/>
                </a:cubicBezTo>
                <a:cubicBezTo>
                  <a:pt x="1232273" y="566608"/>
                  <a:pt x="1237221" y="549287"/>
                  <a:pt x="1254540" y="549287"/>
                </a:cubicBezTo>
                <a:close/>
                <a:moveTo>
                  <a:pt x="2518969" y="546820"/>
                </a:moveTo>
                <a:cubicBezTo>
                  <a:pt x="2531589" y="547916"/>
                  <a:pt x="2542798" y="555380"/>
                  <a:pt x="2548662" y="566614"/>
                </a:cubicBezTo>
                <a:cubicBezTo>
                  <a:pt x="2548662" y="578988"/>
                  <a:pt x="2548662" y="591360"/>
                  <a:pt x="2548662" y="591360"/>
                </a:cubicBezTo>
                <a:cubicBezTo>
                  <a:pt x="2538764" y="593835"/>
                  <a:pt x="2518969" y="596308"/>
                  <a:pt x="2518969" y="571563"/>
                </a:cubicBezTo>
                <a:cubicBezTo>
                  <a:pt x="2518969" y="546820"/>
                  <a:pt x="2518969" y="546820"/>
                  <a:pt x="2518969" y="546820"/>
                </a:cubicBezTo>
                <a:close/>
                <a:moveTo>
                  <a:pt x="1620751" y="534448"/>
                </a:moveTo>
                <a:cubicBezTo>
                  <a:pt x="1636349" y="536336"/>
                  <a:pt x="1650124" y="545519"/>
                  <a:pt x="1657867" y="559193"/>
                </a:cubicBezTo>
                <a:cubicBezTo>
                  <a:pt x="1672714" y="571564"/>
                  <a:pt x="1657867" y="586411"/>
                  <a:pt x="1657867" y="586411"/>
                </a:cubicBezTo>
                <a:cubicBezTo>
                  <a:pt x="1645495" y="588886"/>
                  <a:pt x="1635597" y="578988"/>
                  <a:pt x="1620751" y="564142"/>
                </a:cubicBezTo>
                <a:cubicBezTo>
                  <a:pt x="1605904" y="549295"/>
                  <a:pt x="1620751" y="534448"/>
                  <a:pt x="1620751" y="534448"/>
                </a:cubicBezTo>
                <a:close/>
                <a:moveTo>
                  <a:pt x="2407619" y="514653"/>
                </a:moveTo>
                <a:cubicBezTo>
                  <a:pt x="2420249" y="515749"/>
                  <a:pt x="2431445" y="523212"/>
                  <a:pt x="2437312" y="534447"/>
                </a:cubicBezTo>
                <a:cubicBezTo>
                  <a:pt x="2437312" y="559193"/>
                  <a:pt x="2437312" y="559193"/>
                  <a:pt x="2437312" y="559193"/>
                </a:cubicBezTo>
                <a:cubicBezTo>
                  <a:pt x="2427415" y="561666"/>
                  <a:pt x="2407619" y="564142"/>
                  <a:pt x="2407619" y="539397"/>
                </a:cubicBezTo>
                <a:cubicBezTo>
                  <a:pt x="2407619" y="514653"/>
                  <a:pt x="2407619" y="514653"/>
                  <a:pt x="2407619" y="514653"/>
                </a:cubicBezTo>
                <a:close/>
                <a:moveTo>
                  <a:pt x="2187395" y="497331"/>
                </a:moveTo>
                <a:cubicBezTo>
                  <a:pt x="2193707" y="494576"/>
                  <a:pt x="2200881" y="494576"/>
                  <a:pt x="2207190" y="497331"/>
                </a:cubicBezTo>
                <a:cubicBezTo>
                  <a:pt x="2207190" y="509704"/>
                  <a:pt x="2207190" y="509704"/>
                  <a:pt x="2207190" y="509704"/>
                </a:cubicBezTo>
                <a:cubicBezTo>
                  <a:pt x="2202241" y="512179"/>
                  <a:pt x="2187395" y="527024"/>
                  <a:pt x="2187395" y="512179"/>
                </a:cubicBezTo>
                <a:cubicBezTo>
                  <a:pt x="2187395" y="497331"/>
                  <a:pt x="2187395" y="497331"/>
                  <a:pt x="2187395" y="497331"/>
                </a:cubicBezTo>
                <a:close/>
                <a:moveTo>
                  <a:pt x="1848398" y="494858"/>
                </a:moveTo>
                <a:cubicBezTo>
                  <a:pt x="1858113" y="493357"/>
                  <a:pt x="1868008" y="496058"/>
                  <a:pt x="1875617" y="502281"/>
                </a:cubicBezTo>
                <a:cubicBezTo>
                  <a:pt x="1875617" y="527024"/>
                  <a:pt x="1875617" y="527024"/>
                  <a:pt x="1875617" y="527024"/>
                </a:cubicBezTo>
                <a:cubicBezTo>
                  <a:pt x="1865959" y="527757"/>
                  <a:pt x="1856346" y="525135"/>
                  <a:pt x="1848398" y="519602"/>
                </a:cubicBezTo>
                <a:cubicBezTo>
                  <a:pt x="1848398" y="507229"/>
                  <a:pt x="1848398" y="494858"/>
                  <a:pt x="1848398" y="494858"/>
                </a:cubicBezTo>
                <a:close/>
                <a:moveTo>
                  <a:pt x="2298744" y="494856"/>
                </a:moveTo>
                <a:cubicBezTo>
                  <a:pt x="2309577" y="497240"/>
                  <a:pt x="2319217" y="503374"/>
                  <a:pt x="2325963" y="512178"/>
                </a:cubicBezTo>
                <a:cubicBezTo>
                  <a:pt x="2325963" y="536921"/>
                  <a:pt x="2325963" y="536921"/>
                  <a:pt x="2325963" y="536921"/>
                </a:cubicBezTo>
                <a:cubicBezTo>
                  <a:pt x="2314843" y="535273"/>
                  <a:pt x="2304947" y="528976"/>
                  <a:pt x="2298744" y="519601"/>
                </a:cubicBezTo>
                <a:cubicBezTo>
                  <a:pt x="2298744" y="494856"/>
                  <a:pt x="2298744" y="494856"/>
                  <a:pt x="2298744" y="494856"/>
                </a:cubicBezTo>
                <a:close/>
                <a:moveTo>
                  <a:pt x="1732100" y="494856"/>
                </a:moveTo>
                <a:cubicBezTo>
                  <a:pt x="1749293" y="497835"/>
                  <a:pt x="1764016" y="508881"/>
                  <a:pt x="1771691" y="524550"/>
                </a:cubicBezTo>
                <a:cubicBezTo>
                  <a:pt x="1791487" y="541872"/>
                  <a:pt x="1789012" y="561667"/>
                  <a:pt x="1771691" y="561667"/>
                </a:cubicBezTo>
                <a:cubicBezTo>
                  <a:pt x="1754937" y="557710"/>
                  <a:pt x="1740590" y="546950"/>
                  <a:pt x="1732100" y="531973"/>
                </a:cubicBezTo>
                <a:cubicBezTo>
                  <a:pt x="1712305" y="512179"/>
                  <a:pt x="1717254" y="494856"/>
                  <a:pt x="1732100" y="494856"/>
                </a:cubicBezTo>
                <a:close/>
                <a:moveTo>
                  <a:pt x="1348564" y="480003"/>
                </a:moveTo>
                <a:cubicBezTo>
                  <a:pt x="1374078" y="481303"/>
                  <a:pt x="1397270" y="495219"/>
                  <a:pt x="1410424" y="517120"/>
                </a:cubicBezTo>
                <a:cubicBezTo>
                  <a:pt x="1435169" y="541864"/>
                  <a:pt x="1430220" y="564134"/>
                  <a:pt x="1410424" y="564134"/>
                </a:cubicBezTo>
                <a:cubicBezTo>
                  <a:pt x="1384562" y="561877"/>
                  <a:pt x="1361446" y="547083"/>
                  <a:pt x="1348564" y="524544"/>
                </a:cubicBezTo>
                <a:cubicBezTo>
                  <a:pt x="1323819" y="502274"/>
                  <a:pt x="1328768" y="480003"/>
                  <a:pt x="1348564" y="480003"/>
                </a:cubicBezTo>
                <a:close/>
                <a:moveTo>
                  <a:pt x="2073571" y="472587"/>
                </a:moveTo>
                <a:cubicBezTo>
                  <a:pt x="2083439" y="474239"/>
                  <a:pt x="2091810" y="480750"/>
                  <a:pt x="2095841" y="489907"/>
                </a:cubicBezTo>
                <a:cubicBezTo>
                  <a:pt x="2095841" y="507229"/>
                  <a:pt x="2095841" y="507229"/>
                  <a:pt x="2095841" y="507229"/>
                </a:cubicBezTo>
                <a:cubicBezTo>
                  <a:pt x="2086329" y="506525"/>
                  <a:pt x="2077881" y="500893"/>
                  <a:pt x="2073571" y="492382"/>
                </a:cubicBezTo>
                <a:cubicBezTo>
                  <a:pt x="2073571" y="472587"/>
                  <a:pt x="2073571" y="472587"/>
                  <a:pt x="2073571" y="472587"/>
                </a:cubicBezTo>
                <a:close/>
                <a:moveTo>
                  <a:pt x="1106073" y="467624"/>
                </a:moveTo>
                <a:cubicBezTo>
                  <a:pt x="1128601" y="468075"/>
                  <a:pt x="1149250" y="480276"/>
                  <a:pt x="1160510" y="499792"/>
                </a:cubicBezTo>
                <a:cubicBezTo>
                  <a:pt x="1172882" y="519588"/>
                  <a:pt x="1167933" y="536908"/>
                  <a:pt x="1148141" y="536908"/>
                </a:cubicBezTo>
                <a:cubicBezTo>
                  <a:pt x="1130150" y="532721"/>
                  <a:pt x="1114828" y="521006"/>
                  <a:pt x="1106073" y="504740"/>
                </a:cubicBezTo>
                <a:cubicBezTo>
                  <a:pt x="1081329" y="484945"/>
                  <a:pt x="1086279" y="467624"/>
                  <a:pt x="1106073" y="467624"/>
                </a:cubicBezTo>
                <a:close/>
                <a:moveTo>
                  <a:pt x="1949850" y="462689"/>
                </a:moveTo>
                <a:cubicBezTo>
                  <a:pt x="1967941" y="462912"/>
                  <a:pt x="1984299" y="473498"/>
                  <a:pt x="1991915" y="489907"/>
                </a:cubicBezTo>
                <a:cubicBezTo>
                  <a:pt x="2006762" y="507229"/>
                  <a:pt x="1991915" y="522075"/>
                  <a:pt x="1991915" y="522075"/>
                </a:cubicBezTo>
                <a:cubicBezTo>
                  <a:pt x="1973825" y="521854"/>
                  <a:pt x="1957466" y="511268"/>
                  <a:pt x="1949850" y="494857"/>
                </a:cubicBezTo>
                <a:cubicBezTo>
                  <a:pt x="1935003" y="477537"/>
                  <a:pt x="1937478" y="462689"/>
                  <a:pt x="1949850" y="462689"/>
                </a:cubicBezTo>
                <a:close/>
                <a:moveTo>
                  <a:pt x="2674858" y="462674"/>
                </a:moveTo>
                <a:cubicBezTo>
                  <a:pt x="2689704" y="462674"/>
                  <a:pt x="2689704" y="475046"/>
                  <a:pt x="2689704" y="475046"/>
                </a:cubicBezTo>
                <a:cubicBezTo>
                  <a:pt x="2684829" y="476304"/>
                  <a:pt x="2679732" y="476304"/>
                  <a:pt x="2674858" y="475046"/>
                </a:cubicBezTo>
                <a:cubicBezTo>
                  <a:pt x="2674858" y="462674"/>
                  <a:pt x="2660011" y="462674"/>
                  <a:pt x="2674858" y="462674"/>
                </a:cubicBezTo>
                <a:close/>
                <a:moveTo>
                  <a:pt x="1459913" y="437938"/>
                </a:moveTo>
                <a:cubicBezTo>
                  <a:pt x="1481691" y="438760"/>
                  <a:pt x="1501432" y="450978"/>
                  <a:pt x="1511876" y="470106"/>
                </a:cubicBezTo>
                <a:cubicBezTo>
                  <a:pt x="1531672" y="487427"/>
                  <a:pt x="1529197" y="507223"/>
                  <a:pt x="1511876" y="507223"/>
                </a:cubicBezTo>
                <a:cubicBezTo>
                  <a:pt x="1490099" y="506401"/>
                  <a:pt x="1470358" y="494183"/>
                  <a:pt x="1459913" y="475054"/>
                </a:cubicBezTo>
                <a:cubicBezTo>
                  <a:pt x="1440118" y="455258"/>
                  <a:pt x="1442592" y="437938"/>
                  <a:pt x="1459913" y="437938"/>
                </a:cubicBezTo>
                <a:close/>
                <a:moveTo>
                  <a:pt x="2266577" y="413192"/>
                </a:moveTo>
                <a:cubicBezTo>
                  <a:pt x="2272162" y="411107"/>
                  <a:pt x="2278313" y="411107"/>
                  <a:pt x="2283898" y="413192"/>
                </a:cubicBezTo>
                <a:cubicBezTo>
                  <a:pt x="2283898" y="425566"/>
                  <a:pt x="2283898" y="425566"/>
                  <a:pt x="2283898" y="425566"/>
                </a:cubicBezTo>
                <a:cubicBezTo>
                  <a:pt x="2276554" y="424261"/>
                  <a:pt x="2270192" y="419715"/>
                  <a:pt x="2266577" y="413192"/>
                </a:cubicBezTo>
                <a:close/>
                <a:moveTo>
                  <a:pt x="1202577" y="405763"/>
                </a:moveTo>
                <a:cubicBezTo>
                  <a:pt x="1230986" y="406008"/>
                  <a:pt x="1257227" y="421003"/>
                  <a:pt x="1271856" y="445355"/>
                </a:cubicBezTo>
                <a:cubicBezTo>
                  <a:pt x="1286703" y="470099"/>
                  <a:pt x="1279279" y="494842"/>
                  <a:pt x="1257015" y="494842"/>
                </a:cubicBezTo>
                <a:cubicBezTo>
                  <a:pt x="1228996" y="493234"/>
                  <a:pt x="1203766" y="477348"/>
                  <a:pt x="1190203" y="452777"/>
                </a:cubicBezTo>
                <a:cubicBezTo>
                  <a:pt x="1172882" y="428033"/>
                  <a:pt x="1180305" y="405763"/>
                  <a:pt x="1202577" y="405763"/>
                </a:cubicBezTo>
                <a:close/>
                <a:moveTo>
                  <a:pt x="1571262" y="400820"/>
                </a:moveTo>
                <a:cubicBezTo>
                  <a:pt x="1591926" y="400998"/>
                  <a:pt x="1610868" y="412366"/>
                  <a:pt x="1620751" y="430514"/>
                </a:cubicBezTo>
                <a:cubicBezTo>
                  <a:pt x="1640546" y="450310"/>
                  <a:pt x="1635598" y="467631"/>
                  <a:pt x="1620751" y="467631"/>
                </a:cubicBezTo>
                <a:cubicBezTo>
                  <a:pt x="1599369" y="467558"/>
                  <a:pt x="1580010" y="454974"/>
                  <a:pt x="1571262" y="435463"/>
                </a:cubicBezTo>
                <a:cubicBezTo>
                  <a:pt x="1551467" y="418141"/>
                  <a:pt x="1556416" y="400820"/>
                  <a:pt x="1571262" y="400820"/>
                </a:cubicBezTo>
                <a:close/>
                <a:moveTo>
                  <a:pt x="935337" y="385961"/>
                </a:moveTo>
                <a:cubicBezTo>
                  <a:pt x="957864" y="386411"/>
                  <a:pt x="978512" y="398613"/>
                  <a:pt x="989775" y="418129"/>
                </a:cubicBezTo>
                <a:cubicBezTo>
                  <a:pt x="1012045" y="437925"/>
                  <a:pt x="1007095" y="457720"/>
                  <a:pt x="989775" y="457720"/>
                </a:cubicBezTo>
                <a:cubicBezTo>
                  <a:pt x="962008" y="460092"/>
                  <a:pt x="935253" y="446713"/>
                  <a:pt x="920491" y="423077"/>
                </a:cubicBezTo>
                <a:cubicBezTo>
                  <a:pt x="908118" y="403282"/>
                  <a:pt x="915542" y="385961"/>
                  <a:pt x="935337" y="385961"/>
                </a:cubicBezTo>
                <a:close/>
                <a:moveTo>
                  <a:pt x="1680137" y="371128"/>
                </a:moveTo>
                <a:cubicBezTo>
                  <a:pt x="1701771" y="372414"/>
                  <a:pt x="1721302" y="384503"/>
                  <a:pt x="1732100" y="403294"/>
                </a:cubicBezTo>
                <a:cubicBezTo>
                  <a:pt x="1751896" y="423091"/>
                  <a:pt x="1749421" y="442886"/>
                  <a:pt x="1732100" y="442886"/>
                </a:cubicBezTo>
                <a:cubicBezTo>
                  <a:pt x="1714779" y="445361"/>
                  <a:pt x="1702407" y="428040"/>
                  <a:pt x="1680137" y="408243"/>
                </a:cubicBezTo>
                <a:cubicBezTo>
                  <a:pt x="1657867" y="388448"/>
                  <a:pt x="1662816" y="371128"/>
                  <a:pt x="1680137" y="371128"/>
                </a:cubicBezTo>
                <a:close/>
                <a:moveTo>
                  <a:pt x="2051611" y="370818"/>
                </a:moveTo>
                <a:cubicBezTo>
                  <a:pt x="2055632" y="372363"/>
                  <a:pt x="2058725" y="376076"/>
                  <a:pt x="2058725" y="383498"/>
                </a:cubicBezTo>
                <a:cubicBezTo>
                  <a:pt x="2058725" y="398344"/>
                  <a:pt x="2058725" y="398344"/>
                  <a:pt x="2058725" y="398344"/>
                </a:cubicBezTo>
                <a:cubicBezTo>
                  <a:pt x="2050472" y="397788"/>
                  <a:pt x="2043047" y="393146"/>
                  <a:pt x="2038929" y="385972"/>
                </a:cubicBezTo>
                <a:cubicBezTo>
                  <a:pt x="2038929" y="371128"/>
                  <a:pt x="2031506" y="373602"/>
                  <a:pt x="2038929" y="371128"/>
                </a:cubicBezTo>
                <a:cubicBezTo>
                  <a:pt x="2042641" y="369889"/>
                  <a:pt x="2047590" y="369271"/>
                  <a:pt x="2051611" y="370818"/>
                </a:cubicBezTo>
                <a:close/>
                <a:moveTo>
                  <a:pt x="1925106" y="368654"/>
                </a:moveTo>
                <a:cubicBezTo>
                  <a:pt x="1933358" y="369211"/>
                  <a:pt x="1940784" y="373852"/>
                  <a:pt x="1944901" y="381024"/>
                </a:cubicBezTo>
                <a:cubicBezTo>
                  <a:pt x="1944901" y="395872"/>
                  <a:pt x="1944901" y="395872"/>
                  <a:pt x="1944901" y="395872"/>
                </a:cubicBezTo>
                <a:cubicBezTo>
                  <a:pt x="1936649" y="395314"/>
                  <a:pt x="1929223" y="390673"/>
                  <a:pt x="1925106" y="383500"/>
                </a:cubicBezTo>
                <a:cubicBezTo>
                  <a:pt x="1925106" y="368654"/>
                  <a:pt x="1925106" y="368654"/>
                  <a:pt x="1925106" y="368654"/>
                </a:cubicBezTo>
                <a:close/>
                <a:moveTo>
                  <a:pt x="2459582" y="363698"/>
                </a:moveTo>
                <a:cubicBezTo>
                  <a:pt x="2466585" y="364421"/>
                  <a:pt x="2472454" y="369313"/>
                  <a:pt x="2474429" y="376068"/>
                </a:cubicBezTo>
                <a:cubicBezTo>
                  <a:pt x="2474429" y="388441"/>
                  <a:pt x="2474429" y="388441"/>
                  <a:pt x="2474429" y="388441"/>
                </a:cubicBezTo>
                <a:cubicBezTo>
                  <a:pt x="2468007" y="386500"/>
                  <a:pt x="2462650" y="382034"/>
                  <a:pt x="2459582" y="376068"/>
                </a:cubicBezTo>
                <a:cubicBezTo>
                  <a:pt x="2459582" y="363698"/>
                  <a:pt x="2459582" y="363698"/>
                  <a:pt x="2459582" y="363698"/>
                </a:cubicBezTo>
                <a:close/>
                <a:moveTo>
                  <a:pt x="1313921" y="358750"/>
                </a:moveTo>
                <a:cubicBezTo>
                  <a:pt x="1326293" y="356276"/>
                  <a:pt x="1338665" y="366172"/>
                  <a:pt x="1353512" y="381019"/>
                </a:cubicBezTo>
                <a:cubicBezTo>
                  <a:pt x="1368359" y="395864"/>
                  <a:pt x="1353512" y="410712"/>
                  <a:pt x="1353512" y="410712"/>
                </a:cubicBezTo>
                <a:cubicBezTo>
                  <a:pt x="1336862" y="410061"/>
                  <a:pt x="1321802" y="400647"/>
                  <a:pt x="1313921" y="385967"/>
                </a:cubicBezTo>
                <a:cubicBezTo>
                  <a:pt x="1296600" y="371120"/>
                  <a:pt x="1301549" y="361224"/>
                  <a:pt x="1313921" y="358750"/>
                </a:cubicBezTo>
                <a:close/>
                <a:moveTo>
                  <a:pt x="1793961" y="353807"/>
                </a:moveTo>
                <a:cubicBezTo>
                  <a:pt x="1814997" y="354992"/>
                  <a:pt x="1833827" y="367233"/>
                  <a:pt x="1843450" y="385972"/>
                </a:cubicBezTo>
                <a:cubicBezTo>
                  <a:pt x="1863245" y="405769"/>
                  <a:pt x="1860771" y="425564"/>
                  <a:pt x="1843450" y="425564"/>
                </a:cubicBezTo>
                <a:cubicBezTo>
                  <a:pt x="1822660" y="421860"/>
                  <a:pt x="1804557" y="409190"/>
                  <a:pt x="1793961" y="390922"/>
                </a:cubicBezTo>
                <a:cubicBezTo>
                  <a:pt x="1774166" y="371128"/>
                  <a:pt x="1779115" y="353807"/>
                  <a:pt x="1793961" y="353807"/>
                </a:cubicBezTo>
                <a:close/>
                <a:moveTo>
                  <a:pt x="791818" y="336469"/>
                </a:moveTo>
                <a:cubicBezTo>
                  <a:pt x="798222" y="334205"/>
                  <a:pt x="805210" y="334205"/>
                  <a:pt x="811613" y="336469"/>
                </a:cubicBezTo>
                <a:lnTo>
                  <a:pt x="811613" y="351316"/>
                </a:lnTo>
                <a:cubicBezTo>
                  <a:pt x="804960" y="353305"/>
                  <a:pt x="797776" y="352407"/>
                  <a:pt x="791818" y="348841"/>
                </a:cubicBezTo>
                <a:cubicBezTo>
                  <a:pt x="791818" y="336469"/>
                  <a:pt x="791818" y="336469"/>
                  <a:pt x="791818" y="336469"/>
                </a:cubicBezTo>
                <a:close/>
                <a:moveTo>
                  <a:pt x="1435169" y="321632"/>
                </a:moveTo>
                <a:cubicBezTo>
                  <a:pt x="1445032" y="324831"/>
                  <a:pt x="1453106" y="332007"/>
                  <a:pt x="1457439" y="341427"/>
                </a:cubicBezTo>
                <a:cubicBezTo>
                  <a:pt x="1469811" y="361224"/>
                  <a:pt x="1457439" y="361224"/>
                  <a:pt x="1457439" y="361224"/>
                </a:cubicBezTo>
                <a:cubicBezTo>
                  <a:pt x="1447541" y="363698"/>
                  <a:pt x="1435169" y="366172"/>
                  <a:pt x="1435169" y="343903"/>
                </a:cubicBezTo>
                <a:cubicBezTo>
                  <a:pt x="1435169" y="321632"/>
                  <a:pt x="1435169" y="321632"/>
                  <a:pt x="1435169" y="321632"/>
                </a:cubicBezTo>
                <a:close/>
                <a:moveTo>
                  <a:pt x="1536620" y="282041"/>
                </a:moveTo>
                <a:cubicBezTo>
                  <a:pt x="1553808" y="283177"/>
                  <a:pt x="1568996" y="293619"/>
                  <a:pt x="1576211" y="309260"/>
                </a:cubicBezTo>
                <a:cubicBezTo>
                  <a:pt x="1591058" y="324106"/>
                  <a:pt x="1576211" y="338953"/>
                  <a:pt x="1576211" y="338953"/>
                </a:cubicBezTo>
                <a:cubicBezTo>
                  <a:pt x="1559645" y="336169"/>
                  <a:pt x="1545152" y="326205"/>
                  <a:pt x="1536620" y="311734"/>
                </a:cubicBezTo>
                <a:cubicBezTo>
                  <a:pt x="1519299" y="296888"/>
                  <a:pt x="1524248" y="282041"/>
                  <a:pt x="1536620" y="282041"/>
                </a:cubicBezTo>
                <a:close/>
                <a:moveTo>
                  <a:pt x="2108214" y="267195"/>
                </a:moveTo>
                <a:cubicBezTo>
                  <a:pt x="2122707" y="268513"/>
                  <a:pt x="2135641" y="276827"/>
                  <a:pt x="2142856" y="289465"/>
                </a:cubicBezTo>
                <a:cubicBezTo>
                  <a:pt x="2157703" y="304310"/>
                  <a:pt x="2155228" y="316683"/>
                  <a:pt x="2142856" y="316683"/>
                </a:cubicBezTo>
                <a:cubicBezTo>
                  <a:pt x="2132958" y="319158"/>
                  <a:pt x="2108214" y="321631"/>
                  <a:pt x="2108214" y="294413"/>
                </a:cubicBezTo>
                <a:cubicBezTo>
                  <a:pt x="2108214" y="267195"/>
                  <a:pt x="2108214" y="267195"/>
                  <a:pt x="2108214" y="267195"/>
                </a:cubicBezTo>
                <a:close/>
                <a:moveTo>
                  <a:pt x="1153085" y="267189"/>
                </a:moveTo>
                <a:cubicBezTo>
                  <a:pt x="1171900" y="267058"/>
                  <a:pt x="1189160" y="277607"/>
                  <a:pt x="1197626" y="294408"/>
                </a:cubicBezTo>
                <a:cubicBezTo>
                  <a:pt x="1217421" y="309255"/>
                  <a:pt x="1212472" y="324102"/>
                  <a:pt x="1197626" y="324102"/>
                </a:cubicBezTo>
                <a:cubicBezTo>
                  <a:pt x="1178812" y="324232"/>
                  <a:pt x="1161550" y="313684"/>
                  <a:pt x="1153085" y="296883"/>
                </a:cubicBezTo>
                <a:cubicBezTo>
                  <a:pt x="1133290" y="282036"/>
                  <a:pt x="1138240" y="267189"/>
                  <a:pt x="1153085" y="267189"/>
                </a:cubicBezTo>
                <a:close/>
                <a:moveTo>
                  <a:pt x="1996864" y="247398"/>
                </a:moveTo>
                <a:cubicBezTo>
                  <a:pt x="2012832" y="251696"/>
                  <a:pt x="2026283" y="262457"/>
                  <a:pt x="2033981" y="277091"/>
                </a:cubicBezTo>
                <a:cubicBezTo>
                  <a:pt x="2048827" y="294413"/>
                  <a:pt x="2033981" y="309260"/>
                  <a:pt x="2033981" y="309260"/>
                </a:cubicBezTo>
                <a:cubicBezTo>
                  <a:pt x="2011827" y="309829"/>
                  <a:pt x="1991059" y="298501"/>
                  <a:pt x="1979543" y="279566"/>
                </a:cubicBezTo>
                <a:cubicBezTo>
                  <a:pt x="1979543" y="262245"/>
                  <a:pt x="1979543" y="247398"/>
                  <a:pt x="1996864" y="247398"/>
                </a:cubicBezTo>
                <a:close/>
                <a:moveTo>
                  <a:pt x="1880565" y="247398"/>
                </a:moveTo>
                <a:cubicBezTo>
                  <a:pt x="1895684" y="250509"/>
                  <a:pt x="1908994" y="259384"/>
                  <a:pt x="1917682" y="272142"/>
                </a:cubicBezTo>
                <a:cubicBezTo>
                  <a:pt x="1935003" y="289464"/>
                  <a:pt x="1932529" y="304311"/>
                  <a:pt x="1917682" y="304311"/>
                </a:cubicBezTo>
                <a:cubicBezTo>
                  <a:pt x="1902563" y="301201"/>
                  <a:pt x="1889253" y="292325"/>
                  <a:pt x="1880565" y="279566"/>
                </a:cubicBezTo>
                <a:cubicBezTo>
                  <a:pt x="1865719" y="262245"/>
                  <a:pt x="1880565" y="247398"/>
                  <a:pt x="1880565" y="247398"/>
                </a:cubicBezTo>
                <a:close/>
                <a:moveTo>
                  <a:pt x="1774165" y="247398"/>
                </a:moveTo>
                <a:cubicBezTo>
                  <a:pt x="1785206" y="252786"/>
                  <a:pt x="1793342" y="262727"/>
                  <a:pt x="1796435" y="274617"/>
                </a:cubicBezTo>
                <a:cubicBezTo>
                  <a:pt x="1796435" y="296888"/>
                  <a:pt x="1796435" y="296888"/>
                  <a:pt x="1796435" y="296888"/>
                </a:cubicBezTo>
                <a:cubicBezTo>
                  <a:pt x="1785169" y="291790"/>
                  <a:pt x="1776929" y="281721"/>
                  <a:pt x="1774165" y="269669"/>
                </a:cubicBezTo>
                <a:cubicBezTo>
                  <a:pt x="1774165" y="247398"/>
                  <a:pt x="1774165" y="247398"/>
                  <a:pt x="1774165" y="247398"/>
                </a:cubicBezTo>
                <a:close/>
                <a:moveTo>
                  <a:pt x="1650444" y="247398"/>
                </a:moveTo>
                <a:cubicBezTo>
                  <a:pt x="1665291" y="247398"/>
                  <a:pt x="1672714" y="267193"/>
                  <a:pt x="1692510" y="286990"/>
                </a:cubicBezTo>
                <a:cubicBezTo>
                  <a:pt x="1712305" y="306785"/>
                  <a:pt x="1709830" y="324106"/>
                  <a:pt x="1692510" y="324106"/>
                </a:cubicBezTo>
                <a:cubicBezTo>
                  <a:pt x="1673560" y="317386"/>
                  <a:pt x="1658300" y="303022"/>
                  <a:pt x="1650444" y="284514"/>
                </a:cubicBezTo>
                <a:cubicBezTo>
                  <a:pt x="1628174" y="264720"/>
                  <a:pt x="1635598" y="247398"/>
                  <a:pt x="1650444" y="247398"/>
                </a:cubicBezTo>
                <a:close/>
                <a:moveTo>
                  <a:pt x="890795" y="232543"/>
                </a:moveTo>
                <a:cubicBezTo>
                  <a:pt x="912293" y="234251"/>
                  <a:pt x="931643" y="246230"/>
                  <a:pt x="942758" y="264711"/>
                </a:cubicBezTo>
                <a:cubicBezTo>
                  <a:pt x="952656" y="284506"/>
                  <a:pt x="947707" y="301827"/>
                  <a:pt x="930386" y="301827"/>
                </a:cubicBezTo>
                <a:cubicBezTo>
                  <a:pt x="908562" y="299130"/>
                  <a:pt x="888841" y="287475"/>
                  <a:pt x="875949" y="269659"/>
                </a:cubicBezTo>
                <a:cubicBezTo>
                  <a:pt x="866051" y="249864"/>
                  <a:pt x="871000" y="232543"/>
                  <a:pt x="890795" y="232543"/>
                </a:cubicBezTo>
                <a:close/>
                <a:moveTo>
                  <a:pt x="2311117" y="227597"/>
                </a:moveTo>
                <a:cubicBezTo>
                  <a:pt x="2319431" y="229708"/>
                  <a:pt x="2326557" y="235053"/>
                  <a:pt x="2330912" y="242445"/>
                </a:cubicBezTo>
                <a:cubicBezTo>
                  <a:pt x="2330912" y="259765"/>
                  <a:pt x="2330912" y="259765"/>
                  <a:pt x="2330912" y="259765"/>
                </a:cubicBezTo>
                <a:cubicBezTo>
                  <a:pt x="2322598" y="257655"/>
                  <a:pt x="2315472" y="252310"/>
                  <a:pt x="2311117" y="244918"/>
                </a:cubicBezTo>
                <a:cubicBezTo>
                  <a:pt x="2311117" y="227597"/>
                  <a:pt x="2311117" y="227597"/>
                  <a:pt x="2311117" y="227597"/>
                </a:cubicBezTo>
                <a:close/>
                <a:moveTo>
                  <a:pt x="1271856" y="220174"/>
                </a:moveTo>
                <a:cubicBezTo>
                  <a:pt x="1286351" y="224689"/>
                  <a:pt x="1298681" y="234377"/>
                  <a:pt x="1306498" y="247395"/>
                </a:cubicBezTo>
                <a:cubicBezTo>
                  <a:pt x="1326294" y="264715"/>
                  <a:pt x="1321345" y="277087"/>
                  <a:pt x="1306498" y="277087"/>
                </a:cubicBezTo>
                <a:cubicBezTo>
                  <a:pt x="1288026" y="275837"/>
                  <a:pt x="1271797" y="264382"/>
                  <a:pt x="1264433" y="247395"/>
                </a:cubicBezTo>
                <a:cubicBezTo>
                  <a:pt x="1254538" y="247395"/>
                  <a:pt x="1271856" y="220174"/>
                  <a:pt x="1271856" y="220174"/>
                </a:cubicBezTo>
                <a:close/>
                <a:moveTo>
                  <a:pt x="1388154" y="195430"/>
                </a:moveTo>
                <a:cubicBezTo>
                  <a:pt x="1398618" y="197114"/>
                  <a:pt x="1407734" y="203495"/>
                  <a:pt x="1412898" y="212751"/>
                </a:cubicBezTo>
                <a:cubicBezTo>
                  <a:pt x="1412898" y="230071"/>
                  <a:pt x="1412898" y="230071"/>
                  <a:pt x="1412898" y="230071"/>
                </a:cubicBezTo>
                <a:cubicBezTo>
                  <a:pt x="1405475" y="232546"/>
                  <a:pt x="1388154" y="235021"/>
                  <a:pt x="1388154" y="215225"/>
                </a:cubicBezTo>
                <a:cubicBezTo>
                  <a:pt x="1388154" y="195430"/>
                  <a:pt x="1388154" y="195430"/>
                  <a:pt x="1388154" y="195430"/>
                </a:cubicBezTo>
                <a:close/>
                <a:moveTo>
                  <a:pt x="1615802" y="140993"/>
                </a:moveTo>
                <a:cubicBezTo>
                  <a:pt x="1630842" y="145883"/>
                  <a:pt x="1643311" y="156570"/>
                  <a:pt x="1650444" y="170686"/>
                </a:cubicBezTo>
                <a:cubicBezTo>
                  <a:pt x="1667765" y="188007"/>
                  <a:pt x="1665291" y="202853"/>
                  <a:pt x="1650444" y="202853"/>
                </a:cubicBezTo>
                <a:cubicBezTo>
                  <a:pt x="1635405" y="197963"/>
                  <a:pt x="1622936" y="187276"/>
                  <a:pt x="1615802" y="173160"/>
                </a:cubicBezTo>
                <a:cubicBezTo>
                  <a:pt x="1596007" y="155839"/>
                  <a:pt x="1600956" y="140993"/>
                  <a:pt x="1615802" y="140993"/>
                </a:cubicBezTo>
                <a:close/>
                <a:moveTo>
                  <a:pt x="1118442" y="136040"/>
                </a:moveTo>
                <a:cubicBezTo>
                  <a:pt x="1129088" y="138906"/>
                  <a:pt x="1138055" y="146080"/>
                  <a:pt x="1143187" y="155835"/>
                </a:cubicBezTo>
                <a:cubicBezTo>
                  <a:pt x="1158033" y="178105"/>
                  <a:pt x="1143187" y="178105"/>
                  <a:pt x="1143187" y="178105"/>
                </a:cubicBezTo>
                <a:cubicBezTo>
                  <a:pt x="1132673" y="174985"/>
                  <a:pt x="1123795" y="167881"/>
                  <a:pt x="1118442" y="158310"/>
                </a:cubicBezTo>
                <a:cubicBezTo>
                  <a:pt x="1103596" y="136040"/>
                  <a:pt x="1118442" y="136040"/>
                  <a:pt x="1118442" y="136040"/>
                </a:cubicBezTo>
                <a:close/>
                <a:moveTo>
                  <a:pt x="1732100" y="123671"/>
                </a:moveTo>
                <a:cubicBezTo>
                  <a:pt x="1749958" y="131194"/>
                  <a:pt x="1764169" y="145403"/>
                  <a:pt x="1771691" y="163263"/>
                </a:cubicBezTo>
                <a:cubicBezTo>
                  <a:pt x="1793961" y="185532"/>
                  <a:pt x="1791486" y="205327"/>
                  <a:pt x="1771691" y="205327"/>
                </a:cubicBezTo>
                <a:cubicBezTo>
                  <a:pt x="1754113" y="197392"/>
                  <a:pt x="1740036" y="183314"/>
                  <a:pt x="1732100" y="165736"/>
                </a:cubicBezTo>
                <a:cubicBezTo>
                  <a:pt x="1709830" y="143466"/>
                  <a:pt x="1712305" y="123671"/>
                  <a:pt x="1732100" y="123671"/>
                </a:cubicBezTo>
                <a:close/>
                <a:moveTo>
                  <a:pt x="1237215" y="96449"/>
                </a:moveTo>
                <a:cubicBezTo>
                  <a:pt x="1246689" y="100295"/>
                  <a:pt x="1254553" y="107285"/>
                  <a:pt x="1259484" y="116244"/>
                </a:cubicBezTo>
                <a:cubicBezTo>
                  <a:pt x="1259484" y="138514"/>
                  <a:pt x="1259484" y="138514"/>
                  <a:pt x="1259484" y="138514"/>
                </a:cubicBezTo>
                <a:cubicBezTo>
                  <a:pt x="1249268" y="135959"/>
                  <a:pt x="1240951" y="128565"/>
                  <a:pt x="1237215" y="118719"/>
                </a:cubicBezTo>
                <a:cubicBezTo>
                  <a:pt x="1224843" y="96449"/>
                  <a:pt x="1237215" y="96449"/>
                  <a:pt x="1237215" y="96449"/>
                </a:cubicBezTo>
                <a:close/>
                <a:moveTo>
                  <a:pt x="1935003" y="71704"/>
                </a:moveTo>
                <a:cubicBezTo>
                  <a:pt x="1940588" y="69617"/>
                  <a:pt x="1946739" y="69617"/>
                  <a:pt x="1952324" y="71704"/>
                </a:cubicBezTo>
                <a:cubicBezTo>
                  <a:pt x="1952324" y="84076"/>
                  <a:pt x="1952324" y="84076"/>
                  <a:pt x="1952324" y="84076"/>
                </a:cubicBezTo>
                <a:cubicBezTo>
                  <a:pt x="1944980" y="82773"/>
                  <a:pt x="1938618" y="78228"/>
                  <a:pt x="1935003" y="71704"/>
                </a:cubicBezTo>
                <a:close/>
                <a:moveTo>
                  <a:pt x="1576211" y="27165"/>
                </a:moveTo>
                <a:cubicBezTo>
                  <a:pt x="1592178" y="31463"/>
                  <a:pt x="1605629" y="42225"/>
                  <a:pt x="1613327" y="56858"/>
                </a:cubicBezTo>
                <a:cubicBezTo>
                  <a:pt x="1630648" y="74178"/>
                  <a:pt x="1628174" y="89026"/>
                  <a:pt x="1613327" y="89026"/>
                </a:cubicBezTo>
                <a:cubicBezTo>
                  <a:pt x="1597045" y="83885"/>
                  <a:pt x="1583614" y="72242"/>
                  <a:pt x="1576211" y="56858"/>
                </a:cubicBezTo>
                <a:cubicBezTo>
                  <a:pt x="1558890" y="42012"/>
                  <a:pt x="1561364" y="27165"/>
                  <a:pt x="1576211" y="27165"/>
                </a:cubicBezTo>
                <a:close/>
                <a:moveTo>
                  <a:pt x="1687560" y="14792"/>
                </a:moveTo>
                <a:cubicBezTo>
                  <a:pt x="1707284" y="21189"/>
                  <a:pt x="1723434" y="35544"/>
                  <a:pt x="1732100" y="54383"/>
                </a:cubicBezTo>
                <a:cubicBezTo>
                  <a:pt x="1754370" y="76653"/>
                  <a:pt x="1749421" y="93975"/>
                  <a:pt x="1732100" y="93975"/>
                </a:cubicBezTo>
                <a:cubicBezTo>
                  <a:pt x="1717253" y="96448"/>
                  <a:pt x="1709830" y="76653"/>
                  <a:pt x="1687560" y="54383"/>
                </a:cubicBezTo>
                <a:cubicBezTo>
                  <a:pt x="1665290" y="32113"/>
                  <a:pt x="1670239" y="14792"/>
                  <a:pt x="1687560" y="14792"/>
                </a:cubicBezTo>
                <a:close/>
                <a:moveTo>
                  <a:pt x="1071437" y="0"/>
                </a:moveTo>
                <a:cubicBezTo>
                  <a:pt x="1083181" y="3375"/>
                  <a:pt x="1093023" y="11426"/>
                  <a:pt x="1098657" y="22269"/>
                </a:cubicBezTo>
                <a:cubicBezTo>
                  <a:pt x="1113502" y="44540"/>
                  <a:pt x="1098657" y="44540"/>
                  <a:pt x="1098657" y="44540"/>
                </a:cubicBezTo>
                <a:cubicBezTo>
                  <a:pt x="1086912" y="41163"/>
                  <a:pt x="1077072" y="33112"/>
                  <a:pt x="1071437" y="22269"/>
                </a:cubicBezTo>
                <a:cubicBezTo>
                  <a:pt x="1056589" y="0"/>
                  <a:pt x="1071437" y="0"/>
                  <a:pt x="1071437" y="0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10000"/>
                </a:srgbClr>
              </a:gs>
              <a:gs pos="12000">
                <a:srgbClr val="FFFFFF">
                  <a:alpha val="80000"/>
                </a:srgbClr>
              </a:gs>
            </a:gsLst>
            <a:lin ang="0" scaled="0"/>
          </a:gradFill>
          <a:ln w="247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3787140" y="1392555"/>
            <a:ext cx="5894070" cy="18034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3786930" y="3583222"/>
            <a:ext cx="7315200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348931" y="4900558"/>
            <a:ext cx="2122414" cy="504000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80000">
                <a:schemeClr val="accent1">
                  <a:lumMod val="90000"/>
                </a:schemeClr>
              </a:gs>
              <a:gs pos="0">
                <a:schemeClr val="accent1">
                  <a:lumMod val="75000"/>
                  <a:lumOff val="2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10" name="任意多边形: 形状 9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644534" y="4226644"/>
            <a:ext cx="11237202" cy="2631356"/>
          </a:xfrm>
          <a:custGeom>
            <a:avLst/>
            <a:gdLst>
              <a:gd name="connsiteX0" fmla="*/ 5857743 w 11237202"/>
              <a:gd name="connsiteY0" fmla="*/ 2627251 h 2631356"/>
              <a:gd name="connsiteX1" fmla="*/ 5865601 w 11237202"/>
              <a:gd name="connsiteY1" fmla="*/ 2631356 h 2631356"/>
              <a:gd name="connsiteX2" fmla="*/ 5820742 w 11237202"/>
              <a:gd name="connsiteY2" fmla="*/ 2631356 h 2631356"/>
              <a:gd name="connsiteX3" fmla="*/ 5825674 w 11237202"/>
              <a:gd name="connsiteY3" fmla="*/ 2628000 h 2631356"/>
              <a:gd name="connsiteX4" fmla="*/ 5857743 w 11237202"/>
              <a:gd name="connsiteY4" fmla="*/ 2627251 h 2631356"/>
              <a:gd name="connsiteX5" fmla="*/ 8637807 w 11237202"/>
              <a:gd name="connsiteY5" fmla="*/ 2625413 h 2631356"/>
              <a:gd name="connsiteX6" fmla="*/ 8653615 w 11237202"/>
              <a:gd name="connsiteY6" fmla="*/ 2631356 h 2631356"/>
              <a:gd name="connsiteX7" fmla="*/ 8603992 w 11237202"/>
              <a:gd name="connsiteY7" fmla="*/ 2631356 h 2631356"/>
              <a:gd name="connsiteX8" fmla="*/ 8607607 w 11237202"/>
              <a:gd name="connsiteY8" fmla="*/ 2626131 h 2631356"/>
              <a:gd name="connsiteX9" fmla="*/ 8637807 w 11237202"/>
              <a:gd name="connsiteY9" fmla="*/ 2625413 h 2631356"/>
              <a:gd name="connsiteX10" fmla="*/ 3472283 w 11237202"/>
              <a:gd name="connsiteY10" fmla="*/ 2615383 h 2631356"/>
              <a:gd name="connsiteX11" fmla="*/ 3480408 w 11237202"/>
              <a:gd name="connsiteY11" fmla="*/ 2621914 h 2631356"/>
              <a:gd name="connsiteX12" fmla="*/ 3469322 w 11237202"/>
              <a:gd name="connsiteY12" fmla="*/ 2631356 h 2631356"/>
              <a:gd name="connsiteX13" fmla="*/ 3437320 w 11237202"/>
              <a:gd name="connsiteY13" fmla="*/ 2631356 h 2631356"/>
              <a:gd name="connsiteX14" fmla="*/ 3455761 w 11237202"/>
              <a:gd name="connsiteY14" fmla="*/ 2615759 h 2631356"/>
              <a:gd name="connsiteX15" fmla="*/ 3472283 w 11237202"/>
              <a:gd name="connsiteY15" fmla="*/ 2615383 h 2631356"/>
              <a:gd name="connsiteX16" fmla="*/ 1495525 w 11237202"/>
              <a:gd name="connsiteY16" fmla="*/ 2610647 h 2631356"/>
              <a:gd name="connsiteX17" fmla="*/ 1498838 w 11237202"/>
              <a:gd name="connsiteY17" fmla="*/ 2615371 h 2631356"/>
              <a:gd name="connsiteX18" fmla="*/ 1477998 w 11237202"/>
              <a:gd name="connsiteY18" fmla="*/ 2627749 h 2631356"/>
              <a:gd name="connsiteX19" fmla="*/ 1462215 w 11237202"/>
              <a:gd name="connsiteY19" fmla="*/ 2623121 h 2631356"/>
              <a:gd name="connsiteX20" fmla="*/ 1483333 w 11237202"/>
              <a:gd name="connsiteY20" fmla="*/ 2610949 h 2631356"/>
              <a:gd name="connsiteX21" fmla="*/ 1495525 w 11237202"/>
              <a:gd name="connsiteY21" fmla="*/ 2610647 h 2631356"/>
              <a:gd name="connsiteX22" fmla="*/ 2330277 w 11237202"/>
              <a:gd name="connsiteY22" fmla="*/ 2609012 h 2631356"/>
              <a:gd name="connsiteX23" fmla="*/ 2340436 w 11237202"/>
              <a:gd name="connsiteY23" fmla="*/ 2619612 h 2631356"/>
              <a:gd name="connsiteX24" fmla="*/ 2331045 w 11237202"/>
              <a:gd name="connsiteY24" fmla="*/ 2631356 h 2631356"/>
              <a:gd name="connsiteX25" fmla="*/ 2267111 w 11237202"/>
              <a:gd name="connsiteY25" fmla="*/ 2631356 h 2631356"/>
              <a:gd name="connsiteX26" fmla="*/ 2275513 w 11237202"/>
              <a:gd name="connsiteY26" fmla="*/ 2621116 h 2631356"/>
              <a:gd name="connsiteX27" fmla="*/ 2303508 w 11237202"/>
              <a:gd name="connsiteY27" fmla="*/ 2609627 h 2631356"/>
              <a:gd name="connsiteX28" fmla="*/ 2330277 w 11237202"/>
              <a:gd name="connsiteY28" fmla="*/ 2609012 h 2631356"/>
              <a:gd name="connsiteX29" fmla="*/ 10340236 w 11237202"/>
              <a:gd name="connsiteY29" fmla="*/ 2605866 h 2631356"/>
              <a:gd name="connsiteX30" fmla="*/ 10349323 w 11237202"/>
              <a:gd name="connsiteY30" fmla="*/ 2607416 h 2631356"/>
              <a:gd name="connsiteX31" fmla="*/ 10352491 w 11237202"/>
              <a:gd name="connsiteY31" fmla="*/ 2611769 h 2631356"/>
              <a:gd name="connsiteX32" fmla="*/ 10343155 w 11237202"/>
              <a:gd name="connsiteY32" fmla="*/ 2610151 h 2631356"/>
              <a:gd name="connsiteX33" fmla="*/ 10340236 w 11237202"/>
              <a:gd name="connsiteY33" fmla="*/ 2605866 h 2631356"/>
              <a:gd name="connsiteX34" fmla="*/ 207015 w 11237202"/>
              <a:gd name="connsiteY34" fmla="*/ 2593123 h 2631356"/>
              <a:gd name="connsiteX35" fmla="*/ 209210 w 11237202"/>
              <a:gd name="connsiteY35" fmla="*/ 2593738 h 2631356"/>
              <a:gd name="connsiteX36" fmla="*/ 205460 w 11237202"/>
              <a:gd name="connsiteY36" fmla="*/ 2595472 h 2631356"/>
              <a:gd name="connsiteX37" fmla="*/ 203736 w 11237202"/>
              <a:gd name="connsiteY37" fmla="*/ 2594787 h 2631356"/>
              <a:gd name="connsiteX38" fmla="*/ 207015 w 11237202"/>
              <a:gd name="connsiteY38" fmla="*/ 2593123 h 2631356"/>
              <a:gd name="connsiteX39" fmla="*/ 6145721 w 11237202"/>
              <a:gd name="connsiteY39" fmla="*/ 2592724 h 2631356"/>
              <a:gd name="connsiteX40" fmla="*/ 6171589 w 11237202"/>
              <a:gd name="connsiteY40" fmla="*/ 2605614 h 2631356"/>
              <a:gd name="connsiteX41" fmla="*/ 6176390 w 11237202"/>
              <a:gd name="connsiteY41" fmla="*/ 2624792 h 2631356"/>
              <a:gd name="connsiteX42" fmla="*/ 6167502 w 11237202"/>
              <a:gd name="connsiteY42" fmla="*/ 2631356 h 2631356"/>
              <a:gd name="connsiteX43" fmla="*/ 6108221 w 11237202"/>
              <a:gd name="connsiteY43" fmla="*/ 2631356 h 2631356"/>
              <a:gd name="connsiteX44" fmla="*/ 6098789 w 11237202"/>
              <a:gd name="connsiteY44" fmla="*/ 2626587 h 2631356"/>
              <a:gd name="connsiteX45" fmla="*/ 6113932 w 11237202"/>
              <a:gd name="connsiteY45" fmla="*/ 2593511 h 2631356"/>
              <a:gd name="connsiteX46" fmla="*/ 6145721 w 11237202"/>
              <a:gd name="connsiteY46" fmla="*/ 2592724 h 2631356"/>
              <a:gd name="connsiteX47" fmla="*/ 9834189 w 11237202"/>
              <a:gd name="connsiteY47" fmla="*/ 2590456 h 2631356"/>
              <a:gd name="connsiteX48" fmla="*/ 9856168 w 11237202"/>
              <a:gd name="connsiteY48" fmla="*/ 2594331 h 2631356"/>
              <a:gd name="connsiteX49" fmla="*/ 9862085 w 11237202"/>
              <a:gd name="connsiteY49" fmla="*/ 2604612 h 2631356"/>
              <a:gd name="connsiteX50" fmla="*/ 9840024 w 11237202"/>
              <a:gd name="connsiteY50" fmla="*/ 2600874 h 2631356"/>
              <a:gd name="connsiteX51" fmla="*/ 9834189 w 11237202"/>
              <a:gd name="connsiteY51" fmla="*/ 2590456 h 2631356"/>
              <a:gd name="connsiteX52" fmla="*/ 7274802 w 11237202"/>
              <a:gd name="connsiteY52" fmla="*/ 2580600 h 2631356"/>
              <a:gd name="connsiteX53" fmla="*/ 7314089 w 11237202"/>
              <a:gd name="connsiteY53" fmla="*/ 2597455 h 2631356"/>
              <a:gd name="connsiteX54" fmla="*/ 7328197 w 11237202"/>
              <a:gd name="connsiteY54" fmla="*/ 2622658 h 2631356"/>
              <a:gd name="connsiteX55" fmla="*/ 7318976 w 11237202"/>
              <a:gd name="connsiteY55" fmla="*/ 2631356 h 2631356"/>
              <a:gd name="connsiteX56" fmla="*/ 7241452 w 11237202"/>
              <a:gd name="connsiteY56" fmla="*/ 2631356 h 2631356"/>
              <a:gd name="connsiteX57" fmla="*/ 7226867 w 11237202"/>
              <a:gd name="connsiteY57" fmla="*/ 2624968 h 2631356"/>
              <a:gd name="connsiteX58" fmla="*/ 7233452 w 11237202"/>
              <a:gd name="connsiteY58" fmla="*/ 2581544 h 2631356"/>
              <a:gd name="connsiteX59" fmla="*/ 7274802 w 11237202"/>
              <a:gd name="connsiteY59" fmla="*/ 2580600 h 2631356"/>
              <a:gd name="connsiteX60" fmla="*/ 3204914 w 11237202"/>
              <a:gd name="connsiteY60" fmla="*/ 2576628 h 2631356"/>
              <a:gd name="connsiteX61" fmla="*/ 3211934 w 11237202"/>
              <a:gd name="connsiteY61" fmla="*/ 2582364 h 2631356"/>
              <a:gd name="connsiteX62" fmla="*/ 3193456 w 11237202"/>
              <a:gd name="connsiteY62" fmla="*/ 2596975 h 2631356"/>
              <a:gd name="connsiteX63" fmla="*/ 3171949 w 11237202"/>
              <a:gd name="connsiteY63" fmla="*/ 2591595 h 2631356"/>
              <a:gd name="connsiteX64" fmla="*/ 3190288 w 11237202"/>
              <a:gd name="connsiteY64" fmla="*/ 2576961 h 2631356"/>
              <a:gd name="connsiteX65" fmla="*/ 3204914 w 11237202"/>
              <a:gd name="connsiteY65" fmla="*/ 2576628 h 2631356"/>
              <a:gd name="connsiteX66" fmla="*/ 9321887 w 11237202"/>
              <a:gd name="connsiteY66" fmla="*/ 2571993 h 2631356"/>
              <a:gd name="connsiteX67" fmla="*/ 9343228 w 11237202"/>
              <a:gd name="connsiteY67" fmla="*/ 2575776 h 2631356"/>
              <a:gd name="connsiteX68" fmla="*/ 9347978 w 11237202"/>
              <a:gd name="connsiteY68" fmla="*/ 2586057 h 2631356"/>
              <a:gd name="connsiteX69" fmla="*/ 9326305 w 11237202"/>
              <a:gd name="connsiteY69" fmla="*/ 2582250 h 2631356"/>
              <a:gd name="connsiteX70" fmla="*/ 9321887 w 11237202"/>
              <a:gd name="connsiteY70" fmla="*/ 2571993 h 2631356"/>
              <a:gd name="connsiteX71" fmla="*/ 754742 w 11237202"/>
              <a:gd name="connsiteY71" fmla="*/ 2567365 h 2631356"/>
              <a:gd name="connsiteX72" fmla="*/ 758965 w 11237202"/>
              <a:gd name="connsiteY72" fmla="*/ 2568550 h 2631356"/>
              <a:gd name="connsiteX73" fmla="*/ 752242 w 11237202"/>
              <a:gd name="connsiteY73" fmla="*/ 2572014 h 2631356"/>
              <a:gd name="connsiteX74" fmla="*/ 748129 w 11237202"/>
              <a:gd name="connsiteY74" fmla="*/ 2570716 h 2631356"/>
              <a:gd name="connsiteX75" fmla="*/ 754742 w 11237202"/>
              <a:gd name="connsiteY75" fmla="*/ 2567365 h 2631356"/>
              <a:gd name="connsiteX76" fmla="*/ 8049333 w 11237202"/>
              <a:gd name="connsiteY76" fmla="*/ 2564621 h 2631356"/>
              <a:gd name="connsiteX77" fmla="*/ 8122203 w 11237202"/>
              <a:gd name="connsiteY77" fmla="*/ 2585647 h 2631356"/>
              <a:gd name="connsiteX78" fmla="*/ 8144148 w 11237202"/>
              <a:gd name="connsiteY78" fmla="*/ 2613659 h 2631356"/>
              <a:gd name="connsiteX79" fmla="*/ 8129482 w 11237202"/>
              <a:gd name="connsiteY79" fmla="*/ 2631356 h 2631356"/>
              <a:gd name="connsiteX80" fmla="*/ 8069251 w 11237202"/>
              <a:gd name="connsiteY80" fmla="*/ 2631356 h 2631356"/>
              <a:gd name="connsiteX81" fmla="*/ 8031426 w 11237202"/>
              <a:gd name="connsiteY81" fmla="*/ 2616328 h 2631356"/>
              <a:gd name="connsiteX82" fmla="*/ 8027952 w 11237202"/>
              <a:gd name="connsiteY82" fmla="*/ 2567911 h 2631356"/>
              <a:gd name="connsiteX83" fmla="*/ 8049333 w 11237202"/>
              <a:gd name="connsiteY83" fmla="*/ 2564621 h 2631356"/>
              <a:gd name="connsiteX84" fmla="*/ 6422981 w 11237202"/>
              <a:gd name="connsiteY84" fmla="*/ 2552177 h 2631356"/>
              <a:gd name="connsiteX85" fmla="*/ 6448232 w 11237202"/>
              <a:gd name="connsiteY85" fmla="*/ 2564105 h 2631356"/>
              <a:gd name="connsiteX86" fmla="*/ 6436896 w 11237202"/>
              <a:gd name="connsiteY86" fmla="*/ 2594901 h 2631356"/>
              <a:gd name="connsiteX87" fmla="*/ 6381378 w 11237202"/>
              <a:gd name="connsiteY87" fmla="*/ 2583503 h 2631356"/>
              <a:gd name="connsiteX88" fmla="*/ 6393020 w 11237202"/>
              <a:gd name="connsiteY88" fmla="*/ 2552867 h 2631356"/>
              <a:gd name="connsiteX89" fmla="*/ 6422981 w 11237202"/>
              <a:gd name="connsiteY89" fmla="*/ 2552177 h 2631356"/>
              <a:gd name="connsiteX90" fmla="*/ 2116057 w 11237202"/>
              <a:gd name="connsiteY90" fmla="*/ 2543339 h 2631356"/>
              <a:gd name="connsiteX91" fmla="*/ 2124368 w 11237202"/>
              <a:gd name="connsiteY91" fmla="*/ 2552593 h 2631356"/>
              <a:gd name="connsiteX92" fmla="*/ 2086995 w 11237202"/>
              <a:gd name="connsiteY92" fmla="*/ 2576392 h 2631356"/>
              <a:gd name="connsiteX93" fmla="*/ 2054735 w 11237202"/>
              <a:gd name="connsiteY93" fmla="*/ 2567570 h 2631356"/>
              <a:gd name="connsiteX94" fmla="*/ 2092303 w 11237202"/>
              <a:gd name="connsiteY94" fmla="*/ 2543863 h 2631356"/>
              <a:gd name="connsiteX95" fmla="*/ 2116057 w 11237202"/>
              <a:gd name="connsiteY95" fmla="*/ 2543339 h 2631356"/>
              <a:gd name="connsiteX96" fmla="*/ 2951497 w 11237202"/>
              <a:gd name="connsiteY96" fmla="*/ 2531505 h 2631356"/>
              <a:gd name="connsiteX97" fmla="*/ 2956631 w 11237202"/>
              <a:gd name="connsiteY97" fmla="*/ 2536089 h 2631356"/>
              <a:gd name="connsiteX98" fmla="*/ 2940960 w 11237202"/>
              <a:gd name="connsiteY98" fmla="*/ 2547852 h 2631356"/>
              <a:gd name="connsiteX99" fmla="*/ 2923760 w 11237202"/>
              <a:gd name="connsiteY99" fmla="*/ 2543498 h 2631356"/>
              <a:gd name="connsiteX100" fmla="*/ 2939653 w 11237202"/>
              <a:gd name="connsiteY100" fmla="*/ 2531758 h 2631356"/>
              <a:gd name="connsiteX101" fmla="*/ 2951497 w 11237202"/>
              <a:gd name="connsiteY101" fmla="*/ 2531505 h 2631356"/>
              <a:gd name="connsiteX102" fmla="*/ 8801413 w 11237202"/>
              <a:gd name="connsiteY102" fmla="*/ 2529548 h 2631356"/>
              <a:gd name="connsiteX103" fmla="*/ 8836011 w 11237202"/>
              <a:gd name="connsiteY103" fmla="*/ 2541993 h 2631356"/>
              <a:gd name="connsiteX104" fmla="*/ 8845737 w 11237202"/>
              <a:gd name="connsiteY104" fmla="*/ 2574203 h 2631356"/>
              <a:gd name="connsiteX105" fmla="*/ 8779521 w 11237202"/>
              <a:gd name="connsiteY105" fmla="*/ 2562235 h 2631356"/>
              <a:gd name="connsiteX106" fmla="*/ 8770714 w 11237202"/>
              <a:gd name="connsiteY106" fmla="*/ 2530232 h 2631356"/>
              <a:gd name="connsiteX107" fmla="*/ 8801413 w 11237202"/>
              <a:gd name="connsiteY107" fmla="*/ 2529548 h 2631356"/>
              <a:gd name="connsiteX108" fmla="*/ 1347942 w 11237202"/>
              <a:gd name="connsiteY108" fmla="*/ 2518099 h 2631356"/>
              <a:gd name="connsiteX109" fmla="*/ 1354264 w 11237202"/>
              <a:gd name="connsiteY109" fmla="*/ 2527268 h 2631356"/>
              <a:gd name="connsiteX110" fmla="*/ 1312223 w 11237202"/>
              <a:gd name="connsiteY110" fmla="*/ 2550679 h 2631356"/>
              <a:gd name="connsiteX111" fmla="*/ 1282019 w 11237202"/>
              <a:gd name="connsiteY111" fmla="*/ 2542017 h 2631356"/>
              <a:gd name="connsiteX112" fmla="*/ 1324365 w 11237202"/>
              <a:gd name="connsiteY112" fmla="*/ 2518606 h 2631356"/>
              <a:gd name="connsiteX113" fmla="*/ 1347942 w 11237202"/>
              <a:gd name="connsiteY113" fmla="*/ 2518099 h 2631356"/>
              <a:gd name="connsiteX114" fmla="*/ 7507890 w 11237202"/>
              <a:gd name="connsiteY114" fmla="*/ 2512445 h 2631356"/>
              <a:gd name="connsiteX115" fmla="*/ 7547412 w 11237202"/>
              <a:gd name="connsiteY115" fmla="*/ 2528636 h 2631356"/>
              <a:gd name="connsiteX116" fmla="*/ 7544801 w 11237202"/>
              <a:gd name="connsiteY116" fmla="*/ 2570807 h 2631356"/>
              <a:gd name="connsiteX117" fmla="*/ 7463552 w 11237202"/>
              <a:gd name="connsiteY117" fmla="*/ 2555123 h 2631356"/>
              <a:gd name="connsiteX118" fmla="*/ 7467136 w 11237202"/>
              <a:gd name="connsiteY118" fmla="*/ 2513385 h 2631356"/>
              <a:gd name="connsiteX119" fmla="*/ 7507890 w 11237202"/>
              <a:gd name="connsiteY119" fmla="*/ 2512445 h 2631356"/>
              <a:gd name="connsiteX120" fmla="*/ 6688520 w 11237202"/>
              <a:gd name="connsiteY120" fmla="*/ 2502496 h 2631356"/>
              <a:gd name="connsiteX121" fmla="*/ 6715761 w 11237202"/>
              <a:gd name="connsiteY121" fmla="*/ 2514754 h 2631356"/>
              <a:gd name="connsiteX122" fmla="*/ 6706285 w 11237202"/>
              <a:gd name="connsiteY122" fmla="*/ 2546484 h 2631356"/>
              <a:gd name="connsiteX123" fmla="*/ 6647684 w 11237202"/>
              <a:gd name="connsiteY123" fmla="*/ 2534722 h 2631356"/>
              <a:gd name="connsiteX124" fmla="*/ 6657548 w 11237202"/>
              <a:gd name="connsiteY124" fmla="*/ 2503196 h 2631356"/>
              <a:gd name="connsiteX125" fmla="*/ 6688520 w 11237202"/>
              <a:gd name="connsiteY125" fmla="*/ 2502496 h 2631356"/>
              <a:gd name="connsiteX126" fmla="*/ 4984587 w 11237202"/>
              <a:gd name="connsiteY126" fmla="*/ 2493278 h 2631356"/>
              <a:gd name="connsiteX127" fmla="*/ 5000275 w 11237202"/>
              <a:gd name="connsiteY127" fmla="*/ 2502285 h 2631356"/>
              <a:gd name="connsiteX128" fmla="*/ 4982159 w 11237202"/>
              <a:gd name="connsiteY128" fmla="*/ 2525399 h 2631356"/>
              <a:gd name="connsiteX129" fmla="*/ 4943229 w 11237202"/>
              <a:gd name="connsiteY129" fmla="*/ 2516873 h 2631356"/>
              <a:gd name="connsiteX130" fmla="*/ 4961708 w 11237202"/>
              <a:gd name="connsiteY130" fmla="*/ 2493759 h 2631356"/>
              <a:gd name="connsiteX131" fmla="*/ 4984587 w 11237202"/>
              <a:gd name="connsiteY131" fmla="*/ 2493278 h 2631356"/>
              <a:gd name="connsiteX132" fmla="*/ 4697899 w 11237202"/>
              <a:gd name="connsiteY132" fmla="*/ 2491765 h 2631356"/>
              <a:gd name="connsiteX133" fmla="*/ 4715352 w 11237202"/>
              <a:gd name="connsiteY133" fmla="*/ 2502330 h 2631356"/>
              <a:gd name="connsiteX134" fmla="*/ 4691928 w 11237202"/>
              <a:gd name="connsiteY134" fmla="*/ 2529661 h 2631356"/>
              <a:gd name="connsiteX135" fmla="*/ 4647052 w 11237202"/>
              <a:gd name="connsiteY135" fmla="*/ 2519518 h 2631356"/>
              <a:gd name="connsiteX136" fmla="*/ 4670672 w 11237202"/>
              <a:gd name="connsiteY136" fmla="*/ 2492346 h 2631356"/>
              <a:gd name="connsiteX137" fmla="*/ 4697899 w 11237202"/>
              <a:gd name="connsiteY137" fmla="*/ 2491765 h 2631356"/>
              <a:gd name="connsiteX138" fmla="*/ 10849647 w 11237202"/>
              <a:gd name="connsiteY138" fmla="*/ 2490134 h 2631356"/>
              <a:gd name="connsiteX139" fmla="*/ 10853454 w 11237202"/>
              <a:gd name="connsiteY139" fmla="*/ 2490750 h 2631356"/>
              <a:gd name="connsiteX140" fmla="*/ 10854955 w 11237202"/>
              <a:gd name="connsiteY140" fmla="*/ 2492345 h 2631356"/>
              <a:gd name="connsiteX141" fmla="*/ 10851315 w 11237202"/>
              <a:gd name="connsiteY141" fmla="*/ 2491753 h 2631356"/>
              <a:gd name="connsiteX142" fmla="*/ 10849647 w 11237202"/>
              <a:gd name="connsiteY142" fmla="*/ 2490134 h 2631356"/>
              <a:gd name="connsiteX143" fmla="*/ 4406505 w 11237202"/>
              <a:gd name="connsiteY143" fmla="*/ 2490041 h 2631356"/>
              <a:gd name="connsiteX144" fmla="*/ 4418647 w 11237202"/>
              <a:gd name="connsiteY144" fmla="*/ 2497726 h 2631356"/>
              <a:gd name="connsiteX145" fmla="*/ 4399864 w 11237202"/>
              <a:gd name="connsiteY145" fmla="*/ 2517535 h 2631356"/>
              <a:gd name="connsiteX146" fmla="*/ 4367687 w 11237202"/>
              <a:gd name="connsiteY146" fmla="*/ 2510194 h 2631356"/>
              <a:gd name="connsiteX147" fmla="*/ 4386693 w 11237202"/>
              <a:gd name="connsiteY147" fmla="*/ 2490477 h 2631356"/>
              <a:gd name="connsiteX148" fmla="*/ 4406505 w 11237202"/>
              <a:gd name="connsiteY148" fmla="*/ 2490041 h 2631356"/>
              <a:gd name="connsiteX149" fmla="*/ 10395644 w 11237202"/>
              <a:gd name="connsiteY149" fmla="*/ 2489086 h 2631356"/>
              <a:gd name="connsiteX150" fmla="*/ 10403118 w 11237202"/>
              <a:gd name="connsiteY150" fmla="*/ 2490271 h 2631356"/>
              <a:gd name="connsiteX151" fmla="*/ 10405509 w 11237202"/>
              <a:gd name="connsiteY151" fmla="*/ 2493530 h 2631356"/>
              <a:gd name="connsiteX152" fmla="*/ 10398033 w 11237202"/>
              <a:gd name="connsiteY152" fmla="*/ 2492323 h 2631356"/>
              <a:gd name="connsiteX153" fmla="*/ 10395644 w 11237202"/>
              <a:gd name="connsiteY153" fmla="*/ 2489086 h 2631356"/>
              <a:gd name="connsiteX154" fmla="*/ 9922548 w 11237202"/>
              <a:gd name="connsiteY154" fmla="*/ 2480971 h 2631356"/>
              <a:gd name="connsiteX155" fmla="*/ 9938889 w 11237202"/>
              <a:gd name="connsiteY155" fmla="*/ 2483683 h 2631356"/>
              <a:gd name="connsiteX156" fmla="*/ 9943278 w 11237202"/>
              <a:gd name="connsiteY156" fmla="*/ 2491046 h 2631356"/>
              <a:gd name="connsiteX157" fmla="*/ 9927107 w 11237202"/>
              <a:gd name="connsiteY157" fmla="*/ 2488311 h 2631356"/>
              <a:gd name="connsiteX158" fmla="*/ 9922548 w 11237202"/>
              <a:gd name="connsiteY158" fmla="*/ 2480971 h 2631356"/>
              <a:gd name="connsiteX159" fmla="*/ 8239514 w 11237202"/>
              <a:gd name="connsiteY159" fmla="*/ 2479854 h 2631356"/>
              <a:gd name="connsiteX160" fmla="*/ 8314181 w 11237202"/>
              <a:gd name="connsiteY160" fmla="*/ 2500598 h 2631356"/>
              <a:gd name="connsiteX161" fmla="*/ 8321766 w 11237202"/>
              <a:gd name="connsiteY161" fmla="*/ 2548855 h 2631356"/>
              <a:gd name="connsiteX162" fmla="*/ 8224432 w 11237202"/>
              <a:gd name="connsiteY162" fmla="*/ 2530915 h 2631356"/>
              <a:gd name="connsiteX163" fmla="*/ 8218124 w 11237202"/>
              <a:gd name="connsiteY163" fmla="*/ 2483091 h 2631356"/>
              <a:gd name="connsiteX164" fmla="*/ 8239514 w 11237202"/>
              <a:gd name="connsiteY164" fmla="*/ 2479854 h 2631356"/>
              <a:gd name="connsiteX165" fmla="*/ 5276936 w 11237202"/>
              <a:gd name="connsiteY165" fmla="*/ 2479073 h 2631356"/>
              <a:gd name="connsiteX166" fmla="*/ 5297925 w 11237202"/>
              <a:gd name="connsiteY166" fmla="*/ 2490567 h 2631356"/>
              <a:gd name="connsiteX167" fmla="*/ 5277169 w 11237202"/>
              <a:gd name="connsiteY167" fmla="*/ 2520155 h 2631356"/>
              <a:gd name="connsiteX168" fmla="*/ 5226513 w 11237202"/>
              <a:gd name="connsiteY168" fmla="*/ 2509192 h 2631356"/>
              <a:gd name="connsiteX169" fmla="*/ 5247465 w 11237202"/>
              <a:gd name="connsiteY169" fmla="*/ 2479717 h 2631356"/>
              <a:gd name="connsiteX170" fmla="*/ 5276936 w 11237202"/>
              <a:gd name="connsiteY170" fmla="*/ 2479073 h 2631356"/>
              <a:gd name="connsiteX171" fmla="*/ 2716555 w 11237202"/>
              <a:gd name="connsiteY171" fmla="*/ 2478335 h 2631356"/>
              <a:gd name="connsiteX172" fmla="*/ 2721473 w 11237202"/>
              <a:gd name="connsiteY172" fmla="*/ 2482795 h 2631356"/>
              <a:gd name="connsiteX173" fmla="*/ 2705107 w 11237202"/>
              <a:gd name="connsiteY173" fmla="*/ 2494169 h 2631356"/>
              <a:gd name="connsiteX174" fmla="*/ 2688463 w 11237202"/>
              <a:gd name="connsiteY174" fmla="*/ 2489975 h 2631356"/>
              <a:gd name="connsiteX175" fmla="*/ 2704968 w 11237202"/>
              <a:gd name="connsiteY175" fmla="*/ 2478577 h 2631356"/>
              <a:gd name="connsiteX176" fmla="*/ 2716555 w 11237202"/>
              <a:gd name="connsiteY176" fmla="*/ 2478335 h 2631356"/>
              <a:gd name="connsiteX177" fmla="*/ 4124833 w 11237202"/>
              <a:gd name="connsiteY177" fmla="*/ 2474981 h 2631356"/>
              <a:gd name="connsiteX178" fmla="*/ 4136336 w 11237202"/>
              <a:gd name="connsiteY178" fmla="*/ 2482589 h 2631356"/>
              <a:gd name="connsiteX179" fmla="*/ 4116247 w 11237202"/>
              <a:gd name="connsiteY179" fmla="*/ 2502193 h 2631356"/>
              <a:gd name="connsiteX180" fmla="*/ 4084821 w 11237202"/>
              <a:gd name="connsiteY180" fmla="*/ 2494967 h 2631356"/>
              <a:gd name="connsiteX181" fmla="*/ 4105077 w 11237202"/>
              <a:gd name="connsiteY181" fmla="*/ 2475409 h 2631356"/>
              <a:gd name="connsiteX182" fmla="*/ 4124833 w 11237202"/>
              <a:gd name="connsiteY182" fmla="*/ 2474981 h 2631356"/>
              <a:gd name="connsiteX183" fmla="*/ 645680 w 11237202"/>
              <a:gd name="connsiteY183" fmla="*/ 2471032 h 2631356"/>
              <a:gd name="connsiteX184" fmla="*/ 649681 w 11237202"/>
              <a:gd name="connsiteY184" fmla="*/ 2472217 h 2631356"/>
              <a:gd name="connsiteX185" fmla="*/ 643151 w 11237202"/>
              <a:gd name="connsiteY185" fmla="*/ 2475455 h 2631356"/>
              <a:gd name="connsiteX186" fmla="*/ 639373 w 11237202"/>
              <a:gd name="connsiteY186" fmla="*/ 2474224 h 2631356"/>
              <a:gd name="connsiteX187" fmla="*/ 645680 w 11237202"/>
              <a:gd name="connsiteY187" fmla="*/ 2471032 h 2631356"/>
              <a:gd name="connsiteX188" fmla="*/ 1929085 w 11237202"/>
              <a:gd name="connsiteY188" fmla="*/ 2468724 h 2631356"/>
              <a:gd name="connsiteX189" fmla="*/ 1938171 w 11237202"/>
              <a:gd name="connsiteY189" fmla="*/ 2479170 h 2631356"/>
              <a:gd name="connsiteX190" fmla="*/ 1893740 w 11237202"/>
              <a:gd name="connsiteY190" fmla="*/ 2506159 h 2631356"/>
              <a:gd name="connsiteX191" fmla="*/ 1856895 w 11237202"/>
              <a:gd name="connsiteY191" fmla="*/ 2496107 h 2631356"/>
              <a:gd name="connsiteX192" fmla="*/ 1901743 w 11237202"/>
              <a:gd name="connsiteY192" fmla="*/ 2469322 h 2631356"/>
              <a:gd name="connsiteX193" fmla="*/ 1929085 w 11237202"/>
              <a:gd name="connsiteY193" fmla="*/ 2468724 h 2631356"/>
              <a:gd name="connsiteX194" fmla="*/ 5563502 w 11237202"/>
              <a:gd name="connsiteY194" fmla="*/ 2460293 h 2631356"/>
              <a:gd name="connsiteX195" fmla="*/ 5586405 w 11237202"/>
              <a:gd name="connsiteY195" fmla="*/ 2472217 h 2631356"/>
              <a:gd name="connsiteX196" fmla="*/ 5567260 w 11237202"/>
              <a:gd name="connsiteY196" fmla="*/ 2503218 h 2631356"/>
              <a:gd name="connsiteX197" fmla="*/ 5512854 w 11237202"/>
              <a:gd name="connsiteY197" fmla="*/ 2491685 h 2631356"/>
              <a:gd name="connsiteX198" fmla="*/ 5532638 w 11237202"/>
              <a:gd name="connsiteY198" fmla="*/ 2461002 h 2631356"/>
              <a:gd name="connsiteX199" fmla="*/ 5563502 w 11237202"/>
              <a:gd name="connsiteY199" fmla="*/ 2460293 h 2631356"/>
              <a:gd name="connsiteX200" fmla="*/ 3849242 w 11237202"/>
              <a:gd name="connsiteY200" fmla="*/ 2453676 h 2631356"/>
              <a:gd name="connsiteX201" fmla="*/ 3858582 w 11237202"/>
              <a:gd name="connsiteY201" fmla="*/ 2460227 h 2631356"/>
              <a:gd name="connsiteX202" fmla="*/ 3839743 w 11237202"/>
              <a:gd name="connsiteY202" fmla="*/ 2477165 h 2631356"/>
              <a:gd name="connsiteX203" fmla="*/ 3813124 w 11237202"/>
              <a:gd name="connsiteY203" fmla="*/ 2470918 h 2631356"/>
              <a:gd name="connsiteX204" fmla="*/ 3832130 w 11237202"/>
              <a:gd name="connsiteY204" fmla="*/ 2454049 h 2631356"/>
              <a:gd name="connsiteX205" fmla="*/ 3849242 w 11237202"/>
              <a:gd name="connsiteY205" fmla="*/ 2453676 h 2631356"/>
              <a:gd name="connsiteX206" fmla="*/ 9439700 w 11237202"/>
              <a:gd name="connsiteY206" fmla="*/ 2452844 h 2631356"/>
              <a:gd name="connsiteX207" fmla="*/ 9475964 w 11237202"/>
              <a:gd name="connsiteY207" fmla="*/ 2464809 h 2631356"/>
              <a:gd name="connsiteX208" fmla="*/ 9490831 w 11237202"/>
              <a:gd name="connsiteY208" fmla="*/ 2495583 h 2631356"/>
              <a:gd name="connsiteX209" fmla="*/ 9424170 w 11237202"/>
              <a:gd name="connsiteY209" fmla="*/ 2484185 h 2631356"/>
              <a:gd name="connsiteX210" fmla="*/ 9409666 w 11237202"/>
              <a:gd name="connsiteY210" fmla="*/ 2453548 h 2631356"/>
              <a:gd name="connsiteX211" fmla="*/ 9439700 w 11237202"/>
              <a:gd name="connsiteY211" fmla="*/ 2452844 h 2631356"/>
              <a:gd name="connsiteX212" fmla="*/ 6938905 w 11237202"/>
              <a:gd name="connsiteY212" fmla="*/ 2450297 h 2631356"/>
              <a:gd name="connsiteX213" fmla="*/ 6963645 w 11237202"/>
              <a:gd name="connsiteY213" fmla="*/ 2460956 h 2631356"/>
              <a:gd name="connsiteX214" fmla="*/ 6957115 w 11237202"/>
              <a:gd name="connsiteY214" fmla="*/ 2488402 h 2631356"/>
              <a:gd name="connsiteX215" fmla="*/ 6904904 w 11237202"/>
              <a:gd name="connsiteY215" fmla="*/ 2478258 h 2631356"/>
              <a:gd name="connsiteX216" fmla="*/ 6911600 w 11237202"/>
              <a:gd name="connsiteY216" fmla="*/ 2450904 h 2631356"/>
              <a:gd name="connsiteX217" fmla="*/ 6938905 w 11237202"/>
              <a:gd name="connsiteY217" fmla="*/ 2450297 h 2631356"/>
              <a:gd name="connsiteX218" fmla="*/ 1179153 w 11237202"/>
              <a:gd name="connsiteY218" fmla="*/ 2442310 h 2631356"/>
              <a:gd name="connsiteX219" fmla="*/ 1189351 w 11237202"/>
              <a:gd name="connsiteY219" fmla="*/ 2445228 h 2631356"/>
              <a:gd name="connsiteX220" fmla="*/ 1174458 w 11237202"/>
              <a:gd name="connsiteY220" fmla="*/ 2453229 h 2631356"/>
              <a:gd name="connsiteX221" fmla="*/ 1164121 w 11237202"/>
              <a:gd name="connsiteY221" fmla="*/ 2450266 h 2631356"/>
              <a:gd name="connsiteX222" fmla="*/ 1179153 w 11237202"/>
              <a:gd name="connsiteY222" fmla="*/ 2442310 h 2631356"/>
              <a:gd name="connsiteX223" fmla="*/ 7722752 w 11237202"/>
              <a:gd name="connsiteY223" fmla="*/ 2439073 h 2631356"/>
              <a:gd name="connsiteX224" fmla="*/ 7764064 w 11237202"/>
              <a:gd name="connsiteY224" fmla="*/ 2455280 h 2631356"/>
              <a:gd name="connsiteX225" fmla="*/ 7764064 w 11237202"/>
              <a:gd name="connsiteY225" fmla="*/ 2497383 h 2631356"/>
              <a:gd name="connsiteX226" fmla="*/ 7680288 w 11237202"/>
              <a:gd name="connsiteY226" fmla="*/ 2481745 h 2631356"/>
              <a:gd name="connsiteX227" fmla="*/ 7681399 w 11237202"/>
              <a:gd name="connsiteY227" fmla="*/ 2440030 h 2631356"/>
              <a:gd name="connsiteX228" fmla="*/ 7722752 w 11237202"/>
              <a:gd name="connsiteY228" fmla="*/ 2439073 h 2631356"/>
              <a:gd name="connsiteX229" fmla="*/ 5841447 w 11237202"/>
              <a:gd name="connsiteY229" fmla="*/ 2438769 h 2631356"/>
              <a:gd name="connsiteX230" fmla="*/ 5860713 w 11237202"/>
              <a:gd name="connsiteY230" fmla="*/ 2448351 h 2631356"/>
              <a:gd name="connsiteX231" fmla="*/ 5847070 w 11237202"/>
              <a:gd name="connsiteY231" fmla="*/ 2473288 h 2631356"/>
              <a:gd name="connsiteX232" fmla="*/ 5802723 w 11237202"/>
              <a:gd name="connsiteY232" fmla="*/ 2464034 h 2631356"/>
              <a:gd name="connsiteX233" fmla="*/ 5816366 w 11237202"/>
              <a:gd name="connsiteY233" fmla="*/ 2439324 h 2631356"/>
              <a:gd name="connsiteX234" fmla="*/ 5841447 w 11237202"/>
              <a:gd name="connsiteY234" fmla="*/ 2438769 h 2631356"/>
              <a:gd name="connsiteX235" fmla="*/ 8945227 w 11237202"/>
              <a:gd name="connsiteY235" fmla="*/ 2434241 h 2631356"/>
              <a:gd name="connsiteX236" fmla="*/ 8979558 w 11237202"/>
              <a:gd name="connsiteY236" fmla="*/ 2446095 h 2631356"/>
              <a:gd name="connsiteX237" fmla="*/ 8990088 w 11237202"/>
              <a:gd name="connsiteY237" fmla="*/ 2476572 h 2631356"/>
              <a:gd name="connsiteX238" fmla="*/ 8925430 w 11237202"/>
              <a:gd name="connsiteY238" fmla="*/ 2465265 h 2631356"/>
              <a:gd name="connsiteX239" fmla="*/ 8915232 w 11237202"/>
              <a:gd name="connsiteY239" fmla="*/ 2434902 h 2631356"/>
              <a:gd name="connsiteX240" fmla="*/ 8945227 w 11237202"/>
              <a:gd name="connsiteY240" fmla="*/ 2434241 h 2631356"/>
              <a:gd name="connsiteX241" fmla="*/ 3584384 w 11237202"/>
              <a:gd name="connsiteY241" fmla="*/ 2424185 h 2631356"/>
              <a:gd name="connsiteX242" fmla="*/ 3592470 w 11237202"/>
              <a:gd name="connsiteY242" fmla="*/ 2430023 h 2631356"/>
              <a:gd name="connsiteX243" fmla="*/ 3574354 w 11237202"/>
              <a:gd name="connsiteY243" fmla="*/ 2445045 h 2631356"/>
              <a:gd name="connsiteX244" fmla="*/ 3550763 w 11237202"/>
              <a:gd name="connsiteY244" fmla="*/ 2439529 h 2631356"/>
              <a:gd name="connsiteX245" fmla="*/ 3568962 w 11237202"/>
              <a:gd name="connsiteY245" fmla="*/ 2424552 h 2631356"/>
              <a:gd name="connsiteX246" fmla="*/ 3584384 w 11237202"/>
              <a:gd name="connsiteY246" fmla="*/ 2424185 h 2631356"/>
              <a:gd name="connsiteX247" fmla="*/ 2499345 w 11237202"/>
              <a:gd name="connsiteY247" fmla="*/ 2419603 h 2631356"/>
              <a:gd name="connsiteX248" fmla="*/ 2503710 w 11237202"/>
              <a:gd name="connsiteY248" fmla="*/ 2423891 h 2631356"/>
              <a:gd name="connsiteX249" fmla="*/ 2487289 w 11237202"/>
              <a:gd name="connsiteY249" fmla="*/ 2434970 h 2631356"/>
              <a:gd name="connsiteX250" fmla="*/ 2471145 w 11237202"/>
              <a:gd name="connsiteY250" fmla="*/ 2430798 h 2631356"/>
              <a:gd name="connsiteX251" fmla="*/ 2487955 w 11237202"/>
              <a:gd name="connsiteY251" fmla="*/ 2419880 h 2631356"/>
              <a:gd name="connsiteX252" fmla="*/ 2499345 w 11237202"/>
              <a:gd name="connsiteY252" fmla="*/ 2419603 h 2631356"/>
              <a:gd name="connsiteX253" fmla="*/ 6113932 w 11237202"/>
              <a:gd name="connsiteY253" fmla="*/ 2405849 h 2631356"/>
              <a:gd name="connsiteX254" fmla="*/ 6134022 w 11237202"/>
              <a:gd name="connsiteY254" fmla="*/ 2415320 h 2631356"/>
              <a:gd name="connsiteX255" fmla="*/ 6122212 w 11237202"/>
              <a:gd name="connsiteY255" fmla="*/ 2439688 h 2631356"/>
              <a:gd name="connsiteX256" fmla="*/ 6077393 w 11237202"/>
              <a:gd name="connsiteY256" fmla="*/ 2430685 h 2631356"/>
              <a:gd name="connsiteX257" fmla="*/ 6089174 w 11237202"/>
              <a:gd name="connsiteY257" fmla="*/ 2406362 h 2631356"/>
              <a:gd name="connsiteX258" fmla="*/ 6113932 w 11237202"/>
              <a:gd name="connsiteY258" fmla="*/ 2405849 h 2631356"/>
              <a:gd name="connsiteX259" fmla="*/ 8436177 w 11237202"/>
              <a:gd name="connsiteY259" fmla="*/ 2399225 h 2631356"/>
              <a:gd name="connsiteX260" fmla="*/ 8481040 w 11237202"/>
              <a:gd name="connsiteY260" fmla="*/ 2415320 h 2631356"/>
              <a:gd name="connsiteX261" fmla="*/ 8489680 w 11237202"/>
              <a:gd name="connsiteY261" fmla="*/ 2457242 h 2631356"/>
              <a:gd name="connsiteX262" fmla="*/ 8402236 w 11237202"/>
              <a:gd name="connsiteY262" fmla="*/ 2441672 h 2631356"/>
              <a:gd name="connsiteX263" fmla="*/ 8394651 w 11237202"/>
              <a:gd name="connsiteY263" fmla="*/ 2400139 h 2631356"/>
              <a:gd name="connsiteX264" fmla="*/ 8436177 w 11237202"/>
              <a:gd name="connsiteY264" fmla="*/ 2399225 h 2631356"/>
              <a:gd name="connsiteX265" fmla="*/ 1750834 w 11237202"/>
              <a:gd name="connsiteY265" fmla="*/ 2397412 h 2631356"/>
              <a:gd name="connsiteX266" fmla="*/ 1757558 w 11237202"/>
              <a:gd name="connsiteY266" fmla="*/ 2405268 h 2631356"/>
              <a:gd name="connsiteX267" fmla="*/ 1722019 w 11237202"/>
              <a:gd name="connsiteY267" fmla="*/ 2425601 h 2631356"/>
              <a:gd name="connsiteX268" fmla="*/ 1694038 w 11237202"/>
              <a:gd name="connsiteY268" fmla="*/ 2418079 h 2631356"/>
              <a:gd name="connsiteX269" fmla="*/ 1729521 w 11237202"/>
              <a:gd name="connsiteY269" fmla="*/ 2397882 h 2631356"/>
              <a:gd name="connsiteX270" fmla="*/ 1750834 w 11237202"/>
              <a:gd name="connsiteY270" fmla="*/ 2397412 h 2631356"/>
              <a:gd name="connsiteX271" fmla="*/ 7174249 w 11237202"/>
              <a:gd name="connsiteY271" fmla="*/ 2390468 h 2631356"/>
              <a:gd name="connsiteX272" fmla="*/ 7199246 w 11237202"/>
              <a:gd name="connsiteY272" fmla="*/ 2400777 h 2631356"/>
              <a:gd name="connsiteX273" fmla="*/ 7194745 w 11237202"/>
              <a:gd name="connsiteY273" fmla="*/ 2427311 h 2631356"/>
              <a:gd name="connsiteX274" fmla="*/ 7142729 w 11237202"/>
              <a:gd name="connsiteY274" fmla="*/ 2417463 h 2631356"/>
              <a:gd name="connsiteX275" fmla="*/ 7147481 w 11237202"/>
              <a:gd name="connsiteY275" fmla="*/ 2391066 h 2631356"/>
              <a:gd name="connsiteX276" fmla="*/ 7174249 w 11237202"/>
              <a:gd name="connsiteY276" fmla="*/ 2390468 h 2631356"/>
              <a:gd name="connsiteX277" fmla="*/ 3331714 w 11237202"/>
              <a:gd name="connsiteY277" fmla="*/ 2387579 h 2631356"/>
              <a:gd name="connsiteX278" fmla="*/ 3338390 w 11237202"/>
              <a:gd name="connsiteY278" fmla="*/ 2392708 h 2631356"/>
              <a:gd name="connsiteX279" fmla="*/ 3321440 w 11237202"/>
              <a:gd name="connsiteY279" fmla="*/ 2405838 h 2631356"/>
              <a:gd name="connsiteX280" fmla="*/ 3301100 w 11237202"/>
              <a:gd name="connsiteY280" fmla="*/ 2401005 h 2631356"/>
              <a:gd name="connsiteX281" fmla="*/ 3318078 w 11237202"/>
              <a:gd name="connsiteY281" fmla="*/ 2387852 h 2631356"/>
              <a:gd name="connsiteX282" fmla="*/ 3331714 w 11237202"/>
              <a:gd name="connsiteY282" fmla="*/ 2387579 h 2631356"/>
              <a:gd name="connsiteX283" fmla="*/ 555846 w 11237202"/>
              <a:gd name="connsiteY283" fmla="*/ 2375703 h 2631356"/>
              <a:gd name="connsiteX284" fmla="*/ 557736 w 11237202"/>
              <a:gd name="connsiteY284" fmla="*/ 2376205 h 2631356"/>
              <a:gd name="connsiteX285" fmla="*/ 554596 w 11237202"/>
              <a:gd name="connsiteY285" fmla="*/ 2377731 h 2631356"/>
              <a:gd name="connsiteX286" fmla="*/ 552679 w 11237202"/>
              <a:gd name="connsiteY286" fmla="*/ 2377162 h 2631356"/>
              <a:gd name="connsiteX287" fmla="*/ 555846 w 11237202"/>
              <a:gd name="connsiteY287" fmla="*/ 2375703 h 2631356"/>
              <a:gd name="connsiteX288" fmla="*/ 10430322 w 11237202"/>
              <a:gd name="connsiteY288" fmla="*/ 2373446 h 2631356"/>
              <a:gd name="connsiteX289" fmla="*/ 10442743 w 11237202"/>
              <a:gd name="connsiteY289" fmla="*/ 2375429 h 2631356"/>
              <a:gd name="connsiteX290" fmla="*/ 10446910 w 11237202"/>
              <a:gd name="connsiteY290" fmla="*/ 2380740 h 2631356"/>
              <a:gd name="connsiteX291" fmla="*/ 10434350 w 11237202"/>
              <a:gd name="connsiteY291" fmla="*/ 2378803 h 2631356"/>
              <a:gd name="connsiteX292" fmla="*/ 10430322 w 11237202"/>
              <a:gd name="connsiteY292" fmla="*/ 2373446 h 2631356"/>
              <a:gd name="connsiteX293" fmla="*/ 9989932 w 11237202"/>
              <a:gd name="connsiteY293" fmla="*/ 2372010 h 2631356"/>
              <a:gd name="connsiteX294" fmla="*/ 10005576 w 11237202"/>
              <a:gd name="connsiteY294" fmla="*/ 2374540 h 2631356"/>
              <a:gd name="connsiteX295" fmla="*/ 10010188 w 11237202"/>
              <a:gd name="connsiteY295" fmla="*/ 2381447 h 2631356"/>
              <a:gd name="connsiteX296" fmla="*/ 9994462 w 11237202"/>
              <a:gd name="connsiteY296" fmla="*/ 2378871 h 2631356"/>
              <a:gd name="connsiteX297" fmla="*/ 9989932 w 11237202"/>
              <a:gd name="connsiteY297" fmla="*/ 2372010 h 2631356"/>
              <a:gd name="connsiteX298" fmla="*/ 10859124 w 11237202"/>
              <a:gd name="connsiteY298" fmla="*/ 2371965 h 2631356"/>
              <a:gd name="connsiteX299" fmla="*/ 10862762 w 11237202"/>
              <a:gd name="connsiteY299" fmla="*/ 2372512 h 2631356"/>
              <a:gd name="connsiteX300" fmla="*/ 10864125 w 11237202"/>
              <a:gd name="connsiteY300" fmla="*/ 2374016 h 2631356"/>
              <a:gd name="connsiteX301" fmla="*/ 10860512 w 11237202"/>
              <a:gd name="connsiteY301" fmla="*/ 2373446 h 2631356"/>
              <a:gd name="connsiteX302" fmla="*/ 10859124 w 11237202"/>
              <a:gd name="connsiteY302" fmla="*/ 2371965 h 2631356"/>
              <a:gd name="connsiteX303" fmla="*/ 7918990 w 11237202"/>
              <a:gd name="connsiteY303" fmla="*/ 2364704 h 2631356"/>
              <a:gd name="connsiteX304" fmla="*/ 7958818 w 11237202"/>
              <a:gd name="connsiteY304" fmla="*/ 2379600 h 2631356"/>
              <a:gd name="connsiteX305" fmla="*/ 7960819 w 11237202"/>
              <a:gd name="connsiteY305" fmla="*/ 2418307 h 2631356"/>
              <a:gd name="connsiteX306" fmla="*/ 7881350 w 11237202"/>
              <a:gd name="connsiteY306" fmla="*/ 2403968 h 2631356"/>
              <a:gd name="connsiteX307" fmla="*/ 7879934 w 11237202"/>
              <a:gd name="connsiteY307" fmla="*/ 2365536 h 2631356"/>
              <a:gd name="connsiteX308" fmla="*/ 7918990 w 11237202"/>
              <a:gd name="connsiteY308" fmla="*/ 2364704 h 2631356"/>
              <a:gd name="connsiteX309" fmla="*/ 6377314 w 11237202"/>
              <a:gd name="connsiteY309" fmla="*/ 2363396 h 2631356"/>
              <a:gd name="connsiteX310" fmla="*/ 6400884 w 11237202"/>
              <a:gd name="connsiteY310" fmla="*/ 2374107 h 2631356"/>
              <a:gd name="connsiteX311" fmla="*/ 6389963 w 11237202"/>
              <a:gd name="connsiteY311" fmla="*/ 2401758 h 2631356"/>
              <a:gd name="connsiteX312" fmla="*/ 6337642 w 11237202"/>
              <a:gd name="connsiteY312" fmla="*/ 2391500 h 2631356"/>
              <a:gd name="connsiteX313" fmla="*/ 6348950 w 11237202"/>
              <a:gd name="connsiteY313" fmla="*/ 2363986 h 2631356"/>
              <a:gd name="connsiteX314" fmla="*/ 6377314 w 11237202"/>
              <a:gd name="connsiteY314" fmla="*/ 2363396 h 2631356"/>
              <a:gd name="connsiteX315" fmla="*/ 1058143 w 11237202"/>
              <a:gd name="connsiteY315" fmla="*/ 2354344 h 2631356"/>
              <a:gd name="connsiteX316" fmla="*/ 1068175 w 11237202"/>
              <a:gd name="connsiteY316" fmla="*/ 2357102 h 2631356"/>
              <a:gd name="connsiteX317" fmla="*/ 1053309 w 11237202"/>
              <a:gd name="connsiteY317" fmla="*/ 2364693 h 2631356"/>
              <a:gd name="connsiteX318" fmla="*/ 1043194 w 11237202"/>
              <a:gd name="connsiteY318" fmla="*/ 2361889 h 2631356"/>
              <a:gd name="connsiteX319" fmla="*/ 1058143 w 11237202"/>
              <a:gd name="connsiteY319" fmla="*/ 2354344 h 2631356"/>
              <a:gd name="connsiteX320" fmla="*/ 2304939 w 11237202"/>
              <a:gd name="connsiteY320" fmla="*/ 2353431 h 2631356"/>
              <a:gd name="connsiteX321" fmla="*/ 2310732 w 11237202"/>
              <a:gd name="connsiteY321" fmla="*/ 2359039 h 2631356"/>
              <a:gd name="connsiteX322" fmla="*/ 2287392 w 11237202"/>
              <a:gd name="connsiteY322" fmla="*/ 2373491 h 2631356"/>
              <a:gd name="connsiteX323" fmla="*/ 2266385 w 11237202"/>
              <a:gd name="connsiteY323" fmla="*/ 2368157 h 2631356"/>
              <a:gd name="connsiteX324" fmla="*/ 2289726 w 11237202"/>
              <a:gd name="connsiteY324" fmla="*/ 2353773 h 2631356"/>
              <a:gd name="connsiteX325" fmla="*/ 2304939 w 11237202"/>
              <a:gd name="connsiteY325" fmla="*/ 2353431 h 2631356"/>
              <a:gd name="connsiteX326" fmla="*/ 9535637 w 11237202"/>
              <a:gd name="connsiteY326" fmla="*/ 2350676 h 2631356"/>
              <a:gd name="connsiteX327" fmla="*/ 9570966 w 11237202"/>
              <a:gd name="connsiteY327" fmla="*/ 2361934 h 2631356"/>
              <a:gd name="connsiteX328" fmla="*/ 9586470 w 11237202"/>
              <a:gd name="connsiteY328" fmla="*/ 2390952 h 2631356"/>
              <a:gd name="connsiteX329" fmla="*/ 9521285 w 11237202"/>
              <a:gd name="connsiteY329" fmla="*/ 2380193 h 2631356"/>
              <a:gd name="connsiteX330" fmla="*/ 9506308 w 11237202"/>
              <a:gd name="connsiteY330" fmla="*/ 2351335 h 2631356"/>
              <a:gd name="connsiteX331" fmla="*/ 9535637 w 11237202"/>
              <a:gd name="connsiteY331" fmla="*/ 2350676 h 2631356"/>
              <a:gd name="connsiteX332" fmla="*/ 3094693 w 11237202"/>
              <a:gd name="connsiteY332" fmla="*/ 2343294 h 2631356"/>
              <a:gd name="connsiteX333" fmla="*/ 3100899 w 11237202"/>
              <a:gd name="connsiteY333" fmla="*/ 2348303 h 2631356"/>
              <a:gd name="connsiteX334" fmla="*/ 3083088 w 11237202"/>
              <a:gd name="connsiteY334" fmla="*/ 2361091 h 2631356"/>
              <a:gd name="connsiteX335" fmla="*/ 3063249 w 11237202"/>
              <a:gd name="connsiteY335" fmla="*/ 2356349 h 2631356"/>
              <a:gd name="connsiteX336" fmla="*/ 3081170 w 11237202"/>
              <a:gd name="connsiteY336" fmla="*/ 2343585 h 2631356"/>
              <a:gd name="connsiteX337" fmla="*/ 3094693 w 11237202"/>
              <a:gd name="connsiteY337" fmla="*/ 2343294 h 2631356"/>
              <a:gd name="connsiteX338" fmla="*/ 9069537 w 11237202"/>
              <a:gd name="connsiteY338" fmla="*/ 2338906 h 2631356"/>
              <a:gd name="connsiteX339" fmla="*/ 9103293 w 11237202"/>
              <a:gd name="connsiteY339" fmla="*/ 2350058 h 2631356"/>
              <a:gd name="connsiteX340" fmla="*/ 9114823 w 11237202"/>
              <a:gd name="connsiteY340" fmla="*/ 2378894 h 2631356"/>
              <a:gd name="connsiteX341" fmla="*/ 9051219 w 11237202"/>
              <a:gd name="connsiteY341" fmla="*/ 2368203 h 2631356"/>
              <a:gd name="connsiteX342" fmla="*/ 9040327 w 11237202"/>
              <a:gd name="connsiteY342" fmla="*/ 2339549 h 2631356"/>
              <a:gd name="connsiteX343" fmla="*/ 9069537 w 11237202"/>
              <a:gd name="connsiteY343" fmla="*/ 2338906 h 2631356"/>
              <a:gd name="connsiteX344" fmla="*/ 7392787 w 11237202"/>
              <a:gd name="connsiteY344" fmla="*/ 2326106 h 2631356"/>
              <a:gd name="connsiteX345" fmla="*/ 7417927 w 11237202"/>
              <a:gd name="connsiteY345" fmla="*/ 2336016 h 2631356"/>
              <a:gd name="connsiteX346" fmla="*/ 7415343 w 11237202"/>
              <a:gd name="connsiteY346" fmla="*/ 2361569 h 2631356"/>
              <a:gd name="connsiteX347" fmla="*/ 7363548 w 11237202"/>
              <a:gd name="connsiteY347" fmla="*/ 2352155 h 2631356"/>
              <a:gd name="connsiteX348" fmla="*/ 7366522 w 11237202"/>
              <a:gd name="connsiteY348" fmla="*/ 2326692 h 2631356"/>
              <a:gd name="connsiteX349" fmla="*/ 7392787 w 11237202"/>
              <a:gd name="connsiteY349" fmla="*/ 2326106 h 2631356"/>
              <a:gd name="connsiteX350" fmla="*/ 1604017 w 11237202"/>
              <a:gd name="connsiteY350" fmla="*/ 2316763 h 2631356"/>
              <a:gd name="connsiteX351" fmla="*/ 1611429 w 11237202"/>
              <a:gd name="connsiteY351" fmla="*/ 2325735 h 2631356"/>
              <a:gd name="connsiteX352" fmla="*/ 1569249 w 11237202"/>
              <a:gd name="connsiteY352" fmla="*/ 2348850 h 2631356"/>
              <a:gd name="connsiteX353" fmla="*/ 1536850 w 11237202"/>
              <a:gd name="connsiteY353" fmla="*/ 2340347 h 2631356"/>
              <a:gd name="connsiteX354" fmla="*/ 1579308 w 11237202"/>
              <a:gd name="connsiteY354" fmla="*/ 2317278 h 2631356"/>
              <a:gd name="connsiteX355" fmla="*/ 1604017 w 11237202"/>
              <a:gd name="connsiteY355" fmla="*/ 2316763 h 2631356"/>
              <a:gd name="connsiteX356" fmla="*/ 6627712 w 11237202"/>
              <a:gd name="connsiteY356" fmla="*/ 2315783 h 2631356"/>
              <a:gd name="connsiteX357" fmla="*/ 6653824 w 11237202"/>
              <a:gd name="connsiteY357" fmla="*/ 2327081 h 2631356"/>
              <a:gd name="connsiteX358" fmla="*/ 6644155 w 11237202"/>
              <a:gd name="connsiteY358" fmla="*/ 2356259 h 2631356"/>
              <a:gd name="connsiteX359" fmla="*/ 6587443 w 11237202"/>
              <a:gd name="connsiteY359" fmla="*/ 2345454 h 2631356"/>
              <a:gd name="connsiteX360" fmla="*/ 6597557 w 11237202"/>
              <a:gd name="connsiteY360" fmla="*/ 2316436 h 2631356"/>
              <a:gd name="connsiteX361" fmla="*/ 6627712 w 11237202"/>
              <a:gd name="connsiteY361" fmla="*/ 2315783 h 2631356"/>
              <a:gd name="connsiteX362" fmla="*/ 4745199 w 11237202"/>
              <a:gd name="connsiteY362" fmla="*/ 2313463 h 2631356"/>
              <a:gd name="connsiteX363" fmla="*/ 4764507 w 11237202"/>
              <a:gd name="connsiteY363" fmla="*/ 2324414 h 2631356"/>
              <a:gd name="connsiteX364" fmla="*/ 4739276 w 11237202"/>
              <a:gd name="connsiteY364" fmla="*/ 2352816 h 2631356"/>
              <a:gd name="connsiteX365" fmla="*/ 4689816 w 11237202"/>
              <a:gd name="connsiteY365" fmla="*/ 2342308 h 2631356"/>
              <a:gd name="connsiteX366" fmla="*/ 4715491 w 11237202"/>
              <a:gd name="connsiteY366" fmla="*/ 2314087 h 2631356"/>
              <a:gd name="connsiteX367" fmla="*/ 4745199 w 11237202"/>
              <a:gd name="connsiteY367" fmla="*/ 2313463 h 2631356"/>
              <a:gd name="connsiteX368" fmla="*/ 8587559 w 11237202"/>
              <a:gd name="connsiteY368" fmla="*/ 2312218 h 2631356"/>
              <a:gd name="connsiteX369" fmla="*/ 8632116 w 11237202"/>
              <a:gd name="connsiteY369" fmla="*/ 2327491 h 2631356"/>
              <a:gd name="connsiteX370" fmla="*/ 8642312 w 11237202"/>
              <a:gd name="connsiteY370" fmla="*/ 2367269 h 2631356"/>
              <a:gd name="connsiteX371" fmla="*/ 8556425 w 11237202"/>
              <a:gd name="connsiteY371" fmla="*/ 2352497 h 2631356"/>
              <a:gd name="connsiteX372" fmla="*/ 8547171 w 11237202"/>
              <a:gd name="connsiteY372" fmla="*/ 2313084 h 2631356"/>
              <a:gd name="connsiteX373" fmla="*/ 8587559 w 11237202"/>
              <a:gd name="connsiteY373" fmla="*/ 2312218 h 2631356"/>
              <a:gd name="connsiteX374" fmla="*/ 5019614 w 11237202"/>
              <a:gd name="connsiteY374" fmla="*/ 2311990 h 2631356"/>
              <a:gd name="connsiteX375" fmla="*/ 5039900 w 11237202"/>
              <a:gd name="connsiteY375" fmla="*/ 2322978 h 2631356"/>
              <a:gd name="connsiteX376" fmla="*/ 5016919 w 11237202"/>
              <a:gd name="connsiteY376" fmla="*/ 2351357 h 2631356"/>
              <a:gd name="connsiteX377" fmla="*/ 4966681 w 11237202"/>
              <a:gd name="connsiteY377" fmla="*/ 2340803 h 2631356"/>
              <a:gd name="connsiteX378" fmla="*/ 4989911 w 11237202"/>
              <a:gd name="connsiteY378" fmla="*/ 2312628 h 2631356"/>
              <a:gd name="connsiteX379" fmla="*/ 5019614 w 11237202"/>
              <a:gd name="connsiteY379" fmla="*/ 2311990 h 2631356"/>
              <a:gd name="connsiteX380" fmla="*/ 4468629 w 11237202"/>
              <a:gd name="connsiteY380" fmla="*/ 2311717 h 2631356"/>
              <a:gd name="connsiteX381" fmla="*/ 4482751 w 11237202"/>
              <a:gd name="connsiteY381" fmla="*/ 2320083 h 2631356"/>
              <a:gd name="connsiteX382" fmla="*/ 4461494 w 11237202"/>
              <a:gd name="connsiteY382" fmla="*/ 2341670 h 2631356"/>
              <a:gd name="connsiteX383" fmla="*/ 4424539 w 11237202"/>
              <a:gd name="connsiteY383" fmla="*/ 2333645 h 2631356"/>
              <a:gd name="connsiteX384" fmla="*/ 4445879 w 11237202"/>
              <a:gd name="connsiteY384" fmla="*/ 2312172 h 2631356"/>
              <a:gd name="connsiteX385" fmla="*/ 4468629 w 11237202"/>
              <a:gd name="connsiteY385" fmla="*/ 2311717 h 2631356"/>
              <a:gd name="connsiteX386" fmla="*/ 4182018 w 11237202"/>
              <a:gd name="connsiteY386" fmla="*/ 2305425 h 2631356"/>
              <a:gd name="connsiteX387" fmla="*/ 4199439 w 11237202"/>
              <a:gd name="connsiteY387" fmla="*/ 2309232 h 2631356"/>
              <a:gd name="connsiteX388" fmla="*/ 4188353 w 11237202"/>
              <a:gd name="connsiteY388" fmla="*/ 2319490 h 2631356"/>
              <a:gd name="connsiteX389" fmla="*/ 4171042 w 11237202"/>
              <a:gd name="connsiteY389" fmla="*/ 2315729 h 2631356"/>
              <a:gd name="connsiteX390" fmla="*/ 4182018 w 11237202"/>
              <a:gd name="connsiteY390" fmla="*/ 2305425 h 2631356"/>
              <a:gd name="connsiteX391" fmla="*/ 5296126 w 11237202"/>
              <a:gd name="connsiteY391" fmla="*/ 2299573 h 2631356"/>
              <a:gd name="connsiteX392" fmla="*/ 5320627 w 11237202"/>
              <a:gd name="connsiteY392" fmla="*/ 2312218 h 2631356"/>
              <a:gd name="connsiteX393" fmla="*/ 5296536 w 11237202"/>
              <a:gd name="connsiteY393" fmla="*/ 2344906 h 2631356"/>
              <a:gd name="connsiteX394" fmla="*/ 5237711 w 11237202"/>
              <a:gd name="connsiteY394" fmla="*/ 2332779 h 2631356"/>
              <a:gd name="connsiteX395" fmla="*/ 5261913 w 11237202"/>
              <a:gd name="connsiteY395" fmla="*/ 2300296 h 2631356"/>
              <a:gd name="connsiteX396" fmla="*/ 5296126 w 11237202"/>
              <a:gd name="connsiteY396" fmla="*/ 2299573 h 2631356"/>
              <a:gd name="connsiteX397" fmla="*/ 2872573 w 11237202"/>
              <a:gd name="connsiteY397" fmla="*/ 2293700 h 2631356"/>
              <a:gd name="connsiteX398" fmla="*/ 2877967 w 11237202"/>
              <a:gd name="connsiteY398" fmla="*/ 2298244 h 2631356"/>
              <a:gd name="connsiteX399" fmla="*/ 2861017 w 11237202"/>
              <a:gd name="connsiteY399" fmla="*/ 2309938 h 2631356"/>
              <a:gd name="connsiteX400" fmla="*/ 2842817 w 11237202"/>
              <a:gd name="connsiteY400" fmla="*/ 2305630 h 2631356"/>
              <a:gd name="connsiteX401" fmla="*/ 2859989 w 11237202"/>
              <a:gd name="connsiteY401" fmla="*/ 2293959 h 2631356"/>
              <a:gd name="connsiteX402" fmla="*/ 2872573 w 11237202"/>
              <a:gd name="connsiteY402" fmla="*/ 2293700 h 2631356"/>
              <a:gd name="connsiteX403" fmla="*/ 8096265 w 11237202"/>
              <a:gd name="connsiteY403" fmla="*/ 2286648 h 2631356"/>
              <a:gd name="connsiteX404" fmla="*/ 8135848 w 11237202"/>
              <a:gd name="connsiteY404" fmla="*/ 2300866 h 2631356"/>
              <a:gd name="connsiteX405" fmla="*/ 8139877 w 11237202"/>
              <a:gd name="connsiteY405" fmla="*/ 2337817 h 2631356"/>
              <a:gd name="connsiteX406" fmla="*/ 8061601 w 11237202"/>
              <a:gd name="connsiteY406" fmla="*/ 2324094 h 2631356"/>
              <a:gd name="connsiteX407" fmla="*/ 8058351 w 11237202"/>
              <a:gd name="connsiteY407" fmla="*/ 2287439 h 2631356"/>
              <a:gd name="connsiteX408" fmla="*/ 8096265 w 11237202"/>
              <a:gd name="connsiteY408" fmla="*/ 2286648 h 2631356"/>
              <a:gd name="connsiteX409" fmla="*/ 2125258 w 11237202"/>
              <a:gd name="connsiteY409" fmla="*/ 2286018 h 2631356"/>
              <a:gd name="connsiteX410" fmla="*/ 2130676 w 11237202"/>
              <a:gd name="connsiteY410" fmla="*/ 2291406 h 2631356"/>
              <a:gd name="connsiteX411" fmla="*/ 2107196 w 11237202"/>
              <a:gd name="connsiteY411" fmla="*/ 2305289 h 2631356"/>
              <a:gd name="connsiteX412" fmla="*/ 2086940 w 11237202"/>
              <a:gd name="connsiteY412" fmla="*/ 2300114 h 2631356"/>
              <a:gd name="connsiteX413" fmla="*/ 2110336 w 11237202"/>
              <a:gd name="connsiteY413" fmla="*/ 2286323 h 2631356"/>
              <a:gd name="connsiteX414" fmla="*/ 2125258 w 11237202"/>
              <a:gd name="connsiteY414" fmla="*/ 2286018 h 2631356"/>
              <a:gd name="connsiteX415" fmla="*/ 5565029 w 11237202"/>
              <a:gd name="connsiteY415" fmla="*/ 2285702 h 2631356"/>
              <a:gd name="connsiteX416" fmla="*/ 5586710 w 11237202"/>
              <a:gd name="connsiteY416" fmla="*/ 2296467 h 2631356"/>
              <a:gd name="connsiteX417" fmla="*/ 5568565 w 11237202"/>
              <a:gd name="connsiteY417" fmla="*/ 2324413 h 2631356"/>
              <a:gd name="connsiteX418" fmla="*/ 5516966 w 11237202"/>
              <a:gd name="connsiteY418" fmla="*/ 2314041 h 2631356"/>
              <a:gd name="connsiteX419" fmla="*/ 5535638 w 11237202"/>
              <a:gd name="connsiteY419" fmla="*/ 2286322 h 2631356"/>
              <a:gd name="connsiteX420" fmla="*/ 5565029 w 11237202"/>
              <a:gd name="connsiteY420" fmla="*/ 2285702 h 2631356"/>
              <a:gd name="connsiteX421" fmla="*/ 3922492 w 11237202"/>
              <a:gd name="connsiteY421" fmla="*/ 2285502 h 2631356"/>
              <a:gd name="connsiteX422" fmla="*/ 3934634 w 11237202"/>
              <a:gd name="connsiteY422" fmla="*/ 2288192 h 2631356"/>
              <a:gd name="connsiteX423" fmla="*/ 3926381 w 11237202"/>
              <a:gd name="connsiteY423" fmla="*/ 2295463 h 2631356"/>
              <a:gd name="connsiteX424" fmla="*/ 3914266 w 11237202"/>
              <a:gd name="connsiteY424" fmla="*/ 2292751 h 2631356"/>
              <a:gd name="connsiteX425" fmla="*/ 3922492 w 11237202"/>
              <a:gd name="connsiteY425" fmla="*/ 2285502 h 2631356"/>
              <a:gd name="connsiteX426" fmla="*/ 486214 w 11237202"/>
              <a:gd name="connsiteY426" fmla="*/ 2278185 h 2631356"/>
              <a:gd name="connsiteX427" fmla="*/ 491133 w 11237202"/>
              <a:gd name="connsiteY427" fmla="*/ 2279484 h 2631356"/>
              <a:gd name="connsiteX428" fmla="*/ 483186 w 11237202"/>
              <a:gd name="connsiteY428" fmla="*/ 2283109 h 2631356"/>
              <a:gd name="connsiteX429" fmla="*/ 478350 w 11237202"/>
              <a:gd name="connsiteY429" fmla="*/ 2281763 h 2631356"/>
              <a:gd name="connsiteX430" fmla="*/ 486214 w 11237202"/>
              <a:gd name="connsiteY430" fmla="*/ 2278185 h 2631356"/>
              <a:gd name="connsiteX431" fmla="*/ 955971 w 11237202"/>
              <a:gd name="connsiteY431" fmla="*/ 2267061 h 2631356"/>
              <a:gd name="connsiteX432" fmla="*/ 962835 w 11237202"/>
              <a:gd name="connsiteY432" fmla="*/ 2268884 h 2631356"/>
              <a:gd name="connsiteX433" fmla="*/ 952471 w 11237202"/>
              <a:gd name="connsiteY433" fmla="*/ 2273944 h 2631356"/>
              <a:gd name="connsiteX434" fmla="*/ 945607 w 11237202"/>
              <a:gd name="connsiteY434" fmla="*/ 2272075 h 2631356"/>
              <a:gd name="connsiteX435" fmla="*/ 955971 w 11237202"/>
              <a:gd name="connsiteY435" fmla="*/ 2267061 h 2631356"/>
              <a:gd name="connsiteX436" fmla="*/ 10043061 w 11237202"/>
              <a:gd name="connsiteY436" fmla="*/ 2266627 h 2631356"/>
              <a:gd name="connsiteX437" fmla="*/ 10054925 w 11237202"/>
              <a:gd name="connsiteY437" fmla="*/ 2268473 h 2631356"/>
              <a:gd name="connsiteX438" fmla="*/ 10058316 w 11237202"/>
              <a:gd name="connsiteY438" fmla="*/ 2273511 h 2631356"/>
              <a:gd name="connsiteX439" fmla="*/ 10046506 w 11237202"/>
              <a:gd name="connsiteY439" fmla="*/ 2271665 h 2631356"/>
              <a:gd name="connsiteX440" fmla="*/ 10043061 w 11237202"/>
              <a:gd name="connsiteY440" fmla="*/ 2266627 h 2631356"/>
              <a:gd name="connsiteX441" fmla="*/ 10456078 w 11237202"/>
              <a:gd name="connsiteY441" fmla="*/ 2263983 h 2631356"/>
              <a:gd name="connsiteX442" fmla="*/ 10464665 w 11237202"/>
              <a:gd name="connsiteY442" fmla="*/ 2265351 h 2631356"/>
              <a:gd name="connsiteX443" fmla="*/ 10467527 w 11237202"/>
              <a:gd name="connsiteY443" fmla="*/ 2268907 h 2631356"/>
              <a:gd name="connsiteX444" fmla="*/ 10458914 w 11237202"/>
              <a:gd name="connsiteY444" fmla="*/ 2267562 h 2631356"/>
              <a:gd name="connsiteX445" fmla="*/ 10456078 w 11237202"/>
              <a:gd name="connsiteY445" fmla="*/ 2263983 h 2631356"/>
              <a:gd name="connsiteX446" fmla="*/ 6864218 w 11237202"/>
              <a:gd name="connsiteY446" fmla="*/ 2261675 h 2631356"/>
              <a:gd name="connsiteX447" fmla="*/ 6894151 w 11237202"/>
              <a:gd name="connsiteY447" fmla="*/ 2274013 h 2631356"/>
              <a:gd name="connsiteX448" fmla="*/ 6885732 w 11237202"/>
              <a:gd name="connsiteY448" fmla="*/ 2305949 h 2631356"/>
              <a:gd name="connsiteX449" fmla="*/ 6821739 w 11237202"/>
              <a:gd name="connsiteY449" fmla="*/ 2294096 h 2631356"/>
              <a:gd name="connsiteX450" fmla="*/ 6830742 w 11237202"/>
              <a:gd name="connsiteY450" fmla="*/ 2262365 h 2631356"/>
              <a:gd name="connsiteX451" fmla="*/ 6864218 w 11237202"/>
              <a:gd name="connsiteY451" fmla="*/ 2261675 h 2631356"/>
              <a:gd name="connsiteX452" fmla="*/ 5831066 w 11237202"/>
              <a:gd name="connsiteY452" fmla="*/ 2260747 h 2631356"/>
              <a:gd name="connsiteX453" fmla="*/ 5854072 w 11237202"/>
              <a:gd name="connsiteY453" fmla="*/ 2271666 h 2631356"/>
              <a:gd name="connsiteX454" fmla="*/ 5837762 w 11237202"/>
              <a:gd name="connsiteY454" fmla="*/ 2299931 h 2631356"/>
              <a:gd name="connsiteX455" fmla="*/ 5784356 w 11237202"/>
              <a:gd name="connsiteY455" fmla="*/ 2289423 h 2631356"/>
              <a:gd name="connsiteX456" fmla="*/ 5801139 w 11237202"/>
              <a:gd name="connsiteY456" fmla="*/ 2261385 h 2631356"/>
              <a:gd name="connsiteX457" fmla="*/ 5831066 w 11237202"/>
              <a:gd name="connsiteY457" fmla="*/ 2260747 h 2631356"/>
              <a:gd name="connsiteX458" fmla="*/ 7593823 w 11237202"/>
              <a:gd name="connsiteY458" fmla="*/ 2257034 h 2631356"/>
              <a:gd name="connsiteX459" fmla="*/ 7620407 w 11237202"/>
              <a:gd name="connsiteY459" fmla="*/ 2267061 h 2631356"/>
              <a:gd name="connsiteX460" fmla="*/ 7619295 w 11237202"/>
              <a:gd name="connsiteY460" fmla="*/ 2293070 h 2631356"/>
              <a:gd name="connsiteX461" fmla="*/ 7565112 w 11237202"/>
              <a:gd name="connsiteY461" fmla="*/ 2283428 h 2631356"/>
              <a:gd name="connsiteX462" fmla="*/ 7566613 w 11237202"/>
              <a:gd name="connsiteY462" fmla="*/ 2257624 h 2631356"/>
              <a:gd name="connsiteX463" fmla="*/ 7593823 w 11237202"/>
              <a:gd name="connsiteY463" fmla="*/ 2257034 h 2631356"/>
              <a:gd name="connsiteX464" fmla="*/ 3672440 w 11237202"/>
              <a:gd name="connsiteY464" fmla="*/ 2256324 h 2631356"/>
              <a:gd name="connsiteX465" fmla="*/ 3684139 w 11237202"/>
              <a:gd name="connsiteY465" fmla="*/ 2258945 h 2631356"/>
              <a:gd name="connsiteX466" fmla="*/ 3675246 w 11237202"/>
              <a:gd name="connsiteY466" fmla="*/ 2266080 h 2631356"/>
              <a:gd name="connsiteX467" fmla="*/ 3663604 w 11237202"/>
              <a:gd name="connsiteY467" fmla="*/ 2263459 h 2631356"/>
              <a:gd name="connsiteX468" fmla="*/ 3672440 w 11237202"/>
              <a:gd name="connsiteY468" fmla="*/ 2256324 h 2631356"/>
              <a:gd name="connsiteX469" fmla="*/ 9613838 w 11237202"/>
              <a:gd name="connsiteY469" fmla="*/ 2250127 h 2631356"/>
              <a:gd name="connsiteX470" fmla="*/ 9648352 w 11237202"/>
              <a:gd name="connsiteY470" fmla="*/ 2260655 h 2631356"/>
              <a:gd name="connsiteX471" fmla="*/ 9663912 w 11237202"/>
              <a:gd name="connsiteY471" fmla="*/ 2287987 h 2631356"/>
              <a:gd name="connsiteX472" fmla="*/ 9600614 w 11237202"/>
              <a:gd name="connsiteY472" fmla="*/ 2277843 h 2631356"/>
              <a:gd name="connsiteX473" fmla="*/ 9585555 w 11237202"/>
              <a:gd name="connsiteY473" fmla="*/ 2250762 h 2631356"/>
              <a:gd name="connsiteX474" fmla="*/ 9613838 w 11237202"/>
              <a:gd name="connsiteY474" fmla="*/ 2250127 h 2631356"/>
              <a:gd name="connsiteX475" fmla="*/ 2655952 w 11237202"/>
              <a:gd name="connsiteY475" fmla="*/ 2240459 h 2631356"/>
              <a:gd name="connsiteX476" fmla="*/ 2668985 w 11237202"/>
              <a:gd name="connsiteY476" fmla="*/ 2243605 h 2631356"/>
              <a:gd name="connsiteX477" fmla="*/ 2655952 w 11237202"/>
              <a:gd name="connsiteY477" fmla="*/ 2252130 h 2631356"/>
              <a:gd name="connsiteX478" fmla="*/ 2642699 w 11237202"/>
              <a:gd name="connsiteY478" fmla="*/ 2248962 h 2631356"/>
              <a:gd name="connsiteX479" fmla="*/ 2655952 w 11237202"/>
              <a:gd name="connsiteY479" fmla="*/ 2240459 h 2631356"/>
              <a:gd name="connsiteX480" fmla="*/ 1467475 w 11237202"/>
              <a:gd name="connsiteY480" fmla="*/ 2239322 h 2631356"/>
              <a:gd name="connsiteX481" fmla="*/ 1473191 w 11237202"/>
              <a:gd name="connsiteY481" fmla="*/ 2246522 h 2631356"/>
              <a:gd name="connsiteX482" fmla="*/ 1437763 w 11237202"/>
              <a:gd name="connsiteY482" fmla="*/ 2265009 h 2631356"/>
              <a:gd name="connsiteX483" fmla="*/ 1411644 w 11237202"/>
              <a:gd name="connsiteY483" fmla="*/ 2258171 h 2631356"/>
              <a:gd name="connsiteX484" fmla="*/ 1447128 w 11237202"/>
              <a:gd name="connsiteY484" fmla="*/ 2239729 h 2631356"/>
              <a:gd name="connsiteX485" fmla="*/ 1467475 w 11237202"/>
              <a:gd name="connsiteY485" fmla="*/ 2239322 h 2631356"/>
              <a:gd name="connsiteX486" fmla="*/ 9172205 w 11237202"/>
              <a:gd name="connsiteY486" fmla="*/ 2236621 h 2631356"/>
              <a:gd name="connsiteX487" fmla="*/ 9218217 w 11237202"/>
              <a:gd name="connsiteY487" fmla="*/ 2251241 h 2631356"/>
              <a:gd name="connsiteX488" fmla="*/ 9234998 w 11237202"/>
              <a:gd name="connsiteY488" fmla="*/ 2289332 h 2631356"/>
              <a:gd name="connsiteX489" fmla="*/ 9148416 w 11237202"/>
              <a:gd name="connsiteY489" fmla="*/ 2275130 h 2631356"/>
              <a:gd name="connsiteX490" fmla="*/ 9132716 w 11237202"/>
              <a:gd name="connsiteY490" fmla="*/ 2237472 h 2631356"/>
              <a:gd name="connsiteX491" fmla="*/ 9172205 w 11237202"/>
              <a:gd name="connsiteY491" fmla="*/ 2236621 h 2631356"/>
              <a:gd name="connsiteX492" fmla="*/ 6088677 w 11237202"/>
              <a:gd name="connsiteY492" fmla="*/ 2229269 h 2631356"/>
              <a:gd name="connsiteX493" fmla="*/ 6112376 w 11237202"/>
              <a:gd name="connsiteY493" fmla="*/ 2240026 h 2631356"/>
              <a:gd name="connsiteX494" fmla="*/ 6098483 w 11237202"/>
              <a:gd name="connsiteY494" fmla="*/ 2267676 h 2631356"/>
              <a:gd name="connsiteX495" fmla="*/ 6044883 w 11237202"/>
              <a:gd name="connsiteY495" fmla="*/ 2257419 h 2631356"/>
              <a:gd name="connsiteX496" fmla="*/ 6059165 w 11237202"/>
              <a:gd name="connsiteY496" fmla="*/ 2229882 h 2631356"/>
              <a:gd name="connsiteX497" fmla="*/ 6088677 w 11237202"/>
              <a:gd name="connsiteY497" fmla="*/ 2229269 h 2631356"/>
              <a:gd name="connsiteX498" fmla="*/ 8719706 w 11237202"/>
              <a:gd name="connsiteY498" fmla="*/ 2223084 h 2631356"/>
              <a:gd name="connsiteX499" fmla="*/ 8766130 w 11237202"/>
              <a:gd name="connsiteY499" fmla="*/ 2238407 h 2631356"/>
              <a:gd name="connsiteX500" fmla="*/ 8778106 w 11237202"/>
              <a:gd name="connsiteY500" fmla="*/ 2278276 h 2631356"/>
              <a:gd name="connsiteX501" fmla="*/ 8689190 w 11237202"/>
              <a:gd name="connsiteY501" fmla="*/ 2263505 h 2631356"/>
              <a:gd name="connsiteX502" fmla="*/ 8678157 w 11237202"/>
              <a:gd name="connsiteY502" fmla="*/ 2223932 h 2631356"/>
              <a:gd name="connsiteX503" fmla="*/ 8719706 w 11237202"/>
              <a:gd name="connsiteY503" fmla="*/ 2223084 h 2631356"/>
              <a:gd name="connsiteX504" fmla="*/ 3445757 w 11237202"/>
              <a:gd name="connsiteY504" fmla="*/ 2217242 h 2631356"/>
              <a:gd name="connsiteX505" fmla="*/ 3451870 w 11237202"/>
              <a:gd name="connsiteY505" fmla="*/ 2221607 h 2631356"/>
              <a:gd name="connsiteX506" fmla="*/ 3437227 w 11237202"/>
              <a:gd name="connsiteY506" fmla="*/ 2232732 h 2631356"/>
              <a:gd name="connsiteX507" fmla="*/ 3418666 w 11237202"/>
              <a:gd name="connsiteY507" fmla="*/ 2228651 h 2631356"/>
              <a:gd name="connsiteX508" fmla="*/ 3433726 w 11237202"/>
              <a:gd name="connsiteY508" fmla="*/ 2217459 h 2631356"/>
              <a:gd name="connsiteX509" fmla="*/ 3445757 w 11237202"/>
              <a:gd name="connsiteY509" fmla="*/ 2217242 h 2631356"/>
              <a:gd name="connsiteX510" fmla="*/ 1966653 w 11237202"/>
              <a:gd name="connsiteY510" fmla="*/ 2214375 h 2631356"/>
              <a:gd name="connsiteX511" fmla="*/ 1972293 w 11237202"/>
              <a:gd name="connsiteY511" fmla="*/ 2220034 h 2631356"/>
              <a:gd name="connsiteX512" fmla="*/ 1945979 w 11237202"/>
              <a:gd name="connsiteY512" fmla="*/ 2234760 h 2631356"/>
              <a:gd name="connsiteX513" fmla="*/ 1924306 w 11237202"/>
              <a:gd name="connsiteY513" fmla="*/ 2229312 h 2631356"/>
              <a:gd name="connsiteX514" fmla="*/ 1950508 w 11237202"/>
              <a:gd name="connsiteY514" fmla="*/ 2214700 h 2631356"/>
              <a:gd name="connsiteX515" fmla="*/ 1966653 w 11237202"/>
              <a:gd name="connsiteY515" fmla="*/ 2214375 h 2631356"/>
              <a:gd name="connsiteX516" fmla="*/ 7084210 w 11237202"/>
              <a:gd name="connsiteY516" fmla="*/ 2206673 h 2631356"/>
              <a:gd name="connsiteX517" fmla="*/ 7112386 w 11237202"/>
              <a:gd name="connsiteY517" fmla="*/ 2217777 h 2631356"/>
              <a:gd name="connsiteX518" fmla="*/ 7106690 w 11237202"/>
              <a:gd name="connsiteY518" fmla="*/ 2246590 h 2631356"/>
              <a:gd name="connsiteX519" fmla="*/ 7047282 w 11237202"/>
              <a:gd name="connsiteY519" fmla="*/ 2235854 h 2631356"/>
              <a:gd name="connsiteX520" fmla="*/ 7053534 w 11237202"/>
              <a:gd name="connsiteY520" fmla="*/ 2207314 h 2631356"/>
              <a:gd name="connsiteX521" fmla="*/ 7084210 w 11237202"/>
              <a:gd name="connsiteY521" fmla="*/ 2206673 h 2631356"/>
              <a:gd name="connsiteX522" fmla="*/ 8254528 w 11237202"/>
              <a:gd name="connsiteY522" fmla="*/ 2205818 h 2631356"/>
              <a:gd name="connsiteX523" fmla="*/ 8295203 w 11237202"/>
              <a:gd name="connsiteY523" fmla="*/ 2219875 h 2631356"/>
              <a:gd name="connsiteX524" fmla="*/ 8301260 w 11237202"/>
              <a:gd name="connsiteY524" fmla="*/ 2256506 h 2631356"/>
              <a:gd name="connsiteX525" fmla="*/ 8220929 w 11237202"/>
              <a:gd name="connsiteY525" fmla="*/ 2242898 h 2631356"/>
              <a:gd name="connsiteX526" fmla="*/ 8216039 w 11237202"/>
              <a:gd name="connsiteY526" fmla="*/ 2206654 h 2631356"/>
              <a:gd name="connsiteX527" fmla="*/ 8254528 w 11237202"/>
              <a:gd name="connsiteY527" fmla="*/ 2205818 h 2631356"/>
              <a:gd name="connsiteX528" fmla="*/ 6337680 w 11237202"/>
              <a:gd name="connsiteY528" fmla="*/ 2187890 h 2631356"/>
              <a:gd name="connsiteX529" fmla="*/ 6366317 w 11237202"/>
              <a:gd name="connsiteY529" fmla="*/ 2200225 h 2631356"/>
              <a:gd name="connsiteX530" fmla="*/ 6352535 w 11237202"/>
              <a:gd name="connsiteY530" fmla="*/ 2232161 h 2631356"/>
              <a:gd name="connsiteX531" fmla="*/ 6288987 w 11237202"/>
              <a:gd name="connsiteY531" fmla="*/ 2220308 h 2631356"/>
              <a:gd name="connsiteX532" fmla="*/ 6303353 w 11237202"/>
              <a:gd name="connsiteY532" fmla="*/ 2188600 h 2631356"/>
              <a:gd name="connsiteX533" fmla="*/ 6337680 w 11237202"/>
              <a:gd name="connsiteY533" fmla="*/ 2187890 h 2631356"/>
              <a:gd name="connsiteX534" fmla="*/ 7776713 w 11237202"/>
              <a:gd name="connsiteY534" fmla="*/ 2186839 h 2631356"/>
              <a:gd name="connsiteX535" fmla="*/ 7802019 w 11237202"/>
              <a:gd name="connsiteY535" fmla="*/ 2195916 h 2631356"/>
              <a:gd name="connsiteX536" fmla="*/ 7802047 w 11237202"/>
              <a:gd name="connsiteY536" fmla="*/ 2219373 h 2631356"/>
              <a:gd name="connsiteX537" fmla="*/ 7751586 w 11237202"/>
              <a:gd name="connsiteY537" fmla="*/ 2210688 h 2631356"/>
              <a:gd name="connsiteX538" fmla="*/ 7751698 w 11237202"/>
              <a:gd name="connsiteY538" fmla="*/ 2187369 h 2631356"/>
              <a:gd name="connsiteX539" fmla="*/ 7776713 w 11237202"/>
              <a:gd name="connsiteY539" fmla="*/ 2186839 h 2631356"/>
              <a:gd name="connsiteX540" fmla="*/ 433641 w 11237202"/>
              <a:gd name="connsiteY540" fmla="*/ 2183175 h 2631356"/>
              <a:gd name="connsiteX541" fmla="*/ 438003 w 11237202"/>
              <a:gd name="connsiteY541" fmla="*/ 2184406 h 2631356"/>
              <a:gd name="connsiteX542" fmla="*/ 430252 w 11237202"/>
              <a:gd name="connsiteY542" fmla="*/ 2187802 h 2631356"/>
              <a:gd name="connsiteX543" fmla="*/ 425779 w 11237202"/>
              <a:gd name="connsiteY543" fmla="*/ 2186525 h 2631356"/>
              <a:gd name="connsiteX544" fmla="*/ 433641 w 11237202"/>
              <a:gd name="connsiteY544" fmla="*/ 2183175 h 2631356"/>
              <a:gd name="connsiteX545" fmla="*/ 2469783 w 11237202"/>
              <a:gd name="connsiteY545" fmla="*/ 2179595 h 2631356"/>
              <a:gd name="connsiteX546" fmla="*/ 2484538 w 11237202"/>
              <a:gd name="connsiteY546" fmla="*/ 2183083 h 2631356"/>
              <a:gd name="connsiteX547" fmla="*/ 2468977 w 11237202"/>
              <a:gd name="connsiteY547" fmla="*/ 2192657 h 2631356"/>
              <a:gd name="connsiteX548" fmla="*/ 2454000 w 11237202"/>
              <a:gd name="connsiteY548" fmla="*/ 2189124 h 2631356"/>
              <a:gd name="connsiteX549" fmla="*/ 2469783 w 11237202"/>
              <a:gd name="connsiteY549" fmla="*/ 2179595 h 2631356"/>
              <a:gd name="connsiteX550" fmla="*/ 874308 w 11237202"/>
              <a:gd name="connsiteY550" fmla="*/ 2176701 h 2631356"/>
              <a:gd name="connsiteX551" fmla="*/ 883616 w 11237202"/>
              <a:gd name="connsiteY551" fmla="*/ 2179208 h 2631356"/>
              <a:gd name="connsiteX552" fmla="*/ 869112 w 11237202"/>
              <a:gd name="connsiteY552" fmla="*/ 2186001 h 2631356"/>
              <a:gd name="connsiteX553" fmla="*/ 859692 w 11237202"/>
              <a:gd name="connsiteY553" fmla="*/ 2183493 h 2631356"/>
              <a:gd name="connsiteX554" fmla="*/ 874308 w 11237202"/>
              <a:gd name="connsiteY554" fmla="*/ 2176701 h 2631356"/>
              <a:gd name="connsiteX555" fmla="*/ 3222420 w 11237202"/>
              <a:gd name="connsiteY555" fmla="*/ 2174637 h 2631356"/>
              <a:gd name="connsiteX556" fmla="*/ 3228606 w 11237202"/>
              <a:gd name="connsiteY556" fmla="*/ 2179094 h 2631356"/>
              <a:gd name="connsiteX557" fmla="*/ 3212295 w 11237202"/>
              <a:gd name="connsiteY557" fmla="*/ 2190719 h 2631356"/>
              <a:gd name="connsiteX558" fmla="*/ 3193150 w 11237202"/>
              <a:gd name="connsiteY558" fmla="*/ 2186433 h 2631356"/>
              <a:gd name="connsiteX559" fmla="*/ 3209544 w 11237202"/>
              <a:gd name="connsiteY559" fmla="*/ 2174900 h 2631356"/>
              <a:gd name="connsiteX560" fmla="*/ 3222420 w 11237202"/>
              <a:gd name="connsiteY560" fmla="*/ 2174637 h 2631356"/>
              <a:gd name="connsiteX561" fmla="*/ 1350295 w 11237202"/>
              <a:gd name="connsiteY561" fmla="*/ 2160277 h 2631356"/>
              <a:gd name="connsiteX562" fmla="*/ 1354709 w 11237202"/>
              <a:gd name="connsiteY562" fmla="*/ 2165804 h 2631356"/>
              <a:gd name="connsiteX563" fmla="*/ 1326256 w 11237202"/>
              <a:gd name="connsiteY563" fmla="*/ 2179961 h 2631356"/>
              <a:gd name="connsiteX564" fmla="*/ 1305861 w 11237202"/>
              <a:gd name="connsiteY564" fmla="*/ 2174763 h 2631356"/>
              <a:gd name="connsiteX565" fmla="*/ 1334398 w 11237202"/>
              <a:gd name="connsiteY565" fmla="*/ 2160562 h 2631356"/>
              <a:gd name="connsiteX566" fmla="*/ 1350295 w 11237202"/>
              <a:gd name="connsiteY566" fmla="*/ 2160277 h 2631356"/>
              <a:gd name="connsiteX567" fmla="*/ 10071178 w 11237202"/>
              <a:gd name="connsiteY567" fmla="*/ 2159901 h 2631356"/>
              <a:gd name="connsiteX568" fmla="*/ 10094158 w 11237202"/>
              <a:gd name="connsiteY568" fmla="*/ 2163411 h 2631356"/>
              <a:gd name="connsiteX569" fmla="*/ 10101050 w 11237202"/>
              <a:gd name="connsiteY569" fmla="*/ 2172825 h 2631356"/>
              <a:gd name="connsiteX570" fmla="*/ 10077932 w 11237202"/>
              <a:gd name="connsiteY570" fmla="*/ 2169337 h 2631356"/>
              <a:gd name="connsiteX571" fmla="*/ 10071178 w 11237202"/>
              <a:gd name="connsiteY571" fmla="*/ 2159901 h 2631356"/>
              <a:gd name="connsiteX572" fmla="*/ 10469332 w 11237202"/>
              <a:gd name="connsiteY572" fmla="*/ 2158602 h 2631356"/>
              <a:gd name="connsiteX573" fmla="*/ 10472362 w 11237202"/>
              <a:gd name="connsiteY573" fmla="*/ 2159057 h 2631356"/>
              <a:gd name="connsiteX574" fmla="*/ 10473807 w 11237202"/>
              <a:gd name="connsiteY574" fmla="*/ 2160425 h 2631356"/>
              <a:gd name="connsiteX575" fmla="*/ 10470361 w 11237202"/>
              <a:gd name="connsiteY575" fmla="*/ 2159947 h 2631356"/>
              <a:gd name="connsiteX576" fmla="*/ 10469332 w 11237202"/>
              <a:gd name="connsiteY576" fmla="*/ 2158602 h 2631356"/>
              <a:gd name="connsiteX577" fmla="*/ 9678101 w 11237202"/>
              <a:gd name="connsiteY577" fmla="*/ 2155758 h 2631356"/>
              <a:gd name="connsiteX578" fmla="*/ 9703925 w 11237202"/>
              <a:gd name="connsiteY578" fmla="*/ 2163342 h 2631356"/>
              <a:gd name="connsiteX579" fmla="*/ 9715734 w 11237202"/>
              <a:gd name="connsiteY579" fmla="*/ 2182924 h 2631356"/>
              <a:gd name="connsiteX580" fmla="*/ 9668610 w 11237202"/>
              <a:gd name="connsiteY580" fmla="*/ 2175720 h 2631356"/>
              <a:gd name="connsiteX581" fmla="*/ 9657132 w 11237202"/>
              <a:gd name="connsiteY581" fmla="*/ 2156208 h 2631356"/>
              <a:gd name="connsiteX582" fmla="*/ 9678101 w 11237202"/>
              <a:gd name="connsiteY582" fmla="*/ 2155758 h 2631356"/>
              <a:gd name="connsiteX583" fmla="*/ 4788351 w 11237202"/>
              <a:gd name="connsiteY583" fmla="*/ 2151820 h 2631356"/>
              <a:gd name="connsiteX584" fmla="*/ 4809854 w 11237202"/>
              <a:gd name="connsiteY584" fmla="*/ 2163366 h 2631356"/>
              <a:gd name="connsiteX585" fmla="*/ 4782262 w 11237202"/>
              <a:gd name="connsiteY585" fmla="*/ 2193159 h 2631356"/>
              <a:gd name="connsiteX586" fmla="*/ 4727661 w 11237202"/>
              <a:gd name="connsiteY586" fmla="*/ 2182172 h 2631356"/>
              <a:gd name="connsiteX587" fmla="*/ 4755698 w 11237202"/>
              <a:gd name="connsiteY587" fmla="*/ 2152447 h 2631356"/>
              <a:gd name="connsiteX588" fmla="*/ 4788351 w 11237202"/>
              <a:gd name="connsiteY588" fmla="*/ 2151820 h 2631356"/>
              <a:gd name="connsiteX589" fmla="*/ 5049631 w 11237202"/>
              <a:gd name="connsiteY589" fmla="*/ 2150318 h 2631356"/>
              <a:gd name="connsiteX590" fmla="*/ 5071881 w 11237202"/>
              <a:gd name="connsiteY590" fmla="*/ 2161792 h 2631356"/>
              <a:gd name="connsiteX591" fmla="*/ 5046846 w 11237202"/>
              <a:gd name="connsiteY591" fmla="*/ 2191586 h 2631356"/>
              <a:gd name="connsiteX592" fmla="*/ 4991550 w 11237202"/>
              <a:gd name="connsiteY592" fmla="*/ 2180530 h 2631356"/>
              <a:gd name="connsiteX593" fmla="*/ 5016837 w 11237202"/>
              <a:gd name="connsiteY593" fmla="*/ 2150964 h 2631356"/>
              <a:gd name="connsiteX594" fmla="*/ 5049631 w 11237202"/>
              <a:gd name="connsiteY594" fmla="*/ 2150318 h 2631356"/>
              <a:gd name="connsiteX595" fmla="*/ 7288230 w 11237202"/>
              <a:gd name="connsiteY595" fmla="*/ 2146890 h 2631356"/>
              <a:gd name="connsiteX596" fmla="*/ 7315228 w 11237202"/>
              <a:gd name="connsiteY596" fmla="*/ 2157074 h 2631356"/>
              <a:gd name="connsiteX597" fmla="*/ 7311365 w 11237202"/>
              <a:gd name="connsiteY597" fmla="*/ 2183357 h 2631356"/>
              <a:gd name="connsiteX598" fmla="*/ 7255486 w 11237202"/>
              <a:gd name="connsiteY598" fmla="*/ 2173623 h 2631356"/>
              <a:gd name="connsiteX599" fmla="*/ 7259710 w 11237202"/>
              <a:gd name="connsiteY599" fmla="*/ 2147477 h 2631356"/>
              <a:gd name="connsiteX600" fmla="*/ 7288230 w 11237202"/>
              <a:gd name="connsiteY600" fmla="*/ 2146890 h 2631356"/>
              <a:gd name="connsiteX601" fmla="*/ 4528523 w 11237202"/>
              <a:gd name="connsiteY601" fmla="*/ 2146711 h 2631356"/>
              <a:gd name="connsiteX602" fmla="*/ 4548077 w 11237202"/>
              <a:gd name="connsiteY602" fmla="*/ 2157666 h 2631356"/>
              <a:gd name="connsiteX603" fmla="*/ 4519651 w 11237202"/>
              <a:gd name="connsiteY603" fmla="*/ 2186046 h 2631356"/>
              <a:gd name="connsiteX604" fmla="*/ 4468497 w 11237202"/>
              <a:gd name="connsiteY604" fmla="*/ 2175492 h 2631356"/>
              <a:gd name="connsiteX605" fmla="*/ 4497173 w 11237202"/>
              <a:gd name="connsiteY605" fmla="*/ 2147363 h 2631356"/>
              <a:gd name="connsiteX606" fmla="*/ 4528523 w 11237202"/>
              <a:gd name="connsiteY606" fmla="*/ 2146711 h 2631356"/>
              <a:gd name="connsiteX607" fmla="*/ 4262609 w 11237202"/>
              <a:gd name="connsiteY607" fmla="*/ 2143916 h 2631356"/>
              <a:gd name="connsiteX608" fmla="*/ 4271185 w 11237202"/>
              <a:gd name="connsiteY608" fmla="*/ 2148868 h 2631356"/>
              <a:gd name="connsiteX609" fmla="*/ 4257069 w 11237202"/>
              <a:gd name="connsiteY609" fmla="*/ 2161587 h 2631356"/>
              <a:gd name="connsiteX610" fmla="*/ 4234563 w 11237202"/>
              <a:gd name="connsiteY610" fmla="*/ 2156892 h 2631356"/>
              <a:gd name="connsiteX611" fmla="*/ 4248511 w 11237202"/>
              <a:gd name="connsiteY611" fmla="*/ 2144195 h 2631356"/>
              <a:gd name="connsiteX612" fmla="*/ 4262609 w 11237202"/>
              <a:gd name="connsiteY612" fmla="*/ 2143916 h 2631356"/>
              <a:gd name="connsiteX613" fmla="*/ 1809270 w 11237202"/>
              <a:gd name="connsiteY613" fmla="*/ 2143761 h 2631356"/>
              <a:gd name="connsiteX614" fmla="*/ 1825108 w 11237202"/>
              <a:gd name="connsiteY614" fmla="*/ 2147705 h 2631356"/>
              <a:gd name="connsiteX615" fmla="*/ 1805185 w 11237202"/>
              <a:gd name="connsiteY615" fmla="*/ 2158396 h 2631356"/>
              <a:gd name="connsiteX616" fmla="*/ 1789319 w 11237202"/>
              <a:gd name="connsiteY616" fmla="*/ 2154430 h 2631356"/>
              <a:gd name="connsiteX617" fmla="*/ 1809270 w 11237202"/>
              <a:gd name="connsiteY617" fmla="*/ 2143761 h 2631356"/>
              <a:gd name="connsiteX618" fmla="*/ 9260292 w 11237202"/>
              <a:gd name="connsiteY618" fmla="*/ 2143707 h 2631356"/>
              <a:gd name="connsiteX619" fmla="*/ 9304632 w 11237202"/>
              <a:gd name="connsiteY619" fmla="*/ 2157279 h 2631356"/>
              <a:gd name="connsiteX620" fmla="*/ 9321416 w 11237202"/>
              <a:gd name="connsiteY620" fmla="*/ 2192406 h 2631356"/>
              <a:gd name="connsiteX621" fmla="*/ 9238751 w 11237202"/>
              <a:gd name="connsiteY621" fmla="*/ 2179345 h 2631356"/>
              <a:gd name="connsiteX622" fmla="*/ 9222745 w 11237202"/>
              <a:gd name="connsiteY622" fmla="*/ 2144445 h 2631356"/>
              <a:gd name="connsiteX623" fmla="*/ 9260292 w 11237202"/>
              <a:gd name="connsiteY623" fmla="*/ 2143707 h 2631356"/>
              <a:gd name="connsiteX624" fmla="*/ 6573713 w 11237202"/>
              <a:gd name="connsiteY624" fmla="*/ 2142177 h 2631356"/>
              <a:gd name="connsiteX625" fmla="*/ 6605366 w 11237202"/>
              <a:gd name="connsiteY625" fmla="*/ 2155205 h 2631356"/>
              <a:gd name="connsiteX626" fmla="*/ 6592972 w 11237202"/>
              <a:gd name="connsiteY626" fmla="*/ 2188965 h 2631356"/>
              <a:gd name="connsiteX627" fmla="*/ 6524145 w 11237202"/>
              <a:gd name="connsiteY627" fmla="*/ 2176450 h 2631356"/>
              <a:gd name="connsiteX628" fmla="*/ 6537121 w 11237202"/>
              <a:gd name="connsiteY628" fmla="*/ 2142896 h 2631356"/>
              <a:gd name="connsiteX629" fmla="*/ 6573713 w 11237202"/>
              <a:gd name="connsiteY629" fmla="*/ 2142177 h 2631356"/>
              <a:gd name="connsiteX630" fmla="*/ 5310405 w 11237202"/>
              <a:gd name="connsiteY630" fmla="*/ 2141188 h 2631356"/>
              <a:gd name="connsiteX631" fmla="*/ 5333742 w 11237202"/>
              <a:gd name="connsiteY631" fmla="*/ 2152629 h 2631356"/>
              <a:gd name="connsiteX632" fmla="*/ 5311012 w 11237202"/>
              <a:gd name="connsiteY632" fmla="*/ 2182217 h 2631356"/>
              <a:gd name="connsiteX633" fmla="*/ 5254967 w 11237202"/>
              <a:gd name="connsiteY633" fmla="*/ 2171253 h 2631356"/>
              <a:gd name="connsiteX634" fmla="*/ 5277919 w 11237202"/>
              <a:gd name="connsiteY634" fmla="*/ 2141801 h 2631356"/>
              <a:gd name="connsiteX635" fmla="*/ 5310405 w 11237202"/>
              <a:gd name="connsiteY635" fmla="*/ 2141188 h 2631356"/>
              <a:gd name="connsiteX636" fmla="*/ 8833243 w 11237202"/>
              <a:gd name="connsiteY636" fmla="*/ 2134077 h 2631356"/>
              <a:gd name="connsiteX637" fmla="*/ 8881334 w 11237202"/>
              <a:gd name="connsiteY637" fmla="*/ 2149346 h 2631356"/>
              <a:gd name="connsiteX638" fmla="*/ 8895253 w 11237202"/>
              <a:gd name="connsiteY638" fmla="*/ 2189124 h 2631356"/>
              <a:gd name="connsiteX639" fmla="*/ 8803448 w 11237202"/>
              <a:gd name="connsiteY639" fmla="*/ 2174375 h 2631356"/>
              <a:gd name="connsiteX640" fmla="*/ 8790888 w 11237202"/>
              <a:gd name="connsiteY640" fmla="*/ 2134962 h 2631356"/>
              <a:gd name="connsiteX641" fmla="*/ 8833243 w 11237202"/>
              <a:gd name="connsiteY641" fmla="*/ 2134077 h 2631356"/>
              <a:gd name="connsiteX642" fmla="*/ 3013732 w 11237202"/>
              <a:gd name="connsiteY642" fmla="*/ 2126927 h 2631356"/>
              <a:gd name="connsiteX643" fmla="*/ 3019428 w 11237202"/>
              <a:gd name="connsiteY643" fmla="*/ 2131315 h 2631356"/>
              <a:gd name="connsiteX644" fmla="*/ 3002729 w 11237202"/>
              <a:gd name="connsiteY644" fmla="*/ 2142553 h 2631356"/>
              <a:gd name="connsiteX645" fmla="*/ 2984111 w 11237202"/>
              <a:gd name="connsiteY645" fmla="*/ 2138381 h 2631356"/>
              <a:gd name="connsiteX646" fmla="*/ 3001034 w 11237202"/>
              <a:gd name="connsiteY646" fmla="*/ 2127189 h 2631356"/>
              <a:gd name="connsiteX647" fmla="*/ 3013732 w 11237202"/>
              <a:gd name="connsiteY647" fmla="*/ 2126927 h 2631356"/>
              <a:gd name="connsiteX648" fmla="*/ 8394276 w 11237202"/>
              <a:gd name="connsiteY648" fmla="*/ 2124835 h 2631356"/>
              <a:gd name="connsiteX649" fmla="*/ 8434774 w 11237202"/>
              <a:gd name="connsiteY649" fmla="*/ 2138244 h 2631356"/>
              <a:gd name="connsiteX650" fmla="*/ 8441971 w 11237202"/>
              <a:gd name="connsiteY650" fmla="*/ 2172984 h 2631356"/>
              <a:gd name="connsiteX651" fmla="*/ 8363252 w 11237202"/>
              <a:gd name="connsiteY651" fmla="*/ 2160082 h 2631356"/>
              <a:gd name="connsiteX652" fmla="*/ 8356778 w 11237202"/>
              <a:gd name="connsiteY652" fmla="*/ 2125616 h 2631356"/>
              <a:gd name="connsiteX653" fmla="*/ 8394276 w 11237202"/>
              <a:gd name="connsiteY653" fmla="*/ 2124835 h 2631356"/>
              <a:gd name="connsiteX654" fmla="*/ 5568285 w 11237202"/>
              <a:gd name="connsiteY654" fmla="*/ 2124679 h 2631356"/>
              <a:gd name="connsiteX655" fmla="*/ 5592379 w 11237202"/>
              <a:gd name="connsiteY655" fmla="*/ 2135988 h 2631356"/>
              <a:gd name="connsiteX656" fmla="*/ 5572318 w 11237202"/>
              <a:gd name="connsiteY656" fmla="*/ 2165303 h 2631356"/>
              <a:gd name="connsiteX657" fmla="*/ 5515466 w 11237202"/>
              <a:gd name="connsiteY657" fmla="*/ 2154407 h 2631356"/>
              <a:gd name="connsiteX658" fmla="*/ 5536000 w 11237202"/>
              <a:gd name="connsiteY658" fmla="*/ 2125320 h 2631356"/>
              <a:gd name="connsiteX659" fmla="*/ 5568285 w 11237202"/>
              <a:gd name="connsiteY659" fmla="*/ 2124679 h 2631356"/>
              <a:gd name="connsiteX660" fmla="*/ 2301786 w 11237202"/>
              <a:gd name="connsiteY660" fmla="*/ 2117684 h 2631356"/>
              <a:gd name="connsiteX661" fmla="*/ 2311956 w 11237202"/>
              <a:gd name="connsiteY661" fmla="*/ 2120122 h 2631356"/>
              <a:gd name="connsiteX662" fmla="*/ 2300674 w 11237202"/>
              <a:gd name="connsiteY662" fmla="*/ 2126619 h 2631356"/>
              <a:gd name="connsiteX663" fmla="*/ 2290477 w 11237202"/>
              <a:gd name="connsiteY663" fmla="*/ 2124226 h 2631356"/>
              <a:gd name="connsiteX664" fmla="*/ 2301786 w 11237202"/>
              <a:gd name="connsiteY664" fmla="*/ 2117684 h 2631356"/>
              <a:gd name="connsiteX665" fmla="*/ 7941544 w 11237202"/>
              <a:gd name="connsiteY665" fmla="*/ 2114718 h 2631356"/>
              <a:gd name="connsiteX666" fmla="*/ 7964349 w 11237202"/>
              <a:gd name="connsiteY666" fmla="*/ 2122653 h 2631356"/>
              <a:gd name="connsiteX667" fmla="*/ 7965710 w 11237202"/>
              <a:gd name="connsiteY667" fmla="*/ 2143055 h 2631356"/>
              <a:gd name="connsiteX668" fmla="*/ 7920308 w 11237202"/>
              <a:gd name="connsiteY668" fmla="*/ 2135510 h 2631356"/>
              <a:gd name="connsiteX669" fmla="*/ 7919196 w 11237202"/>
              <a:gd name="connsiteY669" fmla="*/ 2115177 h 2631356"/>
              <a:gd name="connsiteX670" fmla="*/ 7941544 w 11237202"/>
              <a:gd name="connsiteY670" fmla="*/ 2114718 h 2631356"/>
              <a:gd name="connsiteX671" fmla="*/ 4027296 w 11237202"/>
              <a:gd name="connsiteY671" fmla="*/ 2112840 h 2631356"/>
              <a:gd name="connsiteX672" fmla="*/ 4044419 w 11237202"/>
              <a:gd name="connsiteY672" fmla="*/ 2123269 h 2631356"/>
              <a:gd name="connsiteX673" fmla="*/ 4012548 w 11237202"/>
              <a:gd name="connsiteY673" fmla="*/ 2150372 h 2631356"/>
              <a:gd name="connsiteX674" fmla="*/ 3965005 w 11237202"/>
              <a:gd name="connsiteY674" fmla="*/ 2140320 h 2631356"/>
              <a:gd name="connsiteX675" fmla="*/ 3996959 w 11237202"/>
              <a:gd name="connsiteY675" fmla="*/ 2113421 h 2631356"/>
              <a:gd name="connsiteX676" fmla="*/ 4027296 w 11237202"/>
              <a:gd name="connsiteY676" fmla="*/ 2112840 h 2631356"/>
              <a:gd name="connsiteX677" fmla="*/ 5820426 w 11237202"/>
              <a:gd name="connsiteY677" fmla="*/ 2101024 h 2631356"/>
              <a:gd name="connsiteX678" fmla="*/ 5845237 w 11237202"/>
              <a:gd name="connsiteY678" fmla="*/ 2112213 h 2631356"/>
              <a:gd name="connsiteX679" fmla="*/ 5827592 w 11237202"/>
              <a:gd name="connsiteY679" fmla="*/ 2141117 h 2631356"/>
              <a:gd name="connsiteX680" fmla="*/ 5770519 w 11237202"/>
              <a:gd name="connsiteY680" fmla="*/ 2130380 h 2631356"/>
              <a:gd name="connsiteX681" fmla="*/ 5788386 w 11237202"/>
              <a:gd name="connsiteY681" fmla="*/ 2101682 h 2631356"/>
              <a:gd name="connsiteX682" fmla="*/ 5820426 w 11237202"/>
              <a:gd name="connsiteY682" fmla="*/ 2101024 h 2631356"/>
              <a:gd name="connsiteX683" fmla="*/ 6794994 w 11237202"/>
              <a:gd name="connsiteY683" fmla="*/ 2093504 h 2631356"/>
              <a:gd name="connsiteX684" fmla="*/ 6826352 w 11237202"/>
              <a:gd name="connsiteY684" fmla="*/ 2105875 h 2631356"/>
              <a:gd name="connsiteX685" fmla="*/ 6816848 w 11237202"/>
              <a:gd name="connsiteY685" fmla="*/ 2137949 h 2631356"/>
              <a:gd name="connsiteX686" fmla="*/ 6749410 w 11237202"/>
              <a:gd name="connsiteY686" fmla="*/ 2126050 h 2631356"/>
              <a:gd name="connsiteX687" fmla="*/ 6759635 w 11237202"/>
              <a:gd name="connsiteY687" fmla="*/ 2094228 h 2631356"/>
              <a:gd name="connsiteX688" fmla="*/ 6794994 w 11237202"/>
              <a:gd name="connsiteY688" fmla="*/ 2093504 h 2631356"/>
              <a:gd name="connsiteX689" fmla="*/ 396157 w 11237202"/>
              <a:gd name="connsiteY689" fmla="*/ 2090899 h 2631356"/>
              <a:gd name="connsiteX690" fmla="*/ 397825 w 11237202"/>
              <a:gd name="connsiteY690" fmla="*/ 2091378 h 2631356"/>
              <a:gd name="connsiteX691" fmla="*/ 394796 w 11237202"/>
              <a:gd name="connsiteY691" fmla="*/ 2092654 h 2631356"/>
              <a:gd name="connsiteX692" fmla="*/ 393184 w 11237202"/>
              <a:gd name="connsiteY692" fmla="*/ 2092199 h 2631356"/>
              <a:gd name="connsiteX693" fmla="*/ 396157 w 11237202"/>
              <a:gd name="connsiteY693" fmla="*/ 2090899 h 2631356"/>
              <a:gd name="connsiteX694" fmla="*/ 3787595 w 11237202"/>
              <a:gd name="connsiteY694" fmla="*/ 2087386 h 2631356"/>
              <a:gd name="connsiteX695" fmla="*/ 3801926 w 11237202"/>
              <a:gd name="connsiteY695" fmla="*/ 2096416 h 2631356"/>
              <a:gd name="connsiteX696" fmla="*/ 3772389 w 11237202"/>
              <a:gd name="connsiteY696" fmla="*/ 2119827 h 2631356"/>
              <a:gd name="connsiteX697" fmla="*/ 3731487 w 11237202"/>
              <a:gd name="connsiteY697" fmla="*/ 2111118 h 2631356"/>
              <a:gd name="connsiteX698" fmla="*/ 3761302 w 11237202"/>
              <a:gd name="connsiteY698" fmla="*/ 2087914 h 2631356"/>
              <a:gd name="connsiteX699" fmla="*/ 3787595 w 11237202"/>
              <a:gd name="connsiteY699" fmla="*/ 2087386 h 2631356"/>
              <a:gd name="connsiteX700" fmla="*/ 810455 w 11237202"/>
              <a:gd name="connsiteY700" fmla="*/ 2086477 h 2631356"/>
              <a:gd name="connsiteX701" fmla="*/ 823125 w 11237202"/>
              <a:gd name="connsiteY701" fmla="*/ 2089737 h 2631356"/>
              <a:gd name="connsiteX702" fmla="*/ 803230 w 11237202"/>
              <a:gd name="connsiteY702" fmla="*/ 2098764 h 2631356"/>
              <a:gd name="connsiteX703" fmla="*/ 790448 w 11237202"/>
              <a:gd name="connsiteY703" fmla="*/ 2095436 h 2631356"/>
              <a:gd name="connsiteX704" fmla="*/ 810455 w 11237202"/>
              <a:gd name="connsiteY704" fmla="*/ 2086477 h 2631356"/>
              <a:gd name="connsiteX705" fmla="*/ 3201 w 11237202"/>
              <a:gd name="connsiteY705" fmla="*/ 2085246 h 2631356"/>
              <a:gd name="connsiteX706" fmla="*/ 5062 w 11237202"/>
              <a:gd name="connsiteY706" fmla="*/ 2085702 h 2631356"/>
              <a:gd name="connsiteX707" fmla="*/ 1839 w 11237202"/>
              <a:gd name="connsiteY707" fmla="*/ 2086978 h 2631356"/>
              <a:gd name="connsiteX708" fmla="*/ 88 w 11237202"/>
              <a:gd name="connsiteY708" fmla="*/ 2086545 h 2631356"/>
              <a:gd name="connsiteX709" fmla="*/ 3201 w 11237202"/>
              <a:gd name="connsiteY709" fmla="*/ 2085246 h 2631356"/>
              <a:gd name="connsiteX710" fmla="*/ 7475381 w 11237202"/>
              <a:gd name="connsiteY710" fmla="*/ 2082585 h 2631356"/>
              <a:gd name="connsiteX711" fmla="*/ 7502314 w 11237202"/>
              <a:gd name="connsiteY711" fmla="*/ 2092358 h 2631356"/>
              <a:gd name="connsiteX712" fmla="*/ 7500230 w 11237202"/>
              <a:gd name="connsiteY712" fmla="*/ 2117615 h 2631356"/>
              <a:gd name="connsiteX713" fmla="*/ 7444879 w 11237202"/>
              <a:gd name="connsiteY713" fmla="*/ 2108246 h 2631356"/>
              <a:gd name="connsiteX714" fmla="*/ 7447408 w 11237202"/>
              <a:gd name="connsiteY714" fmla="*/ 2083171 h 2631356"/>
              <a:gd name="connsiteX715" fmla="*/ 7475381 w 11237202"/>
              <a:gd name="connsiteY715" fmla="*/ 2082585 h 2631356"/>
              <a:gd name="connsiteX716" fmla="*/ 1264032 w 11237202"/>
              <a:gd name="connsiteY716" fmla="*/ 2074533 h 2631356"/>
              <a:gd name="connsiteX717" fmla="*/ 1269710 w 11237202"/>
              <a:gd name="connsiteY717" fmla="*/ 2081759 h 2631356"/>
              <a:gd name="connsiteX718" fmla="*/ 1230920 w 11237202"/>
              <a:gd name="connsiteY718" fmla="*/ 2100359 h 2631356"/>
              <a:gd name="connsiteX719" fmla="*/ 1203689 w 11237202"/>
              <a:gd name="connsiteY719" fmla="*/ 2093498 h 2631356"/>
              <a:gd name="connsiteX720" fmla="*/ 1242452 w 11237202"/>
              <a:gd name="connsiteY720" fmla="*/ 2074966 h 2631356"/>
              <a:gd name="connsiteX721" fmla="*/ 1264032 w 11237202"/>
              <a:gd name="connsiteY721" fmla="*/ 2074533 h 2631356"/>
              <a:gd name="connsiteX722" fmla="*/ 2824575 w 11237202"/>
              <a:gd name="connsiteY722" fmla="*/ 2072530 h 2631356"/>
              <a:gd name="connsiteX723" fmla="*/ 2831314 w 11237202"/>
              <a:gd name="connsiteY723" fmla="*/ 2077747 h 2631356"/>
              <a:gd name="connsiteX724" fmla="*/ 2810001 w 11237202"/>
              <a:gd name="connsiteY724" fmla="*/ 2091150 h 2631356"/>
              <a:gd name="connsiteX725" fmla="*/ 2787966 w 11237202"/>
              <a:gd name="connsiteY725" fmla="*/ 2086204 h 2631356"/>
              <a:gd name="connsiteX726" fmla="*/ 2809251 w 11237202"/>
              <a:gd name="connsiteY726" fmla="*/ 2072800 h 2631356"/>
              <a:gd name="connsiteX727" fmla="*/ 2824575 w 11237202"/>
              <a:gd name="connsiteY727" fmla="*/ 2072530 h 2631356"/>
              <a:gd name="connsiteX728" fmla="*/ 6064753 w 11237202"/>
              <a:gd name="connsiteY728" fmla="*/ 2070661 h 2631356"/>
              <a:gd name="connsiteX729" fmla="*/ 6090063 w 11237202"/>
              <a:gd name="connsiteY729" fmla="*/ 2081599 h 2631356"/>
              <a:gd name="connsiteX730" fmla="*/ 6074975 w 11237202"/>
              <a:gd name="connsiteY730" fmla="*/ 2109911 h 2631356"/>
              <a:gd name="connsiteX731" fmla="*/ 6017513 w 11237202"/>
              <a:gd name="connsiteY731" fmla="*/ 2099379 h 2631356"/>
              <a:gd name="connsiteX732" fmla="*/ 6032962 w 11237202"/>
              <a:gd name="connsiteY732" fmla="*/ 2071295 h 2631356"/>
              <a:gd name="connsiteX733" fmla="*/ 6064753 w 11237202"/>
              <a:gd name="connsiteY733" fmla="*/ 2070661 h 2631356"/>
              <a:gd name="connsiteX734" fmla="*/ 1706337 w 11237202"/>
              <a:gd name="connsiteY734" fmla="*/ 2064842 h 2631356"/>
              <a:gd name="connsiteX735" fmla="*/ 1711738 w 11237202"/>
              <a:gd name="connsiteY735" fmla="*/ 2070771 h 2631356"/>
              <a:gd name="connsiteX736" fmla="*/ 1682062 w 11237202"/>
              <a:gd name="connsiteY736" fmla="*/ 2086066 h 2631356"/>
              <a:gd name="connsiteX737" fmla="*/ 1658861 w 11237202"/>
              <a:gd name="connsiteY737" fmla="*/ 2080413 h 2631356"/>
              <a:gd name="connsiteX738" fmla="*/ 1688703 w 11237202"/>
              <a:gd name="connsiteY738" fmla="*/ 2065186 h 2631356"/>
              <a:gd name="connsiteX739" fmla="*/ 1706337 w 11237202"/>
              <a:gd name="connsiteY739" fmla="*/ 2064842 h 2631356"/>
              <a:gd name="connsiteX740" fmla="*/ 10093102 w 11237202"/>
              <a:gd name="connsiteY740" fmla="*/ 2059693 h 2631356"/>
              <a:gd name="connsiteX741" fmla="*/ 10115166 w 11237202"/>
              <a:gd name="connsiteY741" fmla="*/ 2062953 h 2631356"/>
              <a:gd name="connsiteX742" fmla="*/ 10121972 w 11237202"/>
              <a:gd name="connsiteY742" fmla="*/ 2071819 h 2631356"/>
              <a:gd name="connsiteX743" fmla="*/ 10099550 w 11237202"/>
              <a:gd name="connsiteY743" fmla="*/ 2068515 h 2631356"/>
              <a:gd name="connsiteX744" fmla="*/ 10093102 w 11237202"/>
              <a:gd name="connsiteY744" fmla="*/ 2059693 h 2631356"/>
              <a:gd name="connsiteX745" fmla="*/ 10461219 w 11237202"/>
              <a:gd name="connsiteY745" fmla="*/ 2053310 h 2631356"/>
              <a:gd name="connsiteX746" fmla="*/ 10472558 w 11237202"/>
              <a:gd name="connsiteY746" fmla="*/ 2054952 h 2631356"/>
              <a:gd name="connsiteX747" fmla="*/ 10476363 w 11237202"/>
              <a:gd name="connsiteY747" fmla="*/ 2059351 h 2631356"/>
              <a:gd name="connsiteX748" fmla="*/ 10465167 w 11237202"/>
              <a:gd name="connsiteY748" fmla="*/ 2057732 h 2631356"/>
              <a:gd name="connsiteX749" fmla="*/ 10461219 w 11237202"/>
              <a:gd name="connsiteY749" fmla="*/ 2053310 h 2631356"/>
              <a:gd name="connsiteX750" fmla="*/ 3563662 w 11237202"/>
              <a:gd name="connsiteY750" fmla="*/ 2052271 h 2631356"/>
              <a:gd name="connsiteX751" fmla="*/ 3577966 w 11237202"/>
              <a:gd name="connsiteY751" fmla="*/ 2061630 h 2631356"/>
              <a:gd name="connsiteX752" fmla="*/ 3545400 w 11237202"/>
              <a:gd name="connsiteY752" fmla="*/ 2085703 h 2631356"/>
              <a:gd name="connsiteX753" fmla="*/ 3503442 w 11237202"/>
              <a:gd name="connsiteY753" fmla="*/ 2076812 h 2631356"/>
              <a:gd name="connsiteX754" fmla="*/ 3536064 w 11237202"/>
              <a:gd name="connsiteY754" fmla="*/ 2052809 h 2631356"/>
              <a:gd name="connsiteX755" fmla="*/ 3563662 w 11237202"/>
              <a:gd name="connsiteY755" fmla="*/ 2052271 h 2631356"/>
              <a:gd name="connsiteX756" fmla="*/ 2152655 w 11237202"/>
              <a:gd name="connsiteY756" fmla="*/ 2050871 h 2631356"/>
              <a:gd name="connsiteX757" fmla="*/ 2162658 w 11237202"/>
              <a:gd name="connsiteY757" fmla="*/ 2053242 h 2631356"/>
              <a:gd name="connsiteX758" fmla="*/ 2151322 w 11237202"/>
              <a:gd name="connsiteY758" fmla="*/ 2059465 h 2631356"/>
              <a:gd name="connsiteX759" fmla="*/ 2141346 w 11237202"/>
              <a:gd name="connsiteY759" fmla="*/ 2057139 h 2631356"/>
              <a:gd name="connsiteX760" fmla="*/ 2152655 w 11237202"/>
              <a:gd name="connsiteY760" fmla="*/ 2050871 h 2631356"/>
              <a:gd name="connsiteX761" fmla="*/ 9330905 w 11237202"/>
              <a:gd name="connsiteY761" fmla="*/ 2050373 h 2631356"/>
              <a:gd name="connsiteX762" fmla="*/ 9376793 w 11237202"/>
              <a:gd name="connsiteY762" fmla="*/ 2063864 h 2631356"/>
              <a:gd name="connsiteX763" fmla="*/ 9394828 w 11237202"/>
              <a:gd name="connsiteY763" fmla="*/ 2098923 h 2631356"/>
              <a:gd name="connsiteX764" fmla="*/ 9309579 w 11237202"/>
              <a:gd name="connsiteY764" fmla="*/ 2085907 h 2631356"/>
              <a:gd name="connsiteX765" fmla="*/ 9292517 w 11237202"/>
              <a:gd name="connsiteY765" fmla="*/ 2051122 h 2631356"/>
              <a:gd name="connsiteX766" fmla="*/ 9330905 w 11237202"/>
              <a:gd name="connsiteY766" fmla="*/ 2050373 h 2631356"/>
              <a:gd name="connsiteX767" fmla="*/ 9717870 w 11237202"/>
              <a:gd name="connsiteY767" fmla="*/ 2048982 h 2631356"/>
              <a:gd name="connsiteX768" fmla="*/ 9762832 w 11237202"/>
              <a:gd name="connsiteY768" fmla="*/ 2061722 h 2631356"/>
              <a:gd name="connsiteX769" fmla="*/ 9784061 w 11237202"/>
              <a:gd name="connsiteY769" fmla="*/ 2094843 h 2631356"/>
              <a:gd name="connsiteX770" fmla="*/ 9701980 w 11237202"/>
              <a:gd name="connsiteY770" fmla="*/ 2082533 h 2631356"/>
              <a:gd name="connsiteX771" fmla="*/ 9681558 w 11237202"/>
              <a:gd name="connsiteY771" fmla="*/ 2049732 h 2631356"/>
              <a:gd name="connsiteX772" fmla="*/ 9717870 w 11237202"/>
              <a:gd name="connsiteY772" fmla="*/ 2048982 h 2631356"/>
              <a:gd name="connsiteX773" fmla="*/ 8929819 w 11237202"/>
              <a:gd name="connsiteY773" fmla="*/ 2046991 h 2631356"/>
              <a:gd name="connsiteX774" fmla="*/ 8977002 w 11237202"/>
              <a:gd name="connsiteY774" fmla="*/ 2061449 h 2631356"/>
              <a:gd name="connsiteX775" fmla="*/ 8991701 w 11237202"/>
              <a:gd name="connsiteY775" fmla="*/ 2099037 h 2631356"/>
              <a:gd name="connsiteX776" fmla="*/ 8901839 w 11237202"/>
              <a:gd name="connsiteY776" fmla="*/ 2085064 h 2631356"/>
              <a:gd name="connsiteX777" fmla="*/ 8888473 w 11237202"/>
              <a:gd name="connsiteY777" fmla="*/ 2047816 h 2631356"/>
              <a:gd name="connsiteX778" fmla="*/ 8929819 w 11237202"/>
              <a:gd name="connsiteY778" fmla="*/ 2046991 h 2631356"/>
              <a:gd name="connsiteX779" fmla="*/ 8515371 w 11237202"/>
              <a:gd name="connsiteY779" fmla="*/ 2040644 h 2631356"/>
              <a:gd name="connsiteX780" fmla="*/ 8559787 w 11237202"/>
              <a:gd name="connsiteY780" fmla="*/ 2054792 h 2631356"/>
              <a:gd name="connsiteX781" fmla="*/ 8569346 w 11237202"/>
              <a:gd name="connsiteY781" fmla="*/ 2091583 h 2631356"/>
              <a:gd name="connsiteX782" fmla="*/ 8483096 w 11237202"/>
              <a:gd name="connsiteY782" fmla="*/ 2077929 h 2631356"/>
              <a:gd name="connsiteX783" fmla="*/ 8474622 w 11237202"/>
              <a:gd name="connsiteY783" fmla="*/ 2041456 h 2631356"/>
              <a:gd name="connsiteX784" fmla="*/ 8515371 w 11237202"/>
              <a:gd name="connsiteY784" fmla="*/ 2040644 h 2631356"/>
              <a:gd name="connsiteX785" fmla="*/ 7001465 w 11237202"/>
              <a:gd name="connsiteY785" fmla="*/ 2039732 h 2631356"/>
              <a:gd name="connsiteX786" fmla="*/ 7033056 w 11237202"/>
              <a:gd name="connsiteY786" fmla="*/ 2051669 h 2631356"/>
              <a:gd name="connsiteX787" fmla="*/ 7025775 w 11237202"/>
              <a:gd name="connsiteY787" fmla="*/ 2082670 h 2631356"/>
              <a:gd name="connsiteX788" fmla="*/ 6958865 w 11237202"/>
              <a:gd name="connsiteY788" fmla="*/ 2071159 h 2631356"/>
              <a:gd name="connsiteX789" fmla="*/ 6966729 w 11237202"/>
              <a:gd name="connsiteY789" fmla="*/ 2040430 h 2631356"/>
              <a:gd name="connsiteX790" fmla="*/ 7001465 w 11237202"/>
              <a:gd name="connsiteY790" fmla="*/ 2039732 h 2631356"/>
              <a:gd name="connsiteX791" fmla="*/ 8087972 w 11237202"/>
              <a:gd name="connsiteY791" fmla="*/ 2038582 h 2631356"/>
              <a:gd name="connsiteX792" fmla="*/ 8112062 w 11237202"/>
              <a:gd name="connsiteY792" fmla="*/ 2046631 h 2631356"/>
              <a:gd name="connsiteX793" fmla="*/ 8114453 w 11237202"/>
              <a:gd name="connsiteY793" fmla="*/ 2067329 h 2631356"/>
              <a:gd name="connsiteX794" fmla="*/ 8066909 w 11237202"/>
              <a:gd name="connsiteY794" fmla="*/ 2059669 h 2631356"/>
              <a:gd name="connsiteX795" fmla="*/ 8064880 w 11237202"/>
              <a:gd name="connsiteY795" fmla="*/ 2039063 h 2631356"/>
              <a:gd name="connsiteX796" fmla="*/ 8087972 w 11237202"/>
              <a:gd name="connsiteY796" fmla="*/ 2038582 h 2631356"/>
              <a:gd name="connsiteX797" fmla="*/ 6299303 w 11237202"/>
              <a:gd name="connsiteY797" fmla="*/ 2033171 h 2631356"/>
              <a:gd name="connsiteX798" fmla="*/ 6326304 w 11237202"/>
              <a:gd name="connsiteY798" fmla="*/ 2044329 h 2631356"/>
              <a:gd name="connsiteX799" fmla="*/ 6312800 w 11237202"/>
              <a:gd name="connsiteY799" fmla="*/ 2073302 h 2631356"/>
              <a:gd name="connsiteX800" fmla="*/ 6252670 w 11237202"/>
              <a:gd name="connsiteY800" fmla="*/ 2062520 h 2631356"/>
              <a:gd name="connsiteX801" fmla="*/ 6266674 w 11237202"/>
              <a:gd name="connsiteY801" fmla="*/ 2033843 h 2631356"/>
              <a:gd name="connsiteX802" fmla="*/ 6299303 w 11237202"/>
              <a:gd name="connsiteY802" fmla="*/ 2033171 h 2631356"/>
              <a:gd name="connsiteX803" fmla="*/ 7645085 w 11237202"/>
              <a:gd name="connsiteY803" fmla="*/ 2016790 h 2631356"/>
              <a:gd name="connsiteX804" fmla="*/ 7669951 w 11237202"/>
              <a:gd name="connsiteY804" fmla="*/ 2025431 h 2631356"/>
              <a:gd name="connsiteX805" fmla="*/ 7669256 w 11237202"/>
              <a:gd name="connsiteY805" fmla="*/ 2047725 h 2631356"/>
              <a:gd name="connsiteX806" fmla="*/ 7618740 w 11237202"/>
              <a:gd name="connsiteY806" fmla="*/ 2039496 h 2631356"/>
              <a:gd name="connsiteX807" fmla="*/ 7619908 w 11237202"/>
              <a:gd name="connsiteY807" fmla="*/ 2017293 h 2631356"/>
              <a:gd name="connsiteX808" fmla="*/ 7645085 w 11237202"/>
              <a:gd name="connsiteY808" fmla="*/ 2016790 h 2631356"/>
              <a:gd name="connsiteX809" fmla="*/ 2648558 w 11237202"/>
              <a:gd name="connsiteY809" fmla="*/ 2016593 h 2631356"/>
              <a:gd name="connsiteX810" fmla="*/ 2654286 w 11237202"/>
              <a:gd name="connsiteY810" fmla="*/ 2021100 h 2631356"/>
              <a:gd name="connsiteX811" fmla="*/ 2634834 w 11237202"/>
              <a:gd name="connsiteY811" fmla="*/ 2032817 h 2631356"/>
              <a:gd name="connsiteX812" fmla="*/ 2615273 w 11237202"/>
              <a:gd name="connsiteY812" fmla="*/ 2028508 h 2631356"/>
              <a:gd name="connsiteX813" fmla="*/ 2634891 w 11237202"/>
              <a:gd name="connsiteY813" fmla="*/ 2016838 h 2631356"/>
              <a:gd name="connsiteX814" fmla="*/ 2648558 w 11237202"/>
              <a:gd name="connsiteY814" fmla="*/ 2016593 h 2631356"/>
              <a:gd name="connsiteX815" fmla="*/ 3352239 w 11237202"/>
              <a:gd name="connsiteY815" fmla="*/ 2012159 h 2631356"/>
              <a:gd name="connsiteX816" fmla="*/ 3365732 w 11237202"/>
              <a:gd name="connsiteY816" fmla="*/ 2021237 h 2631356"/>
              <a:gd name="connsiteX817" fmla="*/ 3331999 w 11237202"/>
              <a:gd name="connsiteY817" fmla="*/ 2044716 h 2631356"/>
              <a:gd name="connsiteX818" fmla="*/ 3291042 w 11237202"/>
              <a:gd name="connsiteY818" fmla="*/ 2036008 h 2631356"/>
              <a:gd name="connsiteX819" fmla="*/ 3324970 w 11237202"/>
              <a:gd name="connsiteY819" fmla="*/ 2012689 h 2631356"/>
              <a:gd name="connsiteX820" fmla="*/ 3352239 w 11237202"/>
              <a:gd name="connsiteY820" fmla="*/ 2012159 h 2631356"/>
              <a:gd name="connsiteX821" fmla="*/ 4824289 w 11237202"/>
              <a:gd name="connsiteY821" fmla="*/ 2008506 h 2631356"/>
              <a:gd name="connsiteX822" fmla="*/ 4843921 w 11237202"/>
              <a:gd name="connsiteY822" fmla="*/ 2018547 h 2631356"/>
              <a:gd name="connsiteX823" fmla="*/ 4819219 w 11237202"/>
              <a:gd name="connsiteY823" fmla="*/ 2044489 h 2631356"/>
              <a:gd name="connsiteX824" fmla="*/ 4769397 w 11237202"/>
              <a:gd name="connsiteY824" fmla="*/ 2034869 h 2631356"/>
              <a:gd name="connsiteX825" fmla="*/ 4794405 w 11237202"/>
              <a:gd name="connsiteY825" fmla="*/ 2009065 h 2631356"/>
              <a:gd name="connsiteX826" fmla="*/ 4824289 w 11237202"/>
              <a:gd name="connsiteY826" fmla="*/ 2008506 h 2631356"/>
              <a:gd name="connsiteX827" fmla="*/ 5074532 w 11237202"/>
              <a:gd name="connsiteY827" fmla="*/ 2005991 h 2631356"/>
              <a:gd name="connsiteX828" fmla="*/ 5096112 w 11237202"/>
              <a:gd name="connsiteY828" fmla="*/ 2016496 h 2631356"/>
              <a:gd name="connsiteX829" fmla="*/ 5072270 w 11237202"/>
              <a:gd name="connsiteY829" fmla="*/ 2043622 h 2631356"/>
              <a:gd name="connsiteX830" fmla="*/ 5019171 w 11237202"/>
              <a:gd name="connsiteY830" fmla="*/ 2033569 h 2631356"/>
              <a:gd name="connsiteX831" fmla="*/ 5043345 w 11237202"/>
              <a:gd name="connsiteY831" fmla="*/ 2006580 h 2631356"/>
              <a:gd name="connsiteX832" fmla="*/ 5074532 w 11237202"/>
              <a:gd name="connsiteY832" fmla="*/ 2005991 h 2631356"/>
              <a:gd name="connsiteX833" fmla="*/ 4575291 w 11237202"/>
              <a:gd name="connsiteY833" fmla="*/ 2004448 h 2631356"/>
              <a:gd name="connsiteX834" fmla="*/ 4592258 w 11237202"/>
              <a:gd name="connsiteY834" fmla="*/ 2013509 h 2631356"/>
              <a:gd name="connsiteX835" fmla="*/ 4567973 w 11237202"/>
              <a:gd name="connsiteY835" fmla="*/ 2036875 h 2631356"/>
              <a:gd name="connsiteX836" fmla="*/ 4523709 w 11237202"/>
              <a:gd name="connsiteY836" fmla="*/ 2028235 h 2631356"/>
              <a:gd name="connsiteX837" fmla="*/ 4548217 w 11237202"/>
              <a:gd name="connsiteY837" fmla="*/ 2004961 h 2631356"/>
              <a:gd name="connsiteX838" fmla="*/ 4575291 w 11237202"/>
              <a:gd name="connsiteY838" fmla="*/ 2004448 h 2631356"/>
              <a:gd name="connsiteX839" fmla="*/ 760050 w 11237202"/>
              <a:gd name="connsiteY839" fmla="*/ 2002636 h 2631356"/>
              <a:gd name="connsiteX840" fmla="*/ 764329 w 11237202"/>
              <a:gd name="connsiteY840" fmla="*/ 2003798 h 2631356"/>
              <a:gd name="connsiteX841" fmla="*/ 757410 w 11237202"/>
              <a:gd name="connsiteY841" fmla="*/ 2006831 h 2631356"/>
              <a:gd name="connsiteX842" fmla="*/ 752964 w 11237202"/>
              <a:gd name="connsiteY842" fmla="*/ 2005714 h 2631356"/>
              <a:gd name="connsiteX843" fmla="*/ 760050 w 11237202"/>
              <a:gd name="connsiteY843" fmla="*/ 2002636 h 2631356"/>
              <a:gd name="connsiteX844" fmla="*/ 374873 w 11237202"/>
              <a:gd name="connsiteY844" fmla="*/ 1999035 h 2631356"/>
              <a:gd name="connsiteX845" fmla="*/ 376540 w 11237202"/>
              <a:gd name="connsiteY845" fmla="*/ 1999445 h 2631356"/>
              <a:gd name="connsiteX846" fmla="*/ 373621 w 11237202"/>
              <a:gd name="connsiteY846" fmla="*/ 2000699 h 2631356"/>
              <a:gd name="connsiteX847" fmla="*/ 371899 w 11237202"/>
              <a:gd name="connsiteY847" fmla="*/ 2000243 h 2631356"/>
              <a:gd name="connsiteX848" fmla="*/ 374873 w 11237202"/>
              <a:gd name="connsiteY848" fmla="*/ 1999035 h 2631356"/>
              <a:gd name="connsiteX849" fmla="*/ 5322478 w 11237202"/>
              <a:gd name="connsiteY849" fmla="*/ 1998290 h 2631356"/>
              <a:gd name="connsiteX850" fmla="*/ 5343133 w 11237202"/>
              <a:gd name="connsiteY850" fmla="*/ 2008038 h 2631356"/>
              <a:gd name="connsiteX851" fmla="*/ 5323155 w 11237202"/>
              <a:gd name="connsiteY851" fmla="*/ 2033204 h 2631356"/>
              <a:gd name="connsiteX852" fmla="*/ 5273417 w 11237202"/>
              <a:gd name="connsiteY852" fmla="*/ 2023859 h 2631356"/>
              <a:gd name="connsiteX853" fmla="*/ 5293757 w 11237202"/>
              <a:gd name="connsiteY853" fmla="*/ 1998852 h 2631356"/>
              <a:gd name="connsiteX854" fmla="*/ 5322478 w 11237202"/>
              <a:gd name="connsiteY854" fmla="*/ 1998290 h 2631356"/>
              <a:gd name="connsiteX855" fmla="*/ 1187004 w 11237202"/>
              <a:gd name="connsiteY855" fmla="*/ 1992826 h 2631356"/>
              <a:gd name="connsiteX856" fmla="*/ 1192130 w 11237202"/>
              <a:gd name="connsiteY856" fmla="*/ 1999445 h 2631356"/>
              <a:gd name="connsiteX857" fmla="*/ 1155369 w 11237202"/>
              <a:gd name="connsiteY857" fmla="*/ 2016450 h 2631356"/>
              <a:gd name="connsiteX858" fmla="*/ 1130055 w 11237202"/>
              <a:gd name="connsiteY858" fmla="*/ 2010136 h 2631356"/>
              <a:gd name="connsiteX859" fmla="*/ 1166788 w 11237202"/>
              <a:gd name="connsiteY859" fmla="*/ 1993199 h 2631356"/>
              <a:gd name="connsiteX860" fmla="*/ 1187004 w 11237202"/>
              <a:gd name="connsiteY860" fmla="*/ 1992826 h 2631356"/>
              <a:gd name="connsiteX861" fmla="*/ 6520581 w 11237202"/>
              <a:gd name="connsiteY861" fmla="*/ 1992624 h 2631356"/>
              <a:gd name="connsiteX862" fmla="*/ 6545652 w 11237202"/>
              <a:gd name="connsiteY862" fmla="*/ 2002546 h 2631356"/>
              <a:gd name="connsiteX863" fmla="*/ 6535453 w 11237202"/>
              <a:gd name="connsiteY863" fmla="*/ 2028190 h 2631356"/>
              <a:gd name="connsiteX864" fmla="*/ 6480547 w 11237202"/>
              <a:gd name="connsiteY864" fmla="*/ 2018684 h 2631356"/>
              <a:gd name="connsiteX865" fmla="*/ 6491218 w 11237202"/>
              <a:gd name="connsiteY865" fmla="*/ 1993199 h 2631356"/>
              <a:gd name="connsiteX866" fmla="*/ 6520581 w 11237202"/>
              <a:gd name="connsiteY866" fmla="*/ 1992624 h 2631356"/>
              <a:gd name="connsiteX867" fmla="*/ 4334128 w 11237202"/>
              <a:gd name="connsiteY867" fmla="*/ 1990116 h 2631356"/>
              <a:gd name="connsiteX868" fmla="*/ 4351737 w 11237202"/>
              <a:gd name="connsiteY868" fmla="*/ 1999787 h 2631356"/>
              <a:gd name="connsiteX869" fmla="*/ 4323534 w 11237202"/>
              <a:gd name="connsiteY869" fmla="*/ 2024839 h 2631356"/>
              <a:gd name="connsiteX870" fmla="*/ 4276631 w 11237202"/>
              <a:gd name="connsiteY870" fmla="*/ 2015538 h 2631356"/>
              <a:gd name="connsiteX871" fmla="*/ 4305056 w 11237202"/>
              <a:gd name="connsiteY871" fmla="*/ 1990669 h 2631356"/>
              <a:gd name="connsiteX872" fmla="*/ 4334128 w 11237202"/>
              <a:gd name="connsiteY872" fmla="*/ 1990116 h 2631356"/>
              <a:gd name="connsiteX873" fmla="*/ 8230 w 11237202"/>
              <a:gd name="connsiteY873" fmla="*/ 1990030 h 2631356"/>
              <a:gd name="connsiteX874" fmla="*/ 9676 w 11237202"/>
              <a:gd name="connsiteY874" fmla="*/ 1990555 h 2631356"/>
              <a:gd name="connsiteX875" fmla="*/ 6702 w 11237202"/>
              <a:gd name="connsiteY875" fmla="*/ 1991694 h 2631356"/>
              <a:gd name="connsiteX876" fmla="*/ 4951 w 11237202"/>
              <a:gd name="connsiteY876" fmla="*/ 1991284 h 2631356"/>
              <a:gd name="connsiteX877" fmla="*/ 8230 w 11237202"/>
              <a:gd name="connsiteY877" fmla="*/ 1990030 h 2631356"/>
              <a:gd name="connsiteX878" fmla="*/ 1602788 w 11237202"/>
              <a:gd name="connsiteY878" fmla="*/ 1988669 h 2631356"/>
              <a:gd name="connsiteX879" fmla="*/ 1607928 w 11237202"/>
              <a:gd name="connsiteY879" fmla="*/ 1994316 h 2631356"/>
              <a:gd name="connsiteX880" fmla="*/ 1578391 w 11237202"/>
              <a:gd name="connsiteY880" fmla="*/ 2008836 h 2631356"/>
              <a:gd name="connsiteX881" fmla="*/ 1555912 w 11237202"/>
              <a:gd name="connsiteY881" fmla="*/ 2003503 h 2631356"/>
              <a:gd name="connsiteX882" fmla="*/ 1585476 w 11237202"/>
              <a:gd name="connsiteY882" fmla="*/ 1989005 h 2631356"/>
              <a:gd name="connsiteX883" fmla="*/ 1602788 w 11237202"/>
              <a:gd name="connsiteY883" fmla="*/ 1988669 h 2631356"/>
              <a:gd name="connsiteX884" fmla="*/ 7191849 w 11237202"/>
              <a:gd name="connsiteY884" fmla="*/ 1982805 h 2631356"/>
              <a:gd name="connsiteX885" fmla="*/ 7222394 w 11237202"/>
              <a:gd name="connsiteY885" fmla="*/ 1993860 h 2631356"/>
              <a:gd name="connsiteX886" fmla="*/ 7217197 w 11237202"/>
              <a:gd name="connsiteY886" fmla="*/ 2022469 h 2631356"/>
              <a:gd name="connsiteX887" fmla="*/ 7153649 w 11237202"/>
              <a:gd name="connsiteY887" fmla="*/ 2011846 h 2631356"/>
              <a:gd name="connsiteX888" fmla="*/ 7159095 w 11237202"/>
              <a:gd name="connsiteY888" fmla="*/ 1983443 h 2631356"/>
              <a:gd name="connsiteX889" fmla="*/ 7191849 w 11237202"/>
              <a:gd name="connsiteY889" fmla="*/ 1982805 h 2631356"/>
              <a:gd name="connsiteX890" fmla="*/ 5569340 w 11237202"/>
              <a:gd name="connsiteY890" fmla="*/ 1980825 h 2631356"/>
              <a:gd name="connsiteX891" fmla="*/ 5592378 w 11237202"/>
              <a:gd name="connsiteY891" fmla="*/ 1991102 h 2631356"/>
              <a:gd name="connsiteX892" fmla="*/ 5573178 w 11237202"/>
              <a:gd name="connsiteY892" fmla="*/ 2017864 h 2631356"/>
              <a:gd name="connsiteX893" fmla="*/ 5518828 w 11237202"/>
              <a:gd name="connsiteY893" fmla="*/ 2007902 h 2631356"/>
              <a:gd name="connsiteX894" fmla="*/ 5538528 w 11237202"/>
              <a:gd name="connsiteY894" fmla="*/ 1981437 h 2631356"/>
              <a:gd name="connsiteX895" fmla="*/ 5569340 w 11237202"/>
              <a:gd name="connsiteY895" fmla="*/ 1980825 h 2631356"/>
              <a:gd name="connsiteX896" fmla="*/ 2022586 w 11237202"/>
              <a:gd name="connsiteY896" fmla="*/ 1979294 h 2631356"/>
              <a:gd name="connsiteX897" fmla="*/ 2038008 w 11237202"/>
              <a:gd name="connsiteY897" fmla="*/ 1982804 h 2631356"/>
              <a:gd name="connsiteX898" fmla="*/ 2019891 w 11237202"/>
              <a:gd name="connsiteY898" fmla="*/ 1992424 h 2631356"/>
              <a:gd name="connsiteX899" fmla="*/ 2004386 w 11237202"/>
              <a:gd name="connsiteY899" fmla="*/ 1988868 h 2631356"/>
              <a:gd name="connsiteX900" fmla="*/ 2022586 w 11237202"/>
              <a:gd name="connsiteY900" fmla="*/ 1979294 h 2631356"/>
              <a:gd name="connsiteX901" fmla="*/ 3147038 w 11237202"/>
              <a:gd name="connsiteY901" fmla="*/ 1972547 h 2631356"/>
              <a:gd name="connsiteX902" fmla="*/ 3155082 w 11237202"/>
              <a:gd name="connsiteY902" fmla="*/ 1978132 h 2631356"/>
              <a:gd name="connsiteX903" fmla="*/ 3132964 w 11237202"/>
              <a:gd name="connsiteY903" fmla="*/ 1992538 h 2631356"/>
              <a:gd name="connsiteX904" fmla="*/ 3107956 w 11237202"/>
              <a:gd name="connsiteY904" fmla="*/ 1987204 h 2631356"/>
              <a:gd name="connsiteX905" fmla="*/ 3130074 w 11237202"/>
              <a:gd name="connsiteY905" fmla="*/ 1972843 h 2631356"/>
              <a:gd name="connsiteX906" fmla="*/ 3147038 w 11237202"/>
              <a:gd name="connsiteY906" fmla="*/ 1972547 h 2631356"/>
              <a:gd name="connsiteX907" fmla="*/ 4097574 w 11237202"/>
              <a:gd name="connsiteY907" fmla="*/ 1971301 h 2631356"/>
              <a:gd name="connsiteX908" fmla="*/ 4113024 w 11237202"/>
              <a:gd name="connsiteY908" fmla="*/ 1980137 h 2631356"/>
              <a:gd name="connsiteX909" fmla="*/ 4085320 w 11237202"/>
              <a:gd name="connsiteY909" fmla="*/ 2003024 h 2631356"/>
              <a:gd name="connsiteX910" fmla="*/ 4043001 w 11237202"/>
              <a:gd name="connsiteY910" fmla="*/ 1994521 h 2631356"/>
              <a:gd name="connsiteX911" fmla="*/ 4070705 w 11237202"/>
              <a:gd name="connsiteY911" fmla="*/ 1971817 h 2631356"/>
              <a:gd name="connsiteX912" fmla="*/ 4097574 w 11237202"/>
              <a:gd name="connsiteY912" fmla="*/ 1971301 h 2631356"/>
              <a:gd name="connsiteX913" fmla="*/ 8622392 w 11237202"/>
              <a:gd name="connsiteY913" fmla="*/ 1969658 h 2631356"/>
              <a:gd name="connsiteX914" fmla="*/ 8647424 w 11237202"/>
              <a:gd name="connsiteY914" fmla="*/ 1977311 h 2631356"/>
              <a:gd name="connsiteX915" fmla="*/ 8653205 w 11237202"/>
              <a:gd name="connsiteY915" fmla="*/ 1997143 h 2631356"/>
              <a:gd name="connsiteX916" fmla="*/ 8605217 w 11237202"/>
              <a:gd name="connsiteY916" fmla="*/ 1989780 h 2631356"/>
              <a:gd name="connsiteX917" fmla="*/ 8599716 w 11237202"/>
              <a:gd name="connsiteY917" fmla="*/ 1970107 h 2631356"/>
              <a:gd name="connsiteX918" fmla="*/ 8622392 w 11237202"/>
              <a:gd name="connsiteY918" fmla="*/ 1969658 h 2631356"/>
              <a:gd name="connsiteX919" fmla="*/ 8216740 w 11237202"/>
              <a:gd name="connsiteY919" fmla="*/ 1962386 h 2631356"/>
              <a:gd name="connsiteX920" fmla="*/ 8240714 w 11237202"/>
              <a:gd name="connsiteY920" fmla="*/ 1970016 h 2631356"/>
              <a:gd name="connsiteX921" fmla="*/ 8243659 w 11237202"/>
              <a:gd name="connsiteY921" fmla="*/ 1989734 h 2631356"/>
              <a:gd name="connsiteX922" fmla="*/ 8196783 w 11237202"/>
              <a:gd name="connsiteY922" fmla="*/ 1982439 h 2631356"/>
              <a:gd name="connsiteX923" fmla="*/ 8194060 w 11237202"/>
              <a:gd name="connsiteY923" fmla="*/ 1962858 h 2631356"/>
              <a:gd name="connsiteX924" fmla="*/ 8216740 w 11237202"/>
              <a:gd name="connsiteY924" fmla="*/ 1962386 h 2631356"/>
              <a:gd name="connsiteX925" fmla="*/ 9009547 w 11237202"/>
              <a:gd name="connsiteY925" fmla="*/ 1960816 h 2631356"/>
              <a:gd name="connsiteX926" fmla="*/ 9055804 w 11237202"/>
              <a:gd name="connsiteY926" fmla="*/ 1974507 h 2631356"/>
              <a:gd name="connsiteX927" fmla="*/ 9070975 w 11237202"/>
              <a:gd name="connsiteY927" fmla="*/ 2010022 h 2631356"/>
              <a:gd name="connsiteX928" fmla="*/ 8983502 w 11237202"/>
              <a:gd name="connsiteY928" fmla="*/ 1996846 h 2631356"/>
              <a:gd name="connsiteX929" fmla="*/ 8969415 w 11237202"/>
              <a:gd name="connsiteY929" fmla="*/ 1961605 h 2631356"/>
              <a:gd name="connsiteX930" fmla="*/ 9009547 w 11237202"/>
              <a:gd name="connsiteY930" fmla="*/ 1960816 h 2631356"/>
              <a:gd name="connsiteX931" fmla="*/ 9751597 w 11237202"/>
              <a:gd name="connsiteY931" fmla="*/ 1958055 h 2631356"/>
              <a:gd name="connsiteX932" fmla="*/ 9790230 w 11237202"/>
              <a:gd name="connsiteY932" fmla="*/ 1968671 h 2631356"/>
              <a:gd name="connsiteX933" fmla="*/ 9808708 w 11237202"/>
              <a:gd name="connsiteY933" fmla="*/ 1996185 h 2631356"/>
              <a:gd name="connsiteX934" fmla="*/ 9738242 w 11237202"/>
              <a:gd name="connsiteY934" fmla="*/ 1985973 h 2631356"/>
              <a:gd name="connsiteX935" fmla="*/ 9720570 w 11237202"/>
              <a:gd name="connsiteY935" fmla="*/ 1958687 h 2631356"/>
              <a:gd name="connsiteX936" fmla="*/ 9751597 w 11237202"/>
              <a:gd name="connsiteY936" fmla="*/ 1958055 h 2631356"/>
              <a:gd name="connsiteX937" fmla="*/ 5809377 w 11237202"/>
              <a:gd name="connsiteY937" fmla="*/ 1957747 h 2631356"/>
              <a:gd name="connsiteX938" fmla="*/ 5833121 w 11237202"/>
              <a:gd name="connsiteY938" fmla="*/ 1967897 h 2631356"/>
              <a:gd name="connsiteX939" fmla="*/ 5816033 w 11237202"/>
              <a:gd name="connsiteY939" fmla="*/ 1994179 h 2631356"/>
              <a:gd name="connsiteX940" fmla="*/ 5761654 w 11237202"/>
              <a:gd name="connsiteY940" fmla="*/ 1984423 h 2631356"/>
              <a:gd name="connsiteX941" fmla="*/ 5778799 w 11237202"/>
              <a:gd name="connsiteY941" fmla="*/ 1958300 h 2631356"/>
              <a:gd name="connsiteX942" fmla="*/ 5809377 w 11237202"/>
              <a:gd name="connsiteY942" fmla="*/ 1957747 h 2631356"/>
              <a:gd name="connsiteX943" fmla="*/ 2492086 w 11237202"/>
              <a:gd name="connsiteY943" fmla="*/ 1956188 h 2631356"/>
              <a:gd name="connsiteX944" fmla="*/ 2497347 w 11237202"/>
              <a:gd name="connsiteY944" fmla="*/ 1960579 h 2631356"/>
              <a:gd name="connsiteX945" fmla="*/ 2477674 w 11237202"/>
              <a:gd name="connsiteY945" fmla="*/ 1971817 h 2631356"/>
              <a:gd name="connsiteX946" fmla="*/ 2458779 w 11237202"/>
              <a:gd name="connsiteY946" fmla="*/ 1967645 h 2631356"/>
              <a:gd name="connsiteX947" fmla="*/ 2478591 w 11237202"/>
              <a:gd name="connsiteY947" fmla="*/ 1956430 h 2631356"/>
              <a:gd name="connsiteX948" fmla="*/ 2492086 w 11237202"/>
              <a:gd name="connsiteY948" fmla="*/ 1956188 h 2631356"/>
              <a:gd name="connsiteX949" fmla="*/ 10106009 w 11237202"/>
              <a:gd name="connsiteY949" fmla="*/ 1955422 h 2631356"/>
              <a:gd name="connsiteX950" fmla="*/ 10132782 w 11237202"/>
              <a:gd name="connsiteY950" fmla="*/ 1962562 h 2631356"/>
              <a:gd name="connsiteX951" fmla="*/ 10147481 w 11237202"/>
              <a:gd name="connsiteY951" fmla="*/ 1980981 h 2631356"/>
              <a:gd name="connsiteX952" fmla="*/ 10099327 w 11237202"/>
              <a:gd name="connsiteY952" fmla="*/ 1974165 h 2631356"/>
              <a:gd name="connsiteX953" fmla="*/ 10085157 w 11237202"/>
              <a:gd name="connsiteY953" fmla="*/ 1955838 h 2631356"/>
              <a:gd name="connsiteX954" fmla="*/ 10106009 w 11237202"/>
              <a:gd name="connsiteY954" fmla="*/ 1955422 h 2631356"/>
              <a:gd name="connsiteX955" fmla="*/ 9383872 w 11237202"/>
              <a:gd name="connsiteY955" fmla="*/ 1955189 h 2631356"/>
              <a:gd name="connsiteX956" fmla="*/ 9438285 w 11237202"/>
              <a:gd name="connsiteY956" fmla="*/ 1970632 h 2631356"/>
              <a:gd name="connsiteX957" fmla="*/ 9460765 w 11237202"/>
              <a:gd name="connsiteY957" fmla="*/ 2010980 h 2631356"/>
              <a:gd name="connsiteX958" fmla="*/ 9359456 w 11237202"/>
              <a:gd name="connsiteY958" fmla="*/ 1995935 h 2631356"/>
              <a:gd name="connsiteX959" fmla="*/ 9338505 w 11237202"/>
              <a:gd name="connsiteY959" fmla="*/ 1956089 h 2631356"/>
              <a:gd name="connsiteX960" fmla="*/ 9383872 w 11237202"/>
              <a:gd name="connsiteY960" fmla="*/ 1955189 h 2631356"/>
              <a:gd name="connsiteX961" fmla="*/ 10447716 w 11237202"/>
              <a:gd name="connsiteY961" fmla="*/ 1954197 h 2631356"/>
              <a:gd name="connsiteX962" fmla="*/ 10458747 w 11237202"/>
              <a:gd name="connsiteY962" fmla="*/ 1955678 h 2631356"/>
              <a:gd name="connsiteX963" fmla="*/ 10462358 w 11237202"/>
              <a:gd name="connsiteY963" fmla="*/ 1959804 h 2631356"/>
              <a:gd name="connsiteX964" fmla="*/ 10451383 w 11237202"/>
              <a:gd name="connsiteY964" fmla="*/ 1958322 h 2631356"/>
              <a:gd name="connsiteX965" fmla="*/ 10447716 w 11237202"/>
              <a:gd name="connsiteY965" fmla="*/ 1954197 h 2631356"/>
              <a:gd name="connsiteX966" fmla="*/ 7797154 w 11237202"/>
              <a:gd name="connsiteY966" fmla="*/ 1947503 h 2631356"/>
              <a:gd name="connsiteX967" fmla="*/ 7821859 w 11237202"/>
              <a:gd name="connsiteY967" fmla="*/ 1955769 h 2631356"/>
              <a:gd name="connsiteX968" fmla="*/ 7822388 w 11237202"/>
              <a:gd name="connsiteY968" fmla="*/ 1977106 h 2631356"/>
              <a:gd name="connsiteX969" fmla="*/ 7772733 w 11237202"/>
              <a:gd name="connsiteY969" fmla="*/ 1969173 h 2631356"/>
              <a:gd name="connsiteX970" fmla="*/ 7772428 w 11237202"/>
              <a:gd name="connsiteY970" fmla="*/ 1947973 h 2631356"/>
              <a:gd name="connsiteX971" fmla="*/ 7797154 w 11237202"/>
              <a:gd name="connsiteY971" fmla="*/ 1947503 h 2631356"/>
              <a:gd name="connsiteX972" fmla="*/ 3872160 w 11237202"/>
              <a:gd name="connsiteY972" fmla="*/ 1944489 h 2631356"/>
              <a:gd name="connsiteX973" fmla="*/ 3886786 w 11237202"/>
              <a:gd name="connsiteY973" fmla="*/ 1953148 h 2631356"/>
              <a:gd name="connsiteX974" fmla="*/ 3857749 w 11237202"/>
              <a:gd name="connsiteY974" fmla="*/ 1975624 h 2631356"/>
              <a:gd name="connsiteX975" fmla="*/ 3816263 w 11237202"/>
              <a:gd name="connsiteY975" fmla="*/ 1967304 h 2631356"/>
              <a:gd name="connsiteX976" fmla="*/ 3845634 w 11237202"/>
              <a:gd name="connsiteY976" fmla="*/ 1945010 h 2631356"/>
              <a:gd name="connsiteX977" fmla="*/ 3872160 w 11237202"/>
              <a:gd name="connsiteY977" fmla="*/ 1944489 h 2631356"/>
              <a:gd name="connsiteX978" fmla="*/ 6729818 w 11237202"/>
              <a:gd name="connsiteY978" fmla="*/ 1943223 h 2631356"/>
              <a:gd name="connsiteX979" fmla="*/ 6758275 w 11237202"/>
              <a:gd name="connsiteY979" fmla="*/ 1953969 h 2631356"/>
              <a:gd name="connsiteX980" fmla="*/ 6748827 w 11237202"/>
              <a:gd name="connsiteY980" fmla="*/ 1981801 h 2631356"/>
              <a:gd name="connsiteX981" fmla="*/ 6687780 w 11237202"/>
              <a:gd name="connsiteY981" fmla="*/ 1971498 h 2631356"/>
              <a:gd name="connsiteX982" fmla="*/ 6697505 w 11237202"/>
              <a:gd name="connsiteY982" fmla="*/ 1943848 h 2631356"/>
              <a:gd name="connsiteX983" fmla="*/ 6729818 w 11237202"/>
              <a:gd name="connsiteY983" fmla="*/ 1943223 h 2631356"/>
              <a:gd name="connsiteX984" fmla="*/ 10779486 w 11237202"/>
              <a:gd name="connsiteY984" fmla="*/ 1942753 h 2631356"/>
              <a:gd name="connsiteX985" fmla="*/ 10782626 w 11237202"/>
              <a:gd name="connsiteY985" fmla="*/ 1943232 h 2631356"/>
              <a:gd name="connsiteX986" fmla="*/ 10783849 w 11237202"/>
              <a:gd name="connsiteY986" fmla="*/ 1944417 h 2631356"/>
              <a:gd name="connsiteX987" fmla="*/ 10780571 w 11237202"/>
              <a:gd name="connsiteY987" fmla="*/ 1943938 h 2631356"/>
              <a:gd name="connsiteX988" fmla="*/ 10779486 w 11237202"/>
              <a:gd name="connsiteY988" fmla="*/ 1942753 h 2631356"/>
              <a:gd name="connsiteX989" fmla="*/ 6041330 w 11237202"/>
              <a:gd name="connsiteY989" fmla="*/ 1928139 h 2631356"/>
              <a:gd name="connsiteX990" fmla="*/ 6065389 w 11237202"/>
              <a:gd name="connsiteY990" fmla="*/ 1938080 h 2631356"/>
              <a:gd name="connsiteX991" fmla="*/ 6050801 w 11237202"/>
              <a:gd name="connsiteY991" fmla="*/ 1963861 h 2631356"/>
              <a:gd name="connsiteX992" fmla="*/ 5996033 w 11237202"/>
              <a:gd name="connsiteY992" fmla="*/ 1954310 h 2631356"/>
              <a:gd name="connsiteX993" fmla="*/ 6011205 w 11237202"/>
              <a:gd name="connsiteY993" fmla="*/ 1928711 h 2631356"/>
              <a:gd name="connsiteX994" fmla="*/ 6041330 w 11237202"/>
              <a:gd name="connsiteY994" fmla="*/ 1928139 h 2631356"/>
              <a:gd name="connsiteX995" fmla="*/ 7365772 w 11237202"/>
              <a:gd name="connsiteY995" fmla="*/ 1921002 h 2631356"/>
              <a:gd name="connsiteX996" fmla="*/ 7397504 w 11237202"/>
              <a:gd name="connsiteY996" fmla="*/ 1932040 h 2631356"/>
              <a:gd name="connsiteX997" fmla="*/ 7394059 w 11237202"/>
              <a:gd name="connsiteY997" fmla="*/ 1960602 h 2631356"/>
              <a:gd name="connsiteX998" fmla="*/ 7328454 w 11237202"/>
              <a:gd name="connsiteY998" fmla="*/ 1950025 h 2631356"/>
              <a:gd name="connsiteX999" fmla="*/ 7332455 w 11237202"/>
              <a:gd name="connsiteY999" fmla="*/ 1921623 h 2631356"/>
              <a:gd name="connsiteX1000" fmla="*/ 7365772 w 11237202"/>
              <a:gd name="connsiteY1000" fmla="*/ 1921002 h 2631356"/>
              <a:gd name="connsiteX1001" fmla="*/ 2969426 w 11237202"/>
              <a:gd name="connsiteY1001" fmla="*/ 1920616 h 2631356"/>
              <a:gd name="connsiteX1002" fmla="*/ 2978249 w 11237202"/>
              <a:gd name="connsiteY1002" fmla="*/ 1926934 h 2631356"/>
              <a:gd name="connsiteX1003" fmla="*/ 2952185 w 11237202"/>
              <a:gd name="connsiteY1003" fmla="*/ 1943118 h 2631356"/>
              <a:gd name="connsiteX1004" fmla="*/ 2923592 w 11237202"/>
              <a:gd name="connsiteY1004" fmla="*/ 1937146 h 2631356"/>
              <a:gd name="connsiteX1005" fmla="*/ 2949934 w 11237202"/>
              <a:gd name="connsiteY1005" fmla="*/ 1920984 h 2631356"/>
              <a:gd name="connsiteX1006" fmla="*/ 2969426 w 11237202"/>
              <a:gd name="connsiteY1006" fmla="*/ 1920616 h 2631356"/>
              <a:gd name="connsiteX1007" fmla="*/ 727455 w 11237202"/>
              <a:gd name="connsiteY1007" fmla="*/ 1916174 h 2631356"/>
              <a:gd name="connsiteX1008" fmla="*/ 731623 w 11237202"/>
              <a:gd name="connsiteY1008" fmla="*/ 1917245 h 2631356"/>
              <a:gd name="connsiteX1009" fmla="*/ 724871 w 11237202"/>
              <a:gd name="connsiteY1009" fmla="*/ 1920095 h 2631356"/>
              <a:gd name="connsiteX1010" fmla="*/ 720564 w 11237202"/>
              <a:gd name="connsiteY1010" fmla="*/ 1919046 h 2631356"/>
              <a:gd name="connsiteX1011" fmla="*/ 727455 w 11237202"/>
              <a:gd name="connsiteY1011" fmla="*/ 1916174 h 2631356"/>
              <a:gd name="connsiteX1012" fmla="*/ 1499144 w 11237202"/>
              <a:gd name="connsiteY1012" fmla="*/ 1915353 h 2631356"/>
              <a:gd name="connsiteX1013" fmla="*/ 1513621 w 11237202"/>
              <a:gd name="connsiteY1013" fmla="*/ 1918682 h 2631356"/>
              <a:gd name="connsiteX1014" fmla="*/ 1494087 w 11237202"/>
              <a:gd name="connsiteY1014" fmla="*/ 1927891 h 2631356"/>
              <a:gd name="connsiteX1015" fmla="*/ 1479693 w 11237202"/>
              <a:gd name="connsiteY1015" fmla="*/ 1924494 h 2631356"/>
              <a:gd name="connsiteX1016" fmla="*/ 1499144 w 11237202"/>
              <a:gd name="connsiteY1016" fmla="*/ 1915353 h 2631356"/>
              <a:gd name="connsiteX1017" fmla="*/ 1123487 w 11237202"/>
              <a:gd name="connsiteY1017" fmla="*/ 1912991 h 2631356"/>
              <a:gd name="connsiteX1018" fmla="*/ 1127332 w 11237202"/>
              <a:gd name="connsiteY1018" fmla="*/ 1918180 h 2631356"/>
              <a:gd name="connsiteX1019" fmla="*/ 1097656 w 11237202"/>
              <a:gd name="connsiteY1019" fmla="*/ 1931401 h 2631356"/>
              <a:gd name="connsiteX1020" fmla="*/ 1077455 w 11237202"/>
              <a:gd name="connsiteY1020" fmla="*/ 1926500 h 2631356"/>
              <a:gd name="connsiteX1021" fmla="*/ 1107242 w 11237202"/>
              <a:gd name="connsiteY1021" fmla="*/ 1913256 h 2631356"/>
              <a:gd name="connsiteX1022" fmla="*/ 1123487 w 11237202"/>
              <a:gd name="connsiteY1022" fmla="*/ 1912991 h 2631356"/>
              <a:gd name="connsiteX1023" fmla="*/ 3657525 w 11237202"/>
              <a:gd name="connsiteY1023" fmla="*/ 1912239 h 2631356"/>
              <a:gd name="connsiteX1024" fmla="*/ 3670606 w 11237202"/>
              <a:gd name="connsiteY1024" fmla="*/ 1920277 h 2631356"/>
              <a:gd name="connsiteX1025" fmla="*/ 3641958 w 11237202"/>
              <a:gd name="connsiteY1025" fmla="*/ 1941089 h 2631356"/>
              <a:gd name="connsiteX1026" fmla="*/ 3603640 w 11237202"/>
              <a:gd name="connsiteY1026" fmla="*/ 1933384 h 2631356"/>
              <a:gd name="connsiteX1027" fmla="*/ 3632566 w 11237202"/>
              <a:gd name="connsiteY1027" fmla="*/ 1912732 h 2631356"/>
              <a:gd name="connsiteX1028" fmla="*/ 3657525 w 11237202"/>
              <a:gd name="connsiteY1028" fmla="*/ 1912239 h 2631356"/>
              <a:gd name="connsiteX1029" fmla="*/ 1910634 w 11237202"/>
              <a:gd name="connsiteY1029" fmla="*/ 1908561 h 2631356"/>
              <a:gd name="connsiteX1030" fmla="*/ 1925639 w 11237202"/>
              <a:gd name="connsiteY1030" fmla="*/ 1911866 h 2631356"/>
              <a:gd name="connsiteX1031" fmla="*/ 1907522 w 11237202"/>
              <a:gd name="connsiteY1031" fmla="*/ 1921030 h 2631356"/>
              <a:gd name="connsiteX1032" fmla="*/ 1892629 w 11237202"/>
              <a:gd name="connsiteY1032" fmla="*/ 1917656 h 2631356"/>
              <a:gd name="connsiteX1033" fmla="*/ 1910634 w 11237202"/>
              <a:gd name="connsiteY1033" fmla="*/ 1908561 h 2631356"/>
              <a:gd name="connsiteX1034" fmla="*/ 368703 w 11237202"/>
              <a:gd name="connsiteY1034" fmla="*/ 1907945 h 2631356"/>
              <a:gd name="connsiteX1035" fmla="*/ 372844 w 11237202"/>
              <a:gd name="connsiteY1035" fmla="*/ 1909017 h 2631356"/>
              <a:gd name="connsiteX1036" fmla="*/ 365703 w 11237202"/>
              <a:gd name="connsiteY1036" fmla="*/ 1911866 h 2631356"/>
              <a:gd name="connsiteX1037" fmla="*/ 361479 w 11237202"/>
              <a:gd name="connsiteY1037" fmla="*/ 1910817 h 2631356"/>
              <a:gd name="connsiteX1038" fmla="*/ 368703 w 11237202"/>
              <a:gd name="connsiteY1038" fmla="*/ 1907945 h 2631356"/>
              <a:gd name="connsiteX1039" fmla="*/ 25096 w 11237202"/>
              <a:gd name="connsiteY1039" fmla="*/ 1897642 h 2631356"/>
              <a:gd name="connsiteX1040" fmla="*/ 26763 w 11237202"/>
              <a:gd name="connsiteY1040" fmla="*/ 1898075 h 2631356"/>
              <a:gd name="connsiteX1041" fmla="*/ 23790 w 11237202"/>
              <a:gd name="connsiteY1041" fmla="*/ 1899237 h 2631356"/>
              <a:gd name="connsiteX1042" fmla="*/ 22151 w 11237202"/>
              <a:gd name="connsiteY1042" fmla="*/ 1898781 h 2631356"/>
              <a:gd name="connsiteX1043" fmla="*/ 25096 w 11237202"/>
              <a:gd name="connsiteY1043" fmla="*/ 1897642 h 2631356"/>
              <a:gd name="connsiteX1044" fmla="*/ 2340409 w 11237202"/>
              <a:gd name="connsiteY1044" fmla="*/ 1895134 h 2631356"/>
              <a:gd name="connsiteX1045" fmla="*/ 2353802 w 11237202"/>
              <a:gd name="connsiteY1045" fmla="*/ 1898052 h 2631356"/>
              <a:gd name="connsiteX1046" fmla="*/ 2339075 w 11237202"/>
              <a:gd name="connsiteY1046" fmla="*/ 1906007 h 2631356"/>
              <a:gd name="connsiteX1047" fmla="*/ 2325793 w 11237202"/>
              <a:gd name="connsiteY1047" fmla="*/ 1903044 h 2631356"/>
              <a:gd name="connsiteX1048" fmla="*/ 2340409 w 11237202"/>
              <a:gd name="connsiteY1048" fmla="*/ 1895134 h 2631356"/>
              <a:gd name="connsiteX1049" fmla="*/ 6922979 w 11237202"/>
              <a:gd name="connsiteY1049" fmla="*/ 1892715 h 2631356"/>
              <a:gd name="connsiteX1050" fmla="*/ 6949696 w 11237202"/>
              <a:gd name="connsiteY1050" fmla="*/ 1902452 h 2631356"/>
              <a:gd name="connsiteX1051" fmla="*/ 6942637 w 11237202"/>
              <a:gd name="connsiteY1051" fmla="*/ 1927618 h 2631356"/>
              <a:gd name="connsiteX1052" fmla="*/ 6885925 w 11237202"/>
              <a:gd name="connsiteY1052" fmla="*/ 1918294 h 2631356"/>
              <a:gd name="connsiteX1053" fmla="*/ 6893345 w 11237202"/>
              <a:gd name="connsiteY1053" fmla="*/ 1893288 h 2631356"/>
              <a:gd name="connsiteX1054" fmla="*/ 6922979 w 11237202"/>
              <a:gd name="connsiteY1054" fmla="*/ 1892715 h 2631356"/>
              <a:gd name="connsiteX1055" fmla="*/ 6263104 w 11237202"/>
              <a:gd name="connsiteY1055" fmla="*/ 1892558 h 2631356"/>
              <a:gd name="connsiteX1056" fmla="*/ 6287765 w 11237202"/>
              <a:gd name="connsiteY1056" fmla="*/ 1902246 h 2631356"/>
              <a:gd name="connsiteX1057" fmla="*/ 6275010 w 11237202"/>
              <a:gd name="connsiteY1057" fmla="*/ 1927435 h 2631356"/>
              <a:gd name="connsiteX1058" fmla="*/ 6220271 w 11237202"/>
              <a:gd name="connsiteY1058" fmla="*/ 1918111 h 2631356"/>
              <a:gd name="connsiteX1059" fmla="*/ 6233358 w 11237202"/>
              <a:gd name="connsiteY1059" fmla="*/ 1893129 h 2631356"/>
              <a:gd name="connsiteX1060" fmla="*/ 6263104 w 11237202"/>
              <a:gd name="connsiteY1060" fmla="*/ 1892558 h 2631356"/>
              <a:gd name="connsiteX1061" fmla="*/ 8710082 w 11237202"/>
              <a:gd name="connsiteY1061" fmla="*/ 1888139 h 2631356"/>
              <a:gd name="connsiteX1062" fmla="*/ 8734535 w 11237202"/>
              <a:gd name="connsiteY1062" fmla="*/ 1895408 h 2631356"/>
              <a:gd name="connsiteX1063" fmla="*/ 8740593 w 11237202"/>
              <a:gd name="connsiteY1063" fmla="*/ 1914100 h 2631356"/>
              <a:gd name="connsiteX1064" fmla="*/ 8693885 w 11237202"/>
              <a:gd name="connsiteY1064" fmla="*/ 1907193 h 2631356"/>
              <a:gd name="connsiteX1065" fmla="*/ 8688104 w 11237202"/>
              <a:gd name="connsiteY1065" fmla="*/ 1888546 h 2631356"/>
              <a:gd name="connsiteX1066" fmla="*/ 8710082 w 11237202"/>
              <a:gd name="connsiteY1066" fmla="*/ 1888139 h 2631356"/>
              <a:gd name="connsiteX1067" fmla="*/ 8327303 w 11237202"/>
              <a:gd name="connsiteY1067" fmla="*/ 1882511 h 2631356"/>
              <a:gd name="connsiteX1068" fmla="*/ 8356472 w 11237202"/>
              <a:gd name="connsiteY1068" fmla="*/ 1891510 h 2631356"/>
              <a:gd name="connsiteX1069" fmla="*/ 8361001 w 11237202"/>
              <a:gd name="connsiteY1069" fmla="*/ 1914783 h 2631356"/>
              <a:gd name="connsiteX1070" fmla="*/ 8304179 w 11237202"/>
              <a:gd name="connsiteY1070" fmla="*/ 1906121 h 2631356"/>
              <a:gd name="connsiteX1071" fmla="*/ 8300011 w 11237202"/>
              <a:gd name="connsiteY1071" fmla="*/ 1883053 h 2631356"/>
              <a:gd name="connsiteX1072" fmla="*/ 8327303 w 11237202"/>
              <a:gd name="connsiteY1072" fmla="*/ 1882511 h 2631356"/>
              <a:gd name="connsiteX1073" fmla="*/ 4853587 w 11237202"/>
              <a:gd name="connsiteY1073" fmla="*/ 1881015 h 2631356"/>
              <a:gd name="connsiteX1074" fmla="*/ 4867512 w 11237202"/>
              <a:gd name="connsiteY1074" fmla="*/ 1887817 h 2631356"/>
              <a:gd name="connsiteX1075" fmla="*/ 4850368 w 11237202"/>
              <a:gd name="connsiteY1075" fmla="*/ 1905323 h 2631356"/>
              <a:gd name="connsiteX1076" fmla="*/ 4815107 w 11237202"/>
              <a:gd name="connsiteY1076" fmla="*/ 1898827 h 2631356"/>
              <a:gd name="connsiteX1077" fmla="*/ 4832474 w 11237202"/>
              <a:gd name="connsiteY1077" fmla="*/ 1881412 h 2631356"/>
              <a:gd name="connsiteX1078" fmla="*/ 4853587 w 11237202"/>
              <a:gd name="connsiteY1078" fmla="*/ 1881015 h 2631356"/>
              <a:gd name="connsiteX1079" fmla="*/ 5091581 w 11237202"/>
              <a:gd name="connsiteY1079" fmla="*/ 1880468 h 2631356"/>
              <a:gd name="connsiteX1080" fmla="*/ 5104697 w 11237202"/>
              <a:gd name="connsiteY1080" fmla="*/ 1886586 h 2631356"/>
              <a:gd name="connsiteX1081" fmla="*/ 5090248 w 11237202"/>
              <a:gd name="connsiteY1081" fmla="*/ 1902360 h 2631356"/>
              <a:gd name="connsiteX1082" fmla="*/ 5058155 w 11237202"/>
              <a:gd name="connsiteY1082" fmla="*/ 1896525 h 2631356"/>
              <a:gd name="connsiteX1083" fmla="*/ 5072632 w 11237202"/>
              <a:gd name="connsiteY1083" fmla="*/ 1880796 h 2631356"/>
              <a:gd name="connsiteX1084" fmla="*/ 5091581 w 11237202"/>
              <a:gd name="connsiteY1084" fmla="*/ 1880468 h 2631356"/>
              <a:gd name="connsiteX1085" fmla="*/ 4613637 w 11237202"/>
              <a:gd name="connsiteY1085" fmla="*/ 1878249 h 2631356"/>
              <a:gd name="connsiteX1086" fmla="*/ 4624157 w 11237202"/>
              <a:gd name="connsiteY1086" fmla="*/ 1883531 h 2631356"/>
              <a:gd name="connsiteX1087" fmla="*/ 4609542 w 11237202"/>
              <a:gd name="connsiteY1087" fmla="*/ 1897003 h 2631356"/>
              <a:gd name="connsiteX1088" fmla="*/ 4582839 w 11237202"/>
              <a:gd name="connsiteY1088" fmla="*/ 1892011 h 2631356"/>
              <a:gd name="connsiteX1089" fmla="*/ 4597344 w 11237202"/>
              <a:gd name="connsiteY1089" fmla="*/ 1878539 h 2631356"/>
              <a:gd name="connsiteX1090" fmla="*/ 4613637 w 11237202"/>
              <a:gd name="connsiteY1090" fmla="*/ 1878249 h 2631356"/>
              <a:gd name="connsiteX1091" fmla="*/ 7931693 w 11237202"/>
              <a:gd name="connsiteY1091" fmla="*/ 1876733 h 2631356"/>
              <a:gd name="connsiteX1092" fmla="*/ 7956152 w 11237202"/>
              <a:gd name="connsiteY1092" fmla="*/ 1884580 h 2631356"/>
              <a:gd name="connsiteX1093" fmla="*/ 7957624 w 11237202"/>
              <a:gd name="connsiteY1093" fmla="*/ 1904959 h 2631356"/>
              <a:gd name="connsiteX1094" fmla="*/ 7908748 w 11237202"/>
              <a:gd name="connsiteY1094" fmla="*/ 1897414 h 2631356"/>
              <a:gd name="connsiteX1095" fmla="*/ 7907859 w 11237202"/>
              <a:gd name="connsiteY1095" fmla="*/ 1877194 h 2631356"/>
              <a:gd name="connsiteX1096" fmla="*/ 7931693 w 11237202"/>
              <a:gd name="connsiteY1096" fmla="*/ 1876733 h 2631356"/>
              <a:gd name="connsiteX1097" fmla="*/ 9073202 w 11237202"/>
              <a:gd name="connsiteY1097" fmla="*/ 1875135 h 2631356"/>
              <a:gd name="connsiteX1098" fmla="*/ 9120074 w 11237202"/>
              <a:gd name="connsiteY1098" fmla="*/ 1888456 h 2631356"/>
              <a:gd name="connsiteX1099" fmla="*/ 9135829 w 11237202"/>
              <a:gd name="connsiteY1099" fmla="*/ 1923105 h 2631356"/>
              <a:gd name="connsiteX1100" fmla="*/ 9047746 w 11237202"/>
              <a:gd name="connsiteY1100" fmla="*/ 1910248 h 2631356"/>
              <a:gd name="connsiteX1101" fmla="*/ 9032769 w 11237202"/>
              <a:gd name="connsiteY1101" fmla="*/ 1875918 h 2631356"/>
              <a:gd name="connsiteX1102" fmla="*/ 9073202 w 11237202"/>
              <a:gd name="connsiteY1102" fmla="*/ 1875135 h 2631356"/>
              <a:gd name="connsiteX1103" fmla="*/ 9774500 w 11237202"/>
              <a:gd name="connsiteY1103" fmla="*/ 1873054 h 2631356"/>
              <a:gd name="connsiteX1104" fmla="*/ 9799817 w 11237202"/>
              <a:gd name="connsiteY1104" fmla="*/ 1879815 h 2631356"/>
              <a:gd name="connsiteX1105" fmla="*/ 9811765 w 11237202"/>
              <a:gd name="connsiteY1105" fmla="*/ 1897209 h 2631356"/>
              <a:gd name="connsiteX1106" fmla="*/ 9765917 w 11237202"/>
              <a:gd name="connsiteY1106" fmla="*/ 1890757 h 2631356"/>
              <a:gd name="connsiteX1107" fmla="*/ 9754080 w 11237202"/>
              <a:gd name="connsiteY1107" fmla="*/ 1873455 h 2631356"/>
              <a:gd name="connsiteX1108" fmla="*/ 9774500 w 11237202"/>
              <a:gd name="connsiteY1108" fmla="*/ 1873054 h 2631356"/>
              <a:gd name="connsiteX1109" fmla="*/ 3460480 w 11237202"/>
              <a:gd name="connsiteY1109" fmla="*/ 1871479 h 2631356"/>
              <a:gd name="connsiteX1110" fmla="*/ 3474572 w 11237202"/>
              <a:gd name="connsiteY1110" fmla="*/ 1880386 h 2631356"/>
              <a:gd name="connsiteX1111" fmla="*/ 3440755 w 11237202"/>
              <a:gd name="connsiteY1111" fmla="*/ 1903455 h 2631356"/>
              <a:gd name="connsiteX1112" fmla="*/ 3398270 w 11237202"/>
              <a:gd name="connsiteY1112" fmla="*/ 1894929 h 2631356"/>
              <a:gd name="connsiteX1113" fmla="*/ 3432363 w 11237202"/>
              <a:gd name="connsiteY1113" fmla="*/ 1871974 h 2631356"/>
              <a:gd name="connsiteX1114" fmla="*/ 3460480 w 11237202"/>
              <a:gd name="connsiteY1114" fmla="*/ 1871479 h 2631356"/>
              <a:gd name="connsiteX1115" fmla="*/ 5332836 w 11237202"/>
              <a:gd name="connsiteY1115" fmla="*/ 1868318 h 2631356"/>
              <a:gd name="connsiteX1116" fmla="*/ 5350219 w 11237202"/>
              <a:gd name="connsiteY1116" fmla="*/ 1876146 h 2631356"/>
              <a:gd name="connsiteX1117" fmla="*/ 5333603 w 11237202"/>
              <a:gd name="connsiteY1117" fmla="*/ 1896342 h 2631356"/>
              <a:gd name="connsiteX1118" fmla="*/ 5291507 w 11237202"/>
              <a:gd name="connsiteY1118" fmla="*/ 1888865 h 2631356"/>
              <a:gd name="connsiteX1119" fmla="*/ 5308512 w 11237202"/>
              <a:gd name="connsiteY1119" fmla="*/ 1868782 h 2631356"/>
              <a:gd name="connsiteX1120" fmla="*/ 5332836 w 11237202"/>
              <a:gd name="connsiteY1120" fmla="*/ 1868318 h 2631356"/>
              <a:gd name="connsiteX1121" fmla="*/ 9425029 w 11237202"/>
              <a:gd name="connsiteY1121" fmla="*/ 1867324 h 2631356"/>
              <a:gd name="connsiteX1122" fmla="*/ 9477965 w 11237202"/>
              <a:gd name="connsiteY1122" fmla="*/ 1881890 h 2631356"/>
              <a:gd name="connsiteX1123" fmla="*/ 9500306 w 11237202"/>
              <a:gd name="connsiteY1123" fmla="*/ 1919821 h 2631356"/>
              <a:gd name="connsiteX1124" fmla="*/ 9401886 w 11237202"/>
              <a:gd name="connsiteY1124" fmla="*/ 1905711 h 2631356"/>
              <a:gd name="connsiteX1125" fmla="*/ 9380908 w 11237202"/>
              <a:gd name="connsiteY1125" fmla="*/ 1868144 h 2631356"/>
              <a:gd name="connsiteX1126" fmla="*/ 9425029 w 11237202"/>
              <a:gd name="connsiteY1126" fmla="*/ 1867324 h 2631356"/>
              <a:gd name="connsiteX1127" fmla="*/ 10094548 w 11237202"/>
              <a:gd name="connsiteY1127" fmla="*/ 1867119 h 2631356"/>
              <a:gd name="connsiteX1128" fmla="*/ 10122973 w 11237202"/>
              <a:gd name="connsiteY1128" fmla="*/ 1871017 h 2631356"/>
              <a:gd name="connsiteX1129" fmla="*/ 10131588 w 11237202"/>
              <a:gd name="connsiteY1129" fmla="*/ 1881617 h 2631356"/>
              <a:gd name="connsiteX1130" fmla="*/ 10103079 w 11237202"/>
              <a:gd name="connsiteY1130" fmla="*/ 1877696 h 2631356"/>
              <a:gd name="connsiteX1131" fmla="*/ 10094548 w 11237202"/>
              <a:gd name="connsiteY1131" fmla="*/ 1867119 h 2631356"/>
              <a:gd name="connsiteX1132" fmla="*/ 4384606 w 11237202"/>
              <a:gd name="connsiteY1132" fmla="*/ 1862791 h 2631356"/>
              <a:gd name="connsiteX1133" fmla="*/ 4397363 w 11237202"/>
              <a:gd name="connsiteY1133" fmla="*/ 1869535 h 2631356"/>
              <a:gd name="connsiteX1134" fmla="*/ 4377468 w 11237202"/>
              <a:gd name="connsiteY1134" fmla="*/ 1886814 h 2631356"/>
              <a:gd name="connsiteX1135" fmla="*/ 4343512 w 11237202"/>
              <a:gd name="connsiteY1135" fmla="*/ 1880386 h 2631356"/>
              <a:gd name="connsiteX1136" fmla="*/ 4363575 w 11237202"/>
              <a:gd name="connsiteY1136" fmla="*/ 1863175 h 2631356"/>
              <a:gd name="connsiteX1137" fmla="*/ 4384606 w 11237202"/>
              <a:gd name="connsiteY1137" fmla="*/ 1862791 h 2631356"/>
              <a:gd name="connsiteX1138" fmla="*/ 2815117 w 11237202"/>
              <a:gd name="connsiteY1138" fmla="*/ 1861292 h 2631356"/>
              <a:gd name="connsiteX1139" fmla="*/ 2827229 w 11237202"/>
              <a:gd name="connsiteY1139" fmla="*/ 1870173 h 2631356"/>
              <a:gd name="connsiteX1140" fmla="*/ 2788411 w 11237202"/>
              <a:gd name="connsiteY1140" fmla="*/ 1893105 h 2631356"/>
              <a:gd name="connsiteX1141" fmla="*/ 2747926 w 11237202"/>
              <a:gd name="connsiteY1141" fmla="*/ 1884580 h 2631356"/>
              <a:gd name="connsiteX1142" fmla="*/ 2787022 w 11237202"/>
              <a:gd name="connsiteY1142" fmla="*/ 1861830 h 2631356"/>
              <a:gd name="connsiteX1143" fmla="*/ 2815117 w 11237202"/>
              <a:gd name="connsiteY1143" fmla="*/ 1861292 h 2631356"/>
              <a:gd name="connsiteX1144" fmla="*/ 7522527 w 11237202"/>
              <a:gd name="connsiteY1144" fmla="*/ 1858229 h 2631356"/>
              <a:gd name="connsiteX1145" fmla="*/ 7552970 w 11237202"/>
              <a:gd name="connsiteY1145" fmla="*/ 1868373 h 2631356"/>
              <a:gd name="connsiteX1146" fmla="*/ 7550941 w 11237202"/>
              <a:gd name="connsiteY1146" fmla="*/ 1894633 h 2631356"/>
              <a:gd name="connsiteX1147" fmla="*/ 7488866 w 11237202"/>
              <a:gd name="connsiteY1147" fmla="*/ 1884922 h 2631356"/>
              <a:gd name="connsiteX1148" fmla="*/ 7491228 w 11237202"/>
              <a:gd name="connsiteY1148" fmla="*/ 1858821 h 2631356"/>
              <a:gd name="connsiteX1149" fmla="*/ 7522527 w 11237202"/>
              <a:gd name="connsiteY1149" fmla="*/ 1858229 h 2631356"/>
              <a:gd name="connsiteX1150" fmla="*/ 10417207 w 11237202"/>
              <a:gd name="connsiteY1150" fmla="*/ 1856222 h 2631356"/>
              <a:gd name="connsiteX1151" fmla="*/ 10438129 w 11237202"/>
              <a:gd name="connsiteY1151" fmla="*/ 1859049 h 2631356"/>
              <a:gd name="connsiteX1152" fmla="*/ 10445354 w 11237202"/>
              <a:gd name="connsiteY1152" fmla="*/ 1866754 h 2631356"/>
              <a:gd name="connsiteX1153" fmla="*/ 10424013 w 11237202"/>
              <a:gd name="connsiteY1153" fmla="*/ 1863927 h 2631356"/>
              <a:gd name="connsiteX1154" fmla="*/ 10417207 w 11237202"/>
              <a:gd name="connsiteY1154" fmla="*/ 1856222 h 2631356"/>
              <a:gd name="connsiteX1155" fmla="*/ 6472122 w 11237202"/>
              <a:gd name="connsiteY1155" fmla="*/ 1852661 h 2631356"/>
              <a:gd name="connsiteX1156" fmla="*/ 6495386 w 11237202"/>
              <a:gd name="connsiteY1156" fmla="*/ 1861466 h 2631356"/>
              <a:gd name="connsiteX1157" fmla="*/ 6485327 w 11237202"/>
              <a:gd name="connsiteY1157" fmla="*/ 1884261 h 2631356"/>
              <a:gd name="connsiteX1158" fmla="*/ 6434450 w 11237202"/>
              <a:gd name="connsiteY1158" fmla="*/ 1875827 h 2631356"/>
              <a:gd name="connsiteX1159" fmla="*/ 6444814 w 11237202"/>
              <a:gd name="connsiteY1159" fmla="*/ 1853191 h 2631356"/>
              <a:gd name="connsiteX1160" fmla="*/ 6472122 w 11237202"/>
              <a:gd name="connsiteY1160" fmla="*/ 1852661 h 2631356"/>
              <a:gd name="connsiteX1161" fmla="*/ 5567836 w 11237202"/>
              <a:gd name="connsiteY1161" fmla="*/ 1852274 h 2631356"/>
              <a:gd name="connsiteX1162" fmla="*/ 5585766 w 11237202"/>
              <a:gd name="connsiteY1162" fmla="*/ 1860007 h 2631356"/>
              <a:gd name="connsiteX1163" fmla="*/ 5570761 w 11237202"/>
              <a:gd name="connsiteY1163" fmla="*/ 1880021 h 2631356"/>
              <a:gd name="connsiteX1164" fmla="*/ 5528442 w 11237202"/>
              <a:gd name="connsiteY1164" fmla="*/ 1872590 h 2631356"/>
              <a:gd name="connsiteX1165" fmla="*/ 5543781 w 11237202"/>
              <a:gd name="connsiteY1165" fmla="*/ 1852712 h 2631356"/>
              <a:gd name="connsiteX1166" fmla="*/ 5567836 w 11237202"/>
              <a:gd name="connsiteY1166" fmla="*/ 1852274 h 2631356"/>
              <a:gd name="connsiteX1167" fmla="*/ 10735834 w 11237202"/>
              <a:gd name="connsiteY1167" fmla="*/ 1846238 h 2631356"/>
              <a:gd name="connsiteX1168" fmla="*/ 10738917 w 11237202"/>
              <a:gd name="connsiteY1168" fmla="*/ 1846671 h 2631356"/>
              <a:gd name="connsiteX1169" fmla="*/ 10740084 w 11237202"/>
              <a:gd name="connsiteY1169" fmla="*/ 1847766 h 2631356"/>
              <a:gd name="connsiteX1170" fmla="*/ 10737057 w 11237202"/>
              <a:gd name="connsiteY1170" fmla="*/ 1847355 h 2631356"/>
              <a:gd name="connsiteX1171" fmla="*/ 10735834 w 11237202"/>
              <a:gd name="connsiteY1171" fmla="*/ 1846238 h 2631356"/>
              <a:gd name="connsiteX1172" fmla="*/ 4156732 w 11237202"/>
              <a:gd name="connsiteY1172" fmla="*/ 1845888 h 2631356"/>
              <a:gd name="connsiteX1173" fmla="*/ 4166151 w 11237202"/>
              <a:gd name="connsiteY1173" fmla="*/ 1851002 h 2631356"/>
              <a:gd name="connsiteX1174" fmla="*/ 4149619 w 11237202"/>
              <a:gd name="connsiteY1174" fmla="*/ 1864224 h 2631356"/>
              <a:gd name="connsiteX1175" fmla="*/ 4123972 w 11237202"/>
              <a:gd name="connsiteY1175" fmla="*/ 1859323 h 2631356"/>
              <a:gd name="connsiteX1176" fmla="*/ 4140393 w 11237202"/>
              <a:gd name="connsiteY1176" fmla="*/ 1846192 h 2631356"/>
              <a:gd name="connsiteX1177" fmla="*/ 4156732 w 11237202"/>
              <a:gd name="connsiteY1177" fmla="*/ 1845888 h 2631356"/>
              <a:gd name="connsiteX1178" fmla="*/ 1816660 w 11237202"/>
              <a:gd name="connsiteY1178" fmla="*/ 1836688 h 2631356"/>
              <a:gd name="connsiteX1179" fmla="*/ 1831082 w 11237202"/>
              <a:gd name="connsiteY1179" fmla="*/ 1839878 h 2631356"/>
              <a:gd name="connsiteX1180" fmla="*/ 1813049 w 11237202"/>
              <a:gd name="connsiteY1180" fmla="*/ 1848632 h 2631356"/>
              <a:gd name="connsiteX1181" fmla="*/ 1798655 w 11237202"/>
              <a:gd name="connsiteY1181" fmla="*/ 1845418 h 2631356"/>
              <a:gd name="connsiteX1182" fmla="*/ 1816660 w 11237202"/>
              <a:gd name="connsiteY1182" fmla="*/ 1836688 h 2631356"/>
              <a:gd name="connsiteX1183" fmla="*/ 1446137 w 11237202"/>
              <a:gd name="connsiteY1183" fmla="*/ 1836121 h 2631356"/>
              <a:gd name="connsiteX1184" fmla="*/ 1450184 w 11237202"/>
              <a:gd name="connsiteY1184" fmla="*/ 1840563 h 2631356"/>
              <a:gd name="connsiteX1185" fmla="*/ 1425092 w 11237202"/>
              <a:gd name="connsiteY1185" fmla="*/ 1852029 h 2631356"/>
              <a:gd name="connsiteX1186" fmla="*/ 1406725 w 11237202"/>
              <a:gd name="connsiteY1186" fmla="*/ 1847789 h 2631356"/>
              <a:gd name="connsiteX1187" fmla="*/ 1431817 w 11237202"/>
              <a:gd name="connsiteY1187" fmla="*/ 1836346 h 2631356"/>
              <a:gd name="connsiteX1188" fmla="*/ 1446137 w 11237202"/>
              <a:gd name="connsiteY1188" fmla="*/ 1836121 h 2631356"/>
              <a:gd name="connsiteX1189" fmla="*/ 7101178 w 11237202"/>
              <a:gd name="connsiteY1189" fmla="*/ 1835368 h 2631356"/>
              <a:gd name="connsiteX1190" fmla="*/ 7131114 w 11237202"/>
              <a:gd name="connsiteY1190" fmla="*/ 1845759 h 2631356"/>
              <a:gd name="connsiteX1191" fmla="*/ 7125196 w 11237202"/>
              <a:gd name="connsiteY1191" fmla="*/ 1872749 h 2631356"/>
              <a:gd name="connsiteX1192" fmla="*/ 7062454 w 11237202"/>
              <a:gd name="connsiteY1192" fmla="*/ 1862696 h 2631356"/>
              <a:gd name="connsiteX1193" fmla="*/ 7068928 w 11237202"/>
              <a:gd name="connsiteY1193" fmla="*/ 1835935 h 2631356"/>
              <a:gd name="connsiteX1194" fmla="*/ 7101178 w 11237202"/>
              <a:gd name="connsiteY1194" fmla="*/ 1835368 h 2631356"/>
              <a:gd name="connsiteX1195" fmla="*/ 709950 w 11237202"/>
              <a:gd name="connsiteY1195" fmla="*/ 1830579 h 2631356"/>
              <a:gd name="connsiteX1196" fmla="*/ 715703 w 11237202"/>
              <a:gd name="connsiteY1196" fmla="*/ 1831969 h 2631356"/>
              <a:gd name="connsiteX1197" fmla="*/ 706505 w 11237202"/>
              <a:gd name="connsiteY1197" fmla="*/ 1835730 h 2631356"/>
              <a:gd name="connsiteX1198" fmla="*/ 700726 w 11237202"/>
              <a:gd name="connsiteY1198" fmla="*/ 1834339 h 2631356"/>
              <a:gd name="connsiteX1199" fmla="*/ 709950 w 11237202"/>
              <a:gd name="connsiteY1199" fmla="*/ 1830579 h 2631356"/>
              <a:gd name="connsiteX1200" fmla="*/ 11031761 w 11237202"/>
              <a:gd name="connsiteY1200" fmla="*/ 1830509 h 2631356"/>
              <a:gd name="connsiteX1201" fmla="*/ 11035013 w 11237202"/>
              <a:gd name="connsiteY1201" fmla="*/ 1830920 h 2631356"/>
              <a:gd name="connsiteX1202" fmla="*/ 11036262 w 11237202"/>
              <a:gd name="connsiteY1202" fmla="*/ 1832014 h 2631356"/>
              <a:gd name="connsiteX1203" fmla="*/ 11033177 w 11237202"/>
              <a:gd name="connsiteY1203" fmla="*/ 1831604 h 2631356"/>
              <a:gd name="connsiteX1204" fmla="*/ 11031761 w 11237202"/>
              <a:gd name="connsiteY1204" fmla="*/ 1830509 h 2631356"/>
              <a:gd name="connsiteX1205" fmla="*/ 3271439 w 11237202"/>
              <a:gd name="connsiteY1205" fmla="*/ 1830279 h 2631356"/>
              <a:gd name="connsiteX1206" fmla="*/ 3282679 w 11237202"/>
              <a:gd name="connsiteY1206" fmla="*/ 1837485 h 2631356"/>
              <a:gd name="connsiteX1207" fmla="*/ 3253642 w 11237202"/>
              <a:gd name="connsiteY1207" fmla="*/ 1856040 h 2631356"/>
              <a:gd name="connsiteX1208" fmla="*/ 3219659 w 11237202"/>
              <a:gd name="connsiteY1208" fmla="*/ 1849156 h 2631356"/>
              <a:gd name="connsiteX1209" fmla="*/ 3248529 w 11237202"/>
              <a:gd name="connsiteY1209" fmla="*/ 1830714 h 2631356"/>
              <a:gd name="connsiteX1210" fmla="*/ 3271439 w 11237202"/>
              <a:gd name="connsiteY1210" fmla="*/ 1830279 h 2631356"/>
              <a:gd name="connsiteX1211" fmla="*/ 5796408 w 11237202"/>
              <a:gd name="connsiteY1211" fmla="*/ 1830276 h 2631356"/>
              <a:gd name="connsiteX1212" fmla="*/ 5813783 w 11237202"/>
              <a:gd name="connsiteY1212" fmla="*/ 1837508 h 2631356"/>
              <a:gd name="connsiteX1213" fmla="*/ 5801112 w 11237202"/>
              <a:gd name="connsiteY1213" fmla="*/ 1856040 h 2631356"/>
              <a:gd name="connsiteX1214" fmla="*/ 5761071 w 11237202"/>
              <a:gd name="connsiteY1214" fmla="*/ 1849202 h 2631356"/>
              <a:gd name="connsiteX1215" fmla="*/ 5773825 w 11237202"/>
              <a:gd name="connsiteY1215" fmla="*/ 1830669 h 2631356"/>
              <a:gd name="connsiteX1216" fmla="*/ 5796408 w 11237202"/>
              <a:gd name="connsiteY1216" fmla="*/ 1830276 h 2631356"/>
              <a:gd name="connsiteX1217" fmla="*/ 1084769 w 11237202"/>
              <a:gd name="connsiteY1217" fmla="*/ 1830011 h 2631356"/>
              <a:gd name="connsiteX1218" fmla="*/ 1089375 w 11237202"/>
              <a:gd name="connsiteY1218" fmla="*/ 1835935 h 2631356"/>
              <a:gd name="connsiteX1219" fmla="*/ 1053976 w 11237202"/>
              <a:gd name="connsiteY1219" fmla="*/ 1851162 h 2631356"/>
              <a:gd name="connsiteX1220" fmla="*/ 1030134 w 11237202"/>
              <a:gd name="connsiteY1220" fmla="*/ 1845532 h 2631356"/>
              <a:gd name="connsiteX1221" fmla="*/ 1065701 w 11237202"/>
              <a:gd name="connsiteY1221" fmla="*/ 1830327 h 2631356"/>
              <a:gd name="connsiteX1222" fmla="*/ 1084769 w 11237202"/>
              <a:gd name="connsiteY1222" fmla="*/ 1830011 h 2631356"/>
              <a:gd name="connsiteX1223" fmla="*/ 2220426 w 11237202"/>
              <a:gd name="connsiteY1223" fmla="*/ 1828595 h 2631356"/>
              <a:gd name="connsiteX1224" fmla="*/ 2236320 w 11237202"/>
              <a:gd name="connsiteY1224" fmla="*/ 1831900 h 2631356"/>
              <a:gd name="connsiteX1225" fmla="*/ 2218620 w 11237202"/>
              <a:gd name="connsiteY1225" fmla="*/ 1841109 h 2631356"/>
              <a:gd name="connsiteX1226" fmla="*/ 2202671 w 11237202"/>
              <a:gd name="connsiteY1226" fmla="*/ 1837713 h 2631356"/>
              <a:gd name="connsiteX1227" fmla="*/ 2220426 w 11237202"/>
              <a:gd name="connsiteY1227" fmla="*/ 1828595 h 2631356"/>
              <a:gd name="connsiteX1228" fmla="*/ 374066 w 11237202"/>
              <a:gd name="connsiteY1228" fmla="*/ 1820867 h 2631356"/>
              <a:gd name="connsiteX1229" fmla="*/ 377290 w 11237202"/>
              <a:gd name="connsiteY1229" fmla="*/ 1821643 h 2631356"/>
              <a:gd name="connsiteX1230" fmla="*/ 371650 w 11237202"/>
              <a:gd name="connsiteY1230" fmla="*/ 1823808 h 2631356"/>
              <a:gd name="connsiteX1231" fmla="*/ 368399 w 11237202"/>
              <a:gd name="connsiteY1231" fmla="*/ 1823010 h 2631356"/>
              <a:gd name="connsiteX1232" fmla="*/ 374066 w 11237202"/>
              <a:gd name="connsiteY1232" fmla="*/ 1820867 h 2631356"/>
              <a:gd name="connsiteX1233" fmla="*/ 3946406 w 11237202"/>
              <a:gd name="connsiteY1233" fmla="*/ 1816277 h 2631356"/>
              <a:gd name="connsiteX1234" fmla="*/ 3958753 w 11237202"/>
              <a:gd name="connsiteY1234" fmla="*/ 1823215 h 2631356"/>
              <a:gd name="connsiteX1235" fmla="*/ 3935107 w 11237202"/>
              <a:gd name="connsiteY1235" fmla="*/ 1841018 h 2631356"/>
              <a:gd name="connsiteX1236" fmla="*/ 3900540 w 11237202"/>
              <a:gd name="connsiteY1236" fmla="*/ 1834408 h 2631356"/>
              <a:gd name="connsiteX1237" fmla="*/ 3924242 w 11237202"/>
              <a:gd name="connsiteY1237" fmla="*/ 1816673 h 2631356"/>
              <a:gd name="connsiteX1238" fmla="*/ 3946406 w 11237202"/>
              <a:gd name="connsiteY1238" fmla="*/ 1816277 h 2631356"/>
              <a:gd name="connsiteX1239" fmla="*/ 2658422 w 11237202"/>
              <a:gd name="connsiteY1239" fmla="*/ 1810347 h 2631356"/>
              <a:gd name="connsiteX1240" fmla="*/ 2665178 w 11237202"/>
              <a:gd name="connsiteY1240" fmla="*/ 1815328 h 2631356"/>
              <a:gd name="connsiteX1241" fmla="*/ 2642060 w 11237202"/>
              <a:gd name="connsiteY1241" fmla="*/ 1828230 h 2631356"/>
              <a:gd name="connsiteX1242" fmla="*/ 2619275 w 11237202"/>
              <a:gd name="connsiteY1242" fmla="*/ 1823466 h 2631356"/>
              <a:gd name="connsiteX1243" fmla="*/ 2642226 w 11237202"/>
              <a:gd name="connsiteY1243" fmla="*/ 1810633 h 2631356"/>
              <a:gd name="connsiteX1244" fmla="*/ 2658422 w 11237202"/>
              <a:gd name="connsiteY1244" fmla="*/ 1810347 h 2631356"/>
              <a:gd name="connsiteX1245" fmla="*/ 8421779 w 11237202"/>
              <a:gd name="connsiteY1245" fmla="*/ 1806795 h 2631356"/>
              <a:gd name="connsiteX1246" fmla="*/ 8449057 w 11237202"/>
              <a:gd name="connsiteY1246" fmla="*/ 1814895 h 2631356"/>
              <a:gd name="connsiteX1247" fmla="*/ 8454087 w 11237202"/>
              <a:gd name="connsiteY1247" fmla="*/ 1835867 h 2631356"/>
              <a:gd name="connsiteX1248" fmla="*/ 8400958 w 11237202"/>
              <a:gd name="connsiteY1248" fmla="*/ 1828117 h 2631356"/>
              <a:gd name="connsiteX1249" fmla="*/ 8396458 w 11237202"/>
              <a:gd name="connsiteY1249" fmla="*/ 1807259 h 2631356"/>
              <a:gd name="connsiteX1250" fmla="*/ 8421779 w 11237202"/>
              <a:gd name="connsiteY1250" fmla="*/ 1806795 h 2631356"/>
              <a:gd name="connsiteX1251" fmla="*/ 6668148 w 11237202"/>
              <a:gd name="connsiteY1251" fmla="*/ 1806780 h 2631356"/>
              <a:gd name="connsiteX1252" fmla="*/ 6691642 w 11237202"/>
              <a:gd name="connsiteY1252" fmla="*/ 1815328 h 2631356"/>
              <a:gd name="connsiteX1253" fmla="*/ 6683250 w 11237202"/>
              <a:gd name="connsiteY1253" fmla="*/ 1837348 h 2631356"/>
              <a:gd name="connsiteX1254" fmla="*/ 6632540 w 11237202"/>
              <a:gd name="connsiteY1254" fmla="*/ 1829211 h 2631356"/>
              <a:gd name="connsiteX1255" fmla="*/ 6641237 w 11237202"/>
              <a:gd name="connsiteY1255" fmla="*/ 1807259 h 2631356"/>
              <a:gd name="connsiteX1256" fmla="*/ 6668148 w 11237202"/>
              <a:gd name="connsiteY1256" fmla="*/ 1806780 h 2631356"/>
              <a:gd name="connsiteX1257" fmla="*/ 8779899 w 11237202"/>
              <a:gd name="connsiteY1257" fmla="*/ 1802623 h 2631356"/>
              <a:gd name="connsiteX1258" fmla="*/ 8813256 w 11237202"/>
              <a:gd name="connsiteY1258" fmla="*/ 1812160 h 2631356"/>
              <a:gd name="connsiteX1259" fmla="*/ 8822202 w 11237202"/>
              <a:gd name="connsiteY1259" fmla="*/ 1836893 h 2631356"/>
              <a:gd name="connsiteX1260" fmla="*/ 8758766 w 11237202"/>
              <a:gd name="connsiteY1260" fmla="*/ 1827706 h 2631356"/>
              <a:gd name="connsiteX1261" fmla="*/ 8750125 w 11237202"/>
              <a:gd name="connsiteY1261" fmla="*/ 1803156 h 2631356"/>
              <a:gd name="connsiteX1262" fmla="*/ 8779899 w 11237202"/>
              <a:gd name="connsiteY1262" fmla="*/ 1802623 h 2631356"/>
              <a:gd name="connsiteX1263" fmla="*/ 6017059 w 11237202"/>
              <a:gd name="connsiteY1263" fmla="*/ 1801551 h 2631356"/>
              <a:gd name="connsiteX1264" fmla="*/ 6034324 w 11237202"/>
              <a:gd name="connsiteY1264" fmla="*/ 1808375 h 2631356"/>
              <a:gd name="connsiteX1265" fmla="*/ 6023515 w 11237202"/>
              <a:gd name="connsiteY1265" fmla="*/ 1826042 h 2631356"/>
              <a:gd name="connsiteX1266" fmla="*/ 5984336 w 11237202"/>
              <a:gd name="connsiteY1266" fmla="*/ 1819477 h 2631356"/>
              <a:gd name="connsiteX1267" fmla="*/ 5995395 w 11237202"/>
              <a:gd name="connsiteY1267" fmla="*/ 1801924 h 2631356"/>
              <a:gd name="connsiteX1268" fmla="*/ 6017059 w 11237202"/>
              <a:gd name="connsiteY1268" fmla="*/ 1801551 h 2631356"/>
              <a:gd name="connsiteX1269" fmla="*/ 8048404 w 11237202"/>
              <a:gd name="connsiteY1269" fmla="*/ 1799078 h 2631356"/>
              <a:gd name="connsiteX1270" fmla="*/ 8083386 w 11237202"/>
              <a:gd name="connsiteY1270" fmla="*/ 1809834 h 2631356"/>
              <a:gd name="connsiteX1271" fmla="*/ 8086414 w 11237202"/>
              <a:gd name="connsiteY1271" fmla="*/ 1837804 h 2631356"/>
              <a:gd name="connsiteX1272" fmla="*/ 8017226 w 11237202"/>
              <a:gd name="connsiteY1272" fmla="*/ 1827409 h 2631356"/>
              <a:gd name="connsiteX1273" fmla="*/ 8014670 w 11237202"/>
              <a:gd name="connsiteY1273" fmla="*/ 1799690 h 2631356"/>
              <a:gd name="connsiteX1274" fmla="*/ 8048404 w 11237202"/>
              <a:gd name="connsiteY1274" fmla="*/ 1799078 h 2631356"/>
              <a:gd name="connsiteX1275" fmla="*/ 7662118 w 11237202"/>
              <a:gd name="connsiteY1275" fmla="*/ 1791570 h 2631356"/>
              <a:gd name="connsiteX1276" fmla="*/ 7694319 w 11237202"/>
              <a:gd name="connsiteY1276" fmla="*/ 1801879 h 2631356"/>
              <a:gd name="connsiteX1277" fmla="*/ 7693541 w 11237202"/>
              <a:gd name="connsiteY1277" fmla="*/ 1828572 h 2631356"/>
              <a:gd name="connsiteX1278" fmla="*/ 7628660 w 11237202"/>
              <a:gd name="connsiteY1278" fmla="*/ 1818656 h 2631356"/>
              <a:gd name="connsiteX1279" fmla="*/ 7629771 w 11237202"/>
              <a:gd name="connsiteY1279" fmla="*/ 1792168 h 2631356"/>
              <a:gd name="connsiteX1280" fmla="*/ 7662118 w 11237202"/>
              <a:gd name="connsiteY1280" fmla="*/ 1791570 h 2631356"/>
              <a:gd name="connsiteX1281" fmla="*/ 9121338 w 11237202"/>
              <a:gd name="connsiteY1281" fmla="*/ 1789701 h 2631356"/>
              <a:gd name="connsiteX1282" fmla="*/ 9171508 w 11237202"/>
              <a:gd name="connsiteY1282" fmla="*/ 1803497 h 2631356"/>
              <a:gd name="connsiteX1283" fmla="*/ 9189263 w 11237202"/>
              <a:gd name="connsiteY1283" fmla="*/ 1839446 h 2631356"/>
              <a:gd name="connsiteX1284" fmla="*/ 9094734 w 11237202"/>
              <a:gd name="connsiteY1284" fmla="*/ 1826111 h 2631356"/>
              <a:gd name="connsiteX1285" fmla="*/ 9078341 w 11237202"/>
              <a:gd name="connsiteY1285" fmla="*/ 1790505 h 2631356"/>
              <a:gd name="connsiteX1286" fmla="*/ 9121338 w 11237202"/>
              <a:gd name="connsiteY1286" fmla="*/ 1789701 h 2631356"/>
              <a:gd name="connsiteX1287" fmla="*/ 3741483 w 11237202"/>
              <a:gd name="connsiteY1287" fmla="*/ 1785498 h 2631356"/>
              <a:gd name="connsiteX1288" fmla="*/ 3751826 w 11237202"/>
              <a:gd name="connsiteY1288" fmla="*/ 1791439 h 2631356"/>
              <a:gd name="connsiteX1289" fmla="*/ 3730069 w 11237202"/>
              <a:gd name="connsiteY1289" fmla="*/ 1806780 h 2631356"/>
              <a:gd name="connsiteX1290" fmla="*/ 3700421 w 11237202"/>
              <a:gd name="connsiteY1290" fmla="*/ 1801081 h 2631356"/>
              <a:gd name="connsiteX1291" fmla="*/ 3722262 w 11237202"/>
              <a:gd name="connsiteY1291" fmla="*/ 1785831 h 2631356"/>
              <a:gd name="connsiteX1292" fmla="*/ 3741483 w 11237202"/>
              <a:gd name="connsiteY1292" fmla="*/ 1785498 h 2631356"/>
              <a:gd name="connsiteX1293" fmla="*/ 9452685 w 11237202"/>
              <a:gd name="connsiteY1293" fmla="*/ 1781712 h 2631356"/>
              <a:gd name="connsiteX1294" fmla="*/ 9504444 w 11237202"/>
              <a:gd name="connsiteY1294" fmla="*/ 1795451 h 2631356"/>
              <a:gd name="connsiteX1295" fmla="*/ 9526146 w 11237202"/>
              <a:gd name="connsiteY1295" fmla="*/ 1831148 h 2631356"/>
              <a:gd name="connsiteX1296" fmla="*/ 9430588 w 11237202"/>
              <a:gd name="connsiteY1296" fmla="*/ 1817927 h 2631356"/>
              <a:gd name="connsiteX1297" fmla="*/ 9409887 w 11237202"/>
              <a:gd name="connsiteY1297" fmla="*/ 1782503 h 2631356"/>
              <a:gd name="connsiteX1298" fmla="*/ 9452685 w 11237202"/>
              <a:gd name="connsiteY1298" fmla="*/ 1781712 h 2631356"/>
              <a:gd name="connsiteX1299" fmla="*/ 3103976 w 11237202"/>
              <a:gd name="connsiteY1299" fmla="*/ 1781187 h 2631356"/>
              <a:gd name="connsiteX1300" fmla="*/ 3115208 w 11237202"/>
              <a:gd name="connsiteY1300" fmla="*/ 1788544 h 2631356"/>
              <a:gd name="connsiteX1301" fmla="*/ 3083865 w 11237202"/>
              <a:gd name="connsiteY1301" fmla="*/ 1807509 h 2631356"/>
              <a:gd name="connsiteX1302" fmla="*/ 3048743 w 11237202"/>
              <a:gd name="connsiteY1302" fmla="*/ 1800466 h 2631356"/>
              <a:gd name="connsiteX1303" fmla="*/ 3080114 w 11237202"/>
              <a:gd name="connsiteY1303" fmla="*/ 1781591 h 2631356"/>
              <a:gd name="connsiteX1304" fmla="*/ 3103976 w 11237202"/>
              <a:gd name="connsiteY1304" fmla="*/ 1781187 h 2631356"/>
              <a:gd name="connsiteX1305" fmla="*/ 9777722 w 11237202"/>
              <a:gd name="connsiteY1305" fmla="*/ 1779853 h 2631356"/>
              <a:gd name="connsiteX1306" fmla="*/ 9812655 w 11237202"/>
              <a:gd name="connsiteY1306" fmla="*/ 1788863 h 2631356"/>
              <a:gd name="connsiteX1307" fmla="*/ 9829381 w 11237202"/>
              <a:gd name="connsiteY1307" fmla="*/ 1812114 h 2631356"/>
              <a:gd name="connsiteX1308" fmla="*/ 9765972 w 11237202"/>
              <a:gd name="connsiteY1308" fmla="*/ 1803497 h 2631356"/>
              <a:gd name="connsiteX1309" fmla="*/ 9749689 w 11237202"/>
              <a:gd name="connsiteY1309" fmla="*/ 1780383 h 2631356"/>
              <a:gd name="connsiteX1310" fmla="*/ 9777722 w 11237202"/>
              <a:gd name="connsiteY1310" fmla="*/ 1779853 h 2631356"/>
              <a:gd name="connsiteX1311" fmla="*/ 10086241 w 11237202"/>
              <a:gd name="connsiteY1311" fmla="*/ 1778765 h 2631356"/>
              <a:gd name="connsiteX1312" fmla="*/ 10106524 w 11237202"/>
              <a:gd name="connsiteY1312" fmla="*/ 1781431 h 2631356"/>
              <a:gd name="connsiteX1313" fmla="*/ 10112665 w 11237202"/>
              <a:gd name="connsiteY1313" fmla="*/ 1788749 h 2631356"/>
              <a:gd name="connsiteX1314" fmla="*/ 10092214 w 11237202"/>
              <a:gd name="connsiteY1314" fmla="*/ 1786036 h 2631356"/>
              <a:gd name="connsiteX1315" fmla="*/ 10086241 w 11237202"/>
              <a:gd name="connsiteY1315" fmla="*/ 1778765 h 2631356"/>
              <a:gd name="connsiteX1316" fmla="*/ 7262447 w 11237202"/>
              <a:gd name="connsiteY1316" fmla="*/ 1775878 h 2631356"/>
              <a:gd name="connsiteX1317" fmla="*/ 7294165 w 11237202"/>
              <a:gd name="connsiteY1317" fmla="*/ 1786469 h 2631356"/>
              <a:gd name="connsiteX1318" fmla="*/ 7289553 w 11237202"/>
              <a:gd name="connsiteY1318" fmla="*/ 1813915 h 2631356"/>
              <a:gd name="connsiteX1319" fmla="*/ 7223727 w 11237202"/>
              <a:gd name="connsiteY1319" fmla="*/ 1803725 h 2631356"/>
              <a:gd name="connsiteX1320" fmla="*/ 7228811 w 11237202"/>
              <a:gd name="connsiteY1320" fmla="*/ 1776485 h 2631356"/>
              <a:gd name="connsiteX1321" fmla="*/ 7262447 w 11237202"/>
              <a:gd name="connsiteY1321" fmla="*/ 1775878 h 2631356"/>
              <a:gd name="connsiteX1322" fmla="*/ 10393421 w 11237202"/>
              <a:gd name="connsiteY1322" fmla="*/ 1768028 h 2631356"/>
              <a:gd name="connsiteX1323" fmla="*/ 10400784 w 11237202"/>
              <a:gd name="connsiteY1323" fmla="*/ 1768940 h 2631356"/>
              <a:gd name="connsiteX1324" fmla="*/ 10403173 w 11237202"/>
              <a:gd name="connsiteY1324" fmla="*/ 1771561 h 2631356"/>
              <a:gd name="connsiteX1325" fmla="*/ 10395893 w 11237202"/>
              <a:gd name="connsiteY1325" fmla="*/ 1770604 h 2631356"/>
              <a:gd name="connsiteX1326" fmla="*/ 10393421 w 11237202"/>
              <a:gd name="connsiteY1326" fmla="*/ 1768028 h 2631356"/>
              <a:gd name="connsiteX1327" fmla="*/ 6226874 w 11237202"/>
              <a:gd name="connsiteY1327" fmla="*/ 1767256 h 2631356"/>
              <a:gd name="connsiteX1328" fmla="*/ 6243390 w 11237202"/>
              <a:gd name="connsiteY1328" fmla="*/ 1773545 h 2631356"/>
              <a:gd name="connsiteX1329" fmla="*/ 6234553 w 11237202"/>
              <a:gd name="connsiteY1329" fmla="*/ 1789683 h 2631356"/>
              <a:gd name="connsiteX1330" fmla="*/ 6197903 w 11237202"/>
              <a:gd name="connsiteY1330" fmla="*/ 1783688 h 2631356"/>
              <a:gd name="connsiteX1331" fmla="*/ 6206629 w 11237202"/>
              <a:gd name="connsiteY1331" fmla="*/ 1767617 h 2631356"/>
              <a:gd name="connsiteX1332" fmla="*/ 6226874 w 11237202"/>
              <a:gd name="connsiteY1332" fmla="*/ 1767256 h 2631356"/>
              <a:gd name="connsiteX1333" fmla="*/ 1739108 w 11237202"/>
              <a:gd name="connsiteY1333" fmla="*/ 1766455 h 2631356"/>
              <a:gd name="connsiteX1334" fmla="*/ 1747973 w 11237202"/>
              <a:gd name="connsiteY1334" fmla="*/ 1768348 h 2631356"/>
              <a:gd name="connsiteX1335" fmla="*/ 1736802 w 11237202"/>
              <a:gd name="connsiteY1335" fmla="*/ 1773521 h 2631356"/>
              <a:gd name="connsiteX1336" fmla="*/ 1728049 w 11237202"/>
              <a:gd name="connsiteY1336" fmla="*/ 1771629 h 2631356"/>
              <a:gd name="connsiteX1337" fmla="*/ 1739108 w 11237202"/>
              <a:gd name="connsiteY1337" fmla="*/ 1766455 h 2631356"/>
              <a:gd name="connsiteX1338" fmla="*/ 4868539 w 11237202"/>
              <a:gd name="connsiteY1338" fmla="*/ 1765407 h 2631356"/>
              <a:gd name="connsiteX1339" fmla="*/ 4885963 w 11237202"/>
              <a:gd name="connsiteY1339" fmla="*/ 1768439 h 2631356"/>
              <a:gd name="connsiteX1340" fmla="*/ 4877431 w 11237202"/>
              <a:gd name="connsiteY1340" fmla="*/ 1776736 h 2631356"/>
              <a:gd name="connsiteX1341" fmla="*/ 4859954 w 11237202"/>
              <a:gd name="connsiteY1341" fmla="*/ 1773681 h 2631356"/>
              <a:gd name="connsiteX1342" fmla="*/ 4868539 w 11237202"/>
              <a:gd name="connsiteY1342" fmla="*/ 1765407 h 2631356"/>
              <a:gd name="connsiteX1343" fmla="*/ 5099502 w 11237202"/>
              <a:gd name="connsiteY1343" fmla="*/ 1764928 h 2631356"/>
              <a:gd name="connsiteX1344" fmla="*/ 5112644 w 11237202"/>
              <a:gd name="connsiteY1344" fmla="*/ 1767230 h 2631356"/>
              <a:gd name="connsiteX1345" fmla="*/ 5106782 w 11237202"/>
              <a:gd name="connsiteY1345" fmla="*/ 1773431 h 2631356"/>
              <a:gd name="connsiteX1346" fmla="*/ 5093611 w 11237202"/>
              <a:gd name="connsiteY1346" fmla="*/ 1771151 h 2631356"/>
              <a:gd name="connsiteX1347" fmla="*/ 5099502 w 11237202"/>
              <a:gd name="connsiteY1347" fmla="*/ 1764928 h 2631356"/>
              <a:gd name="connsiteX1348" fmla="*/ 1392276 w 11237202"/>
              <a:gd name="connsiteY1348" fmla="*/ 1760277 h 2631356"/>
              <a:gd name="connsiteX1349" fmla="*/ 1395750 w 11237202"/>
              <a:gd name="connsiteY1349" fmla="*/ 1764084 h 2631356"/>
              <a:gd name="connsiteX1350" fmla="*/ 1373438 w 11237202"/>
              <a:gd name="connsiteY1350" fmla="*/ 1773886 h 2631356"/>
              <a:gd name="connsiteX1351" fmla="*/ 1357210 w 11237202"/>
              <a:gd name="connsiteY1351" fmla="*/ 1770285 h 2631356"/>
              <a:gd name="connsiteX1352" fmla="*/ 1379550 w 11237202"/>
              <a:gd name="connsiteY1352" fmla="*/ 1760505 h 2631356"/>
              <a:gd name="connsiteX1353" fmla="*/ 1392276 w 11237202"/>
              <a:gd name="connsiteY1353" fmla="*/ 1760277 h 2631356"/>
              <a:gd name="connsiteX1354" fmla="*/ 4641135 w 11237202"/>
              <a:gd name="connsiteY1354" fmla="*/ 1760050 h 2631356"/>
              <a:gd name="connsiteX1355" fmla="*/ 4658140 w 11237202"/>
              <a:gd name="connsiteY1355" fmla="*/ 1763059 h 2631356"/>
              <a:gd name="connsiteX1356" fmla="*/ 4648971 w 11237202"/>
              <a:gd name="connsiteY1356" fmla="*/ 1771333 h 2631356"/>
              <a:gd name="connsiteX1357" fmla="*/ 4631937 w 11237202"/>
              <a:gd name="connsiteY1357" fmla="*/ 1768256 h 2631356"/>
              <a:gd name="connsiteX1358" fmla="*/ 4641135 w 11237202"/>
              <a:gd name="connsiteY1358" fmla="*/ 1760050 h 2631356"/>
              <a:gd name="connsiteX1359" fmla="*/ 2139835 w 11237202"/>
              <a:gd name="connsiteY1359" fmla="*/ 1756322 h 2631356"/>
              <a:gd name="connsiteX1360" fmla="*/ 2147181 w 11237202"/>
              <a:gd name="connsiteY1360" fmla="*/ 1762534 h 2631356"/>
              <a:gd name="connsiteX1361" fmla="*/ 2115060 w 11237202"/>
              <a:gd name="connsiteY1361" fmla="*/ 1778559 h 2631356"/>
              <a:gd name="connsiteX1362" fmla="*/ 2087024 w 11237202"/>
              <a:gd name="connsiteY1362" fmla="*/ 1772655 h 2631356"/>
              <a:gd name="connsiteX1363" fmla="*/ 2119423 w 11237202"/>
              <a:gd name="connsiteY1363" fmla="*/ 1756676 h 2631356"/>
              <a:gd name="connsiteX1364" fmla="*/ 2139835 w 11237202"/>
              <a:gd name="connsiteY1364" fmla="*/ 1756322 h 2631356"/>
              <a:gd name="connsiteX1365" fmla="*/ 6849858 w 11237202"/>
              <a:gd name="connsiteY1365" fmla="*/ 1754910 h 2631356"/>
              <a:gd name="connsiteX1366" fmla="*/ 6876256 w 11237202"/>
              <a:gd name="connsiteY1366" fmla="*/ 1764153 h 2631356"/>
              <a:gd name="connsiteX1367" fmla="*/ 6868753 w 11237202"/>
              <a:gd name="connsiteY1367" fmla="*/ 1788043 h 2631356"/>
              <a:gd name="connsiteX1368" fmla="*/ 6812235 w 11237202"/>
              <a:gd name="connsiteY1368" fmla="*/ 1779175 h 2631356"/>
              <a:gd name="connsiteX1369" fmla="*/ 6820211 w 11237202"/>
              <a:gd name="connsiteY1369" fmla="*/ 1755445 h 2631356"/>
              <a:gd name="connsiteX1370" fmla="*/ 6849858 w 11237202"/>
              <a:gd name="connsiteY1370" fmla="*/ 1754910 h 2631356"/>
              <a:gd name="connsiteX1371" fmla="*/ 10684734 w 11237202"/>
              <a:gd name="connsiteY1371" fmla="*/ 1753895 h 2631356"/>
              <a:gd name="connsiteX1372" fmla="*/ 10687820 w 11237202"/>
              <a:gd name="connsiteY1372" fmla="*/ 1754328 h 2631356"/>
              <a:gd name="connsiteX1373" fmla="*/ 10688957 w 11237202"/>
              <a:gd name="connsiteY1373" fmla="*/ 1755308 h 2631356"/>
              <a:gd name="connsiteX1374" fmla="*/ 10685873 w 11237202"/>
              <a:gd name="connsiteY1374" fmla="*/ 1754944 h 2631356"/>
              <a:gd name="connsiteX1375" fmla="*/ 10684734 w 11237202"/>
              <a:gd name="connsiteY1375" fmla="*/ 1753895 h 2631356"/>
              <a:gd name="connsiteX1376" fmla="*/ 5339776 w 11237202"/>
              <a:gd name="connsiteY1376" fmla="*/ 1751787 h 2631356"/>
              <a:gd name="connsiteX1377" fmla="*/ 5350386 w 11237202"/>
              <a:gd name="connsiteY1377" fmla="*/ 1756403 h 2631356"/>
              <a:gd name="connsiteX1378" fmla="*/ 5340161 w 11237202"/>
              <a:gd name="connsiteY1378" fmla="*/ 1768233 h 2631356"/>
              <a:gd name="connsiteX1379" fmla="*/ 5314653 w 11237202"/>
              <a:gd name="connsiteY1379" fmla="*/ 1763857 h 2631356"/>
              <a:gd name="connsiteX1380" fmla="*/ 5324850 w 11237202"/>
              <a:gd name="connsiteY1380" fmla="*/ 1752026 h 2631356"/>
              <a:gd name="connsiteX1381" fmla="*/ 5339776 w 11237202"/>
              <a:gd name="connsiteY1381" fmla="*/ 1751787 h 2631356"/>
              <a:gd name="connsiteX1382" fmla="*/ 1056393 w 11237202"/>
              <a:gd name="connsiteY1382" fmla="*/ 1750148 h 2631356"/>
              <a:gd name="connsiteX1383" fmla="*/ 1060838 w 11237202"/>
              <a:gd name="connsiteY1383" fmla="*/ 1755719 h 2631356"/>
              <a:gd name="connsiteX1384" fmla="*/ 1026272 w 11237202"/>
              <a:gd name="connsiteY1384" fmla="*/ 1770125 h 2631356"/>
              <a:gd name="connsiteX1385" fmla="*/ 1003264 w 11237202"/>
              <a:gd name="connsiteY1385" fmla="*/ 1764791 h 2631356"/>
              <a:gd name="connsiteX1386" fmla="*/ 1037776 w 11237202"/>
              <a:gd name="connsiteY1386" fmla="*/ 1750475 h 2631356"/>
              <a:gd name="connsiteX1387" fmla="*/ 1056393 w 11237202"/>
              <a:gd name="connsiteY1387" fmla="*/ 1750148 h 2631356"/>
              <a:gd name="connsiteX1388" fmla="*/ 704670 w 11237202"/>
              <a:gd name="connsiteY1388" fmla="*/ 1748652 h 2631356"/>
              <a:gd name="connsiteX1389" fmla="*/ 707783 w 11237202"/>
              <a:gd name="connsiteY1389" fmla="*/ 1749382 h 2631356"/>
              <a:gd name="connsiteX1390" fmla="*/ 702669 w 11237202"/>
              <a:gd name="connsiteY1390" fmla="*/ 1751456 h 2631356"/>
              <a:gd name="connsiteX1391" fmla="*/ 699447 w 11237202"/>
              <a:gd name="connsiteY1391" fmla="*/ 1750704 h 2631356"/>
              <a:gd name="connsiteX1392" fmla="*/ 704670 w 11237202"/>
              <a:gd name="connsiteY1392" fmla="*/ 1748652 h 2631356"/>
              <a:gd name="connsiteX1393" fmla="*/ 2534272 w 11237202"/>
              <a:gd name="connsiteY1393" fmla="*/ 1748288 h 2631356"/>
              <a:gd name="connsiteX1394" fmla="*/ 2541862 w 11237202"/>
              <a:gd name="connsiteY1394" fmla="*/ 1754078 h 2631356"/>
              <a:gd name="connsiteX1395" fmla="*/ 2514075 w 11237202"/>
              <a:gd name="connsiteY1395" fmla="*/ 1768963 h 2631356"/>
              <a:gd name="connsiteX1396" fmla="*/ 2487122 w 11237202"/>
              <a:gd name="connsiteY1396" fmla="*/ 1763492 h 2631356"/>
              <a:gd name="connsiteX1397" fmla="*/ 2515158 w 11237202"/>
              <a:gd name="connsiteY1397" fmla="*/ 1748652 h 2631356"/>
              <a:gd name="connsiteX1398" fmla="*/ 2534272 w 11237202"/>
              <a:gd name="connsiteY1398" fmla="*/ 1748288 h 2631356"/>
              <a:gd name="connsiteX1399" fmla="*/ 3552420 w 11237202"/>
              <a:gd name="connsiteY1399" fmla="*/ 1747686 h 2631356"/>
              <a:gd name="connsiteX1400" fmla="*/ 3562073 w 11237202"/>
              <a:gd name="connsiteY1400" fmla="*/ 1753484 h 2631356"/>
              <a:gd name="connsiteX1401" fmla="*/ 3539760 w 11237202"/>
              <a:gd name="connsiteY1401" fmla="*/ 1768370 h 2631356"/>
              <a:gd name="connsiteX1402" fmla="*/ 3510918 w 11237202"/>
              <a:gd name="connsiteY1402" fmla="*/ 1762853 h 2631356"/>
              <a:gd name="connsiteX1403" fmla="*/ 3533535 w 11237202"/>
              <a:gd name="connsiteY1403" fmla="*/ 1747991 h 2631356"/>
              <a:gd name="connsiteX1404" fmla="*/ 3552420 w 11237202"/>
              <a:gd name="connsiteY1404" fmla="*/ 1747686 h 2631356"/>
              <a:gd name="connsiteX1405" fmla="*/ 4418648 w 11237202"/>
              <a:gd name="connsiteY1405" fmla="*/ 1747604 h 2631356"/>
              <a:gd name="connsiteX1406" fmla="*/ 4435459 w 11237202"/>
              <a:gd name="connsiteY1406" fmla="*/ 1750635 h 2631356"/>
              <a:gd name="connsiteX1407" fmla="*/ 4425706 w 11237202"/>
              <a:gd name="connsiteY1407" fmla="*/ 1758796 h 2631356"/>
              <a:gd name="connsiteX1408" fmla="*/ 4408811 w 11237202"/>
              <a:gd name="connsiteY1408" fmla="*/ 1755765 h 2631356"/>
              <a:gd name="connsiteX1409" fmla="*/ 4418648 w 11237202"/>
              <a:gd name="connsiteY1409" fmla="*/ 1747604 h 2631356"/>
              <a:gd name="connsiteX1410" fmla="*/ 5552644 w 11237202"/>
              <a:gd name="connsiteY1410" fmla="*/ 1738417 h 2631356"/>
              <a:gd name="connsiteX1411" fmla="*/ 5570594 w 11237202"/>
              <a:gd name="connsiteY1411" fmla="*/ 1741426 h 2631356"/>
              <a:gd name="connsiteX1412" fmla="*/ 5564231 w 11237202"/>
              <a:gd name="connsiteY1412" fmla="*/ 1749564 h 2631356"/>
              <a:gd name="connsiteX1413" fmla="*/ 5546169 w 11237202"/>
              <a:gd name="connsiteY1413" fmla="*/ 1746555 h 2631356"/>
              <a:gd name="connsiteX1414" fmla="*/ 5552644 w 11237202"/>
              <a:gd name="connsiteY1414" fmla="*/ 1738417 h 2631356"/>
              <a:gd name="connsiteX1415" fmla="*/ 10963517 w 11237202"/>
              <a:gd name="connsiteY1415" fmla="*/ 1737756 h 2631356"/>
              <a:gd name="connsiteX1416" fmla="*/ 10966379 w 11237202"/>
              <a:gd name="connsiteY1416" fmla="*/ 1738121 h 2631356"/>
              <a:gd name="connsiteX1417" fmla="*/ 10967406 w 11237202"/>
              <a:gd name="connsiteY1417" fmla="*/ 1739147 h 2631356"/>
              <a:gd name="connsiteX1418" fmla="*/ 10964489 w 11237202"/>
              <a:gd name="connsiteY1418" fmla="*/ 1738736 h 2631356"/>
              <a:gd name="connsiteX1419" fmla="*/ 10963517 w 11237202"/>
              <a:gd name="connsiteY1419" fmla="*/ 1737756 h 2631356"/>
              <a:gd name="connsiteX1420" fmla="*/ 390740 w 11237202"/>
              <a:gd name="connsiteY1420" fmla="*/ 1736548 h 2631356"/>
              <a:gd name="connsiteX1421" fmla="*/ 392269 w 11237202"/>
              <a:gd name="connsiteY1421" fmla="*/ 1736935 h 2631356"/>
              <a:gd name="connsiteX1422" fmla="*/ 389712 w 11237202"/>
              <a:gd name="connsiteY1422" fmla="*/ 1737892 h 2631356"/>
              <a:gd name="connsiteX1423" fmla="*/ 388071 w 11237202"/>
              <a:gd name="connsiteY1423" fmla="*/ 1737573 h 2631356"/>
              <a:gd name="connsiteX1424" fmla="*/ 390740 w 11237202"/>
              <a:gd name="connsiteY1424" fmla="*/ 1736548 h 2631356"/>
              <a:gd name="connsiteX1425" fmla="*/ 8499960 w 11237202"/>
              <a:gd name="connsiteY1425" fmla="*/ 1730742 h 2631356"/>
              <a:gd name="connsiteX1426" fmla="*/ 8526722 w 11237202"/>
              <a:gd name="connsiteY1426" fmla="*/ 1738440 h 2631356"/>
              <a:gd name="connsiteX1427" fmla="*/ 8532165 w 11237202"/>
              <a:gd name="connsiteY1427" fmla="*/ 1758294 h 2631356"/>
              <a:gd name="connsiteX1428" fmla="*/ 8480567 w 11237202"/>
              <a:gd name="connsiteY1428" fmla="*/ 1750954 h 2631356"/>
              <a:gd name="connsiteX1429" fmla="*/ 8475426 w 11237202"/>
              <a:gd name="connsiteY1429" fmla="*/ 1731214 h 2631356"/>
              <a:gd name="connsiteX1430" fmla="*/ 8499960 w 11237202"/>
              <a:gd name="connsiteY1430" fmla="*/ 1730742 h 2631356"/>
              <a:gd name="connsiteX1431" fmla="*/ 2953550 w 11237202"/>
              <a:gd name="connsiteY1431" fmla="*/ 1728337 h 2631356"/>
              <a:gd name="connsiteX1432" fmla="*/ 2964689 w 11237202"/>
              <a:gd name="connsiteY1432" fmla="*/ 1735819 h 2631356"/>
              <a:gd name="connsiteX1433" fmla="*/ 2931234 w 11237202"/>
              <a:gd name="connsiteY1433" fmla="*/ 1755126 h 2631356"/>
              <a:gd name="connsiteX1434" fmla="*/ 2895167 w 11237202"/>
              <a:gd name="connsiteY1434" fmla="*/ 1747968 h 2631356"/>
              <a:gd name="connsiteX1435" fmla="*/ 2928678 w 11237202"/>
              <a:gd name="connsiteY1435" fmla="*/ 1728753 h 2631356"/>
              <a:gd name="connsiteX1436" fmla="*/ 2953550 w 11237202"/>
              <a:gd name="connsiteY1436" fmla="*/ 1728337 h 2631356"/>
              <a:gd name="connsiteX1437" fmla="*/ 6424909 w 11237202"/>
              <a:gd name="connsiteY1437" fmla="*/ 1727022 h 2631356"/>
              <a:gd name="connsiteX1438" fmla="*/ 6441509 w 11237202"/>
              <a:gd name="connsiteY1438" fmla="*/ 1733106 h 2631356"/>
              <a:gd name="connsiteX1439" fmla="*/ 6434006 w 11237202"/>
              <a:gd name="connsiteY1439" fmla="*/ 1748834 h 2631356"/>
              <a:gd name="connsiteX1440" fmla="*/ 6397300 w 11237202"/>
              <a:gd name="connsiteY1440" fmla="*/ 1742999 h 2631356"/>
              <a:gd name="connsiteX1441" fmla="*/ 6405164 w 11237202"/>
              <a:gd name="connsiteY1441" fmla="*/ 1727384 h 2631356"/>
              <a:gd name="connsiteX1442" fmla="*/ 6424909 w 11237202"/>
              <a:gd name="connsiteY1442" fmla="*/ 1727022 h 2631356"/>
              <a:gd name="connsiteX1443" fmla="*/ 8148438 w 11237202"/>
              <a:gd name="connsiteY1443" fmla="*/ 1725912 h 2631356"/>
              <a:gd name="connsiteX1444" fmla="*/ 8185446 w 11237202"/>
              <a:gd name="connsiteY1444" fmla="*/ 1736959 h 2631356"/>
              <a:gd name="connsiteX1445" fmla="*/ 8189754 w 11237202"/>
              <a:gd name="connsiteY1445" fmla="*/ 1765520 h 2631356"/>
              <a:gd name="connsiteX1446" fmla="*/ 8116731 w 11237202"/>
              <a:gd name="connsiteY1446" fmla="*/ 1754898 h 2631356"/>
              <a:gd name="connsiteX1447" fmla="*/ 8113034 w 11237202"/>
              <a:gd name="connsiteY1447" fmla="*/ 1726541 h 2631356"/>
              <a:gd name="connsiteX1448" fmla="*/ 8148438 w 11237202"/>
              <a:gd name="connsiteY1448" fmla="*/ 1725912 h 2631356"/>
              <a:gd name="connsiteX1449" fmla="*/ 4217759 w 11237202"/>
              <a:gd name="connsiteY1449" fmla="*/ 1725264 h 2631356"/>
              <a:gd name="connsiteX1450" fmla="*/ 4226921 w 11237202"/>
              <a:gd name="connsiteY1450" fmla="*/ 1729960 h 2631356"/>
              <a:gd name="connsiteX1451" fmla="*/ 4211333 w 11237202"/>
              <a:gd name="connsiteY1451" fmla="*/ 1742041 h 2631356"/>
              <a:gd name="connsiteX1452" fmla="*/ 4186714 w 11237202"/>
              <a:gd name="connsiteY1452" fmla="*/ 1737596 h 2631356"/>
              <a:gd name="connsiteX1453" fmla="*/ 4202219 w 11237202"/>
              <a:gd name="connsiteY1453" fmla="*/ 1725561 h 2631356"/>
              <a:gd name="connsiteX1454" fmla="*/ 4217759 w 11237202"/>
              <a:gd name="connsiteY1454" fmla="*/ 1725264 h 2631356"/>
              <a:gd name="connsiteX1455" fmla="*/ 7784626 w 11237202"/>
              <a:gd name="connsiteY1455" fmla="*/ 1724040 h 2631356"/>
              <a:gd name="connsiteX1456" fmla="*/ 7817720 w 11237202"/>
              <a:gd name="connsiteY1456" fmla="*/ 1734223 h 2631356"/>
              <a:gd name="connsiteX1457" fmla="*/ 7818192 w 11237202"/>
              <a:gd name="connsiteY1457" fmla="*/ 1760689 h 2631356"/>
              <a:gd name="connsiteX1458" fmla="*/ 7751698 w 11237202"/>
              <a:gd name="connsiteY1458" fmla="*/ 1750864 h 2631356"/>
              <a:gd name="connsiteX1459" fmla="*/ 7751782 w 11237202"/>
              <a:gd name="connsiteY1459" fmla="*/ 1724627 h 2631356"/>
              <a:gd name="connsiteX1460" fmla="*/ 7784626 w 11237202"/>
              <a:gd name="connsiteY1460" fmla="*/ 1724040 h 2631356"/>
              <a:gd name="connsiteX1461" fmla="*/ 8835436 w 11237202"/>
              <a:gd name="connsiteY1461" fmla="*/ 1721381 h 2631356"/>
              <a:gd name="connsiteX1462" fmla="*/ 8872357 w 11237202"/>
              <a:gd name="connsiteY1462" fmla="*/ 1731578 h 2631356"/>
              <a:gd name="connsiteX1463" fmla="*/ 8882751 w 11237202"/>
              <a:gd name="connsiteY1463" fmla="*/ 1757975 h 2631356"/>
              <a:gd name="connsiteX1464" fmla="*/ 8812672 w 11237202"/>
              <a:gd name="connsiteY1464" fmla="*/ 1748151 h 2631356"/>
              <a:gd name="connsiteX1465" fmla="*/ 8802975 w 11237202"/>
              <a:gd name="connsiteY1465" fmla="*/ 1721936 h 2631356"/>
              <a:gd name="connsiteX1466" fmla="*/ 8835436 w 11237202"/>
              <a:gd name="connsiteY1466" fmla="*/ 1721381 h 2631356"/>
              <a:gd name="connsiteX1467" fmla="*/ 11232908 w 11237202"/>
              <a:gd name="connsiteY1467" fmla="*/ 1720819 h 2631356"/>
              <a:gd name="connsiteX1468" fmla="*/ 11235798 w 11237202"/>
              <a:gd name="connsiteY1468" fmla="*/ 1721229 h 2631356"/>
              <a:gd name="connsiteX1469" fmla="*/ 11237075 w 11237202"/>
              <a:gd name="connsiteY1469" fmla="*/ 1722210 h 2631356"/>
              <a:gd name="connsiteX1470" fmla="*/ 11234102 w 11237202"/>
              <a:gd name="connsiteY1470" fmla="*/ 1721822 h 2631356"/>
              <a:gd name="connsiteX1471" fmla="*/ 11232908 w 11237202"/>
              <a:gd name="connsiteY1471" fmla="*/ 1720819 h 2631356"/>
              <a:gd name="connsiteX1472" fmla="*/ 5772685 w 11237202"/>
              <a:gd name="connsiteY1472" fmla="*/ 1716397 h 2631356"/>
              <a:gd name="connsiteX1473" fmla="*/ 5788468 w 11237202"/>
              <a:gd name="connsiteY1473" fmla="*/ 1718973 h 2631356"/>
              <a:gd name="connsiteX1474" fmla="*/ 5783411 w 11237202"/>
              <a:gd name="connsiteY1474" fmla="*/ 1725971 h 2631356"/>
              <a:gd name="connsiteX1475" fmla="*/ 5767656 w 11237202"/>
              <a:gd name="connsiteY1475" fmla="*/ 1723441 h 2631356"/>
              <a:gd name="connsiteX1476" fmla="*/ 5772685 w 11237202"/>
              <a:gd name="connsiteY1476" fmla="*/ 1716397 h 2631356"/>
              <a:gd name="connsiteX1477" fmla="*/ 7406975 w 11237202"/>
              <a:gd name="connsiteY1477" fmla="*/ 1714149 h 2631356"/>
              <a:gd name="connsiteX1478" fmla="*/ 7440406 w 11237202"/>
              <a:gd name="connsiteY1478" fmla="*/ 1724876 h 2631356"/>
              <a:gd name="connsiteX1479" fmla="*/ 7436960 w 11237202"/>
              <a:gd name="connsiteY1479" fmla="*/ 1752686 h 2631356"/>
              <a:gd name="connsiteX1480" fmla="*/ 7368328 w 11237202"/>
              <a:gd name="connsiteY1480" fmla="*/ 1742361 h 2631356"/>
              <a:gd name="connsiteX1481" fmla="*/ 7372357 w 11237202"/>
              <a:gd name="connsiteY1481" fmla="*/ 1714755 h 2631356"/>
              <a:gd name="connsiteX1482" fmla="*/ 7406975 w 11237202"/>
              <a:gd name="connsiteY1482" fmla="*/ 1714149 h 2631356"/>
              <a:gd name="connsiteX1483" fmla="*/ 9155336 w 11237202"/>
              <a:gd name="connsiteY1483" fmla="*/ 1705672 h 2631356"/>
              <a:gd name="connsiteX1484" fmla="*/ 9210046 w 11237202"/>
              <a:gd name="connsiteY1484" fmla="*/ 1720249 h 2631356"/>
              <a:gd name="connsiteX1485" fmla="*/ 9229859 w 11237202"/>
              <a:gd name="connsiteY1485" fmla="*/ 1758158 h 2631356"/>
              <a:gd name="connsiteX1486" fmla="*/ 9126967 w 11237202"/>
              <a:gd name="connsiteY1486" fmla="*/ 1744047 h 2631356"/>
              <a:gd name="connsiteX1487" fmla="*/ 9108625 w 11237202"/>
              <a:gd name="connsiteY1487" fmla="*/ 1706481 h 2631356"/>
              <a:gd name="connsiteX1488" fmla="*/ 9155336 w 11237202"/>
              <a:gd name="connsiteY1488" fmla="*/ 1705672 h 2631356"/>
              <a:gd name="connsiteX1489" fmla="*/ 3379716 w 11237202"/>
              <a:gd name="connsiteY1489" fmla="*/ 1704213 h 2631356"/>
              <a:gd name="connsiteX1490" fmla="*/ 3389628 w 11237202"/>
              <a:gd name="connsiteY1490" fmla="*/ 1710174 h 2631356"/>
              <a:gd name="connsiteX1491" fmla="*/ 3364926 w 11237202"/>
              <a:gd name="connsiteY1491" fmla="*/ 1725628 h 2631356"/>
              <a:gd name="connsiteX1492" fmla="*/ 3335111 w 11237202"/>
              <a:gd name="connsiteY1492" fmla="*/ 1719907 h 2631356"/>
              <a:gd name="connsiteX1493" fmla="*/ 3359675 w 11237202"/>
              <a:gd name="connsiteY1493" fmla="*/ 1704543 h 2631356"/>
              <a:gd name="connsiteX1494" fmla="*/ 3379716 w 11237202"/>
              <a:gd name="connsiteY1494" fmla="*/ 1704213 h 2631356"/>
              <a:gd name="connsiteX1495" fmla="*/ 7014421 w 11237202"/>
              <a:gd name="connsiteY1495" fmla="*/ 1703190 h 2631356"/>
              <a:gd name="connsiteX1496" fmla="*/ 7037973 w 11237202"/>
              <a:gd name="connsiteY1496" fmla="*/ 1711108 h 2631356"/>
              <a:gd name="connsiteX1497" fmla="*/ 7032555 w 11237202"/>
              <a:gd name="connsiteY1497" fmla="*/ 1731602 h 2631356"/>
              <a:gd name="connsiteX1498" fmla="*/ 6982761 w 11237202"/>
              <a:gd name="connsiteY1498" fmla="*/ 1724011 h 2631356"/>
              <a:gd name="connsiteX1499" fmla="*/ 6988597 w 11237202"/>
              <a:gd name="connsiteY1499" fmla="*/ 1703632 h 2631356"/>
              <a:gd name="connsiteX1500" fmla="*/ 7014421 w 11237202"/>
              <a:gd name="connsiteY1500" fmla="*/ 1703190 h 2631356"/>
              <a:gd name="connsiteX1501" fmla="*/ 4012593 w 11237202"/>
              <a:gd name="connsiteY1501" fmla="*/ 1699845 h 2631356"/>
              <a:gd name="connsiteX1502" fmla="*/ 4021023 w 11237202"/>
              <a:gd name="connsiteY1502" fmla="*/ 1704293 h 2631356"/>
              <a:gd name="connsiteX1503" fmla="*/ 4005574 w 11237202"/>
              <a:gd name="connsiteY1503" fmla="*/ 1715668 h 2631356"/>
              <a:gd name="connsiteX1504" fmla="*/ 3982371 w 11237202"/>
              <a:gd name="connsiteY1504" fmla="*/ 1711474 h 2631356"/>
              <a:gd name="connsiteX1505" fmla="*/ 3997765 w 11237202"/>
              <a:gd name="connsiteY1505" fmla="*/ 1700099 h 2631356"/>
              <a:gd name="connsiteX1506" fmla="*/ 4012593 w 11237202"/>
              <a:gd name="connsiteY1506" fmla="*/ 1699845 h 2631356"/>
              <a:gd name="connsiteX1507" fmla="*/ 9466204 w 11237202"/>
              <a:gd name="connsiteY1507" fmla="*/ 1695771 h 2631356"/>
              <a:gd name="connsiteX1508" fmla="*/ 9522312 w 11237202"/>
              <a:gd name="connsiteY1508" fmla="*/ 1710220 h 2631356"/>
              <a:gd name="connsiteX1509" fmla="*/ 9546320 w 11237202"/>
              <a:gd name="connsiteY1509" fmla="*/ 1747855 h 2631356"/>
              <a:gd name="connsiteX1510" fmla="*/ 9442286 w 11237202"/>
              <a:gd name="connsiteY1510" fmla="*/ 1733858 h 2631356"/>
              <a:gd name="connsiteX1511" fmla="*/ 9419725 w 11237202"/>
              <a:gd name="connsiteY1511" fmla="*/ 1696588 h 2631356"/>
              <a:gd name="connsiteX1512" fmla="*/ 9466204 w 11237202"/>
              <a:gd name="connsiteY1512" fmla="*/ 1695771 h 2631356"/>
              <a:gd name="connsiteX1513" fmla="*/ 2033284 w 11237202"/>
              <a:gd name="connsiteY1513" fmla="*/ 1695334 h 2631356"/>
              <a:gd name="connsiteX1514" fmla="*/ 2043676 w 11237202"/>
              <a:gd name="connsiteY1514" fmla="*/ 1697522 h 2631356"/>
              <a:gd name="connsiteX1515" fmla="*/ 2031395 w 11237202"/>
              <a:gd name="connsiteY1515" fmla="*/ 1703427 h 2631356"/>
              <a:gd name="connsiteX1516" fmla="*/ 2020864 w 11237202"/>
              <a:gd name="connsiteY1516" fmla="*/ 1701261 h 2631356"/>
              <a:gd name="connsiteX1517" fmla="*/ 2033284 w 11237202"/>
              <a:gd name="connsiteY1517" fmla="*/ 1695334 h 2631356"/>
              <a:gd name="connsiteX1518" fmla="*/ 1678450 w 11237202"/>
              <a:gd name="connsiteY1518" fmla="*/ 1694947 h 2631356"/>
              <a:gd name="connsiteX1519" fmla="*/ 1684285 w 11237202"/>
              <a:gd name="connsiteY1519" fmla="*/ 1696223 h 2631356"/>
              <a:gd name="connsiteX1520" fmla="*/ 1676616 w 11237202"/>
              <a:gd name="connsiteY1520" fmla="*/ 1699620 h 2631356"/>
              <a:gd name="connsiteX1521" fmla="*/ 1670836 w 11237202"/>
              <a:gd name="connsiteY1521" fmla="*/ 1698344 h 2631356"/>
              <a:gd name="connsiteX1522" fmla="*/ 1678450 w 11237202"/>
              <a:gd name="connsiteY1522" fmla="*/ 1694947 h 2631356"/>
              <a:gd name="connsiteX1523" fmla="*/ 9773450 w 11237202"/>
              <a:gd name="connsiteY1523" fmla="*/ 1694710 h 2631356"/>
              <a:gd name="connsiteX1524" fmla="*/ 9807236 w 11237202"/>
              <a:gd name="connsiteY1524" fmla="*/ 1703153 h 2631356"/>
              <a:gd name="connsiteX1525" fmla="*/ 9823546 w 11237202"/>
              <a:gd name="connsiteY1525" fmla="*/ 1725014 h 2631356"/>
              <a:gd name="connsiteX1526" fmla="*/ 9761999 w 11237202"/>
              <a:gd name="connsiteY1526" fmla="*/ 1716876 h 2631356"/>
              <a:gd name="connsiteX1527" fmla="*/ 9746355 w 11237202"/>
              <a:gd name="connsiteY1527" fmla="*/ 1695175 h 2631356"/>
              <a:gd name="connsiteX1528" fmla="*/ 9773450 w 11237202"/>
              <a:gd name="connsiteY1528" fmla="*/ 1694710 h 2631356"/>
              <a:gd name="connsiteX1529" fmla="*/ 5984170 w 11237202"/>
              <a:gd name="connsiteY1529" fmla="*/ 1688063 h 2631356"/>
              <a:gd name="connsiteX1530" fmla="*/ 5997617 w 11237202"/>
              <a:gd name="connsiteY1530" fmla="*/ 1690228 h 2631356"/>
              <a:gd name="connsiteX1531" fmla="*/ 5993867 w 11237202"/>
              <a:gd name="connsiteY1531" fmla="*/ 1696087 h 2631356"/>
              <a:gd name="connsiteX1532" fmla="*/ 5980251 w 11237202"/>
              <a:gd name="connsiteY1532" fmla="*/ 1693921 h 2631356"/>
              <a:gd name="connsiteX1533" fmla="*/ 5984170 w 11237202"/>
              <a:gd name="connsiteY1533" fmla="*/ 1688063 h 2631356"/>
              <a:gd name="connsiteX1534" fmla="*/ 10067022 w 11237202"/>
              <a:gd name="connsiteY1534" fmla="*/ 1685866 h 2631356"/>
              <a:gd name="connsiteX1535" fmla="*/ 10091381 w 11237202"/>
              <a:gd name="connsiteY1535" fmla="*/ 1691755 h 2631356"/>
              <a:gd name="connsiteX1536" fmla="*/ 10104357 w 11237202"/>
              <a:gd name="connsiteY1536" fmla="*/ 1707005 h 2631356"/>
              <a:gd name="connsiteX1537" fmla="*/ 10060787 w 11237202"/>
              <a:gd name="connsiteY1537" fmla="*/ 1701374 h 2631356"/>
              <a:gd name="connsiteX1538" fmla="*/ 10048061 w 11237202"/>
              <a:gd name="connsiteY1538" fmla="*/ 1686215 h 2631356"/>
              <a:gd name="connsiteX1539" fmla="*/ 10067022 w 11237202"/>
              <a:gd name="connsiteY1539" fmla="*/ 1685866 h 2631356"/>
              <a:gd name="connsiteX1540" fmla="*/ 1355341 w 11237202"/>
              <a:gd name="connsiteY1540" fmla="*/ 1684452 h 2631356"/>
              <a:gd name="connsiteX1541" fmla="*/ 1358627 w 11237202"/>
              <a:gd name="connsiteY1541" fmla="*/ 1688040 h 2631356"/>
              <a:gd name="connsiteX1542" fmla="*/ 1336704 w 11237202"/>
              <a:gd name="connsiteY1542" fmla="*/ 1697317 h 2631356"/>
              <a:gd name="connsiteX1543" fmla="*/ 1321059 w 11237202"/>
              <a:gd name="connsiteY1543" fmla="*/ 1693899 h 2631356"/>
              <a:gd name="connsiteX1544" fmla="*/ 1343011 w 11237202"/>
              <a:gd name="connsiteY1544" fmla="*/ 1684643 h 2631356"/>
              <a:gd name="connsiteX1545" fmla="*/ 1355341 w 11237202"/>
              <a:gd name="connsiteY1545" fmla="*/ 1684452 h 2631356"/>
              <a:gd name="connsiteX1546" fmla="*/ 2430486 w 11237202"/>
              <a:gd name="connsiteY1546" fmla="*/ 1683019 h 2631356"/>
              <a:gd name="connsiteX1547" fmla="*/ 2440052 w 11237202"/>
              <a:gd name="connsiteY1547" fmla="*/ 1690228 h 2631356"/>
              <a:gd name="connsiteX1548" fmla="*/ 2403623 w 11237202"/>
              <a:gd name="connsiteY1548" fmla="*/ 1708943 h 2631356"/>
              <a:gd name="connsiteX1549" fmla="*/ 2369418 w 11237202"/>
              <a:gd name="connsiteY1549" fmla="*/ 1701991 h 2631356"/>
              <a:gd name="connsiteX1550" fmla="*/ 2406040 w 11237202"/>
              <a:gd name="connsiteY1550" fmla="*/ 1683435 h 2631356"/>
              <a:gd name="connsiteX1551" fmla="*/ 2430486 w 11237202"/>
              <a:gd name="connsiteY1551" fmla="*/ 1683019 h 2631356"/>
              <a:gd name="connsiteX1552" fmla="*/ 6608683 w 11237202"/>
              <a:gd name="connsiteY1552" fmla="*/ 1682858 h 2631356"/>
              <a:gd name="connsiteX1553" fmla="*/ 6624454 w 11237202"/>
              <a:gd name="connsiteY1553" fmla="*/ 1688359 h 2631356"/>
              <a:gd name="connsiteX1554" fmla="*/ 6618397 w 11237202"/>
              <a:gd name="connsiteY1554" fmla="*/ 1702561 h 2631356"/>
              <a:gd name="connsiteX1555" fmla="*/ 6584248 w 11237202"/>
              <a:gd name="connsiteY1555" fmla="*/ 1697318 h 2631356"/>
              <a:gd name="connsiteX1556" fmla="*/ 6590471 w 11237202"/>
              <a:gd name="connsiteY1556" fmla="*/ 1683185 h 2631356"/>
              <a:gd name="connsiteX1557" fmla="*/ 6608683 w 11237202"/>
              <a:gd name="connsiteY1557" fmla="*/ 1682858 h 2631356"/>
              <a:gd name="connsiteX1558" fmla="*/ 10350795 w 11237202"/>
              <a:gd name="connsiteY1558" fmla="*/ 1679582 h 2631356"/>
              <a:gd name="connsiteX1559" fmla="*/ 10360770 w 11237202"/>
              <a:gd name="connsiteY1559" fmla="*/ 1680837 h 2631356"/>
              <a:gd name="connsiteX1560" fmla="*/ 10363828 w 11237202"/>
              <a:gd name="connsiteY1560" fmla="*/ 1684165 h 2631356"/>
              <a:gd name="connsiteX1561" fmla="*/ 10353963 w 11237202"/>
              <a:gd name="connsiteY1561" fmla="*/ 1682934 h 2631356"/>
              <a:gd name="connsiteX1562" fmla="*/ 10350795 w 11237202"/>
              <a:gd name="connsiteY1562" fmla="*/ 1679582 h 2631356"/>
              <a:gd name="connsiteX1563" fmla="*/ 1020242 w 11237202"/>
              <a:gd name="connsiteY1563" fmla="*/ 1678033 h 2631356"/>
              <a:gd name="connsiteX1564" fmla="*/ 1028050 w 11237202"/>
              <a:gd name="connsiteY1564" fmla="*/ 1679833 h 2631356"/>
              <a:gd name="connsiteX1565" fmla="*/ 1016158 w 11237202"/>
              <a:gd name="connsiteY1565" fmla="*/ 1684689 h 2631356"/>
              <a:gd name="connsiteX1566" fmla="*/ 1008182 w 11237202"/>
              <a:gd name="connsiteY1566" fmla="*/ 1682866 h 2631356"/>
              <a:gd name="connsiteX1567" fmla="*/ 1020242 w 11237202"/>
              <a:gd name="connsiteY1567" fmla="*/ 1678033 h 2631356"/>
              <a:gd name="connsiteX1568" fmla="*/ 2819404 w 11237202"/>
              <a:gd name="connsiteY1568" fmla="*/ 1673137 h 2631356"/>
              <a:gd name="connsiteX1569" fmla="*/ 2829980 w 11237202"/>
              <a:gd name="connsiteY1569" fmla="*/ 1680335 h 2631356"/>
              <a:gd name="connsiteX1570" fmla="*/ 2796358 w 11237202"/>
              <a:gd name="connsiteY1570" fmla="*/ 1698867 h 2631356"/>
              <a:gd name="connsiteX1571" fmla="*/ 2761236 w 11237202"/>
              <a:gd name="connsiteY1571" fmla="*/ 1692029 h 2631356"/>
              <a:gd name="connsiteX1572" fmla="*/ 2795051 w 11237202"/>
              <a:gd name="connsiteY1572" fmla="*/ 1673565 h 2631356"/>
              <a:gd name="connsiteX1573" fmla="*/ 2819404 w 11237202"/>
              <a:gd name="connsiteY1573" fmla="*/ 1673137 h 2631356"/>
              <a:gd name="connsiteX1574" fmla="*/ 3806787 w 11237202"/>
              <a:gd name="connsiteY1574" fmla="*/ 1671308 h 2631356"/>
              <a:gd name="connsiteX1575" fmla="*/ 3820597 w 11237202"/>
              <a:gd name="connsiteY1575" fmla="*/ 1673816 h 2631356"/>
              <a:gd name="connsiteX1576" fmla="*/ 3810706 w 11237202"/>
              <a:gd name="connsiteY1576" fmla="*/ 1680540 h 2631356"/>
              <a:gd name="connsiteX1577" fmla="*/ 3796951 w 11237202"/>
              <a:gd name="connsiteY1577" fmla="*/ 1678056 h 2631356"/>
              <a:gd name="connsiteX1578" fmla="*/ 3806787 w 11237202"/>
              <a:gd name="connsiteY1578" fmla="*/ 1671308 h 2631356"/>
              <a:gd name="connsiteX1579" fmla="*/ 712534 w 11237202"/>
              <a:gd name="connsiteY1579" fmla="*/ 1667433 h 2631356"/>
              <a:gd name="connsiteX1580" fmla="*/ 716480 w 11237202"/>
              <a:gd name="connsiteY1580" fmla="*/ 1668321 h 2631356"/>
              <a:gd name="connsiteX1581" fmla="*/ 710062 w 11237202"/>
              <a:gd name="connsiteY1581" fmla="*/ 1670715 h 2631356"/>
              <a:gd name="connsiteX1582" fmla="*/ 706172 w 11237202"/>
              <a:gd name="connsiteY1582" fmla="*/ 1669826 h 2631356"/>
              <a:gd name="connsiteX1583" fmla="*/ 712534 w 11237202"/>
              <a:gd name="connsiteY1583" fmla="*/ 1667433 h 2631356"/>
              <a:gd name="connsiteX1584" fmla="*/ 4901188 w 11237202"/>
              <a:gd name="connsiteY1584" fmla="*/ 1657289 h 2631356"/>
              <a:gd name="connsiteX1585" fmla="*/ 4905301 w 11237202"/>
              <a:gd name="connsiteY1585" fmla="*/ 1657995 h 2631356"/>
              <a:gd name="connsiteX1586" fmla="*/ 4903217 w 11237202"/>
              <a:gd name="connsiteY1586" fmla="*/ 1659865 h 2631356"/>
              <a:gd name="connsiteX1587" fmla="*/ 4899132 w 11237202"/>
              <a:gd name="connsiteY1587" fmla="*/ 1659204 h 2631356"/>
              <a:gd name="connsiteX1588" fmla="*/ 4901188 w 11237202"/>
              <a:gd name="connsiteY1588" fmla="*/ 1657289 h 2631356"/>
              <a:gd name="connsiteX1589" fmla="*/ 3223875 w 11237202"/>
              <a:gd name="connsiteY1589" fmla="*/ 1656178 h 2631356"/>
              <a:gd name="connsiteX1590" fmla="*/ 3234274 w 11237202"/>
              <a:gd name="connsiteY1590" fmla="*/ 1662532 h 2631356"/>
              <a:gd name="connsiteX1591" fmla="*/ 3206709 w 11237202"/>
              <a:gd name="connsiteY1591" fmla="*/ 1678899 h 2631356"/>
              <a:gd name="connsiteX1592" fmla="*/ 3174783 w 11237202"/>
              <a:gd name="connsiteY1592" fmla="*/ 1672812 h 2631356"/>
              <a:gd name="connsiteX1593" fmla="*/ 3202264 w 11237202"/>
              <a:gd name="connsiteY1593" fmla="*/ 1656560 h 2631356"/>
              <a:gd name="connsiteX1594" fmla="*/ 3223875 w 11237202"/>
              <a:gd name="connsiteY1594" fmla="*/ 1656178 h 2631356"/>
              <a:gd name="connsiteX1595" fmla="*/ 7890328 w 11237202"/>
              <a:gd name="connsiteY1595" fmla="*/ 1654494 h 2631356"/>
              <a:gd name="connsiteX1596" fmla="*/ 7926670 w 11237202"/>
              <a:gd name="connsiteY1596" fmla="*/ 1665336 h 2631356"/>
              <a:gd name="connsiteX1597" fmla="*/ 7928198 w 11237202"/>
              <a:gd name="connsiteY1597" fmla="*/ 1693397 h 2631356"/>
              <a:gd name="connsiteX1598" fmla="*/ 7855426 w 11237202"/>
              <a:gd name="connsiteY1598" fmla="*/ 1683002 h 2631356"/>
              <a:gd name="connsiteX1599" fmla="*/ 7854592 w 11237202"/>
              <a:gd name="connsiteY1599" fmla="*/ 1655124 h 2631356"/>
              <a:gd name="connsiteX1600" fmla="*/ 7890328 w 11237202"/>
              <a:gd name="connsiteY1600" fmla="*/ 1654494 h 2631356"/>
              <a:gd name="connsiteX1601" fmla="*/ 8232531 w 11237202"/>
              <a:gd name="connsiteY1601" fmla="*/ 1654345 h 2631356"/>
              <a:gd name="connsiteX1602" fmla="*/ 8268861 w 11237202"/>
              <a:gd name="connsiteY1602" fmla="*/ 1664811 h 2631356"/>
              <a:gd name="connsiteX1603" fmla="*/ 8273919 w 11237202"/>
              <a:gd name="connsiteY1603" fmla="*/ 1691869 h 2631356"/>
              <a:gd name="connsiteX1604" fmla="*/ 8202395 w 11237202"/>
              <a:gd name="connsiteY1604" fmla="*/ 1681862 h 2631356"/>
              <a:gd name="connsiteX1605" fmla="*/ 8198116 w 11237202"/>
              <a:gd name="connsiteY1605" fmla="*/ 1654941 h 2631356"/>
              <a:gd name="connsiteX1606" fmla="*/ 8232531 w 11237202"/>
              <a:gd name="connsiteY1606" fmla="*/ 1654345 h 2631356"/>
              <a:gd name="connsiteX1607" fmla="*/ 418804 w 11237202"/>
              <a:gd name="connsiteY1607" fmla="*/ 1654143 h 2631356"/>
              <a:gd name="connsiteX1608" fmla="*/ 420443 w 11237202"/>
              <a:gd name="connsiteY1608" fmla="*/ 1654462 h 2631356"/>
              <a:gd name="connsiteX1609" fmla="*/ 417776 w 11237202"/>
              <a:gd name="connsiteY1609" fmla="*/ 1655419 h 2631356"/>
              <a:gd name="connsiteX1610" fmla="*/ 416332 w 11237202"/>
              <a:gd name="connsiteY1610" fmla="*/ 1655078 h 2631356"/>
              <a:gd name="connsiteX1611" fmla="*/ 418804 w 11237202"/>
              <a:gd name="connsiteY1611" fmla="*/ 1654143 h 2631356"/>
              <a:gd name="connsiteX1612" fmla="*/ 6183760 w 11237202"/>
              <a:gd name="connsiteY1612" fmla="*/ 1653346 h 2631356"/>
              <a:gd name="connsiteX1613" fmla="*/ 6197319 w 11237202"/>
              <a:gd name="connsiteY1613" fmla="*/ 1655465 h 2631356"/>
              <a:gd name="connsiteX1614" fmla="*/ 6193930 w 11237202"/>
              <a:gd name="connsiteY1614" fmla="*/ 1661209 h 2631356"/>
              <a:gd name="connsiteX1615" fmla="*/ 6180536 w 11237202"/>
              <a:gd name="connsiteY1615" fmla="*/ 1659044 h 2631356"/>
              <a:gd name="connsiteX1616" fmla="*/ 6183760 w 11237202"/>
              <a:gd name="connsiteY1616" fmla="*/ 1653346 h 2631356"/>
              <a:gd name="connsiteX1617" fmla="*/ 7534248 w 11237202"/>
              <a:gd name="connsiteY1617" fmla="*/ 1651759 h 2631356"/>
              <a:gd name="connsiteX1618" fmla="*/ 7567196 w 11237202"/>
              <a:gd name="connsiteY1618" fmla="*/ 1661985 h 2631356"/>
              <a:gd name="connsiteX1619" fmla="*/ 7565362 w 11237202"/>
              <a:gd name="connsiteY1619" fmla="*/ 1688564 h 2631356"/>
              <a:gd name="connsiteX1620" fmla="*/ 7497841 w 11237202"/>
              <a:gd name="connsiteY1620" fmla="*/ 1678648 h 2631356"/>
              <a:gd name="connsiteX1621" fmla="*/ 7500425 w 11237202"/>
              <a:gd name="connsiteY1621" fmla="*/ 1652320 h 2631356"/>
              <a:gd name="connsiteX1622" fmla="*/ 7534248 w 11237202"/>
              <a:gd name="connsiteY1622" fmla="*/ 1651759 h 2631356"/>
              <a:gd name="connsiteX1623" fmla="*/ 4681730 w 11237202"/>
              <a:gd name="connsiteY1623" fmla="*/ 1651089 h 2631356"/>
              <a:gd name="connsiteX1624" fmla="*/ 4689039 w 11237202"/>
              <a:gd name="connsiteY1624" fmla="*/ 1652320 h 2631356"/>
              <a:gd name="connsiteX1625" fmla="*/ 4685176 w 11237202"/>
              <a:gd name="connsiteY1625" fmla="*/ 1655625 h 2631356"/>
              <a:gd name="connsiteX1626" fmla="*/ 4677869 w 11237202"/>
              <a:gd name="connsiteY1626" fmla="*/ 1654417 h 2631356"/>
              <a:gd name="connsiteX1627" fmla="*/ 4681730 w 11237202"/>
              <a:gd name="connsiteY1627" fmla="*/ 1651089 h 2631356"/>
              <a:gd name="connsiteX1628" fmla="*/ 8561249 w 11237202"/>
              <a:gd name="connsiteY1628" fmla="*/ 1649904 h 2631356"/>
              <a:gd name="connsiteX1629" fmla="*/ 8598965 w 11237202"/>
              <a:gd name="connsiteY1629" fmla="*/ 1660321 h 2631356"/>
              <a:gd name="connsiteX1630" fmla="*/ 8607164 w 11237202"/>
              <a:gd name="connsiteY1630" fmla="*/ 1687333 h 2631356"/>
              <a:gd name="connsiteX1631" fmla="*/ 8534472 w 11237202"/>
              <a:gd name="connsiteY1631" fmla="*/ 1677304 h 2631356"/>
              <a:gd name="connsiteX1632" fmla="*/ 8526971 w 11237202"/>
              <a:gd name="connsiteY1632" fmla="*/ 1650496 h 2631356"/>
              <a:gd name="connsiteX1633" fmla="*/ 8561249 w 11237202"/>
              <a:gd name="connsiteY1633" fmla="*/ 1649904 h 2631356"/>
              <a:gd name="connsiteX1634" fmla="*/ 7163493 w 11237202"/>
              <a:gd name="connsiteY1634" fmla="*/ 1645874 h 2631356"/>
              <a:gd name="connsiteX1635" fmla="*/ 7188632 w 11237202"/>
              <a:gd name="connsiteY1635" fmla="*/ 1654052 h 2631356"/>
              <a:gd name="connsiteX1636" fmla="*/ 7184132 w 11237202"/>
              <a:gd name="connsiteY1636" fmla="*/ 1675115 h 2631356"/>
              <a:gd name="connsiteX1637" fmla="*/ 7131476 w 11237202"/>
              <a:gd name="connsiteY1637" fmla="*/ 1667296 h 2631356"/>
              <a:gd name="connsiteX1638" fmla="*/ 7136394 w 11237202"/>
              <a:gd name="connsiteY1638" fmla="*/ 1646348 h 2631356"/>
              <a:gd name="connsiteX1639" fmla="*/ 7163493 w 11237202"/>
              <a:gd name="connsiteY1639" fmla="*/ 1645874 h 2631356"/>
              <a:gd name="connsiteX1640" fmla="*/ 5341633 w 11237202"/>
              <a:gd name="connsiteY1640" fmla="*/ 1645777 h 2631356"/>
              <a:gd name="connsiteX1641" fmla="*/ 5346940 w 11237202"/>
              <a:gd name="connsiteY1641" fmla="*/ 1646643 h 2631356"/>
              <a:gd name="connsiteX1642" fmla="*/ 5344689 w 11237202"/>
              <a:gd name="connsiteY1642" fmla="*/ 1648969 h 2631356"/>
              <a:gd name="connsiteX1643" fmla="*/ 5339438 w 11237202"/>
              <a:gd name="connsiteY1643" fmla="*/ 1648147 h 2631356"/>
              <a:gd name="connsiteX1644" fmla="*/ 5341633 w 11237202"/>
              <a:gd name="connsiteY1644" fmla="*/ 1645777 h 2631356"/>
              <a:gd name="connsiteX1645" fmla="*/ 8877742 w 11237202"/>
              <a:gd name="connsiteY1645" fmla="*/ 1643920 h 2631356"/>
              <a:gd name="connsiteX1646" fmla="*/ 8913758 w 11237202"/>
              <a:gd name="connsiteY1646" fmla="*/ 1653574 h 2631356"/>
              <a:gd name="connsiteX1647" fmla="*/ 8924403 w 11237202"/>
              <a:gd name="connsiteY1647" fmla="*/ 1678466 h 2631356"/>
              <a:gd name="connsiteX1648" fmla="*/ 8856102 w 11237202"/>
              <a:gd name="connsiteY1648" fmla="*/ 1669257 h 2631356"/>
              <a:gd name="connsiteX1649" fmla="*/ 8846182 w 11237202"/>
              <a:gd name="connsiteY1649" fmla="*/ 1644455 h 2631356"/>
              <a:gd name="connsiteX1650" fmla="*/ 8877742 w 11237202"/>
              <a:gd name="connsiteY1650" fmla="*/ 1643920 h 2631356"/>
              <a:gd name="connsiteX1651" fmla="*/ 4468775 w 11237202"/>
              <a:gd name="connsiteY1651" fmla="*/ 1639737 h 2631356"/>
              <a:gd name="connsiteX1652" fmla="*/ 4472999 w 11237202"/>
              <a:gd name="connsiteY1652" fmla="*/ 1640421 h 2631356"/>
              <a:gd name="connsiteX1653" fmla="*/ 4470636 w 11237202"/>
              <a:gd name="connsiteY1653" fmla="*/ 1642290 h 2631356"/>
              <a:gd name="connsiteX1654" fmla="*/ 4466580 w 11237202"/>
              <a:gd name="connsiteY1654" fmla="*/ 1641606 h 2631356"/>
              <a:gd name="connsiteX1655" fmla="*/ 4468775 w 11237202"/>
              <a:gd name="connsiteY1655" fmla="*/ 1639737 h 2631356"/>
              <a:gd name="connsiteX1656" fmla="*/ 6777836 w 11237202"/>
              <a:gd name="connsiteY1656" fmla="*/ 1633312 h 2631356"/>
              <a:gd name="connsiteX1657" fmla="*/ 6794758 w 11237202"/>
              <a:gd name="connsiteY1657" fmla="*/ 1639008 h 2631356"/>
              <a:gd name="connsiteX1658" fmla="*/ 6789478 w 11237202"/>
              <a:gd name="connsiteY1658" fmla="*/ 1653665 h 2631356"/>
              <a:gd name="connsiteX1659" fmla="*/ 6753300 w 11237202"/>
              <a:gd name="connsiteY1659" fmla="*/ 1648263 h 2631356"/>
              <a:gd name="connsiteX1660" fmla="*/ 6758746 w 11237202"/>
              <a:gd name="connsiteY1660" fmla="*/ 1633651 h 2631356"/>
              <a:gd name="connsiteX1661" fmla="*/ 6777836 w 11237202"/>
              <a:gd name="connsiteY1661" fmla="*/ 1633312 h 2631356"/>
              <a:gd name="connsiteX1662" fmla="*/ 3627509 w 11237202"/>
              <a:gd name="connsiteY1662" fmla="*/ 1631849 h 2631356"/>
              <a:gd name="connsiteX1663" fmla="*/ 3647516 w 11237202"/>
              <a:gd name="connsiteY1663" fmla="*/ 1635451 h 2631356"/>
              <a:gd name="connsiteX1664" fmla="*/ 3632288 w 11237202"/>
              <a:gd name="connsiteY1664" fmla="*/ 1645322 h 2631356"/>
              <a:gd name="connsiteX1665" fmla="*/ 3612310 w 11237202"/>
              <a:gd name="connsiteY1665" fmla="*/ 1641697 h 2631356"/>
              <a:gd name="connsiteX1666" fmla="*/ 3627509 w 11237202"/>
              <a:gd name="connsiteY1666" fmla="*/ 1631849 h 2631356"/>
              <a:gd name="connsiteX1667" fmla="*/ 9180233 w 11237202"/>
              <a:gd name="connsiteY1667" fmla="*/ 1630981 h 2631356"/>
              <a:gd name="connsiteX1668" fmla="*/ 9224301 w 11237202"/>
              <a:gd name="connsiteY1668" fmla="*/ 1642358 h 2631356"/>
              <a:gd name="connsiteX1669" fmla="*/ 9240278 w 11237202"/>
              <a:gd name="connsiteY1669" fmla="*/ 1671901 h 2631356"/>
              <a:gd name="connsiteX1670" fmla="*/ 9157892 w 11237202"/>
              <a:gd name="connsiteY1670" fmla="*/ 1660913 h 2631356"/>
              <a:gd name="connsiteX1671" fmla="*/ 9142748 w 11237202"/>
              <a:gd name="connsiteY1671" fmla="*/ 1631622 h 2631356"/>
              <a:gd name="connsiteX1672" fmla="*/ 9180233 w 11237202"/>
              <a:gd name="connsiteY1672" fmla="*/ 1630981 h 2631356"/>
              <a:gd name="connsiteX1673" fmla="*/ 5558729 w 11237202"/>
              <a:gd name="connsiteY1673" fmla="*/ 1630527 h 2631356"/>
              <a:gd name="connsiteX1674" fmla="*/ 5560786 w 11237202"/>
              <a:gd name="connsiteY1674" fmla="*/ 1630937 h 2631356"/>
              <a:gd name="connsiteX1675" fmla="*/ 5560035 w 11237202"/>
              <a:gd name="connsiteY1675" fmla="*/ 1631849 h 2631356"/>
              <a:gd name="connsiteX1676" fmla="*/ 5557868 w 11237202"/>
              <a:gd name="connsiteY1676" fmla="*/ 1631508 h 2631356"/>
              <a:gd name="connsiteX1677" fmla="*/ 5558729 w 11237202"/>
              <a:gd name="connsiteY1677" fmla="*/ 1630527 h 2631356"/>
              <a:gd name="connsiteX1678" fmla="*/ 1965624 w 11237202"/>
              <a:gd name="connsiteY1678" fmla="*/ 1625285 h 2631356"/>
              <a:gd name="connsiteX1679" fmla="*/ 1979962 w 11237202"/>
              <a:gd name="connsiteY1679" fmla="*/ 1628225 h 2631356"/>
              <a:gd name="connsiteX1680" fmla="*/ 1962818 w 11237202"/>
              <a:gd name="connsiteY1680" fmla="*/ 1636158 h 2631356"/>
              <a:gd name="connsiteX1681" fmla="*/ 1948314 w 11237202"/>
              <a:gd name="connsiteY1681" fmla="*/ 1633263 h 2631356"/>
              <a:gd name="connsiteX1682" fmla="*/ 1965624 w 11237202"/>
              <a:gd name="connsiteY1682" fmla="*/ 1625285 h 2631356"/>
              <a:gd name="connsiteX1683" fmla="*/ 1633602 w 11237202"/>
              <a:gd name="connsiteY1683" fmla="*/ 1622823 h 2631356"/>
              <a:gd name="connsiteX1684" fmla="*/ 1639438 w 11237202"/>
              <a:gd name="connsiteY1684" fmla="*/ 1624008 h 2631356"/>
              <a:gd name="connsiteX1685" fmla="*/ 1631908 w 11237202"/>
              <a:gd name="connsiteY1685" fmla="*/ 1627267 h 2631356"/>
              <a:gd name="connsiteX1686" fmla="*/ 1626239 w 11237202"/>
              <a:gd name="connsiteY1686" fmla="*/ 1626059 h 2631356"/>
              <a:gd name="connsiteX1687" fmla="*/ 1633602 w 11237202"/>
              <a:gd name="connsiteY1687" fmla="*/ 1622823 h 2631356"/>
              <a:gd name="connsiteX1688" fmla="*/ 2336776 w 11237202"/>
              <a:gd name="connsiteY1688" fmla="*/ 1620272 h 2631356"/>
              <a:gd name="connsiteX1689" fmla="*/ 2345327 w 11237202"/>
              <a:gd name="connsiteY1689" fmla="*/ 1626812 h 2631356"/>
              <a:gd name="connsiteX1690" fmla="*/ 2311094 w 11237202"/>
              <a:gd name="connsiteY1690" fmla="*/ 1643703 h 2631356"/>
              <a:gd name="connsiteX1691" fmla="*/ 2279723 w 11237202"/>
              <a:gd name="connsiteY1691" fmla="*/ 1637458 h 2631356"/>
              <a:gd name="connsiteX1692" fmla="*/ 2314095 w 11237202"/>
              <a:gd name="connsiteY1692" fmla="*/ 1620657 h 2631356"/>
              <a:gd name="connsiteX1693" fmla="*/ 2336776 w 11237202"/>
              <a:gd name="connsiteY1693" fmla="*/ 1620272 h 2631356"/>
              <a:gd name="connsiteX1694" fmla="*/ 4261681 w 11237202"/>
              <a:gd name="connsiteY1694" fmla="*/ 1618013 h 2631356"/>
              <a:gd name="connsiteX1695" fmla="*/ 4273574 w 11237202"/>
              <a:gd name="connsiteY1695" fmla="*/ 1620042 h 2631356"/>
              <a:gd name="connsiteX1696" fmla="*/ 4266266 w 11237202"/>
              <a:gd name="connsiteY1696" fmla="*/ 1625604 h 2631356"/>
              <a:gd name="connsiteX1697" fmla="*/ 4254262 w 11237202"/>
              <a:gd name="connsiteY1697" fmla="*/ 1623552 h 2631356"/>
              <a:gd name="connsiteX1698" fmla="*/ 4261681 w 11237202"/>
              <a:gd name="connsiteY1698" fmla="*/ 1618013 h 2631356"/>
              <a:gd name="connsiteX1699" fmla="*/ 2700276 w 11237202"/>
              <a:gd name="connsiteY1699" fmla="*/ 1616808 h 2631356"/>
              <a:gd name="connsiteX1700" fmla="*/ 2709109 w 11237202"/>
              <a:gd name="connsiteY1700" fmla="*/ 1622959 h 2631356"/>
              <a:gd name="connsiteX1701" fmla="*/ 2679099 w 11237202"/>
              <a:gd name="connsiteY1701" fmla="*/ 1638825 h 2631356"/>
              <a:gd name="connsiteX1702" fmla="*/ 2648645 w 11237202"/>
              <a:gd name="connsiteY1702" fmla="*/ 1632944 h 2631356"/>
              <a:gd name="connsiteX1703" fmla="*/ 2678876 w 11237202"/>
              <a:gd name="connsiteY1703" fmla="*/ 1617169 h 2631356"/>
              <a:gd name="connsiteX1704" fmla="*/ 2700276 w 11237202"/>
              <a:gd name="connsiteY1704" fmla="*/ 1616808 h 2631356"/>
              <a:gd name="connsiteX1705" fmla="*/ 9470633 w 11237202"/>
              <a:gd name="connsiteY1705" fmla="*/ 1616283 h 2631356"/>
              <a:gd name="connsiteX1706" fmla="*/ 9522979 w 11237202"/>
              <a:gd name="connsiteY1706" fmla="*/ 1629365 h 2631356"/>
              <a:gd name="connsiteX1707" fmla="*/ 9545236 w 11237202"/>
              <a:gd name="connsiteY1707" fmla="*/ 1663397 h 2631356"/>
              <a:gd name="connsiteX1708" fmla="*/ 9448399 w 11237202"/>
              <a:gd name="connsiteY1708" fmla="*/ 1650747 h 2631356"/>
              <a:gd name="connsiteX1709" fmla="*/ 9427477 w 11237202"/>
              <a:gd name="connsiteY1709" fmla="*/ 1617032 h 2631356"/>
              <a:gd name="connsiteX1710" fmla="*/ 9470633 w 11237202"/>
              <a:gd name="connsiteY1710" fmla="*/ 1616283 h 2631356"/>
              <a:gd name="connsiteX1711" fmla="*/ 6370707 w 11237202"/>
              <a:gd name="connsiteY1711" fmla="*/ 1613545 h 2631356"/>
              <a:gd name="connsiteX1712" fmla="*/ 6384072 w 11237202"/>
              <a:gd name="connsiteY1712" fmla="*/ 1615573 h 2631356"/>
              <a:gd name="connsiteX1713" fmla="*/ 6381322 w 11237202"/>
              <a:gd name="connsiteY1713" fmla="*/ 1621135 h 2631356"/>
              <a:gd name="connsiteX1714" fmla="*/ 6367817 w 11237202"/>
              <a:gd name="connsiteY1714" fmla="*/ 1619084 h 2631356"/>
              <a:gd name="connsiteX1715" fmla="*/ 6370707 w 11237202"/>
              <a:gd name="connsiteY1715" fmla="*/ 1613545 h 2631356"/>
              <a:gd name="connsiteX1716" fmla="*/ 1320059 w 11237202"/>
              <a:gd name="connsiteY1716" fmla="*/ 1610901 h 2631356"/>
              <a:gd name="connsiteX1717" fmla="*/ 1332730 w 11237202"/>
              <a:gd name="connsiteY1717" fmla="*/ 1613614 h 2631356"/>
              <a:gd name="connsiteX1718" fmla="*/ 1315002 w 11237202"/>
              <a:gd name="connsiteY1718" fmla="*/ 1620976 h 2631356"/>
              <a:gd name="connsiteX1719" fmla="*/ 1302108 w 11237202"/>
              <a:gd name="connsiteY1719" fmla="*/ 1618287 h 2631356"/>
              <a:gd name="connsiteX1720" fmla="*/ 1320059 w 11237202"/>
              <a:gd name="connsiteY1720" fmla="*/ 1610901 h 2631356"/>
              <a:gd name="connsiteX1721" fmla="*/ 10030224 w 11237202"/>
              <a:gd name="connsiteY1721" fmla="*/ 1607733 h 2631356"/>
              <a:gd name="connsiteX1722" fmla="*/ 10051897 w 11237202"/>
              <a:gd name="connsiteY1722" fmla="*/ 1610468 h 2631356"/>
              <a:gd name="connsiteX1723" fmla="*/ 10058231 w 11237202"/>
              <a:gd name="connsiteY1723" fmla="*/ 1617854 h 2631356"/>
              <a:gd name="connsiteX1724" fmla="*/ 10036475 w 11237202"/>
              <a:gd name="connsiteY1724" fmla="*/ 1615119 h 2631356"/>
              <a:gd name="connsiteX1725" fmla="*/ 10030224 w 11237202"/>
              <a:gd name="connsiteY1725" fmla="*/ 1607733 h 2631356"/>
              <a:gd name="connsiteX1726" fmla="*/ 5768212 w 11237202"/>
              <a:gd name="connsiteY1726" fmla="*/ 1607709 h 2631356"/>
              <a:gd name="connsiteX1727" fmla="*/ 5770463 w 11237202"/>
              <a:gd name="connsiteY1727" fmla="*/ 1608051 h 2631356"/>
              <a:gd name="connsiteX1728" fmla="*/ 5769740 w 11237202"/>
              <a:gd name="connsiteY1728" fmla="*/ 1609009 h 2631356"/>
              <a:gd name="connsiteX1729" fmla="*/ 5767545 w 11237202"/>
              <a:gd name="connsiteY1729" fmla="*/ 1608644 h 2631356"/>
              <a:gd name="connsiteX1730" fmla="*/ 5768212 w 11237202"/>
              <a:gd name="connsiteY1730" fmla="*/ 1607709 h 2631356"/>
              <a:gd name="connsiteX1731" fmla="*/ 9755520 w 11237202"/>
              <a:gd name="connsiteY1731" fmla="*/ 1607698 h 2631356"/>
              <a:gd name="connsiteX1732" fmla="*/ 9799401 w 11237202"/>
              <a:gd name="connsiteY1732" fmla="*/ 1618332 h 2631356"/>
              <a:gd name="connsiteX1733" fmla="*/ 9820433 w 11237202"/>
              <a:gd name="connsiteY1733" fmla="*/ 1645914 h 2631356"/>
              <a:gd name="connsiteX1734" fmla="*/ 9740547 w 11237202"/>
              <a:gd name="connsiteY1734" fmla="*/ 1635679 h 2631356"/>
              <a:gd name="connsiteX1735" fmla="*/ 9720290 w 11237202"/>
              <a:gd name="connsiteY1735" fmla="*/ 1608279 h 2631356"/>
              <a:gd name="connsiteX1736" fmla="*/ 9755520 w 11237202"/>
              <a:gd name="connsiteY1736" fmla="*/ 1607698 h 2631356"/>
              <a:gd name="connsiteX1737" fmla="*/ 3081670 w 11237202"/>
              <a:gd name="connsiteY1737" fmla="*/ 1606610 h 2631356"/>
              <a:gd name="connsiteX1738" fmla="*/ 3090562 w 11237202"/>
              <a:gd name="connsiteY1738" fmla="*/ 1612177 h 2631356"/>
              <a:gd name="connsiteX1739" fmla="*/ 3065276 w 11237202"/>
              <a:gd name="connsiteY1739" fmla="*/ 1626538 h 2631356"/>
              <a:gd name="connsiteX1740" fmla="*/ 3036906 w 11237202"/>
              <a:gd name="connsiteY1740" fmla="*/ 1621227 h 2631356"/>
              <a:gd name="connsiteX1741" fmla="*/ 3062359 w 11237202"/>
              <a:gd name="connsiteY1741" fmla="*/ 1606957 h 2631356"/>
              <a:gd name="connsiteX1742" fmla="*/ 3081670 w 11237202"/>
              <a:gd name="connsiteY1742" fmla="*/ 1606610 h 2631356"/>
              <a:gd name="connsiteX1743" fmla="*/ 1019298 w 11237202"/>
              <a:gd name="connsiteY1743" fmla="*/ 1600437 h 2631356"/>
              <a:gd name="connsiteX1744" fmla="*/ 1028690 w 11237202"/>
              <a:gd name="connsiteY1744" fmla="*/ 1602443 h 2631356"/>
              <a:gd name="connsiteX1745" fmla="*/ 1014491 w 11237202"/>
              <a:gd name="connsiteY1745" fmla="*/ 1607960 h 2631356"/>
              <a:gd name="connsiteX1746" fmla="*/ 1005182 w 11237202"/>
              <a:gd name="connsiteY1746" fmla="*/ 1605931 h 2631356"/>
              <a:gd name="connsiteX1747" fmla="*/ 1019298 w 11237202"/>
              <a:gd name="connsiteY1747" fmla="*/ 1600437 h 2631356"/>
              <a:gd name="connsiteX1748" fmla="*/ 10302892 w 11237202"/>
              <a:gd name="connsiteY1748" fmla="*/ 1595515 h 2631356"/>
              <a:gd name="connsiteX1749" fmla="*/ 10312368 w 11237202"/>
              <a:gd name="connsiteY1749" fmla="*/ 1596722 h 2631356"/>
              <a:gd name="connsiteX1750" fmla="*/ 10315451 w 11237202"/>
              <a:gd name="connsiteY1750" fmla="*/ 1599891 h 2631356"/>
              <a:gd name="connsiteX1751" fmla="*/ 10305893 w 11237202"/>
              <a:gd name="connsiteY1751" fmla="*/ 1598706 h 2631356"/>
              <a:gd name="connsiteX1752" fmla="*/ 10302892 w 11237202"/>
              <a:gd name="connsiteY1752" fmla="*/ 1595515 h 2631356"/>
              <a:gd name="connsiteX1753" fmla="*/ 4067898 w 11237202"/>
              <a:gd name="connsiteY1753" fmla="*/ 1594922 h 2631356"/>
              <a:gd name="connsiteX1754" fmla="*/ 4071677 w 11237202"/>
              <a:gd name="connsiteY1754" fmla="*/ 1595560 h 2631356"/>
              <a:gd name="connsiteX1755" fmla="*/ 4069259 w 11237202"/>
              <a:gd name="connsiteY1755" fmla="*/ 1597406 h 2631356"/>
              <a:gd name="connsiteX1756" fmla="*/ 4065396 w 11237202"/>
              <a:gd name="connsiteY1756" fmla="*/ 1596722 h 2631356"/>
              <a:gd name="connsiteX1757" fmla="*/ 4067898 w 11237202"/>
              <a:gd name="connsiteY1757" fmla="*/ 1594922 h 2631356"/>
              <a:gd name="connsiteX1758" fmla="*/ 3465374 w 11237202"/>
              <a:gd name="connsiteY1758" fmla="*/ 1592003 h 2631356"/>
              <a:gd name="connsiteX1759" fmla="*/ 3478351 w 11237202"/>
              <a:gd name="connsiteY1759" fmla="*/ 1594374 h 2631356"/>
              <a:gd name="connsiteX1760" fmla="*/ 3468098 w 11237202"/>
              <a:gd name="connsiteY1760" fmla="*/ 1600734 h 2631356"/>
              <a:gd name="connsiteX1761" fmla="*/ 3454927 w 11237202"/>
              <a:gd name="connsiteY1761" fmla="*/ 1598386 h 2631356"/>
              <a:gd name="connsiteX1762" fmla="*/ 3465374 w 11237202"/>
              <a:gd name="connsiteY1762" fmla="*/ 1592003 h 2631356"/>
              <a:gd name="connsiteX1763" fmla="*/ 731457 w 11237202"/>
              <a:gd name="connsiteY1763" fmla="*/ 1588857 h 2631356"/>
              <a:gd name="connsiteX1764" fmla="*/ 735069 w 11237202"/>
              <a:gd name="connsiteY1764" fmla="*/ 1589701 h 2631356"/>
              <a:gd name="connsiteX1765" fmla="*/ 729039 w 11237202"/>
              <a:gd name="connsiteY1765" fmla="*/ 1591957 h 2631356"/>
              <a:gd name="connsiteX1766" fmla="*/ 725316 w 11237202"/>
              <a:gd name="connsiteY1766" fmla="*/ 1591160 h 2631356"/>
              <a:gd name="connsiteX1767" fmla="*/ 731457 w 11237202"/>
              <a:gd name="connsiteY1767" fmla="*/ 1588857 h 2631356"/>
              <a:gd name="connsiteX1768" fmla="*/ 7644967 w 11237202"/>
              <a:gd name="connsiteY1768" fmla="*/ 1588220 h 2631356"/>
              <a:gd name="connsiteX1769" fmla="*/ 7677703 w 11237202"/>
              <a:gd name="connsiteY1769" fmla="*/ 1597976 h 2631356"/>
              <a:gd name="connsiteX1770" fmla="*/ 7676787 w 11237202"/>
              <a:gd name="connsiteY1770" fmla="*/ 1623301 h 2631356"/>
              <a:gd name="connsiteX1771" fmla="*/ 7610404 w 11237202"/>
              <a:gd name="connsiteY1771" fmla="*/ 1613909 h 2631356"/>
              <a:gd name="connsiteX1772" fmla="*/ 7611877 w 11237202"/>
              <a:gd name="connsiteY1772" fmla="*/ 1588789 h 2631356"/>
              <a:gd name="connsiteX1773" fmla="*/ 7644967 w 11237202"/>
              <a:gd name="connsiteY1773" fmla="*/ 1588220 h 2631356"/>
              <a:gd name="connsiteX1774" fmla="*/ 7295652 w 11237202"/>
              <a:gd name="connsiteY1774" fmla="*/ 1586505 h 2631356"/>
              <a:gd name="connsiteX1775" fmla="*/ 7322452 w 11237202"/>
              <a:gd name="connsiteY1775" fmla="*/ 1594808 h 2631356"/>
              <a:gd name="connsiteX1776" fmla="*/ 7318812 w 11237202"/>
              <a:gd name="connsiteY1776" fmla="*/ 1616371 h 2631356"/>
              <a:gd name="connsiteX1777" fmla="*/ 7263322 w 11237202"/>
              <a:gd name="connsiteY1777" fmla="*/ 1608371 h 2631356"/>
              <a:gd name="connsiteX1778" fmla="*/ 7267351 w 11237202"/>
              <a:gd name="connsiteY1778" fmla="*/ 1586989 h 2631356"/>
              <a:gd name="connsiteX1779" fmla="*/ 7295652 w 11237202"/>
              <a:gd name="connsiteY1779" fmla="*/ 1586505 h 2631356"/>
              <a:gd name="connsiteX1780" fmla="*/ 7979618 w 11237202"/>
              <a:gd name="connsiteY1780" fmla="*/ 1585861 h 2631356"/>
              <a:gd name="connsiteX1781" fmla="*/ 8017226 w 11237202"/>
              <a:gd name="connsiteY1781" fmla="*/ 1596677 h 2631356"/>
              <a:gd name="connsiteX1782" fmla="*/ 8019839 w 11237202"/>
              <a:gd name="connsiteY1782" fmla="*/ 1624737 h 2631356"/>
              <a:gd name="connsiteX1783" fmla="*/ 7944870 w 11237202"/>
              <a:gd name="connsiteY1783" fmla="*/ 1614342 h 2631356"/>
              <a:gd name="connsiteX1784" fmla="*/ 7943008 w 11237202"/>
              <a:gd name="connsiteY1784" fmla="*/ 1586465 h 2631356"/>
              <a:gd name="connsiteX1785" fmla="*/ 7979618 w 11237202"/>
              <a:gd name="connsiteY1785" fmla="*/ 1585861 h 2631356"/>
              <a:gd name="connsiteX1786" fmla="*/ 8300698 w 11237202"/>
              <a:gd name="connsiteY1786" fmla="*/ 1581395 h 2631356"/>
              <a:gd name="connsiteX1787" fmla="*/ 8340217 w 11237202"/>
              <a:gd name="connsiteY1787" fmla="*/ 1592345 h 2631356"/>
              <a:gd name="connsiteX1788" fmla="*/ 8346497 w 11237202"/>
              <a:gd name="connsiteY1788" fmla="*/ 1620794 h 2631356"/>
              <a:gd name="connsiteX1789" fmla="*/ 8269083 w 11237202"/>
              <a:gd name="connsiteY1789" fmla="*/ 1610216 h 2631356"/>
              <a:gd name="connsiteX1790" fmla="*/ 8263720 w 11237202"/>
              <a:gd name="connsiteY1790" fmla="*/ 1582019 h 2631356"/>
              <a:gd name="connsiteX1791" fmla="*/ 8300698 w 11237202"/>
              <a:gd name="connsiteY1791" fmla="*/ 1581395 h 2631356"/>
              <a:gd name="connsiteX1792" fmla="*/ 10563475 w 11237202"/>
              <a:gd name="connsiteY1792" fmla="*/ 1581313 h 2631356"/>
              <a:gd name="connsiteX1793" fmla="*/ 10566335 w 11237202"/>
              <a:gd name="connsiteY1793" fmla="*/ 1581609 h 2631356"/>
              <a:gd name="connsiteX1794" fmla="*/ 10567309 w 11237202"/>
              <a:gd name="connsiteY1794" fmla="*/ 1582521 h 2631356"/>
              <a:gd name="connsiteX1795" fmla="*/ 10564363 w 11237202"/>
              <a:gd name="connsiteY1795" fmla="*/ 1582202 h 2631356"/>
              <a:gd name="connsiteX1796" fmla="*/ 10563475 w 11237202"/>
              <a:gd name="connsiteY1796" fmla="*/ 1581313 h 2631356"/>
              <a:gd name="connsiteX1797" fmla="*/ 6931585 w 11237202"/>
              <a:gd name="connsiteY1797" fmla="*/ 1579056 h 2631356"/>
              <a:gd name="connsiteX1798" fmla="*/ 6952252 w 11237202"/>
              <a:gd name="connsiteY1798" fmla="*/ 1585735 h 2631356"/>
              <a:gd name="connsiteX1799" fmla="*/ 6946834 w 11237202"/>
              <a:gd name="connsiteY1799" fmla="*/ 1603014 h 2631356"/>
              <a:gd name="connsiteX1800" fmla="*/ 6903125 w 11237202"/>
              <a:gd name="connsiteY1800" fmla="*/ 1596631 h 2631356"/>
              <a:gd name="connsiteX1801" fmla="*/ 6908627 w 11237202"/>
              <a:gd name="connsiteY1801" fmla="*/ 1579420 h 2631356"/>
              <a:gd name="connsiteX1802" fmla="*/ 6931585 w 11237202"/>
              <a:gd name="connsiteY1802" fmla="*/ 1579056 h 2631356"/>
              <a:gd name="connsiteX1803" fmla="*/ 8610081 w 11237202"/>
              <a:gd name="connsiteY1803" fmla="*/ 1577247 h 2631356"/>
              <a:gd name="connsiteX1804" fmla="*/ 8644814 w 11237202"/>
              <a:gd name="connsiteY1804" fmla="*/ 1586579 h 2631356"/>
              <a:gd name="connsiteX1805" fmla="*/ 8652928 w 11237202"/>
              <a:gd name="connsiteY1805" fmla="*/ 1610719 h 2631356"/>
              <a:gd name="connsiteX1806" fmla="*/ 8585932 w 11237202"/>
              <a:gd name="connsiteY1806" fmla="*/ 1601760 h 2631356"/>
              <a:gd name="connsiteX1807" fmla="*/ 8578513 w 11237202"/>
              <a:gd name="connsiteY1807" fmla="*/ 1577780 h 2631356"/>
              <a:gd name="connsiteX1808" fmla="*/ 8610081 w 11237202"/>
              <a:gd name="connsiteY1808" fmla="*/ 1577247 h 2631356"/>
              <a:gd name="connsiteX1809" fmla="*/ 456483 w 11237202"/>
              <a:gd name="connsiteY1809" fmla="*/ 1574428 h 2631356"/>
              <a:gd name="connsiteX1810" fmla="*/ 457982 w 11237202"/>
              <a:gd name="connsiteY1810" fmla="*/ 1574748 h 2631356"/>
              <a:gd name="connsiteX1811" fmla="*/ 455399 w 11237202"/>
              <a:gd name="connsiteY1811" fmla="*/ 1575637 h 2631356"/>
              <a:gd name="connsiteX1812" fmla="*/ 453981 w 11237202"/>
              <a:gd name="connsiteY1812" fmla="*/ 1575318 h 2631356"/>
              <a:gd name="connsiteX1813" fmla="*/ 456483 w 11237202"/>
              <a:gd name="connsiteY1813" fmla="*/ 1574428 h 2631356"/>
              <a:gd name="connsiteX1814" fmla="*/ 6543346 w 11237202"/>
              <a:gd name="connsiteY1814" fmla="*/ 1569231 h 2631356"/>
              <a:gd name="connsiteX1815" fmla="*/ 6556656 w 11237202"/>
              <a:gd name="connsiteY1815" fmla="*/ 1571237 h 2631356"/>
              <a:gd name="connsiteX1816" fmla="*/ 6554210 w 11237202"/>
              <a:gd name="connsiteY1816" fmla="*/ 1576594 h 2631356"/>
              <a:gd name="connsiteX1817" fmla="*/ 6540817 w 11237202"/>
              <a:gd name="connsiteY1817" fmla="*/ 1574610 h 2631356"/>
              <a:gd name="connsiteX1818" fmla="*/ 6543346 w 11237202"/>
              <a:gd name="connsiteY1818" fmla="*/ 1569231 h 2631356"/>
              <a:gd name="connsiteX1819" fmla="*/ 8907003 w 11237202"/>
              <a:gd name="connsiteY1819" fmla="*/ 1568206 h 2631356"/>
              <a:gd name="connsiteX1820" fmla="*/ 8942046 w 11237202"/>
              <a:gd name="connsiteY1820" fmla="*/ 1577323 h 2631356"/>
              <a:gd name="connsiteX1821" fmla="*/ 8952576 w 11237202"/>
              <a:gd name="connsiteY1821" fmla="*/ 1600848 h 2631356"/>
              <a:gd name="connsiteX1822" fmla="*/ 8886140 w 11237202"/>
              <a:gd name="connsiteY1822" fmla="*/ 1592140 h 2631356"/>
              <a:gd name="connsiteX1823" fmla="*/ 8876193 w 11237202"/>
              <a:gd name="connsiteY1823" fmla="*/ 1568730 h 2631356"/>
              <a:gd name="connsiteX1824" fmla="*/ 8907003 w 11237202"/>
              <a:gd name="connsiteY1824" fmla="*/ 1568206 h 2631356"/>
              <a:gd name="connsiteX1825" fmla="*/ 3884952 w 11237202"/>
              <a:gd name="connsiteY1825" fmla="*/ 1562415 h 2631356"/>
              <a:gd name="connsiteX1826" fmla="*/ 3891620 w 11237202"/>
              <a:gd name="connsiteY1826" fmla="*/ 1563532 h 2631356"/>
              <a:gd name="connsiteX1827" fmla="*/ 3886980 w 11237202"/>
              <a:gd name="connsiteY1827" fmla="*/ 1566632 h 2631356"/>
              <a:gd name="connsiteX1828" fmla="*/ 3880339 w 11237202"/>
              <a:gd name="connsiteY1828" fmla="*/ 1565492 h 2631356"/>
              <a:gd name="connsiteX1829" fmla="*/ 3884952 w 11237202"/>
              <a:gd name="connsiteY1829" fmla="*/ 1562415 h 2631356"/>
              <a:gd name="connsiteX1830" fmla="*/ 2603555 w 11237202"/>
              <a:gd name="connsiteY1830" fmla="*/ 1556050 h 2631356"/>
              <a:gd name="connsiteX1831" fmla="*/ 2612995 w 11237202"/>
              <a:gd name="connsiteY1831" fmla="*/ 1562598 h 2631356"/>
              <a:gd name="connsiteX1832" fmla="*/ 2579429 w 11237202"/>
              <a:gd name="connsiteY1832" fmla="*/ 1579604 h 2631356"/>
              <a:gd name="connsiteX1833" fmla="*/ 2546556 w 11237202"/>
              <a:gd name="connsiteY1833" fmla="*/ 1573312 h 2631356"/>
              <a:gd name="connsiteX1834" fmla="*/ 2580234 w 11237202"/>
              <a:gd name="connsiteY1834" fmla="*/ 1556443 h 2631356"/>
              <a:gd name="connsiteX1835" fmla="*/ 2603555 w 11237202"/>
              <a:gd name="connsiteY1835" fmla="*/ 1556050 h 2631356"/>
              <a:gd name="connsiteX1836" fmla="*/ 2261311 w 11237202"/>
              <a:gd name="connsiteY1836" fmla="*/ 1556030 h 2631356"/>
              <a:gd name="connsiteX1837" fmla="*/ 2269526 w 11237202"/>
              <a:gd name="connsiteY1837" fmla="*/ 1562278 h 2631356"/>
              <a:gd name="connsiteX1838" fmla="*/ 2235543 w 11237202"/>
              <a:gd name="connsiteY1838" fmla="*/ 1578349 h 2631356"/>
              <a:gd name="connsiteX1839" fmla="*/ 2205061 w 11237202"/>
              <a:gd name="connsiteY1839" fmla="*/ 1572399 h 2631356"/>
              <a:gd name="connsiteX1840" fmla="*/ 2239238 w 11237202"/>
              <a:gd name="connsiteY1840" fmla="*/ 1556397 h 2631356"/>
              <a:gd name="connsiteX1841" fmla="*/ 2261311 w 11237202"/>
              <a:gd name="connsiteY1841" fmla="*/ 1556030 h 2631356"/>
              <a:gd name="connsiteX1842" fmla="*/ 1928231 w 11237202"/>
              <a:gd name="connsiteY1842" fmla="*/ 1554982 h 2631356"/>
              <a:gd name="connsiteX1843" fmla="*/ 1933003 w 11237202"/>
              <a:gd name="connsiteY1843" fmla="*/ 1558973 h 2631356"/>
              <a:gd name="connsiteX1844" fmla="*/ 1910024 w 11237202"/>
              <a:gd name="connsiteY1844" fmla="*/ 1569163 h 2631356"/>
              <a:gd name="connsiteX1845" fmla="*/ 1891128 w 11237202"/>
              <a:gd name="connsiteY1845" fmla="*/ 1565379 h 2631356"/>
              <a:gd name="connsiteX1846" fmla="*/ 1914081 w 11237202"/>
              <a:gd name="connsiteY1846" fmla="*/ 1555212 h 2631356"/>
              <a:gd name="connsiteX1847" fmla="*/ 1928231 w 11237202"/>
              <a:gd name="connsiteY1847" fmla="*/ 1554982 h 2631356"/>
              <a:gd name="connsiteX1848" fmla="*/ 9191063 w 11237202"/>
              <a:gd name="connsiteY1848" fmla="*/ 1554013 h 2631356"/>
              <a:gd name="connsiteX1849" fmla="*/ 9233777 w 11237202"/>
              <a:gd name="connsiteY1849" fmla="*/ 1564718 h 2631356"/>
              <a:gd name="connsiteX1850" fmla="*/ 9249448 w 11237202"/>
              <a:gd name="connsiteY1850" fmla="*/ 1592551 h 2631356"/>
              <a:gd name="connsiteX1851" fmla="*/ 9169284 w 11237202"/>
              <a:gd name="connsiteY1851" fmla="*/ 1582225 h 2631356"/>
              <a:gd name="connsiteX1852" fmla="*/ 9154642 w 11237202"/>
              <a:gd name="connsiteY1852" fmla="*/ 1554643 h 2631356"/>
              <a:gd name="connsiteX1853" fmla="*/ 9191063 w 11237202"/>
              <a:gd name="connsiteY1853" fmla="*/ 1554013 h 2631356"/>
              <a:gd name="connsiteX1854" fmla="*/ 2958694 w 11237202"/>
              <a:gd name="connsiteY1854" fmla="*/ 1553129 h 2631356"/>
              <a:gd name="connsiteX1855" fmla="*/ 2967106 w 11237202"/>
              <a:gd name="connsiteY1855" fmla="*/ 1558449 h 2631356"/>
              <a:gd name="connsiteX1856" fmla="*/ 2941682 w 11237202"/>
              <a:gd name="connsiteY1856" fmla="*/ 1572263 h 2631356"/>
              <a:gd name="connsiteX1857" fmla="*/ 2914284 w 11237202"/>
              <a:gd name="connsiteY1857" fmla="*/ 1567156 h 2631356"/>
              <a:gd name="connsiteX1858" fmla="*/ 2939736 w 11237202"/>
              <a:gd name="connsiteY1858" fmla="*/ 1553434 h 2631356"/>
              <a:gd name="connsiteX1859" fmla="*/ 2958694 w 11237202"/>
              <a:gd name="connsiteY1859" fmla="*/ 1553129 h 2631356"/>
              <a:gd name="connsiteX1860" fmla="*/ 1603705 w 11237202"/>
              <a:gd name="connsiteY1860" fmla="*/ 1551473 h 2631356"/>
              <a:gd name="connsiteX1861" fmla="*/ 1609344 w 11237202"/>
              <a:gd name="connsiteY1861" fmla="*/ 1552613 h 2631356"/>
              <a:gd name="connsiteX1862" fmla="*/ 1602093 w 11237202"/>
              <a:gd name="connsiteY1862" fmla="*/ 1555713 h 2631356"/>
              <a:gd name="connsiteX1863" fmla="*/ 1596480 w 11237202"/>
              <a:gd name="connsiteY1863" fmla="*/ 1554551 h 2631356"/>
              <a:gd name="connsiteX1864" fmla="*/ 1603705 w 11237202"/>
              <a:gd name="connsiteY1864" fmla="*/ 1551473 h 2631356"/>
              <a:gd name="connsiteX1865" fmla="*/ 3318718 w 11237202"/>
              <a:gd name="connsiteY1865" fmla="*/ 1544407 h 2631356"/>
              <a:gd name="connsiteX1866" fmla="*/ 3335834 w 11237202"/>
              <a:gd name="connsiteY1866" fmla="*/ 1547485 h 2631356"/>
              <a:gd name="connsiteX1867" fmla="*/ 3321580 w 11237202"/>
              <a:gd name="connsiteY1867" fmla="*/ 1555805 h 2631356"/>
              <a:gd name="connsiteX1868" fmla="*/ 3304380 w 11237202"/>
              <a:gd name="connsiteY1868" fmla="*/ 1552728 h 2631356"/>
              <a:gd name="connsiteX1869" fmla="*/ 3318718 w 11237202"/>
              <a:gd name="connsiteY1869" fmla="*/ 1544407 h 2631356"/>
              <a:gd name="connsiteX1870" fmla="*/ 1310834 w 11237202"/>
              <a:gd name="connsiteY1870" fmla="*/ 1537545 h 2631356"/>
              <a:gd name="connsiteX1871" fmla="*/ 1323310 w 11237202"/>
              <a:gd name="connsiteY1871" fmla="*/ 1540144 h 2631356"/>
              <a:gd name="connsiteX1872" fmla="*/ 1305888 w 11237202"/>
              <a:gd name="connsiteY1872" fmla="*/ 1547119 h 2631356"/>
              <a:gd name="connsiteX1873" fmla="*/ 1293495 w 11237202"/>
              <a:gd name="connsiteY1873" fmla="*/ 1544566 h 2631356"/>
              <a:gd name="connsiteX1874" fmla="*/ 1310834 w 11237202"/>
              <a:gd name="connsiteY1874" fmla="*/ 1537545 h 2631356"/>
              <a:gd name="connsiteX1875" fmla="*/ 9463444 w 11237202"/>
              <a:gd name="connsiteY1875" fmla="*/ 1537526 h 2631356"/>
              <a:gd name="connsiteX1876" fmla="*/ 9516228 w 11237202"/>
              <a:gd name="connsiteY1876" fmla="*/ 1550356 h 2631356"/>
              <a:gd name="connsiteX1877" fmla="*/ 9538734 w 11237202"/>
              <a:gd name="connsiteY1877" fmla="*/ 1583729 h 2631356"/>
              <a:gd name="connsiteX1878" fmla="*/ 9440870 w 11237202"/>
              <a:gd name="connsiteY1878" fmla="*/ 1571305 h 2631356"/>
              <a:gd name="connsiteX1879" fmla="*/ 9419641 w 11237202"/>
              <a:gd name="connsiteY1879" fmla="*/ 1538252 h 2631356"/>
              <a:gd name="connsiteX1880" fmla="*/ 9463444 w 11237202"/>
              <a:gd name="connsiteY1880" fmla="*/ 1537526 h 2631356"/>
              <a:gd name="connsiteX1881" fmla="*/ 9735285 w 11237202"/>
              <a:gd name="connsiteY1881" fmla="*/ 1532873 h 2631356"/>
              <a:gd name="connsiteX1882" fmla="*/ 9768306 w 11237202"/>
              <a:gd name="connsiteY1882" fmla="*/ 1540691 h 2631356"/>
              <a:gd name="connsiteX1883" fmla="*/ 9784089 w 11237202"/>
              <a:gd name="connsiteY1883" fmla="*/ 1560888 h 2631356"/>
              <a:gd name="connsiteX1884" fmla="*/ 9723710 w 11237202"/>
              <a:gd name="connsiteY1884" fmla="*/ 1553434 h 2631356"/>
              <a:gd name="connsiteX1885" fmla="*/ 9708537 w 11237202"/>
              <a:gd name="connsiteY1885" fmla="*/ 1533328 h 2631356"/>
              <a:gd name="connsiteX1886" fmla="*/ 9735285 w 11237202"/>
              <a:gd name="connsiteY1886" fmla="*/ 1532873 h 2631356"/>
              <a:gd name="connsiteX1887" fmla="*/ 7410900 w 11237202"/>
              <a:gd name="connsiteY1887" fmla="*/ 1526582 h 2631356"/>
              <a:gd name="connsiteX1888" fmla="*/ 7437544 w 11237202"/>
              <a:gd name="connsiteY1888" fmla="*/ 1534537 h 2631356"/>
              <a:gd name="connsiteX1889" fmla="*/ 7434904 w 11237202"/>
              <a:gd name="connsiteY1889" fmla="*/ 1555121 h 2631356"/>
              <a:gd name="connsiteX1890" fmla="*/ 7380387 w 11237202"/>
              <a:gd name="connsiteY1890" fmla="*/ 1547485 h 2631356"/>
              <a:gd name="connsiteX1891" fmla="*/ 7383361 w 11237202"/>
              <a:gd name="connsiteY1891" fmla="*/ 1527037 h 2631356"/>
              <a:gd name="connsiteX1892" fmla="*/ 7410900 w 11237202"/>
              <a:gd name="connsiteY1892" fmla="*/ 1526582 h 2631356"/>
              <a:gd name="connsiteX1893" fmla="*/ 1029468 w 11237202"/>
              <a:gd name="connsiteY1893" fmla="*/ 1526079 h 2631356"/>
              <a:gd name="connsiteX1894" fmla="*/ 1037026 w 11237202"/>
              <a:gd name="connsiteY1894" fmla="*/ 1527675 h 2631356"/>
              <a:gd name="connsiteX1895" fmla="*/ 1025800 w 11237202"/>
              <a:gd name="connsiteY1895" fmla="*/ 1531984 h 2631356"/>
              <a:gd name="connsiteX1896" fmla="*/ 1018131 w 11237202"/>
              <a:gd name="connsiteY1896" fmla="*/ 1530411 h 2631356"/>
              <a:gd name="connsiteX1897" fmla="*/ 1029468 w 11237202"/>
              <a:gd name="connsiteY1897" fmla="*/ 1526079 h 2631356"/>
              <a:gd name="connsiteX1898" fmla="*/ 9985126 w 11237202"/>
              <a:gd name="connsiteY1898" fmla="*/ 1525624 h 2631356"/>
              <a:gd name="connsiteX1899" fmla="*/ 10015245 w 11237202"/>
              <a:gd name="connsiteY1899" fmla="*/ 1529271 h 2631356"/>
              <a:gd name="connsiteX1900" fmla="*/ 10023971 w 11237202"/>
              <a:gd name="connsiteY1900" fmla="*/ 1539233 h 2631356"/>
              <a:gd name="connsiteX1901" fmla="*/ 9993739 w 11237202"/>
              <a:gd name="connsiteY1901" fmla="*/ 1535562 h 2631356"/>
              <a:gd name="connsiteX1902" fmla="*/ 9985126 w 11237202"/>
              <a:gd name="connsiteY1902" fmla="*/ 1525624 h 2631356"/>
              <a:gd name="connsiteX1903" fmla="*/ 3716982 w 11237202"/>
              <a:gd name="connsiteY1903" fmla="*/ 1525510 h 2631356"/>
              <a:gd name="connsiteX1904" fmla="*/ 3723318 w 11237202"/>
              <a:gd name="connsiteY1904" fmla="*/ 1526627 h 2631356"/>
              <a:gd name="connsiteX1905" fmla="*/ 3718677 w 11237202"/>
              <a:gd name="connsiteY1905" fmla="*/ 1529636 h 2631356"/>
              <a:gd name="connsiteX1906" fmla="*/ 3712120 w 11237202"/>
              <a:gd name="connsiteY1906" fmla="*/ 1528541 h 2631356"/>
              <a:gd name="connsiteX1907" fmla="*/ 3716982 w 11237202"/>
              <a:gd name="connsiteY1907" fmla="*/ 1525510 h 2631356"/>
              <a:gd name="connsiteX1908" fmla="*/ 7067907 w 11237202"/>
              <a:gd name="connsiteY1908" fmla="*/ 1524177 h 2631356"/>
              <a:gd name="connsiteX1909" fmla="*/ 7088935 w 11237202"/>
              <a:gd name="connsiteY1909" fmla="*/ 1530753 h 2631356"/>
              <a:gd name="connsiteX1910" fmla="*/ 7084627 w 11237202"/>
              <a:gd name="connsiteY1910" fmla="*/ 1547758 h 2631356"/>
              <a:gd name="connsiteX1911" fmla="*/ 7040225 w 11237202"/>
              <a:gd name="connsiteY1911" fmla="*/ 1541443 h 2631356"/>
              <a:gd name="connsiteX1912" fmla="*/ 7044920 w 11237202"/>
              <a:gd name="connsiteY1912" fmla="*/ 1524575 h 2631356"/>
              <a:gd name="connsiteX1913" fmla="*/ 7067907 w 11237202"/>
              <a:gd name="connsiteY1913" fmla="*/ 1524177 h 2631356"/>
              <a:gd name="connsiteX1914" fmla="*/ 7739184 w 11237202"/>
              <a:gd name="connsiteY1914" fmla="*/ 1523789 h 2631356"/>
              <a:gd name="connsiteX1915" fmla="*/ 7771982 w 11237202"/>
              <a:gd name="connsiteY1915" fmla="*/ 1533237 h 2631356"/>
              <a:gd name="connsiteX1916" fmla="*/ 7771955 w 11237202"/>
              <a:gd name="connsiteY1916" fmla="*/ 1557719 h 2631356"/>
              <a:gd name="connsiteX1917" fmla="*/ 7705795 w 11237202"/>
              <a:gd name="connsiteY1917" fmla="*/ 1548647 h 2631356"/>
              <a:gd name="connsiteX1918" fmla="*/ 7706323 w 11237202"/>
              <a:gd name="connsiteY1918" fmla="*/ 1524324 h 2631356"/>
              <a:gd name="connsiteX1919" fmla="*/ 7739184 w 11237202"/>
              <a:gd name="connsiteY1919" fmla="*/ 1523789 h 2631356"/>
              <a:gd name="connsiteX1920" fmla="*/ 6699560 w 11237202"/>
              <a:gd name="connsiteY1920" fmla="*/ 1520655 h 2631356"/>
              <a:gd name="connsiteX1921" fmla="*/ 6715066 w 11237202"/>
              <a:gd name="connsiteY1921" fmla="*/ 1522889 h 2631356"/>
              <a:gd name="connsiteX1922" fmla="*/ 6712509 w 11237202"/>
              <a:gd name="connsiteY1922" fmla="*/ 1528906 h 2631356"/>
              <a:gd name="connsiteX1923" fmla="*/ 6697033 w 11237202"/>
              <a:gd name="connsiteY1923" fmla="*/ 1526696 h 2631356"/>
              <a:gd name="connsiteX1924" fmla="*/ 6699560 w 11237202"/>
              <a:gd name="connsiteY1924" fmla="*/ 1520655 h 2631356"/>
              <a:gd name="connsiteX1925" fmla="*/ 8053315 w 11237202"/>
              <a:gd name="connsiteY1925" fmla="*/ 1518406 h 2631356"/>
              <a:gd name="connsiteX1926" fmla="*/ 8090277 w 11237202"/>
              <a:gd name="connsiteY1926" fmla="*/ 1528678 h 2631356"/>
              <a:gd name="connsiteX1927" fmla="*/ 8093584 w 11237202"/>
              <a:gd name="connsiteY1927" fmla="*/ 1555326 h 2631356"/>
              <a:gd name="connsiteX1928" fmla="*/ 8020367 w 11237202"/>
              <a:gd name="connsiteY1928" fmla="*/ 1545410 h 2631356"/>
              <a:gd name="connsiteX1929" fmla="*/ 8017809 w 11237202"/>
              <a:gd name="connsiteY1929" fmla="*/ 1518990 h 2631356"/>
              <a:gd name="connsiteX1930" fmla="*/ 8053315 w 11237202"/>
              <a:gd name="connsiteY1930" fmla="*/ 1518406 h 2631356"/>
              <a:gd name="connsiteX1931" fmla="*/ 10245762 w 11237202"/>
              <a:gd name="connsiteY1931" fmla="*/ 1514204 h 2631356"/>
              <a:gd name="connsiteX1932" fmla="*/ 10258933 w 11237202"/>
              <a:gd name="connsiteY1932" fmla="*/ 1515777 h 2631356"/>
              <a:gd name="connsiteX1933" fmla="*/ 10263044 w 11237202"/>
              <a:gd name="connsiteY1933" fmla="*/ 1520062 h 2631356"/>
              <a:gd name="connsiteX1934" fmla="*/ 10249958 w 11237202"/>
              <a:gd name="connsiteY1934" fmla="*/ 1518512 h 2631356"/>
              <a:gd name="connsiteX1935" fmla="*/ 10245762 w 11237202"/>
              <a:gd name="connsiteY1935" fmla="*/ 1514204 h 2631356"/>
              <a:gd name="connsiteX1936" fmla="*/ 760188 w 11237202"/>
              <a:gd name="connsiteY1936" fmla="*/ 1513018 h 2631356"/>
              <a:gd name="connsiteX1937" fmla="*/ 763106 w 11237202"/>
              <a:gd name="connsiteY1937" fmla="*/ 1513611 h 2631356"/>
              <a:gd name="connsiteX1938" fmla="*/ 758465 w 11237202"/>
              <a:gd name="connsiteY1938" fmla="*/ 1515320 h 2631356"/>
              <a:gd name="connsiteX1939" fmla="*/ 755409 w 11237202"/>
              <a:gd name="connsiteY1939" fmla="*/ 1514728 h 2631356"/>
              <a:gd name="connsiteX1940" fmla="*/ 760188 w 11237202"/>
              <a:gd name="connsiteY1940" fmla="*/ 1513018 h 2631356"/>
              <a:gd name="connsiteX1941" fmla="*/ 8354573 w 11237202"/>
              <a:gd name="connsiteY1941" fmla="*/ 1511067 h 2631356"/>
              <a:gd name="connsiteX1942" fmla="*/ 8393763 w 11237202"/>
              <a:gd name="connsiteY1942" fmla="*/ 1521589 h 2631356"/>
              <a:gd name="connsiteX1943" fmla="*/ 8400598 w 11237202"/>
              <a:gd name="connsiteY1943" fmla="*/ 1548921 h 2631356"/>
              <a:gd name="connsiteX1944" fmla="*/ 8323934 w 11237202"/>
              <a:gd name="connsiteY1944" fmla="*/ 1538777 h 2631356"/>
              <a:gd name="connsiteX1945" fmla="*/ 8317905 w 11237202"/>
              <a:gd name="connsiteY1945" fmla="*/ 1511673 h 2631356"/>
              <a:gd name="connsiteX1946" fmla="*/ 8354573 w 11237202"/>
              <a:gd name="connsiteY1946" fmla="*/ 1511067 h 2631356"/>
              <a:gd name="connsiteX1947" fmla="*/ 8644421 w 11237202"/>
              <a:gd name="connsiteY1947" fmla="*/ 1503240 h 2631356"/>
              <a:gd name="connsiteX1948" fmla="*/ 8682214 w 11237202"/>
              <a:gd name="connsiteY1948" fmla="*/ 1513064 h 2631356"/>
              <a:gd name="connsiteX1949" fmla="*/ 8691356 w 11237202"/>
              <a:gd name="connsiteY1949" fmla="*/ 1538481 h 2631356"/>
              <a:gd name="connsiteX1950" fmla="*/ 8618721 w 11237202"/>
              <a:gd name="connsiteY1950" fmla="*/ 1529044 h 2631356"/>
              <a:gd name="connsiteX1951" fmla="*/ 8610192 w 11237202"/>
              <a:gd name="connsiteY1951" fmla="*/ 1503809 h 2631356"/>
              <a:gd name="connsiteX1952" fmla="*/ 8644421 w 11237202"/>
              <a:gd name="connsiteY1952" fmla="*/ 1503240 h 2631356"/>
              <a:gd name="connsiteX1953" fmla="*/ 10494815 w 11237202"/>
              <a:gd name="connsiteY1953" fmla="*/ 1500709 h 2631356"/>
              <a:gd name="connsiteX1954" fmla="*/ 10497648 w 11237202"/>
              <a:gd name="connsiteY1954" fmla="*/ 1501074 h 2631356"/>
              <a:gd name="connsiteX1955" fmla="*/ 10498426 w 11237202"/>
              <a:gd name="connsiteY1955" fmla="*/ 1501894 h 2631356"/>
              <a:gd name="connsiteX1956" fmla="*/ 10495842 w 11237202"/>
              <a:gd name="connsiteY1956" fmla="*/ 1501576 h 2631356"/>
              <a:gd name="connsiteX1957" fmla="*/ 10494815 w 11237202"/>
              <a:gd name="connsiteY1957" fmla="*/ 1500709 h 2631356"/>
              <a:gd name="connsiteX1958" fmla="*/ 502805 w 11237202"/>
              <a:gd name="connsiteY1958" fmla="*/ 1497518 h 2631356"/>
              <a:gd name="connsiteX1959" fmla="*/ 504164 w 11237202"/>
              <a:gd name="connsiteY1959" fmla="*/ 1497883 h 2631356"/>
              <a:gd name="connsiteX1960" fmla="*/ 501663 w 11237202"/>
              <a:gd name="connsiteY1960" fmla="*/ 1498680 h 2631356"/>
              <a:gd name="connsiteX1961" fmla="*/ 500330 w 11237202"/>
              <a:gd name="connsiteY1961" fmla="*/ 1498384 h 2631356"/>
              <a:gd name="connsiteX1962" fmla="*/ 502805 w 11237202"/>
              <a:gd name="connsiteY1962" fmla="*/ 1497518 h 2631356"/>
              <a:gd name="connsiteX1963" fmla="*/ 2853192 w 11237202"/>
              <a:gd name="connsiteY1963" fmla="*/ 1497383 h 2631356"/>
              <a:gd name="connsiteX1964" fmla="*/ 2861295 w 11237202"/>
              <a:gd name="connsiteY1964" fmla="*/ 1502509 h 2631356"/>
              <a:gd name="connsiteX1965" fmla="*/ 2835760 w 11237202"/>
              <a:gd name="connsiteY1965" fmla="*/ 1515685 h 2631356"/>
              <a:gd name="connsiteX1966" fmla="*/ 2809140 w 11237202"/>
              <a:gd name="connsiteY1966" fmla="*/ 1510829 h 2631356"/>
              <a:gd name="connsiteX1967" fmla="*/ 2834648 w 11237202"/>
              <a:gd name="connsiteY1967" fmla="*/ 1497677 h 2631356"/>
              <a:gd name="connsiteX1968" fmla="*/ 2853192 w 11237202"/>
              <a:gd name="connsiteY1968" fmla="*/ 1497383 h 2631356"/>
              <a:gd name="connsiteX1969" fmla="*/ 3190038 w 11237202"/>
              <a:gd name="connsiteY1969" fmla="*/ 1496310 h 2631356"/>
              <a:gd name="connsiteX1970" fmla="*/ 3202347 w 11237202"/>
              <a:gd name="connsiteY1970" fmla="*/ 1498497 h 2631356"/>
              <a:gd name="connsiteX1971" fmla="*/ 3191761 w 11237202"/>
              <a:gd name="connsiteY1971" fmla="*/ 1504425 h 2631356"/>
              <a:gd name="connsiteX1972" fmla="*/ 3179424 w 11237202"/>
              <a:gd name="connsiteY1972" fmla="*/ 1502236 h 2631356"/>
              <a:gd name="connsiteX1973" fmla="*/ 3190038 w 11237202"/>
              <a:gd name="connsiteY1973" fmla="*/ 1496310 h 2631356"/>
              <a:gd name="connsiteX1974" fmla="*/ 2521618 w 11237202"/>
              <a:gd name="connsiteY1974" fmla="*/ 1495424 h 2631356"/>
              <a:gd name="connsiteX1975" fmla="*/ 2530608 w 11237202"/>
              <a:gd name="connsiteY1975" fmla="*/ 1501712 h 2631356"/>
              <a:gd name="connsiteX1976" fmla="*/ 2497430 w 11237202"/>
              <a:gd name="connsiteY1976" fmla="*/ 1517897 h 2631356"/>
              <a:gd name="connsiteX1977" fmla="*/ 2465420 w 11237202"/>
              <a:gd name="connsiteY1977" fmla="*/ 1511856 h 2631356"/>
              <a:gd name="connsiteX1978" fmla="*/ 2498792 w 11237202"/>
              <a:gd name="connsiteY1978" fmla="*/ 1495785 h 2631356"/>
              <a:gd name="connsiteX1979" fmla="*/ 2521618 w 11237202"/>
              <a:gd name="connsiteY1979" fmla="*/ 1495424 h 2631356"/>
              <a:gd name="connsiteX1980" fmla="*/ 8924306 w 11237202"/>
              <a:gd name="connsiteY1980" fmla="*/ 1495412 h 2631356"/>
              <a:gd name="connsiteX1981" fmla="*/ 8956494 w 11237202"/>
              <a:gd name="connsiteY1981" fmla="*/ 1503513 h 2631356"/>
              <a:gd name="connsiteX1982" fmla="*/ 8966275 w 11237202"/>
              <a:gd name="connsiteY1982" fmla="*/ 1524461 h 2631356"/>
              <a:gd name="connsiteX1983" fmla="*/ 8905367 w 11237202"/>
              <a:gd name="connsiteY1983" fmla="*/ 1516666 h 2631356"/>
              <a:gd name="connsiteX1984" fmla="*/ 8896060 w 11237202"/>
              <a:gd name="connsiteY1984" fmla="*/ 1495876 h 2631356"/>
              <a:gd name="connsiteX1985" fmla="*/ 8924306 w 11237202"/>
              <a:gd name="connsiteY1985" fmla="*/ 1495412 h 2631356"/>
              <a:gd name="connsiteX1986" fmla="*/ 1875901 w 11237202"/>
              <a:gd name="connsiteY1986" fmla="*/ 1491522 h 2631356"/>
              <a:gd name="connsiteX1987" fmla="*/ 1883125 w 11237202"/>
              <a:gd name="connsiteY1987" fmla="*/ 1492867 h 2631356"/>
              <a:gd name="connsiteX1988" fmla="*/ 1874290 w 11237202"/>
              <a:gd name="connsiteY1988" fmla="*/ 1496697 h 2631356"/>
              <a:gd name="connsiteX1989" fmla="*/ 1867121 w 11237202"/>
              <a:gd name="connsiteY1989" fmla="*/ 1495283 h 2631356"/>
              <a:gd name="connsiteX1990" fmla="*/ 1875901 w 11237202"/>
              <a:gd name="connsiteY1990" fmla="*/ 1491522 h 2631356"/>
              <a:gd name="connsiteX1991" fmla="*/ 2203366 w 11237202"/>
              <a:gd name="connsiteY1991" fmla="*/ 1490865 h 2631356"/>
              <a:gd name="connsiteX1992" fmla="*/ 2211618 w 11237202"/>
              <a:gd name="connsiteY1992" fmla="*/ 1497153 h 2631356"/>
              <a:gd name="connsiteX1993" fmla="*/ 2176301 w 11237202"/>
              <a:gd name="connsiteY1993" fmla="*/ 1513247 h 2631356"/>
              <a:gd name="connsiteX1994" fmla="*/ 2145181 w 11237202"/>
              <a:gd name="connsiteY1994" fmla="*/ 1507274 h 2631356"/>
              <a:gd name="connsiteX1995" fmla="*/ 2180609 w 11237202"/>
              <a:gd name="connsiteY1995" fmla="*/ 1491226 h 2631356"/>
              <a:gd name="connsiteX1996" fmla="*/ 2203366 w 11237202"/>
              <a:gd name="connsiteY1996" fmla="*/ 1490865 h 2631356"/>
              <a:gd name="connsiteX1997" fmla="*/ 3564851 w 11237202"/>
              <a:gd name="connsiteY1997" fmla="*/ 1484000 h 2631356"/>
              <a:gd name="connsiteX1998" fmla="*/ 3571158 w 11237202"/>
              <a:gd name="connsiteY1998" fmla="*/ 1485071 h 2631356"/>
              <a:gd name="connsiteX1999" fmla="*/ 3566379 w 11237202"/>
              <a:gd name="connsiteY1999" fmla="*/ 1488011 h 2631356"/>
              <a:gd name="connsiteX2000" fmla="*/ 3560015 w 11237202"/>
              <a:gd name="connsiteY2000" fmla="*/ 1486895 h 2631356"/>
              <a:gd name="connsiteX2001" fmla="*/ 3564851 w 11237202"/>
              <a:gd name="connsiteY2001" fmla="*/ 1484000 h 2631356"/>
              <a:gd name="connsiteX2002" fmla="*/ 1587421 w 11237202"/>
              <a:gd name="connsiteY2002" fmla="*/ 1481288 h 2631356"/>
              <a:gd name="connsiteX2003" fmla="*/ 1592923 w 11237202"/>
              <a:gd name="connsiteY2003" fmla="*/ 1482381 h 2631356"/>
              <a:gd name="connsiteX2004" fmla="*/ 1585588 w 11237202"/>
              <a:gd name="connsiteY2004" fmla="*/ 1485299 h 2631356"/>
              <a:gd name="connsiteX2005" fmla="*/ 1580225 w 11237202"/>
              <a:gd name="connsiteY2005" fmla="*/ 1484228 h 2631356"/>
              <a:gd name="connsiteX2006" fmla="*/ 1587421 w 11237202"/>
              <a:gd name="connsiteY2006" fmla="*/ 1481288 h 2631356"/>
              <a:gd name="connsiteX2007" fmla="*/ 9191858 w 11237202"/>
              <a:gd name="connsiteY2007" fmla="*/ 1481179 h 2631356"/>
              <a:gd name="connsiteX2008" fmla="*/ 9229331 w 11237202"/>
              <a:gd name="connsiteY2008" fmla="*/ 1490337 h 2631356"/>
              <a:gd name="connsiteX2009" fmla="*/ 9243085 w 11237202"/>
              <a:gd name="connsiteY2009" fmla="*/ 1513999 h 2631356"/>
              <a:gd name="connsiteX2010" fmla="*/ 9172869 w 11237202"/>
              <a:gd name="connsiteY2010" fmla="*/ 1505245 h 2631356"/>
              <a:gd name="connsiteX2011" fmla="*/ 9159865 w 11237202"/>
              <a:gd name="connsiteY2011" fmla="*/ 1481698 h 2631356"/>
              <a:gd name="connsiteX2012" fmla="*/ 9191858 w 11237202"/>
              <a:gd name="connsiteY2012" fmla="*/ 1481179 h 2631356"/>
              <a:gd name="connsiteX2013" fmla="*/ 7187584 w 11237202"/>
              <a:gd name="connsiteY2013" fmla="*/ 1467710 h 2631356"/>
              <a:gd name="connsiteX2014" fmla="*/ 7208556 w 11237202"/>
              <a:gd name="connsiteY2014" fmla="*/ 1474038 h 2631356"/>
              <a:gd name="connsiteX2015" fmla="*/ 7204832 w 11237202"/>
              <a:gd name="connsiteY2015" fmla="*/ 1490269 h 2631356"/>
              <a:gd name="connsiteX2016" fmla="*/ 7161151 w 11237202"/>
              <a:gd name="connsiteY2016" fmla="*/ 1484250 h 2631356"/>
              <a:gd name="connsiteX2017" fmla="*/ 7165070 w 11237202"/>
              <a:gd name="connsiteY2017" fmla="*/ 1468066 h 2631356"/>
              <a:gd name="connsiteX2018" fmla="*/ 7187584 w 11237202"/>
              <a:gd name="connsiteY2018" fmla="*/ 1467710 h 2631356"/>
              <a:gd name="connsiteX2019" fmla="*/ 6837049 w 11237202"/>
              <a:gd name="connsiteY2019" fmla="*/ 1467656 h 2631356"/>
              <a:gd name="connsiteX2020" fmla="*/ 6860001 w 11237202"/>
              <a:gd name="connsiteY2020" fmla="*/ 1470847 h 2631356"/>
              <a:gd name="connsiteX2021" fmla="*/ 6856778 w 11237202"/>
              <a:gd name="connsiteY2021" fmla="*/ 1479578 h 2631356"/>
              <a:gd name="connsiteX2022" fmla="*/ 6833881 w 11237202"/>
              <a:gd name="connsiteY2022" fmla="*/ 1476318 h 2631356"/>
              <a:gd name="connsiteX2023" fmla="*/ 6837049 w 11237202"/>
              <a:gd name="connsiteY2023" fmla="*/ 1467656 h 2631356"/>
              <a:gd name="connsiteX2024" fmla="*/ 1313890 w 11237202"/>
              <a:gd name="connsiteY2024" fmla="*/ 1465923 h 2631356"/>
              <a:gd name="connsiteX2025" fmla="*/ 1326200 w 11237202"/>
              <a:gd name="connsiteY2025" fmla="*/ 1468363 h 2631356"/>
              <a:gd name="connsiteX2026" fmla="*/ 1309112 w 11237202"/>
              <a:gd name="connsiteY2026" fmla="*/ 1474950 h 2631356"/>
              <a:gd name="connsiteX2027" fmla="*/ 1297024 w 11237202"/>
              <a:gd name="connsiteY2027" fmla="*/ 1472489 h 2631356"/>
              <a:gd name="connsiteX2028" fmla="*/ 1313890 w 11237202"/>
              <a:gd name="connsiteY2028" fmla="*/ 1465923 h 2631356"/>
              <a:gd name="connsiteX2029" fmla="*/ 7509987 w 11237202"/>
              <a:gd name="connsiteY2029" fmla="*/ 1463416 h 2631356"/>
              <a:gd name="connsiteX2030" fmla="*/ 7540521 w 11237202"/>
              <a:gd name="connsiteY2030" fmla="*/ 1472283 h 2631356"/>
              <a:gd name="connsiteX2031" fmla="*/ 7538660 w 11237202"/>
              <a:gd name="connsiteY2031" fmla="*/ 1495192 h 2631356"/>
              <a:gd name="connsiteX2032" fmla="*/ 7475807 w 11237202"/>
              <a:gd name="connsiteY2032" fmla="*/ 1486712 h 2631356"/>
              <a:gd name="connsiteX2033" fmla="*/ 7478391 w 11237202"/>
              <a:gd name="connsiteY2033" fmla="*/ 1463917 h 2631356"/>
              <a:gd name="connsiteX2034" fmla="*/ 7509987 w 11237202"/>
              <a:gd name="connsiteY2034" fmla="*/ 1463416 h 2631356"/>
              <a:gd name="connsiteX2035" fmla="*/ 9447237 w 11237202"/>
              <a:gd name="connsiteY2035" fmla="*/ 1462441 h 2631356"/>
              <a:gd name="connsiteX2036" fmla="*/ 9498388 w 11237202"/>
              <a:gd name="connsiteY2036" fmla="*/ 1474517 h 2631356"/>
              <a:gd name="connsiteX2037" fmla="*/ 9520090 w 11237202"/>
              <a:gd name="connsiteY2037" fmla="*/ 1505974 h 2631356"/>
              <a:gd name="connsiteX2038" fmla="*/ 9425227 w 11237202"/>
              <a:gd name="connsiteY2038" fmla="*/ 1494304 h 2631356"/>
              <a:gd name="connsiteX2039" fmla="*/ 9404775 w 11237202"/>
              <a:gd name="connsiteY2039" fmla="*/ 1463120 h 2631356"/>
              <a:gd name="connsiteX2040" fmla="*/ 9447237 w 11237202"/>
              <a:gd name="connsiteY2040" fmla="*/ 1462441 h 2631356"/>
              <a:gd name="connsiteX2041" fmla="*/ 6493330 w 11237202"/>
              <a:gd name="connsiteY2041" fmla="*/ 1460635 h 2631356"/>
              <a:gd name="connsiteX2042" fmla="*/ 6495692 w 11237202"/>
              <a:gd name="connsiteY2042" fmla="*/ 1460954 h 2631356"/>
              <a:gd name="connsiteX2043" fmla="*/ 6495164 w 11237202"/>
              <a:gd name="connsiteY2043" fmla="*/ 1461775 h 2631356"/>
              <a:gd name="connsiteX2044" fmla="*/ 6492968 w 11237202"/>
              <a:gd name="connsiteY2044" fmla="*/ 1461456 h 2631356"/>
              <a:gd name="connsiteX2045" fmla="*/ 6493330 w 11237202"/>
              <a:gd name="connsiteY2045" fmla="*/ 1460635 h 2631356"/>
              <a:gd name="connsiteX2046" fmla="*/ 7817580 w 11237202"/>
              <a:gd name="connsiteY2046" fmla="*/ 1458694 h 2631356"/>
              <a:gd name="connsiteX2047" fmla="*/ 7851592 w 11237202"/>
              <a:gd name="connsiteY2047" fmla="*/ 1468158 h 2631356"/>
              <a:gd name="connsiteX2048" fmla="*/ 7852424 w 11237202"/>
              <a:gd name="connsiteY2048" fmla="*/ 1492662 h 2631356"/>
              <a:gd name="connsiteX2049" fmla="*/ 7784014 w 11237202"/>
              <a:gd name="connsiteY2049" fmla="*/ 1483612 h 2631356"/>
              <a:gd name="connsiteX2050" fmla="*/ 7783902 w 11237202"/>
              <a:gd name="connsiteY2050" fmla="*/ 1459199 h 2631356"/>
              <a:gd name="connsiteX2051" fmla="*/ 7817580 w 11237202"/>
              <a:gd name="connsiteY2051" fmla="*/ 1458694 h 2631356"/>
              <a:gd name="connsiteX2052" fmla="*/ 1050808 w 11237202"/>
              <a:gd name="connsiteY2052" fmla="*/ 1453250 h 2631356"/>
              <a:gd name="connsiteX2053" fmla="*/ 1058060 w 11237202"/>
              <a:gd name="connsiteY2053" fmla="*/ 1454731 h 2631356"/>
              <a:gd name="connsiteX2054" fmla="*/ 1047084 w 11237202"/>
              <a:gd name="connsiteY2054" fmla="*/ 1458811 h 2631356"/>
              <a:gd name="connsiteX2055" fmla="*/ 1039804 w 11237202"/>
              <a:gd name="connsiteY2055" fmla="*/ 1457307 h 2631356"/>
              <a:gd name="connsiteX2056" fmla="*/ 1050808 w 11237202"/>
              <a:gd name="connsiteY2056" fmla="*/ 1453250 h 2631356"/>
              <a:gd name="connsiteX2057" fmla="*/ 8112226 w 11237202"/>
              <a:gd name="connsiteY2057" fmla="*/ 1452164 h 2631356"/>
              <a:gd name="connsiteX2058" fmla="*/ 8147183 w 11237202"/>
              <a:gd name="connsiteY2058" fmla="*/ 1461592 h 2631356"/>
              <a:gd name="connsiteX2059" fmla="*/ 8151046 w 11237202"/>
              <a:gd name="connsiteY2059" fmla="*/ 1485983 h 2631356"/>
              <a:gd name="connsiteX2060" fmla="*/ 8081692 w 11237202"/>
              <a:gd name="connsiteY2060" fmla="*/ 1476910 h 2631356"/>
              <a:gd name="connsiteX2061" fmla="*/ 8078662 w 11237202"/>
              <a:gd name="connsiteY2061" fmla="*/ 1452702 h 2631356"/>
              <a:gd name="connsiteX2062" fmla="*/ 8112226 w 11237202"/>
              <a:gd name="connsiteY2062" fmla="*/ 1452164 h 2631356"/>
              <a:gd name="connsiteX2063" fmla="*/ 9698507 w 11237202"/>
              <a:gd name="connsiteY2063" fmla="*/ 1450212 h 2631356"/>
              <a:gd name="connsiteX2064" fmla="*/ 9746522 w 11237202"/>
              <a:gd name="connsiteY2064" fmla="*/ 1461228 h 2631356"/>
              <a:gd name="connsiteX2065" fmla="*/ 9769169 w 11237202"/>
              <a:gd name="connsiteY2065" fmla="*/ 1489836 h 2631356"/>
              <a:gd name="connsiteX2066" fmla="*/ 9681170 w 11237202"/>
              <a:gd name="connsiteY2066" fmla="*/ 1479190 h 2631356"/>
              <a:gd name="connsiteX2067" fmla="*/ 9659827 w 11237202"/>
              <a:gd name="connsiteY2067" fmla="*/ 1450856 h 2631356"/>
              <a:gd name="connsiteX2068" fmla="*/ 9698507 w 11237202"/>
              <a:gd name="connsiteY2068" fmla="*/ 1450212 h 2631356"/>
              <a:gd name="connsiteX2069" fmla="*/ 9948695 w 11237202"/>
              <a:gd name="connsiteY2069" fmla="*/ 1445026 h 2631356"/>
              <a:gd name="connsiteX2070" fmla="*/ 9974289 w 11237202"/>
              <a:gd name="connsiteY2070" fmla="*/ 1450742 h 2631356"/>
              <a:gd name="connsiteX2071" fmla="*/ 9987265 w 11237202"/>
              <a:gd name="connsiteY2071" fmla="*/ 1465467 h 2631356"/>
              <a:gd name="connsiteX2072" fmla="*/ 9941249 w 11237202"/>
              <a:gd name="connsiteY2072" fmla="*/ 1459996 h 2631356"/>
              <a:gd name="connsiteX2073" fmla="*/ 9928497 w 11237202"/>
              <a:gd name="connsiteY2073" fmla="*/ 1445362 h 2631356"/>
              <a:gd name="connsiteX2074" fmla="*/ 9948695 w 11237202"/>
              <a:gd name="connsiteY2074" fmla="*/ 1445026 h 2631356"/>
              <a:gd name="connsiteX2075" fmla="*/ 8394671 w 11237202"/>
              <a:gd name="connsiteY2075" fmla="*/ 1442222 h 2631356"/>
              <a:gd name="connsiteX2076" fmla="*/ 8433108 w 11237202"/>
              <a:gd name="connsiteY2076" fmla="*/ 1452223 h 2631356"/>
              <a:gd name="connsiteX2077" fmla="*/ 8440138 w 11237202"/>
              <a:gd name="connsiteY2077" fmla="*/ 1478119 h 2631356"/>
              <a:gd name="connsiteX2078" fmla="*/ 8365225 w 11237202"/>
              <a:gd name="connsiteY2078" fmla="*/ 1468499 h 2631356"/>
              <a:gd name="connsiteX2079" fmla="*/ 8359028 w 11237202"/>
              <a:gd name="connsiteY2079" fmla="*/ 1442786 h 2631356"/>
              <a:gd name="connsiteX2080" fmla="*/ 8394671 w 11237202"/>
              <a:gd name="connsiteY2080" fmla="*/ 1442222 h 2631356"/>
              <a:gd name="connsiteX2081" fmla="*/ 2765077 w 11237202"/>
              <a:gd name="connsiteY2081" fmla="*/ 1440040 h 2631356"/>
              <a:gd name="connsiteX2082" fmla="*/ 2772684 w 11237202"/>
              <a:gd name="connsiteY2082" fmla="*/ 1444952 h 2631356"/>
              <a:gd name="connsiteX2083" fmla="*/ 2747453 w 11237202"/>
              <a:gd name="connsiteY2083" fmla="*/ 1457558 h 2631356"/>
              <a:gd name="connsiteX2084" fmla="*/ 2721556 w 11237202"/>
              <a:gd name="connsiteY2084" fmla="*/ 1452861 h 2631356"/>
              <a:gd name="connsiteX2085" fmla="*/ 2746926 w 11237202"/>
              <a:gd name="connsiteY2085" fmla="*/ 1440324 h 2631356"/>
              <a:gd name="connsiteX2086" fmla="*/ 2765077 w 11237202"/>
              <a:gd name="connsiteY2086" fmla="*/ 1440040 h 2631356"/>
              <a:gd name="connsiteX2087" fmla="*/ 3094373 w 11237202"/>
              <a:gd name="connsiteY2087" fmla="*/ 1439974 h 2631356"/>
              <a:gd name="connsiteX2088" fmla="*/ 3101899 w 11237202"/>
              <a:gd name="connsiteY2088" fmla="*/ 1444382 h 2631356"/>
              <a:gd name="connsiteX2089" fmla="*/ 3080698 w 11237202"/>
              <a:gd name="connsiteY2089" fmla="*/ 1455802 h 2631356"/>
              <a:gd name="connsiteX2090" fmla="*/ 3056663 w 11237202"/>
              <a:gd name="connsiteY2090" fmla="*/ 1451539 h 2631356"/>
              <a:gd name="connsiteX2091" fmla="*/ 3078031 w 11237202"/>
              <a:gd name="connsiteY2091" fmla="*/ 1440232 h 2631356"/>
              <a:gd name="connsiteX2092" fmla="*/ 3094373 w 11237202"/>
              <a:gd name="connsiteY2092" fmla="*/ 1439974 h 2631356"/>
              <a:gd name="connsiteX2093" fmla="*/ 797839 w 11237202"/>
              <a:gd name="connsiteY2093" fmla="*/ 1439891 h 2631356"/>
              <a:gd name="connsiteX2094" fmla="*/ 799311 w 11237202"/>
              <a:gd name="connsiteY2094" fmla="*/ 1440211 h 2631356"/>
              <a:gd name="connsiteX2095" fmla="*/ 797005 w 11237202"/>
              <a:gd name="connsiteY2095" fmla="*/ 1441008 h 2631356"/>
              <a:gd name="connsiteX2096" fmla="*/ 795588 w 11237202"/>
              <a:gd name="connsiteY2096" fmla="*/ 1440689 h 2631356"/>
              <a:gd name="connsiteX2097" fmla="*/ 797839 w 11237202"/>
              <a:gd name="connsiteY2097" fmla="*/ 1439891 h 2631356"/>
              <a:gd name="connsiteX2098" fmla="*/ 3430031 w 11237202"/>
              <a:gd name="connsiteY2098" fmla="*/ 1439366 h 2631356"/>
              <a:gd name="connsiteX2099" fmla="*/ 3433699 w 11237202"/>
              <a:gd name="connsiteY2099" fmla="*/ 1439959 h 2631356"/>
              <a:gd name="connsiteX2100" fmla="*/ 3430836 w 11237202"/>
              <a:gd name="connsiteY2100" fmla="*/ 1441578 h 2631356"/>
              <a:gd name="connsiteX2101" fmla="*/ 3427307 w 11237202"/>
              <a:gd name="connsiteY2101" fmla="*/ 1440985 h 2631356"/>
              <a:gd name="connsiteX2102" fmla="*/ 3430031 w 11237202"/>
              <a:gd name="connsiteY2102" fmla="*/ 1439366 h 2631356"/>
              <a:gd name="connsiteX2103" fmla="*/ 10190773 w 11237202"/>
              <a:gd name="connsiteY2103" fmla="*/ 1438980 h 2631356"/>
              <a:gd name="connsiteX2104" fmla="*/ 10195746 w 11237202"/>
              <a:gd name="connsiteY2104" fmla="*/ 1439549 h 2631356"/>
              <a:gd name="connsiteX2105" fmla="*/ 10197412 w 11237202"/>
              <a:gd name="connsiteY2105" fmla="*/ 1441190 h 2631356"/>
              <a:gd name="connsiteX2106" fmla="*/ 10192329 w 11237202"/>
              <a:gd name="connsiteY2106" fmla="*/ 1440575 h 2631356"/>
              <a:gd name="connsiteX2107" fmla="*/ 10190773 w 11237202"/>
              <a:gd name="connsiteY2107" fmla="*/ 1438980 h 2631356"/>
              <a:gd name="connsiteX2108" fmla="*/ 2454990 w 11237202"/>
              <a:gd name="connsiteY2108" fmla="*/ 1434688 h 2631356"/>
              <a:gd name="connsiteX2109" fmla="*/ 2463170 w 11237202"/>
              <a:gd name="connsiteY2109" fmla="*/ 1440347 h 2631356"/>
              <a:gd name="connsiteX2110" fmla="*/ 2432077 w 11237202"/>
              <a:gd name="connsiteY2110" fmla="*/ 1454936 h 2631356"/>
              <a:gd name="connsiteX2111" fmla="*/ 2402706 w 11237202"/>
              <a:gd name="connsiteY2111" fmla="*/ 1449556 h 2631356"/>
              <a:gd name="connsiteX2112" fmla="*/ 2433910 w 11237202"/>
              <a:gd name="connsiteY2112" fmla="*/ 1435013 h 2631356"/>
              <a:gd name="connsiteX2113" fmla="*/ 2454990 w 11237202"/>
              <a:gd name="connsiteY2113" fmla="*/ 1434688 h 2631356"/>
              <a:gd name="connsiteX2114" fmla="*/ 8667310 w 11237202"/>
              <a:gd name="connsiteY2114" fmla="*/ 1433988 h 2631356"/>
              <a:gd name="connsiteX2115" fmla="*/ 8701607 w 11237202"/>
              <a:gd name="connsiteY2115" fmla="*/ 1442649 h 2631356"/>
              <a:gd name="connsiteX2116" fmla="*/ 8709916 w 11237202"/>
              <a:gd name="connsiteY2116" fmla="*/ 1465034 h 2631356"/>
              <a:gd name="connsiteX2117" fmla="*/ 8644117 w 11237202"/>
              <a:gd name="connsiteY2117" fmla="*/ 1456737 h 2631356"/>
              <a:gd name="connsiteX2118" fmla="*/ 8636283 w 11237202"/>
              <a:gd name="connsiteY2118" fmla="*/ 1434488 h 2631356"/>
              <a:gd name="connsiteX2119" fmla="*/ 8667310 w 11237202"/>
              <a:gd name="connsiteY2119" fmla="*/ 1433988 h 2631356"/>
              <a:gd name="connsiteX2120" fmla="*/ 2149971 w 11237202"/>
              <a:gd name="connsiteY2120" fmla="*/ 1430762 h 2631356"/>
              <a:gd name="connsiteX2121" fmla="*/ 2154712 w 11237202"/>
              <a:gd name="connsiteY2121" fmla="*/ 1434375 h 2631356"/>
              <a:gd name="connsiteX2122" fmla="*/ 2133900 w 11237202"/>
              <a:gd name="connsiteY2122" fmla="*/ 1443607 h 2631356"/>
              <a:gd name="connsiteX2123" fmla="*/ 2115561 w 11237202"/>
              <a:gd name="connsiteY2123" fmla="*/ 1440187 h 2631356"/>
              <a:gd name="connsiteX2124" fmla="*/ 2136540 w 11237202"/>
              <a:gd name="connsiteY2124" fmla="*/ 1430978 h 2631356"/>
              <a:gd name="connsiteX2125" fmla="*/ 2149971 w 11237202"/>
              <a:gd name="connsiteY2125" fmla="*/ 1430762 h 2631356"/>
              <a:gd name="connsiteX2126" fmla="*/ 1853034 w 11237202"/>
              <a:gd name="connsiteY2126" fmla="*/ 1424960 h 2631356"/>
              <a:gd name="connsiteX2127" fmla="*/ 1858368 w 11237202"/>
              <a:gd name="connsiteY2127" fmla="*/ 1426009 h 2631356"/>
              <a:gd name="connsiteX2128" fmla="*/ 1851644 w 11237202"/>
              <a:gd name="connsiteY2128" fmla="*/ 1428790 h 2631356"/>
              <a:gd name="connsiteX2129" fmla="*/ 1846336 w 11237202"/>
              <a:gd name="connsiteY2129" fmla="*/ 1427764 h 2631356"/>
              <a:gd name="connsiteX2130" fmla="*/ 1853034 w 11237202"/>
              <a:gd name="connsiteY2130" fmla="*/ 1424960 h 2631356"/>
              <a:gd name="connsiteX2131" fmla="*/ 3800841 w 11237202"/>
              <a:gd name="connsiteY2131" fmla="*/ 1423547 h 2631356"/>
              <a:gd name="connsiteX2132" fmla="*/ 3802703 w 11237202"/>
              <a:gd name="connsiteY2132" fmla="*/ 1423867 h 2631356"/>
              <a:gd name="connsiteX2133" fmla="*/ 3801396 w 11237202"/>
              <a:gd name="connsiteY2133" fmla="*/ 1424641 h 2631356"/>
              <a:gd name="connsiteX2134" fmla="*/ 3799703 w 11237202"/>
              <a:gd name="connsiteY2134" fmla="*/ 1424345 h 2631356"/>
              <a:gd name="connsiteX2135" fmla="*/ 3800841 w 11237202"/>
              <a:gd name="connsiteY2135" fmla="*/ 1423547 h 2631356"/>
              <a:gd name="connsiteX2136" fmla="*/ 556791 w 11237202"/>
              <a:gd name="connsiteY2136" fmla="*/ 1423433 h 2631356"/>
              <a:gd name="connsiteX2137" fmla="*/ 558180 w 11237202"/>
              <a:gd name="connsiteY2137" fmla="*/ 1423752 h 2631356"/>
              <a:gd name="connsiteX2138" fmla="*/ 555846 w 11237202"/>
              <a:gd name="connsiteY2138" fmla="*/ 1424573 h 2631356"/>
              <a:gd name="connsiteX2139" fmla="*/ 554540 w 11237202"/>
              <a:gd name="connsiteY2139" fmla="*/ 1424254 h 2631356"/>
              <a:gd name="connsiteX2140" fmla="*/ 556791 w 11237202"/>
              <a:gd name="connsiteY2140" fmla="*/ 1423433 h 2631356"/>
              <a:gd name="connsiteX2141" fmla="*/ 8929493 w 11237202"/>
              <a:gd name="connsiteY2141" fmla="*/ 1422667 h 2631356"/>
              <a:gd name="connsiteX2142" fmla="*/ 8963219 w 11237202"/>
              <a:gd name="connsiteY2142" fmla="*/ 1430933 h 2631356"/>
              <a:gd name="connsiteX2143" fmla="*/ 8973668 w 11237202"/>
              <a:gd name="connsiteY2143" fmla="*/ 1452315 h 2631356"/>
              <a:gd name="connsiteX2144" fmla="*/ 8909732 w 11237202"/>
              <a:gd name="connsiteY2144" fmla="*/ 1444382 h 2631356"/>
              <a:gd name="connsiteX2145" fmla="*/ 8899977 w 11237202"/>
              <a:gd name="connsiteY2145" fmla="*/ 1423136 h 2631356"/>
              <a:gd name="connsiteX2146" fmla="*/ 8929493 w 11237202"/>
              <a:gd name="connsiteY2146" fmla="*/ 1422667 h 2631356"/>
              <a:gd name="connsiteX2147" fmla="*/ 6959671 w 11237202"/>
              <a:gd name="connsiteY2147" fmla="*/ 1413585 h 2631356"/>
              <a:gd name="connsiteX2148" fmla="*/ 6985429 w 11237202"/>
              <a:gd name="connsiteY2148" fmla="*/ 1417073 h 2631356"/>
              <a:gd name="connsiteX2149" fmla="*/ 6982456 w 11237202"/>
              <a:gd name="connsiteY2149" fmla="*/ 1426601 h 2631356"/>
              <a:gd name="connsiteX2150" fmla="*/ 6956615 w 11237202"/>
              <a:gd name="connsiteY2150" fmla="*/ 1423090 h 2631356"/>
              <a:gd name="connsiteX2151" fmla="*/ 6959671 w 11237202"/>
              <a:gd name="connsiteY2151" fmla="*/ 1413585 h 2631356"/>
              <a:gd name="connsiteX2152" fmla="*/ 6638042 w 11237202"/>
              <a:gd name="connsiteY2152" fmla="*/ 1413266 h 2631356"/>
              <a:gd name="connsiteX2153" fmla="*/ 6640209 w 11237202"/>
              <a:gd name="connsiteY2153" fmla="*/ 1413562 h 2631356"/>
              <a:gd name="connsiteX2154" fmla="*/ 6639792 w 11237202"/>
              <a:gd name="connsiteY2154" fmla="*/ 1414338 h 2631356"/>
              <a:gd name="connsiteX2155" fmla="*/ 6637681 w 11237202"/>
              <a:gd name="connsiteY2155" fmla="*/ 1414041 h 2631356"/>
              <a:gd name="connsiteX2156" fmla="*/ 6638042 w 11237202"/>
              <a:gd name="connsiteY2156" fmla="*/ 1413266 h 2631356"/>
              <a:gd name="connsiteX2157" fmla="*/ 1583948 w 11237202"/>
              <a:gd name="connsiteY2157" fmla="*/ 1412514 h 2631356"/>
              <a:gd name="connsiteX2158" fmla="*/ 1589173 w 11237202"/>
              <a:gd name="connsiteY2158" fmla="*/ 1413562 h 2631356"/>
              <a:gd name="connsiteX2159" fmla="*/ 1582225 w 11237202"/>
              <a:gd name="connsiteY2159" fmla="*/ 1416321 h 2631356"/>
              <a:gd name="connsiteX2160" fmla="*/ 1576918 w 11237202"/>
              <a:gd name="connsiteY2160" fmla="*/ 1415295 h 2631356"/>
              <a:gd name="connsiteX2161" fmla="*/ 1583948 w 11237202"/>
              <a:gd name="connsiteY2161" fmla="*/ 1412514 h 2631356"/>
              <a:gd name="connsiteX2162" fmla="*/ 7290042 w 11237202"/>
              <a:gd name="connsiteY2162" fmla="*/ 1412176 h 2631356"/>
              <a:gd name="connsiteX2163" fmla="*/ 7306420 w 11237202"/>
              <a:gd name="connsiteY2163" fmla="*/ 1416960 h 2631356"/>
              <a:gd name="connsiteX2164" fmla="*/ 7304169 w 11237202"/>
              <a:gd name="connsiteY2164" fmla="*/ 1429246 h 2631356"/>
              <a:gd name="connsiteX2165" fmla="*/ 7270047 w 11237202"/>
              <a:gd name="connsiteY2165" fmla="*/ 1424733 h 2631356"/>
              <a:gd name="connsiteX2166" fmla="*/ 7272520 w 11237202"/>
              <a:gd name="connsiteY2166" fmla="*/ 1412469 h 2631356"/>
              <a:gd name="connsiteX2167" fmla="*/ 7290042 w 11237202"/>
              <a:gd name="connsiteY2167" fmla="*/ 1412176 h 2631356"/>
              <a:gd name="connsiteX2168" fmla="*/ 10644304 w 11237202"/>
              <a:gd name="connsiteY2168" fmla="*/ 1408001 h 2631356"/>
              <a:gd name="connsiteX2169" fmla="*/ 10646862 w 11237202"/>
              <a:gd name="connsiteY2169" fmla="*/ 1408320 h 2631356"/>
              <a:gd name="connsiteX2170" fmla="*/ 10647889 w 11237202"/>
              <a:gd name="connsiteY2170" fmla="*/ 1409095 h 2631356"/>
              <a:gd name="connsiteX2171" fmla="*/ 10645166 w 11237202"/>
              <a:gd name="connsiteY2171" fmla="*/ 1408798 h 2631356"/>
              <a:gd name="connsiteX2172" fmla="*/ 10644304 w 11237202"/>
              <a:gd name="connsiteY2172" fmla="*/ 1408001 h 2631356"/>
              <a:gd name="connsiteX2173" fmla="*/ 9179427 w 11237202"/>
              <a:gd name="connsiteY2173" fmla="*/ 1404815 h 2631356"/>
              <a:gd name="connsiteX2174" fmla="*/ 9225468 w 11237202"/>
              <a:gd name="connsiteY2174" fmla="*/ 1415729 h 2631356"/>
              <a:gd name="connsiteX2175" fmla="*/ 9242362 w 11237202"/>
              <a:gd name="connsiteY2175" fmla="*/ 1444086 h 2631356"/>
              <a:gd name="connsiteX2176" fmla="*/ 9155835 w 11237202"/>
              <a:gd name="connsiteY2176" fmla="*/ 1433531 h 2631356"/>
              <a:gd name="connsiteX2177" fmla="*/ 9140135 w 11237202"/>
              <a:gd name="connsiteY2177" fmla="*/ 1405425 h 2631356"/>
              <a:gd name="connsiteX2178" fmla="*/ 9179427 w 11237202"/>
              <a:gd name="connsiteY2178" fmla="*/ 1404815 h 2631356"/>
              <a:gd name="connsiteX2179" fmla="*/ 7592565 w 11237202"/>
              <a:gd name="connsiteY2179" fmla="*/ 1402208 h 2631356"/>
              <a:gd name="connsiteX2180" fmla="*/ 7622825 w 11237202"/>
              <a:gd name="connsiteY2180" fmla="*/ 1410668 h 2631356"/>
              <a:gd name="connsiteX2181" fmla="*/ 7621435 w 11237202"/>
              <a:gd name="connsiteY2181" fmla="*/ 1432438 h 2631356"/>
              <a:gd name="connsiteX2182" fmla="*/ 7559971 w 11237202"/>
              <a:gd name="connsiteY2182" fmla="*/ 1424367 h 2631356"/>
              <a:gd name="connsiteX2183" fmla="*/ 7561806 w 11237202"/>
              <a:gd name="connsiteY2183" fmla="*/ 1402690 h 2631356"/>
              <a:gd name="connsiteX2184" fmla="*/ 7592565 w 11237202"/>
              <a:gd name="connsiteY2184" fmla="*/ 1402208 h 2631356"/>
              <a:gd name="connsiteX2185" fmla="*/ 1328283 w 11237202"/>
              <a:gd name="connsiteY2185" fmla="*/ 1396147 h 2631356"/>
              <a:gd name="connsiteX2186" fmla="*/ 1340093 w 11237202"/>
              <a:gd name="connsiteY2186" fmla="*/ 1398450 h 2631356"/>
              <a:gd name="connsiteX2187" fmla="*/ 1323644 w 11237202"/>
              <a:gd name="connsiteY2187" fmla="*/ 1404673 h 2631356"/>
              <a:gd name="connsiteX2188" fmla="*/ 1311806 w 11237202"/>
              <a:gd name="connsiteY2188" fmla="*/ 1402370 h 2631356"/>
              <a:gd name="connsiteX2189" fmla="*/ 1328283 w 11237202"/>
              <a:gd name="connsiteY2189" fmla="*/ 1396147 h 2631356"/>
              <a:gd name="connsiteX2190" fmla="*/ 7880698 w 11237202"/>
              <a:gd name="connsiteY2190" fmla="*/ 1394805 h 2631356"/>
              <a:gd name="connsiteX2191" fmla="*/ 7914000 w 11237202"/>
              <a:gd name="connsiteY2191" fmla="*/ 1403806 h 2631356"/>
              <a:gd name="connsiteX2192" fmla="*/ 7915583 w 11237202"/>
              <a:gd name="connsiteY2192" fmla="*/ 1427103 h 2631356"/>
              <a:gd name="connsiteX2193" fmla="*/ 7848702 w 11237202"/>
              <a:gd name="connsiteY2193" fmla="*/ 1418464 h 2631356"/>
              <a:gd name="connsiteX2194" fmla="*/ 7847896 w 11237202"/>
              <a:gd name="connsiteY2194" fmla="*/ 1395327 h 2631356"/>
              <a:gd name="connsiteX2195" fmla="*/ 7880698 w 11237202"/>
              <a:gd name="connsiteY2195" fmla="*/ 1394805 h 2631356"/>
              <a:gd name="connsiteX2196" fmla="*/ 9422301 w 11237202"/>
              <a:gd name="connsiteY2196" fmla="*/ 1389838 h 2631356"/>
              <a:gd name="connsiteX2197" fmla="*/ 9472491 w 11237202"/>
              <a:gd name="connsiteY2197" fmla="*/ 1401390 h 2631356"/>
              <a:gd name="connsiteX2198" fmla="*/ 9493554 w 11237202"/>
              <a:gd name="connsiteY2198" fmla="*/ 1431411 h 2631356"/>
              <a:gd name="connsiteX2199" fmla="*/ 9400191 w 11237202"/>
              <a:gd name="connsiteY2199" fmla="*/ 1420242 h 2631356"/>
              <a:gd name="connsiteX2200" fmla="*/ 9380488 w 11237202"/>
              <a:gd name="connsiteY2200" fmla="*/ 1390494 h 2631356"/>
              <a:gd name="connsiteX2201" fmla="*/ 9422301 w 11237202"/>
              <a:gd name="connsiteY2201" fmla="*/ 1389838 h 2631356"/>
              <a:gd name="connsiteX2202" fmla="*/ 3312465 w 11237202"/>
              <a:gd name="connsiteY2202" fmla="*/ 1389103 h 2631356"/>
              <a:gd name="connsiteX2203" fmla="*/ 3320996 w 11237202"/>
              <a:gd name="connsiteY2203" fmla="*/ 1390517 h 2631356"/>
              <a:gd name="connsiteX2204" fmla="*/ 3313883 w 11237202"/>
              <a:gd name="connsiteY2204" fmla="*/ 1394392 h 2631356"/>
              <a:gd name="connsiteX2205" fmla="*/ 3305325 w 11237202"/>
              <a:gd name="connsiteY2205" fmla="*/ 1392933 h 2631356"/>
              <a:gd name="connsiteX2206" fmla="*/ 3312465 w 11237202"/>
              <a:gd name="connsiteY2206" fmla="*/ 1389103 h 2631356"/>
              <a:gd name="connsiteX2207" fmla="*/ 2998436 w 11237202"/>
              <a:gd name="connsiteY2207" fmla="*/ 1387016 h 2631356"/>
              <a:gd name="connsiteX2208" fmla="*/ 3004590 w 11237202"/>
              <a:gd name="connsiteY2208" fmla="*/ 1390609 h 2631356"/>
              <a:gd name="connsiteX2209" fmla="*/ 2986307 w 11237202"/>
              <a:gd name="connsiteY2209" fmla="*/ 1399954 h 2631356"/>
              <a:gd name="connsiteX2210" fmla="*/ 2966412 w 11237202"/>
              <a:gd name="connsiteY2210" fmla="*/ 1396490 h 2631356"/>
              <a:gd name="connsiteX2211" fmla="*/ 2984612 w 11237202"/>
              <a:gd name="connsiteY2211" fmla="*/ 1387235 h 2631356"/>
              <a:gd name="connsiteX2212" fmla="*/ 2998436 w 11237202"/>
              <a:gd name="connsiteY2212" fmla="*/ 1387016 h 2631356"/>
              <a:gd name="connsiteX2213" fmla="*/ 8156811 w 11237202"/>
              <a:gd name="connsiteY2213" fmla="*/ 1385120 h 2631356"/>
              <a:gd name="connsiteX2214" fmla="*/ 8193337 w 11237202"/>
              <a:gd name="connsiteY2214" fmla="*/ 1394666 h 2631356"/>
              <a:gd name="connsiteX2215" fmla="*/ 8197671 w 11237202"/>
              <a:gd name="connsiteY2215" fmla="*/ 1419330 h 2631356"/>
              <a:gd name="connsiteX2216" fmla="*/ 8125482 w 11237202"/>
              <a:gd name="connsiteY2216" fmla="*/ 1410189 h 2631356"/>
              <a:gd name="connsiteX2217" fmla="*/ 8121872 w 11237202"/>
              <a:gd name="connsiteY2217" fmla="*/ 1385661 h 2631356"/>
              <a:gd name="connsiteX2218" fmla="*/ 8156811 w 11237202"/>
              <a:gd name="connsiteY2218" fmla="*/ 1385120 h 2631356"/>
              <a:gd name="connsiteX2219" fmla="*/ 2691131 w 11237202"/>
              <a:gd name="connsiteY2219" fmla="*/ 1383069 h 2631356"/>
              <a:gd name="connsiteX2220" fmla="*/ 2697355 w 11237202"/>
              <a:gd name="connsiteY2220" fmla="*/ 1386983 h 2631356"/>
              <a:gd name="connsiteX2221" fmla="*/ 2676349 w 11237202"/>
              <a:gd name="connsiteY2221" fmla="*/ 1397059 h 2631356"/>
              <a:gd name="connsiteX2222" fmla="*/ 2655119 w 11237202"/>
              <a:gd name="connsiteY2222" fmla="*/ 1393320 h 2631356"/>
              <a:gd name="connsiteX2223" fmla="*/ 2676237 w 11237202"/>
              <a:gd name="connsiteY2223" fmla="*/ 1383291 h 2631356"/>
              <a:gd name="connsiteX2224" fmla="*/ 2691131 w 11237202"/>
              <a:gd name="connsiteY2224" fmla="*/ 1383069 h 2631356"/>
              <a:gd name="connsiteX2225" fmla="*/ 1081623 w 11237202"/>
              <a:gd name="connsiteY2225" fmla="*/ 1382903 h 2631356"/>
              <a:gd name="connsiteX2226" fmla="*/ 1088041 w 11237202"/>
              <a:gd name="connsiteY2226" fmla="*/ 1384180 h 2631356"/>
              <a:gd name="connsiteX2227" fmla="*/ 1078455 w 11237202"/>
              <a:gd name="connsiteY2227" fmla="*/ 1387668 h 2631356"/>
              <a:gd name="connsiteX2228" fmla="*/ 1072009 w 11237202"/>
              <a:gd name="connsiteY2228" fmla="*/ 1386368 h 2631356"/>
              <a:gd name="connsiteX2229" fmla="*/ 1081623 w 11237202"/>
              <a:gd name="connsiteY2229" fmla="*/ 1382903 h 2631356"/>
              <a:gd name="connsiteX2230" fmla="*/ 9660205 w 11237202"/>
              <a:gd name="connsiteY2230" fmla="*/ 1378415 h 2631356"/>
              <a:gd name="connsiteX2231" fmla="*/ 9704537 w 11237202"/>
              <a:gd name="connsiteY2231" fmla="*/ 1388328 h 2631356"/>
              <a:gd name="connsiteX2232" fmla="*/ 9725349 w 11237202"/>
              <a:gd name="connsiteY2232" fmla="*/ 1414110 h 2631356"/>
              <a:gd name="connsiteX2233" fmla="*/ 9643768 w 11237202"/>
              <a:gd name="connsiteY2233" fmla="*/ 1404513 h 2631356"/>
              <a:gd name="connsiteX2234" fmla="*/ 9624206 w 11237202"/>
              <a:gd name="connsiteY2234" fmla="*/ 1378982 h 2631356"/>
              <a:gd name="connsiteX2235" fmla="*/ 9660205 w 11237202"/>
              <a:gd name="connsiteY2235" fmla="*/ 1378415 h 2631356"/>
              <a:gd name="connsiteX2236" fmla="*/ 8421805 w 11237202"/>
              <a:gd name="connsiteY2236" fmla="*/ 1374327 h 2631356"/>
              <a:gd name="connsiteX2237" fmla="*/ 8460478 w 11237202"/>
              <a:gd name="connsiteY2237" fmla="*/ 1384066 h 2631356"/>
              <a:gd name="connsiteX2238" fmla="*/ 8467619 w 11237202"/>
              <a:gd name="connsiteY2238" fmla="*/ 1409345 h 2631356"/>
              <a:gd name="connsiteX2239" fmla="*/ 8392400 w 11237202"/>
              <a:gd name="connsiteY2239" fmla="*/ 1399977 h 2631356"/>
              <a:gd name="connsiteX2240" fmla="*/ 8386010 w 11237202"/>
              <a:gd name="connsiteY2240" fmla="*/ 1374879 h 2631356"/>
              <a:gd name="connsiteX2241" fmla="*/ 8421805 w 11237202"/>
              <a:gd name="connsiteY2241" fmla="*/ 1374327 h 2631356"/>
              <a:gd name="connsiteX2242" fmla="*/ 2405450 w 11237202"/>
              <a:gd name="connsiteY2242" fmla="*/ 1373218 h 2631356"/>
              <a:gd name="connsiteX2243" fmla="*/ 2413404 w 11237202"/>
              <a:gd name="connsiteY2243" fmla="*/ 1378594 h 2631356"/>
              <a:gd name="connsiteX2244" fmla="*/ 2382784 w 11237202"/>
              <a:gd name="connsiteY2244" fmla="*/ 1392454 h 2631356"/>
              <a:gd name="connsiteX2245" fmla="*/ 2354108 w 11237202"/>
              <a:gd name="connsiteY2245" fmla="*/ 1387325 h 2631356"/>
              <a:gd name="connsiteX2246" fmla="*/ 2385035 w 11237202"/>
              <a:gd name="connsiteY2246" fmla="*/ 1373534 h 2631356"/>
              <a:gd name="connsiteX2247" fmla="*/ 2405450 w 11237202"/>
              <a:gd name="connsiteY2247" fmla="*/ 1373218 h 2631356"/>
              <a:gd name="connsiteX2248" fmla="*/ 9896263 w 11237202"/>
              <a:gd name="connsiteY2248" fmla="*/ 1371857 h 2631356"/>
              <a:gd name="connsiteX2249" fmla="*/ 9920993 w 11237202"/>
              <a:gd name="connsiteY2249" fmla="*/ 1377227 h 2631356"/>
              <a:gd name="connsiteX2250" fmla="*/ 9933109 w 11237202"/>
              <a:gd name="connsiteY2250" fmla="*/ 1391064 h 2631356"/>
              <a:gd name="connsiteX2251" fmla="*/ 9888817 w 11237202"/>
              <a:gd name="connsiteY2251" fmla="*/ 1385912 h 2631356"/>
              <a:gd name="connsiteX2252" fmla="*/ 9876703 w 11237202"/>
              <a:gd name="connsiteY2252" fmla="*/ 1372144 h 2631356"/>
              <a:gd name="connsiteX2253" fmla="*/ 9896263 w 11237202"/>
              <a:gd name="connsiteY2253" fmla="*/ 1371857 h 2631356"/>
              <a:gd name="connsiteX2254" fmla="*/ 2107336 w 11237202"/>
              <a:gd name="connsiteY2254" fmla="*/ 1369271 h 2631356"/>
              <a:gd name="connsiteX2255" fmla="*/ 2118117 w 11237202"/>
              <a:gd name="connsiteY2255" fmla="*/ 1371254 h 2631356"/>
              <a:gd name="connsiteX2256" fmla="*/ 2105668 w 11237202"/>
              <a:gd name="connsiteY2256" fmla="*/ 1376589 h 2631356"/>
              <a:gd name="connsiteX2257" fmla="*/ 2094720 w 11237202"/>
              <a:gd name="connsiteY2257" fmla="*/ 1374628 h 2631356"/>
              <a:gd name="connsiteX2258" fmla="*/ 2107336 w 11237202"/>
              <a:gd name="connsiteY2258" fmla="*/ 1369271 h 2631356"/>
              <a:gd name="connsiteX2259" fmla="*/ 844937 w 11237202"/>
              <a:gd name="connsiteY2259" fmla="*/ 1368040 h 2631356"/>
              <a:gd name="connsiteX2260" fmla="*/ 848494 w 11237202"/>
              <a:gd name="connsiteY2260" fmla="*/ 1368747 h 2631356"/>
              <a:gd name="connsiteX2261" fmla="*/ 843103 w 11237202"/>
              <a:gd name="connsiteY2261" fmla="*/ 1370639 h 2631356"/>
              <a:gd name="connsiteX2262" fmla="*/ 839491 w 11237202"/>
              <a:gd name="connsiteY2262" fmla="*/ 1369955 h 2631356"/>
              <a:gd name="connsiteX2263" fmla="*/ 844937 w 11237202"/>
              <a:gd name="connsiteY2263" fmla="*/ 1368040 h 2631356"/>
              <a:gd name="connsiteX2264" fmla="*/ 10117416 w 11237202"/>
              <a:gd name="connsiteY2264" fmla="*/ 1362821 h 2631356"/>
              <a:gd name="connsiteX2265" fmla="*/ 10134642 w 11237202"/>
              <a:gd name="connsiteY2265" fmla="*/ 1364758 h 2631356"/>
              <a:gd name="connsiteX2266" fmla="*/ 10139868 w 11237202"/>
              <a:gd name="connsiteY2266" fmla="*/ 1370070 h 2631356"/>
              <a:gd name="connsiteX2267" fmla="*/ 10122585 w 11237202"/>
              <a:gd name="connsiteY2267" fmla="*/ 1368132 h 2631356"/>
              <a:gd name="connsiteX2268" fmla="*/ 10117416 w 11237202"/>
              <a:gd name="connsiteY2268" fmla="*/ 1362821 h 2631356"/>
              <a:gd name="connsiteX2269" fmla="*/ 8677048 w 11237202"/>
              <a:gd name="connsiteY2269" fmla="*/ 1362746 h 2631356"/>
              <a:gd name="connsiteX2270" fmla="*/ 8716531 w 11237202"/>
              <a:gd name="connsiteY2270" fmla="*/ 1372417 h 2631356"/>
              <a:gd name="connsiteX2271" fmla="*/ 8726449 w 11237202"/>
              <a:gd name="connsiteY2271" fmla="*/ 1397446 h 2631356"/>
              <a:gd name="connsiteX2272" fmla="*/ 8650537 w 11237202"/>
              <a:gd name="connsiteY2272" fmla="*/ 1388168 h 2631356"/>
              <a:gd name="connsiteX2273" fmla="*/ 8641507 w 11237202"/>
              <a:gd name="connsiteY2273" fmla="*/ 1363299 h 2631356"/>
              <a:gd name="connsiteX2274" fmla="*/ 8677048 w 11237202"/>
              <a:gd name="connsiteY2274" fmla="*/ 1362746 h 2631356"/>
              <a:gd name="connsiteX2275" fmla="*/ 6764554 w 11237202"/>
              <a:gd name="connsiteY2275" fmla="*/ 1362319 h 2631356"/>
              <a:gd name="connsiteX2276" fmla="*/ 6769861 w 11237202"/>
              <a:gd name="connsiteY2276" fmla="*/ 1363049 h 2631356"/>
              <a:gd name="connsiteX2277" fmla="*/ 6768916 w 11237202"/>
              <a:gd name="connsiteY2277" fmla="*/ 1364918 h 2631356"/>
              <a:gd name="connsiteX2278" fmla="*/ 6763720 w 11237202"/>
              <a:gd name="connsiteY2278" fmla="*/ 1364257 h 2631356"/>
              <a:gd name="connsiteX2279" fmla="*/ 6764554 w 11237202"/>
              <a:gd name="connsiteY2279" fmla="*/ 1362319 h 2631356"/>
              <a:gd name="connsiteX2280" fmla="*/ 7073484 w 11237202"/>
              <a:gd name="connsiteY2280" fmla="*/ 1362250 h 2631356"/>
              <a:gd name="connsiteX2281" fmla="*/ 7084127 w 11237202"/>
              <a:gd name="connsiteY2281" fmla="*/ 1363641 h 2631356"/>
              <a:gd name="connsiteX2282" fmla="*/ 7082960 w 11237202"/>
              <a:gd name="connsiteY2282" fmla="*/ 1367425 h 2631356"/>
              <a:gd name="connsiteX2283" fmla="*/ 7072290 w 11237202"/>
              <a:gd name="connsiteY2283" fmla="*/ 1366057 h 2631356"/>
              <a:gd name="connsiteX2284" fmla="*/ 7073484 w 11237202"/>
              <a:gd name="connsiteY2284" fmla="*/ 1362250 h 2631356"/>
              <a:gd name="connsiteX2285" fmla="*/ 1843558 w 11237202"/>
              <a:gd name="connsiteY2285" fmla="*/ 1358513 h 2631356"/>
              <a:gd name="connsiteX2286" fmla="*/ 1850309 w 11237202"/>
              <a:gd name="connsiteY2286" fmla="*/ 1359766 h 2631356"/>
              <a:gd name="connsiteX2287" fmla="*/ 1841890 w 11237202"/>
              <a:gd name="connsiteY2287" fmla="*/ 1363140 h 2631356"/>
              <a:gd name="connsiteX2288" fmla="*/ 1835250 w 11237202"/>
              <a:gd name="connsiteY2288" fmla="*/ 1361886 h 2631356"/>
              <a:gd name="connsiteX2289" fmla="*/ 1843558 w 11237202"/>
              <a:gd name="connsiteY2289" fmla="*/ 1358513 h 2631356"/>
              <a:gd name="connsiteX2290" fmla="*/ 8924728 w 11237202"/>
              <a:gd name="connsiteY2290" fmla="*/ 1353390 h 2631356"/>
              <a:gd name="connsiteX2291" fmla="*/ 8957664 w 11237202"/>
              <a:gd name="connsiteY2291" fmla="*/ 1361180 h 2631356"/>
              <a:gd name="connsiteX2292" fmla="*/ 8967610 w 11237202"/>
              <a:gd name="connsiteY2292" fmla="*/ 1381376 h 2631356"/>
              <a:gd name="connsiteX2293" fmla="*/ 8905396 w 11237202"/>
              <a:gd name="connsiteY2293" fmla="*/ 1373900 h 2631356"/>
              <a:gd name="connsiteX2294" fmla="*/ 8895921 w 11237202"/>
              <a:gd name="connsiteY2294" fmla="*/ 1353839 h 2631356"/>
              <a:gd name="connsiteX2295" fmla="*/ 8924728 w 11237202"/>
              <a:gd name="connsiteY2295" fmla="*/ 1353390 h 2631356"/>
              <a:gd name="connsiteX2296" fmla="*/ 617643 w 11237202"/>
              <a:gd name="connsiteY2296" fmla="*/ 1352243 h 2631356"/>
              <a:gd name="connsiteX2297" fmla="*/ 618921 w 11237202"/>
              <a:gd name="connsiteY2297" fmla="*/ 1352540 h 2631356"/>
              <a:gd name="connsiteX2298" fmla="*/ 616809 w 11237202"/>
              <a:gd name="connsiteY2298" fmla="*/ 1353246 h 2631356"/>
              <a:gd name="connsiteX2299" fmla="*/ 615337 w 11237202"/>
              <a:gd name="connsiteY2299" fmla="*/ 1352973 h 2631356"/>
              <a:gd name="connsiteX2300" fmla="*/ 617643 w 11237202"/>
              <a:gd name="connsiteY2300" fmla="*/ 1352243 h 2631356"/>
              <a:gd name="connsiteX2301" fmla="*/ 7377015 w 11237202"/>
              <a:gd name="connsiteY2301" fmla="*/ 1350617 h 2631356"/>
              <a:gd name="connsiteX2302" fmla="*/ 7398977 w 11237202"/>
              <a:gd name="connsiteY2302" fmla="*/ 1356780 h 2631356"/>
              <a:gd name="connsiteX2303" fmla="*/ 7396587 w 11237202"/>
              <a:gd name="connsiteY2303" fmla="*/ 1372669 h 2631356"/>
              <a:gd name="connsiteX2304" fmla="*/ 7351267 w 11237202"/>
              <a:gd name="connsiteY2304" fmla="*/ 1366810 h 2631356"/>
              <a:gd name="connsiteX2305" fmla="*/ 7353990 w 11237202"/>
              <a:gd name="connsiteY2305" fmla="*/ 1350967 h 2631356"/>
              <a:gd name="connsiteX2306" fmla="*/ 7377015 w 11237202"/>
              <a:gd name="connsiteY2306" fmla="*/ 1350617 h 2631356"/>
              <a:gd name="connsiteX2307" fmla="*/ 10342794 w 11237202"/>
              <a:gd name="connsiteY2307" fmla="*/ 1350078 h 2631356"/>
              <a:gd name="connsiteX2308" fmla="*/ 10347655 w 11237202"/>
              <a:gd name="connsiteY2308" fmla="*/ 1350625 h 2631356"/>
              <a:gd name="connsiteX2309" fmla="*/ 10349378 w 11237202"/>
              <a:gd name="connsiteY2309" fmla="*/ 1352107 h 2631356"/>
              <a:gd name="connsiteX2310" fmla="*/ 10344323 w 11237202"/>
              <a:gd name="connsiteY2310" fmla="*/ 1351560 h 2631356"/>
              <a:gd name="connsiteX2311" fmla="*/ 10342794 w 11237202"/>
              <a:gd name="connsiteY2311" fmla="*/ 1350078 h 2631356"/>
              <a:gd name="connsiteX2312" fmla="*/ 1592034 w 11237202"/>
              <a:gd name="connsiteY2312" fmla="*/ 1345427 h 2631356"/>
              <a:gd name="connsiteX2313" fmla="*/ 1597119 w 11237202"/>
              <a:gd name="connsiteY2313" fmla="*/ 1346408 h 2631356"/>
              <a:gd name="connsiteX2314" fmla="*/ 1590395 w 11237202"/>
              <a:gd name="connsiteY2314" fmla="*/ 1348961 h 2631356"/>
              <a:gd name="connsiteX2315" fmla="*/ 1585310 w 11237202"/>
              <a:gd name="connsiteY2315" fmla="*/ 1348026 h 2631356"/>
              <a:gd name="connsiteX2316" fmla="*/ 1592034 w 11237202"/>
              <a:gd name="connsiteY2316" fmla="*/ 1345427 h 2631356"/>
              <a:gd name="connsiteX2317" fmla="*/ 7659437 w 11237202"/>
              <a:gd name="connsiteY2317" fmla="*/ 1342656 h 2631356"/>
              <a:gd name="connsiteX2318" fmla="*/ 7685900 w 11237202"/>
              <a:gd name="connsiteY2318" fmla="*/ 1349827 h 2631356"/>
              <a:gd name="connsiteX2319" fmla="*/ 7685261 w 11237202"/>
              <a:gd name="connsiteY2319" fmla="*/ 1368269 h 2631356"/>
              <a:gd name="connsiteX2320" fmla="*/ 7631716 w 11237202"/>
              <a:gd name="connsiteY2320" fmla="*/ 1361430 h 2631356"/>
              <a:gd name="connsiteX2321" fmla="*/ 7632744 w 11237202"/>
              <a:gd name="connsiteY2321" fmla="*/ 1343057 h 2631356"/>
              <a:gd name="connsiteX2322" fmla="*/ 7659437 w 11237202"/>
              <a:gd name="connsiteY2322" fmla="*/ 1342656 h 2631356"/>
              <a:gd name="connsiteX2323" fmla="*/ 3213129 w 11237202"/>
              <a:gd name="connsiteY2323" fmla="*/ 1337996 h 2631356"/>
              <a:gd name="connsiteX2324" fmla="*/ 3221465 w 11237202"/>
              <a:gd name="connsiteY2324" fmla="*/ 1339341 h 2631356"/>
              <a:gd name="connsiteX2325" fmla="*/ 3214240 w 11237202"/>
              <a:gd name="connsiteY2325" fmla="*/ 1343057 h 2631356"/>
              <a:gd name="connsiteX2326" fmla="*/ 3206071 w 11237202"/>
              <a:gd name="connsiteY2326" fmla="*/ 1341689 h 2631356"/>
              <a:gd name="connsiteX2327" fmla="*/ 3213129 w 11237202"/>
              <a:gd name="connsiteY2327" fmla="*/ 1337996 h 2631356"/>
              <a:gd name="connsiteX2328" fmla="*/ 3537230 w 11237202"/>
              <a:gd name="connsiteY2328" fmla="*/ 1337199 h 2631356"/>
              <a:gd name="connsiteX2329" fmla="*/ 3539036 w 11237202"/>
              <a:gd name="connsiteY2329" fmla="*/ 1337472 h 2631356"/>
              <a:gd name="connsiteX2330" fmla="*/ 3537619 w 11237202"/>
              <a:gd name="connsiteY2330" fmla="*/ 1338201 h 2631356"/>
              <a:gd name="connsiteX2331" fmla="*/ 3536036 w 11237202"/>
              <a:gd name="connsiteY2331" fmla="*/ 1337905 h 2631356"/>
              <a:gd name="connsiteX2332" fmla="*/ 3537230 w 11237202"/>
              <a:gd name="connsiteY2332" fmla="*/ 1337199 h 2631356"/>
              <a:gd name="connsiteX2333" fmla="*/ 9160868 w 11237202"/>
              <a:gd name="connsiteY2333" fmla="*/ 1336407 h 2631356"/>
              <a:gd name="connsiteX2334" fmla="*/ 9203072 w 11237202"/>
              <a:gd name="connsiteY2334" fmla="*/ 1346134 h 2631356"/>
              <a:gd name="connsiteX2335" fmla="*/ 9218245 w 11237202"/>
              <a:gd name="connsiteY2335" fmla="*/ 1371392 h 2631356"/>
              <a:gd name="connsiteX2336" fmla="*/ 9139163 w 11237202"/>
              <a:gd name="connsiteY2336" fmla="*/ 1362045 h 2631356"/>
              <a:gd name="connsiteX2337" fmla="*/ 9124770 w 11237202"/>
              <a:gd name="connsiteY2337" fmla="*/ 1336970 h 2631356"/>
              <a:gd name="connsiteX2338" fmla="*/ 9160868 w 11237202"/>
              <a:gd name="connsiteY2338" fmla="*/ 1336407 h 2631356"/>
              <a:gd name="connsiteX2339" fmla="*/ 2908588 w 11237202"/>
              <a:gd name="connsiteY2339" fmla="*/ 1332959 h 2631356"/>
              <a:gd name="connsiteX2340" fmla="*/ 2924010 w 11237202"/>
              <a:gd name="connsiteY2340" fmla="*/ 1335535 h 2631356"/>
              <a:gd name="connsiteX2341" fmla="*/ 2909699 w 11237202"/>
              <a:gd name="connsiteY2341" fmla="*/ 1342579 h 2631356"/>
              <a:gd name="connsiteX2342" fmla="*/ 2894250 w 11237202"/>
              <a:gd name="connsiteY2342" fmla="*/ 1340025 h 2631356"/>
              <a:gd name="connsiteX2343" fmla="*/ 2908588 w 11237202"/>
              <a:gd name="connsiteY2343" fmla="*/ 1332959 h 2631356"/>
              <a:gd name="connsiteX2344" fmla="*/ 7929462 w 11237202"/>
              <a:gd name="connsiteY2344" fmla="*/ 1331646 h 2631356"/>
              <a:gd name="connsiteX2345" fmla="*/ 7962181 w 11237202"/>
              <a:gd name="connsiteY2345" fmla="*/ 1340185 h 2631356"/>
              <a:gd name="connsiteX2346" fmla="*/ 7963988 w 11237202"/>
              <a:gd name="connsiteY2346" fmla="*/ 1362251 h 2631356"/>
              <a:gd name="connsiteX2347" fmla="*/ 7898660 w 11237202"/>
              <a:gd name="connsiteY2347" fmla="*/ 1354090 h 2631356"/>
              <a:gd name="connsiteX2348" fmla="*/ 7897411 w 11237202"/>
              <a:gd name="connsiteY2348" fmla="*/ 1332115 h 2631356"/>
              <a:gd name="connsiteX2349" fmla="*/ 7929462 w 11237202"/>
              <a:gd name="connsiteY2349" fmla="*/ 1331646 h 2631356"/>
              <a:gd name="connsiteX2350" fmla="*/ 1353014 w 11237202"/>
              <a:gd name="connsiteY2350" fmla="*/ 1328194 h 2631356"/>
              <a:gd name="connsiteX2351" fmla="*/ 1365212 w 11237202"/>
              <a:gd name="connsiteY2351" fmla="*/ 1330497 h 2631356"/>
              <a:gd name="connsiteX2352" fmla="*/ 1348234 w 11237202"/>
              <a:gd name="connsiteY2352" fmla="*/ 1336788 h 2631356"/>
              <a:gd name="connsiteX2353" fmla="*/ 1336064 w 11237202"/>
              <a:gd name="connsiteY2353" fmla="*/ 1334441 h 2631356"/>
              <a:gd name="connsiteX2354" fmla="*/ 1353014 w 11237202"/>
              <a:gd name="connsiteY2354" fmla="*/ 1328194 h 2631356"/>
              <a:gd name="connsiteX2355" fmla="*/ 9391266 w 11237202"/>
              <a:gd name="connsiteY2355" fmla="*/ 1322869 h 2631356"/>
              <a:gd name="connsiteX2356" fmla="*/ 9433507 w 11237202"/>
              <a:gd name="connsiteY2356" fmla="*/ 1332366 h 2631356"/>
              <a:gd name="connsiteX2357" fmla="*/ 9450930 w 11237202"/>
              <a:gd name="connsiteY2357" fmla="*/ 1356894 h 2631356"/>
              <a:gd name="connsiteX2358" fmla="*/ 9372293 w 11237202"/>
              <a:gd name="connsiteY2358" fmla="*/ 1347798 h 2631356"/>
              <a:gd name="connsiteX2359" fmla="*/ 9355926 w 11237202"/>
              <a:gd name="connsiteY2359" fmla="*/ 1323408 h 2631356"/>
              <a:gd name="connsiteX2360" fmla="*/ 9391266 w 11237202"/>
              <a:gd name="connsiteY2360" fmla="*/ 1322869 h 2631356"/>
              <a:gd name="connsiteX2361" fmla="*/ 2640941 w 11237202"/>
              <a:gd name="connsiteY2361" fmla="*/ 1322157 h 2631356"/>
              <a:gd name="connsiteX2362" fmla="*/ 2648728 w 11237202"/>
              <a:gd name="connsiteY2362" fmla="*/ 1327032 h 2631356"/>
              <a:gd name="connsiteX2363" fmla="*/ 2621664 w 11237202"/>
              <a:gd name="connsiteY2363" fmla="*/ 1339592 h 2631356"/>
              <a:gd name="connsiteX2364" fmla="*/ 2594794 w 11237202"/>
              <a:gd name="connsiteY2364" fmla="*/ 1334942 h 2631356"/>
              <a:gd name="connsiteX2365" fmla="*/ 2622025 w 11237202"/>
              <a:gd name="connsiteY2365" fmla="*/ 1322427 h 2631356"/>
              <a:gd name="connsiteX2366" fmla="*/ 2640941 w 11237202"/>
              <a:gd name="connsiteY2366" fmla="*/ 1322157 h 2631356"/>
              <a:gd name="connsiteX2367" fmla="*/ 8188228 w 11237202"/>
              <a:gd name="connsiteY2367" fmla="*/ 1320758 h 2631356"/>
              <a:gd name="connsiteX2368" fmla="*/ 8223346 w 11237202"/>
              <a:gd name="connsiteY2368" fmla="*/ 1329653 h 2631356"/>
              <a:gd name="connsiteX2369" fmla="*/ 8227792 w 11237202"/>
              <a:gd name="connsiteY2369" fmla="*/ 1352677 h 2631356"/>
              <a:gd name="connsiteX2370" fmla="*/ 8158577 w 11237202"/>
              <a:gd name="connsiteY2370" fmla="*/ 1344129 h 2631356"/>
              <a:gd name="connsiteX2371" fmla="*/ 8154798 w 11237202"/>
              <a:gd name="connsiteY2371" fmla="*/ 1321265 h 2631356"/>
              <a:gd name="connsiteX2372" fmla="*/ 8188228 w 11237202"/>
              <a:gd name="connsiteY2372" fmla="*/ 1320758 h 2631356"/>
              <a:gd name="connsiteX2373" fmla="*/ 1121469 w 11237202"/>
              <a:gd name="connsiteY2373" fmla="*/ 1314404 h 2631356"/>
              <a:gd name="connsiteX2374" fmla="*/ 1128526 w 11237202"/>
              <a:gd name="connsiteY2374" fmla="*/ 1315794 h 2631356"/>
              <a:gd name="connsiteX2375" fmla="*/ 1118134 w 11237202"/>
              <a:gd name="connsiteY2375" fmla="*/ 1319419 h 2631356"/>
              <a:gd name="connsiteX2376" fmla="*/ 1111160 w 11237202"/>
              <a:gd name="connsiteY2376" fmla="*/ 1318074 h 2631356"/>
              <a:gd name="connsiteX2377" fmla="*/ 1121469 w 11237202"/>
              <a:gd name="connsiteY2377" fmla="*/ 1314404 h 2631356"/>
              <a:gd name="connsiteX2378" fmla="*/ 2371099 w 11237202"/>
              <a:gd name="connsiteY2378" fmla="*/ 1312019 h 2631356"/>
              <a:gd name="connsiteX2379" fmla="*/ 2378699 w 11237202"/>
              <a:gd name="connsiteY2379" fmla="*/ 1317116 h 2631356"/>
              <a:gd name="connsiteX2380" fmla="*/ 2348744 w 11237202"/>
              <a:gd name="connsiteY2380" fmla="*/ 1330292 h 2631356"/>
              <a:gd name="connsiteX2381" fmla="*/ 2320930 w 11237202"/>
              <a:gd name="connsiteY2381" fmla="*/ 1325414 h 2631356"/>
              <a:gd name="connsiteX2382" fmla="*/ 2350995 w 11237202"/>
              <a:gd name="connsiteY2382" fmla="*/ 1312306 h 2631356"/>
              <a:gd name="connsiteX2383" fmla="*/ 2371099 w 11237202"/>
              <a:gd name="connsiteY2383" fmla="*/ 1312019 h 2631356"/>
              <a:gd name="connsiteX2384" fmla="*/ 9616061 w 11237202"/>
              <a:gd name="connsiteY2384" fmla="*/ 1310466 h 2631356"/>
              <a:gd name="connsiteX2385" fmla="*/ 9654381 w 11237202"/>
              <a:gd name="connsiteY2385" fmla="*/ 1318849 h 2631356"/>
              <a:gd name="connsiteX2386" fmla="*/ 9671803 w 11237202"/>
              <a:gd name="connsiteY2386" fmla="*/ 1340527 h 2631356"/>
              <a:gd name="connsiteX2387" fmla="*/ 9601308 w 11237202"/>
              <a:gd name="connsiteY2387" fmla="*/ 1332457 h 2631356"/>
              <a:gd name="connsiteX2388" fmla="*/ 9584722 w 11237202"/>
              <a:gd name="connsiteY2388" fmla="*/ 1310938 h 2631356"/>
              <a:gd name="connsiteX2389" fmla="*/ 9616061 w 11237202"/>
              <a:gd name="connsiteY2389" fmla="*/ 1310466 h 2631356"/>
              <a:gd name="connsiteX2390" fmla="*/ 8437071 w 11237202"/>
              <a:gd name="connsiteY2390" fmla="*/ 1308639 h 2631356"/>
              <a:gd name="connsiteX2391" fmla="*/ 8474677 w 11237202"/>
              <a:gd name="connsiteY2391" fmla="*/ 1317845 h 2631356"/>
              <a:gd name="connsiteX2392" fmla="*/ 8481873 w 11237202"/>
              <a:gd name="connsiteY2392" fmla="*/ 1341780 h 2631356"/>
              <a:gd name="connsiteX2393" fmla="*/ 8408655 w 11237202"/>
              <a:gd name="connsiteY2393" fmla="*/ 1332890 h 2631356"/>
              <a:gd name="connsiteX2394" fmla="*/ 8402236 w 11237202"/>
              <a:gd name="connsiteY2394" fmla="*/ 1309161 h 2631356"/>
              <a:gd name="connsiteX2395" fmla="*/ 8437071 w 11237202"/>
              <a:gd name="connsiteY2395" fmla="*/ 1308639 h 2631356"/>
              <a:gd name="connsiteX2396" fmla="*/ 2092219 w 11237202"/>
              <a:gd name="connsiteY2396" fmla="*/ 1306539 h 2631356"/>
              <a:gd name="connsiteX2397" fmla="*/ 2101305 w 11237202"/>
              <a:gd name="connsiteY2397" fmla="*/ 1308135 h 2631356"/>
              <a:gd name="connsiteX2398" fmla="*/ 2090830 w 11237202"/>
              <a:gd name="connsiteY2398" fmla="*/ 1312488 h 2631356"/>
              <a:gd name="connsiteX2399" fmla="*/ 2081911 w 11237202"/>
              <a:gd name="connsiteY2399" fmla="*/ 1310893 h 2631356"/>
              <a:gd name="connsiteX2400" fmla="*/ 2092219 w 11237202"/>
              <a:gd name="connsiteY2400" fmla="*/ 1306539 h 2631356"/>
              <a:gd name="connsiteX2401" fmla="*/ 7158734 w 11237202"/>
              <a:gd name="connsiteY2401" fmla="*/ 1303393 h 2631356"/>
              <a:gd name="connsiteX2402" fmla="*/ 7180463 w 11237202"/>
              <a:gd name="connsiteY2402" fmla="*/ 1306152 h 2631356"/>
              <a:gd name="connsiteX2403" fmla="*/ 7178601 w 11237202"/>
              <a:gd name="connsiteY2403" fmla="*/ 1313765 h 2631356"/>
              <a:gd name="connsiteX2404" fmla="*/ 7156678 w 11237202"/>
              <a:gd name="connsiteY2404" fmla="*/ 1310962 h 2631356"/>
              <a:gd name="connsiteX2405" fmla="*/ 7158734 w 11237202"/>
              <a:gd name="connsiteY2405" fmla="*/ 1303393 h 2631356"/>
              <a:gd name="connsiteX2406" fmla="*/ 898816 w 11237202"/>
              <a:gd name="connsiteY2406" fmla="*/ 1299632 h 2631356"/>
              <a:gd name="connsiteX2407" fmla="*/ 902400 w 11237202"/>
              <a:gd name="connsiteY2407" fmla="*/ 1300271 h 2631356"/>
              <a:gd name="connsiteX2408" fmla="*/ 897010 w 11237202"/>
              <a:gd name="connsiteY2408" fmla="*/ 1302072 h 2631356"/>
              <a:gd name="connsiteX2409" fmla="*/ 893731 w 11237202"/>
              <a:gd name="connsiteY2409" fmla="*/ 1301410 h 2631356"/>
              <a:gd name="connsiteX2410" fmla="*/ 898816 w 11237202"/>
              <a:gd name="connsiteY2410" fmla="*/ 1299632 h 2631356"/>
              <a:gd name="connsiteX2411" fmla="*/ 9836063 w 11237202"/>
              <a:gd name="connsiteY2411" fmla="*/ 1299282 h 2631356"/>
              <a:gd name="connsiteX2412" fmla="*/ 9866450 w 11237202"/>
              <a:gd name="connsiteY2412" fmla="*/ 1305764 h 2631356"/>
              <a:gd name="connsiteX2413" fmla="*/ 9881288 w 11237202"/>
              <a:gd name="connsiteY2413" fmla="*/ 1322450 h 2631356"/>
              <a:gd name="connsiteX2414" fmla="*/ 9826240 w 11237202"/>
              <a:gd name="connsiteY2414" fmla="*/ 1316295 h 2631356"/>
              <a:gd name="connsiteX2415" fmla="*/ 9811765 w 11237202"/>
              <a:gd name="connsiteY2415" fmla="*/ 1299655 h 2631356"/>
              <a:gd name="connsiteX2416" fmla="*/ 9836063 w 11237202"/>
              <a:gd name="connsiteY2416" fmla="*/ 1299282 h 2631356"/>
              <a:gd name="connsiteX2417" fmla="*/ 8677413 w 11237202"/>
              <a:gd name="connsiteY2417" fmla="*/ 1297159 h 2631356"/>
              <a:gd name="connsiteX2418" fmla="*/ 8714003 w 11237202"/>
              <a:gd name="connsiteY2418" fmla="*/ 1305878 h 2631356"/>
              <a:gd name="connsiteX2419" fmla="*/ 8723172 w 11237202"/>
              <a:gd name="connsiteY2419" fmla="*/ 1328422 h 2631356"/>
              <a:gd name="connsiteX2420" fmla="*/ 8652899 w 11237202"/>
              <a:gd name="connsiteY2420" fmla="*/ 1320034 h 2631356"/>
              <a:gd name="connsiteX2421" fmla="*/ 8644537 w 11237202"/>
              <a:gd name="connsiteY2421" fmla="*/ 1297672 h 2631356"/>
              <a:gd name="connsiteX2422" fmla="*/ 8677413 w 11237202"/>
              <a:gd name="connsiteY2422" fmla="*/ 1297159 h 2631356"/>
              <a:gd name="connsiteX2423" fmla="*/ 7432098 w 11237202"/>
              <a:gd name="connsiteY2423" fmla="*/ 1295666 h 2631356"/>
              <a:gd name="connsiteX2424" fmla="*/ 7461497 w 11237202"/>
              <a:gd name="connsiteY2424" fmla="*/ 1299382 h 2631356"/>
              <a:gd name="connsiteX2425" fmla="*/ 7460301 w 11237202"/>
              <a:gd name="connsiteY2425" fmla="*/ 1309434 h 2631356"/>
              <a:gd name="connsiteX2426" fmla="*/ 7430654 w 11237202"/>
              <a:gd name="connsiteY2426" fmla="*/ 1305741 h 2631356"/>
              <a:gd name="connsiteX2427" fmla="*/ 7432098 w 11237202"/>
              <a:gd name="connsiteY2427" fmla="*/ 1295666 h 2631356"/>
              <a:gd name="connsiteX2428" fmla="*/ 1846419 w 11237202"/>
              <a:gd name="connsiteY2428" fmla="*/ 1293295 h 2631356"/>
              <a:gd name="connsiteX2429" fmla="*/ 1855311 w 11237202"/>
              <a:gd name="connsiteY2429" fmla="*/ 1294846 h 2631356"/>
              <a:gd name="connsiteX2430" fmla="*/ 1844391 w 11237202"/>
              <a:gd name="connsiteY2430" fmla="*/ 1299153 h 2631356"/>
              <a:gd name="connsiteX2431" fmla="*/ 1835611 w 11237202"/>
              <a:gd name="connsiteY2431" fmla="*/ 1297581 h 2631356"/>
              <a:gd name="connsiteX2432" fmla="*/ 1846419 w 11237202"/>
              <a:gd name="connsiteY2432" fmla="*/ 1293295 h 2631356"/>
              <a:gd name="connsiteX2433" fmla="*/ 10046283 w 11237202"/>
              <a:gd name="connsiteY2433" fmla="*/ 1292224 h 2631356"/>
              <a:gd name="connsiteX2434" fmla="*/ 10065623 w 11237202"/>
              <a:gd name="connsiteY2434" fmla="*/ 1294321 h 2631356"/>
              <a:gd name="connsiteX2435" fmla="*/ 10070986 w 11237202"/>
              <a:gd name="connsiteY2435" fmla="*/ 1300020 h 2631356"/>
              <a:gd name="connsiteX2436" fmla="*/ 10051979 w 11237202"/>
              <a:gd name="connsiteY2436" fmla="*/ 1297923 h 2631356"/>
              <a:gd name="connsiteX2437" fmla="*/ 10046283 w 11237202"/>
              <a:gd name="connsiteY2437" fmla="*/ 1292224 h 2631356"/>
              <a:gd name="connsiteX2438" fmla="*/ 8910202 w 11237202"/>
              <a:gd name="connsiteY2438" fmla="*/ 1285676 h 2631356"/>
              <a:gd name="connsiteX2439" fmla="*/ 8943853 w 11237202"/>
              <a:gd name="connsiteY2439" fmla="*/ 1293477 h 2631356"/>
              <a:gd name="connsiteX2440" fmla="*/ 8953993 w 11237202"/>
              <a:gd name="connsiteY2440" fmla="*/ 1313606 h 2631356"/>
              <a:gd name="connsiteX2441" fmla="*/ 8890335 w 11237202"/>
              <a:gd name="connsiteY2441" fmla="*/ 1306152 h 2631356"/>
              <a:gd name="connsiteX2442" fmla="*/ 8880638 w 11237202"/>
              <a:gd name="connsiteY2442" fmla="*/ 1286115 h 2631356"/>
              <a:gd name="connsiteX2443" fmla="*/ 8910202 w 11237202"/>
              <a:gd name="connsiteY2443" fmla="*/ 1285676 h 2631356"/>
              <a:gd name="connsiteX2444" fmla="*/ 684664 w 11237202"/>
              <a:gd name="connsiteY2444" fmla="*/ 1283858 h 2631356"/>
              <a:gd name="connsiteX2445" fmla="*/ 686137 w 11237202"/>
              <a:gd name="connsiteY2445" fmla="*/ 1284086 h 2631356"/>
              <a:gd name="connsiteX2446" fmla="*/ 683970 w 11237202"/>
              <a:gd name="connsiteY2446" fmla="*/ 1284793 h 2631356"/>
              <a:gd name="connsiteX2447" fmla="*/ 682580 w 11237202"/>
              <a:gd name="connsiteY2447" fmla="*/ 1284542 h 2631356"/>
              <a:gd name="connsiteX2448" fmla="*/ 684664 w 11237202"/>
              <a:gd name="connsiteY2448" fmla="*/ 1283858 h 2631356"/>
              <a:gd name="connsiteX2449" fmla="*/ 3131242 w 11237202"/>
              <a:gd name="connsiteY2449" fmla="*/ 1282901 h 2631356"/>
              <a:gd name="connsiteX2450" fmla="*/ 3146496 w 11237202"/>
              <a:gd name="connsiteY2450" fmla="*/ 1285363 h 2631356"/>
              <a:gd name="connsiteX2451" fmla="*/ 3133242 w 11237202"/>
              <a:gd name="connsiteY2451" fmla="*/ 1292110 h 2631356"/>
              <a:gd name="connsiteX2452" fmla="*/ 3117904 w 11237202"/>
              <a:gd name="connsiteY2452" fmla="*/ 1289625 h 2631356"/>
              <a:gd name="connsiteX2453" fmla="*/ 3131242 w 11237202"/>
              <a:gd name="connsiteY2453" fmla="*/ 1282901 h 2631356"/>
              <a:gd name="connsiteX2454" fmla="*/ 7711714 w 11237202"/>
              <a:gd name="connsiteY2454" fmla="*/ 1280160 h 2631356"/>
              <a:gd name="connsiteX2455" fmla="*/ 7741418 w 11237202"/>
              <a:gd name="connsiteY2455" fmla="*/ 1287893 h 2631356"/>
              <a:gd name="connsiteX2456" fmla="*/ 7740973 w 11237202"/>
              <a:gd name="connsiteY2456" fmla="*/ 1307952 h 2631356"/>
              <a:gd name="connsiteX2457" fmla="*/ 7681149 w 11237202"/>
              <a:gd name="connsiteY2457" fmla="*/ 1300521 h 2631356"/>
              <a:gd name="connsiteX2458" fmla="*/ 7682010 w 11237202"/>
              <a:gd name="connsiteY2458" fmla="*/ 1280598 h 2631356"/>
              <a:gd name="connsiteX2459" fmla="*/ 7711714 w 11237202"/>
              <a:gd name="connsiteY2459" fmla="*/ 1280160 h 2631356"/>
              <a:gd name="connsiteX2460" fmla="*/ 10262130 w 11237202"/>
              <a:gd name="connsiteY2460" fmla="*/ 1280142 h 2631356"/>
              <a:gd name="connsiteX2461" fmla="*/ 10267076 w 11237202"/>
              <a:gd name="connsiteY2461" fmla="*/ 1280689 h 2631356"/>
              <a:gd name="connsiteX2462" fmla="*/ 10268577 w 11237202"/>
              <a:gd name="connsiteY2462" fmla="*/ 1282103 h 2631356"/>
              <a:gd name="connsiteX2463" fmla="*/ 10263796 w 11237202"/>
              <a:gd name="connsiteY2463" fmla="*/ 1281579 h 2631356"/>
              <a:gd name="connsiteX2464" fmla="*/ 10262130 w 11237202"/>
              <a:gd name="connsiteY2464" fmla="*/ 1280142 h 2631356"/>
              <a:gd name="connsiteX2465" fmla="*/ 1611235 w 11237202"/>
              <a:gd name="connsiteY2465" fmla="*/ 1279413 h 2631356"/>
              <a:gd name="connsiteX2466" fmla="*/ 1618348 w 11237202"/>
              <a:gd name="connsiteY2466" fmla="*/ 1280735 h 2631356"/>
              <a:gd name="connsiteX2467" fmla="*/ 1609150 w 11237202"/>
              <a:gd name="connsiteY2467" fmla="*/ 1284246 h 2631356"/>
              <a:gd name="connsiteX2468" fmla="*/ 1601954 w 11237202"/>
              <a:gd name="connsiteY2468" fmla="*/ 1282946 h 2631356"/>
              <a:gd name="connsiteX2469" fmla="*/ 1611235 w 11237202"/>
              <a:gd name="connsiteY2469" fmla="*/ 1279413 h 2631356"/>
              <a:gd name="connsiteX2470" fmla="*/ 2849292 w 11237202"/>
              <a:gd name="connsiteY2470" fmla="*/ 1275356 h 2631356"/>
              <a:gd name="connsiteX2471" fmla="*/ 2868103 w 11237202"/>
              <a:gd name="connsiteY2471" fmla="*/ 1278478 h 2631356"/>
              <a:gd name="connsiteX2472" fmla="*/ 2850347 w 11237202"/>
              <a:gd name="connsiteY2472" fmla="*/ 1286958 h 2631356"/>
              <a:gd name="connsiteX2473" fmla="*/ 2831341 w 11237202"/>
              <a:gd name="connsiteY2473" fmla="*/ 1283812 h 2631356"/>
              <a:gd name="connsiteX2474" fmla="*/ 2849292 w 11237202"/>
              <a:gd name="connsiteY2474" fmla="*/ 1275356 h 2631356"/>
              <a:gd name="connsiteX2475" fmla="*/ 9133471 w 11237202"/>
              <a:gd name="connsiteY2475" fmla="*/ 1269463 h 2631356"/>
              <a:gd name="connsiteX2476" fmla="*/ 9174453 w 11237202"/>
              <a:gd name="connsiteY2476" fmla="*/ 1278661 h 2631356"/>
              <a:gd name="connsiteX2477" fmla="*/ 9188847 w 11237202"/>
              <a:gd name="connsiteY2477" fmla="*/ 1302481 h 2631356"/>
              <a:gd name="connsiteX2478" fmla="*/ 9112018 w 11237202"/>
              <a:gd name="connsiteY2478" fmla="*/ 1293637 h 2631356"/>
              <a:gd name="connsiteX2479" fmla="*/ 9098430 w 11237202"/>
              <a:gd name="connsiteY2479" fmla="*/ 1269975 h 2631356"/>
              <a:gd name="connsiteX2480" fmla="*/ 9133471 w 11237202"/>
              <a:gd name="connsiteY2480" fmla="*/ 1269463 h 2631356"/>
              <a:gd name="connsiteX2481" fmla="*/ 7964373 w 11237202"/>
              <a:gd name="connsiteY2481" fmla="*/ 1268725 h 2631356"/>
              <a:gd name="connsiteX2482" fmla="*/ 7997749 w 11237202"/>
              <a:gd name="connsiteY2482" fmla="*/ 1277201 h 2631356"/>
              <a:gd name="connsiteX2483" fmla="*/ 8000082 w 11237202"/>
              <a:gd name="connsiteY2483" fmla="*/ 1299222 h 2631356"/>
              <a:gd name="connsiteX2484" fmla="*/ 7933062 w 11237202"/>
              <a:gd name="connsiteY2484" fmla="*/ 1291061 h 2631356"/>
              <a:gd name="connsiteX2485" fmla="*/ 7931644 w 11237202"/>
              <a:gd name="connsiteY2485" fmla="*/ 1269223 h 2631356"/>
              <a:gd name="connsiteX2486" fmla="*/ 7964373 w 11237202"/>
              <a:gd name="connsiteY2486" fmla="*/ 1268725 h 2631356"/>
              <a:gd name="connsiteX2487" fmla="*/ 10465388 w 11237202"/>
              <a:gd name="connsiteY2487" fmla="*/ 1265622 h 2631356"/>
              <a:gd name="connsiteX2488" fmla="*/ 10467833 w 11237202"/>
              <a:gd name="connsiteY2488" fmla="*/ 1265895 h 2631356"/>
              <a:gd name="connsiteX2489" fmla="*/ 10468556 w 11237202"/>
              <a:gd name="connsiteY2489" fmla="*/ 1266580 h 2631356"/>
              <a:gd name="connsiteX2490" fmla="*/ 10466166 w 11237202"/>
              <a:gd name="connsiteY2490" fmla="*/ 1266306 h 2631356"/>
              <a:gd name="connsiteX2491" fmla="*/ 10465388 w 11237202"/>
              <a:gd name="connsiteY2491" fmla="*/ 1265622 h 2631356"/>
              <a:gd name="connsiteX2492" fmla="*/ 2601273 w 11237202"/>
              <a:gd name="connsiteY2492" fmla="*/ 1263653 h 2631356"/>
              <a:gd name="connsiteX2493" fmla="*/ 2608604 w 11237202"/>
              <a:gd name="connsiteY2493" fmla="*/ 1268152 h 2631356"/>
              <a:gd name="connsiteX2494" fmla="*/ 2582846 w 11237202"/>
              <a:gd name="connsiteY2494" fmla="*/ 1279732 h 2631356"/>
              <a:gd name="connsiteX2495" fmla="*/ 2557394 w 11237202"/>
              <a:gd name="connsiteY2495" fmla="*/ 1275447 h 2631356"/>
              <a:gd name="connsiteX2496" fmla="*/ 2583375 w 11237202"/>
              <a:gd name="connsiteY2496" fmla="*/ 1263890 h 2631356"/>
              <a:gd name="connsiteX2497" fmla="*/ 2601273 w 11237202"/>
              <a:gd name="connsiteY2497" fmla="*/ 1263653 h 2631356"/>
              <a:gd name="connsiteX2498" fmla="*/ 1386914 w 11237202"/>
              <a:gd name="connsiteY2498" fmla="*/ 1262659 h 2631356"/>
              <a:gd name="connsiteX2499" fmla="*/ 1398584 w 11237202"/>
              <a:gd name="connsiteY2499" fmla="*/ 1264824 h 2631356"/>
              <a:gd name="connsiteX2500" fmla="*/ 1382135 w 11237202"/>
              <a:gd name="connsiteY2500" fmla="*/ 1270797 h 2631356"/>
              <a:gd name="connsiteX2501" fmla="*/ 1370409 w 11237202"/>
              <a:gd name="connsiteY2501" fmla="*/ 1268563 h 2631356"/>
              <a:gd name="connsiteX2502" fmla="*/ 1386914 w 11237202"/>
              <a:gd name="connsiteY2502" fmla="*/ 1262659 h 2631356"/>
              <a:gd name="connsiteX2503" fmla="*/ 8207184 w 11237202"/>
              <a:gd name="connsiteY2503" fmla="*/ 1257581 h 2631356"/>
              <a:gd name="connsiteX2504" fmla="*/ 8241520 w 11237202"/>
              <a:gd name="connsiteY2504" fmla="*/ 1265987 h 2631356"/>
              <a:gd name="connsiteX2505" fmla="*/ 8246077 w 11237202"/>
              <a:gd name="connsiteY2505" fmla="*/ 1287779 h 2631356"/>
              <a:gd name="connsiteX2506" fmla="*/ 8178666 w 11237202"/>
              <a:gd name="connsiteY2506" fmla="*/ 1279709 h 2631356"/>
              <a:gd name="connsiteX2507" fmla="*/ 8174638 w 11237202"/>
              <a:gd name="connsiteY2507" fmla="*/ 1258031 h 2631356"/>
              <a:gd name="connsiteX2508" fmla="*/ 8207184 w 11237202"/>
              <a:gd name="connsiteY2508" fmla="*/ 1257581 h 2631356"/>
              <a:gd name="connsiteX2509" fmla="*/ 6969202 w 11237202"/>
              <a:gd name="connsiteY2509" fmla="*/ 1256686 h 2631356"/>
              <a:gd name="connsiteX2510" fmla="*/ 6973120 w 11237202"/>
              <a:gd name="connsiteY2510" fmla="*/ 1257165 h 2631356"/>
              <a:gd name="connsiteX2511" fmla="*/ 6972592 w 11237202"/>
              <a:gd name="connsiteY2511" fmla="*/ 1258578 h 2631356"/>
              <a:gd name="connsiteX2512" fmla="*/ 6968702 w 11237202"/>
              <a:gd name="connsiteY2512" fmla="*/ 1258076 h 2631356"/>
              <a:gd name="connsiteX2513" fmla="*/ 6969202 w 11237202"/>
              <a:gd name="connsiteY2513" fmla="*/ 1256686 h 2631356"/>
              <a:gd name="connsiteX2514" fmla="*/ 2349690 w 11237202"/>
              <a:gd name="connsiteY2514" fmla="*/ 1251997 h 2631356"/>
              <a:gd name="connsiteX2515" fmla="*/ 2356748 w 11237202"/>
              <a:gd name="connsiteY2515" fmla="*/ 1256572 h 2631356"/>
              <a:gd name="connsiteX2516" fmla="*/ 2329017 w 11237202"/>
              <a:gd name="connsiteY2516" fmla="*/ 1268403 h 2631356"/>
              <a:gd name="connsiteX2517" fmla="*/ 2303453 w 11237202"/>
              <a:gd name="connsiteY2517" fmla="*/ 1264072 h 2631356"/>
              <a:gd name="connsiteX2518" fmla="*/ 2331212 w 11237202"/>
              <a:gd name="connsiteY2518" fmla="*/ 1252241 h 2631356"/>
              <a:gd name="connsiteX2519" fmla="*/ 2349690 w 11237202"/>
              <a:gd name="connsiteY2519" fmla="*/ 1251997 h 2631356"/>
              <a:gd name="connsiteX2520" fmla="*/ 9348618 w 11237202"/>
              <a:gd name="connsiteY2520" fmla="*/ 1251771 h 2631356"/>
              <a:gd name="connsiteX2521" fmla="*/ 9399969 w 11237202"/>
              <a:gd name="connsiteY2521" fmla="*/ 1263000 h 2631356"/>
              <a:gd name="connsiteX2522" fmla="*/ 9420780 w 11237202"/>
              <a:gd name="connsiteY2522" fmla="*/ 1292224 h 2631356"/>
              <a:gd name="connsiteX2523" fmla="*/ 9324917 w 11237202"/>
              <a:gd name="connsiteY2523" fmla="*/ 1281351 h 2631356"/>
              <a:gd name="connsiteX2524" fmla="*/ 9305522 w 11237202"/>
              <a:gd name="connsiteY2524" fmla="*/ 1252423 h 2631356"/>
              <a:gd name="connsiteX2525" fmla="*/ 9348618 w 11237202"/>
              <a:gd name="connsiteY2525" fmla="*/ 1251771 h 2631356"/>
              <a:gd name="connsiteX2526" fmla="*/ 10660198 w 11237202"/>
              <a:gd name="connsiteY2526" fmla="*/ 1250121 h 2631356"/>
              <a:gd name="connsiteX2527" fmla="*/ 10665034 w 11237202"/>
              <a:gd name="connsiteY2527" fmla="*/ 1250599 h 2631356"/>
              <a:gd name="connsiteX2528" fmla="*/ 10666731 w 11237202"/>
              <a:gd name="connsiteY2528" fmla="*/ 1252013 h 2631356"/>
              <a:gd name="connsiteX2529" fmla="*/ 10662060 w 11237202"/>
              <a:gd name="connsiteY2529" fmla="*/ 1251488 h 2631356"/>
              <a:gd name="connsiteX2530" fmla="*/ 10660198 w 11237202"/>
              <a:gd name="connsiteY2530" fmla="*/ 1250121 h 2631356"/>
              <a:gd name="connsiteX2531" fmla="*/ 1169012 w 11237202"/>
              <a:gd name="connsiteY2531" fmla="*/ 1248867 h 2631356"/>
              <a:gd name="connsiteX2532" fmla="*/ 1175236 w 11237202"/>
              <a:gd name="connsiteY2532" fmla="*/ 1250030 h 2631356"/>
              <a:gd name="connsiteX2533" fmla="*/ 1166233 w 11237202"/>
              <a:gd name="connsiteY2533" fmla="*/ 1253153 h 2631356"/>
              <a:gd name="connsiteX2534" fmla="*/ 1160092 w 11237202"/>
              <a:gd name="connsiteY2534" fmla="*/ 1251990 h 2631356"/>
              <a:gd name="connsiteX2535" fmla="*/ 1169012 w 11237202"/>
              <a:gd name="connsiteY2535" fmla="*/ 1248867 h 2631356"/>
              <a:gd name="connsiteX2536" fmla="*/ 7232618 w 11237202"/>
              <a:gd name="connsiteY2536" fmla="*/ 1246816 h 2631356"/>
              <a:gd name="connsiteX2537" fmla="*/ 7253958 w 11237202"/>
              <a:gd name="connsiteY2537" fmla="*/ 1249460 h 2631356"/>
              <a:gd name="connsiteX2538" fmla="*/ 7252403 w 11237202"/>
              <a:gd name="connsiteY2538" fmla="*/ 1256709 h 2631356"/>
              <a:gd name="connsiteX2539" fmla="*/ 7230867 w 11237202"/>
              <a:gd name="connsiteY2539" fmla="*/ 1254019 h 2631356"/>
              <a:gd name="connsiteX2540" fmla="*/ 7232618 w 11237202"/>
              <a:gd name="connsiteY2540" fmla="*/ 1246816 h 2631356"/>
              <a:gd name="connsiteX2541" fmla="*/ 8441083 w 11237202"/>
              <a:gd name="connsiteY2541" fmla="*/ 1244593 h 2631356"/>
              <a:gd name="connsiteX2542" fmla="*/ 8478206 w 11237202"/>
              <a:gd name="connsiteY2542" fmla="*/ 1253449 h 2631356"/>
              <a:gd name="connsiteX2543" fmla="*/ 8485319 w 11237202"/>
              <a:gd name="connsiteY2543" fmla="*/ 1276381 h 2631356"/>
              <a:gd name="connsiteX2544" fmla="*/ 8413213 w 11237202"/>
              <a:gd name="connsiteY2544" fmla="*/ 1267901 h 2631356"/>
              <a:gd name="connsiteX2545" fmla="*/ 8406795 w 11237202"/>
              <a:gd name="connsiteY2545" fmla="*/ 1245106 h 2631356"/>
              <a:gd name="connsiteX2546" fmla="*/ 8441083 w 11237202"/>
              <a:gd name="connsiteY2546" fmla="*/ 1244593 h 2631356"/>
              <a:gd name="connsiteX2547" fmla="*/ 2090524 w 11237202"/>
              <a:gd name="connsiteY2547" fmla="*/ 1242850 h 2631356"/>
              <a:gd name="connsiteX2548" fmla="*/ 2104473 w 11237202"/>
              <a:gd name="connsiteY2548" fmla="*/ 1245243 h 2631356"/>
              <a:gd name="connsiteX2549" fmla="*/ 2088302 w 11237202"/>
              <a:gd name="connsiteY2549" fmla="*/ 1251762 h 2631356"/>
              <a:gd name="connsiteX2550" fmla="*/ 2074464 w 11237202"/>
              <a:gd name="connsiteY2550" fmla="*/ 1249369 h 2631356"/>
              <a:gd name="connsiteX2551" fmla="*/ 2090524 w 11237202"/>
              <a:gd name="connsiteY2551" fmla="*/ 1242850 h 2631356"/>
              <a:gd name="connsiteX2552" fmla="*/ 9771309 w 11237202"/>
              <a:gd name="connsiteY2552" fmla="*/ 1239749 h 2631356"/>
              <a:gd name="connsiteX2553" fmla="*/ 9789703 w 11237202"/>
              <a:gd name="connsiteY2553" fmla="*/ 1241755 h 2631356"/>
              <a:gd name="connsiteX2554" fmla="*/ 9794566 w 11237202"/>
              <a:gd name="connsiteY2554" fmla="*/ 1247226 h 2631356"/>
              <a:gd name="connsiteX2555" fmla="*/ 9776143 w 11237202"/>
              <a:gd name="connsiteY2555" fmla="*/ 1245198 h 2631356"/>
              <a:gd name="connsiteX2556" fmla="*/ 9771309 w 11237202"/>
              <a:gd name="connsiteY2556" fmla="*/ 1239749 h 2631356"/>
              <a:gd name="connsiteX2557" fmla="*/ 3345810 w 11237202"/>
              <a:gd name="connsiteY2557" fmla="*/ 1237720 h 2631356"/>
              <a:gd name="connsiteX2558" fmla="*/ 3351367 w 11237202"/>
              <a:gd name="connsiteY2558" fmla="*/ 1238610 h 2631356"/>
              <a:gd name="connsiteX2559" fmla="*/ 3346810 w 11237202"/>
              <a:gd name="connsiteY2559" fmla="*/ 1240980 h 2631356"/>
              <a:gd name="connsiteX2560" fmla="*/ 3341197 w 11237202"/>
              <a:gd name="connsiteY2560" fmla="*/ 1240114 h 2631356"/>
              <a:gd name="connsiteX2561" fmla="*/ 3345810 w 11237202"/>
              <a:gd name="connsiteY2561" fmla="*/ 1237720 h 2631356"/>
              <a:gd name="connsiteX2562" fmla="*/ 9558800 w 11237202"/>
              <a:gd name="connsiteY2562" fmla="*/ 1236361 h 2631356"/>
              <a:gd name="connsiteX2563" fmla="*/ 9614564 w 11237202"/>
              <a:gd name="connsiteY2563" fmla="*/ 1248229 h 2631356"/>
              <a:gd name="connsiteX2564" fmla="*/ 9639542 w 11237202"/>
              <a:gd name="connsiteY2564" fmla="*/ 1279162 h 2631356"/>
              <a:gd name="connsiteX2565" fmla="*/ 9536456 w 11237202"/>
              <a:gd name="connsiteY2565" fmla="*/ 1267673 h 2631356"/>
              <a:gd name="connsiteX2566" fmla="*/ 9512977 w 11237202"/>
              <a:gd name="connsiteY2566" fmla="*/ 1237059 h 2631356"/>
              <a:gd name="connsiteX2567" fmla="*/ 9558800 w 11237202"/>
              <a:gd name="connsiteY2567" fmla="*/ 1236361 h 2631356"/>
              <a:gd name="connsiteX2568" fmla="*/ 959445 w 11237202"/>
              <a:gd name="connsiteY2568" fmla="*/ 1233800 h 2631356"/>
              <a:gd name="connsiteX2569" fmla="*/ 962835 w 11237202"/>
              <a:gd name="connsiteY2569" fmla="*/ 1234438 h 2631356"/>
              <a:gd name="connsiteX2570" fmla="*/ 957723 w 11237202"/>
              <a:gd name="connsiteY2570" fmla="*/ 1236148 h 2631356"/>
              <a:gd name="connsiteX2571" fmla="*/ 954416 w 11237202"/>
              <a:gd name="connsiteY2571" fmla="*/ 1235532 h 2631356"/>
              <a:gd name="connsiteX2572" fmla="*/ 959445 w 11237202"/>
              <a:gd name="connsiteY2572" fmla="*/ 1233800 h 2631356"/>
              <a:gd name="connsiteX2573" fmla="*/ 7502680 w 11237202"/>
              <a:gd name="connsiteY2573" fmla="*/ 1233427 h 2631356"/>
              <a:gd name="connsiteX2574" fmla="*/ 7523933 w 11237202"/>
              <a:gd name="connsiteY2574" fmla="*/ 1238997 h 2631356"/>
              <a:gd name="connsiteX2575" fmla="*/ 7522321 w 11237202"/>
              <a:gd name="connsiteY2575" fmla="*/ 1253358 h 2631356"/>
              <a:gd name="connsiteX2576" fmla="*/ 7479113 w 11237202"/>
              <a:gd name="connsiteY2576" fmla="*/ 1248069 h 2631356"/>
              <a:gd name="connsiteX2577" fmla="*/ 7480864 w 11237202"/>
              <a:gd name="connsiteY2577" fmla="*/ 1233754 h 2631356"/>
              <a:gd name="connsiteX2578" fmla="*/ 7502680 w 11237202"/>
              <a:gd name="connsiteY2578" fmla="*/ 1233427 h 2631356"/>
              <a:gd name="connsiteX2579" fmla="*/ 8667424 w 11237202"/>
              <a:gd name="connsiteY2579" fmla="*/ 1232629 h 2631356"/>
              <a:gd name="connsiteX2580" fmla="*/ 8703610 w 11237202"/>
              <a:gd name="connsiteY2580" fmla="*/ 1240980 h 2631356"/>
              <a:gd name="connsiteX2581" fmla="*/ 8712529 w 11237202"/>
              <a:gd name="connsiteY2581" fmla="*/ 1262681 h 2631356"/>
              <a:gd name="connsiteX2582" fmla="*/ 8643147 w 11237202"/>
              <a:gd name="connsiteY2582" fmla="*/ 1254612 h 2631356"/>
              <a:gd name="connsiteX2583" fmla="*/ 8634950 w 11237202"/>
              <a:gd name="connsiteY2583" fmla="*/ 1233116 h 2631356"/>
              <a:gd name="connsiteX2584" fmla="*/ 8667424 w 11237202"/>
              <a:gd name="connsiteY2584" fmla="*/ 1232629 h 2631356"/>
              <a:gd name="connsiteX2585" fmla="*/ 3067832 w 11237202"/>
              <a:gd name="connsiteY2585" fmla="*/ 1229651 h 2631356"/>
              <a:gd name="connsiteX2586" fmla="*/ 3080364 w 11237202"/>
              <a:gd name="connsiteY2586" fmla="*/ 1231657 h 2631356"/>
              <a:gd name="connsiteX2587" fmla="*/ 3069166 w 11237202"/>
              <a:gd name="connsiteY2587" fmla="*/ 1237082 h 2631356"/>
              <a:gd name="connsiteX2588" fmla="*/ 3056579 w 11237202"/>
              <a:gd name="connsiteY2588" fmla="*/ 1235077 h 2631356"/>
              <a:gd name="connsiteX2589" fmla="*/ 3067832 w 11237202"/>
              <a:gd name="connsiteY2589" fmla="*/ 1229651 h 2631356"/>
              <a:gd name="connsiteX2590" fmla="*/ 1860924 w 11237202"/>
              <a:gd name="connsiteY2590" fmla="*/ 1228853 h 2631356"/>
              <a:gd name="connsiteX2591" fmla="*/ 1874567 w 11237202"/>
              <a:gd name="connsiteY2591" fmla="*/ 1231224 h 2631356"/>
              <a:gd name="connsiteX2592" fmla="*/ 1857895 w 11237202"/>
              <a:gd name="connsiteY2592" fmla="*/ 1237653 h 2631356"/>
              <a:gd name="connsiteX2593" fmla="*/ 1844280 w 11237202"/>
              <a:gd name="connsiteY2593" fmla="*/ 1235282 h 2631356"/>
              <a:gd name="connsiteX2594" fmla="*/ 1860924 w 11237202"/>
              <a:gd name="connsiteY2594" fmla="*/ 1228853 h 2631356"/>
              <a:gd name="connsiteX2595" fmla="*/ 9978262 w 11237202"/>
              <a:gd name="connsiteY2595" fmla="*/ 1226915 h 2631356"/>
              <a:gd name="connsiteX2596" fmla="*/ 9988570 w 11237202"/>
              <a:gd name="connsiteY2596" fmla="*/ 1228032 h 2631356"/>
              <a:gd name="connsiteX2597" fmla="*/ 9991571 w 11237202"/>
              <a:gd name="connsiteY2597" fmla="*/ 1231064 h 2631356"/>
              <a:gd name="connsiteX2598" fmla="*/ 9981096 w 11237202"/>
              <a:gd name="connsiteY2598" fmla="*/ 1229948 h 2631356"/>
              <a:gd name="connsiteX2599" fmla="*/ 9978262 w 11237202"/>
              <a:gd name="connsiteY2599" fmla="*/ 1226915 h 2631356"/>
              <a:gd name="connsiteX2600" fmla="*/ 8887331 w 11237202"/>
              <a:gd name="connsiteY2600" fmla="*/ 1221154 h 2631356"/>
              <a:gd name="connsiteX2601" fmla="*/ 8920095 w 11237202"/>
              <a:gd name="connsiteY2601" fmla="*/ 1228511 h 2631356"/>
              <a:gd name="connsiteX2602" fmla="*/ 8929625 w 11237202"/>
              <a:gd name="connsiteY2602" fmla="*/ 1247545 h 2631356"/>
              <a:gd name="connsiteX2603" fmla="*/ 8867635 w 11237202"/>
              <a:gd name="connsiteY2603" fmla="*/ 1240478 h 2631356"/>
              <a:gd name="connsiteX2604" fmla="*/ 8858632 w 11237202"/>
              <a:gd name="connsiteY2604" fmla="*/ 1221558 h 2631356"/>
              <a:gd name="connsiteX2605" fmla="*/ 8887331 w 11237202"/>
              <a:gd name="connsiteY2605" fmla="*/ 1221154 h 2631356"/>
              <a:gd name="connsiteX2606" fmla="*/ 7749739 w 11237202"/>
              <a:gd name="connsiteY2606" fmla="*/ 1220527 h 2631356"/>
              <a:gd name="connsiteX2607" fmla="*/ 7778206 w 11237202"/>
              <a:gd name="connsiteY2607" fmla="*/ 1227736 h 2631356"/>
              <a:gd name="connsiteX2608" fmla="*/ 7778318 w 11237202"/>
              <a:gd name="connsiteY2608" fmla="*/ 1246428 h 2631356"/>
              <a:gd name="connsiteX2609" fmla="*/ 7720966 w 11237202"/>
              <a:gd name="connsiteY2609" fmla="*/ 1239498 h 2631356"/>
              <a:gd name="connsiteX2610" fmla="*/ 7721439 w 11237202"/>
              <a:gd name="connsiteY2610" fmla="*/ 1220943 h 2631356"/>
              <a:gd name="connsiteX2611" fmla="*/ 7749739 w 11237202"/>
              <a:gd name="connsiteY2611" fmla="*/ 1220527 h 2631356"/>
              <a:gd name="connsiteX2612" fmla="*/ 757132 w 11237202"/>
              <a:gd name="connsiteY2612" fmla="*/ 1218253 h 2631356"/>
              <a:gd name="connsiteX2613" fmla="*/ 758465 w 11237202"/>
              <a:gd name="connsiteY2613" fmla="*/ 1218504 h 2631356"/>
              <a:gd name="connsiteX2614" fmla="*/ 756465 w 11237202"/>
              <a:gd name="connsiteY2614" fmla="*/ 1219119 h 2631356"/>
              <a:gd name="connsiteX2615" fmla="*/ 755104 w 11237202"/>
              <a:gd name="connsiteY2615" fmla="*/ 1218891 h 2631356"/>
              <a:gd name="connsiteX2616" fmla="*/ 757132 w 11237202"/>
              <a:gd name="connsiteY2616" fmla="*/ 1218253 h 2631356"/>
              <a:gd name="connsiteX2617" fmla="*/ 2820189 w 11237202"/>
              <a:gd name="connsiteY2617" fmla="*/ 1218145 h 2631356"/>
              <a:gd name="connsiteX2618" fmla="*/ 2826228 w 11237202"/>
              <a:gd name="connsiteY2618" fmla="*/ 1221536 h 2631356"/>
              <a:gd name="connsiteX2619" fmla="*/ 2807139 w 11237202"/>
              <a:gd name="connsiteY2619" fmla="*/ 1230289 h 2631356"/>
              <a:gd name="connsiteX2620" fmla="*/ 2787327 w 11237202"/>
              <a:gd name="connsiteY2620" fmla="*/ 1227053 h 2631356"/>
              <a:gd name="connsiteX2621" fmla="*/ 2806417 w 11237202"/>
              <a:gd name="connsiteY2621" fmla="*/ 1218344 h 2631356"/>
              <a:gd name="connsiteX2622" fmla="*/ 2820189 w 11237202"/>
              <a:gd name="connsiteY2622" fmla="*/ 1218145 h 2631356"/>
              <a:gd name="connsiteX2623" fmla="*/ 1640633 w 11237202"/>
              <a:gd name="connsiteY2623" fmla="*/ 1214834 h 2631356"/>
              <a:gd name="connsiteX2624" fmla="*/ 1651720 w 11237202"/>
              <a:gd name="connsiteY2624" fmla="*/ 1216794 h 2631356"/>
              <a:gd name="connsiteX2625" fmla="*/ 1637271 w 11237202"/>
              <a:gd name="connsiteY2625" fmla="*/ 1222129 h 2631356"/>
              <a:gd name="connsiteX2626" fmla="*/ 1626156 w 11237202"/>
              <a:gd name="connsiteY2626" fmla="*/ 1220146 h 2631356"/>
              <a:gd name="connsiteX2627" fmla="*/ 1640633 w 11237202"/>
              <a:gd name="connsiteY2627" fmla="*/ 1214834 h 2631356"/>
              <a:gd name="connsiteX2628" fmla="*/ 10178769 w 11237202"/>
              <a:gd name="connsiteY2628" fmla="*/ 1213558 h 2631356"/>
              <a:gd name="connsiteX2629" fmla="*/ 10183297 w 11237202"/>
              <a:gd name="connsiteY2629" fmla="*/ 1214037 h 2631356"/>
              <a:gd name="connsiteX2630" fmla="*/ 10184881 w 11237202"/>
              <a:gd name="connsiteY2630" fmla="*/ 1215427 h 2631356"/>
              <a:gd name="connsiteX2631" fmla="*/ 10180214 w 11237202"/>
              <a:gd name="connsiteY2631" fmla="*/ 1214903 h 2631356"/>
              <a:gd name="connsiteX2632" fmla="*/ 10178769 w 11237202"/>
              <a:gd name="connsiteY2632" fmla="*/ 1213558 h 2631356"/>
              <a:gd name="connsiteX2633" fmla="*/ 7986536 w 11237202"/>
              <a:gd name="connsiteY2633" fmla="*/ 1207913 h 2631356"/>
              <a:gd name="connsiteX2634" fmla="*/ 8019283 w 11237202"/>
              <a:gd name="connsiteY2634" fmla="*/ 1215974 h 2631356"/>
              <a:gd name="connsiteX2635" fmla="*/ 8021672 w 11237202"/>
              <a:gd name="connsiteY2635" fmla="*/ 1236809 h 2631356"/>
              <a:gd name="connsiteX2636" fmla="*/ 7956458 w 11237202"/>
              <a:gd name="connsiteY2636" fmla="*/ 1229081 h 2631356"/>
              <a:gd name="connsiteX2637" fmla="*/ 7954706 w 11237202"/>
              <a:gd name="connsiteY2637" fmla="*/ 1208383 h 2631356"/>
              <a:gd name="connsiteX2638" fmla="*/ 7986536 w 11237202"/>
              <a:gd name="connsiteY2638" fmla="*/ 1207913 h 2631356"/>
              <a:gd name="connsiteX2639" fmla="*/ 2577029 w 11237202"/>
              <a:gd name="connsiteY2639" fmla="*/ 1205320 h 2631356"/>
              <a:gd name="connsiteX2640" fmla="*/ 2584264 w 11237202"/>
              <a:gd name="connsiteY2640" fmla="*/ 1209614 h 2631356"/>
              <a:gd name="connsiteX2641" fmla="*/ 2558839 w 11237202"/>
              <a:gd name="connsiteY2641" fmla="*/ 1220579 h 2631356"/>
              <a:gd name="connsiteX2642" fmla="*/ 2534192 w 11237202"/>
              <a:gd name="connsiteY2642" fmla="*/ 1216498 h 2631356"/>
              <a:gd name="connsiteX2643" fmla="*/ 2559561 w 11237202"/>
              <a:gd name="connsiteY2643" fmla="*/ 1205556 h 2631356"/>
              <a:gd name="connsiteX2644" fmla="*/ 2577029 w 11237202"/>
              <a:gd name="connsiteY2644" fmla="*/ 1205320 h 2631356"/>
              <a:gd name="connsiteX2645" fmla="*/ 9098072 w 11237202"/>
              <a:gd name="connsiteY2645" fmla="*/ 1204411 h 2631356"/>
              <a:gd name="connsiteX2646" fmla="*/ 9139580 w 11237202"/>
              <a:gd name="connsiteY2646" fmla="*/ 1213490 h 2631356"/>
              <a:gd name="connsiteX2647" fmla="*/ 9153807 w 11237202"/>
              <a:gd name="connsiteY2647" fmla="*/ 1236991 h 2631356"/>
              <a:gd name="connsiteX2648" fmla="*/ 9075948 w 11237202"/>
              <a:gd name="connsiteY2648" fmla="*/ 1228261 h 2631356"/>
              <a:gd name="connsiteX2649" fmla="*/ 9062500 w 11237202"/>
              <a:gd name="connsiteY2649" fmla="*/ 1204941 h 2631356"/>
              <a:gd name="connsiteX2650" fmla="*/ 9098072 w 11237202"/>
              <a:gd name="connsiteY2650" fmla="*/ 1204411 h 2631356"/>
              <a:gd name="connsiteX2651" fmla="*/ 7042920 w 11237202"/>
              <a:gd name="connsiteY2651" fmla="*/ 1200837 h 2631356"/>
              <a:gd name="connsiteX2652" fmla="*/ 7052756 w 11237202"/>
              <a:gd name="connsiteY2652" fmla="*/ 1202092 h 2631356"/>
              <a:gd name="connsiteX2653" fmla="*/ 7051756 w 11237202"/>
              <a:gd name="connsiteY2653" fmla="*/ 1205374 h 2631356"/>
              <a:gd name="connsiteX2654" fmla="*/ 7041892 w 11237202"/>
              <a:gd name="connsiteY2654" fmla="*/ 1204143 h 2631356"/>
              <a:gd name="connsiteX2655" fmla="*/ 7042920 w 11237202"/>
              <a:gd name="connsiteY2655" fmla="*/ 1200837 h 2631356"/>
              <a:gd name="connsiteX2656" fmla="*/ 10370969 w 11237202"/>
              <a:gd name="connsiteY2656" fmla="*/ 1199014 h 2631356"/>
              <a:gd name="connsiteX2657" fmla="*/ 10375637 w 11237202"/>
              <a:gd name="connsiteY2657" fmla="*/ 1199493 h 2631356"/>
              <a:gd name="connsiteX2658" fmla="*/ 10377192 w 11237202"/>
              <a:gd name="connsiteY2658" fmla="*/ 1200815 h 2631356"/>
              <a:gd name="connsiteX2659" fmla="*/ 10372415 w 11237202"/>
              <a:gd name="connsiteY2659" fmla="*/ 1200336 h 2631356"/>
              <a:gd name="connsiteX2660" fmla="*/ 10370969 w 11237202"/>
              <a:gd name="connsiteY2660" fmla="*/ 1199014 h 2631356"/>
              <a:gd name="connsiteX2661" fmla="*/ 1429316 w 11237202"/>
              <a:gd name="connsiteY2661" fmla="*/ 1198878 h 2631356"/>
              <a:gd name="connsiteX2662" fmla="*/ 1442237 w 11237202"/>
              <a:gd name="connsiteY2662" fmla="*/ 1201203 h 2631356"/>
              <a:gd name="connsiteX2663" fmla="*/ 1424564 w 11237202"/>
              <a:gd name="connsiteY2663" fmla="*/ 1207449 h 2631356"/>
              <a:gd name="connsiteX2664" fmla="*/ 1411616 w 11237202"/>
              <a:gd name="connsiteY2664" fmla="*/ 1205124 h 2631356"/>
              <a:gd name="connsiteX2665" fmla="*/ 1429316 w 11237202"/>
              <a:gd name="connsiteY2665" fmla="*/ 1198878 h 2631356"/>
              <a:gd name="connsiteX2666" fmla="*/ 8214774 w 11237202"/>
              <a:gd name="connsiteY2666" fmla="*/ 1196328 h 2631356"/>
              <a:gd name="connsiteX2667" fmla="*/ 8247604 w 11237202"/>
              <a:gd name="connsiteY2667" fmla="*/ 1204166 h 2631356"/>
              <a:gd name="connsiteX2668" fmla="*/ 8252022 w 11237202"/>
              <a:gd name="connsiteY2668" fmla="*/ 1224454 h 2631356"/>
              <a:gd name="connsiteX2669" fmla="*/ 8187363 w 11237202"/>
              <a:gd name="connsiteY2669" fmla="*/ 1216932 h 2631356"/>
              <a:gd name="connsiteX2670" fmla="*/ 8183695 w 11237202"/>
              <a:gd name="connsiteY2670" fmla="*/ 1196781 h 2631356"/>
              <a:gd name="connsiteX2671" fmla="*/ 8214774 w 11237202"/>
              <a:gd name="connsiteY2671" fmla="*/ 1196328 h 2631356"/>
              <a:gd name="connsiteX2672" fmla="*/ 2342336 w 11237202"/>
              <a:gd name="connsiteY2672" fmla="*/ 1192699 h 2631356"/>
              <a:gd name="connsiteX2673" fmla="*/ 2348995 w 11237202"/>
              <a:gd name="connsiteY2673" fmla="*/ 1196917 h 2631356"/>
              <a:gd name="connsiteX2674" fmla="*/ 2322681 w 11237202"/>
              <a:gd name="connsiteY2674" fmla="*/ 1207790 h 2631356"/>
              <a:gd name="connsiteX2675" fmla="*/ 2298479 w 11237202"/>
              <a:gd name="connsiteY2675" fmla="*/ 1203756 h 2631356"/>
              <a:gd name="connsiteX2676" fmla="*/ 2324904 w 11237202"/>
              <a:gd name="connsiteY2676" fmla="*/ 1192927 h 2631356"/>
              <a:gd name="connsiteX2677" fmla="*/ 2342336 w 11237202"/>
              <a:gd name="connsiteY2677" fmla="*/ 1192699 h 2631356"/>
              <a:gd name="connsiteX2678" fmla="*/ 7292526 w 11237202"/>
              <a:gd name="connsiteY2678" fmla="*/ 1191173 h 2631356"/>
              <a:gd name="connsiteX2679" fmla="*/ 7309420 w 11237202"/>
              <a:gd name="connsiteY2679" fmla="*/ 1193202 h 2631356"/>
              <a:gd name="connsiteX2680" fmla="*/ 7308364 w 11237202"/>
              <a:gd name="connsiteY2680" fmla="*/ 1198809 h 2631356"/>
              <a:gd name="connsiteX2681" fmla="*/ 7291331 w 11237202"/>
              <a:gd name="connsiteY2681" fmla="*/ 1196712 h 2631356"/>
              <a:gd name="connsiteX2682" fmla="*/ 7292526 w 11237202"/>
              <a:gd name="connsiteY2682" fmla="*/ 1191173 h 2631356"/>
              <a:gd name="connsiteX2683" fmla="*/ 9302466 w 11237202"/>
              <a:gd name="connsiteY2683" fmla="*/ 1187788 h 2631356"/>
              <a:gd name="connsiteX2684" fmla="*/ 9352202 w 11237202"/>
              <a:gd name="connsiteY2684" fmla="*/ 1198399 h 2631356"/>
              <a:gd name="connsiteX2685" fmla="*/ 9371820 w 11237202"/>
              <a:gd name="connsiteY2685" fmla="*/ 1225935 h 2631356"/>
              <a:gd name="connsiteX2686" fmla="*/ 9278957 w 11237202"/>
              <a:gd name="connsiteY2686" fmla="*/ 1215677 h 2631356"/>
              <a:gd name="connsiteX2687" fmla="*/ 9260563 w 11237202"/>
              <a:gd name="connsiteY2687" fmla="*/ 1188392 h 2631356"/>
              <a:gd name="connsiteX2688" fmla="*/ 9302466 w 11237202"/>
              <a:gd name="connsiteY2688" fmla="*/ 1187788 h 2631356"/>
              <a:gd name="connsiteX2689" fmla="*/ 3277871 w 11237202"/>
              <a:gd name="connsiteY2689" fmla="*/ 1186660 h 2631356"/>
              <a:gd name="connsiteX2690" fmla="*/ 3281122 w 11237202"/>
              <a:gd name="connsiteY2690" fmla="*/ 1187138 h 2631356"/>
              <a:gd name="connsiteX2691" fmla="*/ 3278426 w 11237202"/>
              <a:gd name="connsiteY2691" fmla="*/ 1188438 h 2631356"/>
              <a:gd name="connsiteX2692" fmla="*/ 3275343 w 11237202"/>
              <a:gd name="connsiteY2692" fmla="*/ 1187959 h 2631356"/>
              <a:gd name="connsiteX2693" fmla="*/ 3277871 w 11237202"/>
              <a:gd name="connsiteY2693" fmla="*/ 1186660 h 2631356"/>
              <a:gd name="connsiteX2694" fmla="*/ 1223251 w 11237202"/>
              <a:gd name="connsiteY2694" fmla="*/ 1186454 h 2631356"/>
              <a:gd name="connsiteX2695" fmla="*/ 1226557 w 11237202"/>
              <a:gd name="connsiteY2695" fmla="*/ 1187047 h 2631356"/>
              <a:gd name="connsiteX2696" fmla="*/ 1221806 w 11237202"/>
              <a:gd name="connsiteY2696" fmla="*/ 1188665 h 2631356"/>
              <a:gd name="connsiteX2697" fmla="*/ 1218499 w 11237202"/>
              <a:gd name="connsiteY2697" fmla="*/ 1188072 h 2631356"/>
              <a:gd name="connsiteX2698" fmla="*/ 1223251 w 11237202"/>
              <a:gd name="connsiteY2698" fmla="*/ 1186454 h 2631356"/>
              <a:gd name="connsiteX2699" fmla="*/ 8434726 w 11237202"/>
              <a:gd name="connsiteY2699" fmla="*/ 1182077 h 2631356"/>
              <a:gd name="connsiteX2700" fmla="*/ 8472482 w 11237202"/>
              <a:gd name="connsiteY2700" fmla="*/ 1190830 h 2631356"/>
              <a:gd name="connsiteX2701" fmla="*/ 8479677 w 11237202"/>
              <a:gd name="connsiteY2701" fmla="*/ 1213534 h 2631356"/>
              <a:gd name="connsiteX2702" fmla="*/ 8406156 w 11237202"/>
              <a:gd name="connsiteY2702" fmla="*/ 1205123 h 2631356"/>
              <a:gd name="connsiteX2703" fmla="*/ 8399847 w 11237202"/>
              <a:gd name="connsiteY2703" fmla="*/ 1182556 h 2631356"/>
              <a:gd name="connsiteX2704" fmla="*/ 8434726 w 11237202"/>
              <a:gd name="connsiteY2704" fmla="*/ 1182077 h 2631356"/>
              <a:gd name="connsiteX2705" fmla="*/ 7528268 w 11237202"/>
              <a:gd name="connsiteY2705" fmla="*/ 1178749 h 2631356"/>
              <a:gd name="connsiteX2706" fmla="*/ 7557388 w 11237202"/>
              <a:gd name="connsiteY2706" fmla="*/ 1182191 h 2631356"/>
              <a:gd name="connsiteX2707" fmla="*/ 7556499 w 11237202"/>
              <a:gd name="connsiteY2707" fmla="*/ 1191606 h 2631356"/>
              <a:gd name="connsiteX2708" fmla="*/ 7527268 w 11237202"/>
              <a:gd name="connsiteY2708" fmla="*/ 1188141 h 2631356"/>
              <a:gd name="connsiteX2709" fmla="*/ 7528268 w 11237202"/>
              <a:gd name="connsiteY2709" fmla="*/ 1178749 h 2631356"/>
              <a:gd name="connsiteX2710" fmla="*/ 2121208 w 11237202"/>
              <a:gd name="connsiteY2710" fmla="*/ 1177878 h 2631356"/>
              <a:gd name="connsiteX2711" fmla="*/ 2128287 w 11237202"/>
              <a:gd name="connsiteY2711" fmla="*/ 1182693 h 2631356"/>
              <a:gd name="connsiteX2712" fmla="*/ 2096944 w 11237202"/>
              <a:gd name="connsiteY2712" fmla="*/ 1195025 h 2631356"/>
              <a:gd name="connsiteX2713" fmla="*/ 2069824 w 11237202"/>
              <a:gd name="connsiteY2713" fmla="*/ 1190466 h 2631356"/>
              <a:gd name="connsiteX2714" fmla="*/ 2101167 w 11237202"/>
              <a:gd name="connsiteY2714" fmla="*/ 1178157 h 2631356"/>
              <a:gd name="connsiteX2715" fmla="*/ 2121208 w 11237202"/>
              <a:gd name="connsiteY2715" fmla="*/ 1177878 h 2631356"/>
              <a:gd name="connsiteX2716" fmla="*/ 3020985 w 11237202"/>
              <a:gd name="connsiteY2716" fmla="*/ 1175170 h 2631356"/>
              <a:gd name="connsiteX2717" fmla="*/ 3033127 w 11237202"/>
              <a:gd name="connsiteY2717" fmla="*/ 1177085 h 2631356"/>
              <a:gd name="connsiteX2718" fmla="*/ 3022096 w 11237202"/>
              <a:gd name="connsiteY2718" fmla="*/ 1182237 h 2631356"/>
              <a:gd name="connsiteX2719" fmla="*/ 3009981 w 11237202"/>
              <a:gd name="connsiteY2719" fmla="*/ 1180345 h 2631356"/>
              <a:gd name="connsiteX2720" fmla="*/ 3020985 w 11237202"/>
              <a:gd name="connsiteY2720" fmla="*/ 1175170 h 2631356"/>
              <a:gd name="connsiteX2721" fmla="*/ 9502935 w 11237202"/>
              <a:gd name="connsiteY2721" fmla="*/ 1173837 h 2631356"/>
              <a:gd name="connsiteX2722" fmla="*/ 9553878 w 11237202"/>
              <a:gd name="connsiteY2722" fmla="*/ 1184448 h 2631356"/>
              <a:gd name="connsiteX2723" fmla="*/ 9576052 w 11237202"/>
              <a:gd name="connsiteY2723" fmla="*/ 1211985 h 2631356"/>
              <a:gd name="connsiteX2724" fmla="*/ 9481772 w 11237202"/>
              <a:gd name="connsiteY2724" fmla="*/ 1201750 h 2631356"/>
              <a:gd name="connsiteX2725" fmla="*/ 9460934 w 11237202"/>
              <a:gd name="connsiteY2725" fmla="*/ 1174441 h 2631356"/>
              <a:gd name="connsiteX2726" fmla="*/ 9502935 w 11237202"/>
              <a:gd name="connsiteY2726" fmla="*/ 1173837 h 2631356"/>
              <a:gd name="connsiteX2727" fmla="*/ 8648572 w 11237202"/>
              <a:gd name="connsiteY2727" fmla="*/ 1170606 h 2631356"/>
              <a:gd name="connsiteX2728" fmla="*/ 8683604 w 11237202"/>
              <a:gd name="connsiteY2728" fmla="*/ 1178522 h 2631356"/>
              <a:gd name="connsiteX2729" fmla="*/ 8692191 w 11237202"/>
              <a:gd name="connsiteY2729" fmla="*/ 1199014 h 2631356"/>
              <a:gd name="connsiteX2730" fmla="*/ 8624724 w 11237202"/>
              <a:gd name="connsiteY2730" fmla="*/ 1191423 h 2631356"/>
              <a:gd name="connsiteX2731" fmla="*/ 8616917 w 11237202"/>
              <a:gd name="connsiteY2731" fmla="*/ 1171067 h 2631356"/>
              <a:gd name="connsiteX2732" fmla="*/ 8648572 w 11237202"/>
              <a:gd name="connsiteY2732" fmla="*/ 1170606 h 2631356"/>
              <a:gd name="connsiteX2733" fmla="*/ 1026328 w 11237202"/>
              <a:gd name="connsiteY2733" fmla="*/ 1170224 h 2631356"/>
              <a:gd name="connsiteX2734" fmla="*/ 1030829 w 11237202"/>
              <a:gd name="connsiteY2734" fmla="*/ 1171022 h 2631356"/>
              <a:gd name="connsiteX2735" fmla="*/ 1023993 w 11237202"/>
              <a:gd name="connsiteY2735" fmla="*/ 1173255 h 2631356"/>
              <a:gd name="connsiteX2736" fmla="*/ 1019493 w 11237202"/>
              <a:gd name="connsiteY2736" fmla="*/ 1172481 h 2631356"/>
              <a:gd name="connsiteX2737" fmla="*/ 1026328 w 11237202"/>
              <a:gd name="connsiteY2737" fmla="*/ 1170224 h 2631356"/>
              <a:gd name="connsiteX2738" fmla="*/ 1885182 w 11237202"/>
              <a:gd name="connsiteY2738" fmla="*/ 1167967 h 2631356"/>
              <a:gd name="connsiteX2739" fmla="*/ 1898325 w 11237202"/>
              <a:gd name="connsiteY2739" fmla="*/ 1170201 h 2631356"/>
              <a:gd name="connsiteX2740" fmla="*/ 1882236 w 11237202"/>
              <a:gd name="connsiteY2740" fmla="*/ 1176287 h 2631356"/>
              <a:gd name="connsiteX2741" fmla="*/ 1868955 w 11237202"/>
              <a:gd name="connsiteY2741" fmla="*/ 1174031 h 2631356"/>
              <a:gd name="connsiteX2742" fmla="*/ 1885182 w 11237202"/>
              <a:gd name="connsiteY2742" fmla="*/ 1167967 h 2631356"/>
              <a:gd name="connsiteX2743" fmla="*/ 9702738 w 11237202"/>
              <a:gd name="connsiteY2743" fmla="*/ 1164724 h 2631356"/>
              <a:gd name="connsiteX2744" fmla="*/ 9741437 w 11237202"/>
              <a:gd name="connsiteY2744" fmla="*/ 1172572 h 2631356"/>
              <a:gd name="connsiteX2745" fmla="*/ 9759554 w 11237202"/>
              <a:gd name="connsiteY2745" fmla="*/ 1192973 h 2631356"/>
              <a:gd name="connsiteX2746" fmla="*/ 9688865 w 11237202"/>
              <a:gd name="connsiteY2746" fmla="*/ 1185428 h 2631356"/>
              <a:gd name="connsiteX2747" fmla="*/ 9671333 w 11237202"/>
              <a:gd name="connsiteY2747" fmla="*/ 1165186 h 2631356"/>
              <a:gd name="connsiteX2748" fmla="*/ 9702738 w 11237202"/>
              <a:gd name="connsiteY2748" fmla="*/ 1164724 h 2631356"/>
              <a:gd name="connsiteX2749" fmla="*/ 7774522 w 11237202"/>
              <a:gd name="connsiteY2749" fmla="*/ 1161775 h 2631356"/>
              <a:gd name="connsiteX2750" fmla="*/ 7802215 w 11237202"/>
              <a:gd name="connsiteY2750" fmla="*/ 1168606 h 2631356"/>
              <a:gd name="connsiteX2751" fmla="*/ 7802604 w 11237202"/>
              <a:gd name="connsiteY2751" fmla="*/ 1186317 h 2631356"/>
              <a:gd name="connsiteX2752" fmla="*/ 7746669 w 11237202"/>
              <a:gd name="connsiteY2752" fmla="*/ 1179753 h 2631356"/>
              <a:gd name="connsiteX2753" fmla="*/ 7746809 w 11237202"/>
              <a:gd name="connsiteY2753" fmla="*/ 1162177 h 2631356"/>
              <a:gd name="connsiteX2754" fmla="*/ 7774522 w 11237202"/>
              <a:gd name="connsiteY2754" fmla="*/ 1161775 h 2631356"/>
              <a:gd name="connsiteX2755" fmla="*/ 2795041 w 11237202"/>
              <a:gd name="connsiteY2755" fmla="*/ 1160722 h 2631356"/>
              <a:gd name="connsiteX2756" fmla="*/ 2801944 w 11237202"/>
              <a:gd name="connsiteY2756" fmla="*/ 1164548 h 2631356"/>
              <a:gd name="connsiteX2757" fmla="*/ 2779548 w 11237202"/>
              <a:gd name="connsiteY2757" fmla="*/ 1174464 h 2631356"/>
              <a:gd name="connsiteX2758" fmla="*/ 2756540 w 11237202"/>
              <a:gd name="connsiteY2758" fmla="*/ 1170817 h 2631356"/>
              <a:gd name="connsiteX2759" fmla="*/ 2778909 w 11237202"/>
              <a:gd name="connsiteY2759" fmla="*/ 1160947 h 2631356"/>
              <a:gd name="connsiteX2760" fmla="*/ 2795041 w 11237202"/>
              <a:gd name="connsiteY2760" fmla="*/ 1160722 h 2631356"/>
              <a:gd name="connsiteX2761" fmla="*/ 9887678 w 11237202"/>
              <a:gd name="connsiteY2761" fmla="*/ 1158826 h 2631356"/>
              <a:gd name="connsiteX2762" fmla="*/ 9918994 w 11237202"/>
              <a:gd name="connsiteY2762" fmla="*/ 1162108 h 2631356"/>
              <a:gd name="connsiteX2763" fmla="*/ 9927774 w 11237202"/>
              <a:gd name="connsiteY2763" fmla="*/ 1171044 h 2631356"/>
              <a:gd name="connsiteX2764" fmla="*/ 9896236 w 11237202"/>
              <a:gd name="connsiteY2764" fmla="*/ 1167739 h 2631356"/>
              <a:gd name="connsiteX2765" fmla="*/ 9887678 w 11237202"/>
              <a:gd name="connsiteY2765" fmla="*/ 1158826 h 2631356"/>
              <a:gd name="connsiteX2766" fmla="*/ 8856339 w 11237202"/>
              <a:gd name="connsiteY2766" fmla="*/ 1158596 h 2631356"/>
              <a:gd name="connsiteX2767" fmla="*/ 8889169 w 11237202"/>
              <a:gd name="connsiteY2767" fmla="*/ 1165825 h 2631356"/>
              <a:gd name="connsiteX2768" fmla="*/ 8898589 w 11237202"/>
              <a:gd name="connsiteY2768" fmla="*/ 1184471 h 2631356"/>
              <a:gd name="connsiteX2769" fmla="*/ 8836291 w 11237202"/>
              <a:gd name="connsiteY2769" fmla="*/ 1177564 h 2631356"/>
              <a:gd name="connsiteX2770" fmla="*/ 8827343 w 11237202"/>
              <a:gd name="connsiteY2770" fmla="*/ 1159009 h 2631356"/>
              <a:gd name="connsiteX2771" fmla="*/ 8856339 w 11237202"/>
              <a:gd name="connsiteY2771" fmla="*/ 1158596 h 2631356"/>
              <a:gd name="connsiteX2772" fmla="*/ 6859528 w 11237202"/>
              <a:gd name="connsiteY2772" fmla="*/ 1156045 h 2631356"/>
              <a:gd name="connsiteX2773" fmla="*/ 6861362 w 11237202"/>
              <a:gd name="connsiteY2773" fmla="*/ 1156296 h 2631356"/>
              <a:gd name="connsiteX2774" fmla="*/ 6861084 w 11237202"/>
              <a:gd name="connsiteY2774" fmla="*/ 1156911 h 2631356"/>
              <a:gd name="connsiteX2775" fmla="*/ 6859250 w 11237202"/>
              <a:gd name="connsiteY2775" fmla="*/ 1156684 h 2631356"/>
              <a:gd name="connsiteX2776" fmla="*/ 6859528 w 11237202"/>
              <a:gd name="connsiteY2776" fmla="*/ 1156045 h 2631356"/>
              <a:gd name="connsiteX2777" fmla="*/ 834323 w 11237202"/>
              <a:gd name="connsiteY2777" fmla="*/ 1155385 h 2631356"/>
              <a:gd name="connsiteX2778" fmla="*/ 835684 w 11237202"/>
              <a:gd name="connsiteY2778" fmla="*/ 1155590 h 2631356"/>
              <a:gd name="connsiteX2779" fmla="*/ 833572 w 11237202"/>
              <a:gd name="connsiteY2779" fmla="*/ 1156251 h 2631356"/>
              <a:gd name="connsiteX2780" fmla="*/ 832433 w 11237202"/>
              <a:gd name="connsiteY2780" fmla="*/ 1155978 h 2631356"/>
              <a:gd name="connsiteX2781" fmla="*/ 834323 w 11237202"/>
              <a:gd name="connsiteY2781" fmla="*/ 1155385 h 2631356"/>
              <a:gd name="connsiteX2782" fmla="*/ 1695762 w 11237202"/>
              <a:gd name="connsiteY2782" fmla="*/ 1150286 h 2631356"/>
              <a:gd name="connsiteX2783" fmla="*/ 1700735 w 11237202"/>
              <a:gd name="connsiteY2783" fmla="*/ 1154084 h 2631356"/>
              <a:gd name="connsiteX2784" fmla="*/ 1673560 w 11237202"/>
              <a:gd name="connsiteY2784" fmla="*/ 1163910 h 2631356"/>
              <a:gd name="connsiteX2785" fmla="*/ 1652359 w 11237202"/>
              <a:gd name="connsiteY2785" fmla="*/ 1160285 h 2631356"/>
              <a:gd name="connsiteX2786" fmla="*/ 1679617 w 11237202"/>
              <a:gd name="connsiteY2786" fmla="*/ 1150506 h 2631356"/>
              <a:gd name="connsiteX2787" fmla="*/ 1695762 w 11237202"/>
              <a:gd name="connsiteY2787" fmla="*/ 1150286 h 2631356"/>
              <a:gd name="connsiteX2788" fmla="*/ 10090602 w 11237202"/>
              <a:gd name="connsiteY2788" fmla="*/ 1149366 h 2631356"/>
              <a:gd name="connsiteX2789" fmla="*/ 10098410 w 11237202"/>
              <a:gd name="connsiteY2789" fmla="*/ 1150187 h 2631356"/>
              <a:gd name="connsiteX2790" fmla="*/ 10100662 w 11237202"/>
              <a:gd name="connsiteY2790" fmla="*/ 1152398 h 2631356"/>
              <a:gd name="connsiteX2791" fmla="*/ 10092880 w 11237202"/>
              <a:gd name="connsiteY2791" fmla="*/ 1151600 h 2631356"/>
              <a:gd name="connsiteX2792" fmla="*/ 10090602 w 11237202"/>
              <a:gd name="connsiteY2792" fmla="*/ 1149366 h 2631356"/>
              <a:gd name="connsiteX2793" fmla="*/ 7996692 w 11237202"/>
              <a:gd name="connsiteY2793" fmla="*/ 1147693 h 2631356"/>
              <a:gd name="connsiteX2794" fmla="*/ 8030675 w 11237202"/>
              <a:gd name="connsiteY2794" fmla="*/ 1155840 h 2631356"/>
              <a:gd name="connsiteX2795" fmla="*/ 8033093 w 11237202"/>
              <a:gd name="connsiteY2795" fmla="*/ 1176857 h 2631356"/>
              <a:gd name="connsiteX2796" fmla="*/ 7965627 w 11237202"/>
              <a:gd name="connsiteY2796" fmla="*/ 1169061 h 2631356"/>
              <a:gd name="connsiteX2797" fmla="*/ 7963792 w 11237202"/>
              <a:gd name="connsiteY2797" fmla="*/ 1148180 h 2631356"/>
              <a:gd name="connsiteX2798" fmla="*/ 7996692 w 11237202"/>
              <a:gd name="connsiteY2798" fmla="*/ 1147693 h 2631356"/>
              <a:gd name="connsiteX2799" fmla="*/ 7105634 w 11237202"/>
              <a:gd name="connsiteY2799" fmla="*/ 1147520 h 2631356"/>
              <a:gd name="connsiteX2800" fmla="*/ 7109440 w 11237202"/>
              <a:gd name="connsiteY2800" fmla="*/ 1147999 h 2631356"/>
              <a:gd name="connsiteX2801" fmla="*/ 7109051 w 11237202"/>
              <a:gd name="connsiteY2801" fmla="*/ 1149275 h 2631356"/>
              <a:gd name="connsiteX2802" fmla="*/ 7105189 w 11237202"/>
              <a:gd name="connsiteY2802" fmla="*/ 1148797 h 2631356"/>
              <a:gd name="connsiteX2803" fmla="*/ 7105634 w 11237202"/>
              <a:gd name="connsiteY2803" fmla="*/ 1147520 h 2631356"/>
              <a:gd name="connsiteX2804" fmla="*/ 2569800 w 11237202"/>
              <a:gd name="connsiteY2804" fmla="*/ 1146514 h 2631356"/>
              <a:gd name="connsiteX2805" fmla="*/ 2577956 w 11237202"/>
              <a:gd name="connsiteY2805" fmla="*/ 1151281 h 2631356"/>
              <a:gd name="connsiteX2806" fmla="*/ 2548780 w 11237202"/>
              <a:gd name="connsiteY2806" fmla="*/ 1163636 h 2631356"/>
              <a:gd name="connsiteX2807" fmla="*/ 2520326 w 11237202"/>
              <a:gd name="connsiteY2807" fmla="*/ 1159077 h 2631356"/>
              <a:gd name="connsiteX2808" fmla="*/ 2549641 w 11237202"/>
              <a:gd name="connsiteY2808" fmla="*/ 1146790 h 2631356"/>
              <a:gd name="connsiteX2809" fmla="*/ 2569800 w 11237202"/>
              <a:gd name="connsiteY2809" fmla="*/ 1146514 h 2631356"/>
              <a:gd name="connsiteX2810" fmla="*/ 9056368 w 11237202"/>
              <a:gd name="connsiteY2810" fmla="*/ 1142679 h 2631356"/>
              <a:gd name="connsiteX2811" fmla="*/ 9096539 w 11237202"/>
              <a:gd name="connsiteY2811" fmla="*/ 1151235 h 2631356"/>
              <a:gd name="connsiteX2812" fmla="*/ 9109989 w 11237202"/>
              <a:gd name="connsiteY2812" fmla="*/ 1173506 h 2631356"/>
              <a:gd name="connsiteX2813" fmla="*/ 9034382 w 11237202"/>
              <a:gd name="connsiteY2813" fmla="*/ 1165232 h 2631356"/>
              <a:gd name="connsiteX2814" fmla="*/ 9021738 w 11237202"/>
              <a:gd name="connsiteY2814" fmla="*/ 1143166 h 2631356"/>
              <a:gd name="connsiteX2815" fmla="*/ 9056368 w 11237202"/>
              <a:gd name="connsiteY2815" fmla="*/ 1142679 h 2631356"/>
              <a:gd name="connsiteX2816" fmla="*/ 1493386 w 11237202"/>
              <a:gd name="connsiteY2816" fmla="*/ 1136234 h 2631356"/>
              <a:gd name="connsiteX2817" fmla="*/ 1497198 w 11237202"/>
              <a:gd name="connsiteY2817" fmla="*/ 1139382 h 2631356"/>
              <a:gd name="connsiteX2818" fmla="*/ 1473913 w 11237202"/>
              <a:gd name="connsiteY2818" fmla="*/ 1147497 h 2631356"/>
              <a:gd name="connsiteX2819" fmla="*/ 1456603 w 11237202"/>
              <a:gd name="connsiteY2819" fmla="*/ 1144488 h 2631356"/>
              <a:gd name="connsiteX2820" fmla="*/ 1479943 w 11237202"/>
              <a:gd name="connsiteY2820" fmla="*/ 1136419 h 2631356"/>
              <a:gd name="connsiteX2821" fmla="*/ 1493386 w 11237202"/>
              <a:gd name="connsiteY2821" fmla="*/ 1136234 h 2631356"/>
              <a:gd name="connsiteX2822" fmla="*/ 10276466 w 11237202"/>
              <a:gd name="connsiteY2822" fmla="*/ 1136009 h 2631356"/>
              <a:gd name="connsiteX2823" fmla="*/ 10280996 w 11237202"/>
              <a:gd name="connsiteY2823" fmla="*/ 1136464 h 2631356"/>
              <a:gd name="connsiteX2824" fmla="*/ 10282386 w 11237202"/>
              <a:gd name="connsiteY2824" fmla="*/ 1137718 h 2631356"/>
              <a:gd name="connsiteX2825" fmla="*/ 10277911 w 11237202"/>
              <a:gd name="connsiteY2825" fmla="*/ 1137262 h 2631356"/>
              <a:gd name="connsiteX2826" fmla="*/ 10276466 w 11237202"/>
              <a:gd name="connsiteY2826" fmla="*/ 1136009 h 2631356"/>
              <a:gd name="connsiteX2827" fmla="*/ 8211406 w 11237202"/>
              <a:gd name="connsiteY2827" fmla="*/ 1135749 h 2631356"/>
              <a:gd name="connsiteX2828" fmla="*/ 8245409 w 11237202"/>
              <a:gd name="connsiteY2828" fmla="*/ 1143668 h 2631356"/>
              <a:gd name="connsiteX2829" fmla="*/ 8249882 w 11237202"/>
              <a:gd name="connsiteY2829" fmla="*/ 1164161 h 2631356"/>
              <a:gd name="connsiteX2830" fmla="*/ 8182945 w 11237202"/>
              <a:gd name="connsiteY2830" fmla="*/ 1156547 h 2631356"/>
              <a:gd name="connsiteX2831" fmla="*/ 8179109 w 11237202"/>
              <a:gd name="connsiteY2831" fmla="*/ 1136191 h 2631356"/>
              <a:gd name="connsiteX2832" fmla="*/ 8211406 w 11237202"/>
              <a:gd name="connsiteY2832" fmla="*/ 1135749 h 2631356"/>
              <a:gd name="connsiteX2833" fmla="*/ 3227717 w 11237202"/>
              <a:gd name="connsiteY2833" fmla="*/ 1134048 h 2631356"/>
              <a:gd name="connsiteX2834" fmla="*/ 3230746 w 11237202"/>
              <a:gd name="connsiteY2834" fmla="*/ 1134504 h 2631356"/>
              <a:gd name="connsiteX2835" fmla="*/ 3228161 w 11237202"/>
              <a:gd name="connsiteY2835" fmla="*/ 1135758 h 2631356"/>
              <a:gd name="connsiteX2836" fmla="*/ 3225077 w 11237202"/>
              <a:gd name="connsiteY2836" fmla="*/ 1135302 h 2631356"/>
              <a:gd name="connsiteX2837" fmla="*/ 3227717 w 11237202"/>
              <a:gd name="connsiteY2837" fmla="*/ 1134048 h 2631356"/>
              <a:gd name="connsiteX2838" fmla="*/ 7329927 w 11237202"/>
              <a:gd name="connsiteY2838" fmla="*/ 1132521 h 2631356"/>
              <a:gd name="connsiteX2839" fmla="*/ 7358159 w 11237202"/>
              <a:gd name="connsiteY2839" fmla="*/ 1135780 h 2631356"/>
              <a:gd name="connsiteX2840" fmla="*/ 7356408 w 11237202"/>
              <a:gd name="connsiteY2840" fmla="*/ 1144807 h 2631356"/>
              <a:gd name="connsiteX2841" fmla="*/ 7328176 w 11237202"/>
              <a:gd name="connsiteY2841" fmla="*/ 1141479 h 2631356"/>
              <a:gd name="connsiteX2842" fmla="*/ 7329927 w 11237202"/>
              <a:gd name="connsiteY2842" fmla="*/ 1132521 h 2631356"/>
              <a:gd name="connsiteX2843" fmla="*/ 2353795 w 11237202"/>
              <a:gd name="connsiteY2843" fmla="*/ 1132023 h 2631356"/>
              <a:gd name="connsiteX2844" fmla="*/ 2362415 w 11237202"/>
              <a:gd name="connsiteY2844" fmla="*/ 1137353 h 2631356"/>
              <a:gd name="connsiteX2845" fmla="*/ 2328350 w 11237202"/>
              <a:gd name="connsiteY2845" fmla="*/ 1151099 h 2631356"/>
              <a:gd name="connsiteX2846" fmla="*/ 2297007 w 11237202"/>
              <a:gd name="connsiteY2846" fmla="*/ 1145993 h 2631356"/>
              <a:gd name="connsiteX2847" fmla="*/ 2331211 w 11237202"/>
              <a:gd name="connsiteY2847" fmla="*/ 1132316 h 2631356"/>
              <a:gd name="connsiteX2848" fmla="*/ 2353795 w 11237202"/>
              <a:gd name="connsiteY2848" fmla="*/ 1132023 h 2631356"/>
              <a:gd name="connsiteX2849" fmla="*/ 1284548 w 11237202"/>
              <a:gd name="connsiteY2849" fmla="*/ 1125522 h 2631356"/>
              <a:gd name="connsiteX2850" fmla="*/ 1287799 w 11237202"/>
              <a:gd name="connsiteY2850" fmla="*/ 1126069 h 2631356"/>
              <a:gd name="connsiteX2851" fmla="*/ 1283186 w 11237202"/>
              <a:gd name="connsiteY2851" fmla="*/ 1127620 h 2631356"/>
              <a:gd name="connsiteX2852" fmla="*/ 1279964 w 11237202"/>
              <a:gd name="connsiteY2852" fmla="*/ 1127050 h 2631356"/>
              <a:gd name="connsiteX2853" fmla="*/ 1284548 w 11237202"/>
              <a:gd name="connsiteY2853" fmla="*/ 1125522 h 2631356"/>
              <a:gd name="connsiteX2854" fmla="*/ 9249354 w 11237202"/>
              <a:gd name="connsiteY2854" fmla="*/ 1124722 h 2631356"/>
              <a:gd name="connsiteX2855" fmla="*/ 9302186 w 11237202"/>
              <a:gd name="connsiteY2855" fmla="*/ 1135712 h 2631356"/>
              <a:gd name="connsiteX2856" fmla="*/ 9322222 w 11237202"/>
              <a:gd name="connsiteY2856" fmla="*/ 1164275 h 2631356"/>
              <a:gd name="connsiteX2857" fmla="*/ 9223496 w 11237202"/>
              <a:gd name="connsiteY2857" fmla="*/ 1153652 h 2631356"/>
              <a:gd name="connsiteX2858" fmla="*/ 9204713 w 11237202"/>
              <a:gd name="connsiteY2858" fmla="*/ 1125341 h 2631356"/>
              <a:gd name="connsiteX2859" fmla="*/ 9249354 w 11237202"/>
              <a:gd name="connsiteY2859" fmla="*/ 1124722 h 2631356"/>
              <a:gd name="connsiteX2860" fmla="*/ 10457940 w 11237202"/>
              <a:gd name="connsiteY2860" fmla="*/ 1122536 h 2631356"/>
              <a:gd name="connsiteX2861" fmla="*/ 10460192 w 11237202"/>
              <a:gd name="connsiteY2861" fmla="*/ 1122765 h 2631356"/>
              <a:gd name="connsiteX2862" fmla="*/ 10460774 w 11237202"/>
              <a:gd name="connsiteY2862" fmla="*/ 1123358 h 2631356"/>
              <a:gd name="connsiteX2863" fmla="*/ 10458634 w 11237202"/>
              <a:gd name="connsiteY2863" fmla="*/ 1123152 h 2631356"/>
              <a:gd name="connsiteX2864" fmla="*/ 10457940 w 11237202"/>
              <a:gd name="connsiteY2864" fmla="*/ 1122536 h 2631356"/>
              <a:gd name="connsiteX2865" fmla="*/ 8419068 w 11237202"/>
              <a:gd name="connsiteY2865" fmla="*/ 1122106 h 2631356"/>
              <a:gd name="connsiteX2866" fmla="*/ 8456282 w 11237202"/>
              <a:gd name="connsiteY2866" fmla="*/ 1130538 h 2631356"/>
              <a:gd name="connsiteX2867" fmla="*/ 8463173 w 11237202"/>
              <a:gd name="connsiteY2867" fmla="*/ 1152330 h 2631356"/>
              <a:gd name="connsiteX2868" fmla="*/ 8390789 w 11237202"/>
              <a:gd name="connsiteY2868" fmla="*/ 1144237 h 2631356"/>
              <a:gd name="connsiteX2869" fmla="*/ 8384482 w 11237202"/>
              <a:gd name="connsiteY2869" fmla="*/ 1122582 h 2631356"/>
              <a:gd name="connsiteX2870" fmla="*/ 8419068 w 11237202"/>
              <a:gd name="connsiteY2870" fmla="*/ 1122106 h 2631356"/>
              <a:gd name="connsiteX2871" fmla="*/ 2990392 w 11237202"/>
              <a:gd name="connsiteY2871" fmla="*/ 1120052 h 2631356"/>
              <a:gd name="connsiteX2872" fmla="*/ 3004341 w 11237202"/>
              <a:gd name="connsiteY2872" fmla="*/ 1122194 h 2631356"/>
              <a:gd name="connsiteX2873" fmla="*/ 2991448 w 11237202"/>
              <a:gd name="connsiteY2873" fmla="*/ 1128030 h 2631356"/>
              <a:gd name="connsiteX2874" fmla="*/ 2977444 w 11237202"/>
              <a:gd name="connsiteY2874" fmla="*/ 1125864 h 2631356"/>
              <a:gd name="connsiteX2875" fmla="*/ 2990392 w 11237202"/>
              <a:gd name="connsiteY2875" fmla="*/ 1120052 h 2631356"/>
              <a:gd name="connsiteX2876" fmla="*/ 7570198 w 11237202"/>
              <a:gd name="connsiteY2876" fmla="*/ 1117841 h 2631356"/>
              <a:gd name="connsiteX2877" fmla="*/ 7592510 w 11237202"/>
              <a:gd name="connsiteY2877" fmla="*/ 1123357 h 2631356"/>
              <a:gd name="connsiteX2878" fmla="*/ 7591315 w 11237202"/>
              <a:gd name="connsiteY2878" fmla="*/ 1137513 h 2631356"/>
              <a:gd name="connsiteX2879" fmla="*/ 7546051 w 11237202"/>
              <a:gd name="connsiteY2879" fmla="*/ 1132248 h 2631356"/>
              <a:gd name="connsiteX2880" fmla="*/ 7547384 w 11237202"/>
              <a:gd name="connsiteY2880" fmla="*/ 1118137 h 2631356"/>
              <a:gd name="connsiteX2881" fmla="*/ 7570198 w 11237202"/>
              <a:gd name="connsiteY2881" fmla="*/ 1117841 h 2631356"/>
              <a:gd name="connsiteX2882" fmla="*/ 2149377 w 11237202"/>
              <a:gd name="connsiteY2882" fmla="*/ 1116029 h 2631356"/>
              <a:gd name="connsiteX2883" fmla="*/ 2159018 w 11237202"/>
              <a:gd name="connsiteY2883" fmla="*/ 1122376 h 2631356"/>
              <a:gd name="connsiteX2884" fmla="*/ 2116645 w 11237202"/>
              <a:gd name="connsiteY2884" fmla="*/ 1138721 h 2631356"/>
              <a:gd name="connsiteX2885" fmla="*/ 2079772 w 11237202"/>
              <a:gd name="connsiteY2885" fmla="*/ 1132657 h 2631356"/>
              <a:gd name="connsiteX2886" fmla="*/ 2122313 w 11237202"/>
              <a:gd name="connsiteY2886" fmla="*/ 1116381 h 2631356"/>
              <a:gd name="connsiteX2887" fmla="*/ 2149377 w 11237202"/>
              <a:gd name="connsiteY2887" fmla="*/ 1116029 h 2631356"/>
              <a:gd name="connsiteX2888" fmla="*/ 9439942 w 11237202"/>
              <a:gd name="connsiteY2888" fmla="*/ 1110922 h 2631356"/>
              <a:gd name="connsiteX2889" fmla="*/ 9494444 w 11237202"/>
              <a:gd name="connsiteY2889" fmla="*/ 1121989 h 2631356"/>
              <a:gd name="connsiteX2890" fmla="*/ 9517477 w 11237202"/>
              <a:gd name="connsiteY2890" fmla="*/ 1150848 h 2631356"/>
              <a:gd name="connsiteX2891" fmla="*/ 9416195 w 11237202"/>
              <a:gd name="connsiteY2891" fmla="*/ 1140088 h 2631356"/>
              <a:gd name="connsiteX2892" fmla="*/ 9394632 w 11237202"/>
              <a:gd name="connsiteY2892" fmla="*/ 1111549 h 2631356"/>
              <a:gd name="connsiteX2893" fmla="*/ 9439942 w 11237202"/>
              <a:gd name="connsiteY2893" fmla="*/ 1110922 h 2631356"/>
              <a:gd name="connsiteX2894" fmla="*/ 8621217 w 11237202"/>
              <a:gd name="connsiteY2894" fmla="*/ 1110201 h 2631356"/>
              <a:gd name="connsiteX2895" fmla="*/ 8656872 w 11237202"/>
              <a:gd name="connsiteY2895" fmla="*/ 1118045 h 2631356"/>
              <a:gd name="connsiteX2896" fmla="*/ 8665181 w 11237202"/>
              <a:gd name="connsiteY2896" fmla="*/ 1138379 h 2631356"/>
              <a:gd name="connsiteX2897" fmla="*/ 8596576 w 11237202"/>
              <a:gd name="connsiteY2897" fmla="*/ 1130833 h 2631356"/>
              <a:gd name="connsiteX2898" fmla="*/ 8588935 w 11237202"/>
              <a:gd name="connsiteY2898" fmla="*/ 1110683 h 2631356"/>
              <a:gd name="connsiteX2899" fmla="*/ 8621217 w 11237202"/>
              <a:gd name="connsiteY2899" fmla="*/ 1110201 h 2631356"/>
              <a:gd name="connsiteX2900" fmla="*/ 1097906 w 11237202"/>
              <a:gd name="connsiteY2900" fmla="*/ 1109680 h 2631356"/>
              <a:gd name="connsiteX2901" fmla="*/ 1102380 w 11237202"/>
              <a:gd name="connsiteY2901" fmla="*/ 1110455 h 2631356"/>
              <a:gd name="connsiteX2902" fmla="*/ 1095822 w 11237202"/>
              <a:gd name="connsiteY2902" fmla="*/ 1112575 h 2631356"/>
              <a:gd name="connsiteX2903" fmla="*/ 1091376 w 11237202"/>
              <a:gd name="connsiteY2903" fmla="*/ 1111800 h 2631356"/>
              <a:gd name="connsiteX2904" fmla="*/ 1097906 w 11237202"/>
              <a:gd name="connsiteY2904" fmla="*/ 1109680 h 2631356"/>
              <a:gd name="connsiteX2905" fmla="*/ 10634192 w 11237202"/>
              <a:gd name="connsiteY2905" fmla="*/ 1108677 h 2631356"/>
              <a:gd name="connsiteX2906" fmla="*/ 10636303 w 11237202"/>
              <a:gd name="connsiteY2906" fmla="*/ 1108905 h 2631356"/>
              <a:gd name="connsiteX2907" fmla="*/ 10637108 w 11237202"/>
              <a:gd name="connsiteY2907" fmla="*/ 1109498 h 2631356"/>
              <a:gd name="connsiteX2908" fmla="*/ 10634829 w 11237202"/>
              <a:gd name="connsiteY2908" fmla="*/ 1109270 h 2631356"/>
              <a:gd name="connsiteX2909" fmla="*/ 10634192 w 11237202"/>
              <a:gd name="connsiteY2909" fmla="*/ 1108677 h 2631356"/>
              <a:gd name="connsiteX2910" fmla="*/ 1934166 w 11237202"/>
              <a:gd name="connsiteY2910" fmla="*/ 1106714 h 2631356"/>
              <a:gd name="connsiteX2911" fmla="*/ 1939115 w 11237202"/>
              <a:gd name="connsiteY2911" fmla="*/ 1110136 h 2631356"/>
              <a:gd name="connsiteX2912" fmla="*/ 1915246 w 11237202"/>
              <a:gd name="connsiteY2912" fmla="*/ 1118980 h 2631356"/>
              <a:gd name="connsiteX2913" fmla="*/ 1895463 w 11237202"/>
              <a:gd name="connsiteY2913" fmla="*/ 1115675 h 2631356"/>
              <a:gd name="connsiteX2914" fmla="*/ 1919443 w 11237202"/>
              <a:gd name="connsiteY2914" fmla="*/ 1106899 h 2631356"/>
              <a:gd name="connsiteX2915" fmla="*/ 1934166 w 11237202"/>
              <a:gd name="connsiteY2915" fmla="*/ 1106714 h 2631356"/>
              <a:gd name="connsiteX2916" fmla="*/ 2783170 w 11237202"/>
              <a:gd name="connsiteY2916" fmla="*/ 1104449 h 2631356"/>
              <a:gd name="connsiteX2917" fmla="*/ 2790467 w 11237202"/>
              <a:gd name="connsiteY2917" fmla="*/ 1108472 h 2631356"/>
              <a:gd name="connsiteX2918" fmla="*/ 2766654 w 11237202"/>
              <a:gd name="connsiteY2918" fmla="*/ 1118775 h 2631356"/>
              <a:gd name="connsiteX2919" fmla="*/ 2741980 w 11237202"/>
              <a:gd name="connsiteY2919" fmla="*/ 1114968 h 2631356"/>
              <a:gd name="connsiteX2920" fmla="*/ 2765932 w 11237202"/>
              <a:gd name="connsiteY2920" fmla="*/ 1104665 h 2631356"/>
              <a:gd name="connsiteX2921" fmla="*/ 2783170 w 11237202"/>
              <a:gd name="connsiteY2921" fmla="*/ 1104449 h 2631356"/>
              <a:gd name="connsiteX2922" fmla="*/ 7786841 w 11237202"/>
              <a:gd name="connsiteY2922" fmla="*/ 1104414 h 2631356"/>
              <a:gd name="connsiteX2923" fmla="*/ 7813912 w 11237202"/>
              <a:gd name="connsiteY2923" fmla="*/ 1110910 h 2631356"/>
              <a:gd name="connsiteX2924" fmla="*/ 7814329 w 11237202"/>
              <a:gd name="connsiteY2924" fmla="*/ 1127688 h 2631356"/>
              <a:gd name="connsiteX2925" fmla="*/ 7759868 w 11237202"/>
              <a:gd name="connsiteY2925" fmla="*/ 1121465 h 2631356"/>
              <a:gd name="connsiteX2926" fmla="*/ 7759896 w 11237202"/>
              <a:gd name="connsiteY2926" fmla="*/ 1104756 h 2631356"/>
              <a:gd name="connsiteX2927" fmla="*/ 7786841 w 11237202"/>
              <a:gd name="connsiteY2927" fmla="*/ 1104414 h 2631356"/>
              <a:gd name="connsiteX2928" fmla="*/ 9628951 w 11237202"/>
              <a:gd name="connsiteY2928" fmla="*/ 1100527 h 2631356"/>
              <a:gd name="connsiteX2929" fmla="*/ 9675833 w 11237202"/>
              <a:gd name="connsiteY2929" fmla="*/ 1109839 h 2631356"/>
              <a:gd name="connsiteX2930" fmla="*/ 9697284 w 11237202"/>
              <a:gd name="connsiteY2930" fmla="*/ 1134025 h 2631356"/>
              <a:gd name="connsiteX2931" fmla="*/ 9611257 w 11237202"/>
              <a:gd name="connsiteY2931" fmla="*/ 1125043 h 2631356"/>
              <a:gd name="connsiteX2932" fmla="*/ 9590863 w 11237202"/>
              <a:gd name="connsiteY2932" fmla="*/ 1101063 h 2631356"/>
              <a:gd name="connsiteX2933" fmla="*/ 9628951 w 11237202"/>
              <a:gd name="connsiteY2933" fmla="*/ 1100527 h 2631356"/>
              <a:gd name="connsiteX2934" fmla="*/ 9810987 w 11237202"/>
              <a:gd name="connsiteY2934" fmla="*/ 1098898 h 2631356"/>
              <a:gd name="connsiteX2935" fmla="*/ 9836855 w 11237202"/>
              <a:gd name="connsiteY2935" fmla="*/ 1101565 h 2631356"/>
              <a:gd name="connsiteX2936" fmla="*/ 9843915 w 11237202"/>
              <a:gd name="connsiteY2936" fmla="*/ 1108791 h 2631356"/>
              <a:gd name="connsiteX2937" fmla="*/ 9817795 w 11237202"/>
              <a:gd name="connsiteY2937" fmla="*/ 1106101 h 2631356"/>
              <a:gd name="connsiteX2938" fmla="*/ 9810987 w 11237202"/>
              <a:gd name="connsiteY2938" fmla="*/ 1098898 h 2631356"/>
              <a:gd name="connsiteX2939" fmla="*/ 8817980 w 11237202"/>
              <a:gd name="connsiteY2939" fmla="*/ 1098129 h 2631356"/>
              <a:gd name="connsiteX2940" fmla="*/ 8851907 w 11237202"/>
              <a:gd name="connsiteY2940" fmla="*/ 1105417 h 2631356"/>
              <a:gd name="connsiteX2941" fmla="*/ 8861521 w 11237202"/>
              <a:gd name="connsiteY2941" fmla="*/ 1124269 h 2631356"/>
              <a:gd name="connsiteX2942" fmla="*/ 8796862 w 11237202"/>
              <a:gd name="connsiteY2942" fmla="*/ 1117271 h 2631356"/>
              <a:gd name="connsiteX2943" fmla="*/ 8787887 w 11237202"/>
              <a:gd name="connsiteY2943" fmla="*/ 1098533 h 2631356"/>
              <a:gd name="connsiteX2944" fmla="*/ 8817980 w 11237202"/>
              <a:gd name="connsiteY2944" fmla="*/ 1098129 h 2631356"/>
              <a:gd name="connsiteX2945" fmla="*/ 915710 w 11237202"/>
              <a:gd name="connsiteY2945" fmla="*/ 1095205 h 2631356"/>
              <a:gd name="connsiteX2946" fmla="*/ 916904 w 11237202"/>
              <a:gd name="connsiteY2946" fmla="*/ 1095433 h 2631356"/>
              <a:gd name="connsiteX2947" fmla="*/ 915042 w 11237202"/>
              <a:gd name="connsiteY2947" fmla="*/ 1096026 h 2631356"/>
              <a:gd name="connsiteX2948" fmla="*/ 913764 w 11237202"/>
              <a:gd name="connsiteY2948" fmla="*/ 1095797 h 2631356"/>
              <a:gd name="connsiteX2949" fmla="*/ 915710 w 11237202"/>
              <a:gd name="connsiteY2949" fmla="*/ 1095205 h 2631356"/>
              <a:gd name="connsiteX2950" fmla="*/ 7149787 w 11237202"/>
              <a:gd name="connsiteY2950" fmla="*/ 1093085 h 2631356"/>
              <a:gd name="connsiteX2951" fmla="*/ 7153509 w 11237202"/>
              <a:gd name="connsiteY2951" fmla="*/ 1093564 h 2631356"/>
              <a:gd name="connsiteX2952" fmla="*/ 7153204 w 11237202"/>
              <a:gd name="connsiteY2952" fmla="*/ 1094772 h 2631356"/>
              <a:gd name="connsiteX2953" fmla="*/ 7149398 w 11237202"/>
              <a:gd name="connsiteY2953" fmla="*/ 1094293 h 2631356"/>
              <a:gd name="connsiteX2954" fmla="*/ 7149787 w 11237202"/>
              <a:gd name="connsiteY2954" fmla="*/ 1093085 h 2631356"/>
              <a:gd name="connsiteX2955" fmla="*/ 7995810 w 11237202"/>
              <a:gd name="connsiteY2955" fmla="*/ 1090121 h 2631356"/>
              <a:gd name="connsiteX2956" fmla="*/ 8028842 w 11237202"/>
              <a:gd name="connsiteY2956" fmla="*/ 1097826 h 2631356"/>
              <a:gd name="connsiteX2957" fmla="*/ 8031314 w 11237202"/>
              <a:gd name="connsiteY2957" fmla="*/ 1117772 h 2631356"/>
              <a:gd name="connsiteX2958" fmla="*/ 7965460 w 11237202"/>
              <a:gd name="connsiteY2958" fmla="*/ 1110364 h 2631356"/>
              <a:gd name="connsiteX2959" fmla="*/ 7963654 w 11237202"/>
              <a:gd name="connsiteY2959" fmla="*/ 1090554 h 2631356"/>
              <a:gd name="connsiteX2960" fmla="*/ 7995810 w 11237202"/>
              <a:gd name="connsiteY2960" fmla="*/ 1090121 h 2631356"/>
              <a:gd name="connsiteX2961" fmla="*/ 10005799 w 11237202"/>
              <a:gd name="connsiteY2961" fmla="*/ 1089871 h 2631356"/>
              <a:gd name="connsiteX2962" fmla="*/ 10008077 w 11237202"/>
              <a:gd name="connsiteY2962" fmla="*/ 1090145 h 2631356"/>
              <a:gd name="connsiteX2963" fmla="*/ 10008690 w 11237202"/>
              <a:gd name="connsiteY2963" fmla="*/ 1090692 h 2631356"/>
              <a:gd name="connsiteX2964" fmla="*/ 10006522 w 11237202"/>
              <a:gd name="connsiteY2964" fmla="*/ 1090464 h 2631356"/>
              <a:gd name="connsiteX2965" fmla="*/ 10005799 w 11237202"/>
              <a:gd name="connsiteY2965" fmla="*/ 1089871 h 2631356"/>
              <a:gd name="connsiteX2966" fmla="*/ 2576355 w 11237202"/>
              <a:gd name="connsiteY2966" fmla="*/ 1088528 h 2631356"/>
              <a:gd name="connsiteX2967" fmla="*/ 2585820 w 11237202"/>
              <a:gd name="connsiteY2967" fmla="*/ 1093996 h 2631356"/>
              <a:gd name="connsiteX2968" fmla="*/ 2551782 w 11237202"/>
              <a:gd name="connsiteY2968" fmla="*/ 1108107 h 2631356"/>
              <a:gd name="connsiteX2969" fmla="*/ 2518382 w 11237202"/>
              <a:gd name="connsiteY2969" fmla="*/ 1102886 h 2631356"/>
              <a:gd name="connsiteX2970" fmla="*/ 2552698 w 11237202"/>
              <a:gd name="connsiteY2970" fmla="*/ 1088822 h 2631356"/>
              <a:gd name="connsiteX2971" fmla="*/ 2576355 w 11237202"/>
              <a:gd name="connsiteY2971" fmla="*/ 1088528 h 2631356"/>
              <a:gd name="connsiteX2972" fmla="*/ 1756774 w 11237202"/>
              <a:gd name="connsiteY2972" fmla="*/ 1085879 h 2631356"/>
              <a:gd name="connsiteX2973" fmla="*/ 1766006 w 11237202"/>
              <a:gd name="connsiteY2973" fmla="*/ 1092583 h 2631356"/>
              <a:gd name="connsiteX2974" fmla="*/ 1717074 w 11237202"/>
              <a:gd name="connsiteY2974" fmla="*/ 1110022 h 2631356"/>
              <a:gd name="connsiteX2975" fmla="*/ 1678367 w 11237202"/>
              <a:gd name="connsiteY2975" fmla="*/ 1103571 h 2631356"/>
              <a:gd name="connsiteX2976" fmla="*/ 1727494 w 11237202"/>
              <a:gd name="connsiteY2976" fmla="*/ 1086269 h 2631356"/>
              <a:gd name="connsiteX2977" fmla="*/ 1756774 w 11237202"/>
              <a:gd name="connsiteY2977" fmla="*/ 1085879 h 2631356"/>
              <a:gd name="connsiteX2978" fmla="*/ 9008533 w 11237202"/>
              <a:gd name="connsiteY2978" fmla="*/ 1083425 h 2631356"/>
              <a:gd name="connsiteX2979" fmla="*/ 9047329 w 11237202"/>
              <a:gd name="connsiteY2979" fmla="*/ 1091535 h 2631356"/>
              <a:gd name="connsiteX2980" fmla="*/ 9059918 w 11237202"/>
              <a:gd name="connsiteY2980" fmla="*/ 1112552 h 2631356"/>
              <a:gd name="connsiteX2981" fmla="*/ 8986728 w 11237202"/>
              <a:gd name="connsiteY2981" fmla="*/ 1104779 h 2631356"/>
              <a:gd name="connsiteX2982" fmla="*/ 8974695 w 11237202"/>
              <a:gd name="connsiteY2982" fmla="*/ 1083899 h 2631356"/>
              <a:gd name="connsiteX2983" fmla="*/ 9008533 w 11237202"/>
              <a:gd name="connsiteY2983" fmla="*/ 1083425 h 2631356"/>
              <a:gd name="connsiteX2984" fmla="*/ 3194595 w 11237202"/>
              <a:gd name="connsiteY2984" fmla="*/ 1081231 h 2631356"/>
              <a:gd name="connsiteX2985" fmla="*/ 3197540 w 11237202"/>
              <a:gd name="connsiteY2985" fmla="*/ 1081687 h 2631356"/>
              <a:gd name="connsiteX2986" fmla="*/ 3195011 w 11237202"/>
              <a:gd name="connsiteY2986" fmla="*/ 1082873 h 2631356"/>
              <a:gd name="connsiteX2987" fmla="*/ 3192066 w 11237202"/>
              <a:gd name="connsiteY2987" fmla="*/ 1082416 h 2631356"/>
              <a:gd name="connsiteX2988" fmla="*/ 3194595 w 11237202"/>
              <a:gd name="connsiteY2988" fmla="*/ 1081231 h 2631356"/>
              <a:gd name="connsiteX2989" fmla="*/ 1535739 w 11237202"/>
              <a:gd name="connsiteY2989" fmla="*/ 1079248 h 2631356"/>
              <a:gd name="connsiteX2990" fmla="*/ 1548131 w 11237202"/>
              <a:gd name="connsiteY2990" fmla="*/ 1081299 h 2631356"/>
              <a:gd name="connsiteX2991" fmla="*/ 1531626 w 11237202"/>
              <a:gd name="connsiteY2991" fmla="*/ 1086930 h 2631356"/>
              <a:gd name="connsiteX2992" fmla="*/ 1519233 w 11237202"/>
              <a:gd name="connsiteY2992" fmla="*/ 1084856 h 2631356"/>
              <a:gd name="connsiteX2993" fmla="*/ 1535739 w 11237202"/>
              <a:gd name="connsiteY2993" fmla="*/ 1079248 h 2631356"/>
              <a:gd name="connsiteX2994" fmla="*/ 8198385 w 11237202"/>
              <a:gd name="connsiteY2994" fmla="*/ 1078068 h 2631356"/>
              <a:gd name="connsiteX2995" fmla="*/ 8231406 w 11237202"/>
              <a:gd name="connsiteY2995" fmla="*/ 1085540 h 2631356"/>
              <a:gd name="connsiteX2996" fmla="*/ 8235685 w 11237202"/>
              <a:gd name="connsiteY2996" fmla="*/ 1104939 h 2631356"/>
              <a:gd name="connsiteX2997" fmla="*/ 8170580 w 11237202"/>
              <a:gd name="connsiteY2997" fmla="*/ 1097780 h 2631356"/>
              <a:gd name="connsiteX2998" fmla="*/ 8166968 w 11237202"/>
              <a:gd name="connsiteY2998" fmla="*/ 1078496 h 2631356"/>
              <a:gd name="connsiteX2999" fmla="*/ 8198385 w 11237202"/>
              <a:gd name="connsiteY2999" fmla="*/ 1078068 h 2631356"/>
              <a:gd name="connsiteX3000" fmla="*/ 7359936 w 11237202"/>
              <a:gd name="connsiteY3000" fmla="*/ 1077926 h 2631356"/>
              <a:gd name="connsiteX3001" fmla="*/ 7384555 w 11237202"/>
              <a:gd name="connsiteY3001" fmla="*/ 1080776 h 2631356"/>
              <a:gd name="connsiteX3002" fmla="*/ 7383138 w 11237202"/>
              <a:gd name="connsiteY3002" fmla="*/ 1088435 h 2631356"/>
              <a:gd name="connsiteX3003" fmla="*/ 7358435 w 11237202"/>
              <a:gd name="connsiteY3003" fmla="*/ 1085609 h 2631356"/>
              <a:gd name="connsiteX3004" fmla="*/ 7359936 w 11237202"/>
              <a:gd name="connsiteY3004" fmla="*/ 1077926 h 2631356"/>
              <a:gd name="connsiteX3005" fmla="*/ 10182021 w 11237202"/>
              <a:gd name="connsiteY3005" fmla="*/ 1076467 h 2631356"/>
              <a:gd name="connsiteX3006" fmla="*/ 10184271 w 11237202"/>
              <a:gd name="connsiteY3006" fmla="*/ 1076649 h 2631356"/>
              <a:gd name="connsiteX3007" fmla="*/ 10184910 w 11237202"/>
              <a:gd name="connsiteY3007" fmla="*/ 1077265 h 2631356"/>
              <a:gd name="connsiteX3008" fmla="*/ 10182631 w 11237202"/>
              <a:gd name="connsiteY3008" fmla="*/ 1077037 h 2631356"/>
              <a:gd name="connsiteX3009" fmla="*/ 10182021 w 11237202"/>
              <a:gd name="connsiteY3009" fmla="*/ 1076467 h 2631356"/>
              <a:gd name="connsiteX3010" fmla="*/ 2374666 w 11237202"/>
              <a:gd name="connsiteY3010" fmla="*/ 1073723 h 2631356"/>
              <a:gd name="connsiteX3011" fmla="*/ 2384617 w 11237202"/>
              <a:gd name="connsiteY3011" fmla="*/ 1079681 h 2631356"/>
              <a:gd name="connsiteX3012" fmla="*/ 2345550 w 11237202"/>
              <a:gd name="connsiteY3012" fmla="*/ 1095091 h 2631356"/>
              <a:gd name="connsiteX3013" fmla="*/ 2309400 w 11237202"/>
              <a:gd name="connsiteY3013" fmla="*/ 1089415 h 2631356"/>
              <a:gd name="connsiteX3014" fmla="*/ 2348690 w 11237202"/>
              <a:gd name="connsiteY3014" fmla="*/ 1074074 h 2631356"/>
              <a:gd name="connsiteX3015" fmla="*/ 2374666 w 11237202"/>
              <a:gd name="connsiteY3015" fmla="*/ 1073723 h 2631356"/>
              <a:gd name="connsiteX3016" fmla="*/ 1351069 w 11237202"/>
              <a:gd name="connsiteY3016" fmla="*/ 1067646 h 2631356"/>
              <a:gd name="connsiteX3017" fmla="*/ 1352319 w 11237202"/>
              <a:gd name="connsiteY3017" fmla="*/ 1067874 h 2631356"/>
              <a:gd name="connsiteX3018" fmla="*/ 1350597 w 11237202"/>
              <a:gd name="connsiteY3018" fmla="*/ 1068443 h 2631356"/>
              <a:gd name="connsiteX3019" fmla="*/ 1349319 w 11237202"/>
              <a:gd name="connsiteY3019" fmla="*/ 1068238 h 2631356"/>
              <a:gd name="connsiteX3020" fmla="*/ 1351069 w 11237202"/>
              <a:gd name="connsiteY3020" fmla="*/ 1067646 h 2631356"/>
              <a:gd name="connsiteX3021" fmla="*/ 9193444 w 11237202"/>
              <a:gd name="connsiteY3021" fmla="*/ 1067549 h 2631356"/>
              <a:gd name="connsiteX3022" fmla="*/ 9240529 w 11237202"/>
              <a:gd name="connsiteY3022" fmla="*/ 1077151 h 2631356"/>
              <a:gd name="connsiteX3023" fmla="*/ 9257868 w 11237202"/>
              <a:gd name="connsiteY3023" fmla="*/ 1102089 h 2631356"/>
              <a:gd name="connsiteX3024" fmla="*/ 9169478 w 11237202"/>
              <a:gd name="connsiteY3024" fmla="*/ 1092835 h 2631356"/>
              <a:gd name="connsiteX3025" fmla="*/ 9153279 w 11237202"/>
              <a:gd name="connsiteY3025" fmla="*/ 1068102 h 2631356"/>
              <a:gd name="connsiteX3026" fmla="*/ 9193444 w 11237202"/>
              <a:gd name="connsiteY3026" fmla="*/ 1067549 h 2631356"/>
              <a:gd name="connsiteX3027" fmla="*/ 2974914 w 11237202"/>
              <a:gd name="connsiteY3027" fmla="*/ 1065274 h 2631356"/>
              <a:gd name="connsiteX3028" fmla="*/ 2991531 w 11237202"/>
              <a:gd name="connsiteY3028" fmla="*/ 1067736 h 2631356"/>
              <a:gd name="connsiteX3029" fmla="*/ 2976276 w 11237202"/>
              <a:gd name="connsiteY3029" fmla="*/ 1074461 h 2631356"/>
              <a:gd name="connsiteX3030" fmla="*/ 2959771 w 11237202"/>
              <a:gd name="connsiteY3030" fmla="*/ 1071976 h 2631356"/>
              <a:gd name="connsiteX3031" fmla="*/ 2974914 w 11237202"/>
              <a:gd name="connsiteY3031" fmla="*/ 1065274 h 2631356"/>
              <a:gd name="connsiteX3032" fmla="*/ 8394783 w 11237202"/>
              <a:gd name="connsiteY3032" fmla="*/ 1064571 h 2631356"/>
              <a:gd name="connsiteX3033" fmla="*/ 8431051 w 11237202"/>
              <a:gd name="connsiteY3033" fmla="*/ 1072547 h 2631356"/>
              <a:gd name="connsiteX3034" fmla="*/ 8437443 w 11237202"/>
              <a:gd name="connsiteY3034" fmla="*/ 1093176 h 2631356"/>
              <a:gd name="connsiteX3035" fmla="*/ 8367115 w 11237202"/>
              <a:gd name="connsiteY3035" fmla="*/ 1085539 h 2631356"/>
              <a:gd name="connsiteX3036" fmla="*/ 8361141 w 11237202"/>
              <a:gd name="connsiteY3036" fmla="*/ 1065024 h 2631356"/>
              <a:gd name="connsiteX3037" fmla="*/ 8394783 w 11237202"/>
              <a:gd name="connsiteY3037" fmla="*/ 1064571 h 2631356"/>
              <a:gd name="connsiteX3038" fmla="*/ 7583913 w 11237202"/>
              <a:gd name="connsiteY3038" fmla="*/ 1063873 h 2631356"/>
              <a:gd name="connsiteX3039" fmla="*/ 7601846 w 11237202"/>
              <a:gd name="connsiteY3039" fmla="*/ 1068192 h 2631356"/>
              <a:gd name="connsiteX3040" fmla="*/ 7601041 w 11237202"/>
              <a:gd name="connsiteY3040" fmla="*/ 1079294 h 2631356"/>
              <a:gd name="connsiteX3041" fmla="*/ 7564501 w 11237202"/>
              <a:gd name="connsiteY3041" fmla="*/ 1075190 h 2631356"/>
              <a:gd name="connsiteX3042" fmla="*/ 7565585 w 11237202"/>
              <a:gd name="connsiteY3042" fmla="*/ 1064135 h 2631356"/>
              <a:gd name="connsiteX3043" fmla="*/ 7583913 w 11237202"/>
              <a:gd name="connsiteY3043" fmla="*/ 1063873 h 2631356"/>
              <a:gd name="connsiteX3044" fmla="*/ 10354657 w 11237202"/>
              <a:gd name="connsiteY3044" fmla="*/ 1063110 h 2631356"/>
              <a:gd name="connsiteX3045" fmla="*/ 10356909 w 11237202"/>
              <a:gd name="connsiteY3045" fmla="*/ 1063315 h 2631356"/>
              <a:gd name="connsiteX3046" fmla="*/ 10357491 w 11237202"/>
              <a:gd name="connsiteY3046" fmla="*/ 1063908 h 2631356"/>
              <a:gd name="connsiteX3047" fmla="*/ 10355353 w 11237202"/>
              <a:gd name="connsiteY3047" fmla="*/ 1063679 h 2631356"/>
              <a:gd name="connsiteX3048" fmla="*/ 10354657 w 11237202"/>
              <a:gd name="connsiteY3048" fmla="*/ 1063110 h 2631356"/>
              <a:gd name="connsiteX3049" fmla="*/ 2185283 w 11237202"/>
              <a:gd name="connsiteY3049" fmla="*/ 1056941 h 2631356"/>
              <a:gd name="connsiteX3050" fmla="*/ 2196891 w 11237202"/>
              <a:gd name="connsiteY3050" fmla="*/ 1064295 h 2631356"/>
              <a:gd name="connsiteX3051" fmla="*/ 2146653 w 11237202"/>
              <a:gd name="connsiteY3051" fmla="*/ 1083329 h 2631356"/>
              <a:gd name="connsiteX3052" fmla="*/ 2102417 w 11237202"/>
              <a:gd name="connsiteY3052" fmla="*/ 1076262 h 2631356"/>
              <a:gd name="connsiteX3053" fmla="*/ 2153044 w 11237202"/>
              <a:gd name="connsiteY3053" fmla="*/ 1057365 h 2631356"/>
              <a:gd name="connsiteX3054" fmla="*/ 2185283 w 11237202"/>
              <a:gd name="connsiteY3054" fmla="*/ 1056941 h 2631356"/>
              <a:gd name="connsiteX3055" fmla="*/ 9373950 w 11237202"/>
              <a:gd name="connsiteY3055" fmla="*/ 1052330 h 2631356"/>
              <a:gd name="connsiteX3056" fmla="*/ 9427811 w 11237202"/>
              <a:gd name="connsiteY3056" fmla="*/ 1063041 h 2631356"/>
              <a:gd name="connsiteX3057" fmla="*/ 9449816 w 11237202"/>
              <a:gd name="connsiteY3057" fmla="*/ 1090919 h 2631356"/>
              <a:gd name="connsiteX3058" fmla="*/ 9349508 w 11237202"/>
              <a:gd name="connsiteY3058" fmla="*/ 1080570 h 2631356"/>
              <a:gd name="connsiteX3059" fmla="*/ 9328947 w 11237202"/>
              <a:gd name="connsiteY3059" fmla="*/ 1052920 h 2631356"/>
              <a:gd name="connsiteX3060" fmla="*/ 9373950 w 11237202"/>
              <a:gd name="connsiteY3060" fmla="*/ 1052330 h 2631356"/>
              <a:gd name="connsiteX3061" fmla="*/ 1173707 w 11237202"/>
              <a:gd name="connsiteY3061" fmla="*/ 1052236 h 2631356"/>
              <a:gd name="connsiteX3062" fmla="*/ 1176236 w 11237202"/>
              <a:gd name="connsiteY3062" fmla="*/ 1052691 h 2631356"/>
              <a:gd name="connsiteX3063" fmla="*/ 1172679 w 11237202"/>
              <a:gd name="connsiteY3063" fmla="*/ 1053831 h 2631356"/>
              <a:gd name="connsiteX3064" fmla="*/ 1170123 w 11237202"/>
              <a:gd name="connsiteY3064" fmla="*/ 1053398 h 2631356"/>
              <a:gd name="connsiteX3065" fmla="*/ 1173707 w 11237202"/>
              <a:gd name="connsiteY3065" fmla="*/ 1052236 h 2631356"/>
              <a:gd name="connsiteX3066" fmla="*/ 8586222 w 11237202"/>
              <a:gd name="connsiteY3066" fmla="*/ 1051971 h 2631356"/>
              <a:gd name="connsiteX3067" fmla="*/ 8622807 w 11237202"/>
              <a:gd name="connsiteY3067" fmla="*/ 1059850 h 2631356"/>
              <a:gd name="connsiteX3068" fmla="*/ 8631197 w 11237202"/>
              <a:gd name="connsiteY3068" fmla="*/ 1080273 h 2631356"/>
              <a:gd name="connsiteX3069" fmla="*/ 8560537 w 11237202"/>
              <a:gd name="connsiteY3069" fmla="*/ 1072706 h 2631356"/>
              <a:gd name="connsiteX3070" fmla="*/ 8552952 w 11237202"/>
              <a:gd name="connsiteY3070" fmla="*/ 1052418 h 2631356"/>
              <a:gd name="connsiteX3071" fmla="*/ 8586222 w 11237202"/>
              <a:gd name="connsiteY3071" fmla="*/ 1051971 h 2631356"/>
              <a:gd name="connsiteX3072" fmla="*/ 2783438 w 11237202"/>
              <a:gd name="connsiteY3072" fmla="*/ 1049854 h 2631356"/>
              <a:gd name="connsiteX3073" fmla="*/ 2790606 w 11237202"/>
              <a:gd name="connsiteY3073" fmla="*/ 1053672 h 2631356"/>
              <a:gd name="connsiteX3074" fmla="*/ 2767293 w 11237202"/>
              <a:gd name="connsiteY3074" fmla="*/ 1063497 h 2631356"/>
              <a:gd name="connsiteX3075" fmla="*/ 2743286 w 11237202"/>
              <a:gd name="connsiteY3075" fmla="*/ 1059850 h 2631356"/>
              <a:gd name="connsiteX3076" fmla="*/ 2766682 w 11237202"/>
              <a:gd name="connsiteY3076" fmla="*/ 1050070 h 2631356"/>
              <a:gd name="connsiteX3077" fmla="*/ 2783438 w 11237202"/>
              <a:gd name="connsiteY3077" fmla="*/ 1049854 h 2631356"/>
              <a:gd name="connsiteX3078" fmla="*/ 7787714 w 11237202"/>
              <a:gd name="connsiteY3078" fmla="*/ 1046401 h 2631356"/>
              <a:gd name="connsiteX3079" fmla="*/ 7819386 w 11237202"/>
              <a:gd name="connsiteY3079" fmla="*/ 1053787 h 2631356"/>
              <a:gd name="connsiteX3080" fmla="*/ 7819859 w 11237202"/>
              <a:gd name="connsiteY3080" fmla="*/ 1072912 h 2631356"/>
              <a:gd name="connsiteX3081" fmla="*/ 7756145 w 11237202"/>
              <a:gd name="connsiteY3081" fmla="*/ 1065822 h 2631356"/>
              <a:gd name="connsiteX3082" fmla="*/ 7756145 w 11237202"/>
              <a:gd name="connsiteY3082" fmla="*/ 1046811 h 2631356"/>
              <a:gd name="connsiteX3083" fmla="*/ 7787714 w 11237202"/>
              <a:gd name="connsiteY3083" fmla="*/ 1046401 h 2631356"/>
              <a:gd name="connsiteX3084" fmla="*/ 1992498 w 11237202"/>
              <a:gd name="connsiteY3084" fmla="*/ 1043862 h 2631356"/>
              <a:gd name="connsiteX3085" fmla="*/ 2002525 w 11237202"/>
              <a:gd name="connsiteY3085" fmla="*/ 1050435 h 2631356"/>
              <a:gd name="connsiteX3086" fmla="*/ 1955566 w 11237202"/>
              <a:gd name="connsiteY3086" fmla="*/ 1067441 h 2631356"/>
              <a:gd name="connsiteX3087" fmla="*/ 1916275 w 11237202"/>
              <a:gd name="connsiteY3087" fmla="*/ 1061149 h 2631356"/>
              <a:gd name="connsiteX3088" fmla="*/ 1963402 w 11237202"/>
              <a:gd name="connsiteY3088" fmla="*/ 1044212 h 2631356"/>
              <a:gd name="connsiteX3089" fmla="*/ 1992498 w 11237202"/>
              <a:gd name="connsiteY3089" fmla="*/ 1043862 h 2631356"/>
              <a:gd name="connsiteX3090" fmla="*/ 8773747 w 11237202"/>
              <a:gd name="connsiteY3090" fmla="*/ 1041138 h 2631356"/>
              <a:gd name="connsiteX3091" fmla="*/ 8806170 w 11237202"/>
              <a:gd name="connsiteY3091" fmla="*/ 1047882 h 2631356"/>
              <a:gd name="connsiteX3092" fmla="*/ 8814922 w 11237202"/>
              <a:gd name="connsiteY3092" fmla="*/ 1065480 h 2631356"/>
              <a:gd name="connsiteX3093" fmla="*/ 8753042 w 11237202"/>
              <a:gd name="connsiteY3093" fmla="*/ 1058983 h 2631356"/>
              <a:gd name="connsiteX3094" fmla="*/ 8744929 w 11237202"/>
              <a:gd name="connsiteY3094" fmla="*/ 1041522 h 2631356"/>
              <a:gd name="connsiteX3095" fmla="*/ 8773747 w 11237202"/>
              <a:gd name="connsiteY3095" fmla="*/ 1041138 h 2631356"/>
              <a:gd name="connsiteX3096" fmla="*/ 9728850 w 11237202"/>
              <a:gd name="connsiteY3096" fmla="*/ 1040906 h 2631356"/>
              <a:gd name="connsiteX3097" fmla="*/ 9754025 w 11237202"/>
              <a:gd name="connsiteY3097" fmla="*/ 1043391 h 2631356"/>
              <a:gd name="connsiteX3098" fmla="*/ 9760472 w 11237202"/>
              <a:gd name="connsiteY3098" fmla="*/ 1050253 h 2631356"/>
              <a:gd name="connsiteX3099" fmla="*/ 9735157 w 11237202"/>
              <a:gd name="connsiteY3099" fmla="*/ 1047746 h 2631356"/>
              <a:gd name="connsiteX3100" fmla="*/ 9728850 w 11237202"/>
              <a:gd name="connsiteY3100" fmla="*/ 1040906 h 2631356"/>
              <a:gd name="connsiteX3101" fmla="*/ 9552513 w 11237202"/>
              <a:gd name="connsiteY3101" fmla="*/ 1039836 h 2631356"/>
              <a:gd name="connsiteX3102" fmla="*/ 9605811 w 11237202"/>
              <a:gd name="connsiteY3102" fmla="*/ 1050185 h 2631356"/>
              <a:gd name="connsiteX3103" fmla="*/ 9629485 w 11237202"/>
              <a:gd name="connsiteY3103" fmla="*/ 1077129 h 2631356"/>
              <a:gd name="connsiteX3104" fmla="*/ 9531066 w 11237202"/>
              <a:gd name="connsiteY3104" fmla="*/ 1067122 h 2631356"/>
              <a:gd name="connsiteX3105" fmla="*/ 9508698 w 11237202"/>
              <a:gd name="connsiteY3105" fmla="*/ 1040428 h 2631356"/>
              <a:gd name="connsiteX3106" fmla="*/ 9552513 w 11237202"/>
              <a:gd name="connsiteY3106" fmla="*/ 1039836 h 2631356"/>
              <a:gd name="connsiteX3107" fmla="*/ 7178741 w 11237202"/>
              <a:gd name="connsiteY3107" fmla="*/ 1039402 h 2631356"/>
              <a:gd name="connsiteX3108" fmla="*/ 7182464 w 11237202"/>
              <a:gd name="connsiteY3108" fmla="*/ 1039813 h 2631356"/>
              <a:gd name="connsiteX3109" fmla="*/ 7182158 w 11237202"/>
              <a:gd name="connsiteY3109" fmla="*/ 1040952 h 2631356"/>
              <a:gd name="connsiteX3110" fmla="*/ 7178546 w 11237202"/>
              <a:gd name="connsiteY3110" fmla="*/ 1040519 h 2631356"/>
              <a:gd name="connsiteX3111" fmla="*/ 7178741 w 11237202"/>
              <a:gd name="connsiteY3111" fmla="*/ 1039402 h 2631356"/>
              <a:gd name="connsiteX3112" fmla="*/ 1000737 w 11237202"/>
              <a:gd name="connsiteY3112" fmla="*/ 1037692 h 2631356"/>
              <a:gd name="connsiteX3113" fmla="*/ 1001876 w 11237202"/>
              <a:gd name="connsiteY3113" fmla="*/ 1037920 h 2631356"/>
              <a:gd name="connsiteX3114" fmla="*/ 1000208 w 11237202"/>
              <a:gd name="connsiteY3114" fmla="*/ 1038467 h 2631356"/>
              <a:gd name="connsiteX3115" fmla="*/ 998819 w 11237202"/>
              <a:gd name="connsiteY3115" fmla="*/ 1038239 h 2631356"/>
              <a:gd name="connsiteX3116" fmla="*/ 1000737 w 11237202"/>
              <a:gd name="connsiteY3116" fmla="*/ 1037692 h 2631356"/>
              <a:gd name="connsiteX3117" fmla="*/ 7984796 w 11237202"/>
              <a:gd name="connsiteY3117" fmla="*/ 1034400 h 2631356"/>
              <a:gd name="connsiteX3118" fmla="*/ 8016976 w 11237202"/>
              <a:gd name="connsiteY3118" fmla="*/ 1041705 h 2631356"/>
              <a:gd name="connsiteX3119" fmla="*/ 8019144 w 11237202"/>
              <a:gd name="connsiteY3119" fmla="*/ 1060602 h 2631356"/>
              <a:gd name="connsiteX3120" fmla="*/ 7955207 w 11237202"/>
              <a:gd name="connsiteY3120" fmla="*/ 1053581 h 2631356"/>
              <a:gd name="connsiteX3121" fmla="*/ 7953512 w 11237202"/>
              <a:gd name="connsiteY3121" fmla="*/ 1034821 h 2631356"/>
              <a:gd name="connsiteX3122" fmla="*/ 7984796 w 11237202"/>
              <a:gd name="connsiteY3122" fmla="*/ 1034400 h 2631356"/>
              <a:gd name="connsiteX3123" fmla="*/ 2592083 w 11237202"/>
              <a:gd name="connsiteY3123" fmla="*/ 1033111 h 2631356"/>
              <a:gd name="connsiteX3124" fmla="*/ 2602047 w 11237202"/>
              <a:gd name="connsiteY3124" fmla="*/ 1038627 h 2631356"/>
              <a:gd name="connsiteX3125" fmla="*/ 2566703 w 11237202"/>
              <a:gd name="connsiteY3125" fmla="*/ 1052874 h 2631356"/>
              <a:gd name="connsiteX3126" fmla="*/ 2532025 w 11237202"/>
              <a:gd name="connsiteY3126" fmla="*/ 1047586 h 2631356"/>
              <a:gd name="connsiteX3127" fmla="*/ 2567592 w 11237202"/>
              <a:gd name="connsiteY3127" fmla="*/ 1033407 h 2631356"/>
              <a:gd name="connsiteX3128" fmla="*/ 2592083 w 11237202"/>
              <a:gd name="connsiteY3128" fmla="*/ 1033111 h 2631356"/>
              <a:gd name="connsiteX3129" fmla="*/ 9913741 w 11237202"/>
              <a:gd name="connsiteY3129" fmla="*/ 1031629 h 2631356"/>
              <a:gd name="connsiteX3130" fmla="*/ 9918992 w 11237202"/>
              <a:gd name="connsiteY3130" fmla="*/ 1032130 h 2631356"/>
              <a:gd name="connsiteX3131" fmla="*/ 9920494 w 11237202"/>
              <a:gd name="connsiteY3131" fmla="*/ 1033566 h 2631356"/>
              <a:gd name="connsiteX3132" fmla="*/ 9915241 w 11237202"/>
              <a:gd name="connsiteY3132" fmla="*/ 1033042 h 2631356"/>
              <a:gd name="connsiteX3133" fmla="*/ 9913741 w 11237202"/>
              <a:gd name="connsiteY3133" fmla="*/ 1031629 h 2631356"/>
              <a:gd name="connsiteX3134" fmla="*/ 1810329 w 11237202"/>
              <a:gd name="connsiteY3134" fmla="*/ 1029036 h 2631356"/>
              <a:gd name="connsiteX3135" fmla="*/ 1819940 w 11237202"/>
              <a:gd name="connsiteY3135" fmla="*/ 1035732 h 2631356"/>
              <a:gd name="connsiteX3136" fmla="*/ 1770174 w 11237202"/>
              <a:gd name="connsiteY3136" fmla="*/ 1053102 h 2631356"/>
              <a:gd name="connsiteX3137" fmla="*/ 1730411 w 11237202"/>
              <a:gd name="connsiteY3137" fmla="*/ 1046674 h 2631356"/>
              <a:gd name="connsiteX3138" fmla="*/ 1780316 w 11237202"/>
              <a:gd name="connsiteY3138" fmla="*/ 1029418 h 2631356"/>
              <a:gd name="connsiteX3139" fmla="*/ 1810329 w 11237202"/>
              <a:gd name="connsiteY3139" fmla="*/ 1029036 h 2631356"/>
              <a:gd name="connsiteX3140" fmla="*/ 3177617 w 11237202"/>
              <a:gd name="connsiteY3140" fmla="*/ 1028529 h 2631356"/>
              <a:gd name="connsiteX3141" fmla="*/ 3181174 w 11237202"/>
              <a:gd name="connsiteY3141" fmla="*/ 1029031 h 2631356"/>
              <a:gd name="connsiteX3142" fmla="*/ 3178090 w 11237202"/>
              <a:gd name="connsiteY3142" fmla="*/ 1030444 h 2631356"/>
              <a:gd name="connsiteX3143" fmla="*/ 3174477 w 11237202"/>
              <a:gd name="connsiteY3143" fmla="*/ 1029919 h 2631356"/>
              <a:gd name="connsiteX3144" fmla="*/ 3177617 w 11237202"/>
              <a:gd name="connsiteY3144" fmla="*/ 1028529 h 2631356"/>
              <a:gd name="connsiteX3145" fmla="*/ 8955561 w 11237202"/>
              <a:gd name="connsiteY3145" fmla="*/ 1027295 h 2631356"/>
              <a:gd name="connsiteX3146" fmla="*/ 8991590 w 11237202"/>
              <a:gd name="connsiteY3146" fmla="*/ 1034638 h 2631356"/>
              <a:gd name="connsiteX3147" fmla="*/ 9002787 w 11237202"/>
              <a:gd name="connsiteY3147" fmla="*/ 1053718 h 2631356"/>
              <a:gd name="connsiteX3148" fmla="*/ 8934766 w 11237202"/>
              <a:gd name="connsiteY3148" fmla="*/ 1046628 h 2631356"/>
              <a:gd name="connsiteX3149" fmla="*/ 8924096 w 11237202"/>
              <a:gd name="connsiteY3149" fmla="*/ 1027731 h 2631356"/>
              <a:gd name="connsiteX3150" fmla="*/ 8955561 w 11237202"/>
              <a:gd name="connsiteY3150" fmla="*/ 1027295 h 2631356"/>
              <a:gd name="connsiteX3151" fmla="*/ 7380081 w 11237202"/>
              <a:gd name="connsiteY3151" fmla="*/ 1026181 h 2631356"/>
              <a:gd name="connsiteX3152" fmla="*/ 7393085 w 11237202"/>
              <a:gd name="connsiteY3152" fmla="*/ 1027617 h 2631356"/>
              <a:gd name="connsiteX3153" fmla="*/ 7392363 w 11237202"/>
              <a:gd name="connsiteY3153" fmla="*/ 1031515 h 2631356"/>
              <a:gd name="connsiteX3154" fmla="*/ 7379359 w 11237202"/>
              <a:gd name="connsiteY3154" fmla="*/ 1030125 h 2631356"/>
              <a:gd name="connsiteX3155" fmla="*/ 7380081 w 11237202"/>
              <a:gd name="connsiteY3155" fmla="*/ 1026181 h 2631356"/>
              <a:gd name="connsiteX3156" fmla="*/ 1598258 w 11237202"/>
              <a:gd name="connsiteY3156" fmla="*/ 1023491 h 2631356"/>
              <a:gd name="connsiteX3157" fmla="*/ 1608345 w 11237202"/>
              <a:gd name="connsiteY3157" fmla="*/ 1025155 h 2631356"/>
              <a:gd name="connsiteX3158" fmla="*/ 1595007 w 11237202"/>
              <a:gd name="connsiteY3158" fmla="*/ 1029646 h 2631356"/>
              <a:gd name="connsiteX3159" fmla="*/ 1584837 w 11237202"/>
              <a:gd name="connsiteY3159" fmla="*/ 1027982 h 2631356"/>
              <a:gd name="connsiteX3160" fmla="*/ 1598258 w 11237202"/>
              <a:gd name="connsiteY3160" fmla="*/ 1023491 h 2631356"/>
              <a:gd name="connsiteX3161" fmla="*/ 8176377 w 11237202"/>
              <a:gd name="connsiteY3161" fmla="*/ 1022398 h 2631356"/>
              <a:gd name="connsiteX3162" fmla="*/ 8208481 w 11237202"/>
              <a:gd name="connsiteY3162" fmla="*/ 1029509 h 2631356"/>
              <a:gd name="connsiteX3163" fmla="*/ 8212371 w 11237202"/>
              <a:gd name="connsiteY3163" fmla="*/ 1047905 h 2631356"/>
              <a:gd name="connsiteX3164" fmla="*/ 8149129 w 11237202"/>
              <a:gd name="connsiteY3164" fmla="*/ 1041112 h 2631356"/>
              <a:gd name="connsiteX3165" fmla="*/ 8145795 w 11237202"/>
              <a:gd name="connsiteY3165" fmla="*/ 1022807 h 2631356"/>
              <a:gd name="connsiteX3166" fmla="*/ 8176377 w 11237202"/>
              <a:gd name="connsiteY3166" fmla="*/ 1022398 h 2631356"/>
              <a:gd name="connsiteX3167" fmla="*/ 2403592 w 11237202"/>
              <a:gd name="connsiteY3167" fmla="*/ 1018091 h 2631356"/>
              <a:gd name="connsiteX3168" fmla="*/ 2414155 w 11237202"/>
              <a:gd name="connsiteY3168" fmla="*/ 1024175 h 2631356"/>
              <a:gd name="connsiteX3169" fmla="*/ 2373308 w 11237202"/>
              <a:gd name="connsiteY3169" fmla="*/ 1039927 h 2631356"/>
              <a:gd name="connsiteX3170" fmla="*/ 2335380 w 11237202"/>
              <a:gd name="connsiteY3170" fmla="*/ 1034113 h 2631356"/>
              <a:gd name="connsiteX3171" fmla="*/ 2376337 w 11237202"/>
              <a:gd name="connsiteY3171" fmla="*/ 1018453 h 2631356"/>
              <a:gd name="connsiteX3172" fmla="*/ 2403592 w 11237202"/>
              <a:gd name="connsiteY3172" fmla="*/ 1018091 h 2631356"/>
              <a:gd name="connsiteX3173" fmla="*/ 2974025 w 11237202"/>
              <a:gd name="connsiteY3173" fmla="*/ 1012026 h 2631356"/>
              <a:gd name="connsiteX3174" fmla="*/ 2990809 w 11237202"/>
              <a:gd name="connsiteY3174" fmla="*/ 1014465 h 2631356"/>
              <a:gd name="connsiteX3175" fmla="*/ 2975387 w 11237202"/>
              <a:gd name="connsiteY3175" fmla="*/ 1021098 h 2631356"/>
              <a:gd name="connsiteX3176" fmla="*/ 2958520 w 11237202"/>
              <a:gd name="connsiteY3176" fmla="*/ 1018659 h 2631356"/>
              <a:gd name="connsiteX3177" fmla="*/ 2974025 w 11237202"/>
              <a:gd name="connsiteY3177" fmla="*/ 1012026 h 2631356"/>
              <a:gd name="connsiteX3178" fmla="*/ 1423035 w 11237202"/>
              <a:gd name="connsiteY3178" fmla="*/ 1011614 h 2631356"/>
              <a:gd name="connsiteX3179" fmla="*/ 1424342 w 11237202"/>
              <a:gd name="connsiteY3179" fmla="*/ 1011820 h 2631356"/>
              <a:gd name="connsiteX3180" fmla="*/ 1422619 w 11237202"/>
              <a:gd name="connsiteY3180" fmla="*/ 1012344 h 2631356"/>
              <a:gd name="connsiteX3181" fmla="*/ 1421396 w 11237202"/>
              <a:gd name="connsiteY3181" fmla="*/ 1012139 h 2631356"/>
              <a:gd name="connsiteX3182" fmla="*/ 1423035 w 11237202"/>
              <a:gd name="connsiteY3182" fmla="*/ 1011614 h 2631356"/>
              <a:gd name="connsiteX3183" fmla="*/ 9131534 w 11237202"/>
              <a:gd name="connsiteY3183" fmla="*/ 1010982 h 2631356"/>
              <a:gd name="connsiteX3184" fmla="*/ 9178177 w 11237202"/>
              <a:gd name="connsiteY3184" fmla="*/ 1020277 h 2631356"/>
              <a:gd name="connsiteX3185" fmla="*/ 9194820 w 11237202"/>
              <a:gd name="connsiteY3185" fmla="*/ 1044486 h 2631356"/>
              <a:gd name="connsiteX3186" fmla="*/ 9107016 w 11237202"/>
              <a:gd name="connsiteY3186" fmla="*/ 1035481 h 2631356"/>
              <a:gd name="connsiteX3187" fmla="*/ 9091537 w 11237202"/>
              <a:gd name="connsiteY3187" fmla="*/ 1011501 h 2631356"/>
              <a:gd name="connsiteX3188" fmla="*/ 9131534 w 11237202"/>
              <a:gd name="connsiteY3188" fmla="*/ 1010982 h 2631356"/>
              <a:gd name="connsiteX3189" fmla="*/ 7567918 w 11237202"/>
              <a:gd name="connsiteY3189" fmla="*/ 1009951 h 2631356"/>
              <a:gd name="connsiteX3190" fmla="*/ 7603208 w 11237202"/>
              <a:gd name="connsiteY3190" fmla="*/ 1013803 h 2631356"/>
              <a:gd name="connsiteX3191" fmla="*/ 7602346 w 11237202"/>
              <a:gd name="connsiteY3191" fmla="*/ 1024357 h 2631356"/>
              <a:gd name="connsiteX3192" fmla="*/ 7566918 w 11237202"/>
              <a:gd name="connsiteY3192" fmla="*/ 1020460 h 2631356"/>
              <a:gd name="connsiteX3193" fmla="*/ 7567918 w 11237202"/>
              <a:gd name="connsiteY3193" fmla="*/ 1009951 h 2631356"/>
              <a:gd name="connsiteX3194" fmla="*/ 8362419 w 11237202"/>
              <a:gd name="connsiteY3194" fmla="*/ 1008193 h 2631356"/>
              <a:gd name="connsiteX3195" fmla="*/ 8399958 w 11237202"/>
              <a:gd name="connsiteY3195" fmla="*/ 1016265 h 2631356"/>
              <a:gd name="connsiteX3196" fmla="*/ 8406460 w 11237202"/>
              <a:gd name="connsiteY3196" fmla="*/ 1037259 h 2631356"/>
              <a:gd name="connsiteX3197" fmla="*/ 8333104 w 11237202"/>
              <a:gd name="connsiteY3197" fmla="*/ 1029463 h 2631356"/>
              <a:gd name="connsiteX3198" fmla="*/ 8327464 w 11237202"/>
              <a:gd name="connsiteY3198" fmla="*/ 1008651 h 2631356"/>
              <a:gd name="connsiteX3199" fmla="*/ 8362419 w 11237202"/>
              <a:gd name="connsiteY3199" fmla="*/ 1008193 h 2631356"/>
              <a:gd name="connsiteX3200" fmla="*/ 10251015 w 11237202"/>
              <a:gd name="connsiteY3200" fmla="*/ 1006577 h 2631356"/>
              <a:gd name="connsiteX3201" fmla="*/ 10253155 w 11237202"/>
              <a:gd name="connsiteY3201" fmla="*/ 1006782 h 2631356"/>
              <a:gd name="connsiteX3202" fmla="*/ 10253765 w 11237202"/>
              <a:gd name="connsiteY3202" fmla="*/ 1007307 h 2631356"/>
              <a:gd name="connsiteX3203" fmla="*/ 10251709 w 11237202"/>
              <a:gd name="connsiteY3203" fmla="*/ 1007102 h 2631356"/>
              <a:gd name="connsiteX3204" fmla="*/ 10251015 w 11237202"/>
              <a:gd name="connsiteY3204" fmla="*/ 1006577 h 2631356"/>
              <a:gd name="connsiteX3205" fmla="*/ 2223483 w 11237202"/>
              <a:gd name="connsiteY3205" fmla="*/ 1002349 h 2631356"/>
              <a:gd name="connsiteX3206" fmla="*/ 2235042 w 11237202"/>
              <a:gd name="connsiteY3206" fmla="*/ 1009312 h 2631356"/>
              <a:gd name="connsiteX3207" fmla="*/ 2186277 w 11237202"/>
              <a:gd name="connsiteY3207" fmla="*/ 1027366 h 2631356"/>
              <a:gd name="connsiteX3208" fmla="*/ 2143125 w 11237202"/>
              <a:gd name="connsiteY3208" fmla="*/ 1020664 h 2631356"/>
              <a:gd name="connsiteX3209" fmla="*/ 2192001 w 11237202"/>
              <a:gd name="connsiteY3209" fmla="*/ 1002770 h 2631356"/>
              <a:gd name="connsiteX3210" fmla="*/ 2223483 w 11237202"/>
              <a:gd name="connsiteY3210" fmla="*/ 1002349 h 2631356"/>
              <a:gd name="connsiteX3211" fmla="*/ 9304997 w 11237202"/>
              <a:gd name="connsiteY3211" fmla="*/ 997334 h 2631356"/>
              <a:gd name="connsiteX3212" fmla="*/ 9355371 w 11237202"/>
              <a:gd name="connsiteY3212" fmla="*/ 1007147 h 2631356"/>
              <a:gd name="connsiteX3213" fmla="*/ 9375266 w 11237202"/>
              <a:gd name="connsiteY3213" fmla="*/ 1032701 h 2631356"/>
              <a:gd name="connsiteX3214" fmla="*/ 9281042 w 11237202"/>
              <a:gd name="connsiteY3214" fmla="*/ 1023218 h 2631356"/>
              <a:gd name="connsiteX3215" fmla="*/ 9262563 w 11237202"/>
              <a:gd name="connsiteY3215" fmla="*/ 997914 h 2631356"/>
              <a:gd name="connsiteX3216" fmla="*/ 9304997 w 11237202"/>
              <a:gd name="connsiteY3216" fmla="*/ 997334 h 2631356"/>
              <a:gd name="connsiteX3217" fmla="*/ 1253816 w 11237202"/>
              <a:gd name="connsiteY3217" fmla="*/ 997140 h 2631356"/>
              <a:gd name="connsiteX3218" fmla="*/ 1255011 w 11237202"/>
              <a:gd name="connsiteY3218" fmla="*/ 997345 h 2631356"/>
              <a:gd name="connsiteX3219" fmla="*/ 1253400 w 11237202"/>
              <a:gd name="connsiteY3219" fmla="*/ 997869 h 2631356"/>
              <a:gd name="connsiteX3220" fmla="*/ 1252149 w 11237202"/>
              <a:gd name="connsiteY3220" fmla="*/ 997687 h 2631356"/>
              <a:gd name="connsiteX3221" fmla="*/ 1253816 w 11237202"/>
              <a:gd name="connsiteY3221" fmla="*/ 997140 h 2631356"/>
              <a:gd name="connsiteX3222" fmla="*/ 8544770 w 11237202"/>
              <a:gd name="connsiteY3222" fmla="*/ 996883 h 2631356"/>
              <a:gd name="connsiteX3223" fmla="*/ 8580377 w 11237202"/>
              <a:gd name="connsiteY3223" fmla="*/ 1004366 h 2631356"/>
              <a:gd name="connsiteX3224" fmla="*/ 8587961 w 11237202"/>
              <a:gd name="connsiteY3224" fmla="*/ 1023673 h 2631356"/>
              <a:gd name="connsiteX3225" fmla="*/ 8519385 w 11237202"/>
              <a:gd name="connsiteY3225" fmla="*/ 1016516 h 2631356"/>
              <a:gd name="connsiteX3226" fmla="*/ 8512327 w 11237202"/>
              <a:gd name="connsiteY3226" fmla="*/ 997299 h 2631356"/>
              <a:gd name="connsiteX3227" fmla="*/ 8544770 w 11237202"/>
              <a:gd name="connsiteY3227" fmla="*/ 996883 h 2631356"/>
              <a:gd name="connsiteX3228" fmla="*/ 2797115 w 11237202"/>
              <a:gd name="connsiteY3228" fmla="*/ 996188 h 2631356"/>
              <a:gd name="connsiteX3229" fmla="*/ 2804555 w 11237202"/>
              <a:gd name="connsiteY3229" fmla="*/ 1000035 h 2631356"/>
              <a:gd name="connsiteX3230" fmla="*/ 2780492 w 11237202"/>
              <a:gd name="connsiteY3230" fmla="*/ 1009883 h 2631356"/>
              <a:gd name="connsiteX3231" fmla="*/ 2755790 w 11237202"/>
              <a:gd name="connsiteY3231" fmla="*/ 1006236 h 2631356"/>
              <a:gd name="connsiteX3232" fmla="*/ 2779798 w 11237202"/>
              <a:gd name="connsiteY3232" fmla="*/ 996411 h 2631356"/>
              <a:gd name="connsiteX3233" fmla="*/ 2797115 w 11237202"/>
              <a:gd name="connsiteY3233" fmla="*/ 996188 h 2631356"/>
              <a:gd name="connsiteX3234" fmla="*/ 7777876 w 11237202"/>
              <a:gd name="connsiteY3234" fmla="*/ 994396 h 2631356"/>
              <a:gd name="connsiteX3235" fmla="*/ 7804076 w 11237202"/>
              <a:gd name="connsiteY3235" fmla="*/ 1000354 h 2631356"/>
              <a:gd name="connsiteX3236" fmla="*/ 7804298 w 11237202"/>
              <a:gd name="connsiteY3236" fmla="*/ 1015740 h 2631356"/>
              <a:gd name="connsiteX3237" fmla="*/ 7751698 w 11237202"/>
              <a:gd name="connsiteY3237" fmla="*/ 1010065 h 2631356"/>
              <a:gd name="connsiteX3238" fmla="*/ 7751782 w 11237202"/>
              <a:gd name="connsiteY3238" fmla="*/ 994746 h 2631356"/>
              <a:gd name="connsiteX3239" fmla="*/ 7777876 w 11237202"/>
              <a:gd name="connsiteY3239" fmla="*/ 994396 h 2631356"/>
              <a:gd name="connsiteX3240" fmla="*/ 9483178 w 11237202"/>
              <a:gd name="connsiteY3240" fmla="*/ 993692 h 2631356"/>
              <a:gd name="connsiteX3241" fmla="*/ 9508670 w 11237202"/>
              <a:gd name="connsiteY3241" fmla="*/ 998553 h 2631356"/>
              <a:gd name="connsiteX3242" fmla="*/ 9519478 w 11237202"/>
              <a:gd name="connsiteY3242" fmla="*/ 1011181 h 2631356"/>
              <a:gd name="connsiteX3243" fmla="*/ 9472379 w 11237202"/>
              <a:gd name="connsiteY3243" fmla="*/ 1006509 h 2631356"/>
              <a:gd name="connsiteX3244" fmla="*/ 9462043 w 11237202"/>
              <a:gd name="connsiteY3244" fmla="*/ 993994 h 2631356"/>
              <a:gd name="connsiteX3245" fmla="*/ 9483178 w 11237202"/>
              <a:gd name="connsiteY3245" fmla="*/ 993692 h 2631356"/>
              <a:gd name="connsiteX3246" fmla="*/ 9653770 w 11237202"/>
              <a:gd name="connsiteY3246" fmla="*/ 988341 h 2631356"/>
              <a:gd name="connsiteX3247" fmla="*/ 9663051 w 11237202"/>
              <a:gd name="connsiteY3247" fmla="*/ 989229 h 2631356"/>
              <a:gd name="connsiteX3248" fmla="*/ 9665329 w 11237202"/>
              <a:gd name="connsiteY3248" fmla="*/ 991669 h 2631356"/>
              <a:gd name="connsiteX3249" fmla="*/ 9656048 w 11237202"/>
              <a:gd name="connsiteY3249" fmla="*/ 990780 h 2631356"/>
              <a:gd name="connsiteX3250" fmla="*/ 9653770 w 11237202"/>
              <a:gd name="connsiteY3250" fmla="*/ 988341 h 2631356"/>
              <a:gd name="connsiteX3251" fmla="*/ 2049349 w 11237202"/>
              <a:gd name="connsiteY3251" fmla="*/ 986614 h 2631356"/>
              <a:gd name="connsiteX3252" fmla="*/ 2061655 w 11237202"/>
              <a:gd name="connsiteY3252" fmla="*/ 994427 h 2631356"/>
              <a:gd name="connsiteX3253" fmla="*/ 2004915 w 11237202"/>
              <a:gd name="connsiteY3253" fmla="*/ 1014693 h 2631356"/>
              <a:gd name="connsiteX3254" fmla="*/ 1956733 w 11237202"/>
              <a:gd name="connsiteY3254" fmla="*/ 1007170 h 2631356"/>
              <a:gd name="connsiteX3255" fmla="*/ 2013723 w 11237202"/>
              <a:gd name="connsiteY3255" fmla="*/ 987042 h 2631356"/>
              <a:gd name="connsiteX3256" fmla="*/ 2049349 w 11237202"/>
              <a:gd name="connsiteY3256" fmla="*/ 986614 h 2631356"/>
              <a:gd name="connsiteX3257" fmla="*/ 7191661 w 11237202"/>
              <a:gd name="connsiteY3257" fmla="*/ 985856 h 2631356"/>
              <a:gd name="connsiteX3258" fmla="*/ 7199719 w 11237202"/>
              <a:gd name="connsiteY3258" fmla="*/ 986767 h 2631356"/>
              <a:gd name="connsiteX3259" fmla="*/ 7199080 w 11237202"/>
              <a:gd name="connsiteY3259" fmla="*/ 989139 h 2631356"/>
              <a:gd name="connsiteX3260" fmla="*/ 7190967 w 11237202"/>
              <a:gd name="connsiteY3260" fmla="*/ 988272 h 2631356"/>
              <a:gd name="connsiteX3261" fmla="*/ 7191661 w 11237202"/>
              <a:gd name="connsiteY3261" fmla="*/ 985856 h 2631356"/>
              <a:gd name="connsiteX3262" fmla="*/ 8722768 w 11237202"/>
              <a:gd name="connsiteY3262" fmla="*/ 984819 h 2631356"/>
              <a:gd name="connsiteX3263" fmla="*/ 8758265 w 11237202"/>
              <a:gd name="connsiteY3263" fmla="*/ 992080 h 2631356"/>
              <a:gd name="connsiteX3264" fmla="*/ 8767545 w 11237202"/>
              <a:gd name="connsiteY3264" fmla="*/ 1010908 h 2631356"/>
              <a:gd name="connsiteX3265" fmla="*/ 8699581 w 11237202"/>
              <a:gd name="connsiteY3265" fmla="*/ 1003933 h 2631356"/>
              <a:gd name="connsiteX3266" fmla="*/ 8691023 w 11237202"/>
              <a:gd name="connsiteY3266" fmla="*/ 985218 h 2631356"/>
              <a:gd name="connsiteX3267" fmla="*/ 8722768 w 11237202"/>
              <a:gd name="connsiteY3267" fmla="*/ 984819 h 2631356"/>
              <a:gd name="connsiteX3268" fmla="*/ 1088792 w 11237202"/>
              <a:gd name="connsiteY3268" fmla="*/ 982733 h 2631356"/>
              <a:gd name="connsiteX3269" fmla="*/ 1090069 w 11237202"/>
              <a:gd name="connsiteY3269" fmla="*/ 982915 h 2631356"/>
              <a:gd name="connsiteX3270" fmla="*/ 1088319 w 11237202"/>
              <a:gd name="connsiteY3270" fmla="*/ 983486 h 2631356"/>
              <a:gd name="connsiteX3271" fmla="*/ 1087013 w 11237202"/>
              <a:gd name="connsiteY3271" fmla="*/ 983257 h 2631356"/>
              <a:gd name="connsiteX3272" fmla="*/ 1088792 w 11237202"/>
              <a:gd name="connsiteY3272" fmla="*/ 982733 h 2631356"/>
              <a:gd name="connsiteX3273" fmla="*/ 7964251 w 11237202"/>
              <a:gd name="connsiteY3273" fmla="*/ 980029 h 2631356"/>
              <a:gd name="connsiteX3274" fmla="*/ 7996942 w 11237202"/>
              <a:gd name="connsiteY3274" fmla="*/ 987270 h 2631356"/>
              <a:gd name="connsiteX3275" fmla="*/ 7999056 w 11237202"/>
              <a:gd name="connsiteY3275" fmla="*/ 1005984 h 2631356"/>
              <a:gd name="connsiteX3276" fmla="*/ 7933922 w 11237202"/>
              <a:gd name="connsiteY3276" fmla="*/ 999031 h 2631356"/>
              <a:gd name="connsiteX3277" fmla="*/ 7932477 w 11237202"/>
              <a:gd name="connsiteY3277" fmla="*/ 980431 h 2631356"/>
              <a:gd name="connsiteX3278" fmla="*/ 7964251 w 11237202"/>
              <a:gd name="connsiteY3278" fmla="*/ 980029 h 2631356"/>
              <a:gd name="connsiteX3279" fmla="*/ 2618135 w 11237202"/>
              <a:gd name="connsiteY3279" fmla="*/ 979560 h 2631356"/>
              <a:gd name="connsiteX3280" fmla="*/ 2628306 w 11237202"/>
              <a:gd name="connsiteY3280" fmla="*/ 985013 h 2631356"/>
              <a:gd name="connsiteX3281" fmla="*/ 2592738 w 11237202"/>
              <a:gd name="connsiteY3281" fmla="*/ 999055 h 2631356"/>
              <a:gd name="connsiteX3282" fmla="*/ 2557505 w 11237202"/>
              <a:gd name="connsiteY3282" fmla="*/ 993857 h 2631356"/>
              <a:gd name="connsiteX3283" fmla="*/ 2593211 w 11237202"/>
              <a:gd name="connsiteY3283" fmla="*/ 979884 h 2631356"/>
              <a:gd name="connsiteX3284" fmla="*/ 2618135 w 11237202"/>
              <a:gd name="connsiteY3284" fmla="*/ 979560 h 2631356"/>
              <a:gd name="connsiteX3285" fmla="*/ 9824075 w 11237202"/>
              <a:gd name="connsiteY3285" fmla="*/ 977217 h 2631356"/>
              <a:gd name="connsiteX3286" fmla="*/ 9826104 w 11237202"/>
              <a:gd name="connsiteY3286" fmla="*/ 977400 h 2631356"/>
              <a:gd name="connsiteX3287" fmla="*/ 9826713 w 11237202"/>
              <a:gd name="connsiteY3287" fmla="*/ 977946 h 2631356"/>
              <a:gd name="connsiteX3288" fmla="*/ 9824686 w 11237202"/>
              <a:gd name="connsiteY3288" fmla="*/ 977742 h 2631356"/>
              <a:gd name="connsiteX3289" fmla="*/ 9824075 w 11237202"/>
              <a:gd name="connsiteY3289" fmla="*/ 977217 h 2631356"/>
              <a:gd name="connsiteX3290" fmla="*/ 3175701 w 11237202"/>
              <a:gd name="connsiteY3290" fmla="*/ 976054 h 2631356"/>
              <a:gd name="connsiteX3291" fmla="*/ 3181869 w 11237202"/>
              <a:gd name="connsiteY3291" fmla="*/ 976920 h 2631356"/>
              <a:gd name="connsiteX3292" fmla="*/ 3176562 w 11237202"/>
              <a:gd name="connsiteY3292" fmla="*/ 979314 h 2631356"/>
              <a:gd name="connsiteX3293" fmla="*/ 3170282 w 11237202"/>
              <a:gd name="connsiteY3293" fmla="*/ 978448 h 2631356"/>
              <a:gd name="connsiteX3294" fmla="*/ 3175701 w 11237202"/>
              <a:gd name="connsiteY3294" fmla="*/ 976054 h 2631356"/>
              <a:gd name="connsiteX3295" fmla="*/ 1867448 w 11237202"/>
              <a:gd name="connsiteY3295" fmla="*/ 975408 h 2631356"/>
              <a:gd name="connsiteX3296" fmla="*/ 1876624 w 11237202"/>
              <a:gd name="connsiteY3296" fmla="*/ 981571 h 2631356"/>
              <a:gd name="connsiteX3297" fmla="*/ 1830304 w 11237202"/>
              <a:gd name="connsiteY3297" fmla="*/ 997459 h 2631356"/>
              <a:gd name="connsiteX3298" fmla="*/ 1792764 w 11237202"/>
              <a:gd name="connsiteY3298" fmla="*/ 991578 h 2631356"/>
              <a:gd name="connsiteX3299" fmla="*/ 1839224 w 11237202"/>
              <a:gd name="connsiteY3299" fmla="*/ 975758 h 2631356"/>
              <a:gd name="connsiteX3300" fmla="*/ 1867448 w 11237202"/>
              <a:gd name="connsiteY3300" fmla="*/ 975408 h 2631356"/>
              <a:gd name="connsiteX3301" fmla="*/ 8897797 w 11237202"/>
              <a:gd name="connsiteY3301" fmla="*/ 973920 h 2631356"/>
              <a:gd name="connsiteX3302" fmla="*/ 8930070 w 11237202"/>
              <a:gd name="connsiteY3302" fmla="*/ 980385 h 2631356"/>
              <a:gd name="connsiteX3303" fmla="*/ 8939657 w 11237202"/>
              <a:gd name="connsiteY3303" fmla="*/ 997094 h 2631356"/>
              <a:gd name="connsiteX3304" fmla="*/ 8878525 w 11237202"/>
              <a:gd name="connsiteY3304" fmla="*/ 990917 h 2631356"/>
              <a:gd name="connsiteX3305" fmla="*/ 8869358 w 11237202"/>
              <a:gd name="connsiteY3305" fmla="*/ 974276 h 2631356"/>
              <a:gd name="connsiteX3306" fmla="*/ 8897797 w 11237202"/>
              <a:gd name="connsiteY3306" fmla="*/ 973920 h 2631356"/>
              <a:gd name="connsiteX3307" fmla="*/ 7378581 w 11237202"/>
              <a:gd name="connsiteY3307" fmla="*/ 971792 h 2631356"/>
              <a:gd name="connsiteX3308" fmla="*/ 7399393 w 11237202"/>
              <a:gd name="connsiteY3308" fmla="*/ 974049 h 2631356"/>
              <a:gd name="connsiteX3309" fmla="*/ 7398254 w 11237202"/>
              <a:gd name="connsiteY3309" fmla="*/ 980203 h 2631356"/>
              <a:gd name="connsiteX3310" fmla="*/ 7377387 w 11237202"/>
              <a:gd name="connsiteY3310" fmla="*/ 977901 h 2631356"/>
              <a:gd name="connsiteX3311" fmla="*/ 7378581 w 11237202"/>
              <a:gd name="connsiteY3311" fmla="*/ 971792 h 2631356"/>
              <a:gd name="connsiteX3312" fmla="*/ 8145884 w 11237202"/>
              <a:gd name="connsiteY3312" fmla="*/ 967917 h 2631356"/>
              <a:gd name="connsiteX3313" fmla="*/ 8179554 w 11237202"/>
              <a:gd name="connsiteY3313" fmla="*/ 975166 h 2631356"/>
              <a:gd name="connsiteX3314" fmla="*/ 8183335 w 11237202"/>
              <a:gd name="connsiteY3314" fmla="*/ 993926 h 2631356"/>
              <a:gd name="connsiteX3315" fmla="*/ 8117009 w 11237202"/>
              <a:gd name="connsiteY3315" fmla="*/ 986996 h 2631356"/>
              <a:gd name="connsiteX3316" fmla="*/ 8113840 w 11237202"/>
              <a:gd name="connsiteY3316" fmla="*/ 968327 h 2631356"/>
              <a:gd name="connsiteX3317" fmla="*/ 8145884 w 11237202"/>
              <a:gd name="connsiteY3317" fmla="*/ 967917 h 2631356"/>
              <a:gd name="connsiteX3318" fmla="*/ 9986902 w 11237202"/>
              <a:gd name="connsiteY3318" fmla="*/ 964907 h 2631356"/>
              <a:gd name="connsiteX3319" fmla="*/ 9988960 w 11237202"/>
              <a:gd name="connsiteY3319" fmla="*/ 965090 h 2631356"/>
              <a:gd name="connsiteX3320" fmla="*/ 9989544 w 11237202"/>
              <a:gd name="connsiteY3320" fmla="*/ 965614 h 2631356"/>
              <a:gd name="connsiteX3321" fmla="*/ 9987486 w 11237202"/>
              <a:gd name="connsiteY3321" fmla="*/ 965409 h 2631356"/>
              <a:gd name="connsiteX3322" fmla="*/ 9986902 w 11237202"/>
              <a:gd name="connsiteY3322" fmla="*/ 964907 h 2631356"/>
              <a:gd name="connsiteX3323" fmla="*/ 2441358 w 11237202"/>
              <a:gd name="connsiteY3323" fmla="*/ 964558 h 2631356"/>
              <a:gd name="connsiteX3324" fmla="*/ 2452250 w 11237202"/>
              <a:gd name="connsiteY3324" fmla="*/ 970652 h 2631356"/>
              <a:gd name="connsiteX3325" fmla="*/ 2410737 w 11237202"/>
              <a:gd name="connsiteY3325" fmla="*/ 986381 h 2631356"/>
              <a:gd name="connsiteX3326" fmla="*/ 2371614 w 11237202"/>
              <a:gd name="connsiteY3326" fmla="*/ 980545 h 2631356"/>
              <a:gd name="connsiteX3327" fmla="*/ 2413377 w 11237202"/>
              <a:gd name="connsiteY3327" fmla="*/ 964907 h 2631356"/>
              <a:gd name="connsiteX3328" fmla="*/ 2441358 w 11237202"/>
              <a:gd name="connsiteY3328" fmla="*/ 964558 h 2631356"/>
              <a:gd name="connsiteX3329" fmla="*/ 1698259 w 11237202"/>
              <a:gd name="connsiteY3329" fmla="*/ 961409 h 2631356"/>
              <a:gd name="connsiteX3330" fmla="*/ 1706876 w 11237202"/>
              <a:gd name="connsiteY3330" fmla="*/ 967483 h 2631356"/>
              <a:gd name="connsiteX3331" fmla="*/ 1659556 w 11237202"/>
              <a:gd name="connsiteY3331" fmla="*/ 983166 h 2631356"/>
              <a:gd name="connsiteX3332" fmla="*/ 1622711 w 11237202"/>
              <a:gd name="connsiteY3332" fmla="*/ 977377 h 2631356"/>
              <a:gd name="connsiteX3333" fmla="*/ 1670197 w 11237202"/>
              <a:gd name="connsiteY3333" fmla="*/ 961761 h 2631356"/>
              <a:gd name="connsiteX3334" fmla="*/ 1698259 w 11237202"/>
              <a:gd name="connsiteY3334" fmla="*/ 961409 h 2631356"/>
              <a:gd name="connsiteX3335" fmla="*/ 2986196 w 11237202"/>
              <a:gd name="connsiteY3335" fmla="*/ 959254 h 2631356"/>
              <a:gd name="connsiteX3336" fmla="*/ 3006036 w 11237202"/>
              <a:gd name="connsiteY3336" fmla="*/ 962035 h 2631356"/>
              <a:gd name="connsiteX3337" fmla="*/ 2987947 w 11237202"/>
              <a:gd name="connsiteY3337" fmla="*/ 969718 h 2631356"/>
              <a:gd name="connsiteX3338" fmla="*/ 2968024 w 11237202"/>
              <a:gd name="connsiteY3338" fmla="*/ 966890 h 2631356"/>
              <a:gd name="connsiteX3339" fmla="*/ 2986196 w 11237202"/>
              <a:gd name="connsiteY3339" fmla="*/ 959254 h 2631356"/>
              <a:gd name="connsiteX3340" fmla="*/ 9066655 w 11237202"/>
              <a:gd name="connsiteY3340" fmla="*/ 958821 h 2631356"/>
              <a:gd name="connsiteX3341" fmla="*/ 9107711 w 11237202"/>
              <a:gd name="connsiteY3341" fmla="*/ 966844 h 2631356"/>
              <a:gd name="connsiteX3342" fmla="*/ 9121436 w 11237202"/>
              <a:gd name="connsiteY3342" fmla="*/ 987611 h 2631356"/>
              <a:gd name="connsiteX3343" fmla="*/ 9044467 w 11237202"/>
              <a:gd name="connsiteY3343" fmla="*/ 979906 h 2631356"/>
              <a:gd name="connsiteX3344" fmla="*/ 9031268 w 11237202"/>
              <a:gd name="connsiteY3344" fmla="*/ 959277 h 2631356"/>
              <a:gd name="connsiteX3345" fmla="*/ 9066655 w 11237202"/>
              <a:gd name="connsiteY3345" fmla="*/ 958821 h 2631356"/>
              <a:gd name="connsiteX3346" fmla="*/ 7557722 w 11237202"/>
              <a:gd name="connsiteY3346" fmla="*/ 956929 h 2631356"/>
              <a:gd name="connsiteX3347" fmla="*/ 7594817 w 11237202"/>
              <a:gd name="connsiteY3347" fmla="*/ 960873 h 2631356"/>
              <a:gd name="connsiteX3348" fmla="*/ 7593816 w 11237202"/>
              <a:gd name="connsiteY3348" fmla="*/ 971701 h 2631356"/>
              <a:gd name="connsiteX3349" fmla="*/ 7556526 w 11237202"/>
              <a:gd name="connsiteY3349" fmla="*/ 967688 h 2631356"/>
              <a:gd name="connsiteX3350" fmla="*/ 7557722 w 11237202"/>
              <a:gd name="connsiteY3350" fmla="*/ 956929 h 2631356"/>
              <a:gd name="connsiteX3351" fmla="*/ 1500255 w 11237202"/>
              <a:gd name="connsiteY3351" fmla="*/ 956565 h 2631356"/>
              <a:gd name="connsiteX3352" fmla="*/ 1506396 w 11237202"/>
              <a:gd name="connsiteY3352" fmla="*/ 957522 h 2631356"/>
              <a:gd name="connsiteX3353" fmla="*/ 1498143 w 11237202"/>
              <a:gd name="connsiteY3353" fmla="*/ 960143 h 2631356"/>
              <a:gd name="connsiteX3354" fmla="*/ 1492086 w 11237202"/>
              <a:gd name="connsiteY3354" fmla="*/ 959186 h 2631356"/>
              <a:gd name="connsiteX3355" fmla="*/ 1500255 w 11237202"/>
              <a:gd name="connsiteY3355" fmla="*/ 956565 h 2631356"/>
              <a:gd name="connsiteX3356" fmla="*/ 8323371 w 11237202"/>
              <a:gd name="connsiteY3356" fmla="*/ 955630 h 2631356"/>
              <a:gd name="connsiteX3357" fmla="*/ 8358363 w 11237202"/>
              <a:gd name="connsiteY3357" fmla="*/ 963015 h 2631356"/>
              <a:gd name="connsiteX3358" fmla="*/ 8364030 w 11237202"/>
              <a:gd name="connsiteY3358" fmla="*/ 982072 h 2631356"/>
              <a:gd name="connsiteX3359" fmla="*/ 8295675 w 11237202"/>
              <a:gd name="connsiteY3359" fmla="*/ 974983 h 2631356"/>
              <a:gd name="connsiteX3360" fmla="*/ 8290591 w 11237202"/>
              <a:gd name="connsiteY3360" fmla="*/ 956040 h 2631356"/>
              <a:gd name="connsiteX3361" fmla="*/ 8323371 w 11237202"/>
              <a:gd name="connsiteY3361" fmla="*/ 955630 h 2631356"/>
              <a:gd name="connsiteX3362" fmla="*/ 2272287 w 11237202"/>
              <a:gd name="connsiteY3362" fmla="*/ 948823 h 2631356"/>
              <a:gd name="connsiteX3363" fmla="*/ 2284558 w 11237202"/>
              <a:gd name="connsiteY3363" fmla="*/ 955971 h 2631356"/>
              <a:gd name="connsiteX3364" fmla="*/ 2234014 w 11237202"/>
              <a:gd name="connsiteY3364" fmla="*/ 974390 h 2631356"/>
              <a:gd name="connsiteX3365" fmla="*/ 2188500 w 11237202"/>
              <a:gd name="connsiteY3365" fmla="*/ 967574 h 2631356"/>
              <a:gd name="connsiteX3366" fmla="*/ 2239321 w 11237202"/>
              <a:gd name="connsiteY3366" fmla="*/ 949247 h 2631356"/>
              <a:gd name="connsiteX3367" fmla="*/ 2272287 w 11237202"/>
              <a:gd name="connsiteY3367" fmla="*/ 948823 h 2631356"/>
              <a:gd name="connsiteX3368" fmla="*/ 9232211 w 11237202"/>
              <a:gd name="connsiteY3368" fmla="*/ 944232 h 2631356"/>
              <a:gd name="connsiteX3369" fmla="*/ 9280929 w 11237202"/>
              <a:gd name="connsiteY3369" fmla="*/ 953555 h 2631356"/>
              <a:gd name="connsiteX3370" fmla="*/ 9299326 w 11237202"/>
              <a:gd name="connsiteY3370" fmla="*/ 977787 h 2631356"/>
              <a:gd name="connsiteX3371" fmla="*/ 9208019 w 11237202"/>
              <a:gd name="connsiteY3371" fmla="*/ 968760 h 2631356"/>
              <a:gd name="connsiteX3372" fmla="*/ 9190847 w 11237202"/>
              <a:gd name="connsiteY3372" fmla="*/ 944756 h 2631356"/>
              <a:gd name="connsiteX3373" fmla="*/ 9232211 w 11237202"/>
              <a:gd name="connsiteY3373" fmla="*/ 944232 h 2631356"/>
              <a:gd name="connsiteX3374" fmla="*/ 1337732 w 11237202"/>
              <a:gd name="connsiteY3374" fmla="*/ 944049 h 2631356"/>
              <a:gd name="connsiteX3375" fmla="*/ 1339010 w 11237202"/>
              <a:gd name="connsiteY3375" fmla="*/ 944254 h 2631356"/>
              <a:gd name="connsiteX3376" fmla="*/ 1337231 w 11237202"/>
              <a:gd name="connsiteY3376" fmla="*/ 944756 h 2631356"/>
              <a:gd name="connsiteX3377" fmla="*/ 1336008 w 11237202"/>
              <a:gd name="connsiteY3377" fmla="*/ 944597 h 2631356"/>
              <a:gd name="connsiteX3378" fmla="*/ 1337732 w 11237202"/>
              <a:gd name="connsiteY3378" fmla="*/ 944049 h 2631356"/>
              <a:gd name="connsiteX3379" fmla="*/ 2823634 w 11237202"/>
              <a:gd name="connsiteY3379" fmla="*/ 943543 h 2631356"/>
              <a:gd name="connsiteX3380" fmla="*/ 2832008 w 11237202"/>
              <a:gd name="connsiteY3380" fmla="*/ 947652 h 2631356"/>
              <a:gd name="connsiteX3381" fmla="*/ 2805444 w 11237202"/>
              <a:gd name="connsiteY3381" fmla="*/ 958365 h 2631356"/>
              <a:gd name="connsiteX3382" fmla="*/ 2777935 w 11237202"/>
              <a:gd name="connsiteY3382" fmla="*/ 954399 h 2631356"/>
              <a:gd name="connsiteX3383" fmla="*/ 2804443 w 11237202"/>
              <a:gd name="connsiteY3383" fmla="*/ 943777 h 2631356"/>
              <a:gd name="connsiteX3384" fmla="*/ 2823634 w 11237202"/>
              <a:gd name="connsiteY3384" fmla="*/ 943543 h 2631356"/>
              <a:gd name="connsiteX3385" fmla="*/ 8496791 w 11237202"/>
              <a:gd name="connsiteY3385" fmla="*/ 943175 h 2631356"/>
              <a:gd name="connsiteX3386" fmla="*/ 8533668 w 11237202"/>
              <a:gd name="connsiteY3386" fmla="*/ 950752 h 2631356"/>
              <a:gd name="connsiteX3387" fmla="*/ 8541281 w 11237202"/>
              <a:gd name="connsiteY3387" fmla="*/ 970424 h 2631356"/>
              <a:gd name="connsiteX3388" fmla="*/ 8469759 w 11237202"/>
              <a:gd name="connsiteY3388" fmla="*/ 963130 h 2631356"/>
              <a:gd name="connsiteX3389" fmla="*/ 8462979 w 11237202"/>
              <a:gd name="connsiteY3389" fmla="*/ 943617 h 2631356"/>
              <a:gd name="connsiteX3390" fmla="*/ 8496791 w 11237202"/>
              <a:gd name="connsiteY3390" fmla="*/ 943175 h 2631356"/>
              <a:gd name="connsiteX3391" fmla="*/ 7758263 w 11237202"/>
              <a:gd name="connsiteY3391" fmla="*/ 941010 h 2631356"/>
              <a:gd name="connsiteX3392" fmla="*/ 7786822 w 11237202"/>
              <a:gd name="connsiteY3392" fmla="*/ 947355 h 2631356"/>
              <a:gd name="connsiteX3393" fmla="*/ 7786988 w 11237202"/>
              <a:gd name="connsiteY3393" fmla="*/ 963790 h 2631356"/>
              <a:gd name="connsiteX3394" fmla="*/ 7729359 w 11237202"/>
              <a:gd name="connsiteY3394" fmla="*/ 957681 h 2631356"/>
              <a:gd name="connsiteX3395" fmla="*/ 7729664 w 11237202"/>
              <a:gd name="connsiteY3395" fmla="*/ 941383 h 2631356"/>
              <a:gd name="connsiteX3396" fmla="*/ 7758263 w 11237202"/>
              <a:gd name="connsiteY3396" fmla="*/ 941010 h 2631356"/>
              <a:gd name="connsiteX3397" fmla="*/ 9398694 w 11237202"/>
              <a:gd name="connsiteY3397" fmla="*/ 935223 h 2631356"/>
              <a:gd name="connsiteX3398" fmla="*/ 9439342 w 11237202"/>
              <a:gd name="connsiteY3398" fmla="*/ 942819 h 2631356"/>
              <a:gd name="connsiteX3399" fmla="*/ 9456014 w 11237202"/>
              <a:gd name="connsiteY3399" fmla="*/ 962628 h 2631356"/>
              <a:gd name="connsiteX3400" fmla="*/ 9380490 w 11237202"/>
              <a:gd name="connsiteY3400" fmla="*/ 955243 h 2631356"/>
              <a:gd name="connsiteX3401" fmla="*/ 9364652 w 11237202"/>
              <a:gd name="connsiteY3401" fmla="*/ 935661 h 2631356"/>
              <a:gd name="connsiteX3402" fmla="*/ 9398694 w 11237202"/>
              <a:gd name="connsiteY3402" fmla="*/ 935223 h 2631356"/>
              <a:gd name="connsiteX3403" fmla="*/ 7193272 w 11237202"/>
              <a:gd name="connsiteY3403" fmla="*/ 934681 h 2631356"/>
              <a:gd name="connsiteX3404" fmla="*/ 7201164 w 11237202"/>
              <a:gd name="connsiteY3404" fmla="*/ 935524 h 2631356"/>
              <a:gd name="connsiteX3405" fmla="*/ 7200497 w 11237202"/>
              <a:gd name="connsiteY3405" fmla="*/ 937827 h 2631356"/>
              <a:gd name="connsiteX3406" fmla="*/ 7192550 w 11237202"/>
              <a:gd name="connsiteY3406" fmla="*/ 936983 h 2631356"/>
              <a:gd name="connsiteX3407" fmla="*/ 7193272 w 11237202"/>
              <a:gd name="connsiteY3407" fmla="*/ 934681 h 2631356"/>
              <a:gd name="connsiteX3408" fmla="*/ 2106301 w 11237202"/>
              <a:gd name="connsiteY3408" fmla="*/ 933935 h 2631356"/>
              <a:gd name="connsiteX3409" fmla="*/ 2118978 w 11237202"/>
              <a:gd name="connsiteY3409" fmla="*/ 941657 h 2631356"/>
              <a:gd name="connsiteX3410" fmla="*/ 2062015 w 11237202"/>
              <a:gd name="connsiteY3410" fmla="*/ 961648 h 2631356"/>
              <a:gd name="connsiteX3411" fmla="*/ 2013056 w 11237202"/>
              <a:gd name="connsiteY3411" fmla="*/ 954240 h 2631356"/>
              <a:gd name="connsiteX3412" fmla="*/ 2070241 w 11237202"/>
              <a:gd name="connsiteY3412" fmla="*/ 934385 h 2631356"/>
              <a:gd name="connsiteX3413" fmla="*/ 2106301 w 11237202"/>
              <a:gd name="connsiteY3413" fmla="*/ 933935 h 2631356"/>
              <a:gd name="connsiteX3414" fmla="*/ 9560963 w 11237202"/>
              <a:gd name="connsiteY3414" fmla="*/ 933724 h 2631356"/>
              <a:gd name="connsiteX3415" fmla="*/ 9579720 w 11237202"/>
              <a:gd name="connsiteY3415" fmla="*/ 935524 h 2631356"/>
              <a:gd name="connsiteX3416" fmla="*/ 9584167 w 11237202"/>
              <a:gd name="connsiteY3416" fmla="*/ 940402 h 2631356"/>
              <a:gd name="connsiteX3417" fmla="*/ 9565409 w 11237202"/>
              <a:gd name="connsiteY3417" fmla="*/ 938579 h 2631356"/>
              <a:gd name="connsiteX3418" fmla="*/ 9560963 w 11237202"/>
              <a:gd name="connsiteY3418" fmla="*/ 933724 h 2631356"/>
              <a:gd name="connsiteX3419" fmla="*/ 8667230 w 11237202"/>
              <a:gd name="connsiteY3419" fmla="*/ 932091 h 2631356"/>
              <a:gd name="connsiteX3420" fmla="*/ 8702497 w 11237202"/>
              <a:gd name="connsiteY3420" fmla="*/ 939195 h 2631356"/>
              <a:gd name="connsiteX3421" fmla="*/ 8711223 w 11237202"/>
              <a:gd name="connsiteY3421" fmla="*/ 957590 h 2631356"/>
              <a:gd name="connsiteX3422" fmla="*/ 8643451 w 11237202"/>
              <a:gd name="connsiteY3422" fmla="*/ 950752 h 2631356"/>
              <a:gd name="connsiteX3423" fmla="*/ 8635421 w 11237202"/>
              <a:gd name="connsiteY3423" fmla="*/ 932493 h 2631356"/>
              <a:gd name="connsiteX3424" fmla="*/ 8667230 w 11237202"/>
              <a:gd name="connsiteY3424" fmla="*/ 932091 h 2631356"/>
              <a:gd name="connsiteX3425" fmla="*/ 1179793 w 11237202"/>
              <a:gd name="connsiteY3425" fmla="*/ 930258 h 2631356"/>
              <a:gd name="connsiteX3426" fmla="*/ 1180905 w 11237202"/>
              <a:gd name="connsiteY3426" fmla="*/ 930441 h 2631356"/>
              <a:gd name="connsiteX3427" fmla="*/ 1179154 w 11237202"/>
              <a:gd name="connsiteY3427" fmla="*/ 930920 h 2631356"/>
              <a:gd name="connsiteX3428" fmla="*/ 1178042 w 11237202"/>
              <a:gd name="connsiteY3428" fmla="*/ 930760 h 2631356"/>
              <a:gd name="connsiteX3429" fmla="*/ 1179793 w 11237202"/>
              <a:gd name="connsiteY3429" fmla="*/ 930258 h 2631356"/>
              <a:gd name="connsiteX3430" fmla="*/ 2653216 w 11237202"/>
              <a:gd name="connsiteY3430" fmla="*/ 928148 h 2631356"/>
              <a:gd name="connsiteX3431" fmla="*/ 2663233 w 11237202"/>
              <a:gd name="connsiteY3431" fmla="*/ 933313 h 2631356"/>
              <a:gd name="connsiteX3432" fmla="*/ 2628694 w 11237202"/>
              <a:gd name="connsiteY3432" fmla="*/ 946672 h 2631356"/>
              <a:gd name="connsiteX3433" fmla="*/ 2594350 w 11237202"/>
              <a:gd name="connsiteY3433" fmla="*/ 941748 h 2631356"/>
              <a:gd name="connsiteX3434" fmla="*/ 2629028 w 11237202"/>
              <a:gd name="connsiteY3434" fmla="*/ 928435 h 2631356"/>
              <a:gd name="connsiteX3435" fmla="*/ 2653216 w 11237202"/>
              <a:gd name="connsiteY3435" fmla="*/ 928148 h 2631356"/>
              <a:gd name="connsiteX3436" fmla="*/ 7935183 w 11237202"/>
              <a:gd name="connsiteY3436" fmla="*/ 927769 h 2631356"/>
              <a:gd name="connsiteX3437" fmla="*/ 7968266 w 11237202"/>
              <a:gd name="connsiteY3437" fmla="*/ 934931 h 2631356"/>
              <a:gd name="connsiteX3438" fmla="*/ 7970212 w 11237202"/>
              <a:gd name="connsiteY3438" fmla="*/ 953509 h 2631356"/>
              <a:gd name="connsiteX3439" fmla="*/ 7904024 w 11237202"/>
              <a:gd name="connsiteY3439" fmla="*/ 946602 h 2631356"/>
              <a:gd name="connsiteX3440" fmla="*/ 7902828 w 11237202"/>
              <a:gd name="connsiteY3440" fmla="*/ 928162 h 2631356"/>
              <a:gd name="connsiteX3441" fmla="*/ 7935183 w 11237202"/>
              <a:gd name="connsiteY3441" fmla="*/ 927769 h 2631356"/>
              <a:gd name="connsiteX3442" fmla="*/ 3187926 w 11237202"/>
              <a:gd name="connsiteY3442" fmla="*/ 924970 h 2631356"/>
              <a:gd name="connsiteX3443" fmla="*/ 3196095 w 11237202"/>
              <a:gd name="connsiteY3443" fmla="*/ 926111 h 2631356"/>
              <a:gd name="connsiteX3444" fmla="*/ 3189038 w 11237202"/>
              <a:gd name="connsiteY3444" fmla="*/ 929142 h 2631356"/>
              <a:gd name="connsiteX3445" fmla="*/ 3180785 w 11237202"/>
              <a:gd name="connsiteY3445" fmla="*/ 928048 h 2631356"/>
              <a:gd name="connsiteX3446" fmla="*/ 3187926 w 11237202"/>
              <a:gd name="connsiteY3446" fmla="*/ 924970 h 2631356"/>
              <a:gd name="connsiteX3447" fmla="*/ 9729906 w 11237202"/>
              <a:gd name="connsiteY3447" fmla="*/ 924469 h 2631356"/>
              <a:gd name="connsiteX3448" fmla="*/ 9733795 w 11237202"/>
              <a:gd name="connsiteY3448" fmla="*/ 924856 h 2631356"/>
              <a:gd name="connsiteX3449" fmla="*/ 9734851 w 11237202"/>
              <a:gd name="connsiteY3449" fmla="*/ 925882 h 2631356"/>
              <a:gd name="connsiteX3450" fmla="*/ 9730906 w 11237202"/>
              <a:gd name="connsiteY3450" fmla="*/ 925495 h 2631356"/>
              <a:gd name="connsiteX3451" fmla="*/ 9729906 w 11237202"/>
              <a:gd name="connsiteY3451" fmla="*/ 924469 h 2631356"/>
              <a:gd name="connsiteX3452" fmla="*/ 7372274 w 11237202"/>
              <a:gd name="connsiteY3452" fmla="*/ 922030 h 2631356"/>
              <a:gd name="connsiteX3453" fmla="*/ 7386195 w 11237202"/>
              <a:gd name="connsiteY3453" fmla="*/ 923511 h 2631356"/>
              <a:gd name="connsiteX3454" fmla="*/ 7385528 w 11237202"/>
              <a:gd name="connsiteY3454" fmla="*/ 927569 h 2631356"/>
              <a:gd name="connsiteX3455" fmla="*/ 7371413 w 11237202"/>
              <a:gd name="connsiteY3455" fmla="*/ 926065 h 2631356"/>
              <a:gd name="connsiteX3456" fmla="*/ 7372274 w 11237202"/>
              <a:gd name="connsiteY3456" fmla="*/ 922030 h 2631356"/>
              <a:gd name="connsiteX3457" fmla="*/ 8834012 w 11237202"/>
              <a:gd name="connsiteY3457" fmla="*/ 920155 h 2631356"/>
              <a:gd name="connsiteX3458" fmla="*/ 8870191 w 11237202"/>
              <a:gd name="connsiteY3458" fmla="*/ 927296 h 2631356"/>
              <a:gd name="connsiteX3459" fmla="*/ 8880470 w 11237202"/>
              <a:gd name="connsiteY3459" fmla="*/ 945691 h 2631356"/>
              <a:gd name="connsiteX3460" fmla="*/ 8811643 w 11237202"/>
              <a:gd name="connsiteY3460" fmla="*/ 938875 h 2631356"/>
              <a:gd name="connsiteX3461" fmla="*/ 8801917 w 11237202"/>
              <a:gd name="connsiteY3461" fmla="*/ 920571 h 2631356"/>
              <a:gd name="connsiteX3462" fmla="*/ 8834012 w 11237202"/>
              <a:gd name="connsiteY3462" fmla="*/ 920155 h 2631356"/>
              <a:gd name="connsiteX3463" fmla="*/ 1943715 w 11237202"/>
              <a:gd name="connsiteY3463" fmla="*/ 919502 h 2631356"/>
              <a:gd name="connsiteX3464" fmla="*/ 1956538 w 11237202"/>
              <a:gd name="connsiteY3464" fmla="*/ 927614 h 2631356"/>
              <a:gd name="connsiteX3465" fmla="*/ 1894547 w 11237202"/>
              <a:gd name="connsiteY3465" fmla="*/ 948631 h 2631356"/>
              <a:gd name="connsiteX3466" fmla="*/ 1843253 w 11237202"/>
              <a:gd name="connsiteY3466" fmla="*/ 940812 h 2631356"/>
              <a:gd name="connsiteX3467" fmla="*/ 1905550 w 11237202"/>
              <a:gd name="connsiteY3467" fmla="*/ 919955 h 2631356"/>
              <a:gd name="connsiteX3468" fmla="*/ 1943715 w 11237202"/>
              <a:gd name="connsiteY3468" fmla="*/ 919502 h 2631356"/>
              <a:gd name="connsiteX3469" fmla="*/ 8108159 w 11237202"/>
              <a:gd name="connsiteY3469" fmla="*/ 916528 h 2631356"/>
              <a:gd name="connsiteX3470" fmla="*/ 8140793 w 11237202"/>
              <a:gd name="connsiteY3470" fmla="*/ 923397 h 2631356"/>
              <a:gd name="connsiteX3471" fmla="*/ 8144211 w 11237202"/>
              <a:gd name="connsiteY3471" fmla="*/ 941224 h 2631356"/>
              <a:gd name="connsiteX3472" fmla="*/ 8079775 w 11237202"/>
              <a:gd name="connsiteY3472" fmla="*/ 934612 h 2631356"/>
              <a:gd name="connsiteX3473" fmla="*/ 8076941 w 11237202"/>
              <a:gd name="connsiteY3473" fmla="*/ 916923 h 2631356"/>
              <a:gd name="connsiteX3474" fmla="*/ 8108159 w 11237202"/>
              <a:gd name="connsiteY3474" fmla="*/ 916528 h 2631356"/>
              <a:gd name="connsiteX3475" fmla="*/ 1760865 w 11237202"/>
              <a:gd name="connsiteY3475" fmla="*/ 913114 h 2631356"/>
              <a:gd name="connsiteX3476" fmla="*/ 1767005 w 11237202"/>
              <a:gd name="connsiteY3476" fmla="*/ 917242 h 2631356"/>
              <a:gd name="connsiteX3477" fmla="*/ 1734607 w 11237202"/>
              <a:gd name="connsiteY3477" fmla="*/ 927842 h 2631356"/>
              <a:gd name="connsiteX3478" fmla="*/ 1708960 w 11237202"/>
              <a:gd name="connsiteY3478" fmla="*/ 923899 h 2631356"/>
              <a:gd name="connsiteX3479" fmla="*/ 1741387 w 11237202"/>
              <a:gd name="connsiteY3479" fmla="*/ 913344 h 2631356"/>
              <a:gd name="connsiteX3480" fmla="*/ 1760865 w 11237202"/>
              <a:gd name="connsiteY3480" fmla="*/ 913114 h 2631356"/>
              <a:gd name="connsiteX3481" fmla="*/ 9888289 w 11237202"/>
              <a:gd name="connsiteY3481" fmla="*/ 913071 h 2631356"/>
              <a:gd name="connsiteX3482" fmla="*/ 9890291 w 11237202"/>
              <a:gd name="connsiteY3482" fmla="*/ 913254 h 2631356"/>
              <a:gd name="connsiteX3483" fmla="*/ 9890734 w 11237202"/>
              <a:gd name="connsiteY3483" fmla="*/ 913778 h 2631356"/>
              <a:gd name="connsiteX3484" fmla="*/ 9888846 w 11237202"/>
              <a:gd name="connsiteY3484" fmla="*/ 913573 h 2631356"/>
              <a:gd name="connsiteX3485" fmla="*/ 9888289 w 11237202"/>
              <a:gd name="connsiteY3485" fmla="*/ 913071 h 2631356"/>
              <a:gd name="connsiteX3486" fmla="*/ 2487591 w 11237202"/>
              <a:gd name="connsiteY3486" fmla="*/ 913026 h 2631356"/>
              <a:gd name="connsiteX3487" fmla="*/ 2498904 w 11237202"/>
              <a:gd name="connsiteY3487" fmla="*/ 919112 h 2631356"/>
              <a:gd name="connsiteX3488" fmla="*/ 2456668 w 11237202"/>
              <a:gd name="connsiteY3488" fmla="*/ 934818 h 2631356"/>
              <a:gd name="connsiteX3489" fmla="*/ 2416599 w 11237202"/>
              <a:gd name="connsiteY3489" fmla="*/ 928982 h 2631356"/>
              <a:gd name="connsiteX3490" fmla="*/ 2458919 w 11237202"/>
              <a:gd name="connsiteY3490" fmla="*/ 913368 h 2631356"/>
              <a:gd name="connsiteX3491" fmla="*/ 2487591 w 11237202"/>
              <a:gd name="connsiteY3491" fmla="*/ 913026 h 2631356"/>
              <a:gd name="connsiteX3492" fmla="*/ 3010787 w 11237202"/>
              <a:gd name="connsiteY3492" fmla="*/ 908945 h 2631356"/>
              <a:gd name="connsiteX3493" fmla="*/ 3030154 w 11237202"/>
              <a:gd name="connsiteY3493" fmla="*/ 911612 h 2631356"/>
              <a:gd name="connsiteX3494" fmla="*/ 3012565 w 11237202"/>
              <a:gd name="connsiteY3494" fmla="*/ 918839 h 2631356"/>
              <a:gd name="connsiteX3495" fmla="*/ 2993059 w 11237202"/>
              <a:gd name="connsiteY3495" fmla="*/ 916171 h 2631356"/>
              <a:gd name="connsiteX3496" fmla="*/ 3010787 w 11237202"/>
              <a:gd name="connsiteY3496" fmla="*/ 908945 h 2631356"/>
              <a:gd name="connsiteX3497" fmla="*/ 7542022 w 11237202"/>
              <a:gd name="connsiteY3497" fmla="*/ 907692 h 2631356"/>
              <a:gd name="connsiteX3498" fmla="*/ 7571059 w 11237202"/>
              <a:gd name="connsiteY3498" fmla="*/ 910723 h 2631356"/>
              <a:gd name="connsiteX3499" fmla="*/ 7570364 w 11237202"/>
              <a:gd name="connsiteY3499" fmla="*/ 918975 h 2631356"/>
              <a:gd name="connsiteX3500" fmla="*/ 7541105 w 11237202"/>
              <a:gd name="connsiteY3500" fmla="*/ 915898 h 2631356"/>
              <a:gd name="connsiteX3501" fmla="*/ 7542022 w 11237202"/>
              <a:gd name="connsiteY3501" fmla="*/ 907692 h 2631356"/>
              <a:gd name="connsiteX3502" fmla="*/ 8996137 w 11237202"/>
              <a:gd name="connsiteY3502" fmla="*/ 905745 h 2631356"/>
              <a:gd name="connsiteX3503" fmla="*/ 9040827 w 11237202"/>
              <a:gd name="connsiteY3503" fmla="*/ 914302 h 2631356"/>
              <a:gd name="connsiteX3504" fmla="*/ 9055332 w 11237202"/>
              <a:gd name="connsiteY3504" fmla="*/ 936550 h 2631356"/>
              <a:gd name="connsiteX3505" fmla="*/ 8970722 w 11237202"/>
              <a:gd name="connsiteY3505" fmla="*/ 928275 h 2631356"/>
              <a:gd name="connsiteX3506" fmla="*/ 8957219 w 11237202"/>
              <a:gd name="connsiteY3506" fmla="*/ 906232 h 2631356"/>
              <a:gd name="connsiteX3507" fmla="*/ 8996137 w 11237202"/>
              <a:gd name="connsiteY3507" fmla="*/ 905745 h 2631356"/>
              <a:gd name="connsiteX3508" fmla="*/ 1580642 w 11237202"/>
              <a:gd name="connsiteY3508" fmla="*/ 905025 h 2631356"/>
              <a:gd name="connsiteX3509" fmla="*/ 1587950 w 11237202"/>
              <a:gd name="connsiteY3509" fmla="*/ 906142 h 2631356"/>
              <a:gd name="connsiteX3510" fmla="*/ 1578419 w 11237202"/>
              <a:gd name="connsiteY3510" fmla="*/ 909105 h 2631356"/>
              <a:gd name="connsiteX3511" fmla="*/ 1571166 w 11237202"/>
              <a:gd name="connsiteY3511" fmla="*/ 907988 h 2631356"/>
              <a:gd name="connsiteX3512" fmla="*/ 1580642 w 11237202"/>
              <a:gd name="connsiteY3512" fmla="*/ 905025 h 2631356"/>
              <a:gd name="connsiteX3513" fmla="*/ 8277659 w 11237202"/>
              <a:gd name="connsiteY3513" fmla="*/ 904654 h 2631356"/>
              <a:gd name="connsiteX3514" fmla="*/ 8311570 w 11237202"/>
              <a:gd name="connsiteY3514" fmla="*/ 911658 h 2631356"/>
              <a:gd name="connsiteX3515" fmla="*/ 8316515 w 11237202"/>
              <a:gd name="connsiteY3515" fmla="*/ 929780 h 2631356"/>
              <a:gd name="connsiteX3516" fmla="*/ 8250078 w 11237202"/>
              <a:gd name="connsiteY3516" fmla="*/ 923056 h 2631356"/>
              <a:gd name="connsiteX3517" fmla="*/ 8245770 w 11237202"/>
              <a:gd name="connsiteY3517" fmla="*/ 905071 h 2631356"/>
              <a:gd name="connsiteX3518" fmla="*/ 8277659 w 11237202"/>
              <a:gd name="connsiteY3518" fmla="*/ 904654 h 2631356"/>
              <a:gd name="connsiteX3519" fmla="*/ 2321938 w 11237202"/>
              <a:gd name="connsiteY3519" fmla="*/ 899733 h 2631356"/>
              <a:gd name="connsiteX3520" fmla="*/ 2332656 w 11237202"/>
              <a:gd name="connsiteY3520" fmla="*/ 905731 h 2631356"/>
              <a:gd name="connsiteX3521" fmla="*/ 2289448 w 11237202"/>
              <a:gd name="connsiteY3521" fmla="*/ 921209 h 2631356"/>
              <a:gd name="connsiteX3522" fmla="*/ 2250046 w 11237202"/>
              <a:gd name="connsiteY3522" fmla="*/ 915487 h 2631356"/>
              <a:gd name="connsiteX3523" fmla="*/ 2293422 w 11237202"/>
              <a:gd name="connsiteY3523" fmla="*/ 900078 h 2631356"/>
              <a:gd name="connsiteX3524" fmla="*/ 2321938 w 11237202"/>
              <a:gd name="connsiteY3524" fmla="*/ 899733 h 2631356"/>
              <a:gd name="connsiteX3525" fmla="*/ 7008992 w 11237202"/>
              <a:gd name="connsiteY3525" fmla="*/ 897479 h 2631356"/>
              <a:gd name="connsiteX3526" fmla="*/ 7010688 w 11237202"/>
              <a:gd name="connsiteY3526" fmla="*/ 897662 h 2631356"/>
              <a:gd name="connsiteX3527" fmla="*/ 7010521 w 11237202"/>
              <a:gd name="connsiteY3527" fmla="*/ 898141 h 2631356"/>
              <a:gd name="connsiteX3528" fmla="*/ 7008826 w 11237202"/>
              <a:gd name="connsiteY3528" fmla="*/ 897958 h 2631356"/>
              <a:gd name="connsiteX3529" fmla="*/ 7008992 w 11237202"/>
              <a:gd name="connsiteY3529" fmla="*/ 897479 h 2631356"/>
              <a:gd name="connsiteX3530" fmla="*/ 9155865 w 11237202"/>
              <a:gd name="connsiteY3530" fmla="*/ 892682 h 2631356"/>
              <a:gd name="connsiteX3531" fmla="*/ 9205602 w 11237202"/>
              <a:gd name="connsiteY3531" fmla="*/ 902016 h 2631356"/>
              <a:gd name="connsiteX3532" fmla="*/ 9223496 w 11237202"/>
              <a:gd name="connsiteY3532" fmla="*/ 926270 h 2631356"/>
              <a:gd name="connsiteX3533" fmla="*/ 9130133 w 11237202"/>
              <a:gd name="connsiteY3533" fmla="*/ 917266 h 2631356"/>
              <a:gd name="connsiteX3534" fmla="*/ 9113378 w 11237202"/>
              <a:gd name="connsiteY3534" fmla="*/ 893194 h 2631356"/>
              <a:gd name="connsiteX3535" fmla="*/ 9155865 w 11237202"/>
              <a:gd name="connsiteY3535" fmla="*/ 892682 h 2631356"/>
              <a:gd name="connsiteX3536" fmla="*/ 2860993 w 11237202"/>
              <a:gd name="connsiteY3536" fmla="*/ 892547 h 2631356"/>
              <a:gd name="connsiteX3537" fmla="*/ 2870381 w 11237202"/>
              <a:gd name="connsiteY3537" fmla="*/ 897046 h 2631356"/>
              <a:gd name="connsiteX3538" fmla="*/ 2841066 w 11237202"/>
              <a:gd name="connsiteY3538" fmla="*/ 908649 h 2631356"/>
              <a:gd name="connsiteX3539" fmla="*/ 2810084 w 11237202"/>
              <a:gd name="connsiteY3539" fmla="*/ 904363 h 2631356"/>
              <a:gd name="connsiteX3540" fmla="*/ 2839622 w 11237202"/>
              <a:gd name="connsiteY3540" fmla="*/ 892783 h 2631356"/>
              <a:gd name="connsiteX3541" fmla="*/ 2860993 w 11237202"/>
              <a:gd name="connsiteY3541" fmla="*/ 892547 h 2631356"/>
              <a:gd name="connsiteX3542" fmla="*/ 8443577 w 11237202"/>
              <a:gd name="connsiteY3542" fmla="*/ 892351 h 2631356"/>
              <a:gd name="connsiteX3543" fmla="*/ 8480207 w 11237202"/>
              <a:gd name="connsiteY3543" fmla="*/ 899735 h 2631356"/>
              <a:gd name="connsiteX3544" fmla="*/ 8487292 w 11237202"/>
              <a:gd name="connsiteY3544" fmla="*/ 918884 h 2631356"/>
              <a:gd name="connsiteX3545" fmla="*/ 8416020 w 11237202"/>
              <a:gd name="connsiteY3545" fmla="*/ 911794 h 2631356"/>
              <a:gd name="connsiteX3546" fmla="*/ 8409573 w 11237202"/>
              <a:gd name="connsiteY3546" fmla="*/ 892761 h 2631356"/>
              <a:gd name="connsiteX3547" fmla="*/ 8443577 w 11237202"/>
              <a:gd name="connsiteY3547" fmla="*/ 892351 h 2631356"/>
              <a:gd name="connsiteX3548" fmla="*/ 7729633 w 11237202"/>
              <a:gd name="connsiteY3548" fmla="*/ 892322 h 2631356"/>
              <a:gd name="connsiteX3549" fmla="*/ 7753894 w 11237202"/>
              <a:gd name="connsiteY3549" fmla="*/ 897593 h 2631356"/>
              <a:gd name="connsiteX3550" fmla="*/ 7753754 w 11237202"/>
              <a:gd name="connsiteY3550" fmla="*/ 911225 h 2631356"/>
              <a:gd name="connsiteX3551" fmla="*/ 7704962 w 11237202"/>
              <a:gd name="connsiteY3551" fmla="*/ 906164 h 2631356"/>
              <a:gd name="connsiteX3552" fmla="*/ 7705351 w 11237202"/>
              <a:gd name="connsiteY3552" fmla="*/ 892624 h 2631356"/>
              <a:gd name="connsiteX3553" fmla="*/ 7729633 w 11237202"/>
              <a:gd name="connsiteY3553" fmla="*/ 892322 h 2631356"/>
              <a:gd name="connsiteX3554" fmla="*/ 9320488 w 11237202"/>
              <a:gd name="connsiteY3554" fmla="*/ 889549 h 2631356"/>
              <a:gd name="connsiteX3555" fmla="*/ 9345924 w 11237202"/>
              <a:gd name="connsiteY3555" fmla="*/ 894220 h 2631356"/>
              <a:gd name="connsiteX3556" fmla="*/ 9355761 w 11237202"/>
              <a:gd name="connsiteY3556" fmla="*/ 906278 h 2631356"/>
              <a:gd name="connsiteX3557" fmla="*/ 9308662 w 11237202"/>
              <a:gd name="connsiteY3557" fmla="*/ 901856 h 2631356"/>
              <a:gd name="connsiteX3558" fmla="*/ 9299075 w 11237202"/>
              <a:gd name="connsiteY3558" fmla="*/ 889820 h 2631356"/>
              <a:gd name="connsiteX3559" fmla="*/ 9320488 w 11237202"/>
              <a:gd name="connsiteY3559" fmla="*/ 889549 h 2631356"/>
              <a:gd name="connsiteX3560" fmla="*/ 7184242 w 11237202"/>
              <a:gd name="connsiteY3560" fmla="*/ 885786 h 2631356"/>
              <a:gd name="connsiteX3561" fmla="*/ 7188521 w 11237202"/>
              <a:gd name="connsiteY3561" fmla="*/ 886219 h 2631356"/>
              <a:gd name="connsiteX3562" fmla="*/ 7188160 w 11237202"/>
              <a:gd name="connsiteY3562" fmla="*/ 887472 h 2631356"/>
              <a:gd name="connsiteX3563" fmla="*/ 7183797 w 11237202"/>
              <a:gd name="connsiteY3563" fmla="*/ 886994 h 2631356"/>
              <a:gd name="connsiteX3564" fmla="*/ 7184242 w 11237202"/>
              <a:gd name="connsiteY3564" fmla="*/ 885786 h 2631356"/>
              <a:gd name="connsiteX3565" fmla="*/ 9478744 w 11237202"/>
              <a:gd name="connsiteY3565" fmla="*/ 885102 h 2631356"/>
              <a:gd name="connsiteX3566" fmla="*/ 9487329 w 11237202"/>
              <a:gd name="connsiteY3566" fmla="*/ 885900 h 2631356"/>
              <a:gd name="connsiteX3567" fmla="*/ 9489303 w 11237202"/>
              <a:gd name="connsiteY3567" fmla="*/ 888110 h 2631356"/>
              <a:gd name="connsiteX3568" fmla="*/ 9480633 w 11237202"/>
              <a:gd name="connsiteY3568" fmla="*/ 887290 h 2631356"/>
              <a:gd name="connsiteX3569" fmla="*/ 9478744 w 11237202"/>
              <a:gd name="connsiteY3569" fmla="*/ 885102 h 2631356"/>
              <a:gd name="connsiteX3570" fmla="*/ 2166836 w 11237202"/>
              <a:gd name="connsiteY3570" fmla="*/ 884316 h 2631356"/>
              <a:gd name="connsiteX3571" fmla="*/ 2179163 w 11237202"/>
              <a:gd name="connsiteY3571" fmla="*/ 891484 h 2631356"/>
              <a:gd name="connsiteX3572" fmla="*/ 2125674 w 11237202"/>
              <a:gd name="connsiteY3572" fmla="*/ 909994 h 2631356"/>
              <a:gd name="connsiteX3573" fmla="*/ 2078909 w 11237202"/>
              <a:gd name="connsiteY3573" fmla="*/ 903110 h 2631356"/>
              <a:gd name="connsiteX3574" fmla="*/ 2132649 w 11237202"/>
              <a:gd name="connsiteY3574" fmla="*/ 884737 h 2631356"/>
              <a:gd name="connsiteX3575" fmla="*/ 2166836 w 11237202"/>
              <a:gd name="connsiteY3575" fmla="*/ 884316 h 2631356"/>
              <a:gd name="connsiteX3576" fmla="*/ 8606578 w 11237202"/>
              <a:gd name="connsiteY3576" fmla="*/ 880865 h 2631356"/>
              <a:gd name="connsiteX3577" fmla="*/ 8644257 w 11237202"/>
              <a:gd name="connsiteY3577" fmla="*/ 888270 h 2631356"/>
              <a:gd name="connsiteX3578" fmla="*/ 8652928 w 11237202"/>
              <a:gd name="connsiteY3578" fmla="*/ 907464 h 2631356"/>
              <a:gd name="connsiteX3579" fmla="*/ 8580514 w 11237202"/>
              <a:gd name="connsiteY3579" fmla="*/ 900328 h 2631356"/>
              <a:gd name="connsiteX3580" fmla="*/ 8572484 w 11237202"/>
              <a:gd name="connsiteY3580" fmla="*/ 881272 h 2631356"/>
              <a:gd name="connsiteX3581" fmla="*/ 8606578 w 11237202"/>
              <a:gd name="connsiteY3581" fmla="*/ 880865 h 2631356"/>
              <a:gd name="connsiteX3582" fmla="*/ 1272822 w 11237202"/>
              <a:gd name="connsiteY3582" fmla="*/ 880155 h 2631356"/>
              <a:gd name="connsiteX3583" fmla="*/ 1274100 w 11237202"/>
              <a:gd name="connsiteY3583" fmla="*/ 880337 h 2631356"/>
              <a:gd name="connsiteX3584" fmla="*/ 1272405 w 11237202"/>
              <a:gd name="connsiteY3584" fmla="*/ 880816 h 2631356"/>
              <a:gd name="connsiteX3585" fmla="*/ 1271154 w 11237202"/>
              <a:gd name="connsiteY3585" fmla="*/ 880633 h 2631356"/>
              <a:gd name="connsiteX3586" fmla="*/ 1272822 w 11237202"/>
              <a:gd name="connsiteY3586" fmla="*/ 880155 h 2631356"/>
              <a:gd name="connsiteX3587" fmla="*/ 2696410 w 11237202"/>
              <a:gd name="connsiteY3587" fmla="*/ 879006 h 2631356"/>
              <a:gd name="connsiteX3588" fmla="*/ 2705857 w 11237202"/>
              <a:gd name="connsiteY3588" fmla="*/ 883733 h 2631356"/>
              <a:gd name="connsiteX3589" fmla="*/ 2673874 w 11237202"/>
              <a:gd name="connsiteY3589" fmla="*/ 895906 h 2631356"/>
              <a:gd name="connsiteX3590" fmla="*/ 2641503 w 11237202"/>
              <a:gd name="connsiteY3590" fmla="*/ 891416 h 2631356"/>
              <a:gd name="connsiteX3591" fmla="*/ 2673708 w 11237202"/>
              <a:gd name="connsiteY3591" fmla="*/ 879288 h 2631356"/>
              <a:gd name="connsiteX3592" fmla="*/ 2696410 w 11237202"/>
              <a:gd name="connsiteY3592" fmla="*/ 879006 h 2631356"/>
              <a:gd name="connsiteX3593" fmla="*/ 7898248 w 11237202"/>
              <a:gd name="connsiteY3593" fmla="*/ 877442 h 2631356"/>
              <a:gd name="connsiteX3594" fmla="*/ 7932172 w 11237202"/>
              <a:gd name="connsiteY3594" fmla="*/ 884623 h 2631356"/>
              <a:gd name="connsiteX3595" fmla="*/ 7933700 w 11237202"/>
              <a:gd name="connsiteY3595" fmla="*/ 903247 h 2631356"/>
              <a:gd name="connsiteX3596" fmla="*/ 7865846 w 11237202"/>
              <a:gd name="connsiteY3596" fmla="*/ 896317 h 2631356"/>
              <a:gd name="connsiteX3597" fmla="*/ 7865012 w 11237202"/>
              <a:gd name="connsiteY3597" fmla="*/ 877853 h 2631356"/>
              <a:gd name="connsiteX3598" fmla="*/ 7898248 w 11237202"/>
              <a:gd name="connsiteY3598" fmla="*/ 877442 h 2631356"/>
              <a:gd name="connsiteX3599" fmla="*/ 9637099 w 11237202"/>
              <a:gd name="connsiteY3599" fmla="*/ 874912 h 2631356"/>
              <a:gd name="connsiteX3600" fmla="*/ 9639016 w 11237202"/>
              <a:gd name="connsiteY3600" fmla="*/ 875094 h 2631356"/>
              <a:gd name="connsiteX3601" fmla="*/ 9639542 w 11237202"/>
              <a:gd name="connsiteY3601" fmla="*/ 875573 h 2631356"/>
              <a:gd name="connsiteX3602" fmla="*/ 9637488 w 11237202"/>
              <a:gd name="connsiteY3602" fmla="*/ 875390 h 2631356"/>
              <a:gd name="connsiteX3603" fmla="*/ 9637099 w 11237202"/>
              <a:gd name="connsiteY3603" fmla="*/ 874912 h 2631356"/>
              <a:gd name="connsiteX3604" fmla="*/ 3212934 w 11237202"/>
              <a:gd name="connsiteY3604" fmla="*/ 874798 h 2631356"/>
              <a:gd name="connsiteX3605" fmla="*/ 3225604 w 11237202"/>
              <a:gd name="connsiteY3605" fmla="*/ 876462 h 2631356"/>
              <a:gd name="connsiteX3606" fmla="*/ 3214712 w 11237202"/>
              <a:gd name="connsiteY3606" fmla="*/ 881044 h 2631356"/>
              <a:gd name="connsiteX3607" fmla="*/ 3202069 w 11237202"/>
              <a:gd name="connsiteY3607" fmla="*/ 879357 h 2631356"/>
              <a:gd name="connsiteX3608" fmla="*/ 3212934 w 11237202"/>
              <a:gd name="connsiteY3608" fmla="*/ 874798 h 2631356"/>
              <a:gd name="connsiteX3609" fmla="*/ 7350017 w 11237202"/>
              <a:gd name="connsiteY3609" fmla="*/ 872018 h 2631356"/>
              <a:gd name="connsiteX3610" fmla="*/ 7367967 w 11237202"/>
              <a:gd name="connsiteY3610" fmla="*/ 873841 h 2631356"/>
              <a:gd name="connsiteX3611" fmla="*/ 7366856 w 11237202"/>
              <a:gd name="connsiteY3611" fmla="*/ 878901 h 2631356"/>
              <a:gd name="connsiteX3612" fmla="*/ 7348878 w 11237202"/>
              <a:gd name="connsiteY3612" fmla="*/ 877032 h 2631356"/>
              <a:gd name="connsiteX3613" fmla="*/ 7350017 w 11237202"/>
              <a:gd name="connsiteY3613" fmla="*/ 872018 h 2631356"/>
              <a:gd name="connsiteX3614" fmla="*/ 8767391 w 11237202"/>
              <a:gd name="connsiteY3614" fmla="*/ 870655 h 2631356"/>
              <a:gd name="connsiteX3615" fmla="*/ 8802501 w 11237202"/>
              <a:gd name="connsiteY3615" fmla="*/ 877419 h 2631356"/>
              <a:gd name="connsiteX3616" fmla="*/ 8811949 w 11237202"/>
              <a:gd name="connsiteY3616" fmla="*/ 894903 h 2631356"/>
              <a:gd name="connsiteX3617" fmla="*/ 8744984 w 11237202"/>
              <a:gd name="connsiteY3617" fmla="*/ 888429 h 2631356"/>
              <a:gd name="connsiteX3618" fmla="*/ 8736093 w 11237202"/>
              <a:gd name="connsiteY3618" fmla="*/ 871036 h 2631356"/>
              <a:gd name="connsiteX3619" fmla="*/ 8767391 w 11237202"/>
              <a:gd name="connsiteY3619" fmla="*/ 870655 h 2631356"/>
              <a:gd name="connsiteX3620" fmla="*/ 2013094 w 11237202"/>
              <a:gd name="connsiteY3620" fmla="*/ 869951 h 2631356"/>
              <a:gd name="connsiteX3621" fmla="*/ 2026004 w 11237202"/>
              <a:gd name="connsiteY3621" fmla="*/ 877738 h 2631356"/>
              <a:gd name="connsiteX3622" fmla="*/ 1965569 w 11237202"/>
              <a:gd name="connsiteY3622" fmla="*/ 897958 h 2631356"/>
              <a:gd name="connsiteX3623" fmla="*/ 1914775 w 11237202"/>
              <a:gd name="connsiteY3623" fmla="*/ 890481 h 2631356"/>
              <a:gd name="connsiteX3624" fmla="*/ 1975489 w 11237202"/>
              <a:gd name="connsiteY3624" fmla="*/ 870422 h 2631356"/>
              <a:gd name="connsiteX3625" fmla="*/ 2013094 w 11237202"/>
              <a:gd name="connsiteY3625" fmla="*/ 869951 h 2631356"/>
              <a:gd name="connsiteX3626" fmla="*/ 1830054 w 11237202"/>
              <a:gd name="connsiteY3626" fmla="*/ 866299 h 2631356"/>
              <a:gd name="connsiteX3627" fmla="*/ 1834194 w 11237202"/>
              <a:gd name="connsiteY3627" fmla="*/ 868894 h 2631356"/>
              <a:gd name="connsiteX3628" fmla="*/ 1813270 w 11237202"/>
              <a:gd name="connsiteY3628" fmla="*/ 875619 h 2631356"/>
              <a:gd name="connsiteX3629" fmla="*/ 1796543 w 11237202"/>
              <a:gd name="connsiteY3629" fmla="*/ 873134 h 2631356"/>
              <a:gd name="connsiteX3630" fmla="*/ 1817411 w 11237202"/>
              <a:gd name="connsiteY3630" fmla="*/ 866456 h 2631356"/>
              <a:gd name="connsiteX3631" fmla="*/ 1830054 w 11237202"/>
              <a:gd name="connsiteY3631" fmla="*/ 866299 h 2631356"/>
              <a:gd name="connsiteX3632" fmla="*/ 8063557 w 11237202"/>
              <a:gd name="connsiteY3632" fmla="*/ 866284 h 2631356"/>
              <a:gd name="connsiteX3633" fmla="*/ 8097892 w 11237202"/>
              <a:gd name="connsiteY3633" fmla="*/ 873407 h 2631356"/>
              <a:gd name="connsiteX3634" fmla="*/ 8101058 w 11237202"/>
              <a:gd name="connsiteY3634" fmla="*/ 891803 h 2631356"/>
              <a:gd name="connsiteX3635" fmla="*/ 8032925 w 11237202"/>
              <a:gd name="connsiteY3635" fmla="*/ 884988 h 2631356"/>
              <a:gd name="connsiteX3636" fmla="*/ 8030453 w 11237202"/>
              <a:gd name="connsiteY3636" fmla="*/ 866683 h 2631356"/>
              <a:gd name="connsiteX3637" fmla="*/ 8063557 w 11237202"/>
              <a:gd name="connsiteY3637" fmla="*/ 866284 h 2631356"/>
              <a:gd name="connsiteX3638" fmla="*/ 2535998 w 11237202"/>
              <a:gd name="connsiteY3638" fmla="*/ 865572 h 2631356"/>
              <a:gd name="connsiteX3639" fmla="*/ 2545557 w 11237202"/>
              <a:gd name="connsiteY3639" fmla="*/ 870513 h 2631356"/>
              <a:gd name="connsiteX3640" fmla="*/ 2510740 w 11237202"/>
              <a:gd name="connsiteY3640" fmla="*/ 883278 h 2631356"/>
              <a:gd name="connsiteX3641" fmla="*/ 2477119 w 11237202"/>
              <a:gd name="connsiteY3641" fmla="*/ 878560 h 2631356"/>
              <a:gd name="connsiteX3642" fmla="*/ 2512185 w 11237202"/>
              <a:gd name="connsiteY3642" fmla="*/ 865863 h 2631356"/>
              <a:gd name="connsiteX3643" fmla="*/ 2535998 w 11237202"/>
              <a:gd name="connsiteY3643" fmla="*/ 865572 h 2631356"/>
              <a:gd name="connsiteX3644" fmla="*/ 3062304 w 11237202"/>
              <a:gd name="connsiteY3644" fmla="*/ 859030 h 2631356"/>
              <a:gd name="connsiteX3645" fmla="*/ 3069722 w 11237202"/>
              <a:gd name="connsiteY3645" fmla="*/ 862352 h 2631356"/>
              <a:gd name="connsiteX3646" fmla="*/ 3048577 w 11237202"/>
              <a:gd name="connsiteY3646" fmla="*/ 870923 h 2631356"/>
              <a:gd name="connsiteX3647" fmla="*/ 3024903 w 11237202"/>
              <a:gd name="connsiteY3647" fmla="*/ 867754 h 2631356"/>
              <a:gd name="connsiteX3648" fmla="*/ 3046216 w 11237202"/>
              <a:gd name="connsiteY3648" fmla="*/ 859229 h 2631356"/>
              <a:gd name="connsiteX3649" fmla="*/ 3062304 w 11237202"/>
              <a:gd name="connsiteY3649" fmla="*/ 859030 h 2631356"/>
              <a:gd name="connsiteX3650" fmla="*/ 7510067 w 11237202"/>
              <a:gd name="connsiteY3650" fmla="*/ 857679 h 2631356"/>
              <a:gd name="connsiteX3651" fmla="*/ 7545272 w 11237202"/>
              <a:gd name="connsiteY3651" fmla="*/ 861258 h 2631356"/>
              <a:gd name="connsiteX3652" fmla="*/ 7544162 w 11237202"/>
              <a:gd name="connsiteY3652" fmla="*/ 871014 h 2631356"/>
              <a:gd name="connsiteX3653" fmla="*/ 7508845 w 11237202"/>
              <a:gd name="connsiteY3653" fmla="*/ 867412 h 2631356"/>
              <a:gd name="connsiteX3654" fmla="*/ 7510067 w 11237202"/>
              <a:gd name="connsiteY3654" fmla="*/ 857679 h 2631356"/>
              <a:gd name="connsiteX3655" fmla="*/ 8923667 w 11237202"/>
              <a:gd name="connsiteY3655" fmla="*/ 857013 h 2631356"/>
              <a:gd name="connsiteX3656" fmla="*/ 8966359 w 11237202"/>
              <a:gd name="connsiteY3656" fmla="*/ 865065 h 2631356"/>
              <a:gd name="connsiteX3657" fmla="*/ 8979586 w 11237202"/>
              <a:gd name="connsiteY3657" fmla="*/ 885968 h 2631356"/>
              <a:gd name="connsiteX3658" fmla="*/ 8898422 w 11237202"/>
              <a:gd name="connsiteY3658" fmla="*/ 878217 h 2631356"/>
              <a:gd name="connsiteX3659" fmla="*/ 8886250 w 11237202"/>
              <a:gd name="connsiteY3659" fmla="*/ 857474 h 2631356"/>
              <a:gd name="connsiteX3660" fmla="*/ 8923667 w 11237202"/>
              <a:gd name="connsiteY3660" fmla="*/ 857013 h 2631356"/>
              <a:gd name="connsiteX3661" fmla="*/ 1663862 w 11237202"/>
              <a:gd name="connsiteY3661" fmla="*/ 856972 h 2631356"/>
              <a:gd name="connsiteX3662" fmla="*/ 1668003 w 11237202"/>
              <a:gd name="connsiteY3662" fmla="*/ 857565 h 2631356"/>
              <a:gd name="connsiteX3663" fmla="*/ 1662723 w 11237202"/>
              <a:gd name="connsiteY3663" fmla="*/ 859229 h 2631356"/>
              <a:gd name="connsiteX3664" fmla="*/ 1658583 w 11237202"/>
              <a:gd name="connsiteY3664" fmla="*/ 858636 h 2631356"/>
              <a:gd name="connsiteX3665" fmla="*/ 1663862 w 11237202"/>
              <a:gd name="connsiteY3665" fmla="*/ 856972 h 2631356"/>
              <a:gd name="connsiteX3666" fmla="*/ 8225988 w 11237202"/>
              <a:gd name="connsiteY3666" fmla="*/ 855591 h 2631356"/>
              <a:gd name="connsiteX3667" fmla="*/ 8259776 w 11237202"/>
              <a:gd name="connsiteY3667" fmla="*/ 862421 h 2631356"/>
              <a:gd name="connsiteX3668" fmla="*/ 8264471 w 11237202"/>
              <a:gd name="connsiteY3668" fmla="*/ 880132 h 2631356"/>
              <a:gd name="connsiteX3669" fmla="*/ 8197977 w 11237202"/>
              <a:gd name="connsiteY3669" fmla="*/ 873544 h 2631356"/>
              <a:gd name="connsiteX3670" fmla="*/ 8193949 w 11237202"/>
              <a:gd name="connsiteY3670" fmla="*/ 855993 h 2631356"/>
              <a:gd name="connsiteX3671" fmla="*/ 8225988 w 11237202"/>
              <a:gd name="connsiteY3671" fmla="*/ 855591 h 2631356"/>
              <a:gd name="connsiteX3672" fmla="*/ 977812 w 11237202"/>
              <a:gd name="connsiteY3672" fmla="*/ 854237 h 2631356"/>
              <a:gd name="connsiteX3673" fmla="*/ 978924 w 11237202"/>
              <a:gd name="connsiteY3673" fmla="*/ 854373 h 2631356"/>
              <a:gd name="connsiteX3674" fmla="*/ 977145 w 11237202"/>
              <a:gd name="connsiteY3674" fmla="*/ 854898 h 2631356"/>
              <a:gd name="connsiteX3675" fmla="*/ 976117 w 11237202"/>
              <a:gd name="connsiteY3675" fmla="*/ 854716 h 2631356"/>
              <a:gd name="connsiteX3676" fmla="*/ 977812 w 11237202"/>
              <a:gd name="connsiteY3676" fmla="*/ 854237 h 2631356"/>
              <a:gd name="connsiteX3677" fmla="*/ 2384572 w 11237202"/>
              <a:gd name="connsiteY3677" fmla="*/ 850456 h 2631356"/>
              <a:gd name="connsiteX3678" fmla="*/ 2396121 w 11237202"/>
              <a:gd name="connsiteY3678" fmla="*/ 856608 h 2631356"/>
              <a:gd name="connsiteX3679" fmla="*/ 2351106 w 11237202"/>
              <a:gd name="connsiteY3679" fmla="*/ 872519 h 2631356"/>
              <a:gd name="connsiteX3680" fmla="*/ 2309315 w 11237202"/>
              <a:gd name="connsiteY3680" fmla="*/ 866615 h 2631356"/>
              <a:gd name="connsiteX3681" fmla="*/ 2354580 w 11237202"/>
              <a:gd name="connsiteY3681" fmla="*/ 850818 h 2631356"/>
              <a:gd name="connsiteX3682" fmla="*/ 2384572 w 11237202"/>
              <a:gd name="connsiteY3682" fmla="*/ 850456 h 2631356"/>
              <a:gd name="connsiteX3683" fmla="*/ 2902698 w 11237202"/>
              <a:gd name="connsiteY3683" fmla="*/ 845537 h 2631356"/>
              <a:gd name="connsiteX3684" fmla="*/ 2910672 w 11237202"/>
              <a:gd name="connsiteY3684" fmla="*/ 849268 h 2631356"/>
              <a:gd name="connsiteX3685" fmla="*/ 2885969 w 11237202"/>
              <a:gd name="connsiteY3685" fmla="*/ 858887 h 2631356"/>
              <a:gd name="connsiteX3686" fmla="*/ 2859628 w 11237202"/>
              <a:gd name="connsiteY3686" fmla="*/ 855331 h 2631356"/>
              <a:gd name="connsiteX3687" fmla="*/ 2884470 w 11237202"/>
              <a:gd name="connsiteY3687" fmla="*/ 845757 h 2631356"/>
              <a:gd name="connsiteX3688" fmla="*/ 2902698 w 11237202"/>
              <a:gd name="connsiteY3688" fmla="*/ 845537 h 2631356"/>
              <a:gd name="connsiteX3689" fmla="*/ 9077082 w 11237202"/>
              <a:gd name="connsiteY3689" fmla="*/ 843705 h 2631356"/>
              <a:gd name="connsiteX3690" fmla="*/ 9127216 w 11237202"/>
              <a:gd name="connsiteY3690" fmla="*/ 852960 h 2631356"/>
              <a:gd name="connsiteX3691" fmla="*/ 9144414 w 11237202"/>
              <a:gd name="connsiteY3691" fmla="*/ 876964 h 2631356"/>
              <a:gd name="connsiteX3692" fmla="*/ 9049885 w 11237202"/>
              <a:gd name="connsiteY3692" fmla="*/ 868028 h 2631356"/>
              <a:gd name="connsiteX3693" fmla="*/ 9033908 w 11237202"/>
              <a:gd name="connsiteY3693" fmla="*/ 844230 h 2631356"/>
              <a:gd name="connsiteX3694" fmla="*/ 9077082 w 11237202"/>
              <a:gd name="connsiteY3694" fmla="*/ 843705 h 2631356"/>
              <a:gd name="connsiteX3695" fmla="*/ 8384999 w 11237202"/>
              <a:gd name="connsiteY3695" fmla="*/ 843144 h 2631356"/>
              <a:gd name="connsiteX3696" fmla="*/ 8423411 w 11237202"/>
              <a:gd name="connsiteY3696" fmla="*/ 850703 h 2631356"/>
              <a:gd name="connsiteX3697" fmla="*/ 8430218 w 11237202"/>
              <a:gd name="connsiteY3697" fmla="*/ 870307 h 2631356"/>
              <a:gd name="connsiteX3698" fmla="*/ 8355443 w 11237202"/>
              <a:gd name="connsiteY3698" fmla="*/ 863058 h 2631356"/>
              <a:gd name="connsiteX3699" fmla="*/ 8349359 w 11237202"/>
              <a:gd name="connsiteY3699" fmla="*/ 843569 h 2631356"/>
              <a:gd name="connsiteX3700" fmla="*/ 8384999 w 11237202"/>
              <a:gd name="connsiteY3700" fmla="*/ 843144 h 2631356"/>
              <a:gd name="connsiteX3701" fmla="*/ 7692934 w 11237202"/>
              <a:gd name="connsiteY3701" fmla="*/ 842384 h 2631356"/>
              <a:gd name="connsiteX3702" fmla="*/ 7721162 w 11237202"/>
              <a:gd name="connsiteY3702" fmla="*/ 848401 h 2631356"/>
              <a:gd name="connsiteX3703" fmla="*/ 7720717 w 11237202"/>
              <a:gd name="connsiteY3703" fmla="*/ 863948 h 2631356"/>
              <a:gd name="connsiteX3704" fmla="*/ 7663588 w 11237202"/>
              <a:gd name="connsiteY3704" fmla="*/ 858180 h 2631356"/>
              <a:gd name="connsiteX3705" fmla="*/ 7664477 w 11237202"/>
              <a:gd name="connsiteY3705" fmla="*/ 842726 h 2631356"/>
              <a:gd name="connsiteX3706" fmla="*/ 7692934 w 11237202"/>
              <a:gd name="connsiteY3706" fmla="*/ 842384 h 2631356"/>
              <a:gd name="connsiteX3707" fmla="*/ 3412468 w 11237202"/>
              <a:gd name="connsiteY3707" fmla="*/ 842383 h 2631356"/>
              <a:gd name="connsiteX3708" fmla="*/ 3415053 w 11237202"/>
              <a:gd name="connsiteY3708" fmla="*/ 842770 h 2631356"/>
              <a:gd name="connsiteX3709" fmla="*/ 3412941 w 11237202"/>
              <a:gd name="connsiteY3709" fmla="*/ 843682 h 2631356"/>
              <a:gd name="connsiteX3710" fmla="*/ 3410246 w 11237202"/>
              <a:gd name="connsiteY3710" fmla="*/ 843340 h 2631356"/>
              <a:gd name="connsiteX3711" fmla="*/ 3412468 w 11237202"/>
              <a:gd name="connsiteY3711" fmla="*/ 842383 h 2631356"/>
              <a:gd name="connsiteX3712" fmla="*/ 7163347 w 11237202"/>
              <a:gd name="connsiteY3712" fmla="*/ 838508 h 2631356"/>
              <a:gd name="connsiteX3713" fmla="*/ 7165042 w 11237202"/>
              <a:gd name="connsiteY3713" fmla="*/ 838667 h 2631356"/>
              <a:gd name="connsiteX3714" fmla="*/ 7164875 w 11237202"/>
              <a:gd name="connsiteY3714" fmla="*/ 839168 h 2631356"/>
              <a:gd name="connsiteX3715" fmla="*/ 7163180 w 11237202"/>
              <a:gd name="connsiteY3715" fmla="*/ 838987 h 2631356"/>
              <a:gd name="connsiteX3716" fmla="*/ 7163347 w 11237202"/>
              <a:gd name="connsiteY3716" fmla="*/ 838508 h 2631356"/>
              <a:gd name="connsiteX3717" fmla="*/ 9388908 w 11237202"/>
              <a:gd name="connsiteY3717" fmla="*/ 837072 h 2631356"/>
              <a:gd name="connsiteX3718" fmla="*/ 9397384 w 11237202"/>
              <a:gd name="connsiteY3718" fmla="*/ 837847 h 2631356"/>
              <a:gd name="connsiteX3719" fmla="*/ 9399189 w 11237202"/>
              <a:gd name="connsiteY3719" fmla="*/ 839921 h 2631356"/>
              <a:gd name="connsiteX3720" fmla="*/ 9390743 w 11237202"/>
              <a:gd name="connsiteY3720" fmla="*/ 839169 h 2631356"/>
              <a:gd name="connsiteX3721" fmla="*/ 9388908 w 11237202"/>
              <a:gd name="connsiteY3721" fmla="*/ 837072 h 2631356"/>
              <a:gd name="connsiteX3722" fmla="*/ 9232791 w 11237202"/>
              <a:gd name="connsiteY3722" fmla="*/ 836939 h 2631356"/>
              <a:gd name="connsiteX3723" fmla="*/ 9270872 w 11237202"/>
              <a:gd name="connsiteY3723" fmla="*/ 843820 h 2631356"/>
              <a:gd name="connsiteX3724" fmla="*/ 9285155 w 11237202"/>
              <a:gd name="connsiteY3724" fmla="*/ 861645 h 2631356"/>
              <a:gd name="connsiteX3725" fmla="*/ 9214021 w 11237202"/>
              <a:gd name="connsiteY3725" fmla="*/ 855035 h 2631356"/>
              <a:gd name="connsiteX3726" fmla="*/ 9200461 w 11237202"/>
              <a:gd name="connsiteY3726" fmla="*/ 837323 h 2631356"/>
              <a:gd name="connsiteX3727" fmla="*/ 9232791 w 11237202"/>
              <a:gd name="connsiteY3727" fmla="*/ 836939 h 2631356"/>
              <a:gd name="connsiteX3728" fmla="*/ 2235358 w 11237202"/>
              <a:gd name="connsiteY3728" fmla="*/ 836018 h 2631356"/>
              <a:gd name="connsiteX3729" fmla="*/ 2248102 w 11237202"/>
              <a:gd name="connsiteY3729" fmla="*/ 843090 h 2631356"/>
              <a:gd name="connsiteX3730" fmla="*/ 2194557 w 11237202"/>
              <a:gd name="connsiteY3730" fmla="*/ 861372 h 2631356"/>
              <a:gd name="connsiteX3731" fmla="*/ 2146903 w 11237202"/>
              <a:gd name="connsiteY3731" fmla="*/ 854579 h 2631356"/>
              <a:gd name="connsiteX3732" fmla="*/ 2200754 w 11237202"/>
              <a:gd name="connsiteY3732" fmla="*/ 836434 h 2631356"/>
              <a:gd name="connsiteX3733" fmla="*/ 2235358 w 11237202"/>
              <a:gd name="connsiteY3733" fmla="*/ 836018 h 2631356"/>
              <a:gd name="connsiteX3734" fmla="*/ 8543027 w 11237202"/>
              <a:gd name="connsiteY3734" fmla="*/ 834913 h 2631356"/>
              <a:gd name="connsiteX3735" fmla="*/ 8574236 w 11237202"/>
              <a:gd name="connsiteY3735" fmla="*/ 840970 h 2631356"/>
              <a:gd name="connsiteX3736" fmla="*/ 8581016 w 11237202"/>
              <a:gd name="connsiteY3736" fmla="*/ 856631 h 2631356"/>
              <a:gd name="connsiteX3737" fmla="*/ 8520663 w 11237202"/>
              <a:gd name="connsiteY3737" fmla="*/ 850818 h 2631356"/>
              <a:gd name="connsiteX3738" fmla="*/ 8514467 w 11237202"/>
              <a:gd name="connsiteY3738" fmla="*/ 835248 h 2631356"/>
              <a:gd name="connsiteX3739" fmla="*/ 8543027 w 11237202"/>
              <a:gd name="connsiteY3739" fmla="*/ 834913 h 2631356"/>
              <a:gd name="connsiteX3740" fmla="*/ 2749559 w 11237202"/>
              <a:gd name="connsiteY3740" fmla="*/ 831194 h 2631356"/>
              <a:gd name="connsiteX3741" fmla="*/ 2759264 w 11237202"/>
              <a:gd name="connsiteY3741" fmla="*/ 835864 h 2631356"/>
              <a:gd name="connsiteX3742" fmla="*/ 2727198 w 11237202"/>
              <a:gd name="connsiteY3742" fmla="*/ 847900 h 2631356"/>
              <a:gd name="connsiteX3743" fmla="*/ 2694327 w 11237202"/>
              <a:gd name="connsiteY3743" fmla="*/ 843455 h 2631356"/>
              <a:gd name="connsiteX3744" fmla="*/ 2726559 w 11237202"/>
              <a:gd name="connsiteY3744" fmla="*/ 831465 h 2631356"/>
              <a:gd name="connsiteX3745" fmla="*/ 2749559 w 11237202"/>
              <a:gd name="connsiteY3745" fmla="*/ 831194 h 2631356"/>
              <a:gd name="connsiteX3746" fmla="*/ 7854272 w 11237202"/>
              <a:gd name="connsiteY3746" fmla="*/ 829322 h 2631356"/>
              <a:gd name="connsiteX3747" fmla="*/ 7888908 w 11237202"/>
              <a:gd name="connsiteY3747" fmla="*/ 836502 h 2631356"/>
              <a:gd name="connsiteX3748" fmla="*/ 7890075 w 11237202"/>
              <a:gd name="connsiteY3748" fmla="*/ 855171 h 2631356"/>
              <a:gd name="connsiteX3749" fmla="*/ 7820608 w 11237202"/>
              <a:gd name="connsiteY3749" fmla="*/ 848242 h 2631356"/>
              <a:gd name="connsiteX3750" fmla="*/ 7820053 w 11237202"/>
              <a:gd name="connsiteY3750" fmla="*/ 829732 h 2631356"/>
              <a:gd name="connsiteX3751" fmla="*/ 7854272 w 11237202"/>
              <a:gd name="connsiteY3751" fmla="*/ 829322 h 2631356"/>
              <a:gd name="connsiteX3752" fmla="*/ 3250529 w 11237202"/>
              <a:gd name="connsiteY3752" fmla="*/ 829162 h 2631356"/>
              <a:gd name="connsiteX3753" fmla="*/ 3256392 w 11237202"/>
              <a:gd name="connsiteY3753" fmla="*/ 829914 h 2631356"/>
              <a:gd name="connsiteX3754" fmla="*/ 3251419 w 11237202"/>
              <a:gd name="connsiteY3754" fmla="*/ 831966 h 2631356"/>
              <a:gd name="connsiteX3755" fmla="*/ 3245528 w 11237202"/>
              <a:gd name="connsiteY3755" fmla="*/ 831213 h 2631356"/>
              <a:gd name="connsiteX3756" fmla="*/ 3250529 w 11237202"/>
              <a:gd name="connsiteY3756" fmla="*/ 829162 h 2631356"/>
              <a:gd name="connsiteX3757" fmla="*/ 9541151 w 11237202"/>
              <a:gd name="connsiteY3757" fmla="*/ 827065 h 2631356"/>
              <a:gd name="connsiteX3758" fmla="*/ 9544846 w 11237202"/>
              <a:gd name="connsiteY3758" fmla="*/ 827407 h 2631356"/>
              <a:gd name="connsiteX3759" fmla="*/ 9545653 w 11237202"/>
              <a:gd name="connsiteY3759" fmla="*/ 828341 h 2631356"/>
              <a:gd name="connsiteX3760" fmla="*/ 9542013 w 11237202"/>
              <a:gd name="connsiteY3760" fmla="*/ 827977 h 2631356"/>
              <a:gd name="connsiteX3761" fmla="*/ 9541151 w 11237202"/>
              <a:gd name="connsiteY3761" fmla="*/ 827065 h 2631356"/>
              <a:gd name="connsiteX3762" fmla="*/ 7325481 w 11237202"/>
              <a:gd name="connsiteY3762" fmla="*/ 826974 h 2631356"/>
              <a:gd name="connsiteX3763" fmla="*/ 7331261 w 11237202"/>
              <a:gd name="connsiteY3763" fmla="*/ 827544 h 2631356"/>
              <a:gd name="connsiteX3764" fmla="*/ 7330927 w 11237202"/>
              <a:gd name="connsiteY3764" fmla="*/ 829139 h 2631356"/>
              <a:gd name="connsiteX3765" fmla="*/ 7325120 w 11237202"/>
              <a:gd name="connsiteY3765" fmla="*/ 828547 h 2631356"/>
              <a:gd name="connsiteX3766" fmla="*/ 7325481 w 11237202"/>
              <a:gd name="connsiteY3766" fmla="*/ 826974 h 2631356"/>
              <a:gd name="connsiteX3767" fmla="*/ 2086583 w 11237202"/>
              <a:gd name="connsiteY3767" fmla="*/ 822751 h 2631356"/>
              <a:gd name="connsiteX3768" fmla="*/ 2099472 w 11237202"/>
              <a:gd name="connsiteY3768" fmla="*/ 830165 h 2631356"/>
              <a:gd name="connsiteX3769" fmla="*/ 2041260 w 11237202"/>
              <a:gd name="connsiteY3769" fmla="*/ 849381 h 2631356"/>
              <a:gd name="connsiteX3770" fmla="*/ 1991466 w 11237202"/>
              <a:gd name="connsiteY3770" fmla="*/ 842223 h 2631356"/>
              <a:gd name="connsiteX3771" fmla="*/ 2049957 w 11237202"/>
              <a:gd name="connsiteY3771" fmla="*/ 823167 h 2631356"/>
              <a:gd name="connsiteX3772" fmla="*/ 2086583 w 11237202"/>
              <a:gd name="connsiteY3772" fmla="*/ 822751 h 2631356"/>
              <a:gd name="connsiteX3773" fmla="*/ 8696844 w 11237202"/>
              <a:gd name="connsiteY3773" fmla="*/ 822397 h 2631356"/>
              <a:gd name="connsiteX3774" fmla="*/ 8733590 w 11237202"/>
              <a:gd name="connsiteY3774" fmla="*/ 829344 h 2631356"/>
              <a:gd name="connsiteX3775" fmla="*/ 8742789 w 11237202"/>
              <a:gd name="connsiteY3775" fmla="*/ 847398 h 2631356"/>
              <a:gd name="connsiteX3776" fmla="*/ 8672404 w 11237202"/>
              <a:gd name="connsiteY3776" fmla="*/ 840696 h 2631356"/>
              <a:gd name="connsiteX3777" fmla="*/ 8663764 w 11237202"/>
              <a:gd name="connsiteY3777" fmla="*/ 822802 h 2631356"/>
              <a:gd name="connsiteX3778" fmla="*/ 8696844 w 11237202"/>
              <a:gd name="connsiteY3778" fmla="*/ 822397 h 2631356"/>
              <a:gd name="connsiteX3779" fmla="*/ 1897797 w 11237202"/>
              <a:gd name="connsiteY3779" fmla="*/ 820432 h 2631356"/>
              <a:gd name="connsiteX3780" fmla="*/ 1910162 w 11237202"/>
              <a:gd name="connsiteY3780" fmla="*/ 822187 h 2631356"/>
              <a:gd name="connsiteX3781" fmla="*/ 1895157 w 11237202"/>
              <a:gd name="connsiteY3781" fmla="*/ 826951 h 2631356"/>
              <a:gd name="connsiteX3782" fmla="*/ 1882737 w 11237202"/>
              <a:gd name="connsiteY3782" fmla="*/ 825219 h 2631356"/>
              <a:gd name="connsiteX3783" fmla="*/ 1897797 w 11237202"/>
              <a:gd name="connsiteY3783" fmla="*/ 820432 h 2631356"/>
              <a:gd name="connsiteX3784" fmla="*/ 1224279 w 11237202"/>
              <a:gd name="connsiteY3784" fmla="*/ 819953 h 2631356"/>
              <a:gd name="connsiteX3785" fmla="*/ 1225363 w 11237202"/>
              <a:gd name="connsiteY3785" fmla="*/ 820112 h 2631356"/>
              <a:gd name="connsiteX3786" fmla="*/ 1223695 w 11237202"/>
              <a:gd name="connsiteY3786" fmla="*/ 820591 h 2631356"/>
              <a:gd name="connsiteX3787" fmla="*/ 1222612 w 11237202"/>
              <a:gd name="connsiteY3787" fmla="*/ 820409 h 2631356"/>
              <a:gd name="connsiteX3788" fmla="*/ 1224279 w 11237202"/>
              <a:gd name="connsiteY3788" fmla="*/ 819953 h 2631356"/>
              <a:gd name="connsiteX3789" fmla="*/ 8012875 w 11237202"/>
              <a:gd name="connsiteY3789" fmla="*/ 818962 h 2631356"/>
              <a:gd name="connsiteX3790" fmla="*/ 8047014 w 11237202"/>
              <a:gd name="connsiteY3790" fmla="*/ 825880 h 2631356"/>
              <a:gd name="connsiteX3791" fmla="*/ 8049711 w 11237202"/>
              <a:gd name="connsiteY3791" fmla="*/ 843843 h 2631356"/>
              <a:gd name="connsiteX3792" fmla="*/ 7981800 w 11237202"/>
              <a:gd name="connsiteY3792" fmla="*/ 837186 h 2631356"/>
              <a:gd name="connsiteX3793" fmla="*/ 7979800 w 11237202"/>
              <a:gd name="connsiteY3793" fmla="*/ 819360 h 2631356"/>
              <a:gd name="connsiteX3794" fmla="*/ 8012875 w 11237202"/>
              <a:gd name="connsiteY3794" fmla="*/ 818962 h 2631356"/>
              <a:gd name="connsiteX3795" fmla="*/ 2596952 w 11237202"/>
              <a:gd name="connsiteY3795" fmla="*/ 818109 h 2631356"/>
              <a:gd name="connsiteX3796" fmla="*/ 2606993 w 11237202"/>
              <a:gd name="connsiteY3796" fmla="*/ 823098 h 2631356"/>
              <a:gd name="connsiteX3797" fmla="*/ 2571509 w 11237202"/>
              <a:gd name="connsiteY3797" fmla="*/ 835910 h 2631356"/>
              <a:gd name="connsiteX3798" fmla="*/ 2536721 w 11237202"/>
              <a:gd name="connsiteY3798" fmla="*/ 831168 h 2631356"/>
              <a:gd name="connsiteX3799" fmla="*/ 2572343 w 11237202"/>
              <a:gd name="connsiteY3799" fmla="*/ 818403 h 2631356"/>
              <a:gd name="connsiteX3800" fmla="*/ 2596952 w 11237202"/>
              <a:gd name="connsiteY3800" fmla="*/ 818109 h 2631356"/>
              <a:gd name="connsiteX3801" fmla="*/ 3092368 w 11237202"/>
              <a:gd name="connsiteY3801" fmla="*/ 814459 h 2631356"/>
              <a:gd name="connsiteX3802" fmla="*/ 3107679 w 11237202"/>
              <a:gd name="connsiteY3802" fmla="*/ 816442 h 2631356"/>
              <a:gd name="connsiteX3803" fmla="*/ 3094008 w 11237202"/>
              <a:gd name="connsiteY3803" fmla="*/ 821867 h 2631356"/>
              <a:gd name="connsiteX3804" fmla="*/ 3078642 w 11237202"/>
              <a:gd name="connsiteY3804" fmla="*/ 819862 h 2631356"/>
              <a:gd name="connsiteX3805" fmla="*/ 3092368 w 11237202"/>
              <a:gd name="connsiteY3805" fmla="*/ 814459 h 2631356"/>
              <a:gd name="connsiteX3806" fmla="*/ 7473027 w 11237202"/>
              <a:gd name="connsiteY3806" fmla="*/ 811062 h 2631356"/>
              <a:gd name="connsiteX3807" fmla="*/ 7507177 w 11237202"/>
              <a:gd name="connsiteY3807" fmla="*/ 814459 h 2631356"/>
              <a:gd name="connsiteX3808" fmla="*/ 7505927 w 11237202"/>
              <a:gd name="connsiteY3808" fmla="*/ 823714 h 2631356"/>
              <a:gd name="connsiteX3809" fmla="*/ 7471527 w 11237202"/>
              <a:gd name="connsiteY3809" fmla="*/ 820295 h 2631356"/>
              <a:gd name="connsiteX3810" fmla="*/ 7473027 w 11237202"/>
              <a:gd name="connsiteY3810" fmla="*/ 811062 h 2631356"/>
              <a:gd name="connsiteX3811" fmla="*/ 8848023 w 11237202"/>
              <a:gd name="connsiteY3811" fmla="*/ 810043 h 2631356"/>
              <a:gd name="connsiteX3812" fmla="*/ 8890308 w 11237202"/>
              <a:gd name="connsiteY3812" fmla="*/ 817879 h 2631356"/>
              <a:gd name="connsiteX3813" fmla="*/ 8902617 w 11237202"/>
              <a:gd name="connsiteY3813" fmla="*/ 838235 h 2631356"/>
              <a:gd name="connsiteX3814" fmla="*/ 8822008 w 11237202"/>
              <a:gd name="connsiteY3814" fmla="*/ 830689 h 2631356"/>
              <a:gd name="connsiteX3815" fmla="*/ 8810616 w 11237202"/>
              <a:gd name="connsiteY3815" fmla="*/ 810515 h 2631356"/>
              <a:gd name="connsiteX3816" fmla="*/ 8848023 w 11237202"/>
              <a:gd name="connsiteY3816" fmla="*/ 810043 h 2631356"/>
              <a:gd name="connsiteX3817" fmla="*/ 1751139 w 11237202"/>
              <a:gd name="connsiteY3817" fmla="*/ 808920 h 2631356"/>
              <a:gd name="connsiteX3818" fmla="*/ 1760420 w 11237202"/>
              <a:gd name="connsiteY3818" fmla="*/ 810265 h 2631356"/>
              <a:gd name="connsiteX3819" fmla="*/ 1748805 w 11237202"/>
              <a:gd name="connsiteY3819" fmla="*/ 813798 h 2631356"/>
              <a:gd name="connsiteX3820" fmla="*/ 1739525 w 11237202"/>
              <a:gd name="connsiteY3820" fmla="*/ 812499 h 2631356"/>
              <a:gd name="connsiteX3821" fmla="*/ 1751139 w 11237202"/>
              <a:gd name="connsiteY3821" fmla="*/ 808920 h 2631356"/>
              <a:gd name="connsiteX3822" fmla="*/ 8169038 w 11237202"/>
              <a:gd name="connsiteY3822" fmla="*/ 808704 h 2631356"/>
              <a:gd name="connsiteX3823" fmla="*/ 8202673 w 11237202"/>
              <a:gd name="connsiteY3823" fmla="*/ 815371 h 2631356"/>
              <a:gd name="connsiteX3824" fmla="*/ 8206732 w 11237202"/>
              <a:gd name="connsiteY3824" fmla="*/ 832672 h 2631356"/>
              <a:gd name="connsiteX3825" fmla="*/ 8140293 w 11237202"/>
              <a:gd name="connsiteY3825" fmla="*/ 826267 h 2631356"/>
              <a:gd name="connsiteX3826" fmla="*/ 8136902 w 11237202"/>
              <a:gd name="connsiteY3826" fmla="*/ 809079 h 2631356"/>
              <a:gd name="connsiteX3827" fmla="*/ 8169038 w 11237202"/>
              <a:gd name="connsiteY3827" fmla="*/ 808704 h 2631356"/>
              <a:gd name="connsiteX3828" fmla="*/ 1082957 w 11237202"/>
              <a:gd name="connsiteY3828" fmla="*/ 807666 h 2631356"/>
              <a:gd name="connsiteX3829" fmla="*/ 1084096 w 11237202"/>
              <a:gd name="connsiteY3829" fmla="*/ 807826 h 2631356"/>
              <a:gd name="connsiteX3830" fmla="*/ 1082484 w 11237202"/>
              <a:gd name="connsiteY3830" fmla="*/ 808258 h 2631356"/>
              <a:gd name="connsiteX3831" fmla="*/ 1081428 w 11237202"/>
              <a:gd name="connsiteY3831" fmla="*/ 808076 h 2631356"/>
              <a:gd name="connsiteX3832" fmla="*/ 1082957 w 11237202"/>
              <a:gd name="connsiteY3832" fmla="*/ 807666 h 2631356"/>
              <a:gd name="connsiteX3833" fmla="*/ 2452980 w 11237202"/>
              <a:gd name="connsiteY3833" fmla="*/ 803350 h 2631356"/>
              <a:gd name="connsiteX3834" fmla="*/ 2465254 w 11237202"/>
              <a:gd name="connsiteY3834" fmla="*/ 809649 h 2631356"/>
              <a:gd name="connsiteX3835" fmla="*/ 2418629 w 11237202"/>
              <a:gd name="connsiteY3835" fmla="*/ 825925 h 2631356"/>
              <a:gd name="connsiteX3836" fmla="*/ 2374698 w 11237202"/>
              <a:gd name="connsiteY3836" fmla="*/ 819862 h 2631356"/>
              <a:gd name="connsiteX3837" fmla="*/ 2421574 w 11237202"/>
              <a:gd name="connsiteY3837" fmla="*/ 803700 h 2631356"/>
              <a:gd name="connsiteX3838" fmla="*/ 2452980 w 11237202"/>
              <a:gd name="connsiteY3838" fmla="*/ 803350 h 2631356"/>
              <a:gd name="connsiteX3839" fmla="*/ 9147527 w 11237202"/>
              <a:gd name="connsiteY3839" fmla="*/ 800622 h 2631356"/>
              <a:gd name="connsiteX3840" fmla="*/ 9162061 w 11237202"/>
              <a:gd name="connsiteY3840" fmla="*/ 801967 h 2631356"/>
              <a:gd name="connsiteX3841" fmla="*/ 9164784 w 11237202"/>
              <a:gd name="connsiteY3841" fmla="*/ 805523 h 2631356"/>
              <a:gd name="connsiteX3842" fmla="*/ 9150277 w 11237202"/>
              <a:gd name="connsiteY3842" fmla="*/ 804178 h 2631356"/>
              <a:gd name="connsiteX3843" fmla="*/ 9147527 w 11237202"/>
              <a:gd name="connsiteY3843" fmla="*/ 800622 h 2631356"/>
              <a:gd name="connsiteX3844" fmla="*/ 8997710 w 11237202"/>
              <a:gd name="connsiteY3844" fmla="*/ 799249 h 2631356"/>
              <a:gd name="connsiteX3845" fmla="*/ 9041356 w 11237202"/>
              <a:gd name="connsiteY3845" fmla="*/ 807165 h 2631356"/>
              <a:gd name="connsiteX3846" fmla="*/ 9055553 w 11237202"/>
              <a:gd name="connsiteY3846" fmla="*/ 827749 h 2631356"/>
              <a:gd name="connsiteX3847" fmla="*/ 8972918 w 11237202"/>
              <a:gd name="connsiteY3847" fmla="*/ 820112 h 2631356"/>
              <a:gd name="connsiteX3848" fmla="*/ 8959691 w 11237202"/>
              <a:gd name="connsiteY3848" fmla="*/ 799710 h 2631356"/>
              <a:gd name="connsiteX3849" fmla="*/ 8997710 w 11237202"/>
              <a:gd name="connsiteY3849" fmla="*/ 799249 h 2631356"/>
              <a:gd name="connsiteX3850" fmla="*/ 1606455 w 11237202"/>
              <a:gd name="connsiteY3850" fmla="*/ 798594 h 2631356"/>
              <a:gd name="connsiteX3851" fmla="*/ 1608678 w 11237202"/>
              <a:gd name="connsiteY3851" fmla="*/ 798914 h 2631356"/>
              <a:gd name="connsiteX3852" fmla="*/ 1605732 w 11237202"/>
              <a:gd name="connsiteY3852" fmla="*/ 799802 h 2631356"/>
              <a:gd name="connsiteX3853" fmla="*/ 1603482 w 11237202"/>
              <a:gd name="connsiteY3853" fmla="*/ 799483 h 2631356"/>
              <a:gd name="connsiteX3854" fmla="*/ 1606455 w 11237202"/>
              <a:gd name="connsiteY3854" fmla="*/ 798594 h 2631356"/>
              <a:gd name="connsiteX3855" fmla="*/ 2958104 w 11237202"/>
              <a:gd name="connsiteY3855" fmla="*/ 798520 h 2631356"/>
              <a:gd name="connsiteX3856" fmla="*/ 2967218 w 11237202"/>
              <a:gd name="connsiteY3856" fmla="*/ 802606 h 2631356"/>
              <a:gd name="connsiteX3857" fmla="*/ 2939792 w 11237202"/>
              <a:gd name="connsiteY3857" fmla="*/ 813092 h 2631356"/>
              <a:gd name="connsiteX3858" fmla="*/ 2910255 w 11237202"/>
              <a:gd name="connsiteY3858" fmla="*/ 809216 h 2631356"/>
              <a:gd name="connsiteX3859" fmla="*/ 2937653 w 11237202"/>
              <a:gd name="connsiteY3859" fmla="*/ 798776 h 2631356"/>
              <a:gd name="connsiteX3860" fmla="*/ 2958104 w 11237202"/>
              <a:gd name="connsiteY3860" fmla="*/ 798520 h 2631356"/>
              <a:gd name="connsiteX3861" fmla="*/ 7648454 w 11237202"/>
              <a:gd name="connsiteY3861" fmla="*/ 798486 h 2631356"/>
              <a:gd name="connsiteX3862" fmla="*/ 7670562 w 11237202"/>
              <a:gd name="connsiteY3862" fmla="*/ 803107 h 2631356"/>
              <a:gd name="connsiteX3863" fmla="*/ 7669951 w 11237202"/>
              <a:gd name="connsiteY3863" fmla="*/ 814984 h 2631356"/>
              <a:gd name="connsiteX3864" fmla="*/ 7625298 w 11237202"/>
              <a:gd name="connsiteY3864" fmla="*/ 810561 h 2631356"/>
              <a:gd name="connsiteX3865" fmla="*/ 7626159 w 11237202"/>
              <a:gd name="connsiteY3865" fmla="*/ 798753 h 2631356"/>
              <a:gd name="connsiteX3866" fmla="*/ 7648454 w 11237202"/>
              <a:gd name="connsiteY3866" fmla="*/ 798486 h 2631356"/>
              <a:gd name="connsiteX3867" fmla="*/ 8322403 w 11237202"/>
              <a:gd name="connsiteY3867" fmla="*/ 797161 h 2631356"/>
              <a:gd name="connsiteX3868" fmla="*/ 8359696 w 11237202"/>
              <a:gd name="connsiteY3868" fmla="*/ 804360 h 2631356"/>
              <a:gd name="connsiteX3869" fmla="*/ 8365557 w 11237202"/>
              <a:gd name="connsiteY3869" fmla="*/ 823052 h 2631356"/>
              <a:gd name="connsiteX3870" fmla="*/ 8292953 w 11237202"/>
              <a:gd name="connsiteY3870" fmla="*/ 816100 h 2631356"/>
              <a:gd name="connsiteX3871" fmla="*/ 8287673 w 11237202"/>
              <a:gd name="connsiteY3871" fmla="*/ 797567 h 2631356"/>
              <a:gd name="connsiteX3872" fmla="*/ 8322403 w 11237202"/>
              <a:gd name="connsiteY3872" fmla="*/ 797161 h 2631356"/>
              <a:gd name="connsiteX3873" fmla="*/ 3452398 w 11237202"/>
              <a:gd name="connsiteY3873" fmla="*/ 796839 h 2631356"/>
              <a:gd name="connsiteX3874" fmla="*/ 3453705 w 11237202"/>
              <a:gd name="connsiteY3874" fmla="*/ 796998 h 2631356"/>
              <a:gd name="connsiteX3875" fmla="*/ 3452704 w 11237202"/>
              <a:gd name="connsiteY3875" fmla="*/ 797453 h 2631356"/>
              <a:gd name="connsiteX3876" fmla="*/ 3451426 w 11237202"/>
              <a:gd name="connsiteY3876" fmla="*/ 797294 h 2631356"/>
              <a:gd name="connsiteX3877" fmla="*/ 3452398 w 11237202"/>
              <a:gd name="connsiteY3877" fmla="*/ 796839 h 2631356"/>
              <a:gd name="connsiteX3878" fmla="*/ 7129835 w 11237202"/>
              <a:gd name="connsiteY3878" fmla="*/ 792279 h 2631356"/>
              <a:gd name="connsiteX3879" fmla="*/ 7133976 w 11237202"/>
              <a:gd name="connsiteY3879" fmla="*/ 792689 h 2631356"/>
              <a:gd name="connsiteX3880" fmla="*/ 7133532 w 11237202"/>
              <a:gd name="connsiteY3880" fmla="*/ 793806 h 2631356"/>
              <a:gd name="connsiteX3881" fmla="*/ 7129474 w 11237202"/>
              <a:gd name="connsiteY3881" fmla="*/ 793373 h 2631356"/>
              <a:gd name="connsiteX3882" fmla="*/ 7129835 w 11237202"/>
              <a:gd name="connsiteY3882" fmla="*/ 792279 h 2631356"/>
              <a:gd name="connsiteX3883" fmla="*/ 9300271 w 11237202"/>
              <a:gd name="connsiteY3883" fmla="*/ 791915 h 2631356"/>
              <a:gd name="connsiteX3884" fmla="*/ 9304799 w 11237202"/>
              <a:gd name="connsiteY3884" fmla="*/ 792325 h 2631356"/>
              <a:gd name="connsiteX3885" fmla="*/ 9305771 w 11237202"/>
              <a:gd name="connsiteY3885" fmla="*/ 793465 h 2631356"/>
              <a:gd name="connsiteX3886" fmla="*/ 9301214 w 11237202"/>
              <a:gd name="connsiteY3886" fmla="*/ 793032 h 2631356"/>
              <a:gd name="connsiteX3887" fmla="*/ 9300271 w 11237202"/>
              <a:gd name="connsiteY3887" fmla="*/ 791915 h 2631356"/>
              <a:gd name="connsiteX3888" fmla="*/ 2309303 w 11237202"/>
              <a:gd name="connsiteY3888" fmla="*/ 789752 h 2631356"/>
              <a:gd name="connsiteX3889" fmla="*/ 2322654 w 11237202"/>
              <a:gd name="connsiteY3889" fmla="*/ 796815 h 2631356"/>
              <a:gd name="connsiteX3890" fmla="*/ 2268387 w 11237202"/>
              <a:gd name="connsiteY3890" fmla="*/ 815120 h 2631356"/>
              <a:gd name="connsiteX3891" fmla="*/ 2219287 w 11237202"/>
              <a:gd name="connsiteY3891" fmla="*/ 808327 h 2631356"/>
              <a:gd name="connsiteX3892" fmla="*/ 2273694 w 11237202"/>
              <a:gd name="connsiteY3892" fmla="*/ 790159 h 2631356"/>
              <a:gd name="connsiteX3893" fmla="*/ 2309303 w 11237202"/>
              <a:gd name="connsiteY3893" fmla="*/ 789752 h 2631356"/>
              <a:gd name="connsiteX3894" fmla="*/ 8474169 w 11237202"/>
              <a:gd name="connsiteY3894" fmla="*/ 787572 h 2631356"/>
              <a:gd name="connsiteX3895" fmla="*/ 8509410 w 11237202"/>
              <a:gd name="connsiteY3895" fmla="*/ 794285 h 2631356"/>
              <a:gd name="connsiteX3896" fmla="*/ 8516468 w 11237202"/>
              <a:gd name="connsiteY3896" fmla="*/ 811633 h 2631356"/>
              <a:gd name="connsiteX3897" fmla="*/ 8448057 w 11237202"/>
              <a:gd name="connsiteY3897" fmla="*/ 805204 h 2631356"/>
              <a:gd name="connsiteX3898" fmla="*/ 8441722 w 11237202"/>
              <a:gd name="connsiteY3898" fmla="*/ 787971 h 2631356"/>
              <a:gd name="connsiteX3899" fmla="*/ 8474169 w 11237202"/>
              <a:gd name="connsiteY3899" fmla="*/ 787572 h 2631356"/>
              <a:gd name="connsiteX3900" fmla="*/ 2809196 w 11237202"/>
              <a:gd name="connsiteY3900" fmla="*/ 785746 h 2631356"/>
              <a:gd name="connsiteX3901" fmla="*/ 2818894 w 11237202"/>
              <a:gd name="connsiteY3901" fmla="*/ 790182 h 2631356"/>
              <a:gd name="connsiteX3902" fmla="*/ 2787883 w 11237202"/>
              <a:gd name="connsiteY3902" fmla="*/ 801694 h 2631356"/>
              <a:gd name="connsiteX3903" fmla="*/ 2755679 w 11237202"/>
              <a:gd name="connsiteY3903" fmla="*/ 797408 h 2631356"/>
              <a:gd name="connsiteX3904" fmla="*/ 2786744 w 11237202"/>
              <a:gd name="connsiteY3904" fmla="*/ 786011 h 2631356"/>
              <a:gd name="connsiteX3905" fmla="*/ 2809196 w 11237202"/>
              <a:gd name="connsiteY3905" fmla="*/ 785746 h 2631356"/>
              <a:gd name="connsiteX3906" fmla="*/ 7803833 w 11237202"/>
              <a:gd name="connsiteY3906" fmla="*/ 784600 h 2631356"/>
              <a:gd name="connsiteX3907" fmla="*/ 7835753 w 11237202"/>
              <a:gd name="connsiteY3907" fmla="*/ 791094 h 2631356"/>
              <a:gd name="connsiteX3908" fmla="*/ 7836364 w 11237202"/>
              <a:gd name="connsiteY3908" fmla="*/ 807917 h 2631356"/>
              <a:gd name="connsiteX3909" fmla="*/ 7772149 w 11237202"/>
              <a:gd name="connsiteY3909" fmla="*/ 801671 h 2631356"/>
              <a:gd name="connsiteX3910" fmla="*/ 7772122 w 11237202"/>
              <a:gd name="connsiteY3910" fmla="*/ 784962 h 2631356"/>
              <a:gd name="connsiteX3911" fmla="*/ 7803833 w 11237202"/>
              <a:gd name="connsiteY3911" fmla="*/ 784600 h 2631356"/>
              <a:gd name="connsiteX3912" fmla="*/ 3298405 w 11237202"/>
              <a:gd name="connsiteY3912" fmla="*/ 783823 h 2631356"/>
              <a:gd name="connsiteX3913" fmla="*/ 3304157 w 11237202"/>
              <a:gd name="connsiteY3913" fmla="*/ 784529 h 2631356"/>
              <a:gd name="connsiteX3914" fmla="*/ 3299406 w 11237202"/>
              <a:gd name="connsiteY3914" fmla="*/ 786490 h 2631356"/>
              <a:gd name="connsiteX3915" fmla="*/ 3293570 w 11237202"/>
              <a:gd name="connsiteY3915" fmla="*/ 785783 h 2631356"/>
              <a:gd name="connsiteX3916" fmla="*/ 3298405 w 11237202"/>
              <a:gd name="connsiteY3916" fmla="*/ 783823 h 2631356"/>
              <a:gd name="connsiteX3917" fmla="*/ 7279105 w 11237202"/>
              <a:gd name="connsiteY3917" fmla="*/ 778876 h 2631356"/>
              <a:gd name="connsiteX3918" fmla="*/ 7300196 w 11237202"/>
              <a:gd name="connsiteY3918" fmla="*/ 780950 h 2631356"/>
              <a:gd name="connsiteX3919" fmla="*/ 7298723 w 11237202"/>
              <a:gd name="connsiteY3919" fmla="*/ 786626 h 2631356"/>
              <a:gd name="connsiteX3920" fmla="*/ 7277550 w 11237202"/>
              <a:gd name="connsiteY3920" fmla="*/ 784529 h 2631356"/>
              <a:gd name="connsiteX3921" fmla="*/ 7279105 w 11237202"/>
              <a:gd name="connsiteY3921" fmla="*/ 778876 h 2631356"/>
              <a:gd name="connsiteX3922" fmla="*/ 8624058 w 11237202"/>
              <a:gd name="connsiteY3922" fmla="*/ 778423 h 2631356"/>
              <a:gd name="connsiteX3923" fmla="*/ 8656513 w 11237202"/>
              <a:gd name="connsiteY3923" fmla="*/ 784461 h 2631356"/>
              <a:gd name="connsiteX3924" fmla="*/ 8664099 w 11237202"/>
              <a:gd name="connsiteY3924" fmla="*/ 800075 h 2631356"/>
              <a:gd name="connsiteX3925" fmla="*/ 8601772 w 11237202"/>
              <a:gd name="connsiteY3925" fmla="*/ 794308 h 2631356"/>
              <a:gd name="connsiteX3926" fmla="*/ 8594686 w 11237202"/>
              <a:gd name="connsiteY3926" fmla="*/ 778762 h 2631356"/>
              <a:gd name="connsiteX3927" fmla="*/ 8624058 w 11237202"/>
              <a:gd name="connsiteY3927" fmla="*/ 778423 h 2631356"/>
              <a:gd name="connsiteX3928" fmla="*/ 2163662 w 11237202"/>
              <a:gd name="connsiteY3928" fmla="*/ 777844 h 2631356"/>
              <a:gd name="connsiteX3929" fmla="*/ 2176440 w 11237202"/>
              <a:gd name="connsiteY3929" fmla="*/ 784802 h 2631356"/>
              <a:gd name="connsiteX3930" fmla="*/ 2121062 w 11237202"/>
              <a:gd name="connsiteY3930" fmla="*/ 802879 h 2631356"/>
              <a:gd name="connsiteX3931" fmla="*/ 2072796 w 11237202"/>
              <a:gd name="connsiteY3931" fmla="*/ 796177 h 2631356"/>
              <a:gd name="connsiteX3932" fmla="*/ 2128314 w 11237202"/>
              <a:gd name="connsiteY3932" fmla="*/ 778237 h 2631356"/>
              <a:gd name="connsiteX3933" fmla="*/ 2163662 w 11237202"/>
              <a:gd name="connsiteY3933" fmla="*/ 777844 h 2631356"/>
              <a:gd name="connsiteX3934" fmla="*/ 1325645 w 11237202"/>
              <a:gd name="connsiteY3934" fmla="*/ 775024 h 2631356"/>
              <a:gd name="connsiteX3935" fmla="*/ 1326756 w 11237202"/>
              <a:gd name="connsiteY3935" fmla="*/ 775183 h 2631356"/>
              <a:gd name="connsiteX3936" fmla="*/ 1325200 w 11237202"/>
              <a:gd name="connsiteY3936" fmla="*/ 775639 h 2631356"/>
              <a:gd name="connsiteX3937" fmla="*/ 1324061 w 11237202"/>
              <a:gd name="connsiteY3937" fmla="*/ 775457 h 2631356"/>
              <a:gd name="connsiteX3938" fmla="*/ 1325645 w 11237202"/>
              <a:gd name="connsiteY3938" fmla="*/ 775024 h 2631356"/>
              <a:gd name="connsiteX3939" fmla="*/ 7956600 w 11237202"/>
              <a:gd name="connsiteY3939" fmla="*/ 773944 h 2631356"/>
              <a:gd name="connsiteX3940" fmla="*/ 7990162 w 11237202"/>
              <a:gd name="connsiteY3940" fmla="*/ 780631 h 2631356"/>
              <a:gd name="connsiteX3941" fmla="*/ 7992302 w 11237202"/>
              <a:gd name="connsiteY3941" fmla="*/ 797933 h 2631356"/>
              <a:gd name="connsiteX3942" fmla="*/ 7925364 w 11237202"/>
              <a:gd name="connsiteY3942" fmla="*/ 791527 h 2631356"/>
              <a:gd name="connsiteX3943" fmla="*/ 7923892 w 11237202"/>
              <a:gd name="connsiteY3943" fmla="*/ 774316 h 2631356"/>
              <a:gd name="connsiteX3944" fmla="*/ 7956600 w 11237202"/>
              <a:gd name="connsiteY3944" fmla="*/ 773944 h 2631356"/>
              <a:gd name="connsiteX3945" fmla="*/ 2663664 w 11237202"/>
              <a:gd name="connsiteY3945" fmla="*/ 772993 h 2631356"/>
              <a:gd name="connsiteX3946" fmla="*/ 2673987 w 11237202"/>
              <a:gd name="connsiteY3946" fmla="*/ 777873 h 2631356"/>
              <a:gd name="connsiteX3947" fmla="*/ 2638531 w 11237202"/>
              <a:gd name="connsiteY3947" fmla="*/ 790524 h 2631356"/>
              <a:gd name="connsiteX3948" fmla="*/ 2603214 w 11237202"/>
              <a:gd name="connsiteY3948" fmla="*/ 785852 h 2631356"/>
              <a:gd name="connsiteX3949" fmla="*/ 2638753 w 11237202"/>
              <a:gd name="connsiteY3949" fmla="*/ 773291 h 2631356"/>
              <a:gd name="connsiteX3950" fmla="*/ 2663664 w 11237202"/>
              <a:gd name="connsiteY3950" fmla="*/ 772993 h 2631356"/>
              <a:gd name="connsiteX3951" fmla="*/ 3160925 w 11237202"/>
              <a:gd name="connsiteY3951" fmla="*/ 768296 h 2631356"/>
              <a:gd name="connsiteX3952" fmla="*/ 3167503 w 11237202"/>
              <a:gd name="connsiteY3952" fmla="*/ 771057 h 2631356"/>
              <a:gd name="connsiteX3953" fmla="*/ 3149414 w 11237202"/>
              <a:gd name="connsiteY3953" fmla="*/ 778215 h 2631356"/>
              <a:gd name="connsiteX3954" fmla="*/ 3128741 w 11237202"/>
              <a:gd name="connsiteY3954" fmla="*/ 775593 h 2631356"/>
              <a:gd name="connsiteX3955" fmla="*/ 3146885 w 11237202"/>
              <a:gd name="connsiteY3955" fmla="*/ 768458 h 2631356"/>
              <a:gd name="connsiteX3956" fmla="*/ 3160925 w 11237202"/>
              <a:gd name="connsiteY3956" fmla="*/ 768296 h 2631356"/>
              <a:gd name="connsiteX3957" fmla="*/ 2015699 w 11237202"/>
              <a:gd name="connsiteY3957" fmla="*/ 767603 h 2631356"/>
              <a:gd name="connsiteX3958" fmla="*/ 2026310 w 11237202"/>
              <a:gd name="connsiteY3958" fmla="*/ 773678 h 2631356"/>
              <a:gd name="connsiteX3959" fmla="*/ 1976822 w 11237202"/>
              <a:gd name="connsiteY3959" fmla="*/ 789316 h 2631356"/>
              <a:gd name="connsiteX3960" fmla="*/ 1935115 w 11237202"/>
              <a:gd name="connsiteY3960" fmla="*/ 783503 h 2631356"/>
              <a:gd name="connsiteX3961" fmla="*/ 1984852 w 11237202"/>
              <a:gd name="connsiteY3961" fmla="*/ 767957 h 2631356"/>
              <a:gd name="connsiteX3962" fmla="*/ 2015699 w 11237202"/>
              <a:gd name="connsiteY3962" fmla="*/ 767603 h 2631356"/>
              <a:gd name="connsiteX3963" fmla="*/ 7426874 w 11237202"/>
              <a:gd name="connsiteY3963" fmla="*/ 766156 h 2631356"/>
              <a:gd name="connsiteX3964" fmla="*/ 7462608 w 11237202"/>
              <a:gd name="connsiteY3964" fmla="*/ 769598 h 2631356"/>
              <a:gd name="connsiteX3965" fmla="*/ 7460969 w 11237202"/>
              <a:gd name="connsiteY3965" fmla="*/ 779081 h 2631356"/>
              <a:gd name="connsiteX3966" fmla="*/ 7425096 w 11237202"/>
              <a:gd name="connsiteY3966" fmla="*/ 775593 h 2631356"/>
              <a:gd name="connsiteX3967" fmla="*/ 7426874 w 11237202"/>
              <a:gd name="connsiteY3967" fmla="*/ 766156 h 2631356"/>
              <a:gd name="connsiteX3968" fmla="*/ 8770272 w 11237202"/>
              <a:gd name="connsiteY3968" fmla="*/ 766029 h 2631356"/>
              <a:gd name="connsiteX3969" fmla="*/ 8809920 w 11237202"/>
              <a:gd name="connsiteY3969" fmla="*/ 773246 h 2631356"/>
              <a:gd name="connsiteX3970" fmla="*/ 8820591 w 11237202"/>
              <a:gd name="connsiteY3970" fmla="*/ 791961 h 2631356"/>
              <a:gd name="connsiteX3971" fmla="*/ 8744929 w 11237202"/>
              <a:gd name="connsiteY3971" fmla="*/ 785008 h 2631356"/>
              <a:gd name="connsiteX3972" fmla="*/ 8734897 w 11237202"/>
              <a:gd name="connsiteY3972" fmla="*/ 766453 h 2631356"/>
              <a:gd name="connsiteX3973" fmla="*/ 8770272 w 11237202"/>
              <a:gd name="connsiteY3973" fmla="*/ 766029 h 2631356"/>
              <a:gd name="connsiteX3974" fmla="*/ 1840418 w 11237202"/>
              <a:gd name="connsiteY3974" fmla="*/ 764492 h 2631356"/>
              <a:gd name="connsiteX3975" fmla="*/ 1849505 w 11237202"/>
              <a:gd name="connsiteY3975" fmla="*/ 765768 h 2631356"/>
              <a:gd name="connsiteX3976" fmla="*/ 1838307 w 11237202"/>
              <a:gd name="connsiteY3976" fmla="*/ 769188 h 2631356"/>
              <a:gd name="connsiteX3977" fmla="*/ 1829248 w 11237202"/>
              <a:gd name="connsiteY3977" fmla="*/ 767888 h 2631356"/>
              <a:gd name="connsiteX3978" fmla="*/ 1840418 w 11237202"/>
              <a:gd name="connsiteY3978" fmla="*/ 764492 h 2631356"/>
              <a:gd name="connsiteX3979" fmla="*/ 8107390 w 11237202"/>
              <a:gd name="connsiteY3979" fmla="*/ 764302 h 2631356"/>
              <a:gd name="connsiteX3980" fmla="*/ 8140042 w 11237202"/>
              <a:gd name="connsiteY3980" fmla="*/ 770670 h 2631356"/>
              <a:gd name="connsiteX3981" fmla="*/ 8143517 w 11237202"/>
              <a:gd name="connsiteY3981" fmla="*/ 787150 h 2631356"/>
              <a:gd name="connsiteX3982" fmla="*/ 8078913 w 11237202"/>
              <a:gd name="connsiteY3982" fmla="*/ 781019 h 2631356"/>
              <a:gd name="connsiteX3983" fmla="*/ 8076133 w 11237202"/>
              <a:gd name="connsiteY3983" fmla="*/ 764652 h 2631356"/>
              <a:gd name="connsiteX3984" fmla="*/ 8107390 w 11237202"/>
              <a:gd name="connsiteY3984" fmla="*/ 764302 h 2631356"/>
              <a:gd name="connsiteX3985" fmla="*/ 2520253 w 11237202"/>
              <a:gd name="connsiteY3985" fmla="*/ 760557 h 2631356"/>
              <a:gd name="connsiteX3986" fmla="*/ 2530969 w 11237202"/>
              <a:gd name="connsiteY3986" fmla="*/ 765791 h 2631356"/>
              <a:gd name="connsiteX3987" fmla="*/ 2491678 w 11237202"/>
              <a:gd name="connsiteY3987" fmla="*/ 779332 h 2631356"/>
              <a:gd name="connsiteX3988" fmla="*/ 2453944 w 11237202"/>
              <a:gd name="connsiteY3988" fmla="*/ 774316 h 2631356"/>
              <a:gd name="connsiteX3989" fmla="*/ 2493429 w 11237202"/>
              <a:gd name="connsiteY3989" fmla="*/ 760845 h 2631356"/>
              <a:gd name="connsiteX3990" fmla="*/ 2520253 w 11237202"/>
              <a:gd name="connsiteY3990" fmla="*/ 760557 h 2631356"/>
              <a:gd name="connsiteX3991" fmla="*/ 8915152 w 11237202"/>
              <a:gd name="connsiteY3991" fmla="*/ 755299 h 2631356"/>
              <a:gd name="connsiteX3992" fmla="*/ 8957439 w 11237202"/>
              <a:gd name="connsiteY3992" fmla="*/ 762850 h 2631356"/>
              <a:gd name="connsiteX3993" fmla="*/ 8970334 w 11237202"/>
              <a:gd name="connsiteY3993" fmla="*/ 782432 h 2631356"/>
              <a:gd name="connsiteX3994" fmla="*/ 8890057 w 11237202"/>
              <a:gd name="connsiteY3994" fmla="*/ 775137 h 2631356"/>
              <a:gd name="connsiteX3995" fmla="*/ 8878055 w 11237202"/>
              <a:gd name="connsiteY3995" fmla="*/ 755716 h 2631356"/>
              <a:gd name="connsiteX3996" fmla="*/ 8915152 w 11237202"/>
              <a:gd name="connsiteY3996" fmla="*/ 755299 h 2631356"/>
              <a:gd name="connsiteX3997" fmla="*/ 1700262 w 11237202"/>
              <a:gd name="connsiteY3997" fmla="*/ 754644 h 2631356"/>
              <a:gd name="connsiteX3998" fmla="*/ 1702513 w 11237202"/>
              <a:gd name="connsiteY3998" fmla="*/ 754941 h 2631356"/>
              <a:gd name="connsiteX3999" fmla="*/ 1699651 w 11237202"/>
              <a:gd name="connsiteY3999" fmla="*/ 755807 h 2631356"/>
              <a:gd name="connsiteX4000" fmla="*/ 1697456 w 11237202"/>
              <a:gd name="connsiteY4000" fmla="*/ 755488 h 2631356"/>
              <a:gd name="connsiteX4001" fmla="*/ 1700262 w 11237202"/>
              <a:gd name="connsiteY4001" fmla="*/ 754644 h 2631356"/>
              <a:gd name="connsiteX4002" fmla="*/ 3021093 w 11237202"/>
              <a:gd name="connsiteY4002" fmla="*/ 753698 h 2631356"/>
              <a:gd name="connsiteX4003" fmla="*/ 3031155 w 11237202"/>
              <a:gd name="connsiteY4003" fmla="*/ 758109 h 2631356"/>
              <a:gd name="connsiteX4004" fmla="*/ 3001479 w 11237202"/>
              <a:gd name="connsiteY4004" fmla="*/ 769393 h 2631356"/>
              <a:gd name="connsiteX4005" fmla="*/ 2968747 w 11237202"/>
              <a:gd name="connsiteY4005" fmla="*/ 765198 h 2631356"/>
              <a:gd name="connsiteX4006" fmla="*/ 2998673 w 11237202"/>
              <a:gd name="connsiteY4006" fmla="*/ 753938 h 2631356"/>
              <a:gd name="connsiteX4007" fmla="*/ 3021093 w 11237202"/>
              <a:gd name="connsiteY4007" fmla="*/ 753698 h 2631356"/>
              <a:gd name="connsiteX4008" fmla="*/ 8255790 w 11237202"/>
              <a:gd name="connsiteY4008" fmla="*/ 753271 h 2631356"/>
              <a:gd name="connsiteX4009" fmla="*/ 8291785 w 11237202"/>
              <a:gd name="connsiteY4009" fmla="*/ 760138 h 2631356"/>
              <a:gd name="connsiteX4010" fmla="*/ 8296981 w 11237202"/>
              <a:gd name="connsiteY4010" fmla="*/ 777941 h 2631356"/>
              <a:gd name="connsiteX4011" fmla="*/ 8226292 w 11237202"/>
              <a:gd name="connsiteY4011" fmla="*/ 771307 h 2631356"/>
              <a:gd name="connsiteX4012" fmla="*/ 8221901 w 11237202"/>
              <a:gd name="connsiteY4012" fmla="*/ 753687 h 2631356"/>
              <a:gd name="connsiteX4013" fmla="*/ 8255790 w 11237202"/>
              <a:gd name="connsiteY4013" fmla="*/ 753271 h 2631356"/>
              <a:gd name="connsiteX4014" fmla="*/ 9045663 w 11237202"/>
              <a:gd name="connsiteY4014" fmla="*/ 752593 h 2631356"/>
              <a:gd name="connsiteX4015" fmla="*/ 9084174 w 11237202"/>
              <a:gd name="connsiteY4015" fmla="*/ 755989 h 2631356"/>
              <a:gd name="connsiteX4016" fmla="*/ 9091064 w 11237202"/>
              <a:gd name="connsiteY4016" fmla="*/ 765335 h 2631356"/>
              <a:gd name="connsiteX4017" fmla="*/ 9052274 w 11237202"/>
              <a:gd name="connsiteY4017" fmla="*/ 761871 h 2631356"/>
              <a:gd name="connsiteX4018" fmla="*/ 9045663 w 11237202"/>
              <a:gd name="connsiteY4018" fmla="*/ 752593 h 2631356"/>
              <a:gd name="connsiteX4019" fmla="*/ 3503248 w 11237202"/>
              <a:gd name="connsiteY4019" fmla="*/ 752297 h 2631356"/>
              <a:gd name="connsiteX4020" fmla="*/ 3507777 w 11237202"/>
              <a:gd name="connsiteY4020" fmla="*/ 752821 h 2631356"/>
              <a:gd name="connsiteX4021" fmla="*/ 3504303 w 11237202"/>
              <a:gd name="connsiteY4021" fmla="*/ 754303 h 2631356"/>
              <a:gd name="connsiteX4022" fmla="*/ 3499802 w 11237202"/>
              <a:gd name="connsiteY4022" fmla="*/ 753779 h 2631356"/>
              <a:gd name="connsiteX4023" fmla="*/ 3503248 w 11237202"/>
              <a:gd name="connsiteY4023" fmla="*/ 752297 h 2631356"/>
              <a:gd name="connsiteX4024" fmla="*/ 7597651 w 11237202"/>
              <a:gd name="connsiteY4024" fmla="*/ 752052 h 2631356"/>
              <a:gd name="connsiteX4025" fmla="*/ 7625825 w 11237202"/>
              <a:gd name="connsiteY4025" fmla="*/ 757836 h 2631356"/>
              <a:gd name="connsiteX4026" fmla="*/ 7624658 w 11237202"/>
              <a:gd name="connsiteY4026" fmla="*/ 772766 h 2631356"/>
              <a:gd name="connsiteX4027" fmla="*/ 7567307 w 11237202"/>
              <a:gd name="connsiteY4027" fmla="*/ 767204 h 2631356"/>
              <a:gd name="connsiteX4028" fmla="*/ 7568891 w 11237202"/>
              <a:gd name="connsiteY4028" fmla="*/ 752388 h 2631356"/>
              <a:gd name="connsiteX4029" fmla="*/ 7597651 w 11237202"/>
              <a:gd name="connsiteY4029" fmla="*/ 752052 h 2631356"/>
              <a:gd name="connsiteX4030" fmla="*/ 7088072 w 11237202"/>
              <a:gd name="connsiteY4030" fmla="*/ 748672 h 2631356"/>
              <a:gd name="connsiteX4031" fmla="*/ 7091935 w 11237202"/>
              <a:gd name="connsiteY4031" fmla="*/ 749082 h 2631356"/>
              <a:gd name="connsiteX4032" fmla="*/ 7091546 w 11237202"/>
              <a:gd name="connsiteY4032" fmla="*/ 750108 h 2631356"/>
              <a:gd name="connsiteX4033" fmla="*/ 7087628 w 11237202"/>
              <a:gd name="connsiteY4033" fmla="*/ 749721 h 2631356"/>
              <a:gd name="connsiteX4034" fmla="*/ 7088072 w 11237202"/>
              <a:gd name="connsiteY4034" fmla="*/ 748672 h 2631356"/>
              <a:gd name="connsiteX4035" fmla="*/ 9205712 w 11237202"/>
              <a:gd name="connsiteY4035" fmla="*/ 747601 h 2631356"/>
              <a:gd name="connsiteX4036" fmla="*/ 9214438 w 11237202"/>
              <a:gd name="connsiteY4036" fmla="*/ 748376 h 2631356"/>
              <a:gd name="connsiteX4037" fmla="*/ 9216187 w 11237202"/>
              <a:gd name="connsiteY4037" fmla="*/ 750473 h 2631356"/>
              <a:gd name="connsiteX4038" fmla="*/ 9207407 w 11237202"/>
              <a:gd name="connsiteY4038" fmla="*/ 749698 h 2631356"/>
              <a:gd name="connsiteX4039" fmla="*/ 9205712 w 11237202"/>
              <a:gd name="connsiteY4039" fmla="*/ 747601 h 2631356"/>
              <a:gd name="connsiteX4040" fmla="*/ 2382520 w 11237202"/>
              <a:gd name="connsiteY4040" fmla="*/ 747282 h 2631356"/>
              <a:gd name="connsiteX4041" fmla="*/ 2394676 w 11237202"/>
              <a:gd name="connsiteY4041" fmla="*/ 753436 h 2631356"/>
              <a:gd name="connsiteX4042" fmla="*/ 2346967 w 11237202"/>
              <a:gd name="connsiteY4042" fmla="*/ 769370 h 2631356"/>
              <a:gd name="connsiteX4043" fmla="*/ 2302730 w 11237202"/>
              <a:gd name="connsiteY4043" fmla="*/ 763466 h 2631356"/>
              <a:gd name="connsiteX4044" fmla="*/ 2350690 w 11237202"/>
              <a:gd name="connsiteY4044" fmla="*/ 747624 h 2631356"/>
              <a:gd name="connsiteX4045" fmla="*/ 2382520 w 11237202"/>
              <a:gd name="connsiteY4045" fmla="*/ 747282 h 2631356"/>
              <a:gd name="connsiteX4046" fmla="*/ 8402418 w 11237202"/>
              <a:gd name="connsiteY4046" fmla="*/ 743281 h 2631356"/>
              <a:gd name="connsiteX4047" fmla="*/ 8439192 w 11237202"/>
              <a:gd name="connsiteY4047" fmla="*/ 750177 h 2631356"/>
              <a:gd name="connsiteX4048" fmla="*/ 8446001 w 11237202"/>
              <a:gd name="connsiteY4048" fmla="*/ 767957 h 2631356"/>
              <a:gd name="connsiteX4049" fmla="*/ 8374201 w 11237202"/>
              <a:gd name="connsiteY4049" fmla="*/ 761346 h 2631356"/>
              <a:gd name="connsiteX4050" fmla="*/ 8368309 w 11237202"/>
              <a:gd name="connsiteY4050" fmla="*/ 743703 h 2631356"/>
              <a:gd name="connsiteX4051" fmla="*/ 8402418 w 11237202"/>
              <a:gd name="connsiteY4051" fmla="*/ 743281 h 2631356"/>
              <a:gd name="connsiteX4052" fmla="*/ 2875870 w 11237202"/>
              <a:gd name="connsiteY4052" fmla="*/ 742286 h 2631356"/>
              <a:gd name="connsiteX4053" fmla="*/ 2885609 w 11237202"/>
              <a:gd name="connsiteY4053" fmla="*/ 746598 h 2631356"/>
              <a:gd name="connsiteX4054" fmla="*/ 2855183 w 11237202"/>
              <a:gd name="connsiteY4054" fmla="*/ 757745 h 2631356"/>
              <a:gd name="connsiteX4055" fmla="*/ 2823005 w 11237202"/>
              <a:gd name="connsiteY4055" fmla="*/ 753596 h 2631356"/>
              <a:gd name="connsiteX4056" fmla="*/ 2853626 w 11237202"/>
              <a:gd name="connsiteY4056" fmla="*/ 742540 h 2631356"/>
              <a:gd name="connsiteX4057" fmla="*/ 2875870 w 11237202"/>
              <a:gd name="connsiteY4057" fmla="*/ 742286 h 2631356"/>
              <a:gd name="connsiteX4058" fmla="*/ 7747593 w 11237202"/>
              <a:gd name="connsiteY4058" fmla="*/ 740144 h 2631356"/>
              <a:gd name="connsiteX4059" fmla="*/ 7781848 w 11237202"/>
              <a:gd name="connsiteY4059" fmla="*/ 746985 h 2631356"/>
              <a:gd name="connsiteX4060" fmla="*/ 7781902 w 11237202"/>
              <a:gd name="connsiteY4060" fmla="*/ 764743 h 2631356"/>
              <a:gd name="connsiteX4061" fmla="*/ 7712881 w 11237202"/>
              <a:gd name="connsiteY4061" fmla="*/ 758132 h 2631356"/>
              <a:gd name="connsiteX4062" fmla="*/ 7713381 w 11237202"/>
              <a:gd name="connsiteY4062" fmla="*/ 740534 h 2631356"/>
              <a:gd name="connsiteX4063" fmla="*/ 7747593 w 11237202"/>
              <a:gd name="connsiteY4063" fmla="*/ 740144 h 2631356"/>
              <a:gd name="connsiteX4064" fmla="*/ 3355395 w 11237202"/>
              <a:gd name="connsiteY4064" fmla="*/ 739190 h 2631356"/>
              <a:gd name="connsiteX4065" fmla="*/ 3367288 w 11237202"/>
              <a:gd name="connsiteY4065" fmla="*/ 740626 h 2631356"/>
              <a:gd name="connsiteX4066" fmla="*/ 3357535 w 11237202"/>
              <a:gd name="connsiteY4066" fmla="*/ 744592 h 2631356"/>
              <a:gd name="connsiteX4067" fmla="*/ 3345642 w 11237202"/>
              <a:gd name="connsiteY4067" fmla="*/ 743156 h 2631356"/>
              <a:gd name="connsiteX4068" fmla="*/ 3355395 w 11237202"/>
              <a:gd name="connsiteY4068" fmla="*/ 739190 h 2631356"/>
              <a:gd name="connsiteX4069" fmla="*/ 9350730 w 11237202"/>
              <a:gd name="connsiteY4069" fmla="*/ 738939 h 2631356"/>
              <a:gd name="connsiteX4070" fmla="*/ 9352510 w 11237202"/>
              <a:gd name="connsiteY4070" fmla="*/ 739099 h 2631356"/>
              <a:gd name="connsiteX4071" fmla="*/ 9352815 w 11237202"/>
              <a:gd name="connsiteY4071" fmla="*/ 739509 h 2631356"/>
              <a:gd name="connsiteX4072" fmla="*/ 9351147 w 11237202"/>
              <a:gd name="connsiteY4072" fmla="*/ 739372 h 2631356"/>
              <a:gd name="connsiteX4073" fmla="*/ 9350730 w 11237202"/>
              <a:gd name="connsiteY4073" fmla="*/ 738939 h 2631356"/>
              <a:gd name="connsiteX4074" fmla="*/ 7235314 w 11237202"/>
              <a:gd name="connsiteY4074" fmla="*/ 737183 h 2631356"/>
              <a:gd name="connsiteX4075" fmla="*/ 7248790 w 11237202"/>
              <a:gd name="connsiteY4075" fmla="*/ 738506 h 2631356"/>
              <a:gd name="connsiteX4076" fmla="*/ 7247735 w 11237202"/>
              <a:gd name="connsiteY4076" fmla="*/ 742016 h 2631356"/>
              <a:gd name="connsiteX4077" fmla="*/ 7234202 w 11237202"/>
              <a:gd name="connsiteY4077" fmla="*/ 740717 h 2631356"/>
              <a:gd name="connsiteX4078" fmla="*/ 7235314 w 11237202"/>
              <a:gd name="connsiteY4078" fmla="*/ 737183 h 2631356"/>
              <a:gd name="connsiteX4079" fmla="*/ 8547762 w 11237202"/>
              <a:gd name="connsiteY4079" fmla="*/ 734870 h 2631356"/>
              <a:gd name="connsiteX4080" fmla="*/ 8580987 w 11237202"/>
              <a:gd name="connsiteY4080" fmla="*/ 740944 h 2631356"/>
              <a:gd name="connsiteX4081" fmla="*/ 8588239 w 11237202"/>
              <a:gd name="connsiteY4081" fmla="*/ 756673 h 2631356"/>
              <a:gd name="connsiteX4082" fmla="*/ 8524081 w 11237202"/>
              <a:gd name="connsiteY4082" fmla="*/ 750838 h 2631356"/>
              <a:gd name="connsiteX4083" fmla="*/ 8517580 w 11237202"/>
              <a:gd name="connsiteY4083" fmla="*/ 735223 h 2631356"/>
              <a:gd name="connsiteX4084" fmla="*/ 8547762 w 11237202"/>
              <a:gd name="connsiteY4084" fmla="*/ 734870 h 2631356"/>
              <a:gd name="connsiteX4085" fmla="*/ 2246216 w 11237202"/>
              <a:gd name="connsiteY4085" fmla="*/ 734465 h 2631356"/>
              <a:gd name="connsiteX4086" fmla="*/ 2259356 w 11237202"/>
              <a:gd name="connsiteY4086" fmla="*/ 741355 h 2631356"/>
              <a:gd name="connsiteX4087" fmla="*/ 2204227 w 11237202"/>
              <a:gd name="connsiteY4087" fmla="*/ 759181 h 2631356"/>
              <a:gd name="connsiteX4088" fmla="*/ 2155073 w 11237202"/>
              <a:gd name="connsiteY4088" fmla="*/ 752570 h 2631356"/>
              <a:gd name="connsiteX4089" fmla="*/ 2210507 w 11237202"/>
              <a:gd name="connsiteY4089" fmla="*/ 734858 h 2631356"/>
              <a:gd name="connsiteX4090" fmla="*/ 2246216 w 11237202"/>
              <a:gd name="connsiteY4090" fmla="*/ 734465 h 2631356"/>
              <a:gd name="connsiteX4091" fmla="*/ 7895373 w 11237202"/>
              <a:gd name="connsiteY4091" fmla="*/ 730736 h 2631356"/>
              <a:gd name="connsiteX4092" fmla="*/ 7929143 w 11237202"/>
              <a:gd name="connsiteY4092" fmla="*/ 737343 h 2631356"/>
              <a:gd name="connsiteX4093" fmla="*/ 7930728 w 11237202"/>
              <a:gd name="connsiteY4093" fmla="*/ 754485 h 2631356"/>
              <a:gd name="connsiteX4094" fmla="*/ 7863122 w 11237202"/>
              <a:gd name="connsiteY4094" fmla="*/ 748125 h 2631356"/>
              <a:gd name="connsiteX4095" fmla="*/ 7862206 w 11237202"/>
              <a:gd name="connsiteY4095" fmla="*/ 731120 h 2631356"/>
              <a:gd name="connsiteX4096" fmla="*/ 7895373 w 11237202"/>
              <a:gd name="connsiteY4096" fmla="*/ 730736 h 2631356"/>
              <a:gd name="connsiteX4097" fmla="*/ 2734985 w 11237202"/>
              <a:gd name="connsiteY4097" fmla="*/ 730287 h 2631356"/>
              <a:gd name="connsiteX4098" fmla="*/ 2745231 w 11237202"/>
              <a:gd name="connsiteY4098" fmla="*/ 734949 h 2631356"/>
              <a:gd name="connsiteX4099" fmla="*/ 2711165 w 11237202"/>
              <a:gd name="connsiteY4099" fmla="*/ 746985 h 2631356"/>
              <a:gd name="connsiteX4100" fmla="*/ 2676515 w 11237202"/>
              <a:gd name="connsiteY4100" fmla="*/ 742540 h 2631356"/>
              <a:gd name="connsiteX4101" fmla="*/ 2710693 w 11237202"/>
              <a:gd name="connsiteY4101" fmla="*/ 730549 h 2631356"/>
              <a:gd name="connsiteX4102" fmla="*/ 2734985 w 11237202"/>
              <a:gd name="connsiteY4102" fmla="*/ 730287 h 2631356"/>
              <a:gd name="connsiteX4103" fmla="*/ 2092358 w 11237202"/>
              <a:gd name="connsiteY4103" fmla="*/ 728052 h 2631356"/>
              <a:gd name="connsiteX4104" fmla="*/ 2100000 w 11237202"/>
              <a:gd name="connsiteY4104" fmla="*/ 732237 h 2631356"/>
              <a:gd name="connsiteX4105" fmla="*/ 2065599 w 11237202"/>
              <a:gd name="connsiteY4105" fmla="*/ 742973 h 2631356"/>
              <a:gd name="connsiteX4106" fmla="*/ 2036090 w 11237202"/>
              <a:gd name="connsiteY4106" fmla="*/ 739007 h 2631356"/>
              <a:gd name="connsiteX4107" fmla="*/ 2070546 w 11237202"/>
              <a:gd name="connsiteY4107" fmla="*/ 728293 h 2631356"/>
              <a:gd name="connsiteX4108" fmla="*/ 2092358 w 11237202"/>
              <a:gd name="connsiteY4108" fmla="*/ 728052 h 2631356"/>
              <a:gd name="connsiteX4109" fmla="*/ 3210044 w 11237202"/>
              <a:gd name="connsiteY4109" fmla="*/ 726675 h 2631356"/>
              <a:gd name="connsiteX4110" fmla="*/ 3227300 w 11237202"/>
              <a:gd name="connsiteY4110" fmla="*/ 728817 h 2631356"/>
              <a:gd name="connsiteX4111" fmla="*/ 3212461 w 11237202"/>
              <a:gd name="connsiteY4111" fmla="*/ 734562 h 2631356"/>
              <a:gd name="connsiteX4112" fmla="*/ 3195345 w 11237202"/>
              <a:gd name="connsiteY4112" fmla="*/ 732442 h 2631356"/>
              <a:gd name="connsiteX4113" fmla="*/ 3210044 w 11237202"/>
              <a:gd name="connsiteY4113" fmla="*/ 726675 h 2631356"/>
              <a:gd name="connsiteX4114" fmla="*/ 7376747 w 11237202"/>
              <a:gd name="connsiteY4114" fmla="*/ 724441 h 2631356"/>
              <a:gd name="connsiteX4115" fmla="*/ 7407534 w 11237202"/>
              <a:gd name="connsiteY4115" fmla="*/ 727381 h 2631356"/>
              <a:gd name="connsiteX4116" fmla="*/ 7405951 w 11237202"/>
              <a:gd name="connsiteY4116" fmla="*/ 735428 h 2631356"/>
              <a:gd name="connsiteX4117" fmla="*/ 7374997 w 11237202"/>
              <a:gd name="connsiteY4117" fmla="*/ 732465 h 2631356"/>
              <a:gd name="connsiteX4118" fmla="*/ 7376747 w 11237202"/>
              <a:gd name="connsiteY4118" fmla="*/ 724441 h 2631356"/>
              <a:gd name="connsiteX4119" fmla="*/ 8690073 w 11237202"/>
              <a:gd name="connsiteY4119" fmla="*/ 723626 h 2631356"/>
              <a:gd name="connsiteX4120" fmla="*/ 8728451 w 11237202"/>
              <a:gd name="connsiteY4120" fmla="*/ 730504 h 2631356"/>
              <a:gd name="connsiteX4121" fmla="*/ 8738065 w 11237202"/>
              <a:gd name="connsiteY4121" fmla="*/ 748330 h 2631356"/>
              <a:gd name="connsiteX4122" fmla="*/ 8664515 w 11237202"/>
              <a:gd name="connsiteY4122" fmla="*/ 741696 h 2631356"/>
              <a:gd name="connsiteX4123" fmla="*/ 8655651 w 11237202"/>
              <a:gd name="connsiteY4123" fmla="*/ 724030 h 2631356"/>
              <a:gd name="connsiteX4124" fmla="*/ 8690073 w 11237202"/>
              <a:gd name="connsiteY4124" fmla="*/ 723626 h 2631356"/>
              <a:gd name="connsiteX4125" fmla="*/ 1931280 w 11237202"/>
              <a:gd name="connsiteY4125" fmla="*/ 723187 h 2631356"/>
              <a:gd name="connsiteX4126" fmla="*/ 1936448 w 11237202"/>
              <a:gd name="connsiteY4126" fmla="*/ 723825 h 2631356"/>
              <a:gd name="connsiteX4127" fmla="*/ 1930362 w 11237202"/>
              <a:gd name="connsiteY4127" fmla="*/ 725694 h 2631356"/>
              <a:gd name="connsiteX4128" fmla="*/ 1925222 w 11237202"/>
              <a:gd name="connsiteY4128" fmla="*/ 725011 h 2631356"/>
              <a:gd name="connsiteX4129" fmla="*/ 1931280 w 11237202"/>
              <a:gd name="connsiteY4129" fmla="*/ 723187 h 2631356"/>
              <a:gd name="connsiteX4130" fmla="*/ 8041341 w 11237202"/>
              <a:gd name="connsiteY4130" fmla="*/ 721013 h 2631356"/>
              <a:gd name="connsiteX4131" fmla="*/ 8075884 w 11237202"/>
              <a:gd name="connsiteY4131" fmla="*/ 727633 h 2631356"/>
              <a:gd name="connsiteX4132" fmla="*/ 8078885 w 11237202"/>
              <a:gd name="connsiteY4132" fmla="*/ 744775 h 2631356"/>
              <a:gd name="connsiteX4133" fmla="*/ 8010309 w 11237202"/>
              <a:gd name="connsiteY4133" fmla="*/ 738437 h 2631356"/>
              <a:gd name="connsiteX4134" fmla="*/ 8007945 w 11237202"/>
              <a:gd name="connsiteY4134" fmla="*/ 721386 h 2631356"/>
              <a:gd name="connsiteX4135" fmla="*/ 8041341 w 11237202"/>
              <a:gd name="connsiteY4135" fmla="*/ 721013 h 2631356"/>
              <a:gd name="connsiteX4136" fmla="*/ 2598879 w 11237202"/>
              <a:gd name="connsiteY4136" fmla="*/ 717577 h 2631356"/>
              <a:gd name="connsiteX4137" fmla="*/ 2610578 w 11237202"/>
              <a:gd name="connsiteY4137" fmla="*/ 723073 h 2631356"/>
              <a:gd name="connsiteX4138" fmla="*/ 2569148 w 11237202"/>
              <a:gd name="connsiteY4138" fmla="*/ 737183 h 2631356"/>
              <a:gd name="connsiteX4139" fmla="*/ 2528663 w 11237202"/>
              <a:gd name="connsiteY4139" fmla="*/ 731963 h 2631356"/>
              <a:gd name="connsiteX4140" fmla="*/ 2570176 w 11237202"/>
              <a:gd name="connsiteY4140" fmla="*/ 717875 h 2631356"/>
              <a:gd name="connsiteX4141" fmla="*/ 2598879 w 11237202"/>
              <a:gd name="connsiteY4141" fmla="*/ 717577 h 2631356"/>
              <a:gd name="connsiteX4142" fmla="*/ 3085008 w 11237202"/>
              <a:gd name="connsiteY4142" fmla="*/ 713246 h 2631356"/>
              <a:gd name="connsiteX4143" fmla="*/ 3093424 w 11237202"/>
              <a:gd name="connsiteY4143" fmla="*/ 716714 h 2631356"/>
              <a:gd name="connsiteX4144" fmla="*/ 3069639 w 11237202"/>
              <a:gd name="connsiteY4144" fmla="*/ 725695 h 2631356"/>
              <a:gd name="connsiteX4145" fmla="*/ 3043020 w 11237202"/>
              <a:gd name="connsiteY4145" fmla="*/ 722367 h 2631356"/>
              <a:gd name="connsiteX4146" fmla="*/ 3066944 w 11237202"/>
              <a:gd name="connsiteY4146" fmla="*/ 713454 h 2631356"/>
              <a:gd name="connsiteX4147" fmla="*/ 3085008 w 11237202"/>
              <a:gd name="connsiteY4147" fmla="*/ 713246 h 2631356"/>
              <a:gd name="connsiteX4148" fmla="*/ 8830504 w 11237202"/>
              <a:gd name="connsiteY4148" fmla="*/ 712682 h 2631356"/>
              <a:gd name="connsiteX4149" fmla="*/ 8873635 w 11237202"/>
              <a:gd name="connsiteY4149" fmla="*/ 720269 h 2631356"/>
              <a:gd name="connsiteX4150" fmla="*/ 8886083 w 11237202"/>
              <a:gd name="connsiteY4150" fmla="*/ 739964 h 2631356"/>
              <a:gd name="connsiteX4151" fmla="*/ 8803640 w 11237202"/>
              <a:gd name="connsiteY4151" fmla="*/ 732646 h 2631356"/>
              <a:gd name="connsiteX4152" fmla="*/ 8792248 w 11237202"/>
              <a:gd name="connsiteY4152" fmla="*/ 713111 h 2631356"/>
              <a:gd name="connsiteX4153" fmla="*/ 8830504 w 11237202"/>
              <a:gd name="connsiteY4153" fmla="*/ 712682 h 2631356"/>
              <a:gd name="connsiteX4154" fmla="*/ 1795932 w 11237202"/>
              <a:gd name="connsiteY4154" fmla="*/ 712428 h 2631356"/>
              <a:gd name="connsiteX4155" fmla="*/ 1799794 w 11237202"/>
              <a:gd name="connsiteY4155" fmla="*/ 712929 h 2631356"/>
              <a:gd name="connsiteX4156" fmla="*/ 1794987 w 11237202"/>
              <a:gd name="connsiteY4156" fmla="*/ 714342 h 2631356"/>
              <a:gd name="connsiteX4157" fmla="*/ 1791236 w 11237202"/>
              <a:gd name="connsiteY4157" fmla="*/ 713818 h 2631356"/>
              <a:gd name="connsiteX4158" fmla="*/ 1795932 w 11237202"/>
              <a:gd name="connsiteY4158" fmla="*/ 712428 h 2631356"/>
              <a:gd name="connsiteX4159" fmla="*/ 7540441 w 11237202"/>
              <a:gd name="connsiteY4159" fmla="*/ 711493 h 2631356"/>
              <a:gd name="connsiteX4160" fmla="*/ 7564612 w 11237202"/>
              <a:gd name="connsiteY4160" fmla="*/ 716394 h 2631356"/>
              <a:gd name="connsiteX4161" fmla="*/ 7563250 w 11237202"/>
              <a:gd name="connsiteY4161" fmla="*/ 729022 h 2631356"/>
              <a:gd name="connsiteX4162" fmla="*/ 7513790 w 11237202"/>
              <a:gd name="connsiteY4162" fmla="*/ 724349 h 2631356"/>
              <a:gd name="connsiteX4163" fmla="*/ 7515541 w 11237202"/>
              <a:gd name="connsiteY4163" fmla="*/ 711789 h 2631356"/>
              <a:gd name="connsiteX4164" fmla="*/ 7540441 w 11237202"/>
              <a:gd name="connsiteY4164" fmla="*/ 711493 h 2631356"/>
              <a:gd name="connsiteX4165" fmla="*/ 8185430 w 11237202"/>
              <a:gd name="connsiteY4165" fmla="*/ 711084 h 2631356"/>
              <a:gd name="connsiteX4166" fmla="*/ 8221570 w 11237202"/>
              <a:gd name="connsiteY4166" fmla="*/ 717876 h 2631356"/>
              <a:gd name="connsiteX4167" fmla="*/ 8226208 w 11237202"/>
              <a:gd name="connsiteY4167" fmla="*/ 735474 h 2631356"/>
              <a:gd name="connsiteX4168" fmla="*/ 8154827 w 11237202"/>
              <a:gd name="connsiteY4168" fmla="*/ 728932 h 2631356"/>
              <a:gd name="connsiteX4169" fmla="*/ 8151103 w 11237202"/>
              <a:gd name="connsiteY4169" fmla="*/ 711471 h 2631356"/>
              <a:gd name="connsiteX4170" fmla="*/ 8185430 w 11237202"/>
              <a:gd name="connsiteY4170" fmla="*/ 711084 h 2631356"/>
              <a:gd name="connsiteX4171" fmla="*/ 7038696 w 11237202"/>
              <a:gd name="connsiteY4171" fmla="*/ 707686 h 2631356"/>
              <a:gd name="connsiteX4172" fmla="*/ 7040224 w 11237202"/>
              <a:gd name="connsiteY4172" fmla="*/ 707845 h 2631356"/>
              <a:gd name="connsiteX4173" fmla="*/ 7040029 w 11237202"/>
              <a:gd name="connsiteY4173" fmla="*/ 708233 h 2631356"/>
              <a:gd name="connsiteX4174" fmla="*/ 7038501 w 11237202"/>
              <a:gd name="connsiteY4174" fmla="*/ 708074 h 2631356"/>
              <a:gd name="connsiteX4175" fmla="*/ 7038696 w 11237202"/>
              <a:gd name="connsiteY4175" fmla="*/ 707686 h 2631356"/>
              <a:gd name="connsiteX4176" fmla="*/ 8971770 w 11237202"/>
              <a:gd name="connsiteY4176" fmla="*/ 705949 h 2631356"/>
              <a:gd name="connsiteX4177" fmla="*/ 9006678 w 11237202"/>
              <a:gd name="connsiteY4177" fmla="*/ 711995 h 2631356"/>
              <a:gd name="connsiteX4178" fmla="*/ 9017821 w 11237202"/>
              <a:gd name="connsiteY4178" fmla="*/ 727609 h 2631356"/>
              <a:gd name="connsiteX4179" fmla="*/ 8951715 w 11237202"/>
              <a:gd name="connsiteY4179" fmla="*/ 721819 h 2631356"/>
              <a:gd name="connsiteX4180" fmla="*/ 8941323 w 11237202"/>
              <a:gd name="connsiteY4180" fmla="*/ 706296 h 2631356"/>
              <a:gd name="connsiteX4181" fmla="*/ 8971770 w 11237202"/>
              <a:gd name="connsiteY4181" fmla="*/ 705949 h 2631356"/>
              <a:gd name="connsiteX4182" fmla="*/ 2464517 w 11237202"/>
              <a:gd name="connsiteY4182" fmla="*/ 705224 h 2631356"/>
              <a:gd name="connsiteX4183" fmla="*/ 2477369 w 11237202"/>
              <a:gd name="connsiteY4183" fmla="*/ 711425 h 2631356"/>
              <a:gd name="connsiteX4184" fmla="*/ 2428964 w 11237202"/>
              <a:gd name="connsiteY4184" fmla="*/ 727427 h 2631356"/>
              <a:gd name="connsiteX4185" fmla="*/ 2383228 w 11237202"/>
              <a:gd name="connsiteY4185" fmla="*/ 721500 h 2631356"/>
              <a:gd name="connsiteX4186" fmla="*/ 2431826 w 11237202"/>
              <a:gd name="connsiteY4186" fmla="*/ 705589 h 2631356"/>
              <a:gd name="connsiteX4187" fmla="*/ 2464517 w 11237202"/>
              <a:gd name="connsiteY4187" fmla="*/ 705224 h 2631356"/>
              <a:gd name="connsiteX4188" fmla="*/ 9101012 w 11237202"/>
              <a:gd name="connsiteY4188" fmla="*/ 702808 h 2631356"/>
              <a:gd name="connsiteX4189" fmla="*/ 9129994 w 11237202"/>
              <a:gd name="connsiteY4189" fmla="*/ 705316 h 2631356"/>
              <a:gd name="connsiteX4190" fmla="*/ 9135439 w 11237202"/>
              <a:gd name="connsiteY4190" fmla="*/ 712109 h 2631356"/>
              <a:gd name="connsiteX4191" fmla="*/ 9106237 w 11237202"/>
              <a:gd name="connsiteY4191" fmla="*/ 709601 h 2631356"/>
              <a:gd name="connsiteX4192" fmla="*/ 9101012 w 11237202"/>
              <a:gd name="connsiteY4192" fmla="*/ 702808 h 2631356"/>
              <a:gd name="connsiteX4193" fmla="*/ 8327889 w 11237202"/>
              <a:gd name="connsiteY4193" fmla="*/ 701703 h 2631356"/>
              <a:gd name="connsiteX4194" fmla="*/ 8364532 w 11237202"/>
              <a:gd name="connsiteY4194" fmla="*/ 708416 h 2631356"/>
              <a:gd name="connsiteX4195" fmla="*/ 8370420 w 11237202"/>
              <a:gd name="connsiteY4195" fmla="*/ 725809 h 2631356"/>
              <a:gd name="connsiteX4196" fmla="*/ 8299010 w 11237202"/>
              <a:gd name="connsiteY4196" fmla="*/ 719381 h 2631356"/>
              <a:gd name="connsiteX4197" fmla="*/ 8293786 w 11237202"/>
              <a:gd name="connsiteY4197" fmla="*/ 702102 h 2631356"/>
              <a:gd name="connsiteX4198" fmla="*/ 8327889 w 11237202"/>
              <a:gd name="connsiteY4198" fmla="*/ 701703 h 2631356"/>
              <a:gd name="connsiteX4199" fmla="*/ 2947885 w 11237202"/>
              <a:gd name="connsiteY4199" fmla="*/ 701093 h 2631356"/>
              <a:gd name="connsiteX4200" fmla="*/ 2957631 w 11237202"/>
              <a:gd name="connsiteY4200" fmla="*/ 705202 h 2631356"/>
              <a:gd name="connsiteX4201" fmla="*/ 2928316 w 11237202"/>
              <a:gd name="connsiteY4201" fmla="*/ 715870 h 2631356"/>
              <a:gd name="connsiteX4202" fmla="*/ 2896640 w 11237202"/>
              <a:gd name="connsiteY4202" fmla="*/ 711926 h 2631356"/>
              <a:gd name="connsiteX4203" fmla="*/ 2926094 w 11237202"/>
              <a:gd name="connsiteY4203" fmla="*/ 701327 h 2631356"/>
              <a:gd name="connsiteX4204" fmla="*/ 2947885 w 11237202"/>
              <a:gd name="connsiteY4204" fmla="*/ 701093 h 2631356"/>
              <a:gd name="connsiteX4205" fmla="*/ 7686098 w 11237202"/>
              <a:gd name="connsiteY4205" fmla="*/ 699044 h 2631356"/>
              <a:gd name="connsiteX4206" fmla="*/ 7719327 w 11237202"/>
              <a:gd name="connsiteY4206" fmla="*/ 705567 h 2631356"/>
              <a:gd name="connsiteX4207" fmla="*/ 7718827 w 11237202"/>
              <a:gd name="connsiteY4207" fmla="*/ 722503 h 2631356"/>
              <a:gd name="connsiteX4208" fmla="*/ 7651528 w 11237202"/>
              <a:gd name="connsiteY4208" fmla="*/ 716235 h 2631356"/>
              <a:gd name="connsiteX4209" fmla="*/ 7652639 w 11237202"/>
              <a:gd name="connsiteY4209" fmla="*/ 699412 h 2631356"/>
              <a:gd name="connsiteX4210" fmla="*/ 7686098 w 11237202"/>
              <a:gd name="connsiteY4210" fmla="*/ 699044 h 2631356"/>
              <a:gd name="connsiteX4211" fmla="*/ 3421417 w 11237202"/>
              <a:gd name="connsiteY4211" fmla="*/ 698295 h 2631356"/>
              <a:gd name="connsiteX4212" fmla="*/ 3433170 w 11237202"/>
              <a:gd name="connsiteY4212" fmla="*/ 699685 h 2631356"/>
              <a:gd name="connsiteX4213" fmla="*/ 3423695 w 11237202"/>
              <a:gd name="connsiteY4213" fmla="*/ 703469 h 2631356"/>
              <a:gd name="connsiteX4214" fmla="*/ 3412024 w 11237202"/>
              <a:gd name="connsiteY4214" fmla="*/ 702056 h 2631356"/>
              <a:gd name="connsiteX4215" fmla="*/ 3421417 w 11237202"/>
              <a:gd name="connsiteY4215" fmla="*/ 698295 h 2631356"/>
              <a:gd name="connsiteX4216" fmla="*/ 9252756 w 11237202"/>
              <a:gd name="connsiteY4216" fmla="*/ 697428 h 2631356"/>
              <a:gd name="connsiteX4217" fmla="*/ 9257035 w 11237202"/>
              <a:gd name="connsiteY4217" fmla="*/ 697793 h 2631356"/>
              <a:gd name="connsiteX4218" fmla="*/ 9257925 w 11237202"/>
              <a:gd name="connsiteY4218" fmla="*/ 698774 h 2631356"/>
              <a:gd name="connsiteX4219" fmla="*/ 9253615 w 11237202"/>
              <a:gd name="connsiteY4219" fmla="*/ 698431 h 2631356"/>
              <a:gd name="connsiteX4220" fmla="*/ 9252756 w 11237202"/>
              <a:gd name="connsiteY4220" fmla="*/ 697428 h 2631356"/>
              <a:gd name="connsiteX4221" fmla="*/ 7183464 w 11237202"/>
              <a:gd name="connsiteY4221" fmla="*/ 697428 h 2631356"/>
              <a:gd name="connsiteX4222" fmla="*/ 7190383 w 11237202"/>
              <a:gd name="connsiteY4222" fmla="*/ 698067 h 2631356"/>
              <a:gd name="connsiteX4223" fmla="*/ 7189772 w 11237202"/>
              <a:gd name="connsiteY4223" fmla="*/ 699867 h 2631356"/>
              <a:gd name="connsiteX4224" fmla="*/ 7182881 w 11237202"/>
              <a:gd name="connsiteY4224" fmla="*/ 699207 h 2631356"/>
              <a:gd name="connsiteX4225" fmla="*/ 7183464 w 11237202"/>
              <a:gd name="connsiteY4225" fmla="*/ 697428 h 2631356"/>
              <a:gd name="connsiteX4226" fmla="*/ 2331823 w 11237202"/>
              <a:gd name="connsiteY4226" fmla="*/ 693189 h 2631356"/>
              <a:gd name="connsiteX4227" fmla="*/ 2345550 w 11237202"/>
              <a:gd name="connsiteY4227" fmla="*/ 699981 h 2631356"/>
              <a:gd name="connsiteX4228" fmla="*/ 2290588 w 11237202"/>
              <a:gd name="connsiteY4228" fmla="*/ 717625 h 2631356"/>
              <a:gd name="connsiteX4229" fmla="*/ 2240517 w 11237202"/>
              <a:gd name="connsiteY4229" fmla="*/ 711082 h 2631356"/>
              <a:gd name="connsiteX4230" fmla="*/ 2295672 w 11237202"/>
              <a:gd name="connsiteY4230" fmla="*/ 693576 h 2631356"/>
              <a:gd name="connsiteX4231" fmla="*/ 2331823 w 11237202"/>
              <a:gd name="connsiteY4231" fmla="*/ 693189 h 2631356"/>
              <a:gd name="connsiteX4232" fmla="*/ 8468623 w 11237202"/>
              <a:gd name="connsiteY4232" fmla="*/ 692164 h 2631356"/>
              <a:gd name="connsiteX4233" fmla="*/ 8506327 w 11237202"/>
              <a:gd name="connsiteY4233" fmla="*/ 698956 h 2631356"/>
              <a:gd name="connsiteX4234" fmla="*/ 8513885 w 11237202"/>
              <a:gd name="connsiteY4234" fmla="*/ 716577 h 2631356"/>
              <a:gd name="connsiteX4235" fmla="*/ 8440638 w 11237202"/>
              <a:gd name="connsiteY4235" fmla="*/ 710035 h 2631356"/>
              <a:gd name="connsiteX4236" fmla="*/ 8433941 w 11237202"/>
              <a:gd name="connsiteY4236" fmla="*/ 692551 h 2631356"/>
              <a:gd name="connsiteX4237" fmla="*/ 8468623 w 11237202"/>
              <a:gd name="connsiteY4237" fmla="*/ 692164 h 2631356"/>
              <a:gd name="connsiteX4238" fmla="*/ 7829667 w 11237202"/>
              <a:gd name="connsiteY4238" fmla="*/ 689809 h 2631356"/>
              <a:gd name="connsiteX4239" fmla="*/ 7863206 w 11237202"/>
              <a:gd name="connsiteY4239" fmla="*/ 696266 h 2631356"/>
              <a:gd name="connsiteX4240" fmla="*/ 7864095 w 11237202"/>
              <a:gd name="connsiteY4240" fmla="*/ 712952 h 2631356"/>
              <a:gd name="connsiteX4241" fmla="*/ 7796740 w 11237202"/>
              <a:gd name="connsiteY4241" fmla="*/ 706774 h 2631356"/>
              <a:gd name="connsiteX4242" fmla="*/ 7796463 w 11237202"/>
              <a:gd name="connsiteY4242" fmla="*/ 690157 h 2631356"/>
              <a:gd name="connsiteX4243" fmla="*/ 7829667 w 11237202"/>
              <a:gd name="connsiteY4243" fmla="*/ 689809 h 2631356"/>
              <a:gd name="connsiteX4244" fmla="*/ 2812461 w 11237202"/>
              <a:gd name="connsiteY4244" fmla="*/ 689268 h 2631356"/>
              <a:gd name="connsiteX4245" fmla="*/ 2823117 w 11237202"/>
              <a:gd name="connsiteY4245" fmla="*/ 693964 h 2631356"/>
              <a:gd name="connsiteX4246" fmla="*/ 2788773 w 11237202"/>
              <a:gd name="connsiteY4246" fmla="*/ 706045 h 2631356"/>
              <a:gd name="connsiteX4247" fmla="*/ 2752983 w 11237202"/>
              <a:gd name="connsiteY4247" fmla="*/ 701577 h 2631356"/>
              <a:gd name="connsiteX4248" fmla="*/ 2787550 w 11237202"/>
              <a:gd name="connsiteY4248" fmla="*/ 689564 h 2631356"/>
              <a:gd name="connsiteX4249" fmla="*/ 2812461 w 11237202"/>
              <a:gd name="connsiteY4249" fmla="*/ 689268 h 2631356"/>
              <a:gd name="connsiteX4250" fmla="*/ 3280094 w 11237202"/>
              <a:gd name="connsiteY4250" fmla="*/ 685643 h 2631356"/>
              <a:gd name="connsiteX4251" fmla="*/ 3300601 w 11237202"/>
              <a:gd name="connsiteY4251" fmla="*/ 688082 h 2631356"/>
              <a:gd name="connsiteX4252" fmla="*/ 3283373 w 11237202"/>
              <a:gd name="connsiteY4252" fmla="*/ 694762 h 2631356"/>
              <a:gd name="connsiteX4253" fmla="*/ 3262811 w 11237202"/>
              <a:gd name="connsiteY4253" fmla="*/ 692322 h 2631356"/>
              <a:gd name="connsiteX4254" fmla="*/ 3280094 w 11237202"/>
              <a:gd name="connsiteY4254" fmla="*/ 685643 h 2631356"/>
              <a:gd name="connsiteX4255" fmla="*/ 7321814 w 11237202"/>
              <a:gd name="connsiteY4255" fmla="*/ 685530 h 2631356"/>
              <a:gd name="connsiteX4256" fmla="*/ 7344210 w 11237202"/>
              <a:gd name="connsiteY4256" fmla="*/ 687627 h 2631356"/>
              <a:gd name="connsiteX4257" fmla="*/ 7342819 w 11237202"/>
              <a:gd name="connsiteY4257" fmla="*/ 693325 h 2631356"/>
              <a:gd name="connsiteX4258" fmla="*/ 7320313 w 11237202"/>
              <a:gd name="connsiteY4258" fmla="*/ 691228 h 2631356"/>
              <a:gd name="connsiteX4259" fmla="*/ 7321814 w 11237202"/>
              <a:gd name="connsiteY4259" fmla="*/ 685530 h 2631356"/>
              <a:gd name="connsiteX4260" fmla="*/ 2197128 w 11237202"/>
              <a:gd name="connsiteY4260" fmla="*/ 682536 h 2631356"/>
              <a:gd name="connsiteX4261" fmla="*/ 2210146 w 11237202"/>
              <a:gd name="connsiteY4261" fmla="*/ 689268 h 2631356"/>
              <a:gd name="connsiteX4262" fmla="*/ 2154295 w 11237202"/>
              <a:gd name="connsiteY4262" fmla="*/ 706660 h 2631356"/>
              <a:gd name="connsiteX4263" fmla="*/ 2105085 w 11237202"/>
              <a:gd name="connsiteY4263" fmla="*/ 700210 h 2631356"/>
              <a:gd name="connsiteX4264" fmla="*/ 2161186 w 11237202"/>
              <a:gd name="connsiteY4264" fmla="*/ 682931 h 2631356"/>
              <a:gd name="connsiteX4265" fmla="*/ 2197128 w 11237202"/>
              <a:gd name="connsiteY4265" fmla="*/ 682536 h 2631356"/>
              <a:gd name="connsiteX4266" fmla="*/ 8607312 w 11237202"/>
              <a:gd name="connsiteY4266" fmla="*/ 682008 h 2631356"/>
              <a:gd name="connsiteX4267" fmla="*/ 8648342 w 11237202"/>
              <a:gd name="connsiteY4267" fmla="*/ 689268 h 2631356"/>
              <a:gd name="connsiteX4268" fmla="*/ 8657929 w 11237202"/>
              <a:gd name="connsiteY4268" fmla="*/ 708051 h 2631356"/>
              <a:gd name="connsiteX4269" fmla="*/ 8578848 w 11237202"/>
              <a:gd name="connsiteY4269" fmla="*/ 701054 h 2631356"/>
              <a:gd name="connsiteX4270" fmla="*/ 8570094 w 11237202"/>
              <a:gd name="connsiteY4270" fmla="*/ 682407 h 2631356"/>
              <a:gd name="connsiteX4271" fmla="*/ 8607312 w 11237202"/>
              <a:gd name="connsiteY4271" fmla="*/ 682008 h 2631356"/>
              <a:gd name="connsiteX4272" fmla="*/ 7971764 w 11237202"/>
              <a:gd name="connsiteY4272" fmla="*/ 681204 h 2631356"/>
              <a:gd name="connsiteX4273" fmla="*/ 8004057 w 11237202"/>
              <a:gd name="connsiteY4273" fmla="*/ 687307 h 2631356"/>
              <a:gd name="connsiteX4274" fmla="*/ 8006140 w 11237202"/>
              <a:gd name="connsiteY4274" fmla="*/ 703059 h 2631356"/>
              <a:gd name="connsiteX4275" fmla="*/ 7941870 w 11237202"/>
              <a:gd name="connsiteY4275" fmla="*/ 697246 h 2631356"/>
              <a:gd name="connsiteX4276" fmla="*/ 7940370 w 11237202"/>
              <a:gd name="connsiteY4276" fmla="*/ 681563 h 2631356"/>
              <a:gd name="connsiteX4277" fmla="*/ 7971764 w 11237202"/>
              <a:gd name="connsiteY4277" fmla="*/ 681204 h 2631356"/>
              <a:gd name="connsiteX4278" fmla="*/ 2025754 w 11237202"/>
              <a:gd name="connsiteY4278" fmla="*/ 679944 h 2631356"/>
              <a:gd name="connsiteX4279" fmla="*/ 2042815 w 11237202"/>
              <a:gd name="connsiteY4279" fmla="*/ 682179 h 2631356"/>
              <a:gd name="connsiteX4280" fmla="*/ 2022726 w 11237202"/>
              <a:gd name="connsiteY4280" fmla="*/ 688242 h 2631356"/>
              <a:gd name="connsiteX4281" fmla="*/ 2005720 w 11237202"/>
              <a:gd name="connsiteY4281" fmla="*/ 685963 h 2631356"/>
              <a:gd name="connsiteX4282" fmla="*/ 2025754 w 11237202"/>
              <a:gd name="connsiteY4282" fmla="*/ 679944 h 2631356"/>
              <a:gd name="connsiteX4283" fmla="*/ 9524118 w 11237202"/>
              <a:gd name="connsiteY4283" fmla="*/ 679443 h 2631356"/>
              <a:gd name="connsiteX4284" fmla="*/ 9525897 w 11237202"/>
              <a:gd name="connsiteY4284" fmla="*/ 679603 h 2631356"/>
              <a:gd name="connsiteX4285" fmla="*/ 9526342 w 11237202"/>
              <a:gd name="connsiteY4285" fmla="*/ 680013 h 2631356"/>
              <a:gd name="connsiteX4286" fmla="*/ 9524562 w 11237202"/>
              <a:gd name="connsiteY4286" fmla="*/ 679853 h 2631356"/>
              <a:gd name="connsiteX4287" fmla="*/ 9524118 w 11237202"/>
              <a:gd name="connsiteY4287" fmla="*/ 679443 h 2631356"/>
              <a:gd name="connsiteX4288" fmla="*/ 2678921 w 11237202"/>
              <a:gd name="connsiteY4288" fmla="*/ 677605 h 2631356"/>
              <a:gd name="connsiteX4289" fmla="*/ 2690574 w 11237202"/>
              <a:gd name="connsiteY4289" fmla="*/ 682839 h 2631356"/>
              <a:gd name="connsiteX4290" fmla="*/ 2650784 w 11237202"/>
              <a:gd name="connsiteY4290" fmla="*/ 696357 h 2631356"/>
              <a:gd name="connsiteX4291" fmla="*/ 2610938 w 11237202"/>
              <a:gd name="connsiteY4291" fmla="*/ 691342 h 2631356"/>
              <a:gd name="connsiteX4292" fmla="*/ 2650951 w 11237202"/>
              <a:gd name="connsiteY4292" fmla="*/ 677893 h 2631356"/>
              <a:gd name="connsiteX4293" fmla="*/ 2678921 w 11237202"/>
              <a:gd name="connsiteY4293" fmla="*/ 677605 h 2631356"/>
              <a:gd name="connsiteX4294" fmla="*/ 6834466 w 11237202"/>
              <a:gd name="connsiteY4294" fmla="*/ 677187 h 2631356"/>
              <a:gd name="connsiteX4295" fmla="*/ 6837438 w 11237202"/>
              <a:gd name="connsiteY4295" fmla="*/ 677483 h 2631356"/>
              <a:gd name="connsiteX4296" fmla="*/ 6836938 w 11237202"/>
              <a:gd name="connsiteY4296" fmla="*/ 678258 h 2631356"/>
              <a:gd name="connsiteX4297" fmla="*/ 6834048 w 11237202"/>
              <a:gd name="connsiteY4297" fmla="*/ 677962 h 2631356"/>
              <a:gd name="connsiteX4298" fmla="*/ 6834466 w 11237202"/>
              <a:gd name="connsiteY4298" fmla="*/ 677187 h 2631356"/>
              <a:gd name="connsiteX4299" fmla="*/ 8745368 w 11237202"/>
              <a:gd name="connsiteY4299" fmla="*/ 673904 h 2631356"/>
              <a:gd name="connsiteX4300" fmla="*/ 8783800 w 11237202"/>
              <a:gd name="connsiteY4300" fmla="*/ 680560 h 2631356"/>
              <a:gd name="connsiteX4301" fmla="*/ 8793971 w 11237202"/>
              <a:gd name="connsiteY4301" fmla="*/ 697770 h 2631356"/>
              <a:gd name="connsiteX4302" fmla="*/ 8720587 w 11237202"/>
              <a:gd name="connsiteY4302" fmla="*/ 691388 h 2631356"/>
              <a:gd name="connsiteX4303" fmla="*/ 8711084 w 11237202"/>
              <a:gd name="connsiteY4303" fmla="*/ 674291 h 2631356"/>
              <a:gd name="connsiteX4304" fmla="*/ 8745368 w 11237202"/>
              <a:gd name="connsiteY4304" fmla="*/ 673904 h 2631356"/>
              <a:gd name="connsiteX4305" fmla="*/ 7456050 w 11237202"/>
              <a:gd name="connsiteY4305" fmla="*/ 673038 h 2631356"/>
              <a:gd name="connsiteX4306" fmla="*/ 7498480 w 11237202"/>
              <a:gd name="connsiteY4306" fmla="*/ 676959 h 2631356"/>
              <a:gd name="connsiteX4307" fmla="*/ 7496924 w 11237202"/>
              <a:gd name="connsiteY4307" fmla="*/ 687627 h 2631356"/>
              <a:gd name="connsiteX4308" fmla="*/ 7454188 w 11237202"/>
              <a:gd name="connsiteY4308" fmla="*/ 683683 h 2631356"/>
              <a:gd name="connsiteX4309" fmla="*/ 7456050 w 11237202"/>
              <a:gd name="connsiteY4309" fmla="*/ 673038 h 2631356"/>
              <a:gd name="connsiteX4310" fmla="*/ 3160606 w 11237202"/>
              <a:gd name="connsiteY4310" fmla="*/ 672947 h 2631356"/>
              <a:gd name="connsiteX4311" fmla="*/ 3169865 w 11237202"/>
              <a:gd name="connsiteY4311" fmla="*/ 676639 h 2631356"/>
              <a:gd name="connsiteX4312" fmla="*/ 3144497 w 11237202"/>
              <a:gd name="connsiteY4312" fmla="*/ 686145 h 2631356"/>
              <a:gd name="connsiteX4313" fmla="*/ 3115321 w 11237202"/>
              <a:gd name="connsiteY4313" fmla="*/ 682634 h 2631356"/>
              <a:gd name="connsiteX4314" fmla="*/ 3140800 w 11237202"/>
              <a:gd name="connsiteY4314" fmla="*/ 673151 h 2631356"/>
              <a:gd name="connsiteX4315" fmla="*/ 3160606 w 11237202"/>
              <a:gd name="connsiteY4315" fmla="*/ 672947 h 2631356"/>
              <a:gd name="connsiteX4316" fmla="*/ 1892795 w 11237202"/>
              <a:gd name="connsiteY4316" fmla="*/ 672856 h 2631356"/>
              <a:gd name="connsiteX4317" fmla="*/ 1895463 w 11237202"/>
              <a:gd name="connsiteY4317" fmla="*/ 673243 h 2631356"/>
              <a:gd name="connsiteX4318" fmla="*/ 1892184 w 11237202"/>
              <a:gd name="connsiteY4318" fmla="*/ 674200 h 2631356"/>
              <a:gd name="connsiteX4319" fmla="*/ 1889405 w 11237202"/>
              <a:gd name="connsiteY4319" fmla="*/ 673858 h 2631356"/>
              <a:gd name="connsiteX4320" fmla="*/ 1892795 w 11237202"/>
              <a:gd name="connsiteY4320" fmla="*/ 672856 h 2631356"/>
              <a:gd name="connsiteX4321" fmla="*/ 3635567 w 11237202"/>
              <a:gd name="connsiteY4321" fmla="*/ 672012 h 2631356"/>
              <a:gd name="connsiteX4322" fmla="*/ 3637985 w 11237202"/>
              <a:gd name="connsiteY4322" fmla="*/ 672309 h 2631356"/>
              <a:gd name="connsiteX4323" fmla="*/ 3636097 w 11237202"/>
              <a:gd name="connsiteY4323" fmla="*/ 673083 h 2631356"/>
              <a:gd name="connsiteX4324" fmla="*/ 3633678 w 11237202"/>
              <a:gd name="connsiteY4324" fmla="*/ 672787 h 2631356"/>
              <a:gd name="connsiteX4325" fmla="*/ 3635567 w 11237202"/>
              <a:gd name="connsiteY4325" fmla="*/ 672012 h 2631356"/>
              <a:gd name="connsiteX4326" fmla="*/ 8111913 w 11237202"/>
              <a:gd name="connsiteY4326" fmla="*/ 670792 h 2631356"/>
              <a:gd name="connsiteX4327" fmla="*/ 8148602 w 11237202"/>
              <a:gd name="connsiteY4327" fmla="*/ 677574 h 2631356"/>
              <a:gd name="connsiteX4328" fmla="*/ 8152491 w 11237202"/>
              <a:gd name="connsiteY4328" fmla="*/ 695149 h 2631356"/>
              <a:gd name="connsiteX4329" fmla="*/ 8079914 w 11237202"/>
              <a:gd name="connsiteY4329" fmla="*/ 688629 h 2631356"/>
              <a:gd name="connsiteX4330" fmla="*/ 8076745 w 11237202"/>
              <a:gd name="connsiteY4330" fmla="*/ 671191 h 2631356"/>
              <a:gd name="connsiteX4331" fmla="*/ 8111913 w 11237202"/>
              <a:gd name="connsiteY4331" fmla="*/ 670792 h 2631356"/>
              <a:gd name="connsiteX4332" fmla="*/ 8884572 w 11237202"/>
              <a:gd name="connsiteY4332" fmla="*/ 669670 h 2631356"/>
              <a:gd name="connsiteX4333" fmla="*/ 8907952 w 11237202"/>
              <a:gd name="connsiteY4333" fmla="*/ 673653 h 2631356"/>
              <a:gd name="connsiteX4334" fmla="*/ 8914759 w 11237202"/>
              <a:gd name="connsiteY4334" fmla="*/ 683888 h 2631356"/>
              <a:gd name="connsiteX4335" fmla="*/ 8870495 w 11237202"/>
              <a:gd name="connsiteY4335" fmla="*/ 680104 h 2631356"/>
              <a:gd name="connsiteX4336" fmla="*/ 8863964 w 11237202"/>
              <a:gd name="connsiteY4336" fmla="*/ 669892 h 2631356"/>
              <a:gd name="connsiteX4337" fmla="*/ 8884572 w 11237202"/>
              <a:gd name="connsiteY4337" fmla="*/ 669670 h 2631356"/>
              <a:gd name="connsiteX4338" fmla="*/ 6978899 w 11237202"/>
              <a:gd name="connsiteY4338" fmla="*/ 667817 h 2631356"/>
              <a:gd name="connsiteX4339" fmla="*/ 6984123 w 11237202"/>
              <a:gd name="connsiteY4339" fmla="*/ 668341 h 2631356"/>
              <a:gd name="connsiteX4340" fmla="*/ 6983511 w 11237202"/>
              <a:gd name="connsiteY4340" fmla="*/ 669664 h 2631356"/>
              <a:gd name="connsiteX4341" fmla="*/ 6978260 w 11237202"/>
              <a:gd name="connsiteY4341" fmla="*/ 669185 h 2631356"/>
              <a:gd name="connsiteX4342" fmla="*/ 6978899 w 11237202"/>
              <a:gd name="connsiteY4342" fmla="*/ 667817 h 2631356"/>
              <a:gd name="connsiteX4343" fmla="*/ 9021293 w 11237202"/>
              <a:gd name="connsiteY4343" fmla="*/ 666952 h 2631356"/>
              <a:gd name="connsiteX4344" fmla="*/ 9027130 w 11237202"/>
              <a:gd name="connsiteY4344" fmla="*/ 667430 h 2631356"/>
              <a:gd name="connsiteX4345" fmla="*/ 9028129 w 11237202"/>
              <a:gd name="connsiteY4345" fmla="*/ 668775 h 2631356"/>
              <a:gd name="connsiteX4346" fmla="*/ 9022322 w 11237202"/>
              <a:gd name="connsiteY4346" fmla="*/ 668273 h 2631356"/>
              <a:gd name="connsiteX4347" fmla="*/ 9021293 w 11237202"/>
              <a:gd name="connsiteY4347" fmla="*/ 666952 h 2631356"/>
              <a:gd name="connsiteX4348" fmla="*/ 2546078 w 11237202"/>
              <a:gd name="connsiteY4348" fmla="*/ 666493 h 2631356"/>
              <a:gd name="connsiteX4349" fmla="*/ 2558088 w 11237202"/>
              <a:gd name="connsiteY4349" fmla="*/ 672035 h 2631356"/>
              <a:gd name="connsiteX4350" fmla="*/ 2514603 w 11237202"/>
              <a:gd name="connsiteY4350" fmla="*/ 686327 h 2631356"/>
              <a:gd name="connsiteX4351" fmla="*/ 2472506 w 11237202"/>
              <a:gd name="connsiteY4351" fmla="*/ 681039 h 2631356"/>
              <a:gd name="connsiteX4352" fmla="*/ 2516186 w 11237202"/>
              <a:gd name="connsiteY4352" fmla="*/ 666815 h 2631356"/>
              <a:gd name="connsiteX4353" fmla="*/ 2546078 w 11237202"/>
              <a:gd name="connsiteY4353" fmla="*/ 666493 h 2631356"/>
              <a:gd name="connsiteX4354" fmla="*/ 8250667 w 11237202"/>
              <a:gd name="connsiteY4354" fmla="*/ 661743 h 2631356"/>
              <a:gd name="connsiteX4355" fmla="*/ 8288062 w 11237202"/>
              <a:gd name="connsiteY4355" fmla="*/ 668524 h 2631356"/>
              <a:gd name="connsiteX4356" fmla="*/ 8293508 w 11237202"/>
              <a:gd name="connsiteY4356" fmla="*/ 686099 h 2631356"/>
              <a:gd name="connsiteX4357" fmla="*/ 8219902 w 11237202"/>
              <a:gd name="connsiteY4357" fmla="*/ 679603 h 2631356"/>
              <a:gd name="connsiteX4358" fmla="*/ 8215316 w 11237202"/>
              <a:gd name="connsiteY4358" fmla="*/ 662142 h 2631356"/>
              <a:gd name="connsiteX4359" fmla="*/ 8250667 w 11237202"/>
              <a:gd name="connsiteY4359" fmla="*/ 661743 h 2631356"/>
              <a:gd name="connsiteX4360" fmla="*/ 3027430 w 11237202"/>
              <a:gd name="connsiteY4360" fmla="*/ 661252 h 2631356"/>
              <a:gd name="connsiteX4361" fmla="*/ 3038240 w 11237202"/>
              <a:gd name="connsiteY4361" fmla="*/ 665652 h 2631356"/>
              <a:gd name="connsiteX4362" fmla="*/ 3006841 w 11237202"/>
              <a:gd name="connsiteY4362" fmla="*/ 676981 h 2631356"/>
              <a:gd name="connsiteX4363" fmla="*/ 2972247 w 11237202"/>
              <a:gd name="connsiteY4363" fmla="*/ 672764 h 2631356"/>
              <a:gd name="connsiteX4364" fmla="*/ 3003784 w 11237202"/>
              <a:gd name="connsiteY4364" fmla="*/ 661503 h 2631356"/>
              <a:gd name="connsiteX4365" fmla="*/ 3027430 w 11237202"/>
              <a:gd name="connsiteY4365" fmla="*/ 661252 h 2631356"/>
              <a:gd name="connsiteX4366" fmla="*/ 7619876 w 11237202"/>
              <a:gd name="connsiteY4366" fmla="*/ 659826 h 2631356"/>
              <a:gd name="connsiteX4367" fmla="*/ 7652474 w 11237202"/>
              <a:gd name="connsiteY4367" fmla="*/ 666154 h 2631356"/>
              <a:gd name="connsiteX4368" fmla="*/ 7651390 w 11237202"/>
              <a:gd name="connsiteY4368" fmla="*/ 682498 h 2631356"/>
              <a:gd name="connsiteX4369" fmla="*/ 7585063 w 11237202"/>
              <a:gd name="connsiteY4369" fmla="*/ 676457 h 2631356"/>
              <a:gd name="connsiteX4370" fmla="*/ 7586758 w 11237202"/>
              <a:gd name="connsiteY4370" fmla="*/ 660182 h 2631356"/>
              <a:gd name="connsiteX4371" fmla="*/ 7619876 w 11237202"/>
              <a:gd name="connsiteY4371" fmla="*/ 659826 h 2631356"/>
              <a:gd name="connsiteX4372" fmla="*/ 3494745 w 11237202"/>
              <a:gd name="connsiteY4372" fmla="*/ 658859 h 2631356"/>
              <a:gd name="connsiteX4373" fmla="*/ 3510389 w 11237202"/>
              <a:gd name="connsiteY4373" fmla="*/ 660683 h 2631356"/>
              <a:gd name="connsiteX4374" fmla="*/ 3498052 w 11237202"/>
              <a:gd name="connsiteY4374" fmla="*/ 665607 h 2631356"/>
              <a:gd name="connsiteX4375" fmla="*/ 3482408 w 11237202"/>
              <a:gd name="connsiteY4375" fmla="*/ 663783 h 2631356"/>
              <a:gd name="connsiteX4376" fmla="*/ 3494745 w 11237202"/>
              <a:gd name="connsiteY4376" fmla="*/ 658859 h 2631356"/>
              <a:gd name="connsiteX4377" fmla="*/ 9157697 w 11237202"/>
              <a:gd name="connsiteY4377" fmla="*/ 658677 h 2631356"/>
              <a:gd name="connsiteX4378" fmla="*/ 9159503 w 11237202"/>
              <a:gd name="connsiteY4378" fmla="*/ 658814 h 2631356"/>
              <a:gd name="connsiteX4379" fmla="*/ 9159836 w 11237202"/>
              <a:gd name="connsiteY4379" fmla="*/ 659201 h 2631356"/>
              <a:gd name="connsiteX4380" fmla="*/ 9158086 w 11237202"/>
              <a:gd name="connsiteY4380" fmla="*/ 659064 h 2631356"/>
              <a:gd name="connsiteX4381" fmla="*/ 9157697 w 11237202"/>
              <a:gd name="connsiteY4381" fmla="*/ 658677 h 2631356"/>
              <a:gd name="connsiteX4382" fmla="*/ 7119277 w 11237202"/>
              <a:gd name="connsiteY4382" fmla="*/ 657674 h 2631356"/>
              <a:gd name="connsiteX4383" fmla="*/ 7132003 w 11237202"/>
              <a:gd name="connsiteY4383" fmla="*/ 658859 h 2631356"/>
              <a:gd name="connsiteX4384" fmla="*/ 7130837 w 11237202"/>
              <a:gd name="connsiteY4384" fmla="*/ 662096 h 2631356"/>
              <a:gd name="connsiteX4385" fmla="*/ 7118054 w 11237202"/>
              <a:gd name="connsiteY4385" fmla="*/ 660887 h 2631356"/>
              <a:gd name="connsiteX4386" fmla="*/ 7119277 w 11237202"/>
              <a:gd name="connsiteY4386" fmla="*/ 657674 h 2631356"/>
              <a:gd name="connsiteX4387" fmla="*/ 2418830 w 11237202"/>
              <a:gd name="connsiteY4387" fmla="*/ 654348 h 2631356"/>
              <a:gd name="connsiteX4388" fmla="*/ 2432494 w 11237202"/>
              <a:gd name="connsiteY4388" fmla="*/ 660842 h 2631356"/>
              <a:gd name="connsiteX4389" fmla="*/ 2379783 w 11237202"/>
              <a:gd name="connsiteY4389" fmla="*/ 677665 h 2631356"/>
              <a:gd name="connsiteX4390" fmla="*/ 2330489 w 11237202"/>
              <a:gd name="connsiteY4390" fmla="*/ 671419 h 2631356"/>
              <a:gd name="connsiteX4391" fmla="*/ 2383534 w 11237202"/>
              <a:gd name="connsiteY4391" fmla="*/ 654710 h 2631356"/>
              <a:gd name="connsiteX4392" fmla="*/ 2418830 w 11237202"/>
              <a:gd name="connsiteY4392" fmla="*/ 654348 h 2631356"/>
              <a:gd name="connsiteX4393" fmla="*/ 8388106 w 11237202"/>
              <a:gd name="connsiteY4393" fmla="*/ 653283 h 2631356"/>
              <a:gd name="connsiteX4394" fmla="*/ 8424632 w 11237202"/>
              <a:gd name="connsiteY4394" fmla="*/ 659794 h 2631356"/>
              <a:gd name="connsiteX4395" fmla="*/ 8431136 w 11237202"/>
              <a:gd name="connsiteY4395" fmla="*/ 676571 h 2631356"/>
              <a:gd name="connsiteX4396" fmla="*/ 8359918 w 11237202"/>
              <a:gd name="connsiteY4396" fmla="*/ 670348 h 2631356"/>
              <a:gd name="connsiteX4397" fmla="*/ 8354165 w 11237202"/>
              <a:gd name="connsiteY4397" fmla="*/ 653662 h 2631356"/>
              <a:gd name="connsiteX4398" fmla="*/ 8388106 w 11237202"/>
              <a:gd name="connsiteY4398" fmla="*/ 653283 h 2631356"/>
              <a:gd name="connsiteX4399" fmla="*/ 7759972 w 11237202"/>
              <a:gd name="connsiteY4399" fmla="*/ 651174 h 2631356"/>
              <a:gd name="connsiteX4400" fmla="*/ 7792516 w 11237202"/>
              <a:gd name="connsiteY4400" fmla="*/ 657378 h 2631356"/>
              <a:gd name="connsiteX4401" fmla="*/ 7792712 w 11237202"/>
              <a:gd name="connsiteY4401" fmla="*/ 673356 h 2631356"/>
              <a:gd name="connsiteX4402" fmla="*/ 7727024 w 11237202"/>
              <a:gd name="connsiteY4402" fmla="*/ 667407 h 2631356"/>
              <a:gd name="connsiteX4403" fmla="*/ 7727469 w 11237202"/>
              <a:gd name="connsiteY4403" fmla="*/ 651519 h 2631356"/>
              <a:gd name="connsiteX4404" fmla="*/ 7759972 w 11237202"/>
              <a:gd name="connsiteY4404" fmla="*/ 651174 h 2631356"/>
              <a:gd name="connsiteX4405" fmla="*/ 2892302 w 11237202"/>
              <a:gd name="connsiteY4405" fmla="*/ 651055 h 2631356"/>
              <a:gd name="connsiteX4406" fmla="*/ 2902614 w 11237202"/>
              <a:gd name="connsiteY4406" fmla="*/ 655394 h 2631356"/>
              <a:gd name="connsiteX4407" fmla="*/ 2870687 w 11237202"/>
              <a:gd name="connsiteY4407" fmla="*/ 666563 h 2631356"/>
              <a:gd name="connsiteX4408" fmla="*/ 2836566 w 11237202"/>
              <a:gd name="connsiteY4408" fmla="*/ 662415 h 2631356"/>
              <a:gd name="connsiteX4409" fmla="*/ 2868798 w 11237202"/>
              <a:gd name="connsiteY4409" fmla="*/ 651314 h 2631356"/>
              <a:gd name="connsiteX4410" fmla="*/ 2892302 w 11237202"/>
              <a:gd name="connsiteY4410" fmla="*/ 651055 h 2631356"/>
              <a:gd name="connsiteX4411" fmla="*/ 9290267 w 11237202"/>
              <a:gd name="connsiteY4411" fmla="*/ 649855 h 2631356"/>
              <a:gd name="connsiteX4412" fmla="*/ 9291962 w 11237202"/>
              <a:gd name="connsiteY4412" fmla="*/ 649992 h 2631356"/>
              <a:gd name="connsiteX4413" fmla="*/ 9292378 w 11237202"/>
              <a:gd name="connsiteY4413" fmla="*/ 650379 h 2631356"/>
              <a:gd name="connsiteX4414" fmla="*/ 9290600 w 11237202"/>
              <a:gd name="connsiteY4414" fmla="*/ 650243 h 2631356"/>
              <a:gd name="connsiteX4415" fmla="*/ 9290267 w 11237202"/>
              <a:gd name="connsiteY4415" fmla="*/ 649855 h 2631356"/>
              <a:gd name="connsiteX4416" fmla="*/ 3357230 w 11237202"/>
              <a:gd name="connsiteY4416" fmla="*/ 648693 h 2631356"/>
              <a:gd name="connsiteX4417" fmla="*/ 3372651 w 11237202"/>
              <a:gd name="connsiteY4417" fmla="*/ 650494 h 2631356"/>
              <a:gd name="connsiteX4418" fmla="*/ 3359953 w 11237202"/>
              <a:gd name="connsiteY4418" fmla="*/ 655372 h 2631356"/>
              <a:gd name="connsiteX4419" fmla="*/ 3344587 w 11237202"/>
              <a:gd name="connsiteY4419" fmla="*/ 653571 h 2631356"/>
              <a:gd name="connsiteX4420" fmla="*/ 3357230 w 11237202"/>
              <a:gd name="connsiteY4420" fmla="*/ 648693 h 2631356"/>
              <a:gd name="connsiteX4421" fmla="*/ 7249095 w 11237202"/>
              <a:gd name="connsiteY4421" fmla="*/ 644338 h 2631356"/>
              <a:gd name="connsiteX4422" fmla="*/ 7288858 w 11237202"/>
              <a:gd name="connsiteY4422" fmla="*/ 647986 h 2631356"/>
              <a:gd name="connsiteX4423" fmla="*/ 7286023 w 11237202"/>
              <a:gd name="connsiteY4423" fmla="*/ 657924 h 2631356"/>
              <a:gd name="connsiteX4424" fmla="*/ 7246067 w 11237202"/>
              <a:gd name="connsiteY4424" fmla="*/ 654254 h 2631356"/>
              <a:gd name="connsiteX4425" fmla="*/ 7249095 w 11237202"/>
              <a:gd name="connsiteY4425" fmla="*/ 644338 h 2631356"/>
              <a:gd name="connsiteX4426" fmla="*/ 2287052 w 11237202"/>
              <a:gd name="connsiteY4426" fmla="*/ 644336 h 2631356"/>
              <a:gd name="connsiteX4427" fmla="*/ 2300008 w 11237202"/>
              <a:gd name="connsiteY4427" fmla="*/ 650675 h 2631356"/>
              <a:gd name="connsiteX4428" fmla="*/ 2246852 w 11237202"/>
              <a:gd name="connsiteY4428" fmla="*/ 667133 h 2631356"/>
              <a:gd name="connsiteX4429" fmla="*/ 2198920 w 11237202"/>
              <a:gd name="connsiteY4429" fmla="*/ 661047 h 2631356"/>
              <a:gd name="connsiteX4430" fmla="*/ 2252297 w 11237202"/>
              <a:gd name="connsiteY4430" fmla="*/ 644680 h 2631356"/>
              <a:gd name="connsiteX4431" fmla="*/ 2287052 w 11237202"/>
              <a:gd name="connsiteY4431" fmla="*/ 644336 h 2631356"/>
              <a:gd name="connsiteX4432" fmla="*/ 8523703 w 11237202"/>
              <a:gd name="connsiteY4432" fmla="*/ 643903 h 2631356"/>
              <a:gd name="connsiteX4433" fmla="*/ 8562676 w 11237202"/>
              <a:gd name="connsiteY4433" fmla="*/ 650676 h 2631356"/>
              <a:gd name="connsiteX4434" fmla="*/ 8570902 w 11237202"/>
              <a:gd name="connsiteY4434" fmla="*/ 668273 h 2631356"/>
              <a:gd name="connsiteX4435" fmla="*/ 8495433 w 11237202"/>
              <a:gd name="connsiteY4435" fmla="*/ 661754 h 2631356"/>
              <a:gd name="connsiteX4436" fmla="*/ 8488043 w 11237202"/>
              <a:gd name="connsiteY4436" fmla="*/ 644293 h 2631356"/>
              <a:gd name="connsiteX4437" fmla="*/ 8523703 w 11237202"/>
              <a:gd name="connsiteY4437" fmla="*/ 643903 h 2631356"/>
              <a:gd name="connsiteX4438" fmla="*/ 7898574 w 11237202"/>
              <a:gd name="connsiteY4438" fmla="*/ 642176 h 2631356"/>
              <a:gd name="connsiteX4439" fmla="*/ 7932172 w 11237202"/>
              <a:gd name="connsiteY4439" fmla="*/ 648465 h 2631356"/>
              <a:gd name="connsiteX4440" fmla="*/ 7933839 w 11237202"/>
              <a:gd name="connsiteY4440" fmla="*/ 664650 h 2631356"/>
              <a:gd name="connsiteX4441" fmla="*/ 7866401 w 11237202"/>
              <a:gd name="connsiteY4441" fmla="*/ 658631 h 2631356"/>
              <a:gd name="connsiteX4442" fmla="*/ 7865540 w 11237202"/>
              <a:gd name="connsiteY4442" fmla="*/ 642538 h 2631356"/>
              <a:gd name="connsiteX4443" fmla="*/ 7898574 w 11237202"/>
              <a:gd name="connsiteY4443" fmla="*/ 642176 h 2631356"/>
              <a:gd name="connsiteX4444" fmla="*/ 2120479 w 11237202"/>
              <a:gd name="connsiteY4444" fmla="*/ 642013 h 2631356"/>
              <a:gd name="connsiteX4445" fmla="*/ 2136123 w 11237202"/>
              <a:gd name="connsiteY4445" fmla="*/ 643974 h 2631356"/>
              <a:gd name="connsiteX4446" fmla="*/ 2118117 w 11237202"/>
              <a:gd name="connsiteY4446" fmla="*/ 649376 h 2631356"/>
              <a:gd name="connsiteX4447" fmla="*/ 2102418 w 11237202"/>
              <a:gd name="connsiteY4447" fmla="*/ 647370 h 2631356"/>
              <a:gd name="connsiteX4448" fmla="*/ 2120479 w 11237202"/>
              <a:gd name="connsiteY4448" fmla="*/ 642013 h 2631356"/>
              <a:gd name="connsiteX4449" fmla="*/ 9421393 w 11237202"/>
              <a:gd name="connsiteY4449" fmla="*/ 641147 h 2631356"/>
              <a:gd name="connsiteX4450" fmla="*/ 9423059 w 11237202"/>
              <a:gd name="connsiteY4450" fmla="*/ 641283 h 2631356"/>
              <a:gd name="connsiteX4451" fmla="*/ 9423504 w 11237202"/>
              <a:gd name="connsiteY4451" fmla="*/ 641671 h 2631356"/>
              <a:gd name="connsiteX4452" fmla="*/ 9421836 w 11237202"/>
              <a:gd name="connsiteY4452" fmla="*/ 641534 h 2631356"/>
              <a:gd name="connsiteX4453" fmla="*/ 9421393 w 11237202"/>
              <a:gd name="connsiteY4453" fmla="*/ 641147 h 2631356"/>
              <a:gd name="connsiteX4454" fmla="*/ 6771806 w 11237202"/>
              <a:gd name="connsiteY4454" fmla="*/ 639985 h 2631356"/>
              <a:gd name="connsiteX4455" fmla="*/ 6774641 w 11237202"/>
              <a:gd name="connsiteY4455" fmla="*/ 640258 h 2631356"/>
              <a:gd name="connsiteX4456" fmla="*/ 6774224 w 11237202"/>
              <a:gd name="connsiteY4456" fmla="*/ 641011 h 2631356"/>
              <a:gd name="connsiteX4457" fmla="*/ 6771251 w 11237202"/>
              <a:gd name="connsiteY4457" fmla="*/ 640737 h 2631356"/>
              <a:gd name="connsiteX4458" fmla="*/ 6771806 w 11237202"/>
              <a:gd name="connsiteY4458" fmla="*/ 639985 h 2631356"/>
              <a:gd name="connsiteX4459" fmla="*/ 2762692 w 11237202"/>
              <a:gd name="connsiteY4459" fmla="*/ 639657 h 2631356"/>
              <a:gd name="connsiteX4460" fmla="*/ 2774352 w 11237202"/>
              <a:gd name="connsiteY4460" fmla="*/ 644658 h 2631356"/>
              <a:gd name="connsiteX4461" fmla="*/ 2736034 w 11237202"/>
              <a:gd name="connsiteY4461" fmla="*/ 657605 h 2631356"/>
              <a:gd name="connsiteX4462" fmla="*/ 2696855 w 11237202"/>
              <a:gd name="connsiteY4462" fmla="*/ 652795 h 2631356"/>
              <a:gd name="connsiteX4463" fmla="*/ 2735340 w 11237202"/>
              <a:gd name="connsiteY4463" fmla="*/ 639939 h 2631356"/>
              <a:gd name="connsiteX4464" fmla="*/ 2762692 w 11237202"/>
              <a:gd name="connsiteY4464" fmla="*/ 639657 h 2631356"/>
              <a:gd name="connsiteX4465" fmla="*/ 3238689 w 11237202"/>
              <a:gd name="connsiteY4465" fmla="*/ 635939 h 2631356"/>
              <a:gd name="connsiteX4466" fmla="*/ 3247390 w 11237202"/>
              <a:gd name="connsiteY4466" fmla="*/ 639255 h 2631356"/>
              <a:gd name="connsiteX4467" fmla="*/ 3224466 w 11237202"/>
              <a:gd name="connsiteY4467" fmla="*/ 647803 h 2631356"/>
              <a:gd name="connsiteX4468" fmla="*/ 3197429 w 11237202"/>
              <a:gd name="connsiteY4468" fmla="*/ 644635 h 2631356"/>
              <a:gd name="connsiteX4469" fmla="*/ 3220548 w 11237202"/>
              <a:gd name="connsiteY4469" fmla="*/ 636110 h 2631356"/>
              <a:gd name="connsiteX4470" fmla="*/ 3238689 w 11237202"/>
              <a:gd name="connsiteY4470" fmla="*/ 635939 h 2631356"/>
              <a:gd name="connsiteX4471" fmla="*/ 3714202 w 11237202"/>
              <a:gd name="connsiteY4471" fmla="*/ 635631 h 2631356"/>
              <a:gd name="connsiteX4472" fmla="*/ 3715314 w 11237202"/>
              <a:gd name="connsiteY4472" fmla="*/ 635767 h 2631356"/>
              <a:gd name="connsiteX4473" fmla="*/ 3714536 w 11237202"/>
              <a:gd name="connsiteY4473" fmla="*/ 636132 h 2631356"/>
              <a:gd name="connsiteX4474" fmla="*/ 3713286 w 11237202"/>
              <a:gd name="connsiteY4474" fmla="*/ 635995 h 2631356"/>
              <a:gd name="connsiteX4475" fmla="*/ 3714202 w 11237202"/>
              <a:gd name="connsiteY4475" fmla="*/ 635631 h 2631356"/>
              <a:gd name="connsiteX4476" fmla="*/ 1990771 w 11237202"/>
              <a:gd name="connsiteY4476" fmla="*/ 635016 h 2631356"/>
              <a:gd name="connsiteX4477" fmla="*/ 1993327 w 11237202"/>
              <a:gd name="connsiteY4477" fmla="*/ 635358 h 2631356"/>
              <a:gd name="connsiteX4478" fmla="*/ 1990215 w 11237202"/>
              <a:gd name="connsiteY4478" fmla="*/ 636292 h 2631356"/>
              <a:gd name="connsiteX4479" fmla="*/ 1987547 w 11237202"/>
              <a:gd name="connsiteY4479" fmla="*/ 635927 h 2631356"/>
              <a:gd name="connsiteX4480" fmla="*/ 1990771 w 11237202"/>
              <a:gd name="connsiteY4480" fmla="*/ 635016 h 2631356"/>
              <a:gd name="connsiteX4481" fmla="*/ 8657606 w 11237202"/>
              <a:gd name="connsiteY4481" fmla="*/ 634435 h 2631356"/>
              <a:gd name="connsiteX4482" fmla="*/ 8699498 w 11237202"/>
              <a:gd name="connsiteY4482" fmla="*/ 641603 h 2631356"/>
              <a:gd name="connsiteX4483" fmla="*/ 8709751 w 11237202"/>
              <a:gd name="connsiteY4483" fmla="*/ 660135 h 2631356"/>
              <a:gd name="connsiteX4484" fmla="*/ 8629309 w 11237202"/>
              <a:gd name="connsiteY4484" fmla="*/ 653274 h 2631356"/>
              <a:gd name="connsiteX4485" fmla="*/ 8619862 w 11237202"/>
              <a:gd name="connsiteY4485" fmla="*/ 634856 h 2631356"/>
              <a:gd name="connsiteX4486" fmla="*/ 8657606 w 11237202"/>
              <a:gd name="connsiteY4486" fmla="*/ 634435 h 2631356"/>
              <a:gd name="connsiteX4487" fmla="*/ 8035567 w 11237202"/>
              <a:gd name="connsiteY4487" fmla="*/ 632893 h 2631356"/>
              <a:gd name="connsiteX4488" fmla="*/ 8071494 w 11237202"/>
              <a:gd name="connsiteY4488" fmla="*/ 639461 h 2631356"/>
              <a:gd name="connsiteX4489" fmla="*/ 8074634 w 11237202"/>
              <a:gd name="connsiteY4489" fmla="*/ 656420 h 2631356"/>
              <a:gd name="connsiteX4490" fmla="*/ 8003167 w 11237202"/>
              <a:gd name="connsiteY4490" fmla="*/ 650129 h 2631356"/>
              <a:gd name="connsiteX4491" fmla="*/ 8000804 w 11237202"/>
              <a:gd name="connsiteY4491" fmla="*/ 633283 h 2631356"/>
              <a:gd name="connsiteX4492" fmla="*/ 8035567 w 11237202"/>
              <a:gd name="connsiteY4492" fmla="*/ 632893 h 2631356"/>
              <a:gd name="connsiteX4493" fmla="*/ 7410751 w 11237202"/>
              <a:gd name="connsiteY4493" fmla="*/ 631584 h 2631356"/>
              <a:gd name="connsiteX4494" fmla="*/ 7441350 w 11237202"/>
              <a:gd name="connsiteY4494" fmla="*/ 637545 h 2631356"/>
              <a:gd name="connsiteX4495" fmla="*/ 7438322 w 11237202"/>
              <a:gd name="connsiteY4495" fmla="*/ 652978 h 2631356"/>
              <a:gd name="connsiteX4496" fmla="*/ 7375385 w 11237202"/>
              <a:gd name="connsiteY4496" fmla="*/ 647279 h 2631356"/>
              <a:gd name="connsiteX4497" fmla="*/ 7378942 w 11237202"/>
              <a:gd name="connsiteY4497" fmla="*/ 631915 h 2631356"/>
              <a:gd name="connsiteX4498" fmla="*/ 7410751 w 11237202"/>
              <a:gd name="connsiteY4498" fmla="*/ 631584 h 2631356"/>
              <a:gd name="connsiteX4499" fmla="*/ 6913823 w 11237202"/>
              <a:gd name="connsiteY4499" fmla="*/ 630981 h 2631356"/>
              <a:gd name="connsiteX4500" fmla="*/ 6918992 w 11237202"/>
              <a:gd name="connsiteY4500" fmla="*/ 631459 h 2631356"/>
              <a:gd name="connsiteX4501" fmla="*/ 6918241 w 11237202"/>
              <a:gd name="connsiteY4501" fmla="*/ 632759 h 2631356"/>
              <a:gd name="connsiteX4502" fmla="*/ 6913157 w 11237202"/>
              <a:gd name="connsiteY4502" fmla="*/ 632280 h 2631356"/>
              <a:gd name="connsiteX4503" fmla="*/ 6913823 w 11237202"/>
              <a:gd name="connsiteY4503" fmla="*/ 630981 h 2631356"/>
              <a:gd name="connsiteX4504" fmla="*/ 8927596 w 11237202"/>
              <a:gd name="connsiteY4504" fmla="*/ 629249 h 2631356"/>
              <a:gd name="connsiteX4505" fmla="*/ 8933292 w 11237202"/>
              <a:gd name="connsiteY4505" fmla="*/ 629727 h 2631356"/>
              <a:gd name="connsiteX4506" fmla="*/ 8934153 w 11237202"/>
              <a:gd name="connsiteY4506" fmla="*/ 631003 h 2631356"/>
              <a:gd name="connsiteX4507" fmla="*/ 8928486 w 11237202"/>
              <a:gd name="connsiteY4507" fmla="*/ 630525 h 2631356"/>
              <a:gd name="connsiteX4508" fmla="*/ 8927596 w 11237202"/>
              <a:gd name="connsiteY4508" fmla="*/ 629249 h 2631356"/>
              <a:gd name="connsiteX4509" fmla="*/ 8792412 w 11237202"/>
              <a:gd name="connsiteY4509" fmla="*/ 628997 h 2631356"/>
              <a:gd name="connsiteX4510" fmla="*/ 8824370 w 11237202"/>
              <a:gd name="connsiteY4510" fmla="*/ 634377 h 2631356"/>
              <a:gd name="connsiteX4511" fmla="*/ 8833122 w 11237202"/>
              <a:gd name="connsiteY4511" fmla="*/ 648237 h 2631356"/>
              <a:gd name="connsiteX4512" fmla="*/ 8772214 w 11237202"/>
              <a:gd name="connsiteY4512" fmla="*/ 643085 h 2631356"/>
              <a:gd name="connsiteX4513" fmla="*/ 8764017 w 11237202"/>
              <a:gd name="connsiteY4513" fmla="*/ 629294 h 2631356"/>
              <a:gd name="connsiteX4514" fmla="*/ 8792412 w 11237202"/>
              <a:gd name="connsiteY4514" fmla="*/ 628997 h 2631356"/>
              <a:gd name="connsiteX4515" fmla="*/ 2634825 w 11237202"/>
              <a:gd name="connsiteY4515" fmla="*/ 628422 h 2631356"/>
              <a:gd name="connsiteX4516" fmla="*/ 2647617 w 11237202"/>
              <a:gd name="connsiteY4516" fmla="*/ 634081 h 2631356"/>
              <a:gd name="connsiteX4517" fmla="*/ 2602936 w 11237202"/>
              <a:gd name="connsiteY4517" fmla="*/ 648738 h 2631356"/>
              <a:gd name="connsiteX4518" fmla="*/ 2558783 w 11237202"/>
              <a:gd name="connsiteY4518" fmla="*/ 643290 h 2631356"/>
              <a:gd name="connsiteX4519" fmla="*/ 2603631 w 11237202"/>
              <a:gd name="connsiteY4519" fmla="*/ 628747 h 2631356"/>
              <a:gd name="connsiteX4520" fmla="*/ 2634825 w 11237202"/>
              <a:gd name="connsiteY4520" fmla="*/ 628422 h 2631356"/>
              <a:gd name="connsiteX4521" fmla="*/ 1863508 w 11237202"/>
              <a:gd name="connsiteY4521" fmla="*/ 625236 h 2631356"/>
              <a:gd name="connsiteX4522" fmla="*/ 1865564 w 11237202"/>
              <a:gd name="connsiteY4522" fmla="*/ 625487 h 2631356"/>
              <a:gd name="connsiteX4523" fmla="*/ 1863008 w 11237202"/>
              <a:gd name="connsiteY4523" fmla="*/ 626238 h 2631356"/>
              <a:gd name="connsiteX4524" fmla="*/ 1860979 w 11237202"/>
              <a:gd name="connsiteY4524" fmla="*/ 625965 h 2631356"/>
              <a:gd name="connsiteX4525" fmla="*/ 1863508 w 11237202"/>
              <a:gd name="connsiteY4525" fmla="*/ 625236 h 2631356"/>
              <a:gd name="connsiteX4526" fmla="*/ 3576048 w 11237202"/>
              <a:gd name="connsiteY4526" fmla="*/ 624484 h 2631356"/>
              <a:gd name="connsiteX4527" fmla="*/ 3583190 w 11237202"/>
              <a:gd name="connsiteY4527" fmla="*/ 625258 h 2631356"/>
              <a:gd name="connsiteX4528" fmla="*/ 3577716 w 11237202"/>
              <a:gd name="connsiteY4528" fmla="*/ 627469 h 2631356"/>
              <a:gd name="connsiteX4529" fmla="*/ 3570631 w 11237202"/>
              <a:gd name="connsiteY4529" fmla="*/ 626649 h 2631356"/>
              <a:gd name="connsiteX4530" fmla="*/ 3576048 w 11237202"/>
              <a:gd name="connsiteY4530" fmla="*/ 624484 h 2631356"/>
              <a:gd name="connsiteX4531" fmla="*/ 8171313 w 11237202"/>
              <a:gd name="connsiteY4531" fmla="*/ 624390 h 2631356"/>
              <a:gd name="connsiteX4532" fmla="*/ 8207593 w 11237202"/>
              <a:gd name="connsiteY4532" fmla="*/ 630844 h 2631356"/>
              <a:gd name="connsiteX4533" fmla="*/ 8212011 w 11237202"/>
              <a:gd name="connsiteY4533" fmla="*/ 647644 h 2631356"/>
              <a:gd name="connsiteX4534" fmla="*/ 8140405 w 11237202"/>
              <a:gd name="connsiteY4534" fmla="*/ 641398 h 2631356"/>
              <a:gd name="connsiteX4535" fmla="*/ 8136765 w 11237202"/>
              <a:gd name="connsiteY4535" fmla="*/ 624758 h 2631356"/>
              <a:gd name="connsiteX4536" fmla="*/ 8171313 w 11237202"/>
              <a:gd name="connsiteY4536" fmla="*/ 624390 h 2631356"/>
              <a:gd name="connsiteX4537" fmla="*/ 3110339 w 11237202"/>
              <a:gd name="connsiteY4537" fmla="*/ 623985 h 2631356"/>
              <a:gd name="connsiteX4538" fmla="*/ 3121628 w 11237202"/>
              <a:gd name="connsiteY4538" fmla="*/ 628405 h 2631356"/>
              <a:gd name="connsiteX4539" fmla="*/ 3089895 w 11237202"/>
              <a:gd name="connsiteY4539" fmla="*/ 639757 h 2631356"/>
              <a:gd name="connsiteX4540" fmla="*/ 3054162 w 11237202"/>
              <a:gd name="connsiteY4540" fmla="*/ 635562 h 2631356"/>
              <a:gd name="connsiteX4541" fmla="*/ 3086005 w 11237202"/>
              <a:gd name="connsiteY4541" fmla="*/ 624233 h 2631356"/>
              <a:gd name="connsiteX4542" fmla="*/ 3110339 w 11237202"/>
              <a:gd name="connsiteY4542" fmla="*/ 623985 h 2631356"/>
              <a:gd name="connsiteX4543" fmla="*/ 7549472 w 11237202"/>
              <a:gd name="connsiteY4543" fmla="*/ 622427 h 2631356"/>
              <a:gd name="connsiteX4544" fmla="*/ 7582229 w 11237202"/>
              <a:gd name="connsiteY4544" fmla="*/ 628678 h 2631356"/>
              <a:gd name="connsiteX4545" fmla="*/ 7580423 w 11237202"/>
              <a:gd name="connsiteY4545" fmla="*/ 644886 h 2631356"/>
              <a:gd name="connsiteX4546" fmla="*/ 7513513 w 11237202"/>
              <a:gd name="connsiteY4546" fmla="*/ 638891 h 2631356"/>
              <a:gd name="connsiteX4547" fmla="*/ 7515986 w 11237202"/>
              <a:gd name="connsiteY4547" fmla="*/ 622774 h 2631356"/>
              <a:gd name="connsiteX4548" fmla="*/ 7549472 w 11237202"/>
              <a:gd name="connsiteY4548" fmla="*/ 622427 h 2631356"/>
              <a:gd name="connsiteX4549" fmla="*/ 7053590 w 11237202"/>
              <a:gd name="connsiteY4549" fmla="*/ 621840 h 2631356"/>
              <a:gd name="connsiteX4550" fmla="*/ 7062370 w 11237202"/>
              <a:gd name="connsiteY4550" fmla="*/ 622637 h 2631356"/>
              <a:gd name="connsiteX4551" fmla="*/ 7061453 w 11237202"/>
              <a:gd name="connsiteY4551" fmla="*/ 624826 h 2631356"/>
              <a:gd name="connsiteX4552" fmla="*/ 7052645 w 11237202"/>
              <a:gd name="connsiteY4552" fmla="*/ 624028 h 2631356"/>
              <a:gd name="connsiteX4553" fmla="*/ 7053590 w 11237202"/>
              <a:gd name="connsiteY4553" fmla="*/ 621840 h 2631356"/>
              <a:gd name="connsiteX4554" fmla="*/ 9061028 w 11237202"/>
              <a:gd name="connsiteY4554" fmla="*/ 621361 h 2631356"/>
              <a:gd name="connsiteX4555" fmla="*/ 9062612 w 11237202"/>
              <a:gd name="connsiteY4555" fmla="*/ 621498 h 2631356"/>
              <a:gd name="connsiteX4556" fmla="*/ 9062945 w 11237202"/>
              <a:gd name="connsiteY4556" fmla="*/ 621839 h 2631356"/>
              <a:gd name="connsiteX4557" fmla="*/ 9061363 w 11237202"/>
              <a:gd name="connsiteY4557" fmla="*/ 621725 h 2631356"/>
              <a:gd name="connsiteX4558" fmla="*/ 9061028 w 11237202"/>
              <a:gd name="connsiteY4558" fmla="*/ 621361 h 2631356"/>
              <a:gd name="connsiteX4559" fmla="*/ 2508334 w 11237202"/>
              <a:gd name="connsiteY4559" fmla="*/ 617458 h 2631356"/>
              <a:gd name="connsiteX4560" fmla="*/ 2522049 w 11237202"/>
              <a:gd name="connsiteY4560" fmla="*/ 623687 h 2631356"/>
              <a:gd name="connsiteX4561" fmla="*/ 2471228 w 11237202"/>
              <a:gd name="connsiteY4561" fmla="*/ 639803 h 2631356"/>
              <a:gd name="connsiteX4562" fmla="*/ 2422768 w 11237202"/>
              <a:gd name="connsiteY4562" fmla="*/ 633808 h 2631356"/>
              <a:gd name="connsiteX4563" fmla="*/ 2473840 w 11237202"/>
              <a:gd name="connsiteY4563" fmla="*/ 617828 h 2631356"/>
              <a:gd name="connsiteX4564" fmla="*/ 2508334 w 11237202"/>
              <a:gd name="connsiteY4564" fmla="*/ 617458 h 2631356"/>
              <a:gd name="connsiteX4565" fmla="*/ 8305666 w 11237202"/>
              <a:gd name="connsiteY4565" fmla="*/ 616198 h 2631356"/>
              <a:gd name="connsiteX4566" fmla="*/ 8341469 w 11237202"/>
              <a:gd name="connsiteY4566" fmla="*/ 622478 h 2631356"/>
              <a:gd name="connsiteX4567" fmla="*/ 8347165 w 11237202"/>
              <a:gd name="connsiteY4567" fmla="*/ 638754 h 2631356"/>
              <a:gd name="connsiteX4568" fmla="*/ 8276949 w 11237202"/>
              <a:gd name="connsiteY4568" fmla="*/ 632690 h 2631356"/>
              <a:gd name="connsiteX4569" fmla="*/ 8272029 w 11237202"/>
              <a:gd name="connsiteY4569" fmla="*/ 616551 h 2631356"/>
              <a:gd name="connsiteX4570" fmla="*/ 8305666 w 11237202"/>
              <a:gd name="connsiteY4570" fmla="*/ 616198 h 2631356"/>
              <a:gd name="connsiteX4571" fmla="*/ 2977881 w 11237202"/>
              <a:gd name="connsiteY4571" fmla="*/ 614232 h 2631356"/>
              <a:gd name="connsiteX4572" fmla="*/ 2988752 w 11237202"/>
              <a:gd name="connsiteY4572" fmla="*/ 618603 h 2631356"/>
              <a:gd name="connsiteX4573" fmla="*/ 2956408 w 11237202"/>
              <a:gd name="connsiteY4573" fmla="*/ 629841 h 2631356"/>
              <a:gd name="connsiteX4574" fmla="*/ 2921231 w 11237202"/>
              <a:gd name="connsiteY4574" fmla="*/ 625670 h 2631356"/>
              <a:gd name="connsiteX4575" fmla="*/ 2953714 w 11237202"/>
              <a:gd name="connsiteY4575" fmla="*/ 614477 h 2631356"/>
              <a:gd name="connsiteX4576" fmla="*/ 2977881 w 11237202"/>
              <a:gd name="connsiteY4576" fmla="*/ 614232 h 2631356"/>
              <a:gd name="connsiteX4577" fmla="*/ 7686643 w 11237202"/>
              <a:gd name="connsiteY4577" fmla="*/ 613756 h 2631356"/>
              <a:gd name="connsiteX4578" fmla="*/ 7720467 w 11237202"/>
              <a:gd name="connsiteY4578" fmla="*/ 620085 h 2631356"/>
              <a:gd name="connsiteX4579" fmla="*/ 7719994 w 11237202"/>
              <a:gd name="connsiteY4579" fmla="*/ 636520 h 2631356"/>
              <a:gd name="connsiteX4580" fmla="*/ 7651417 w 11237202"/>
              <a:gd name="connsiteY4580" fmla="*/ 630388 h 2631356"/>
              <a:gd name="connsiteX4581" fmla="*/ 7652612 w 11237202"/>
              <a:gd name="connsiteY4581" fmla="*/ 614112 h 2631356"/>
              <a:gd name="connsiteX4582" fmla="*/ 7686643 w 11237202"/>
              <a:gd name="connsiteY4582" fmla="*/ 613756 h 2631356"/>
              <a:gd name="connsiteX4583" fmla="*/ 9190819 w 11237202"/>
              <a:gd name="connsiteY4583" fmla="*/ 612973 h 2631356"/>
              <a:gd name="connsiteX4584" fmla="*/ 9192348 w 11237202"/>
              <a:gd name="connsiteY4584" fmla="*/ 613087 h 2631356"/>
              <a:gd name="connsiteX4585" fmla="*/ 9192738 w 11237202"/>
              <a:gd name="connsiteY4585" fmla="*/ 613428 h 2631356"/>
              <a:gd name="connsiteX4586" fmla="*/ 9191070 w 11237202"/>
              <a:gd name="connsiteY4586" fmla="*/ 613315 h 2631356"/>
              <a:gd name="connsiteX4587" fmla="*/ 9190819 w 11237202"/>
              <a:gd name="connsiteY4587" fmla="*/ 612973 h 2631356"/>
              <a:gd name="connsiteX4588" fmla="*/ 3453777 w 11237202"/>
              <a:gd name="connsiteY4588" fmla="*/ 611334 h 2631356"/>
              <a:gd name="connsiteX4589" fmla="*/ 3461179 w 11237202"/>
              <a:gd name="connsiteY4589" fmla="*/ 613998 h 2631356"/>
              <a:gd name="connsiteX4590" fmla="*/ 3443368 w 11237202"/>
              <a:gd name="connsiteY4590" fmla="*/ 620836 h 2631356"/>
              <a:gd name="connsiteX4591" fmla="*/ 3421166 w 11237202"/>
              <a:gd name="connsiteY4591" fmla="*/ 618306 h 2631356"/>
              <a:gd name="connsiteX4592" fmla="*/ 3438977 w 11237202"/>
              <a:gd name="connsiteY4592" fmla="*/ 611490 h 2631356"/>
              <a:gd name="connsiteX4593" fmla="*/ 3453777 w 11237202"/>
              <a:gd name="connsiteY4593" fmla="*/ 611334 h 2631356"/>
              <a:gd name="connsiteX4594" fmla="*/ 7182102 w 11237202"/>
              <a:gd name="connsiteY4594" fmla="*/ 609257 h 2631356"/>
              <a:gd name="connsiteX4595" fmla="*/ 7215863 w 11237202"/>
              <a:gd name="connsiteY4595" fmla="*/ 612288 h 2631356"/>
              <a:gd name="connsiteX4596" fmla="*/ 7213057 w 11237202"/>
              <a:gd name="connsiteY4596" fmla="*/ 620540 h 2631356"/>
              <a:gd name="connsiteX4597" fmla="*/ 7179213 w 11237202"/>
              <a:gd name="connsiteY4597" fmla="*/ 617509 h 2631356"/>
              <a:gd name="connsiteX4598" fmla="*/ 7182102 w 11237202"/>
              <a:gd name="connsiteY4598" fmla="*/ 609257 h 2631356"/>
              <a:gd name="connsiteX4599" fmla="*/ 2380197 w 11237202"/>
              <a:gd name="connsiteY4599" fmla="*/ 607653 h 2631356"/>
              <a:gd name="connsiteX4600" fmla="*/ 2393509 w 11237202"/>
              <a:gd name="connsiteY4600" fmla="*/ 613885 h 2631356"/>
              <a:gd name="connsiteX4601" fmla="*/ 2341215 w 11237202"/>
              <a:gd name="connsiteY4601" fmla="*/ 629955 h 2631356"/>
              <a:gd name="connsiteX4602" fmla="*/ 2292839 w 11237202"/>
              <a:gd name="connsiteY4602" fmla="*/ 623982 h 2631356"/>
              <a:gd name="connsiteX4603" fmla="*/ 2345522 w 11237202"/>
              <a:gd name="connsiteY4603" fmla="*/ 608003 h 2631356"/>
              <a:gd name="connsiteX4604" fmla="*/ 2380197 w 11237202"/>
              <a:gd name="connsiteY4604" fmla="*/ 607653 h 2631356"/>
              <a:gd name="connsiteX4605" fmla="*/ 2216286 w 11237202"/>
              <a:gd name="connsiteY4605" fmla="*/ 606886 h 2631356"/>
              <a:gd name="connsiteX4606" fmla="*/ 2226401 w 11237202"/>
              <a:gd name="connsiteY4606" fmla="*/ 608140 h 2631356"/>
              <a:gd name="connsiteX4607" fmla="*/ 2215063 w 11237202"/>
              <a:gd name="connsiteY4607" fmla="*/ 611513 h 2631356"/>
              <a:gd name="connsiteX4608" fmla="*/ 2204866 w 11237202"/>
              <a:gd name="connsiteY4608" fmla="*/ 610260 h 2631356"/>
              <a:gd name="connsiteX4609" fmla="*/ 2216286 w 11237202"/>
              <a:gd name="connsiteY4609" fmla="*/ 606886 h 2631356"/>
              <a:gd name="connsiteX4610" fmla="*/ 8438221 w 11237202"/>
              <a:gd name="connsiteY4610" fmla="*/ 606847 h 2631356"/>
              <a:gd name="connsiteX4611" fmla="*/ 8477623 w 11237202"/>
              <a:gd name="connsiteY4611" fmla="*/ 613611 h 2631356"/>
              <a:gd name="connsiteX4612" fmla="*/ 8485124 w 11237202"/>
              <a:gd name="connsiteY4612" fmla="*/ 631186 h 2631356"/>
              <a:gd name="connsiteX4613" fmla="*/ 8408516 w 11237202"/>
              <a:gd name="connsiteY4613" fmla="*/ 624666 h 2631356"/>
              <a:gd name="connsiteX4614" fmla="*/ 8401820 w 11237202"/>
              <a:gd name="connsiteY4614" fmla="*/ 607228 h 2631356"/>
              <a:gd name="connsiteX4615" fmla="*/ 8438221 w 11237202"/>
              <a:gd name="connsiteY4615" fmla="*/ 606847 h 2631356"/>
              <a:gd name="connsiteX4616" fmla="*/ 7822428 w 11237202"/>
              <a:gd name="connsiteY4616" fmla="*/ 605690 h 2631356"/>
              <a:gd name="connsiteX4617" fmla="*/ 7855870 w 11237202"/>
              <a:gd name="connsiteY4617" fmla="*/ 611810 h 2631356"/>
              <a:gd name="connsiteX4618" fmla="*/ 7856676 w 11237202"/>
              <a:gd name="connsiteY4618" fmla="*/ 627698 h 2631356"/>
              <a:gd name="connsiteX4619" fmla="*/ 7789488 w 11237202"/>
              <a:gd name="connsiteY4619" fmla="*/ 621817 h 2631356"/>
              <a:gd name="connsiteX4620" fmla="*/ 7789322 w 11237202"/>
              <a:gd name="connsiteY4620" fmla="*/ 606065 h 2631356"/>
              <a:gd name="connsiteX4621" fmla="*/ 7822428 w 11237202"/>
              <a:gd name="connsiteY4621" fmla="*/ 605690 h 2631356"/>
              <a:gd name="connsiteX4622" fmla="*/ 6701507 w 11237202"/>
              <a:gd name="connsiteY4622" fmla="*/ 605040 h 2631356"/>
              <a:gd name="connsiteX4623" fmla="*/ 6705063 w 11237202"/>
              <a:gd name="connsiteY4623" fmla="*/ 605381 h 2631356"/>
              <a:gd name="connsiteX4624" fmla="*/ 6704424 w 11237202"/>
              <a:gd name="connsiteY4624" fmla="*/ 606271 h 2631356"/>
              <a:gd name="connsiteX4625" fmla="*/ 6700978 w 11237202"/>
              <a:gd name="connsiteY4625" fmla="*/ 605928 h 2631356"/>
              <a:gd name="connsiteX4626" fmla="*/ 6701507 w 11237202"/>
              <a:gd name="connsiteY4626" fmla="*/ 605040 h 2631356"/>
              <a:gd name="connsiteX4627" fmla="*/ 9319192 w 11237202"/>
              <a:gd name="connsiteY4627" fmla="*/ 604606 h 2631356"/>
              <a:gd name="connsiteX4628" fmla="*/ 9320721 w 11237202"/>
              <a:gd name="connsiteY4628" fmla="*/ 604743 h 2631356"/>
              <a:gd name="connsiteX4629" fmla="*/ 9321111 w 11237202"/>
              <a:gd name="connsiteY4629" fmla="*/ 605130 h 2631356"/>
              <a:gd name="connsiteX4630" fmla="*/ 9319443 w 11237202"/>
              <a:gd name="connsiteY4630" fmla="*/ 604971 h 2631356"/>
              <a:gd name="connsiteX4631" fmla="*/ 9319192 w 11237202"/>
              <a:gd name="connsiteY4631" fmla="*/ 604606 h 2631356"/>
              <a:gd name="connsiteX4632" fmla="*/ 2850730 w 11237202"/>
              <a:gd name="connsiteY4632" fmla="*/ 603353 h 2631356"/>
              <a:gd name="connsiteX4633" fmla="*/ 2862852 w 11237202"/>
              <a:gd name="connsiteY4633" fmla="*/ 608345 h 2631356"/>
              <a:gd name="connsiteX4634" fmla="*/ 2824423 w 11237202"/>
              <a:gd name="connsiteY4634" fmla="*/ 621270 h 2631356"/>
              <a:gd name="connsiteX4635" fmla="*/ 2784216 w 11237202"/>
              <a:gd name="connsiteY4635" fmla="*/ 616482 h 2631356"/>
              <a:gd name="connsiteX4636" fmla="*/ 2822811 w 11237202"/>
              <a:gd name="connsiteY4636" fmla="*/ 603626 h 2631356"/>
              <a:gd name="connsiteX4637" fmla="*/ 2850730 w 11237202"/>
              <a:gd name="connsiteY4637" fmla="*/ 603353 h 2631356"/>
              <a:gd name="connsiteX4638" fmla="*/ 3799703 w 11237202"/>
              <a:gd name="connsiteY4638" fmla="*/ 601575 h 2631356"/>
              <a:gd name="connsiteX4639" fmla="*/ 3800925 w 11237202"/>
              <a:gd name="connsiteY4639" fmla="*/ 601688 h 2631356"/>
              <a:gd name="connsiteX4640" fmla="*/ 3800064 w 11237202"/>
              <a:gd name="connsiteY4640" fmla="*/ 602054 h 2631356"/>
              <a:gd name="connsiteX4641" fmla="*/ 3798868 w 11237202"/>
              <a:gd name="connsiteY4641" fmla="*/ 601940 h 2631356"/>
              <a:gd name="connsiteX4642" fmla="*/ 3799703 w 11237202"/>
              <a:gd name="connsiteY4642" fmla="*/ 601575 h 2631356"/>
              <a:gd name="connsiteX4643" fmla="*/ 3326776 w 11237202"/>
              <a:gd name="connsiteY4643" fmla="*/ 599232 h 2631356"/>
              <a:gd name="connsiteX4644" fmla="*/ 3337724 w 11237202"/>
              <a:gd name="connsiteY4644" fmla="*/ 603216 h 2631356"/>
              <a:gd name="connsiteX4645" fmla="*/ 3309937 w 11237202"/>
              <a:gd name="connsiteY4645" fmla="*/ 613542 h 2631356"/>
              <a:gd name="connsiteX4646" fmla="*/ 3276371 w 11237202"/>
              <a:gd name="connsiteY4646" fmla="*/ 609735 h 2631356"/>
              <a:gd name="connsiteX4647" fmla="*/ 3304407 w 11237202"/>
              <a:gd name="connsiteY4647" fmla="*/ 599454 h 2631356"/>
              <a:gd name="connsiteX4648" fmla="*/ 3326776 w 11237202"/>
              <a:gd name="connsiteY4648" fmla="*/ 599232 h 2631356"/>
              <a:gd name="connsiteX4649" fmla="*/ 8569408 w 11237202"/>
              <a:gd name="connsiteY4649" fmla="*/ 597953 h 2631356"/>
              <a:gd name="connsiteX4650" fmla="*/ 8611192 w 11237202"/>
              <a:gd name="connsiteY4650" fmla="*/ 605016 h 2631356"/>
              <a:gd name="connsiteX4651" fmla="*/ 8620585 w 11237202"/>
              <a:gd name="connsiteY4651" fmla="*/ 623298 h 2631356"/>
              <a:gd name="connsiteX4652" fmla="*/ 8539919 w 11237202"/>
              <a:gd name="connsiteY4652" fmla="*/ 616506 h 2631356"/>
              <a:gd name="connsiteX4653" fmla="*/ 8531416 w 11237202"/>
              <a:gd name="connsiteY4653" fmla="*/ 598361 h 2631356"/>
              <a:gd name="connsiteX4654" fmla="*/ 8569408 w 11237202"/>
              <a:gd name="connsiteY4654" fmla="*/ 597953 h 2631356"/>
              <a:gd name="connsiteX4655" fmla="*/ 7956809 w 11237202"/>
              <a:gd name="connsiteY4655" fmla="*/ 597435 h 2631356"/>
              <a:gd name="connsiteX4656" fmla="*/ 7990524 w 11237202"/>
              <a:gd name="connsiteY4656" fmla="*/ 603512 h 2631356"/>
              <a:gd name="connsiteX4657" fmla="*/ 7992718 w 11237202"/>
              <a:gd name="connsiteY4657" fmla="*/ 619241 h 2631356"/>
              <a:gd name="connsiteX4658" fmla="*/ 7925393 w 11237202"/>
              <a:gd name="connsiteY4658" fmla="*/ 613405 h 2631356"/>
              <a:gd name="connsiteX4659" fmla="*/ 7923948 w 11237202"/>
              <a:gd name="connsiteY4659" fmla="*/ 597768 h 2631356"/>
              <a:gd name="connsiteX4660" fmla="*/ 7956809 w 11237202"/>
              <a:gd name="connsiteY4660" fmla="*/ 597435 h 2631356"/>
              <a:gd name="connsiteX4661" fmla="*/ 7338628 w 11237202"/>
              <a:gd name="connsiteY4661" fmla="*/ 596927 h 2631356"/>
              <a:gd name="connsiteX4662" fmla="*/ 7366161 w 11237202"/>
              <a:gd name="connsiteY4662" fmla="*/ 602235 h 2631356"/>
              <a:gd name="connsiteX4663" fmla="*/ 7362826 w 11237202"/>
              <a:gd name="connsiteY4663" fmla="*/ 615958 h 2631356"/>
              <a:gd name="connsiteX4664" fmla="*/ 7305974 w 11237202"/>
              <a:gd name="connsiteY4664" fmla="*/ 610875 h 2631356"/>
              <a:gd name="connsiteX4665" fmla="*/ 7309698 w 11237202"/>
              <a:gd name="connsiteY4665" fmla="*/ 597243 h 2631356"/>
              <a:gd name="connsiteX4666" fmla="*/ 7338628 w 11237202"/>
              <a:gd name="connsiteY4666" fmla="*/ 596927 h 2631356"/>
              <a:gd name="connsiteX4667" fmla="*/ 2090441 w 11237202"/>
              <a:gd name="connsiteY4667" fmla="*/ 596878 h 2631356"/>
              <a:gd name="connsiteX4668" fmla="*/ 2102501 w 11237202"/>
              <a:gd name="connsiteY4668" fmla="*/ 598361 h 2631356"/>
              <a:gd name="connsiteX4669" fmla="*/ 2088440 w 11237202"/>
              <a:gd name="connsiteY4669" fmla="*/ 602463 h 2631356"/>
              <a:gd name="connsiteX4670" fmla="*/ 2076409 w 11237202"/>
              <a:gd name="connsiteY4670" fmla="*/ 600959 h 2631356"/>
              <a:gd name="connsiteX4671" fmla="*/ 2090441 w 11237202"/>
              <a:gd name="connsiteY4671" fmla="*/ 596878 h 2631356"/>
              <a:gd name="connsiteX4672" fmla="*/ 6841579 w 11237202"/>
              <a:gd name="connsiteY4672" fmla="*/ 596058 h 2631356"/>
              <a:gd name="connsiteX4673" fmla="*/ 6848636 w 11237202"/>
              <a:gd name="connsiteY4673" fmla="*/ 596719 h 2631356"/>
              <a:gd name="connsiteX4674" fmla="*/ 6847664 w 11237202"/>
              <a:gd name="connsiteY4674" fmla="*/ 598474 h 2631356"/>
              <a:gd name="connsiteX4675" fmla="*/ 6840550 w 11237202"/>
              <a:gd name="connsiteY4675" fmla="*/ 597814 h 2631356"/>
              <a:gd name="connsiteX4676" fmla="*/ 6841579 w 11237202"/>
              <a:gd name="connsiteY4676" fmla="*/ 596058 h 2631356"/>
              <a:gd name="connsiteX4677" fmla="*/ 2721404 w 11237202"/>
              <a:gd name="connsiteY4677" fmla="*/ 593839 h 2631356"/>
              <a:gd name="connsiteX4678" fmla="*/ 2733144 w 11237202"/>
              <a:gd name="connsiteY4678" fmla="*/ 598772 h 2631356"/>
              <a:gd name="connsiteX4679" fmla="*/ 2694020 w 11237202"/>
              <a:gd name="connsiteY4679" fmla="*/ 611536 h 2631356"/>
              <a:gd name="connsiteX4680" fmla="*/ 2654258 w 11237202"/>
              <a:gd name="connsiteY4680" fmla="*/ 606818 h 2631356"/>
              <a:gd name="connsiteX4681" fmla="*/ 2693659 w 11237202"/>
              <a:gd name="connsiteY4681" fmla="*/ 594121 h 2631356"/>
              <a:gd name="connsiteX4682" fmla="*/ 2721404 w 11237202"/>
              <a:gd name="connsiteY4682" fmla="*/ 593839 h 2631356"/>
              <a:gd name="connsiteX4683" fmla="*/ 8832124 w 11237202"/>
              <a:gd name="connsiteY4683" fmla="*/ 593026 h 2631356"/>
              <a:gd name="connsiteX4684" fmla="*/ 8840013 w 11237202"/>
              <a:gd name="connsiteY4684" fmla="*/ 593664 h 2631356"/>
              <a:gd name="connsiteX4685" fmla="*/ 8841127 w 11237202"/>
              <a:gd name="connsiteY4685" fmla="*/ 595420 h 2631356"/>
              <a:gd name="connsiteX4686" fmla="*/ 8833261 w 11237202"/>
              <a:gd name="connsiteY4686" fmla="*/ 594781 h 2631356"/>
              <a:gd name="connsiteX4687" fmla="*/ 8832124 w 11237202"/>
              <a:gd name="connsiteY4687" fmla="*/ 593026 h 2631356"/>
              <a:gd name="connsiteX4688" fmla="*/ 8700359 w 11237202"/>
              <a:gd name="connsiteY4688" fmla="*/ 591132 h 2631356"/>
              <a:gd name="connsiteX4689" fmla="*/ 8738037 w 11237202"/>
              <a:gd name="connsiteY4689" fmla="*/ 597380 h 2631356"/>
              <a:gd name="connsiteX4690" fmla="*/ 8747540 w 11237202"/>
              <a:gd name="connsiteY4690" fmla="*/ 613519 h 2631356"/>
              <a:gd name="connsiteX4691" fmla="*/ 8675462 w 11237202"/>
              <a:gd name="connsiteY4691" fmla="*/ 607524 h 2631356"/>
              <a:gd name="connsiteX4692" fmla="*/ 8666598 w 11237202"/>
              <a:gd name="connsiteY4692" fmla="*/ 591500 h 2631356"/>
              <a:gd name="connsiteX4693" fmla="*/ 8700359 w 11237202"/>
              <a:gd name="connsiteY4693" fmla="*/ 591132 h 2631356"/>
              <a:gd name="connsiteX4694" fmla="*/ 3662410 w 11237202"/>
              <a:gd name="connsiteY4694" fmla="*/ 590450 h 2631356"/>
              <a:gd name="connsiteX4695" fmla="*/ 3670550 w 11237202"/>
              <a:gd name="connsiteY4695" fmla="*/ 591362 h 2631356"/>
              <a:gd name="connsiteX4696" fmla="*/ 3664409 w 11237202"/>
              <a:gd name="connsiteY4696" fmla="*/ 593802 h 2631356"/>
              <a:gd name="connsiteX4697" fmla="*/ 3656240 w 11237202"/>
              <a:gd name="connsiteY4697" fmla="*/ 592890 h 2631356"/>
              <a:gd name="connsiteX4698" fmla="*/ 3662410 w 11237202"/>
              <a:gd name="connsiteY4698" fmla="*/ 590450 h 2631356"/>
              <a:gd name="connsiteX4699" fmla="*/ 1964790 w 11237202"/>
              <a:gd name="connsiteY4699" fmla="*/ 589903 h 2631356"/>
              <a:gd name="connsiteX4700" fmla="*/ 1965929 w 11237202"/>
              <a:gd name="connsiteY4700" fmla="*/ 590040 h 2631356"/>
              <a:gd name="connsiteX4701" fmla="*/ 1964624 w 11237202"/>
              <a:gd name="connsiteY4701" fmla="*/ 590382 h 2631356"/>
              <a:gd name="connsiteX4702" fmla="*/ 1963540 w 11237202"/>
              <a:gd name="connsiteY4702" fmla="*/ 590269 h 2631356"/>
              <a:gd name="connsiteX4703" fmla="*/ 1964790 w 11237202"/>
              <a:gd name="connsiteY4703" fmla="*/ 589903 h 2631356"/>
              <a:gd name="connsiteX4704" fmla="*/ 3194737 w 11237202"/>
              <a:gd name="connsiteY4704" fmla="*/ 589733 h 2631356"/>
              <a:gd name="connsiteX4705" fmla="*/ 3205321 w 11237202"/>
              <a:gd name="connsiteY4705" fmla="*/ 593688 h 2631356"/>
              <a:gd name="connsiteX4706" fmla="*/ 3176839 w 11237202"/>
              <a:gd name="connsiteY4706" fmla="*/ 603877 h 2631356"/>
              <a:gd name="connsiteX4707" fmla="*/ 3143884 w 11237202"/>
              <a:gd name="connsiteY4707" fmla="*/ 600116 h 2631356"/>
              <a:gd name="connsiteX4708" fmla="*/ 3172505 w 11237202"/>
              <a:gd name="connsiteY4708" fmla="*/ 589949 h 2631356"/>
              <a:gd name="connsiteX4709" fmla="*/ 3194737 w 11237202"/>
              <a:gd name="connsiteY4709" fmla="*/ 589733 h 2631356"/>
              <a:gd name="connsiteX4710" fmla="*/ 8089753 w 11237202"/>
              <a:gd name="connsiteY4710" fmla="*/ 588654 h 2631356"/>
              <a:gd name="connsiteX4711" fmla="*/ 8125706 w 11237202"/>
              <a:gd name="connsiteY4711" fmla="*/ 595010 h 2631356"/>
              <a:gd name="connsiteX4712" fmla="*/ 8129401 w 11237202"/>
              <a:gd name="connsiteY4712" fmla="*/ 611445 h 2631356"/>
              <a:gd name="connsiteX4713" fmla="*/ 8058045 w 11237202"/>
              <a:gd name="connsiteY4713" fmla="*/ 605359 h 2631356"/>
              <a:gd name="connsiteX4714" fmla="*/ 8055239 w 11237202"/>
              <a:gd name="connsiteY4714" fmla="*/ 589015 h 2631356"/>
              <a:gd name="connsiteX4715" fmla="*/ 8089753 w 11237202"/>
              <a:gd name="connsiteY4715" fmla="*/ 588654 h 2631356"/>
              <a:gd name="connsiteX4716" fmla="*/ 6981429 w 11237202"/>
              <a:gd name="connsiteY4716" fmla="*/ 587807 h 2631356"/>
              <a:gd name="connsiteX4717" fmla="*/ 6988569 w 11237202"/>
              <a:gd name="connsiteY4717" fmla="*/ 588421 h 2631356"/>
              <a:gd name="connsiteX4718" fmla="*/ 6987736 w 11237202"/>
              <a:gd name="connsiteY4718" fmla="*/ 590177 h 2631356"/>
              <a:gd name="connsiteX4719" fmla="*/ 6980539 w 11237202"/>
              <a:gd name="connsiteY4719" fmla="*/ 589538 h 2631356"/>
              <a:gd name="connsiteX4720" fmla="*/ 6981429 w 11237202"/>
              <a:gd name="connsiteY4720" fmla="*/ 587807 h 2631356"/>
              <a:gd name="connsiteX4721" fmla="*/ 7475258 w 11237202"/>
              <a:gd name="connsiteY4721" fmla="*/ 587020 h 2631356"/>
              <a:gd name="connsiteX4722" fmla="*/ 7508122 w 11237202"/>
              <a:gd name="connsiteY4722" fmla="*/ 593231 h 2631356"/>
              <a:gd name="connsiteX4723" fmla="*/ 7505649 w 11237202"/>
              <a:gd name="connsiteY4723" fmla="*/ 609280 h 2631356"/>
              <a:gd name="connsiteX4724" fmla="*/ 7438211 w 11237202"/>
              <a:gd name="connsiteY4724" fmla="*/ 603330 h 2631356"/>
              <a:gd name="connsiteX4725" fmla="*/ 7441351 w 11237202"/>
              <a:gd name="connsiteY4725" fmla="*/ 587374 h 2631356"/>
              <a:gd name="connsiteX4726" fmla="*/ 7475258 w 11237202"/>
              <a:gd name="connsiteY4726" fmla="*/ 587020 h 2631356"/>
              <a:gd name="connsiteX4727" fmla="*/ 8964248 w 11237202"/>
              <a:gd name="connsiteY4727" fmla="*/ 585823 h 2631356"/>
              <a:gd name="connsiteX4728" fmla="*/ 8965830 w 11237202"/>
              <a:gd name="connsiteY4728" fmla="*/ 585983 h 2631356"/>
              <a:gd name="connsiteX4729" fmla="*/ 8966136 w 11237202"/>
              <a:gd name="connsiteY4729" fmla="*/ 586324 h 2631356"/>
              <a:gd name="connsiteX4730" fmla="*/ 8964497 w 11237202"/>
              <a:gd name="connsiteY4730" fmla="*/ 586188 h 2631356"/>
              <a:gd name="connsiteX4731" fmla="*/ 8964248 w 11237202"/>
              <a:gd name="connsiteY4731" fmla="*/ 585823 h 2631356"/>
              <a:gd name="connsiteX4732" fmla="*/ 2599851 w 11237202"/>
              <a:gd name="connsiteY4732" fmla="*/ 582498 h 2631356"/>
              <a:gd name="connsiteX4733" fmla="*/ 2613634 w 11237202"/>
              <a:gd name="connsiteY4733" fmla="*/ 588467 h 2631356"/>
              <a:gd name="connsiteX4734" fmla="*/ 2564868 w 11237202"/>
              <a:gd name="connsiteY4734" fmla="*/ 603877 h 2631356"/>
              <a:gd name="connsiteX4735" fmla="*/ 2517047 w 11237202"/>
              <a:gd name="connsiteY4735" fmla="*/ 598155 h 2631356"/>
              <a:gd name="connsiteX4736" fmla="*/ 2566063 w 11237202"/>
              <a:gd name="connsiteY4736" fmla="*/ 582837 h 2631356"/>
              <a:gd name="connsiteX4737" fmla="*/ 2599851 w 11237202"/>
              <a:gd name="connsiteY4737" fmla="*/ 582498 h 2631356"/>
              <a:gd name="connsiteX4738" fmla="*/ 8221523 w 11237202"/>
              <a:gd name="connsiteY4738" fmla="*/ 580835 h 2631356"/>
              <a:gd name="connsiteX4739" fmla="*/ 8257081 w 11237202"/>
              <a:gd name="connsiteY4739" fmla="*/ 586986 h 2631356"/>
              <a:gd name="connsiteX4740" fmla="*/ 8261915 w 11237202"/>
              <a:gd name="connsiteY4740" fmla="*/ 602943 h 2631356"/>
              <a:gd name="connsiteX4741" fmla="*/ 8191947 w 11237202"/>
              <a:gd name="connsiteY4741" fmla="*/ 596970 h 2631356"/>
              <a:gd name="connsiteX4742" fmla="*/ 8187864 w 11237202"/>
              <a:gd name="connsiteY4742" fmla="*/ 581196 h 2631356"/>
              <a:gd name="connsiteX4743" fmla="*/ 8221523 w 11237202"/>
              <a:gd name="connsiteY4743" fmla="*/ 580835 h 2631356"/>
              <a:gd name="connsiteX4744" fmla="*/ 3066756 w 11237202"/>
              <a:gd name="connsiteY4744" fmla="*/ 579498 h 2631356"/>
              <a:gd name="connsiteX4745" fmla="*/ 3078113 w 11237202"/>
              <a:gd name="connsiteY4745" fmla="*/ 583886 h 2631356"/>
              <a:gd name="connsiteX4746" fmla="*/ 3045576 w 11237202"/>
              <a:gd name="connsiteY4746" fmla="*/ 595192 h 2631356"/>
              <a:gd name="connsiteX4747" fmla="*/ 3009147 w 11237202"/>
              <a:gd name="connsiteY4747" fmla="*/ 590998 h 2631356"/>
              <a:gd name="connsiteX4748" fmla="*/ 3041936 w 11237202"/>
              <a:gd name="connsiteY4748" fmla="*/ 579760 h 2631356"/>
              <a:gd name="connsiteX4749" fmla="*/ 3066756 w 11237202"/>
              <a:gd name="connsiteY4749" fmla="*/ 579498 h 2631356"/>
              <a:gd name="connsiteX4750" fmla="*/ 7610082 w 11237202"/>
              <a:gd name="connsiteY4750" fmla="*/ 579108 h 2631356"/>
              <a:gd name="connsiteX4751" fmla="*/ 7642915 w 11237202"/>
              <a:gd name="connsiteY4751" fmla="*/ 585185 h 2631356"/>
              <a:gd name="connsiteX4752" fmla="*/ 7641720 w 11237202"/>
              <a:gd name="connsiteY4752" fmla="*/ 600890 h 2631356"/>
              <a:gd name="connsiteX4753" fmla="*/ 7574866 w 11237202"/>
              <a:gd name="connsiteY4753" fmla="*/ 595055 h 2631356"/>
              <a:gd name="connsiteX4754" fmla="*/ 7576728 w 11237202"/>
              <a:gd name="connsiteY4754" fmla="*/ 579441 h 2631356"/>
              <a:gd name="connsiteX4755" fmla="*/ 7610082 w 11237202"/>
              <a:gd name="connsiteY4755" fmla="*/ 579108 h 2631356"/>
              <a:gd name="connsiteX4756" fmla="*/ 3526450 w 11237202"/>
              <a:gd name="connsiteY4756" fmla="*/ 578118 h 2631356"/>
              <a:gd name="connsiteX4757" fmla="*/ 3548373 w 11237202"/>
              <a:gd name="connsiteY4757" fmla="*/ 580489 h 2631356"/>
              <a:gd name="connsiteX4758" fmla="*/ 3531284 w 11237202"/>
              <a:gd name="connsiteY4758" fmla="*/ 587077 h 2631356"/>
              <a:gd name="connsiteX4759" fmla="*/ 3509277 w 11237202"/>
              <a:gd name="connsiteY4759" fmla="*/ 584660 h 2631356"/>
              <a:gd name="connsiteX4760" fmla="*/ 3526450 w 11237202"/>
              <a:gd name="connsiteY4760" fmla="*/ 578118 h 2631356"/>
              <a:gd name="connsiteX4761" fmla="*/ 9091509 w 11237202"/>
              <a:gd name="connsiteY4761" fmla="*/ 577776 h 2631356"/>
              <a:gd name="connsiteX4762" fmla="*/ 9093038 w 11237202"/>
              <a:gd name="connsiteY4762" fmla="*/ 577891 h 2631356"/>
              <a:gd name="connsiteX4763" fmla="*/ 9093316 w 11237202"/>
              <a:gd name="connsiteY4763" fmla="*/ 578255 h 2631356"/>
              <a:gd name="connsiteX4764" fmla="*/ 9091676 w 11237202"/>
              <a:gd name="connsiteY4764" fmla="*/ 578141 h 2631356"/>
              <a:gd name="connsiteX4765" fmla="*/ 9091509 w 11237202"/>
              <a:gd name="connsiteY4765" fmla="*/ 577776 h 2631356"/>
              <a:gd name="connsiteX4766" fmla="*/ 7108135 w 11237202"/>
              <a:gd name="connsiteY4766" fmla="*/ 575429 h 2631356"/>
              <a:gd name="connsiteX4767" fmla="*/ 7140922 w 11237202"/>
              <a:gd name="connsiteY4767" fmla="*/ 578324 h 2631356"/>
              <a:gd name="connsiteX4768" fmla="*/ 7137811 w 11237202"/>
              <a:gd name="connsiteY4768" fmla="*/ 586256 h 2631356"/>
              <a:gd name="connsiteX4769" fmla="*/ 7104856 w 11237202"/>
              <a:gd name="connsiteY4769" fmla="*/ 583316 h 2631356"/>
              <a:gd name="connsiteX4770" fmla="*/ 7108135 w 11237202"/>
              <a:gd name="connsiteY4770" fmla="*/ 575429 h 2631356"/>
              <a:gd name="connsiteX4771" fmla="*/ 2468095 w 11237202"/>
              <a:gd name="connsiteY4771" fmla="*/ 574902 h 2631356"/>
              <a:gd name="connsiteX4772" fmla="*/ 2479175 w 11237202"/>
              <a:gd name="connsiteY4772" fmla="*/ 579874 h 2631356"/>
              <a:gd name="connsiteX4773" fmla="*/ 2437384 w 11237202"/>
              <a:gd name="connsiteY4773" fmla="*/ 592707 h 2631356"/>
              <a:gd name="connsiteX4774" fmla="*/ 2397788 w 11237202"/>
              <a:gd name="connsiteY4774" fmla="*/ 587943 h 2631356"/>
              <a:gd name="connsiteX4775" fmla="*/ 2439802 w 11237202"/>
              <a:gd name="connsiteY4775" fmla="*/ 575178 h 2631356"/>
              <a:gd name="connsiteX4776" fmla="*/ 2468095 w 11237202"/>
              <a:gd name="connsiteY4776" fmla="*/ 574902 h 2631356"/>
              <a:gd name="connsiteX4777" fmla="*/ 6624565 w 11237202"/>
              <a:gd name="connsiteY4777" fmla="*/ 572465 h 2631356"/>
              <a:gd name="connsiteX4778" fmla="*/ 6629401 w 11237202"/>
              <a:gd name="connsiteY4778" fmla="*/ 572921 h 2631356"/>
              <a:gd name="connsiteX4779" fmla="*/ 6628539 w 11237202"/>
              <a:gd name="connsiteY4779" fmla="*/ 574107 h 2631356"/>
              <a:gd name="connsiteX4780" fmla="*/ 6623649 w 11237202"/>
              <a:gd name="connsiteY4780" fmla="*/ 573651 h 2631356"/>
              <a:gd name="connsiteX4781" fmla="*/ 6624565 w 11237202"/>
              <a:gd name="connsiteY4781" fmla="*/ 572465 h 2631356"/>
              <a:gd name="connsiteX4782" fmla="*/ 2313623 w 11237202"/>
              <a:gd name="connsiteY4782" fmla="*/ 572396 h 2631356"/>
              <a:gd name="connsiteX4783" fmla="*/ 2323598 w 11237202"/>
              <a:gd name="connsiteY4783" fmla="*/ 573582 h 2631356"/>
              <a:gd name="connsiteX4784" fmla="*/ 2312706 w 11237202"/>
              <a:gd name="connsiteY4784" fmla="*/ 576842 h 2631356"/>
              <a:gd name="connsiteX4785" fmla="*/ 2302703 w 11237202"/>
              <a:gd name="connsiteY4785" fmla="*/ 575634 h 2631356"/>
              <a:gd name="connsiteX4786" fmla="*/ 2313623 w 11237202"/>
              <a:gd name="connsiteY4786" fmla="*/ 572396 h 2631356"/>
              <a:gd name="connsiteX4787" fmla="*/ 8351700 w 11237202"/>
              <a:gd name="connsiteY4787" fmla="*/ 572115 h 2631356"/>
              <a:gd name="connsiteX4788" fmla="*/ 8389815 w 11237202"/>
              <a:gd name="connsiteY4788" fmla="*/ 578597 h 2631356"/>
              <a:gd name="connsiteX4789" fmla="*/ 8396401 w 11237202"/>
              <a:gd name="connsiteY4789" fmla="*/ 595397 h 2631356"/>
              <a:gd name="connsiteX4790" fmla="*/ 8321739 w 11237202"/>
              <a:gd name="connsiteY4790" fmla="*/ 589174 h 2631356"/>
              <a:gd name="connsiteX4791" fmla="*/ 8316043 w 11237202"/>
              <a:gd name="connsiteY4791" fmla="*/ 572488 h 2631356"/>
              <a:gd name="connsiteX4792" fmla="*/ 8351700 w 11237202"/>
              <a:gd name="connsiteY4792" fmla="*/ 572115 h 2631356"/>
              <a:gd name="connsiteX4793" fmla="*/ 7743605 w 11237202"/>
              <a:gd name="connsiteY4793" fmla="*/ 570964 h 2631356"/>
              <a:gd name="connsiteX4794" fmla="*/ 7777151 w 11237202"/>
              <a:gd name="connsiteY4794" fmla="*/ 577047 h 2631356"/>
              <a:gd name="connsiteX4795" fmla="*/ 7777151 w 11237202"/>
              <a:gd name="connsiteY4795" fmla="*/ 592798 h 2631356"/>
              <a:gd name="connsiteX4796" fmla="*/ 7709491 w 11237202"/>
              <a:gd name="connsiteY4796" fmla="*/ 586941 h 2631356"/>
              <a:gd name="connsiteX4797" fmla="*/ 7710018 w 11237202"/>
              <a:gd name="connsiteY4797" fmla="*/ 571325 h 2631356"/>
              <a:gd name="connsiteX4798" fmla="*/ 7743605 w 11237202"/>
              <a:gd name="connsiteY4798" fmla="*/ 570964 h 2631356"/>
              <a:gd name="connsiteX4799" fmla="*/ 2938604 w 11237202"/>
              <a:gd name="connsiteY4799" fmla="*/ 570013 h 2631356"/>
              <a:gd name="connsiteX4800" fmla="*/ 2949934 w 11237202"/>
              <a:gd name="connsiteY4800" fmla="*/ 574471 h 2631356"/>
              <a:gd name="connsiteX4801" fmla="*/ 2915534 w 11237202"/>
              <a:gd name="connsiteY4801" fmla="*/ 586006 h 2631356"/>
              <a:gd name="connsiteX4802" fmla="*/ 2878634 w 11237202"/>
              <a:gd name="connsiteY4802" fmla="*/ 581743 h 2631356"/>
              <a:gd name="connsiteX4803" fmla="*/ 2913145 w 11237202"/>
              <a:gd name="connsiteY4803" fmla="*/ 570254 h 2631356"/>
              <a:gd name="connsiteX4804" fmla="*/ 2938604 w 11237202"/>
              <a:gd name="connsiteY4804" fmla="*/ 570013 h 2631356"/>
              <a:gd name="connsiteX4805" fmla="*/ 3891204 w 11237202"/>
              <a:gd name="connsiteY4805" fmla="*/ 569890 h 2631356"/>
              <a:gd name="connsiteX4806" fmla="*/ 3893510 w 11237202"/>
              <a:gd name="connsiteY4806" fmla="*/ 570140 h 2631356"/>
              <a:gd name="connsiteX4807" fmla="*/ 3891954 w 11237202"/>
              <a:gd name="connsiteY4807" fmla="*/ 570825 h 2631356"/>
              <a:gd name="connsiteX4808" fmla="*/ 3889508 w 11237202"/>
              <a:gd name="connsiteY4808" fmla="*/ 570574 h 2631356"/>
              <a:gd name="connsiteX4809" fmla="*/ 3891204 w 11237202"/>
              <a:gd name="connsiteY4809" fmla="*/ 569890 h 2631356"/>
              <a:gd name="connsiteX4810" fmla="*/ 3411326 w 11237202"/>
              <a:gd name="connsiteY4810" fmla="*/ 567536 h 2631356"/>
              <a:gd name="connsiteX4811" fmla="*/ 3420166 w 11237202"/>
              <a:gd name="connsiteY4811" fmla="*/ 570665 h 2631356"/>
              <a:gd name="connsiteX4812" fmla="*/ 3398493 w 11237202"/>
              <a:gd name="connsiteY4812" fmla="*/ 578711 h 2631356"/>
              <a:gd name="connsiteX4813" fmla="*/ 3371763 w 11237202"/>
              <a:gd name="connsiteY4813" fmla="*/ 575725 h 2631356"/>
              <a:gd name="connsiteX4814" fmla="*/ 3393547 w 11237202"/>
              <a:gd name="connsiteY4814" fmla="*/ 567724 h 2631356"/>
              <a:gd name="connsiteX4815" fmla="*/ 3411326 w 11237202"/>
              <a:gd name="connsiteY4815" fmla="*/ 567536 h 2631356"/>
              <a:gd name="connsiteX4816" fmla="*/ 7262562 w 11237202"/>
              <a:gd name="connsiteY4816" fmla="*/ 563869 h 2631356"/>
              <a:gd name="connsiteX4817" fmla="*/ 7288246 w 11237202"/>
              <a:gd name="connsiteY4817" fmla="*/ 568772 h 2631356"/>
              <a:gd name="connsiteX4818" fmla="*/ 7284468 w 11237202"/>
              <a:gd name="connsiteY4818" fmla="*/ 581401 h 2631356"/>
              <a:gd name="connsiteX4819" fmla="*/ 7231201 w 11237202"/>
              <a:gd name="connsiteY4819" fmla="*/ 576751 h 2631356"/>
              <a:gd name="connsiteX4820" fmla="*/ 7235314 w 11237202"/>
              <a:gd name="connsiteY4820" fmla="*/ 564145 h 2631356"/>
              <a:gd name="connsiteX4821" fmla="*/ 7262562 w 11237202"/>
              <a:gd name="connsiteY4821" fmla="*/ 563869 h 2631356"/>
              <a:gd name="connsiteX4822" fmla="*/ 2189612 w 11237202"/>
              <a:gd name="connsiteY4822" fmla="*/ 563826 h 2631356"/>
              <a:gd name="connsiteX4823" fmla="*/ 2196891 w 11237202"/>
              <a:gd name="connsiteY4823" fmla="*/ 564692 h 2631356"/>
              <a:gd name="connsiteX4824" fmla="*/ 2188667 w 11237202"/>
              <a:gd name="connsiteY4824" fmla="*/ 567063 h 2631356"/>
              <a:gd name="connsiteX4825" fmla="*/ 2181387 w 11237202"/>
              <a:gd name="connsiteY4825" fmla="*/ 566197 h 2631356"/>
              <a:gd name="connsiteX4826" fmla="*/ 2189612 w 11237202"/>
              <a:gd name="connsiteY4826" fmla="*/ 563826 h 2631356"/>
              <a:gd name="connsiteX4827" fmla="*/ 6763498 w 11237202"/>
              <a:gd name="connsiteY4827" fmla="*/ 563393 h 2631356"/>
              <a:gd name="connsiteX4828" fmla="*/ 6773251 w 11237202"/>
              <a:gd name="connsiteY4828" fmla="*/ 564236 h 2631356"/>
              <a:gd name="connsiteX4829" fmla="*/ 6771779 w 11237202"/>
              <a:gd name="connsiteY4829" fmla="*/ 566607 h 2631356"/>
              <a:gd name="connsiteX4830" fmla="*/ 6762053 w 11237202"/>
              <a:gd name="connsiteY4830" fmla="*/ 565741 h 2631356"/>
              <a:gd name="connsiteX4831" fmla="*/ 6763498 w 11237202"/>
              <a:gd name="connsiteY4831" fmla="*/ 563393 h 2631356"/>
              <a:gd name="connsiteX4832" fmla="*/ 8480362 w 11237202"/>
              <a:gd name="connsiteY4832" fmla="*/ 563245 h 2631356"/>
              <a:gd name="connsiteX4833" fmla="*/ 8522080 w 11237202"/>
              <a:gd name="connsiteY4833" fmla="*/ 570186 h 2631356"/>
              <a:gd name="connsiteX4834" fmla="*/ 8530528 w 11237202"/>
              <a:gd name="connsiteY4834" fmla="*/ 588217 h 2631356"/>
              <a:gd name="connsiteX4835" fmla="*/ 8449586 w 11237202"/>
              <a:gd name="connsiteY4835" fmla="*/ 581538 h 2631356"/>
              <a:gd name="connsiteX4836" fmla="*/ 8441999 w 11237202"/>
              <a:gd name="connsiteY4836" fmla="*/ 563621 h 2631356"/>
              <a:gd name="connsiteX4837" fmla="*/ 8480362 w 11237202"/>
              <a:gd name="connsiteY4837" fmla="*/ 563245 h 2631356"/>
              <a:gd name="connsiteX4838" fmla="*/ 7875678 w 11237202"/>
              <a:gd name="connsiteY4838" fmla="*/ 562470 h 2631356"/>
              <a:gd name="connsiteX4839" fmla="*/ 7911360 w 11237202"/>
              <a:gd name="connsiteY4839" fmla="*/ 568817 h 2631356"/>
              <a:gd name="connsiteX4840" fmla="*/ 7912804 w 11237202"/>
              <a:gd name="connsiteY4840" fmla="*/ 585253 h 2631356"/>
              <a:gd name="connsiteX4841" fmla="*/ 7841199 w 11237202"/>
              <a:gd name="connsiteY4841" fmla="*/ 579144 h 2631356"/>
              <a:gd name="connsiteX4842" fmla="*/ 7840476 w 11237202"/>
              <a:gd name="connsiteY4842" fmla="*/ 562822 h 2631356"/>
              <a:gd name="connsiteX4843" fmla="*/ 7875678 w 11237202"/>
              <a:gd name="connsiteY4843" fmla="*/ 562470 h 2631356"/>
              <a:gd name="connsiteX4844" fmla="*/ 2814186 w 11237202"/>
              <a:gd name="connsiteY4844" fmla="*/ 559913 h 2631356"/>
              <a:gd name="connsiteX4845" fmla="*/ 2826367 w 11237202"/>
              <a:gd name="connsiteY4845" fmla="*/ 564875 h 2631356"/>
              <a:gd name="connsiteX4846" fmla="*/ 2787188 w 11237202"/>
              <a:gd name="connsiteY4846" fmla="*/ 577640 h 2631356"/>
              <a:gd name="connsiteX4847" fmla="*/ 2746398 w 11237202"/>
              <a:gd name="connsiteY4847" fmla="*/ 572898 h 2631356"/>
              <a:gd name="connsiteX4848" fmla="*/ 2785854 w 11237202"/>
              <a:gd name="connsiteY4848" fmla="*/ 560201 h 2631356"/>
              <a:gd name="connsiteX4849" fmla="*/ 2814186 w 11237202"/>
              <a:gd name="connsiteY4849" fmla="*/ 559913 h 2631356"/>
              <a:gd name="connsiteX4850" fmla="*/ 3752910 w 11237202"/>
              <a:gd name="connsiteY4850" fmla="*/ 557534 h 2631356"/>
              <a:gd name="connsiteX4851" fmla="*/ 3768999 w 11237202"/>
              <a:gd name="connsiteY4851" fmla="*/ 559267 h 2631356"/>
              <a:gd name="connsiteX4852" fmla="*/ 3757273 w 11237202"/>
              <a:gd name="connsiteY4852" fmla="*/ 563963 h 2631356"/>
              <a:gd name="connsiteX4853" fmla="*/ 3741101 w 11237202"/>
              <a:gd name="connsiteY4853" fmla="*/ 562208 h 2631356"/>
              <a:gd name="connsiteX4854" fmla="*/ 3752910 w 11237202"/>
              <a:gd name="connsiteY4854" fmla="*/ 557534 h 2631356"/>
              <a:gd name="connsiteX4855" fmla="*/ 8731675 w 11237202"/>
              <a:gd name="connsiteY4855" fmla="*/ 557261 h 2631356"/>
              <a:gd name="connsiteX4856" fmla="*/ 8750098 w 11237202"/>
              <a:gd name="connsiteY4856" fmla="*/ 558742 h 2631356"/>
              <a:gd name="connsiteX4857" fmla="*/ 8752625 w 11237202"/>
              <a:gd name="connsiteY4857" fmla="*/ 562777 h 2631356"/>
              <a:gd name="connsiteX4858" fmla="*/ 8734147 w 11237202"/>
              <a:gd name="connsiteY4858" fmla="*/ 561273 h 2631356"/>
              <a:gd name="connsiteX4859" fmla="*/ 8731675 w 11237202"/>
              <a:gd name="connsiteY4859" fmla="*/ 557261 h 2631356"/>
              <a:gd name="connsiteX4860" fmla="*/ 8609028 w 11237202"/>
              <a:gd name="connsiteY4860" fmla="*/ 557081 h 2631356"/>
              <a:gd name="connsiteX4861" fmla="*/ 8645509 w 11237202"/>
              <a:gd name="connsiteY4861" fmla="*/ 563051 h 2631356"/>
              <a:gd name="connsiteX4862" fmla="*/ 8653900 w 11237202"/>
              <a:gd name="connsiteY4862" fmla="*/ 578506 h 2631356"/>
              <a:gd name="connsiteX4863" fmla="*/ 8583739 w 11237202"/>
              <a:gd name="connsiteY4863" fmla="*/ 572785 h 2631356"/>
              <a:gd name="connsiteX4864" fmla="*/ 8575904 w 11237202"/>
              <a:gd name="connsiteY4864" fmla="*/ 557420 h 2631356"/>
              <a:gd name="connsiteX4865" fmla="*/ 8609028 w 11237202"/>
              <a:gd name="connsiteY4865" fmla="*/ 557081 h 2631356"/>
              <a:gd name="connsiteX4866" fmla="*/ 3284543 w 11237202"/>
              <a:gd name="connsiteY4866" fmla="*/ 556916 h 2631356"/>
              <a:gd name="connsiteX4867" fmla="*/ 3295238 w 11237202"/>
              <a:gd name="connsiteY4867" fmla="*/ 560771 h 2631356"/>
              <a:gd name="connsiteX4868" fmla="*/ 3267451 w 11237202"/>
              <a:gd name="connsiteY4868" fmla="*/ 570756 h 2631356"/>
              <a:gd name="connsiteX4869" fmla="*/ 3234357 w 11237202"/>
              <a:gd name="connsiteY4869" fmla="*/ 567086 h 2631356"/>
              <a:gd name="connsiteX4870" fmla="*/ 3262366 w 11237202"/>
              <a:gd name="connsiteY4870" fmla="*/ 557147 h 2631356"/>
              <a:gd name="connsiteX4871" fmla="*/ 3284543 w 11237202"/>
              <a:gd name="connsiteY4871" fmla="*/ 556916 h 2631356"/>
              <a:gd name="connsiteX4872" fmla="*/ 6904015 w 11237202"/>
              <a:gd name="connsiteY4872" fmla="*/ 555802 h 2631356"/>
              <a:gd name="connsiteX4873" fmla="*/ 6910377 w 11237202"/>
              <a:gd name="connsiteY4873" fmla="*/ 556349 h 2631356"/>
              <a:gd name="connsiteX4874" fmla="*/ 6909572 w 11237202"/>
              <a:gd name="connsiteY4874" fmla="*/ 557853 h 2631356"/>
              <a:gd name="connsiteX4875" fmla="*/ 6903237 w 11237202"/>
              <a:gd name="connsiteY4875" fmla="*/ 557306 h 2631356"/>
              <a:gd name="connsiteX4876" fmla="*/ 6904015 w 11237202"/>
              <a:gd name="connsiteY4876" fmla="*/ 555802 h 2631356"/>
              <a:gd name="connsiteX4877" fmla="*/ 2067100 w 11237202"/>
              <a:gd name="connsiteY4877" fmla="*/ 554981 h 2631356"/>
              <a:gd name="connsiteX4878" fmla="*/ 2073213 w 11237202"/>
              <a:gd name="connsiteY4878" fmla="*/ 555711 h 2631356"/>
              <a:gd name="connsiteX4879" fmla="*/ 2066017 w 11237202"/>
              <a:gd name="connsiteY4879" fmla="*/ 557739 h 2631356"/>
              <a:gd name="connsiteX4880" fmla="*/ 2059931 w 11237202"/>
              <a:gd name="connsiteY4880" fmla="*/ 557010 h 2631356"/>
              <a:gd name="connsiteX4881" fmla="*/ 2067100 w 11237202"/>
              <a:gd name="connsiteY4881" fmla="*/ 554981 h 2631356"/>
              <a:gd name="connsiteX4882" fmla="*/ 8006389 w 11237202"/>
              <a:gd name="connsiteY4882" fmla="*/ 554619 h 2631356"/>
              <a:gd name="connsiteX4883" fmla="*/ 8042484 w 11237202"/>
              <a:gd name="connsiteY4883" fmla="*/ 560908 h 2631356"/>
              <a:gd name="connsiteX4884" fmla="*/ 8045207 w 11237202"/>
              <a:gd name="connsiteY4884" fmla="*/ 577206 h 2631356"/>
              <a:gd name="connsiteX4885" fmla="*/ 7973491 w 11237202"/>
              <a:gd name="connsiteY4885" fmla="*/ 571143 h 2631356"/>
              <a:gd name="connsiteX4886" fmla="*/ 7971379 w 11237202"/>
              <a:gd name="connsiteY4886" fmla="*/ 554981 h 2631356"/>
              <a:gd name="connsiteX4887" fmla="*/ 8006389 w 11237202"/>
              <a:gd name="connsiteY4887" fmla="*/ 554619 h 2631356"/>
              <a:gd name="connsiteX4888" fmla="*/ 7397635 w 11237202"/>
              <a:gd name="connsiteY4888" fmla="*/ 553947 h 2631356"/>
              <a:gd name="connsiteX4889" fmla="*/ 7429570 w 11237202"/>
              <a:gd name="connsiteY4889" fmla="*/ 559905 h 2631356"/>
              <a:gd name="connsiteX4890" fmla="*/ 7426291 w 11237202"/>
              <a:gd name="connsiteY4890" fmla="*/ 575315 h 2631356"/>
              <a:gd name="connsiteX4891" fmla="*/ 7360547 w 11237202"/>
              <a:gd name="connsiteY4891" fmla="*/ 569615 h 2631356"/>
              <a:gd name="connsiteX4892" fmla="*/ 7364326 w 11237202"/>
              <a:gd name="connsiteY4892" fmla="*/ 554297 h 2631356"/>
              <a:gd name="connsiteX4893" fmla="*/ 7397635 w 11237202"/>
              <a:gd name="connsiteY4893" fmla="*/ 553947 h 2631356"/>
              <a:gd name="connsiteX4894" fmla="*/ 8866606 w 11237202"/>
              <a:gd name="connsiteY4894" fmla="*/ 551767 h 2631356"/>
              <a:gd name="connsiteX4895" fmla="*/ 8869801 w 11237202"/>
              <a:gd name="connsiteY4895" fmla="*/ 552041 h 2631356"/>
              <a:gd name="connsiteX4896" fmla="*/ 8870219 w 11237202"/>
              <a:gd name="connsiteY4896" fmla="*/ 552679 h 2631356"/>
              <a:gd name="connsiteX4897" fmla="*/ 8867133 w 11237202"/>
              <a:gd name="connsiteY4897" fmla="*/ 552451 h 2631356"/>
              <a:gd name="connsiteX4898" fmla="*/ 8866606 w 11237202"/>
              <a:gd name="connsiteY4898" fmla="*/ 551767 h 2631356"/>
              <a:gd name="connsiteX4899" fmla="*/ 2694292 w 11237202"/>
              <a:gd name="connsiteY4899" fmla="*/ 549012 h 2631356"/>
              <a:gd name="connsiteX4900" fmla="*/ 2708581 w 11237202"/>
              <a:gd name="connsiteY4900" fmla="*/ 554913 h 2631356"/>
              <a:gd name="connsiteX4901" fmla="*/ 2660065 w 11237202"/>
              <a:gd name="connsiteY4901" fmla="*/ 570208 h 2631356"/>
              <a:gd name="connsiteX4902" fmla="*/ 2611300 w 11237202"/>
              <a:gd name="connsiteY4902" fmla="*/ 564532 h 2631356"/>
              <a:gd name="connsiteX4903" fmla="*/ 2660121 w 11237202"/>
              <a:gd name="connsiteY4903" fmla="*/ 549351 h 2631356"/>
              <a:gd name="connsiteX4904" fmla="*/ 2694292 w 11237202"/>
              <a:gd name="connsiteY4904" fmla="*/ 549012 h 2631356"/>
              <a:gd name="connsiteX4905" fmla="*/ 1945423 w 11237202"/>
              <a:gd name="connsiteY4905" fmla="*/ 547163 h 2631356"/>
              <a:gd name="connsiteX4906" fmla="*/ 1946451 w 11237202"/>
              <a:gd name="connsiteY4906" fmla="*/ 547276 h 2631356"/>
              <a:gd name="connsiteX4907" fmla="*/ 1945284 w 11237202"/>
              <a:gd name="connsiteY4907" fmla="*/ 547618 h 2631356"/>
              <a:gd name="connsiteX4908" fmla="*/ 1944312 w 11237202"/>
              <a:gd name="connsiteY4908" fmla="*/ 547482 h 2631356"/>
              <a:gd name="connsiteX4909" fmla="*/ 1945423 w 11237202"/>
              <a:gd name="connsiteY4909" fmla="*/ 547163 h 2631356"/>
              <a:gd name="connsiteX4910" fmla="*/ 3157562 w 11237202"/>
              <a:gd name="connsiteY4910" fmla="*/ 547120 h 2631356"/>
              <a:gd name="connsiteX4911" fmla="*/ 3168976 w 11237202"/>
              <a:gd name="connsiteY4911" fmla="*/ 551334 h 2631356"/>
              <a:gd name="connsiteX4912" fmla="*/ 3137604 w 11237202"/>
              <a:gd name="connsiteY4912" fmla="*/ 562208 h 2631356"/>
              <a:gd name="connsiteX4913" fmla="*/ 3101787 w 11237202"/>
              <a:gd name="connsiteY4913" fmla="*/ 558173 h 2631356"/>
              <a:gd name="connsiteX4914" fmla="*/ 3133270 w 11237202"/>
              <a:gd name="connsiteY4914" fmla="*/ 547368 h 2631356"/>
              <a:gd name="connsiteX4915" fmla="*/ 3157562 w 11237202"/>
              <a:gd name="connsiteY4915" fmla="*/ 547120 h 2631356"/>
              <a:gd name="connsiteX4916" fmla="*/ 8135955 w 11237202"/>
              <a:gd name="connsiteY4916" fmla="*/ 547103 h 2631356"/>
              <a:gd name="connsiteX4917" fmla="*/ 8171609 w 11237202"/>
              <a:gd name="connsiteY4917" fmla="*/ 553180 h 2631356"/>
              <a:gd name="connsiteX4918" fmla="*/ 8175610 w 11237202"/>
              <a:gd name="connsiteY4918" fmla="*/ 569001 h 2631356"/>
              <a:gd name="connsiteX4919" fmla="*/ 8105227 w 11237202"/>
              <a:gd name="connsiteY4919" fmla="*/ 563119 h 2631356"/>
              <a:gd name="connsiteX4920" fmla="*/ 8101946 w 11237202"/>
              <a:gd name="connsiteY4920" fmla="*/ 547436 h 2631356"/>
              <a:gd name="connsiteX4921" fmla="*/ 8135955 w 11237202"/>
              <a:gd name="connsiteY4921" fmla="*/ 547103 h 2631356"/>
              <a:gd name="connsiteX4922" fmla="*/ 3618201 w 11237202"/>
              <a:gd name="connsiteY4922" fmla="*/ 547003 h 2631356"/>
              <a:gd name="connsiteX4923" fmla="*/ 3639790 w 11237202"/>
              <a:gd name="connsiteY4923" fmla="*/ 549328 h 2631356"/>
              <a:gd name="connsiteX4924" fmla="*/ 3623424 w 11237202"/>
              <a:gd name="connsiteY4924" fmla="*/ 555620 h 2631356"/>
              <a:gd name="connsiteX4925" fmla="*/ 3601723 w 11237202"/>
              <a:gd name="connsiteY4925" fmla="*/ 553294 h 2631356"/>
              <a:gd name="connsiteX4926" fmla="*/ 3618201 w 11237202"/>
              <a:gd name="connsiteY4926" fmla="*/ 547003 h 2631356"/>
              <a:gd name="connsiteX4927" fmla="*/ 7530646 w 11237202"/>
              <a:gd name="connsiteY4927" fmla="*/ 546037 h 2631356"/>
              <a:gd name="connsiteX4928" fmla="*/ 7563278 w 11237202"/>
              <a:gd name="connsiteY4928" fmla="*/ 551995 h 2631356"/>
              <a:gd name="connsiteX4929" fmla="*/ 7561277 w 11237202"/>
              <a:gd name="connsiteY4929" fmla="*/ 567405 h 2631356"/>
              <a:gd name="connsiteX4930" fmla="*/ 7494645 w 11237202"/>
              <a:gd name="connsiteY4930" fmla="*/ 561683 h 2631356"/>
              <a:gd name="connsiteX4931" fmla="*/ 7497202 w 11237202"/>
              <a:gd name="connsiteY4931" fmla="*/ 546388 h 2631356"/>
              <a:gd name="connsiteX4932" fmla="*/ 7530646 w 11237202"/>
              <a:gd name="connsiteY4932" fmla="*/ 546037 h 2631356"/>
              <a:gd name="connsiteX4933" fmla="*/ 7032361 w 11237202"/>
              <a:gd name="connsiteY4933" fmla="*/ 544495 h 2631356"/>
              <a:gd name="connsiteX4934" fmla="*/ 7058786 w 11237202"/>
              <a:gd name="connsiteY4934" fmla="*/ 546843 h 2631356"/>
              <a:gd name="connsiteX4935" fmla="*/ 7056007 w 11237202"/>
              <a:gd name="connsiteY4935" fmla="*/ 553134 h 2631356"/>
              <a:gd name="connsiteX4936" fmla="*/ 7029443 w 11237202"/>
              <a:gd name="connsiteY4936" fmla="*/ 550764 h 2631356"/>
              <a:gd name="connsiteX4937" fmla="*/ 7032361 w 11237202"/>
              <a:gd name="connsiteY4937" fmla="*/ 544495 h 2631356"/>
              <a:gd name="connsiteX4938" fmla="*/ 8992534 w 11237202"/>
              <a:gd name="connsiteY4938" fmla="*/ 544290 h 2631356"/>
              <a:gd name="connsiteX4939" fmla="*/ 8994008 w 11237202"/>
              <a:gd name="connsiteY4939" fmla="*/ 544404 h 2631356"/>
              <a:gd name="connsiteX4940" fmla="*/ 8994367 w 11237202"/>
              <a:gd name="connsiteY4940" fmla="*/ 544746 h 2631356"/>
              <a:gd name="connsiteX4941" fmla="*/ 8992755 w 11237202"/>
              <a:gd name="connsiteY4941" fmla="*/ 544609 h 2631356"/>
              <a:gd name="connsiteX4942" fmla="*/ 8992534 w 11237202"/>
              <a:gd name="connsiteY4942" fmla="*/ 544290 h 2631356"/>
              <a:gd name="connsiteX4943" fmla="*/ 6541567 w 11237202"/>
              <a:gd name="connsiteY4943" fmla="*/ 542216 h 2631356"/>
              <a:gd name="connsiteX4944" fmla="*/ 6548319 w 11237202"/>
              <a:gd name="connsiteY4944" fmla="*/ 542809 h 2631356"/>
              <a:gd name="connsiteX4945" fmla="*/ 6547013 w 11237202"/>
              <a:gd name="connsiteY4945" fmla="*/ 544427 h 2631356"/>
              <a:gd name="connsiteX4946" fmla="*/ 6540261 w 11237202"/>
              <a:gd name="connsiteY4946" fmla="*/ 543835 h 2631356"/>
              <a:gd name="connsiteX4947" fmla="*/ 6541567 w 11237202"/>
              <a:gd name="connsiteY4947" fmla="*/ 542216 h 2631356"/>
              <a:gd name="connsiteX4948" fmla="*/ 3988289 w 11237202"/>
              <a:gd name="connsiteY4948" fmla="*/ 541327 h 2631356"/>
              <a:gd name="connsiteX4949" fmla="*/ 3989401 w 11237202"/>
              <a:gd name="connsiteY4949" fmla="*/ 541464 h 2631356"/>
              <a:gd name="connsiteX4950" fmla="*/ 3988679 w 11237202"/>
              <a:gd name="connsiteY4950" fmla="*/ 541806 h 2631356"/>
              <a:gd name="connsiteX4951" fmla="*/ 3987568 w 11237202"/>
              <a:gd name="connsiteY4951" fmla="*/ 541669 h 2631356"/>
              <a:gd name="connsiteX4952" fmla="*/ 3988289 w 11237202"/>
              <a:gd name="connsiteY4952" fmla="*/ 541327 h 2631356"/>
              <a:gd name="connsiteX4953" fmla="*/ 2570023 w 11237202"/>
              <a:gd name="connsiteY4953" fmla="*/ 540127 h 2631356"/>
              <a:gd name="connsiteX4954" fmla="*/ 2583819 w 11237202"/>
              <a:gd name="connsiteY4954" fmla="*/ 545954 h 2631356"/>
              <a:gd name="connsiteX4955" fmla="*/ 2534303 w 11237202"/>
              <a:gd name="connsiteY4955" fmla="*/ 561090 h 2631356"/>
              <a:gd name="connsiteX4956" fmla="*/ 2486316 w 11237202"/>
              <a:gd name="connsiteY4956" fmla="*/ 555460 h 2631356"/>
              <a:gd name="connsiteX4957" fmla="*/ 2535971 w 11237202"/>
              <a:gd name="connsiteY4957" fmla="*/ 540438 h 2631356"/>
              <a:gd name="connsiteX4958" fmla="*/ 2570023 w 11237202"/>
              <a:gd name="connsiteY4958" fmla="*/ 540127 h 2631356"/>
              <a:gd name="connsiteX4959" fmla="*/ 3030126 w 11237202"/>
              <a:gd name="connsiteY4959" fmla="*/ 538184 h 2631356"/>
              <a:gd name="connsiteX4960" fmla="*/ 3041158 w 11237202"/>
              <a:gd name="connsiteY4960" fmla="*/ 542352 h 2631356"/>
              <a:gd name="connsiteX4961" fmla="*/ 3009092 w 11237202"/>
              <a:gd name="connsiteY4961" fmla="*/ 553089 h 2631356"/>
              <a:gd name="connsiteX4962" fmla="*/ 2973747 w 11237202"/>
              <a:gd name="connsiteY4962" fmla="*/ 549123 h 2631356"/>
              <a:gd name="connsiteX4963" fmla="*/ 3005925 w 11237202"/>
              <a:gd name="connsiteY4963" fmla="*/ 538409 h 2631356"/>
              <a:gd name="connsiteX4964" fmla="*/ 3030126 w 11237202"/>
              <a:gd name="connsiteY4964" fmla="*/ 538184 h 2631356"/>
              <a:gd name="connsiteX4965" fmla="*/ 8263843 w 11237202"/>
              <a:gd name="connsiteY4965" fmla="*/ 538181 h 2631356"/>
              <a:gd name="connsiteX4966" fmla="*/ 8303955 w 11237202"/>
              <a:gd name="connsiteY4966" fmla="*/ 544906 h 2631356"/>
              <a:gd name="connsiteX4967" fmla="*/ 8309904 w 11237202"/>
              <a:gd name="connsiteY4967" fmla="*/ 562367 h 2631356"/>
              <a:gd name="connsiteX4968" fmla="*/ 8231071 w 11237202"/>
              <a:gd name="connsiteY4968" fmla="*/ 555893 h 2631356"/>
              <a:gd name="connsiteX4969" fmla="*/ 8226043 w 11237202"/>
              <a:gd name="connsiteY4969" fmla="*/ 538568 h 2631356"/>
              <a:gd name="connsiteX4970" fmla="*/ 8263843 w 11237202"/>
              <a:gd name="connsiteY4970" fmla="*/ 538181 h 2631356"/>
              <a:gd name="connsiteX4971" fmla="*/ 7662334 w 11237202"/>
              <a:gd name="connsiteY4971" fmla="*/ 537759 h 2631356"/>
              <a:gd name="connsiteX4972" fmla="*/ 7697043 w 11237202"/>
              <a:gd name="connsiteY4972" fmla="*/ 543994 h 2631356"/>
              <a:gd name="connsiteX4973" fmla="*/ 7696320 w 11237202"/>
              <a:gd name="connsiteY4973" fmla="*/ 560065 h 2631356"/>
              <a:gd name="connsiteX4974" fmla="*/ 7625881 w 11237202"/>
              <a:gd name="connsiteY4974" fmla="*/ 554092 h 2631356"/>
              <a:gd name="connsiteX4975" fmla="*/ 7627271 w 11237202"/>
              <a:gd name="connsiteY4975" fmla="*/ 538090 h 2631356"/>
              <a:gd name="connsiteX4976" fmla="*/ 7662334 w 11237202"/>
              <a:gd name="connsiteY4976" fmla="*/ 537759 h 2631356"/>
              <a:gd name="connsiteX4977" fmla="*/ 2428041 w 11237202"/>
              <a:gd name="connsiteY4977" fmla="*/ 536945 h 2631356"/>
              <a:gd name="connsiteX4978" fmla="*/ 2434133 w 11237202"/>
              <a:gd name="connsiteY4978" fmla="*/ 539617 h 2631356"/>
              <a:gd name="connsiteX4979" fmla="*/ 2410903 w 11237202"/>
              <a:gd name="connsiteY4979" fmla="*/ 546524 h 2631356"/>
              <a:gd name="connsiteX4980" fmla="*/ 2389063 w 11237202"/>
              <a:gd name="connsiteY4980" fmla="*/ 543971 h 2631356"/>
              <a:gd name="connsiteX4981" fmla="*/ 2412404 w 11237202"/>
              <a:gd name="connsiteY4981" fmla="*/ 537110 h 2631356"/>
              <a:gd name="connsiteX4982" fmla="*/ 2428041 w 11237202"/>
              <a:gd name="connsiteY4982" fmla="*/ 536945 h 2631356"/>
              <a:gd name="connsiteX4983" fmla="*/ 3503234 w 11237202"/>
              <a:gd name="connsiteY4983" fmla="*/ 536637 h 2631356"/>
              <a:gd name="connsiteX4984" fmla="*/ 3512057 w 11237202"/>
              <a:gd name="connsiteY4984" fmla="*/ 539640 h 2631356"/>
              <a:gd name="connsiteX4985" fmla="*/ 3491328 w 11237202"/>
              <a:gd name="connsiteY4985" fmla="*/ 547368 h 2631356"/>
              <a:gd name="connsiteX4986" fmla="*/ 3464958 w 11237202"/>
              <a:gd name="connsiteY4986" fmla="*/ 544519 h 2631356"/>
              <a:gd name="connsiteX4987" fmla="*/ 3485826 w 11237202"/>
              <a:gd name="connsiteY4987" fmla="*/ 536814 h 2631356"/>
              <a:gd name="connsiteX4988" fmla="*/ 3503234 w 11237202"/>
              <a:gd name="connsiteY4988" fmla="*/ 536637 h 2631356"/>
              <a:gd name="connsiteX4989" fmla="*/ 6679639 w 11237202"/>
              <a:gd name="connsiteY4989" fmla="*/ 532642 h 2631356"/>
              <a:gd name="connsiteX4990" fmla="*/ 6693921 w 11237202"/>
              <a:gd name="connsiteY4990" fmla="*/ 533896 h 2631356"/>
              <a:gd name="connsiteX4991" fmla="*/ 6691615 w 11237202"/>
              <a:gd name="connsiteY4991" fmla="*/ 537315 h 2631356"/>
              <a:gd name="connsiteX4992" fmla="*/ 6677277 w 11237202"/>
              <a:gd name="connsiteY4992" fmla="*/ 536038 h 2631356"/>
              <a:gd name="connsiteX4993" fmla="*/ 6679639 w 11237202"/>
              <a:gd name="connsiteY4993" fmla="*/ 532642 h 2631356"/>
              <a:gd name="connsiteX4994" fmla="*/ 7182971 w 11237202"/>
              <a:gd name="connsiteY4994" fmla="*/ 532411 h 2631356"/>
              <a:gd name="connsiteX4995" fmla="*/ 7207917 w 11237202"/>
              <a:gd name="connsiteY4995" fmla="*/ 537110 h 2631356"/>
              <a:gd name="connsiteX4996" fmla="*/ 7203665 w 11237202"/>
              <a:gd name="connsiteY4996" fmla="*/ 549259 h 2631356"/>
              <a:gd name="connsiteX4997" fmla="*/ 7151593 w 11237202"/>
              <a:gd name="connsiteY4997" fmla="*/ 544746 h 2631356"/>
              <a:gd name="connsiteX4998" fmla="*/ 7156234 w 11237202"/>
              <a:gd name="connsiteY4998" fmla="*/ 532688 h 2631356"/>
              <a:gd name="connsiteX4999" fmla="*/ 7182971 w 11237202"/>
              <a:gd name="connsiteY4999" fmla="*/ 532411 h 2631356"/>
              <a:gd name="connsiteX5000" fmla="*/ 8509355 w 11237202"/>
              <a:gd name="connsiteY5000" fmla="*/ 531593 h 2631356"/>
              <a:gd name="connsiteX5001" fmla="*/ 8532473 w 11237202"/>
              <a:gd name="connsiteY5001" fmla="*/ 533440 h 2631356"/>
              <a:gd name="connsiteX5002" fmla="*/ 8535001 w 11237202"/>
              <a:gd name="connsiteY5002" fmla="*/ 538478 h 2631356"/>
              <a:gd name="connsiteX5003" fmla="*/ 8511660 w 11237202"/>
              <a:gd name="connsiteY5003" fmla="*/ 536631 h 2631356"/>
              <a:gd name="connsiteX5004" fmla="*/ 8509355 w 11237202"/>
              <a:gd name="connsiteY5004" fmla="*/ 531593 h 2631356"/>
              <a:gd name="connsiteX5005" fmla="*/ 2290031 w 11237202"/>
              <a:gd name="connsiteY5005" fmla="*/ 530636 h 2631356"/>
              <a:gd name="connsiteX5006" fmla="*/ 2300702 w 11237202"/>
              <a:gd name="connsiteY5006" fmla="*/ 531890 h 2631356"/>
              <a:gd name="connsiteX5007" fmla="*/ 2288892 w 11237202"/>
              <a:gd name="connsiteY5007" fmla="*/ 535309 h 2631356"/>
              <a:gd name="connsiteX5008" fmla="*/ 2278195 w 11237202"/>
              <a:gd name="connsiteY5008" fmla="*/ 534033 h 2631356"/>
              <a:gd name="connsiteX5009" fmla="*/ 2290031 w 11237202"/>
              <a:gd name="connsiteY5009" fmla="*/ 530636 h 2631356"/>
              <a:gd name="connsiteX5010" fmla="*/ 8390743 w 11237202"/>
              <a:gd name="connsiteY5010" fmla="*/ 530582 h 2631356"/>
              <a:gd name="connsiteX5011" fmla="*/ 8431246 w 11237202"/>
              <a:gd name="connsiteY5011" fmla="*/ 537269 h 2631356"/>
              <a:gd name="connsiteX5012" fmla="*/ 8438470 w 11237202"/>
              <a:gd name="connsiteY5012" fmla="*/ 554548 h 2631356"/>
              <a:gd name="connsiteX5013" fmla="*/ 8359557 w 11237202"/>
              <a:gd name="connsiteY5013" fmla="*/ 548120 h 2631356"/>
              <a:gd name="connsiteX5014" fmla="*/ 8353138 w 11237202"/>
              <a:gd name="connsiteY5014" fmla="*/ 530955 h 2631356"/>
              <a:gd name="connsiteX5015" fmla="*/ 8390743 w 11237202"/>
              <a:gd name="connsiteY5015" fmla="*/ 530582 h 2631356"/>
              <a:gd name="connsiteX5016" fmla="*/ 7792569 w 11237202"/>
              <a:gd name="connsiteY5016" fmla="*/ 530471 h 2631356"/>
              <a:gd name="connsiteX5017" fmla="*/ 7826528 w 11237202"/>
              <a:gd name="connsiteY5017" fmla="*/ 536449 h 2631356"/>
              <a:gd name="connsiteX5018" fmla="*/ 7827194 w 11237202"/>
              <a:gd name="connsiteY5018" fmla="*/ 551881 h 2631356"/>
              <a:gd name="connsiteX5019" fmla="*/ 7758728 w 11237202"/>
              <a:gd name="connsiteY5019" fmla="*/ 546182 h 2631356"/>
              <a:gd name="connsiteX5020" fmla="*/ 7758840 w 11237202"/>
              <a:gd name="connsiteY5020" fmla="*/ 530818 h 2631356"/>
              <a:gd name="connsiteX5021" fmla="*/ 7792569 w 11237202"/>
              <a:gd name="connsiteY5021" fmla="*/ 530471 h 2631356"/>
              <a:gd name="connsiteX5022" fmla="*/ 3849801 w 11237202"/>
              <a:gd name="connsiteY5022" fmla="*/ 529907 h 2631356"/>
              <a:gd name="connsiteX5023" fmla="*/ 3859555 w 11237202"/>
              <a:gd name="connsiteY5023" fmla="*/ 530933 h 2631356"/>
              <a:gd name="connsiteX5024" fmla="*/ 3852663 w 11237202"/>
              <a:gd name="connsiteY5024" fmla="*/ 533668 h 2631356"/>
              <a:gd name="connsiteX5025" fmla="*/ 3842910 w 11237202"/>
              <a:gd name="connsiteY5025" fmla="*/ 532665 h 2631356"/>
              <a:gd name="connsiteX5026" fmla="*/ 3849801 w 11237202"/>
              <a:gd name="connsiteY5026" fmla="*/ 529907 h 2631356"/>
              <a:gd name="connsiteX5027" fmla="*/ 2907386 w 11237202"/>
              <a:gd name="connsiteY5027" fmla="*/ 528337 h 2631356"/>
              <a:gd name="connsiteX5028" fmla="*/ 2919508 w 11237202"/>
              <a:gd name="connsiteY5028" fmla="*/ 533007 h 2631356"/>
              <a:gd name="connsiteX5029" fmla="*/ 2882274 w 11237202"/>
              <a:gd name="connsiteY5029" fmla="*/ 545088 h 2631356"/>
              <a:gd name="connsiteX5030" fmla="*/ 2842651 w 11237202"/>
              <a:gd name="connsiteY5030" fmla="*/ 540621 h 2631356"/>
              <a:gd name="connsiteX5031" fmla="*/ 2880052 w 11237202"/>
              <a:gd name="connsiteY5031" fmla="*/ 528608 h 2631356"/>
              <a:gd name="connsiteX5032" fmla="*/ 2907386 w 11237202"/>
              <a:gd name="connsiteY5032" fmla="*/ 528337 h 2631356"/>
              <a:gd name="connsiteX5033" fmla="*/ 8646703 w 11237202"/>
              <a:gd name="connsiteY5033" fmla="*/ 527216 h 2631356"/>
              <a:gd name="connsiteX5034" fmla="*/ 8648204 w 11237202"/>
              <a:gd name="connsiteY5034" fmla="*/ 527353 h 2631356"/>
              <a:gd name="connsiteX5035" fmla="*/ 8648481 w 11237202"/>
              <a:gd name="connsiteY5035" fmla="*/ 527672 h 2631356"/>
              <a:gd name="connsiteX5036" fmla="*/ 8646897 w 11237202"/>
              <a:gd name="connsiteY5036" fmla="*/ 527559 h 2631356"/>
              <a:gd name="connsiteX5037" fmla="*/ 8646703 w 11237202"/>
              <a:gd name="connsiteY5037" fmla="*/ 527216 h 2631356"/>
              <a:gd name="connsiteX5038" fmla="*/ 3375833 w 11237202"/>
              <a:gd name="connsiteY5038" fmla="*/ 526713 h 2631356"/>
              <a:gd name="connsiteX5039" fmla="*/ 3385878 w 11237202"/>
              <a:gd name="connsiteY5039" fmla="*/ 530180 h 2631356"/>
              <a:gd name="connsiteX5040" fmla="*/ 3360897 w 11237202"/>
              <a:gd name="connsiteY5040" fmla="*/ 539117 h 2631356"/>
              <a:gd name="connsiteX5041" fmla="*/ 3330527 w 11237202"/>
              <a:gd name="connsiteY5041" fmla="*/ 535810 h 2631356"/>
              <a:gd name="connsiteX5042" fmla="*/ 3355535 w 11237202"/>
              <a:gd name="connsiteY5042" fmla="*/ 526920 h 2631356"/>
              <a:gd name="connsiteX5043" fmla="*/ 3375833 w 11237202"/>
              <a:gd name="connsiteY5043" fmla="*/ 526713 h 2631356"/>
              <a:gd name="connsiteX5044" fmla="*/ 6822072 w 11237202"/>
              <a:gd name="connsiteY5044" fmla="*/ 525872 h 2631356"/>
              <a:gd name="connsiteX5045" fmla="*/ 6828213 w 11237202"/>
              <a:gd name="connsiteY5045" fmla="*/ 526396 h 2631356"/>
              <a:gd name="connsiteX5046" fmla="*/ 6827351 w 11237202"/>
              <a:gd name="connsiteY5046" fmla="*/ 527855 h 2631356"/>
              <a:gd name="connsiteX5047" fmla="*/ 6821155 w 11237202"/>
              <a:gd name="connsiteY5047" fmla="*/ 527331 h 2631356"/>
              <a:gd name="connsiteX5048" fmla="*/ 6822072 w 11237202"/>
              <a:gd name="connsiteY5048" fmla="*/ 525872 h 2631356"/>
              <a:gd name="connsiteX5049" fmla="*/ 2168937 w 11237202"/>
              <a:gd name="connsiteY5049" fmla="*/ 523433 h 2631356"/>
              <a:gd name="connsiteX5050" fmla="*/ 2172411 w 11237202"/>
              <a:gd name="connsiteY5050" fmla="*/ 523866 h 2631356"/>
              <a:gd name="connsiteX5051" fmla="*/ 2168437 w 11237202"/>
              <a:gd name="connsiteY5051" fmla="*/ 525005 h 2631356"/>
              <a:gd name="connsiteX5052" fmla="*/ 2164908 w 11237202"/>
              <a:gd name="connsiteY5052" fmla="*/ 524572 h 2631356"/>
              <a:gd name="connsiteX5053" fmla="*/ 2168937 w 11237202"/>
              <a:gd name="connsiteY5053" fmla="*/ 523433 h 2631356"/>
              <a:gd name="connsiteX5054" fmla="*/ 7316777 w 11237202"/>
              <a:gd name="connsiteY5054" fmla="*/ 523128 h 2631356"/>
              <a:gd name="connsiteX5055" fmla="*/ 7346766 w 11237202"/>
              <a:gd name="connsiteY5055" fmla="*/ 528653 h 2631356"/>
              <a:gd name="connsiteX5056" fmla="*/ 7342903 w 11237202"/>
              <a:gd name="connsiteY5056" fmla="*/ 542923 h 2631356"/>
              <a:gd name="connsiteX5057" fmla="*/ 7280912 w 11237202"/>
              <a:gd name="connsiteY5057" fmla="*/ 537657 h 2631356"/>
              <a:gd name="connsiteX5058" fmla="*/ 7285246 w 11237202"/>
              <a:gd name="connsiteY5058" fmla="*/ 523433 h 2631356"/>
              <a:gd name="connsiteX5059" fmla="*/ 7316777 w 11237202"/>
              <a:gd name="connsiteY5059" fmla="*/ 523128 h 2631356"/>
              <a:gd name="connsiteX5060" fmla="*/ 7921492 w 11237202"/>
              <a:gd name="connsiteY5060" fmla="*/ 522230 h 2631356"/>
              <a:gd name="connsiteX5061" fmla="*/ 7958014 w 11237202"/>
              <a:gd name="connsiteY5061" fmla="*/ 528517 h 2631356"/>
              <a:gd name="connsiteX5062" fmla="*/ 7959958 w 11237202"/>
              <a:gd name="connsiteY5062" fmla="*/ 544815 h 2631356"/>
              <a:gd name="connsiteX5063" fmla="*/ 7887046 w 11237202"/>
              <a:gd name="connsiteY5063" fmla="*/ 538751 h 2631356"/>
              <a:gd name="connsiteX5064" fmla="*/ 7885740 w 11237202"/>
              <a:gd name="connsiteY5064" fmla="*/ 522612 h 2631356"/>
              <a:gd name="connsiteX5065" fmla="*/ 7921492 w 11237202"/>
              <a:gd name="connsiteY5065" fmla="*/ 522230 h 2631356"/>
              <a:gd name="connsiteX5066" fmla="*/ 8770910 w 11237202"/>
              <a:gd name="connsiteY5066" fmla="*/ 519763 h 2631356"/>
              <a:gd name="connsiteX5067" fmla="*/ 8772408 w 11237202"/>
              <a:gd name="connsiteY5067" fmla="*/ 519877 h 2631356"/>
              <a:gd name="connsiteX5068" fmla="*/ 8772686 w 11237202"/>
              <a:gd name="connsiteY5068" fmla="*/ 520196 h 2631356"/>
              <a:gd name="connsiteX5069" fmla="*/ 8771075 w 11237202"/>
              <a:gd name="connsiteY5069" fmla="*/ 520082 h 2631356"/>
              <a:gd name="connsiteX5070" fmla="*/ 8770910 w 11237202"/>
              <a:gd name="connsiteY5070" fmla="*/ 519763 h 2631356"/>
              <a:gd name="connsiteX5071" fmla="*/ 2787011 w 11237202"/>
              <a:gd name="connsiteY5071" fmla="*/ 518341 h 2631356"/>
              <a:gd name="connsiteX5072" fmla="*/ 2800415 w 11237202"/>
              <a:gd name="connsiteY5072" fmla="*/ 523660 h 2631356"/>
              <a:gd name="connsiteX5073" fmla="*/ 2756873 w 11237202"/>
              <a:gd name="connsiteY5073" fmla="*/ 537383 h 2631356"/>
              <a:gd name="connsiteX5074" fmla="*/ 2711887 w 11237202"/>
              <a:gd name="connsiteY5074" fmla="*/ 532300 h 2631356"/>
              <a:gd name="connsiteX5075" fmla="*/ 2755790 w 11237202"/>
              <a:gd name="connsiteY5075" fmla="*/ 518646 h 2631356"/>
              <a:gd name="connsiteX5076" fmla="*/ 2787011 w 11237202"/>
              <a:gd name="connsiteY5076" fmla="*/ 518341 h 2631356"/>
              <a:gd name="connsiteX5077" fmla="*/ 3713897 w 11237202"/>
              <a:gd name="connsiteY5077" fmla="*/ 518167 h 2631356"/>
              <a:gd name="connsiteX5078" fmla="*/ 3735127 w 11237202"/>
              <a:gd name="connsiteY5078" fmla="*/ 520401 h 2631356"/>
              <a:gd name="connsiteX5079" fmla="*/ 3719455 w 11237202"/>
              <a:gd name="connsiteY5079" fmla="*/ 526487 h 2631356"/>
              <a:gd name="connsiteX5080" fmla="*/ 3698115 w 11237202"/>
              <a:gd name="connsiteY5080" fmla="*/ 524231 h 2631356"/>
              <a:gd name="connsiteX5081" fmla="*/ 3713897 w 11237202"/>
              <a:gd name="connsiteY5081" fmla="*/ 518167 h 2631356"/>
              <a:gd name="connsiteX5082" fmla="*/ 3250901 w 11237202"/>
              <a:gd name="connsiteY5082" fmla="*/ 516708 h 2631356"/>
              <a:gd name="connsiteX5083" fmla="*/ 3262339 w 11237202"/>
              <a:gd name="connsiteY5083" fmla="*/ 520765 h 2631356"/>
              <a:gd name="connsiteX5084" fmla="*/ 3232162 w 11237202"/>
              <a:gd name="connsiteY5084" fmla="*/ 531183 h 2631356"/>
              <a:gd name="connsiteX5085" fmla="*/ 3196763 w 11237202"/>
              <a:gd name="connsiteY5085" fmla="*/ 527331 h 2631356"/>
              <a:gd name="connsiteX5086" fmla="*/ 3227022 w 11237202"/>
              <a:gd name="connsiteY5086" fmla="*/ 516959 h 2631356"/>
              <a:gd name="connsiteX5087" fmla="*/ 3250901 w 11237202"/>
              <a:gd name="connsiteY5087" fmla="*/ 516708 h 2631356"/>
              <a:gd name="connsiteX5088" fmla="*/ 8049237 w 11237202"/>
              <a:gd name="connsiteY5088" fmla="*/ 515455 h 2631356"/>
              <a:gd name="connsiteX5089" fmla="*/ 8083858 w 11237202"/>
              <a:gd name="connsiteY5089" fmla="*/ 521290 h 2631356"/>
              <a:gd name="connsiteX5090" fmla="*/ 8086945 w 11237202"/>
              <a:gd name="connsiteY5090" fmla="*/ 536472 h 2631356"/>
              <a:gd name="connsiteX5091" fmla="*/ 8018254 w 11237202"/>
              <a:gd name="connsiteY5091" fmla="*/ 530841 h 2631356"/>
              <a:gd name="connsiteX5092" fmla="*/ 8015866 w 11237202"/>
              <a:gd name="connsiteY5092" fmla="*/ 515774 h 2631356"/>
              <a:gd name="connsiteX5093" fmla="*/ 8049237 w 11237202"/>
              <a:gd name="connsiteY5093" fmla="*/ 515455 h 2631356"/>
              <a:gd name="connsiteX5094" fmla="*/ 6951446 w 11237202"/>
              <a:gd name="connsiteY5094" fmla="*/ 515181 h 2631356"/>
              <a:gd name="connsiteX5095" fmla="*/ 6974649 w 11237202"/>
              <a:gd name="connsiteY5095" fmla="*/ 517164 h 2631356"/>
              <a:gd name="connsiteX5096" fmla="*/ 6971842 w 11237202"/>
              <a:gd name="connsiteY5096" fmla="*/ 522567 h 2631356"/>
              <a:gd name="connsiteX5097" fmla="*/ 6948668 w 11237202"/>
              <a:gd name="connsiteY5097" fmla="*/ 520560 h 2631356"/>
              <a:gd name="connsiteX5098" fmla="*/ 6951446 w 11237202"/>
              <a:gd name="connsiteY5098" fmla="*/ 515181 h 2631356"/>
              <a:gd name="connsiteX5099" fmla="*/ 2049428 w 11237202"/>
              <a:gd name="connsiteY5099" fmla="*/ 515067 h 2631356"/>
              <a:gd name="connsiteX5100" fmla="*/ 2051929 w 11237202"/>
              <a:gd name="connsiteY5100" fmla="*/ 515363 h 2631356"/>
              <a:gd name="connsiteX5101" fmla="*/ 2049067 w 11237202"/>
              <a:gd name="connsiteY5101" fmla="*/ 516161 h 2631356"/>
              <a:gd name="connsiteX5102" fmla="*/ 2046538 w 11237202"/>
              <a:gd name="connsiteY5102" fmla="*/ 515842 h 2631356"/>
              <a:gd name="connsiteX5103" fmla="*/ 2049428 w 11237202"/>
              <a:gd name="connsiteY5103" fmla="*/ 515067 h 2631356"/>
              <a:gd name="connsiteX5104" fmla="*/ 7448738 w 11237202"/>
              <a:gd name="connsiteY5104" fmla="*/ 514730 h 2631356"/>
              <a:gd name="connsiteX5105" fmla="*/ 7481392 w 11237202"/>
              <a:gd name="connsiteY5105" fmla="*/ 520652 h 2631356"/>
              <a:gd name="connsiteX5106" fmla="*/ 7478529 w 11237202"/>
              <a:gd name="connsiteY5106" fmla="*/ 535947 h 2631356"/>
              <a:gd name="connsiteX5107" fmla="*/ 7411424 w 11237202"/>
              <a:gd name="connsiteY5107" fmla="*/ 530271 h 2631356"/>
              <a:gd name="connsiteX5108" fmla="*/ 7414898 w 11237202"/>
              <a:gd name="connsiteY5108" fmla="*/ 515067 h 2631356"/>
              <a:gd name="connsiteX5109" fmla="*/ 7448738 w 11237202"/>
              <a:gd name="connsiteY5109" fmla="*/ 514730 h 2631356"/>
              <a:gd name="connsiteX5110" fmla="*/ 4089239 w 11237202"/>
              <a:gd name="connsiteY5110" fmla="*/ 514611 h 2631356"/>
              <a:gd name="connsiteX5111" fmla="*/ 4093323 w 11237202"/>
              <a:gd name="connsiteY5111" fmla="*/ 515022 h 2631356"/>
              <a:gd name="connsiteX5112" fmla="*/ 4090628 w 11237202"/>
              <a:gd name="connsiteY5112" fmla="*/ 516139 h 2631356"/>
              <a:gd name="connsiteX5113" fmla="*/ 4086627 w 11237202"/>
              <a:gd name="connsiteY5113" fmla="*/ 515705 h 2631356"/>
              <a:gd name="connsiteX5114" fmla="*/ 4089239 w 11237202"/>
              <a:gd name="connsiteY5114" fmla="*/ 514611 h 2631356"/>
              <a:gd name="connsiteX5115" fmla="*/ 6453233 w 11237202"/>
              <a:gd name="connsiteY5115" fmla="*/ 514269 h 2631356"/>
              <a:gd name="connsiteX5116" fmla="*/ 6462514 w 11237202"/>
              <a:gd name="connsiteY5116" fmla="*/ 515089 h 2631356"/>
              <a:gd name="connsiteX5117" fmla="*/ 6460680 w 11237202"/>
              <a:gd name="connsiteY5117" fmla="*/ 517323 h 2631356"/>
              <a:gd name="connsiteX5118" fmla="*/ 6451316 w 11237202"/>
              <a:gd name="connsiteY5118" fmla="*/ 516503 h 2631356"/>
              <a:gd name="connsiteX5119" fmla="*/ 6453233 w 11237202"/>
              <a:gd name="connsiteY5119" fmla="*/ 514269 h 2631356"/>
              <a:gd name="connsiteX5120" fmla="*/ 8893893 w 11237202"/>
              <a:gd name="connsiteY5120" fmla="*/ 512331 h 2631356"/>
              <a:gd name="connsiteX5121" fmla="*/ 8895478 w 11237202"/>
              <a:gd name="connsiteY5121" fmla="*/ 512468 h 2631356"/>
              <a:gd name="connsiteX5122" fmla="*/ 8895698 w 11237202"/>
              <a:gd name="connsiteY5122" fmla="*/ 512787 h 2631356"/>
              <a:gd name="connsiteX5123" fmla="*/ 8894224 w 11237202"/>
              <a:gd name="connsiteY5123" fmla="*/ 512673 h 2631356"/>
              <a:gd name="connsiteX5124" fmla="*/ 8893893 w 11237202"/>
              <a:gd name="connsiteY5124" fmla="*/ 512331 h 2631356"/>
              <a:gd name="connsiteX5125" fmla="*/ 2666369 w 11237202"/>
              <a:gd name="connsiteY5125" fmla="*/ 509100 h 2631356"/>
              <a:gd name="connsiteX5126" fmla="*/ 2680155 w 11237202"/>
              <a:gd name="connsiteY5126" fmla="*/ 514703 h 2631356"/>
              <a:gd name="connsiteX5127" fmla="*/ 2632640 w 11237202"/>
              <a:gd name="connsiteY5127" fmla="*/ 529269 h 2631356"/>
              <a:gd name="connsiteX5128" fmla="*/ 2585263 w 11237202"/>
              <a:gd name="connsiteY5128" fmla="*/ 523866 h 2631356"/>
              <a:gd name="connsiteX5129" fmla="*/ 2633056 w 11237202"/>
              <a:gd name="connsiteY5129" fmla="*/ 509413 h 2631356"/>
              <a:gd name="connsiteX5130" fmla="*/ 2666369 w 11237202"/>
              <a:gd name="connsiteY5130" fmla="*/ 509100 h 2631356"/>
              <a:gd name="connsiteX5131" fmla="*/ 3598444 w 11237202"/>
              <a:gd name="connsiteY5131" fmla="*/ 507864 h 2631356"/>
              <a:gd name="connsiteX5132" fmla="*/ 3607253 w 11237202"/>
              <a:gd name="connsiteY5132" fmla="*/ 510758 h 2631356"/>
              <a:gd name="connsiteX5133" fmla="*/ 3587385 w 11237202"/>
              <a:gd name="connsiteY5133" fmla="*/ 518190 h 2631356"/>
              <a:gd name="connsiteX5134" fmla="*/ 3561294 w 11237202"/>
              <a:gd name="connsiteY5134" fmla="*/ 515432 h 2631356"/>
              <a:gd name="connsiteX5135" fmla="*/ 3581383 w 11237202"/>
              <a:gd name="connsiteY5135" fmla="*/ 508046 h 2631356"/>
              <a:gd name="connsiteX5136" fmla="*/ 3598444 w 11237202"/>
              <a:gd name="connsiteY5136" fmla="*/ 507864 h 2631356"/>
              <a:gd name="connsiteX5137" fmla="*/ 3126178 w 11237202"/>
              <a:gd name="connsiteY5137" fmla="*/ 507431 h 2631356"/>
              <a:gd name="connsiteX5138" fmla="*/ 3138077 w 11237202"/>
              <a:gd name="connsiteY5138" fmla="*/ 511762 h 2631356"/>
              <a:gd name="connsiteX5139" fmla="*/ 3104899 w 11237202"/>
              <a:gd name="connsiteY5139" fmla="*/ 522863 h 2631356"/>
              <a:gd name="connsiteX5140" fmla="*/ 3067332 w 11237202"/>
              <a:gd name="connsiteY5140" fmla="*/ 518737 h 2631356"/>
              <a:gd name="connsiteX5141" fmla="*/ 3100648 w 11237202"/>
              <a:gd name="connsiteY5141" fmla="*/ 507682 h 2631356"/>
              <a:gd name="connsiteX5142" fmla="*/ 3126178 w 11237202"/>
              <a:gd name="connsiteY5142" fmla="*/ 507431 h 2631356"/>
              <a:gd name="connsiteX5143" fmla="*/ 7578995 w 11237202"/>
              <a:gd name="connsiteY5143" fmla="*/ 507046 h 2631356"/>
              <a:gd name="connsiteX5144" fmla="*/ 7612655 w 11237202"/>
              <a:gd name="connsiteY5144" fmla="*/ 513016 h 2631356"/>
              <a:gd name="connsiteX5145" fmla="*/ 7611071 w 11237202"/>
              <a:gd name="connsiteY5145" fmla="*/ 528494 h 2631356"/>
              <a:gd name="connsiteX5146" fmla="*/ 7542411 w 11237202"/>
              <a:gd name="connsiteY5146" fmla="*/ 522749 h 2631356"/>
              <a:gd name="connsiteX5147" fmla="*/ 7544606 w 11237202"/>
              <a:gd name="connsiteY5147" fmla="*/ 507385 h 2631356"/>
              <a:gd name="connsiteX5148" fmla="*/ 7578995 w 11237202"/>
              <a:gd name="connsiteY5148" fmla="*/ 507046 h 2631356"/>
              <a:gd name="connsiteX5149" fmla="*/ 8175359 w 11237202"/>
              <a:gd name="connsiteY5149" fmla="*/ 506929 h 2631356"/>
              <a:gd name="connsiteX5150" fmla="*/ 8214012 w 11237202"/>
              <a:gd name="connsiteY5150" fmla="*/ 513334 h 2631356"/>
              <a:gd name="connsiteX5151" fmla="*/ 8218763 w 11237202"/>
              <a:gd name="connsiteY5151" fmla="*/ 529952 h 2631356"/>
              <a:gd name="connsiteX5152" fmla="*/ 8142600 w 11237202"/>
              <a:gd name="connsiteY5152" fmla="*/ 523798 h 2631356"/>
              <a:gd name="connsiteX5153" fmla="*/ 8138625 w 11237202"/>
              <a:gd name="connsiteY5153" fmla="*/ 507294 h 2631356"/>
              <a:gd name="connsiteX5154" fmla="*/ 8175359 w 11237202"/>
              <a:gd name="connsiteY5154" fmla="*/ 506929 h 2631356"/>
              <a:gd name="connsiteX5155" fmla="*/ 1931196 w 11237202"/>
              <a:gd name="connsiteY5155" fmla="*/ 506860 h 2631356"/>
              <a:gd name="connsiteX5156" fmla="*/ 1932169 w 11237202"/>
              <a:gd name="connsiteY5156" fmla="*/ 506974 h 2631356"/>
              <a:gd name="connsiteX5157" fmla="*/ 1931001 w 11237202"/>
              <a:gd name="connsiteY5157" fmla="*/ 507294 h 2631356"/>
              <a:gd name="connsiteX5158" fmla="*/ 1930085 w 11237202"/>
              <a:gd name="connsiteY5158" fmla="*/ 507180 h 2631356"/>
              <a:gd name="connsiteX5159" fmla="*/ 1931196 w 11237202"/>
              <a:gd name="connsiteY5159" fmla="*/ 506860 h 2631356"/>
              <a:gd name="connsiteX5160" fmla="*/ 7077402 w 11237202"/>
              <a:gd name="connsiteY5160" fmla="*/ 504307 h 2631356"/>
              <a:gd name="connsiteX5161" fmla="*/ 7120360 w 11237202"/>
              <a:gd name="connsiteY5161" fmla="*/ 507955 h 2631356"/>
              <a:gd name="connsiteX5162" fmla="*/ 7116193 w 11237202"/>
              <a:gd name="connsiteY5162" fmla="*/ 517916 h 2631356"/>
              <a:gd name="connsiteX5163" fmla="*/ 7072984 w 11237202"/>
              <a:gd name="connsiteY5163" fmla="*/ 514224 h 2631356"/>
              <a:gd name="connsiteX5164" fmla="*/ 7077402 w 11237202"/>
              <a:gd name="connsiteY5164" fmla="*/ 504307 h 2631356"/>
              <a:gd name="connsiteX5165" fmla="*/ 6591389 w 11237202"/>
              <a:gd name="connsiteY5165" fmla="*/ 504103 h 2631356"/>
              <a:gd name="connsiteX5166" fmla="*/ 6610561 w 11237202"/>
              <a:gd name="connsiteY5166" fmla="*/ 505767 h 2631356"/>
              <a:gd name="connsiteX5167" fmla="*/ 6607144 w 11237202"/>
              <a:gd name="connsiteY5167" fmla="*/ 510303 h 2631356"/>
              <a:gd name="connsiteX5168" fmla="*/ 6587915 w 11237202"/>
              <a:gd name="connsiteY5168" fmla="*/ 508639 h 2631356"/>
              <a:gd name="connsiteX5169" fmla="*/ 6591389 w 11237202"/>
              <a:gd name="connsiteY5169" fmla="*/ 504103 h 2631356"/>
              <a:gd name="connsiteX5170" fmla="*/ 3950223 w 11237202"/>
              <a:gd name="connsiteY5170" fmla="*/ 503966 h 2631356"/>
              <a:gd name="connsiteX5171" fmla="*/ 3957003 w 11237202"/>
              <a:gd name="connsiteY5171" fmla="*/ 504650 h 2631356"/>
              <a:gd name="connsiteX5172" fmla="*/ 3952307 w 11237202"/>
              <a:gd name="connsiteY5172" fmla="*/ 506519 h 2631356"/>
              <a:gd name="connsiteX5173" fmla="*/ 3945555 w 11237202"/>
              <a:gd name="connsiteY5173" fmla="*/ 505835 h 2631356"/>
              <a:gd name="connsiteX5174" fmla="*/ 3950223 w 11237202"/>
              <a:gd name="connsiteY5174" fmla="*/ 503966 h 2631356"/>
              <a:gd name="connsiteX5175" fmla="*/ 2539006 w 11237202"/>
              <a:gd name="connsiteY5175" fmla="*/ 502347 h 2631356"/>
              <a:gd name="connsiteX5176" fmla="*/ 2549947 w 11237202"/>
              <a:gd name="connsiteY5176" fmla="*/ 506952 h 2631356"/>
              <a:gd name="connsiteX5177" fmla="*/ 2510046 w 11237202"/>
              <a:gd name="connsiteY5177" fmla="*/ 518760 h 2631356"/>
              <a:gd name="connsiteX5178" fmla="*/ 2471645 w 11237202"/>
              <a:gd name="connsiteY5178" fmla="*/ 514383 h 2631356"/>
              <a:gd name="connsiteX5179" fmla="*/ 2511685 w 11237202"/>
              <a:gd name="connsiteY5179" fmla="*/ 502598 h 2631356"/>
              <a:gd name="connsiteX5180" fmla="*/ 2539006 w 11237202"/>
              <a:gd name="connsiteY5180" fmla="*/ 502347 h 2631356"/>
              <a:gd name="connsiteX5181" fmla="*/ 2390397 w 11237202"/>
              <a:gd name="connsiteY5181" fmla="*/ 501094 h 2631356"/>
              <a:gd name="connsiteX5182" fmla="*/ 2395510 w 11237202"/>
              <a:gd name="connsiteY5182" fmla="*/ 501663 h 2631356"/>
              <a:gd name="connsiteX5183" fmla="*/ 2390035 w 11237202"/>
              <a:gd name="connsiteY5183" fmla="*/ 503236 h 2631356"/>
              <a:gd name="connsiteX5184" fmla="*/ 2385062 w 11237202"/>
              <a:gd name="connsiteY5184" fmla="*/ 502666 h 2631356"/>
              <a:gd name="connsiteX5185" fmla="*/ 2390397 w 11237202"/>
              <a:gd name="connsiteY5185" fmla="*/ 501094 h 2631356"/>
              <a:gd name="connsiteX5186" fmla="*/ 8415714 w 11237202"/>
              <a:gd name="connsiteY5186" fmla="*/ 500136 h 2631356"/>
              <a:gd name="connsiteX5187" fmla="*/ 8440470 w 11237202"/>
              <a:gd name="connsiteY5187" fmla="*/ 502074 h 2631356"/>
              <a:gd name="connsiteX5188" fmla="*/ 8442861 w 11237202"/>
              <a:gd name="connsiteY5188" fmla="*/ 507408 h 2631356"/>
              <a:gd name="connsiteX5189" fmla="*/ 8417964 w 11237202"/>
              <a:gd name="connsiteY5189" fmla="*/ 505425 h 2631356"/>
              <a:gd name="connsiteX5190" fmla="*/ 8415714 w 11237202"/>
              <a:gd name="connsiteY5190" fmla="*/ 500136 h 2631356"/>
              <a:gd name="connsiteX5191" fmla="*/ 7707814 w 11237202"/>
              <a:gd name="connsiteY5191" fmla="*/ 499846 h 2631356"/>
              <a:gd name="connsiteX5192" fmla="*/ 7741112 w 11237202"/>
              <a:gd name="connsiteY5192" fmla="*/ 505629 h 2631356"/>
              <a:gd name="connsiteX5193" fmla="*/ 7740835 w 11237202"/>
              <a:gd name="connsiteY5193" fmla="*/ 520652 h 2631356"/>
              <a:gd name="connsiteX5194" fmla="*/ 7673424 w 11237202"/>
              <a:gd name="connsiteY5194" fmla="*/ 515089 h 2631356"/>
              <a:gd name="connsiteX5195" fmla="*/ 7674286 w 11237202"/>
              <a:gd name="connsiteY5195" fmla="*/ 500182 h 2631356"/>
              <a:gd name="connsiteX5196" fmla="*/ 7707814 w 11237202"/>
              <a:gd name="connsiteY5196" fmla="*/ 499846 h 2631356"/>
              <a:gd name="connsiteX5197" fmla="*/ 8300479 w 11237202"/>
              <a:gd name="connsiteY5197" fmla="*/ 499520 h 2631356"/>
              <a:gd name="connsiteX5198" fmla="*/ 8339772 w 11237202"/>
              <a:gd name="connsiteY5198" fmla="*/ 505926 h 2631356"/>
              <a:gd name="connsiteX5199" fmla="*/ 8345913 w 11237202"/>
              <a:gd name="connsiteY5199" fmla="*/ 522543 h 2631356"/>
              <a:gd name="connsiteX5200" fmla="*/ 8268946 w 11237202"/>
              <a:gd name="connsiteY5200" fmla="*/ 516366 h 2631356"/>
              <a:gd name="connsiteX5201" fmla="*/ 8263581 w 11237202"/>
              <a:gd name="connsiteY5201" fmla="*/ 499885 h 2631356"/>
              <a:gd name="connsiteX5202" fmla="*/ 8300479 w 11237202"/>
              <a:gd name="connsiteY5202" fmla="*/ 499520 h 2631356"/>
              <a:gd name="connsiteX5203" fmla="*/ 3001367 w 11237202"/>
              <a:gd name="connsiteY5203" fmla="*/ 498834 h 2631356"/>
              <a:gd name="connsiteX5204" fmla="*/ 3012843 w 11237202"/>
              <a:gd name="connsiteY5204" fmla="*/ 503099 h 2631356"/>
              <a:gd name="connsiteX5205" fmla="*/ 2978998 w 11237202"/>
              <a:gd name="connsiteY5205" fmla="*/ 514087 h 2631356"/>
              <a:gd name="connsiteX5206" fmla="*/ 2941904 w 11237202"/>
              <a:gd name="connsiteY5206" fmla="*/ 510030 h 2631356"/>
              <a:gd name="connsiteX5207" fmla="*/ 2975971 w 11237202"/>
              <a:gd name="connsiteY5207" fmla="*/ 499065 h 2631356"/>
              <a:gd name="connsiteX5208" fmla="*/ 3001367 w 11237202"/>
              <a:gd name="connsiteY5208" fmla="*/ 498834 h 2631356"/>
              <a:gd name="connsiteX5209" fmla="*/ 6735906 w 11237202"/>
              <a:gd name="connsiteY5209" fmla="*/ 497902 h 2631356"/>
              <a:gd name="connsiteX5210" fmla="*/ 6742575 w 11237202"/>
              <a:gd name="connsiteY5210" fmla="*/ 498472 h 2631356"/>
              <a:gd name="connsiteX5211" fmla="*/ 6741575 w 11237202"/>
              <a:gd name="connsiteY5211" fmla="*/ 499999 h 2631356"/>
              <a:gd name="connsiteX5212" fmla="*/ 6734878 w 11237202"/>
              <a:gd name="connsiteY5212" fmla="*/ 499452 h 2631356"/>
              <a:gd name="connsiteX5213" fmla="*/ 6735906 w 11237202"/>
              <a:gd name="connsiteY5213" fmla="*/ 497902 h 2631356"/>
              <a:gd name="connsiteX5214" fmla="*/ 3472357 w 11237202"/>
              <a:gd name="connsiteY5214" fmla="*/ 497604 h 2631356"/>
              <a:gd name="connsiteX5215" fmla="*/ 3483130 w 11237202"/>
              <a:gd name="connsiteY5215" fmla="*/ 501185 h 2631356"/>
              <a:gd name="connsiteX5216" fmla="*/ 3457483 w 11237202"/>
              <a:gd name="connsiteY5216" fmla="*/ 510417 h 2631356"/>
              <a:gd name="connsiteX5217" fmla="*/ 3425223 w 11237202"/>
              <a:gd name="connsiteY5217" fmla="*/ 506998 h 2631356"/>
              <a:gd name="connsiteX5218" fmla="*/ 3451037 w 11237202"/>
              <a:gd name="connsiteY5218" fmla="*/ 497834 h 2631356"/>
              <a:gd name="connsiteX5219" fmla="*/ 3472357 w 11237202"/>
              <a:gd name="connsiteY5219" fmla="*/ 497604 h 2631356"/>
              <a:gd name="connsiteX5220" fmla="*/ 8551201 w 11237202"/>
              <a:gd name="connsiteY5220" fmla="*/ 496078 h 2631356"/>
              <a:gd name="connsiteX5221" fmla="*/ 8554173 w 11237202"/>
              <a:gd name="connsiteY5221" fmla="*/ 496284 h 2631356"/>
              <a:gd name="connsiteX5222" fmla="*/ 8554479 w 11237202"/>
              <a:gd name="connsiteY5222" fmla="*/ 496899 h 2631356"/>
              <a:gd name="connsiteX5223" fmla="*/ 8551562 w 11237202"/>
              <a:gd name="connsiteY5223" fmla="*/ 496671 h 2631356"/>
              <a:gd name="connsiteX5224" fmla="*/ 8551201 w 11237202"/>
              <a:gd name="connsiteY5224" fmla="*/ 496078 h 2631356"/>
              <a:gd name="connsiteX5225" fmla="*/ 7232889 w 11237202"/>
              <a:gd name="connsiteY5225" fmla="*/ 495292 h 2631356"/>
              <a:gd name="connsiteX5226" fmla="*/ 7257348 w 11237202"/>
              <a:gd name="connsiteY5226" fmla="*/ 499771 h 2631356"/>
              <a:gd name="connsiteX5227" fmla="*/ 7253598 w 11237202"/>
              <a:gd name="connsiteY5227" fmla="*/ 511351 h 2631356"/>
              <a:gd name="connsiteX5228" fmla="*/ 7202637 w 11237202"/>
              <a:gd name="connsiteY5228" fmla="*/ 507065 h 2631356"/>
              <a:gd name="connsiteX5229" fmla="*/ 7206804 w 11237202"/>
              <a:gd name="connsiteY5229" fmla="*/ 495532 h 2631356"/>
              <a:gd name="connsiteX5230" fmla="*/ 7232889 w 11237202"/>
              <a:gd name="connsiteY5230" fmla="*/ 495292 h 2631356"/>
              <a:gd name="connsiteX5231" fmla="*/ 3813512 w 11237202"/>
              <a:gd name="connsiteY5231" fmla="*/ 492614 h 2631356"/>
              <a:gd name="connsiteX5232" fmla="*/ 3829045 w 11237202"/>
              <a:gd name="connsiteY5232" fmla="*/ 494187 h 2631356"/>
              <a:gd name="connsiteX5233" fmla="*/ 3818014 w 11237202"/>
              <a:gd name="connsiteY5233" fmla="*/ 498495 h 2631356"/>
              <a:gd name="connsiteX5234" fmla="*/ 3802398 w 11237202"/>
              <a:gd name="connsiteY5234" fmla="*/ 496899 h 2631356"/>
              <a:gd name="connsiteX5235" fmla="*/ 3813512 w 11237202"/>
              <a:gd name="connsiteY5235" fmla="*/ 492614 h 2631356"/>
              <a:gd name="connsiteX5236" fmla="*/ 7835211 w 11237202"/>
              <a:gd name="connsiteY5236" fmla="*/ 491867 h 2631356"/>
              <a:gd name="connsiteX5237" fmla="*/ 7870958 w 11237202"/>
              <a:gd name="connsiteY5237" fmla="*/ 497970 h 2631356"/>
              <a:gd name="connsiteX5238" fmla="*/ 7871986 w 11237202"/>
              <a:gd name="connsiteY5238" fmla="*/ 513768 h 2631356"/>
              <a:gd name="connsiteX5239" fmla="*/ 7800186 w 11237202"/>
              <a:gd name="connsiteY5239" fmla="*/ 507909 h 2631356"/>
              <a:gd name="connsiteX5240" fmla="*/ 7799880 w 11237202"/>
              <a:gd name="connsiteY5240" fmla="*/ 492226 h 2631356"/>
              <a:gd name="connsiteX5241" fmla="*/ 7835211 w 11237202"/>
              <a:gd name="connsiteY5241" fmla="*/ 491867 h 2631356"/>
              <a:gd name="connsiteX5242" fmla="*/ 2271498 w 11237202"/>
              <a:gd name="connsiteY5242" fmla="*/ 491724 h 2631356"/>
              <a:gd name="connsiteX5243" fmla="*/ 2280918 w 11237202"/>
              <a:gd name="connsiteY5243" fmla="*/ 492796 h 2631356"/>
              <a:gd name="connsiteX5244" fmla="*/ 2270443 w 11237202"/>
              <a:gd name="connsiteY5244" fmla="*/ 495713 h 2631356"/>
              <a:gd name="connsiteX5245" fmla="*/ 2260968 w 11237202"/>
              <a:gd name="connsiteY5245" fmla="*/ 494642 h 2631356"/>
              <a:gd name="connsiteX5246" fmla="*/ 2271498 w 11237202"/>
              <a:gd name="connsiteY5246" fmla="*/ 491724 h 2631356"/>
              <a:gd name="connsiteX5247" fmla="*/ 4194521 w 11237202"/>
              <a:gd name="connsiteY5247" fmla="*/ 491109 h 2631356"/>
              <a:gd name="connsiteX5248" fmla="*/ 4198523 w 11237202"/>
              <a:gd name="connsiteY5248" fmla="*/ 491497 h 2631356"/>
              <a:gd name="connsiteX5249" fmla="*/ 4195994 w 11237202"/>
              <a:gd name="connsiteY5249" fmla="*/ 492591 h 2631356"/>
              <a:gd name="connsiteX5250" fmla="*/ 4191993 w 11237202"/>
              <a:gd name="connsiteY5250" fmla="*/ 492181 h 2631356"/>
              <a:gd name="connsiteX5251" fmla="*/ 4194521 w 11237202"/>
              <a:gd name="connsiteY5251" fmla="*/ 491109 h 2631356"/>
              <a:gd name="connsiteX5252" fmla="*/ 2881236 w 11237202"/>
              <a:gd name="connsiteY5252" fmla="*/ 489403 h 2631356"/>
              <a:gd name="connsiteX5253" fmla="*/ 2893750 w 11237202"/>
              <a:gd name="connsiteY5253" fmla="*/ 494141 h 2631356"/>
              <a:gd name="connsiteX5254" fmla="*/ 2854710 w 11237202"/>
              <a:gd name="connsiteY5254" fmla="*/ 506405 h 2631356"/>
              <a:gd name="connsiteX5255" fmla="*/ 2813558 w 11237202"/>
              <a:gd name="connsiteY5255" fmla="*/ 501868 h 2631356"/>
              <a:gd name="connsiteX5256" fmla="*/ 2852654 w 11237202"/>
              <a:gd name="connsiteY5256" fmla="*/ 489673 h 2631356"/>
              <a:gd name="connsiteX5257" fmla="*/ 2881236 w 11237202"/>
              <a:gd name="connsiteY5257" fmla="*/ 489403 h 2631356"/>
              <a:gd name="connsiteX5258" fmla="*/ 8674517 w 11237202"/>
              <a:gd name="connsiteY5258" fmla="*/ 489080 h 2631356"/>
              <a:gd name="connsiteX5259" fmla="*/ 8675961 w 11237202"/>
              <a:gd name="connsiteY5259" fmla="*/ 489171 h 2631356"/>
              <a:gd name="connsiteX5260" fmla="*/ 8676185 w 11237202"/>
              <a:gd name="connsiteY5260" fmla="*/ 489490 h 2631356"/>
              <a:gd name="connsiteX5261" fmla="*/ 8674654 w 11237202"/>
              <a:gd name="connsiteY5261" fmla="*/ 489377 h 2631356"/>
              <a:gd name="connsiteX5262" fmla="*/ 8674517 w 11237202"/>
              <a:gd name="connsiteY5262" fmla="*/ 489080 h 2631356"/>
              <a:gd name="connsiteX5263" fmla="*/ 6359760 w 11237202"/>
              <a:gd name="connsiteY5263" fmla="*/ 488465 h 2631356"/>
              <a:gd name="connsiteX5264" fmla="*/ 6373348 w 11237202"/>
              <a:gd name="connsiteY5264" fmla="*/ 489673 h 2631356"/>
              <a:gd name="connsiteX5265" fmla="*/ 6370374 w 11237202"/>
              <a:gd name="connsiteY5265" fmla="*/ 492910 h 2631356"/>
              <a:gd name="connsiteX5266" fmla="*/ 6356787 w 11237202"/>
              <a:gd name="connsiteY5266" fmla="*/ 491702 h 2631356"/>
              <a:gd name="connsiteX5267" fmla="*/ 6359760 w 11237202"/>
              <a:gd name="connsiteY5267" fmla="*/ 488465 h 2631356"/>
              <a:gd name="connsiteX5268" fmla="*/ 3347122 w 11237202"/>
              <a:gd name="connsiteY5268" fmla="*/ 487990 h 2631356"/>
              <a:gd name="connsiteX5269" fmla="*/ 3358897 w 11237202"/>
              <a:gd name="connsiteY5269" fmla="*/ 492021 h 2631356"/>
              <a:gd name="connsiteX5270" fmla="*/ 3329138 w 11237202"/>
              <a:gd name="connsiteY5270" fmla="*/ 502393 h 2631356"/>
              <a:gd name="connsiteX5271" fmla="*/ 3293070 w 11237202"/>
              <a:gd name="connsiteY5271" fmla="*/ 498541 h 2631356"/>
              <a:gd name="connsiteX5272" fmla="*/ 3323052 w 11237202"/>
              <a:gd name="connsiteY5272" fmla="*/ 488215 h 2631356"/>
              <a:gd name="connsiteX5273" fmla="*/ 3347122 w 11237202"/>
              <a:gd name="connsiteY5273" fmla="*/ 487990 h 2631356"/>
              <a:gd name="connsiteX5274" fmla="*/ 6864864 w 11237202"/>
              <a:gd name="connsiteY5274" fmla="*/ 486960 h 2631356"/>
              <a:gd name="connsiteX5275" fmla="*/ 6890177 w 11237202"/>
              <a:gd name="connsiteY5275" fmla="*/ 489080 h 2631356"/>
              <a:gd name="connsiteX5276" fmla="*/ 6886842 w 11237202"/>
              <a:gd name="connsiteY5276" fmla="*/ 494939 h 2631356"/>
              <a:gd name="connsiteX5277" fmla="*/ 6861390 w 11237202"/>
              <a:gd name="connsiteY5277" fmla="*/ 492773 h 2631356"/>
              <a:gd name="connsiteX5278" fmla="*/ 6864864 w 11237202"/>
              <a:gd name="connsiteY5278" fmla="*/ 486960 h 2631356"/>
              <a:gd name="connsiteX5279" fmla="*/ 7961397 w 11237202"/>
              <a:gd name="connsiteY5279" fmla="*/ 485191 h 2631356"/>
              <a:gd name="connsiteX5280" fmla="*/ 7995638 w 11237202"/>
              <a:gd name="connsiteY5280" fmla="*/ 490927 h 2631356"/>
              <a:gd name="connsiteX5281" fmla="*/ 7997916 w 11237202"/>
              <a:gd name="connsiteY5281" fmla="*/ 505789 h 2631356"/>
              <a:gd name="connsiteX5282" fmla="*/ 7929560 w 11237202"/>
              <a:gd name="connsiteY5282" fmla="*/ 500296 h 2631356"/>
              <a:gd name="connsiteX5283" fmla="*/ 7927949 w 11237202"/>
              <a:gd name="connsiteY5283" fmla="*/ 485524 h 2631356"/>
              <a:gd name="connsiteX5284" fmla="*/ 7961397 w 11237202"/>
              <a:gd name="connsiteY5284" fmla="*/ 485191 h 2631356"/>
              <a:gd name="connsiteX5285" fmla="*/ 7364560 w 11237202"/>
              <a:gd name="connsiteY5285" fmla="*/ 485032 h 2631356"/>
              <a:gd name="connsiteX5286" fmla="*/ 7397975 w 11237202"/>
              <a:gd name="connsiteY5286" fmla="*/ 491018 h 2631356"/>
              <a:gd name="connsiteX5287" fmla="*/ 7394141 w 11237202"/>
              <a:gd name="connsiteY5287" fmla="*/ 506542 h 2631356"/>
              <a:gd name="connsiteX5288" fmla="*/ 7325175 w 11237202"/>
              <a:gd name="connsiteY5288" fmla="*/ 500775 h 2631356"/>
              <a:gd name="connsiteX5289" fmla="*/ 7329538 w 11237202"/>
              <a:gd name="connsiteY5289" fmla="*/ 485388 h 2631356"/>
              <a:gd name="connsiteX5290" fmla="*/ 7364560 w 11237202"/>
              <a:gd name="connsiteY5290" fmla="*/ 485032 h 2631356"/>
              <a:gd name="connsiteX5291" fmla="*/ 2153183 w 11237202"/>
              <a:gd name="connsiteY5291" fmla="*/ 484886 h 2631356"/>
              <a:gd name="connsiteX5292" fmla="*/ 2155628 w 11237202"/>
              <a:gd name="connsiteY5292" fmla="*/ 485159 h 2631356"/>
              <a:gd name="connsiteX5293" fmla="*/ 2152766 w 11237202"/>
              <a:gd name="connsiteY5293" fmla="*/ 485934 h 2631356"/>
              <a:gd name="connsiteX5294" fmla="*/ 2150321 w 11237202"/>
              <a:gd name="connsiteY5294" fmla="*/ 485638 h 2631356"/>
              <a:gd name="connsiteX5295" fmla="*/ 2153183 w 11237202"/>
              <a:gd name="connsiteY5295" fmla="*/ 484886 h 2631356"/>
              <a:gd name="connsiteX5296" fmla="*/ 4451658 w 11237202"/>
              <a:gd name="connsiteY5296" fmla="*/ 483564 h 2631356"/>
              <a:gd name="connsiteX5297" fmla="*/ 4452770 w 11237202"/>
              <a:gd name="connsiteY5297" fmla="*/ 483655 h 2631356"/>
              <a:gd name="connsiteX5298" fmla="*/ 4452131 w 11237202"/>
              <a:gd name="connsiteY5298" fmla="*/ 483997 h 2631356"/>
              <a:gd name="connsiteX5299" fmla="*/ 4450935 w 11237202"/>
              <a:gd name="connsiteY5299" fmla="*/ 483883 h 2631356"/>
              <a:gd name="connsiteX5300" fmla="*/ 4451658 w 11237202"/>
              <a:gd name="connsiteY5300" fmla="*/ 483564 h 2631356"/>
              <a:gd name="connsiteX5301" fmla="*/ 8795750 w 11237202"/>
              <a:gd name="connsiteY5301" fmla="*/ 481923 h 2631356"/>
              <a:gd name="connsiteX5302" fmla="*/ 8797168 w 11237202"/>
              <a:gd name="connsiteY5302" fmla="*/ 482037 h 2631356"/>
              <a:gd name="connsiteX5303" fmla="*/ 8797417 w 11237202"/>
              <a:gd name="connsiteY5303" fmla="*/ 482356 h 2631356"/>
              <a:gd name="connsiteX5304" fmla="*/ 8795972 w 11237202"/>
              <a:gd name="connsiteY5304" fmla="*/ 482219 h 2631356"/>
              <a:gd name="connsiteX5305" fmla="*/ 8795750 w 11237202"/>
              <a:gd name="connsiteY5305" fmla="*/ 481923 h 2631356"/>
              <a:gd name="connsiteX5306" fmla="*/ 3698166 w 11237202"/>
              <a:gd name="connsiteY5306" fmla="*/ 480527 h 2631356"/>
              <a:gd name="connsiteX5307" fmla="*/ 3708229 w 11237202"/>
              <a:gd name="connsiteY5307" fmla="*/ 483655 h 2631356"/>
              <a:gd name="connsiteX5308" fmla="*/ 3686610 w 11237202"/>
              <a:gd name="connsiteY5308" fmla="*/ 491793 h 2631356"/>
              <a:gd name="connsiteX5309" fmla="*/ 3657546 w 11237202"/>
              <a:gd name="connsiteY5309" fmla="*/ 488784 h 2631356"/>
              <a:gd name="connsiteX5310" fmla="*/ 3679248 w 11237202"/>
              <a:gd name="connsiteY5310" fmla="*/ 480715 h 2631356"/>
              <a:gd name="connsiteX5311" fmla="*/ 3698166 w 11237202"/>
              <a:gd name="connsiteY5311" fmla="*/ 480527 h 2631356"/>
              <a:gd name="connsiteX5312" fmla="*/ 2763708 w 11237202"/>
              <a:gd name="connsiteY5312" fmla="*/ 479734 h 2631356"/>
              <a:gd name="connsiteX5313" fmla="*/ 2777630 w 11237202"/>
              <a:gd name="connsiteY5313" fmla="*/ 485159 h 2631356"/>
              <a:gd name="connsiteX5314" fmla="*/ 2731948 w 11237202"/>
              <a:gd name="connsiteY5314" fmla="*/ 499133 h 2631356"/>
              <a:gd name="connsiteX5315" fmla="*/ 2685045 w 11237202"/>
              <a:gd name="connsiteY5315" fmla="*/ 493935 h 2631356"/>
              <a:gd name="connsiteX5316" fmla="*/ 2731032 w 11237202"/>
              <a:gd name="connsiteY5316" fmla="*/ 480054 h 2631356"/>
              <a:gd name="connsiteX5317" fmla="*/ 2763708 w 11237202"/>
              <a:gd name="connsiteY5317" fmla="*/ 479734 h 2631356"/>
              <a:gd name="connsiteX5318" fmla="*/ 4053144 w 11237202"/>
              <a:gd name="connsiteY5318" fmla="*/ 479438 h 2631356"/>
              <a:gd name="connsiteX5319" fmla="*/ 4062036 w 11237202"/>
              <a:gd name="connsiteY5319" fmla="*/ 480350 h 2631356"/>
              <a:gd name="connsiteX5320" fmla="*/ 4056117 w 11237202"/>
              <a:gd name="connsiteY5320" fmla="*/ 482789 h 2631356"/>
              <a:gd name="connsiteX5321" fmla="*/ 4047170 w 11237202"/>
              <a:gd name="connsiteY5321" fmla="*/ 481877 h 2631356"/>
              <a:gd name="connsiteX5322" fmla="*/ 4053144 w 11237202"/>
              <a:gd name="connsiteY5322" fmla="*/ 479438 h 2631356"/>
              <a:gd name="connsiteX5323" fmla="*/ 3222257 w 11237202"/>
              <a:gd name="connsiteY5323" fmla="*/ 479071 h 2631356"/>
              <a:gd name="connsiteX5324" fmla="*/ 3234163 w 11237202"/>
              <a:gd name="connsiteY5324" fmla="*/ 483245 h 2631356"/>
              <a:gd name="connsiteX5325" fmla="*/ 3202376 w 11237202"/>
              <a:gd name="connsiteY5325" fmla="*/ 493982 h 2631356"/>
              <a:gd name="connsiteX5326" fmla="*/ 3165197 w 11237202"/>
              <a:gd name="connsiteY5326" fmla="*/ 489969 h 2631356"/>
              <a:gd name="connsiteX5327" fmla="*/ 3197263 w 11237202"/>
              <a:gd name="connsiteY5327" fmla="*/ 479324 h 2631356"/>
              <a:gd name="connsiteX5328" fmla="*/ 3222257 w 11237202"/>
              <a:gd name="connsiteY5328" fmla="*/ 479071 h 2631356"/>
              <a:gd name="connsiteX5329" fmla="*/ 6501194 w 11237202"/>
              <a:gd name="connsiteY5329" fmla="*/ 478686 h 2631356"/>
              <a:gd name="connsiteX5330" fmla="*/ 6520116 w 11237202"/>
              <a:gd name="connsiteY5330" fmla="*/ 480281 h 2631356"/>
              <a:gd name="connsiteX5331" fmla="*/ 6516421 w 11237202"/>
              <a:gd name="connsiteY5331" fmla="*/ 484681 h 2631356"/>
              <a:gd name="connsiteX5332" fmla="*/ 6497609 w 11237202"/>
              <a:gd name="connsiteY5332" fmla="*/ 483062 h 2631356"/>
              <a:gd name="connsiteX5333" fmla="*/ 6501194 w 11237202"/>
              <a:gd name="connsiteY5333" fmla="*/ 478686 h 2631356"/>
              <a:gd name="connsiteX5334" fmla="*/ 6118461 w 11237202"/>
              <a:gd name="connsiteY5334" fmla="*/ 478184 h 2631356"/>
              <a:gd name="connsiteX5335" fmla="*/ 6119795 w 11237202"/>
              <a:gd name="connsiteY5335" fmla="*/ 478298 h 2631356"/>
              <a:gd name="connsiteX5336" fmla="*/ 6119378 w 11237202"/>
              <a:gd name="connsiteY5336" fmla="*/ 478617 h 2631356"/>
              <a:gd name="connsiteX5337" fmla="*/ 6118128 w 11237202"/>
              <a:gd name="connsiteY5337" fmla="*/ 478503 h 2631356"/>
              <a:gd name="connsiteX5338" fmla="*/ 6118461 w 11237202"/>
              <a:gd name="connsiteY5338" fmla="*/ 478184 h 2631356"/>
              <a:gd name="connsiteX5339" fmla="*/ 7493681 w 11237202"/>
              <a:gd name="connsiteY5339" fmla="*/ 477814 h 2631356"/>
              <a:gd name="connsiteX5340" fmla="*/ 7527100 w 11237202"/>
              <a:gd name="connsiteY5340" fmla="*/ 483677 h 2631356"/>
              <a:gd name="connsiteX5341" fmla="*/ 7524767 w 11237202"/>
              <a:gd name="connsiteY5341" fmla="*/ 498905 h 2631356"/>
              <a:gd name="connsiteX5342" fmla="*/ 7456245 w 11237202"/>
              <a:gd name="connsiteY5342" fmla="*/ 493251 h 2631356"/>
              <a:gd name="connsiteX5343" fmla="*/ 7459302 w 11237202"/>
              <a:gd name="connsiteY5343" fmla="*/ 478138 h 2631356"/>
              <a:gd name="connsiteX5344" fmla="*/ 7493681 w 11237202"/>
              <a:gd name="connsiteY5344" fmla="*/ 477814 h 2631356"/>
              <a:gd name="connsiteX5345" fmla="*/ 8086074 w 11237202"/>
              <a:gd name="connsiteY5345" fmla="*/ 477164 h 2631356"/>
              <a:gd name="connsiteX5346" fmla="*/ 8123566 w 11237202"/>
              <a:gd name="connsiteY5346" fmla="*/ 483336 h 2631356"/>
              <a:gd name="connsiteX5347" fmla="*/ 8127344 w 11237202"/>
              <a:gd name="connsiteY5347" fmla="*/ 499315 h 2631356"/>
              <a:gd name="connsiteX5348" fmla="*/ 8052988 w 11237202"/>
              <a:gd name="connsiteY5348" fmla="*/ 493366 h 2631356"/>
              <a:gd name="connsiteX5349" fmla="*/ 8050042 w 11237202"/>
              <a:gd name="connsiteY5349" fmla="*/ 477524 h 2631356"/>
              <a:gd name="connsiteX5350" fmla="*/ 8086074 w 11237202"/>
              <a:gd name="connsiteY5350" fmla="*/ 477164 h 2631356"/>
              <a:gd name="connsiteX5351" fmla="*/ 2036452 w 11237202"/>
              <a:gd name="connsiteY5351" fmla="*/ 476953 h 2631356"/>
              <a:gd name="connsiteX5352" fmla="*/ 2037370 w 11237202"/>
              <a:gd name="connsiteY5352" fmla="*/ 477090 h 2631356"/>
              <a:gd name="connsiteX5353" fmla="*/ 2036313 w 11237202"/>
              <a:gd name="connsiteY5353" fmla="*/ 477386 h 2631356"/>
              <a:gd name="connsiteX5354" fmla="*/ 2035313 w 11237202"/>
              <a:gd name="connsiteY5354" fmla="*/ 477295 h 2631356"/>
              <a:gd name="connsiteX5355" fmla="*/ 2036452 w 11237202"/>
              <a:gd name="connsiteY5355" fmla="*/ 476953 h 2631356"/>
              <a:gd name="connsiteX5356" fmla="*/ 7014317 w 11237202"/>
              <a:gd name="connsiteY5356" fmla="*/ 475957 h 2631356"/>
              <a:gd name="connsiteX5357" fmla="*/ 7035584 w 11237202"/>
              <a:gd name="connsiteY5357" fmla="*/ 479917 h 2631356"/>
              <a:gd name="connsiteX5358" fmla="*/ 7030721 w 11237202"/>
              <a:gd name="connsiteY5358" fmla="*/ 490106 h 2631356"/>
              <a:gd name="connsiteX5359" fmla="*/ 6985763 w 11237202"/>
              <a:gd name="connsiteY5359" fmla="*/ 486345 h 2631356"/>
              <a:gd name="connsiteX5360" fmla="*/ 6990986 w 11237202"/>
              <a:gd name="connsiteY5360" fmla="*/ 476201 h 2631356"/>
              <a:gd name="connsiteX5361" fmla="*/ 7014317 w 11237202"/>
              <a:gd name="connsiteY5361" fmla="*/ 475957 h 2631356"/>
              <a:gd name="connsiteX5362" fmla="*/ 2637802 w 11237202"/>
              <a:gd name="connsiteY5362" fmla="*/ 473187 h 2631356"/>
              <a:gd name="connsiteX5363" fmla="*/ 2648867 w 11237202"/>
              <a:gd name="connsiteY5363" fmla="*/ 477615 h 2631356"/>
              <a:gd name="connsiteX5364" fmla="*/ 2610383 w 11237202"/>
              <a:gd name="connsiteY5364" fmla="*/ 489012 h 2631356"/>
              <a:gd name="connsiteX5365" fmla="*/ 2572343 w 11237202"/>
              <a:gd name="connsiteY5365" fmla="*/ 484795 h 2631356"/>
              <a:gd name="connsiteX5366" fmla="*/ 2610939 w 11237202"/>
              <a:gd name="connsiteY5366" fmla="*/ 473443 h 2631356"/>
              <a:gd name="connsiteX5367" fmla="*/ 2637802 w 11237202"/>
              <a:gd name="connsiteY5367" fmla="*/ 473187 h 2631356"/>
              <a:gd name="connsiteX5368" fmla="*/ 6645572 w 11237202"/>
              <a:gd name="connsiteY5368" fmla="*/ 471710 h 2631356"/>
              <a:gd name="connsiteX5369" fmla="*/ 6654742 w 11237202"/>
              <a:gd name="connsiteY5369" fmla="*/ 472462 h 2631356"/>
              <a:gd name="connsiteX5370" fmla="*/ 6653130 w 11237202"/>
              <a:gd name="connsiteY5370" fmla="*/ 474582 h 2631356"/>
              <a:gd name="connsiteX5371" fmla="*/ 6644044 w 11237202"/>
              <a:gd name="connsiteY5371" fmla="*/ 473807 h 2631356"/>
              <a:gd name="connsiteX5372" fmla="*/ 6645572 w 11237202"/>
              <a:gd name="connsiteY5372" fmla="*/ 471710 h 2631356"/>
              <a:gd name="connsiteX5373" fmla="*/ 7621341 w 11237202"/>
              <a:gd name="connsiteY5373" fmla="*/ 471118 h 2631356"/>
              <a:gd name="connsiteX5374" fmla="*/ 7653390 w 11237202"/>
              <a:gd name="connsiteY5374" fmla="*/ 476634 h 2631356"/>
              <a:gd name="connsiteX5375" fmla="*/ 7652334 w 11237202"/>
              <a:gd name="connsiteY5375" fmla="*/ 490927 h 2631356"/>
              <a:gd name="connsiteX5376" fmla="*/ 7587147 w 11237202"/>
              <a:gd name="connsiteY5376" fmla="*/ 485661 h 2631356"/>
              <a:gd name="connsiteX5377" fmla="*/ 7588814 w 11237202"/>
              <a:gd name="connsiteY5377" fmla="*/ 471414 h 2631356"/>
              <a:gd name="connsiteX5378" fmla="*/ 7621341 w 11237202"/>
              <a:gd name="connsiteY5378" fmla="*/ 471118 h 2631356"/>
              <a:gd name="connsiteX5379" fmla="*/ 3098475 w 11237202"/>
              <a:gd name="connsiteY5379" fmla="*/ 470554 h 2631356"/>
              <a:gd name="connsiteX5380" fmla="*/ 3110208 w 11237202"/>
              <a:gd name="connsiteY5380" fmla="*/ 474719 h 2631356"/>
              <a:gd name="connsiteX5381" fmla="*/ 3077169 w 11237202"/>
              <a:gd name="connsiteY5381" fmla="*/ 485478 h 2631356"/>
              <a:gd name="connsiteX5382" fmla="*/ 3040046 w 11237202"/>
              <a:gd name="connsiteY5382" fmla="*/ 481490 h 2631356"/>
              <a:gd name="connsiteX5383" fmla="*/ 3073196 w 11237202"/>
              <a:gd name="connsiteY5383" fmla="*/ 470798 h 2631356"/>
              <a:gd name="connsiteX5384" fmla="*/ 3098475 w 11237202"/>
              <a:gd name="connsiteY5384" fmla="*/ 470554 h 2631356"/>
              <a:gd name="connsiteX5385" fmla="*/ 4303389 w 11237202"/>
              <a:gd name="connsiteY5385" fmla="*/ 470502 h 2631356"/>
              <a:gd name="connsiteX5386" fmla="*/ 4305557 w 11237202"/>
              <a:gd name="connsiteY5386" fmla="*/ 470730 h 2631356"/>
              <a:gd name="connsiteX5387" fmla="*/ 4304223 w 11237202"/>
              <a:gd name="connsiteY5387" fmla="*/ 471323 h 2631356"/>
              <a:gd name="connsiteX5388" fmla="*/ 4301972 w 11237202"/>
              <a:gd name="connsiteY5388" fmla="*/ 471095 h 2631356"/>
              <a:gd name="connsiteX5389" fmla="*/ 4303389 w 11237202"/>
              <a:gd name="connsiteY5389" fmla="*/ 470502 h 2631356"/>
              <a:gd name="connsiteX5390" fmla="*/ 8322268 w 11237202"/>
              <a:gd name="connsiteY5390" fmla="*/ 470343 h 2631356"/>
              <a:gd name="connsiteX5391" fmla="*/ 8347942 w 11237202"/>
              <a:gd name="connsiteY5391" fmla="*/ 472326 h 2631356"/>
              <a:gd name="connsiteX5392" fmla="*/ 8349997 w 11237202"/>
              <a:gd name="connsiteY5392" fmla="*/ 477751 h 2631356"/>
              <a:gd name="connsiteX5393" fmla="*/ 8324350 w 11237202"/>
              <a:gd name="connsiteY5393" fmla="*/ 475745 h 2631356"/>
              <a:gd name="connsiteX5394" fmla="*/ 8322268 w 11237202"/>
              <a:gd name="connsiteY5394" fmla="*/ 470343 h 2631356"/>
              <a:gd name="connsiteX5395" fmla="*/ 2491595 w 11237202"/>
              <a:gd name="connsiteY5395" fmla="*/ 470275 h 2631356"/>
              <a:gd name="connsiteX5396" fmla="*/ 2504516 w 11237202"/>
              <a:gd name="connsiteY5396" fmla="*/ 471711 h 2631356"/>
              <a:gd name="connsiteX5397" fmla="*/ 2491012 w 11237202"/>
              <a:gd name="connsiteY5397" fmla="*/ 475631 h 2631356"/>
              <a:gd name="connsiteX5398" fmla="*/ 2477980 w 11237202"/>
              <a:gd name="connsiteY5398" fmla="*/ 474172 h 2631356"/>
              <a:gd name="connsiteX5399" fmla="*/ 2491595 w 11237202"/>
              <a:gd name="connsiteY5399" fmla="*/ 470275 h 2631356"/>
              <a:gd name="connsiteX5400" fmla="*/ 8209565 w 11237202"/>
              <a:gd name="connsiteY5400" fmla="*/ 469770 h 2631356"/>
              <a:gd name="connsiteX5401" fmla="*/ 8248412 w 11237202"/>
              <a:gd name="connsiteY5401" fmla="*/ 476041 h 2631356"/>
              <a:gd name="connsiteX5402" fmla="*/ 8253606 w 11237202"/>
              <a:gd name="connsiteY5402" fmla="*/ 492340 h 2631356"/>
              <a:gd name="connsiteX5403" fmla="*/ 8177027 w 11237202"/>
              <a:gd name="connsiteY5403" fmla="*/ 486276 h 2631356"/>
              <a:gd name="connsiteX5404" fmla="*/ 8172719 w 11237202"/>
              <a:gd name="connsiteY5404" fmla="*/ 470115 h 2631356"/>
              <a:gd name="connsiteX5405" fmla="*/ 8209565 w 11237202"/>
              <a:gd name="connsiteY5405" fmla="*/ 469770 h 2631356"/>
              <a:gd name="connsiteX5406" fmla="*/ 3573215 w 11237202"/>
              <a:gd name="connsiteY5406" fmla="*/ 469751 h 2631356"/>
              <a:gd name="connsiteX5407" fmla="*/ 3586052 w 11237202"/>
              <a:gd name="connsiteY5407" fmla="*/ 473831 h 2631356"/>
              <a:gd name="connsiteX5408" fmla="*/ 3556849 w 11237202"/>
              <a:gd name="connsiteY5408" fmla="*/ 484407 h 2631356"/>
              <a:gd name="connsiteX5409" fmla="*/ 3518947 w 11237202"/>
              <a:gd name="connsiteY5409" fmla="*/ 480510 h 2631356"/>
              <a:gd name="connsiteX5410" fmla="*/ 3548290 w 11237202"/>
              <a:gd name="connsiteY5410" fmla="*/ 469979 h 2631356"/>
              <a:gd name="connsiteX5411" fmla="*/ 3573215 w 11237202"/>
              <a:gd name="connsiteY5411" fmla="*/ 469751 h 2631356"/>
              <a:gd name="connsiteX5412" fmla="*/ 7146782 w 11237202"/>
              <a:gd name="connsiteY5412" fmla="*/ 467995 h 2631356"/>
              <a:gd name="connsiteX5413" fmla="*/ 7169598 w 11237202"/>
              <a:gd name="connsiteY5413" fmla="*/ 472143 h 2631356"/>
              <a:gd name="connsiteX5414" fmla="*/ 7165458 w 11237202"/>
              <a:gd name="connsiteY5414" fmla="*/ 482881 h 2631356"/>
              <a:gd name="connsiteX5415" fmla="*/ 7117637 w 11237202"/>
              <a:gd name="connsiteY5415" fmla="*/ 478891 h 2631356"/>
              <a:gd name="connsiteX5416" fmla="*/ 7122194 w 11237202"/>
              <a:gd name="connsiteY5416" fmla="*/ 468223 h 2631356"/>
              <a:gd name="connsiteX5417" fmla="*/ 7146782 w 11237202"/>
              <a:gd name="connsiteY5417" fmla="*/ 467995 h 2631356"/>
              <a:gd name="connsiteX5418" fmla="*/ 6267064 w 11237202"/>
              <a:gd name="connsiteY5418" fmla="*/ 467037 h 2631356"/>
              <a:gd name="connsiteX5419" fmla="*/ 6272760 w 11237202"/>
              <a:gd name="connsiteY5419" fmla="*/ 467516 h 2631356"/>
              <a:gd name="connsiteX5420" fmla="*/ 6271398 w 11237202"/>
              <a:gd name="connsiteY5420" fmla="*/ 468906 h 2631356"/>
              <a:gd name="connsiteX5421" fmla="*/ 6265675 w 11237202"/>
              <a:gd name="connsiteY5421" fmla="*/ 468382 h 2631356"/>
              <a:gd name="connsiteX5422" fmla="*/ 6267064 w 11237202"/>
              <a:gd name="connsiteY5422" fmla="*/ 467037 h 2631356"/>
              <a:gd name="connsiteX5423" fmla="*/ 3914211 w 11237202"/>
              <a:gd name="connsiteY5423" fmla="*/ 466810 h 2631356"/>
              <a:gd name="connsiteX5424" fmla="*/ 3936746 w 11237202"/>
              <a:gd name="connsiteY5424" fmla="*/ 469067 h 2631356"/>
              <a:gd name="connsiteX5425" fmla="*/ 3921158 w 11237202"/>
              <a:gd name="connsiteY5425" fmla="*/ 475221 h 2631356"/>
              <a:gd name="connsiteX5426" fmla="*/ 3898567 w 11237202"/>
              <a:gd name="connsiteY5426" fmla="*/ 472941 h 2631356"/>
              <a:gd name="connsiteX5427" fmla="*/ 3914211 w 11237202"/>
              <a:gd name="connsiteY5427" fmla="*/ 466810 h 2631356"/>
              <a:gd name="connsiteX5428" fmla="*/ 8456558 w 11237202"/>
              <a:gd name="connsiteY5428" fmla="*/ 466605 h 2631356"/>
              <a:gd name="connsiteX5429" fmla="*/ 8459395 w 11237202"/>
              <a:gd name="connsiteY5429" fmla="*/ 466810 h 2631356"/>
              <a:gd name="connsiteX5430" fmla="*/ 8459726 w 11237202"/>
              <a:gd name="connsiteY5430" fmla="*/ 467403 h 2631356"/>
              <a:gd name="connsiteX5431" fmla="*/ 8456838 w 11237202"/>
              <a:gd name="connsiteY5431" fmla="*/ 467174 h 2631356"/>
              <a:gd name="connsiteX5432" fmla="*/ 8456558 w 11237202"/>
              <a:gd name="connsiteY5432" fmla="*/ 466605 h 2631356"/>
              <a:gd name="connsiteX5433" fmla="*/ 7747708 w 11237202"/>
              <a:gd name="connsiteY5433" fmla="*/ 463134 h 2631356"/>
              <a:gd name="connsiteX5434" fmla="*/ 7782819 w 11237202"/>
              <a:gd name="connsiteY5434" fmla="*/ 469066 h 2631356"/>
              <a:gd name="connsiteX5435" fmla="*/ 7782986 w 11237202"/>
              <a:gd name="connsiteY5435" fmla="*/ 484453 h 2631356"/>
              <a:gd name="connsiteX5436" fmla="*/ 7712048 w 11237202"/>
              <a:gd name="connsiteY5436" fmla="*/ 478731 h 2631356"/>
              <a:gd name="connsiteX5437" fmla="*/ 7712575 w 11237202"/>
              <a:gd name="connsiteY5437" fmla="*/ 463458 h 2631356"/>
              <a:gd name="connsiteX5438" fmla="*/ 7747708 w 11237202"/>
              <a:gd name="connsiteY5438" fmla="*/ 463134 h 2631356"/>
              <a:gd name="connsiteX5439" fmla="*/ 2373781 w 11237202"/>
              <a:gd name="connsiteY5439" fmla="*/ 462136 h 2631356"/>
              <a:gd name="connsiteX5440" fmla="*/ 2386507 w 11237202"/>
              <a:gd name="connsiteY5440" fmla="*/ 463572 h 2631356"/>
              <a:gd name="connsiteX5441" fmla="*/ 2372753 w 11237202"/>
              <a:gd name="connsiteY5441" fmla="*/ 467425 h 2631356"/>
              <a:gd name="connsiteX5442" fmla="*/ 2359971 w 11237202"/>
              <a:gd name="connsiteY5442" fmla="*/ 466012 h 2631356"/>
              <a:gd name="connsiteX5443" fmla="*/ 2373781 w 11237202"/>
              <a:gd name="connsiteY5443" fmla="*/ 462136 h 2631356"/>
              <a:gd name="connsiteX5444" fmla="*/ 3445525 w 11237202"/>
              <a:gd name="connsiteY5444" fmla="*/ 461017 h 2631356"/>
              <a:gd name="connsiteX5445" fmla="*/ 3457928 w 11237202"/>
              <a:gd name="connsiteY5445" fmla="*/ 465077 h 2631356"/>
              <a:gd name="connsiteX5446" fmla="*/ 3428001 w 11237202"/>
              <a:gd name="connsiteY5446" fmla="*/ 475517 h 2631356"/>
              <a:gd name="connsiteX5447" fmla="*/ 3390740 w 11237202"/>
              <a:gd name="connsiteY5447" fmla="*/ 471642 h 2631356"/>
              <a:gd name="connsiteX5448" fmla="*/ 3420889 w 11237202"/>
              <a:gd name="connsiteY5448" fmla="*/ 461248 h 2631356"/>
              <a:gd name="connsiteX5449" fmla="*/ 3445525 w 11237202"/>
              <a:gd name="connsiteY5449" fmla="*/ 461017 h 2631356"/>
              <a:gd name="connsiteX5450" fmla="*/ 6775640 w 11237202"/>
              <a:gd name="connsiteY5450" fmla="*/ 460769 h 2631356"/>
              <a:gd name="connsiteX5451" fmla="*/ 6802371 w 11237202"/>
              <a:gd name="connsiteY5451" fmla="*/ 463003 h 2631356"/>
              <a:gd name="connsiteX5452" fmla="*/ 6798453 w 11237202"/>
              <a:gd name="connsiteY5452" fmla="*/ 469112 h 2631356"/>
              <a:gd name="connsiteX5453" fmla="*/ 6771639 w 11237202"/>
              <a:gd name="connsiteY5453" fmla="*/ 466878 h 2631356"/>
              <a:gd name="connsiteX5454" fmla="*/ 6775640 w 11237202"/>
              <a:gd name="connsiteY5454" fmla="*/ 460769 h 2631356"/>
              <a:gd name="connsiteX5455" fmla="*/ 2982632 w 11237202"/>
              <a:gd name="connsiteY5455" fmla="*/ 460167 h 2631356"/>
              <a:gd name="connsiteX5456" fmla="*/ 2997144 w 11237202"/>
              <a:gd name="connsiteY5456" fmla="*/ 465441 h 2631356"/>
              <a:gd name="connsiteX5457" fmla="*/ 2953935 w 11237202"/>
              <a:gd name="connsiteY5457" fmla="*/ 479073 h 2631356"/>
              <a:gd name="connsiteX5458" fmla="*/ 2906976 w 11237202"/>
              <a:gd name="connsiteY5458" fmla="*/ 474012 h 2631356"/>
              <a:gd name="connsiteX5459" fmla="*/ 2950490 w 11237202"/>
              <a:gd name="connsiteY5459" fmla="*/ 460449 h 2631356"/>
              <a:gd name="connsiteX5460" fmla="*/ 2982632 w 11237202"/>
              <a:gd name="connsiteY5460" fmla="*/ 460167 h 2631356"/>
              <a:gd name="connsiteX5461" fmla="*/ 8578235 w 11237202"/>
              <a:gd name="connsiteY5461" fmla="*/ 459857 h 2631356"/>
              <a:gd name="connsiteX5462" fmla="*/ 8579709 w 11237202"/>
              <a:gd name="connsiteY5462" fmla="*/ 459948 h 2631356"/>
              <a:gd name="connsiteX5463" fmla="*/ 8579876 w 11237202"/>
              <a:gd name="connsiteY5463" fmla="*/ 460267 h 2631356"/>
              <a:gd name="connsiteX5464" fmla="*/ 8578431 w 11237202"/>
              <a:gd name="connsiteY5464" fmla="*/ 460153 h 2631356"/>
              <a:gd name="connsiteX5465" fmla="*/ 8578235 w 11237202"/>
              <a:gd name="connsiteY5465" fmla="*/ 459857 h 2631356"/>
              <a:gd name="connsiteX5466" fmla="*/ 6014956 w 11237202"/>
              <a:gd name="connsiteY5466" fmla="*/ 458398 h 2631356"/>
              <a:gd name="connsiteX5467" fmla="*/ 6019292 w 11237202"/>
              <a:gd name="connsiteY5467" fmla="*/ 458808 h 2631356"/>
              <a:gd name="connsiteX5468" fmla="*/ 6018096 w 11237202"/>
              <a:gd name="connsiteY5468" fmla="*/ 459834 h 2631356"/>
              <a:gd name="connsiteX5469" fmla="*/ 6013678 w 11237202"/>
              <a:gd name="connsiteY5469" fmla="*/ 459447 h 2631356"/>
              <a:gd name="connsiteX5470" fmla="*/ 6014956 w 11237202"/>
              <a:gd name="connsiteY5470" fmla="*/ 458398 h 2631356"/>
              <a:gd name="connsiteX5471" fmla="*/ 4159233 w 11237202"/>
              <a:gd name="connsiteY5471" fmla="*/ 457737 h 2631356"/>
              <a:gd name="connsiteX5472" fmla="*/ 4168097 w 11237202"/>
              <a:gd name="connsiteY5472" fmla="*/ 458604 h 2631356"/>
              <a:gd name="connsiteX5473" fmla="*/ 4162428 w 11237202"/>
              <a:gd name="connsiteY5473" fmla="*/ 460974 h 2631356"/>
              <a:gd name="connsiteX5474" fmla="*/ 4153536 w 11237202"/>
              <a:gd name="connsiteY5474" fmla="*/ 460085 h 2631356"/>
              <a:gd name="connsiteX5475" fmla="*/ 4159233 w 11237202"/>
              <a:gd name="connsiteY5475" fmla="*/ 457737 h 2631356"/>
              <a:gd name="connsiteX5476" fmla="*/ 7278237 w 11237202"/>
              <a:gd name="connsiteY5476" fmla="*/ 457578 h 2631356"/>
              <a:gd name="connsiteX5477" fmla="*/ 7310726 w 11237202"/>
              <a:gd name="connsiteY5477" fmla="*/ 463345 h 2631356"/>
              <a:gd name="connsiteX5478" fmla="*/ 7306169 w 11237202"/>
              <a:gd name="connsiteY5478" fmla="*/ 478298 h 2631356"/>
              <a:gd name="connsiteX5479" fmla="*/ 7238731 w 11237202"/>
              <a:gd name="connsiteY5479" fmla="*/ 472760 h 2631356"/>
              <a:gd name="connsiteX5480" fmla="*/ 7243871 w 11237202"/>
              <a:gd name="connsiteY5480" fmla="*/ 457896 h 2631356"/>
              <a:gd name="connsiteX5481" fmla="*/ 7278237 w 11237202"/>
              <a:gd name="connsiteY5481" fmla="*/ 457578 h 2631356"/>
              <a:gd name="connsiteX5482" fmla="*/ 3796576 w 11237202"/>
              <a:gd name="connsiteY5482" fmla="*/ 456609 h 2631356"/>
              <a:gd name="connsiteX5483" fmla="*/ 3805287 w 11237202"/>
              <a:gd name="connsiteY5483" fmla="*/ 459264 h 2631356"/>
              <a:gd name="connsiteX5484" fmla="*/ 3787310 w 11237202"/>
              <a:gd name="connsiteY5484" fmla="*/ 466080 h 2631356"/>
              <a:gd name="connsiteX5485" fmla="*/ 3762413 w 11237202"/>
              <a:gd name="connsiteY5485" fmla="*/ 463550 h 2631356"/>
              <a:gd name="connsiteX5486" fmla="*/ 3780446 w 11237202"/>
              <a:gd name="connsiteY5486" fmla="*/ 456757 h 2631356"/>
              <a:gd name="connsiteX5487" fmla="*/ 3796576 w 11237202"/>
              <a:gd name="connsiteY5487" fmla="*/ 456609 h 2631356"/>
              <a:gd name="connsiteX5488" fmla="*/ 7872605 w 11237202"/>
              <a:gd name="connsiteY5488" fmla="*/ 456395 h 2631356"/>
              <a:gd name="connsiteX5489" fmla="*/ 7907026 w 11237202"/>
              <a:gd name="connsiteY5489" fmla="*/ 462091 h 2631356"/>
              <a:gd name="connsiteX5490" fmla="*/ 7908332 w 11237202"/>
              <a:gd name="connsiteY5490" fmla="*/ 476886 h 2631356"/>
              <a:gd name="connsiteX5491" fmla="*/ 7839420 w 11237202"/>
              <a:gd name="connsiteY5491" fmla="*/ 471415 h 2631356"/>
              <a:gd name="connsiteX5492" fmla="*/ 7838726 w 11237202"/>
              <a:gd name="connsiteY5492" fmla="*/ 456735 h 2631356"/>
              <a:gd name="connsiteX5493" fmla="*/ 7872605 w 11237202"/>
              <a:gd name="connsiteY5493" fmla="*/ 456395 h 2631356"/>
              <a:gd name="connsiteX5494" fmla="*/ 2256660 w 11237202"/>
              <a:gd name="connsiteY5494" fmla="*/ 456233 h 2631356"/>
              <a:gd name="connsiteX5495" fmla="*/ 2259134 w 11237202"/>
              <a:gd name="connsiteY5495" fmla="*/ 456506 h 2631356"/>
              <a:gd name="connsiteX5496" fmla="*/ 2256327 w 11237202"/>
              <a:gd name="connsiteY5496" fmla="*/ 457236 h 2631356"/>
              <a:gd name="connsiteX5497" fmla="*/ 2253965 w 11237202"/>
              <a:gd name="connsiteY5497" fmla="*/ 456963 h 2631356"/>
              <a:gd name="connsiteX5498" fmla="*/ 2256660 w 11237202"/>
              <a:gd name="connsiteY5498" fmla="*/ 456233 h 2631356"/>
              <a:gd name="connsiteX5499" fmla="*/ 6409663 w 11237202"/>
              <a:gd name="connsiteY5499" fmla="*/ 456210 h 2631356"/>
              <a:gd name="connsiteX5500" fmla="*/ 6423029 w 11237202"/>
              <a:gd name="connsiteY5500" fmla="*/ 457373 h 2631356"/>
              <a:gd name="connsiteX5501" fmla="*/ 6420223 w 11237202"/>
              <a:gd name="connsiteY5501" fmla="*/ 460473 h 2631356"/>
              <a:gd name="connsiteX5502" fmla="*/ 6406913 w 11237202"/>
              <a:gd name="connsiteY5502" fmla="*/ 459310 h 2631356"/>
              <a:gd name="connsiteX5503" fmla="*/ 6409663 w 11237202"/>
              <a:gd name="connsiteY5503" fmla="*/ 456210 h 2631356"/>
              <a:gd name="connsiteX5504" fmla="*/ 8697940 w 11237202"/>
              <a:gd name="connsiteY5504" fmla="*/ 452950 h 2631356"/>
              <a:gd name="connsiteX5505" fmla="*/ 8699414 w 11237202"/>
              <a:gd name="connsiteY5505" fmla="*/ 453041 h 2631356"/>
              <a:gd name="connsiteX5506" fmla="*/ 8699581 w 11237202"/>
              <a:gd name="connsiteY5506" fmla="*/ 453337 h 2631356"/>
              <a:gd name="connsiteX5507" fmla="*/ 8698108 w 11237202"/>
              <a:gd name="connsiteY5507" fmla="*/ 453246 h 2631356"/>
              <a:gd name="connsiteX5508" fmla="*/ 8697940 w 11237202"/>
              <a:gd name="connsiteY5508" fmla="*/ 452950 h 2631356"/>
              <a:gd name="connsiteX5509" fmla="*/ 3320531 w 11237202"/>
              <a:gd name="connsiteY5509" fmla="*/ 452284 h 2631356"/>
              <a:gd name="connsiteX5510" fmla="*/ 3332861 w 11237202"/>
              <a:gd name="connsiteY5510" fmla="*/ 456392 h 2631356"/>
              <a:gd name="connsiteX5511" fmla="*/ 3301351 w 11237202"/>
              <a:gd name="connsiteY5511" fmla="*/ 467038 h 2631356"/>
              <a:gd name="connsiteX5512" fmla="*/ 3263562 w 11237202"/>
              <a:gd name="connsiteY5512" fmla="*/ 463117 h 2631356"/>
              <a:gd name="connsiteX5513" fmla="*/ 3295238 w 11237202"/>
              <a:gd name="connsiteY5513" fmla="*/ 452518 h 2631356"/>
              <a:gd name="connsiteX5514" fmla="*/ 3320531 w 11237202"/>
              <a:gd name="connsiteY5514" fmla="*/ 452284 h 2631356"/>
              <a:gd name="connsiteX5515" fmla="*/ 2861826 w 11237202"/>
              <a:gd name="connsiteY5515" fmla="*/ 452007 h 2631356"/>
              <a:gd name="connsiteX5516" fmla="*/ 2875855 w 11237202"/>
              <a:gd name="connsiteY5516" fmla="*/ 457212 h 2631356"/>
              <a:gd name="connsiteX5517" fmla="*/ 2831869 w 11237202"/>
              <a:gd name="connsiteY5517" fmla="*/ 470707 h 2631356"/>
              <a:gd name="connsiteX5518" fmla="*/ 2785577 w 11237202"/>
              <a:gd name="connsiteY5518" fmla="*/ 465692 h 2631356"/>
              <a:gd name="connsiteX5519" fmla="*/ 2829813 w 11237202"/>
              <a:gd name="connsiteY5519" fmla="*/ 452289 h 2631356"/>
              <a:gd name="connsiteX5520" fmla="*/ 2861826 w 11237202"/>
              <a:gd name="connsiteY5520" fmla="*/ 452007 h 2631356"/>
              <a:gd name="connsiteX5521" fmla="*/ 4413979 w 11237202"/>
              <a:gd name="connsiteY5521" fmla="*/ 451719 h 2631356"/>
              <a:gd name="connsiteX5522" fmla="*/ 4418981 w 11237202"/>
              <a:gd name="connsiteY5522" fmla="*/ 452198 h 2631356"/>
              <a:gd name="connsiteX5523" fmla="*/ 4416036 w 11237202"/>
              <a:gd name="connsiteY5523" fmla="*/ 453520 h 2631356"/>
              <a:gd name="connsiteX5524" fmla="*/ 4410978 w 11237202"/>
              <a:gd name="connsiteY5524" fmla="*/ 453042 h 2631356"/>
              <a:gd name="connsiteX5525" fmla="*/ 4413979 w 11237202"/>
              <a:gd name="connsiteY5525" fmla="*/ 451719 h 2631356"/>
              <a:gd name="connsiteX5526" fmla="*/ 7406773 w 11237202"/>
              <a:gd name="connsiteY5526" fmla="*/ 450369 h 2631356"/>
              <a:gd name="connsiteX5527" fmla="*/ 7439516 w 11237202"/>
              <a:gd name="connsiteY5527" fmla="*/ 456073 h 2631356"/>
              <a:gd name="connsiteX5528" fmla="*/ 7436294 w 11237202"/>
              <a:gd name="connsiteY5528" fmla="*/ 470890 h 2631356"/>
              <a:gd name="connsiteX5529" fmla="*/ 7368661 w 11237202"/>
              <a:gd name="connsiteY5529" fmla="*/ 465396 h 2631356"/>
              <a:gd name="connsiteX5530" fmla="*/ 7372551 w 11237202"/>
              <a:gd name="connsiteY5530" fmla="*/ 450716 h 2631356"/>
              <a:gd name="connsiteX5531" fmla="*/ 7406773 w 11237202"/>
              <a:gd name="connsiteY5531" fmla="*/ 450369 h 2631356"/>
              <a:gd name="connsiteX5532" fmla="*/ 6926400 w 11237202"/>
              <a:gd name="connsiteY5532" fmla="*/ 449710 h 2631356"/>
              <a:gd name="connsiteX5533" fmla="*/ 6948334 w 11237202"/>
              <a:gd name="connsiteY5533" fmla="*/ 453770 h 2631356"/>
              <a:gd name="connsiteX5534" fmla="*/ 6942611 w 11237202"/>
              <a:gd name="connsiteY5534" fmla="*/ 464188 h 2631356"/>
              <a:gd name="connsiteX5535" fmla="*/ 6895984 w 11237202"/>
              <a:gd name="connsiteY5535" fmla="*/ 460336 h 2631356"/>
              <a:gd name="connsiteX5536" fmla="*/ 6902070 w 11237202"/>
              <a:gd name="connsiteY5536" fmla="*/ 449941 h 2631356"/>
              <a:gd name="connsiteX5537" fmla="*/ 6926400 w 11237202"/>
              <a:gd name="connsiteY5537" fmla="*/ 449710 h 2631356"/>
              <a:gd name="connsiteX5538" fmla="*/ 7996122 w 11237202"/>
              <a:gd name="connsiteY5538" fmla="*/ 448924 h 2631356"/>
              <a:gd name="connsiteX5539" fmla="*/ 8032537 w 11237202"/>
              <a:gd name="connsiteY5539" fmla="*/ 454865 h 2631356"/>
              <a:gd name="connsiteX5540" fmla="*/ 8035314 w 11237202"/>
              <a:gd name="connsiteY5540" fmla="*/ 470229 h 2631356"/>
              <a:gd name="connsiteX5541" fmla="*/ 7962737 w 11237202"/>
              <a:gd name="connsiteY5541" fmla="*/ 464553 h 2631356"/>
              <a:gd name="connsiteX5542" fmla="*/ 7960792 w 11237202"/>
              <a:gd name="connsiteY5542" fmla="*/ 449257 h 2631356"/>
              <a:gd name="connsiteX5543" fmla="*/ 7996122 w 11237202"/>
              <a:gd name="connsiteY5543" fmla="*/ 448924 h 2631356"/>
              <a:gd name="connsiteX5544" fmla="*/ 2141262 w 11237202"/>
              <a:gd name="connsiteY5544" fmla="*/ 448573 h 2631356"/>
              <a:gd name="connsiteX5545" fmla="*/ 2142180 w 11237202"/>
              <a:gd name="connsiteY5545" fmla="*/ 448665 h 2631356"/>
              <a:gd name="connsiteX5546" fmla="*/ 2141179 w 11237202"/>
              <a:gd name="connsiteY5546" fmla="*/ 448961 h 2631356"/>
              <a:gd name="connsiteX5547" fmla="*/ 2140068 w 11237202"/>
              <a:gd name="connsiteY5547" fmla="*/ 448847 h 2631356"/>
              <a:gd name="connsiteX5548" fmla="*/ 2141262 w 11237202"/>
              <a:gd name="connsiteY5548" fmla="*/ 448573 h 2631356"/>
              <a:gd name="connsiteX5549" fmla="*/ 6552821 w 11237202"/>
              <a:gd name="connsiteY5549" fmla="*/ 447753 h 2631356"/>
              <a:gd name="connsiteX5550" fmla="*/ 6562991 w 11237202"/>
              <a:gd name="connsiteY5550" fmla="*/ 448642 h 2631356"/>
              <a:gd name="connsiteX5551" fmla="*/ 6561101 w 11237202"/>
              <a:gd name="connsiteY5551" fmla="*/ 450945 h 2631356"/>
              <a:gd name="connsiteX5552" fmla="*/ 6550931 w 11237202"/>
              <a:gd name="connsiteY5552" fmla="*/ 450101 h 2631356"/>
              <a:gd name="connsiteX5553" fmla="*/ 6552821 w 11237202"/>
              <a:gd name="connsiteY5553" fmla="*/ 447753 h 2631356"/>
              <a:gd name="connsiteX5554" fmla="*/ 6167810 w 11237202"/>
              <a:gd name="connsiteY5554" fmla="*/ 446658 h 2631356"/>
              <a:gd name="connsiteX5555" fmla="*/ 6173396 w 11237202"/>
              <a:gd name="connsiteY5555" fmla="*/ 447182 h 2631356"/>
              <a:gd name="connsiteX5556" fmla="*/ 6172007 w 11237202"/>
              <a:gd name="connsiteY5556" fmla="*/ 448459 h 2631356"/>
              <a:gd name="connsiteX5557" fmla="*/ 6166366 w 11237202"/>
              <a:gd name="connsiteY5557" fmla="*/ 447980 h 2631356"/>
              <a:gd name="connsiteX5558" fmla="*/ 6167810 w 11237202"/>
              <a:gd name="connsiteY5558" fmla="*/ 446658 h 2631356"/>
              <a:gd name="connsiteX5559" fmla="*/ 4019300 w 11237202"/>
              <a:gd name="connsiteY5559" fmla="*/ 445564 h 2631356"/>
              <a:gd name="connsiteX5560" fmla="*/ 4036194 w 11237202"/>
              <a:gd name="connsiteY5560" fmla="*/ 447206 h 2631356"/>
              <a:gd name="connsiteX5561" fmla="*/ 4024857 w 11237202"/>
              <a:gd name="connsiteY5561" fmla="*/ 451719 h 2631356"/>
              <a:gd name="connsiteX5562" fmla="*/ 4007991 w 11237202"/>
              <a:gd name="connsiteY5562" fmla="*/ 450055 h 2631356"/>
              <a:gd name="connsiteX5563" fmla="*/ 4019300 w 11237202"/>
              <a:gd name="connsiteY5563" fmla="*/ 445564 h 2631356"/>
              <a:gd name="connsiteX5564" fmla="*/ 3671849 w 11237202"/>
              <a:gd name="connsiteY5564" fmla="*/ 445310 h 2631356"/>
              <a:gd name="connsiteX5565" fmla="*/ 3684139 w 11237202"/>
              <a:gd name="connsiteY5565" fmla="*/ 449098 h 2631356"/>
              <a:gd name="connsiteX5566" fmla="*/ 3657352 w 11237202"/>
              <a:gd name="connsiteY5566" fmla="*/ 458900 h 2631356"/>
              <a:gd name="connsiteX5567" fmla="*/ 3621453 w 11237202"/>
              <a:gd name="connsiteY5567" fmla="*/ 455274 h 2631356"/>
              <a:gd name="connsiteX5568" fmla="*/ 3648516 w 11237202"/>
              <a:gd name="connsiteY5568" fmla="*/ 445541 h 2631356"/>
              <a:gd name="connsiteX5569" fmla="*/ 3671849 w 11237202"/>
              <a:gd name="connsiteY5569" fmla="*/ 445310 h 2631356"/>
              <a:gd name="connsiteX5570" fmla="*/ 2741191 w 11237202"/>
              <a:gd name="connsiteY5570" fmla="*/ 444371 h 2631356"/>
              <a:gd name="connsiteX5571" fmla="*/ 2754123 w 11237202"/>
              <a:gd name="connsiteY5571" fmla="*/ 449303 h 2631356"/>
              <a:gd name="connsiteX5572" fmla="*/ 2711276 w 11237202"/>
              <a:gd name="connsiteY5572" fmla="*/ 462068 h 2631356"/>
              <a:gd name="connsiteX5573" fmla="*/ 2667595 w 11237202"/>
              <a:gd name="connsiteY5573" fmla="*/ 457349 h 2631356"/>
              <a:gd name="connsiteX5574" fmla="*/ 2710693 w 11237202"/>
              <a:gd name="connsiteY5574" fmla="*/ 444653 h 2631356"/>
              <a:gd name="connsiteX5575" fmla="*/ 2741191 w 11237202"/>
              <a:gd name="connsiteY5575" fmla="*/ 444371 h 2631356"/>
              <a:gd name="connsiteX5576" fmla="*/ 3195825 w 11237202"/>
              <a:gd name="connsiteY5576" fmla="*/ 444268 h 2631356"/>
              <a:gd name="connsiteX5577" fmla="*/ 3207293 w 11237202"/>
              <a:gd name="connsiteY5577" fmla="*/ 448163 h 2631356"/>
              <a:gd name="connsiteX5578" fmla="*/ 3176395 w 11237202"/>
              <a:gd name="connsiteY5578" fmla="*/ 458238 h 2631356"/>
              <a:gd name="connsiteX5579" fmla="*/ 3140717 w 11237202"/>
              <a:gd name="connsiteY5579" fmla="*/ 454500 h 2631356"/>
              <a:gd name="connsiteX5580" fmla="*/ 3171727 w 11237202"/>
              <a:gd name="connsiteY5580" fmla="*/ 444493 h 2631356"/>
              <a:gd name="connsiteX5581" fmla="*/ 3195825 w 11237202"/>
              <a:gd name="connsiteY5581" fmla="*/ 444268 h 2631356"/>
              <a:gd name="connsiteX5582" fmla="*/ 7533515 w 11237202"/>
              <a:gd name="connsiteY5582" fmla="*/ 443849 h 2631356"/>
              <a:gd name="connsiteX5583" fmla="*/ 7564667 w 11237202"/>
              <a:gd name="connsiteY5583" fmla="*/ 449189 h 2631356"/>
              <a:gd name="connsiteX5584" fmla="*/ 7562806 w 11237202"/>
              <a:gd name="connsiteY5584" fmla="*/ 462957 h 2631356"/>
              <a:gd name="connsiteX5585" fmla="*/ 7499091 w 11237202"/>
              <a:gd name="connsiteY5585" fmla="*/ 457851 h 2631356"/>
              <a:gd name="connsiteX5586" fmla="*/ 7501593 w 11237202"/>
              <a:gd name="connsiteY5586" fmla="*/ 444151 h 2631356"/>
              <a:gd name="connsiteX5587" fmla="*/ 7533515 w 11237202"/>
              <a:gd name="connsiteY5587" fmla="*/ 443849 h 2631356"/>
              <a:gd name="connsiteX5588" fmla="*/ 2592600 w 11237202"/>
              <a:gd name="connsiteY5588" fmla="*/ 442875 h 2631356"/>
              <a:gd name="connsiteX5589" fmla="*/ 2604437 w 11237202"/>
              <a:gd name="connsiteY5589" fmla="*/ 444174 h 2631356"/>
              <a:gd name="connsiteX5590" fmla="*/ 2592432 w 11237202"/>
              <a:gd name="connsiteY5590" fmla="*/ 447639 h 2631356"/>
              <a:gd name="connsiteX5591" fmla="*/ 2580540 w 11237202"/>
              <a:gd name="connsiteY5591" fmla="*/ 446340 h 2631356"/>
              <a:gd name="connsiteX5592" fmla="*/ 2592600 w 11237202"/>
              <a:gd name="connsiteY5592" fmla="*/ 442875 h 2631356"/>
              <a:gd name="connsiteX5593" fmla="*/ 8231349 w 11237202"/>
              <a:gd name="connsiteY5593" fmla="*/ 442715 h 2631356"/>
              <a:gd name="connsiteX5594" fmla="*/ 8252912 w 11237202"/>
              <a:gd name="connsiteY5594" fmla="*/ 444379 h 2631356"/>
              <a:gd name="connsiteX5595" fmla="*/ 8254386 w 11237202"/>
              <a:gd name="connsiteY5595" fmla="*/ 448847 h 2631356"/>
              <a:gd name="connsiteX5596" fmla="*/ 8232794 w 11237202"/>
              <a:gd name="connsiteY5596" fmla="*/ 447206 h 2631356"/>
              <a:gd name="connsiteX5597" fmla="*/ 8231349 w 11237202"/>
              <a:gd name="connsiteY5597" fmla="*/ 442715 h 2631356"/>
              <a:gd name="connsiteX5598" fmla="*/ 8118369 w 11237202"/>
              <a:gd name="connsiteY5598" fmla="*/ 441738 h 2631356"/>
              <a:gd name="connsiteX5599" fmla="*/ 8156158 w 11237202"/>
              <a:gd name="connsiteY5599" fmla="*/ 447775 h 2631356"/>
              <a:gd name="connsiteX5600" fmla="*/ 8160188 w 11237202"/>
              <a:gd name="connsiteY5600" fmla="*/ 463458 h 2631356"/>
              <a:gd name="connsiteX5601" fmla="*/ 8085471 w 11237202"/>
              <a:gd name="connsiteY5601" fmla="*/ 457646 h 2631356"/>
              <a:gd name="connsiteX5602" fmla="*/ 8082164 w 11237202"/>
              <a:gd name="connsiteY5602" fmla="*/ 442077 h 2631356"/>
              <a:gd name="connsiteX5603" fmla="*/ 8118369 w 11237202"/>
              <a:gd name="connsiteY5603" fmla="*/ 441738 h 2631356"/>
              <a:gd name="connsiteX5604" fmla="*/ 7058984 w 11237202"/>
              <a:gd name="connsiteY5604" fmla="*/ 441476 h 2631356"/>
              <a:gd name="connsiteX5605" fmla="*/ 7083099 w 11237202"/>
              <a:gd name="connsiteY5605" fmla="*/ 445815 h 2631356"/>
              <a:gd name="connsiteX5606" fmla="*/ 7077819 w 11237202"/>
              <a:gd name="connsiteY5606" fmla="*/ 457053 h 2631356"/>
              <a:gd name="connsiteX5607" fmla="*/ 7027193 w 11237202"/>
              <a:gd name="connsiteY5607" fmla="*/ 452904 h 2631356"/>
              <a:gd name="connsiteX5608" fmla="*/ 7032722 w 11237202"/>
              <a:gd name="connsiteY5608" fmla="*/ 441735 h 2631356"/>
              <a:gd name="connsiteX5609" fmla="*/ 7058984 w 11237202"/>
              <a:gd name="connsiteY5609" fmla="*/ 441476 h 2631356"/>
              <a:gd name="connsiteX5610" fmla="*/ 8362752 w 11237202"/>
              <a:gd name="connsiteY5610" fmla="*/ 438771 h 2631356"/>
              <a:gd name="connsiteX5611" fmla="*/ 8364226 w 11237202"/>
              <a:gd name="connsiteY5611" fmla="*/ 438885 h 2631356"/>
              <a:gd name="connsiteX5612" fmla="*/ 8364308 w 11237202"/>
              <a:gd name="connsiteY5612" fmla="*/ 439159 h 2631356"/>
              <a:gd name="connsiteX5613" fmla="*/ 8362948 w 11237202"/>
              <a:gd name="connsiteY5613" fmla="*/ 439068 h 2631356"/>
              <a:gd name="connsiteX5614" fmla="*/ 8362752 w 11237202"/>
              <a:gd name="connsiteY5614" fmla="*/ 438771 h 2631356"/>
              <a:gd name="connsiteX5615" fmla="*/ 4268016 w 11237202"/>
              <a:gd name="connsiteY5615" fmla="*/ 438725 h 2631356"/>
              <a:gd name="connsiteX5616" fmla="*/ 4274629 w 11237202"/>
              <a:gd name="connsiteY5616" fmla="*/ 439364 h 2631356"/>
              <a:gd name="connsiteX5617" fmla="*/ 4270573 w 11237202"/>
              <a:gd name="connsiteY5617" fmla="*/ 441073 h 2631356"/>
              <a:gd name="connsiteX5618" fmla="*/ 4263987 w 11237202"/>
              <a:gd name="connsiteY5618" fmla="*/ 440458 h 2631356"/>
              <a:gd name="connsiteX5619" fmla="*/ 4268016 w 11237202"/>
              <a:gd name="connsiteY5619" fmla="*/ 438725 h 2631356"/>
              <a:gd name="connsiteX5620" fmla="*/ 4527488 w 11237202"/>
              <a:gd name="connsiteY5620" fmla="*/ 436173 h 2631356"/>
              <a:gd name="connsiteX5621" fmla="*/ 4531406 w 11237202"/>
              <a:gd name="connsiteY5621" fmla="*/ 436538 h 2631356"/>
              <a:gd name="connsiteX5622" fmla="*/ 4529294 w 11237202"/>
              <a:gd name="connsiteY5622" fmla="*/ 437540 h 2631356"/>
              <a:gd name="connsiteX5623" fmla="*/ 4525265 w 11237202"/>
              <a:gd name="connsiteY5623" fmla="*/ 437176 h 2631356"/>
              <a:gd name="connsiteX5624" fmla="*/ 4527488 w 11237202"/>
              <a:gd name="connsiteY5624" fmla="*/ 436173 h 2631356"/>
              <a:gd name="connsiteX5625" fmla="*/ 7659076 w 11237202"/>
              <a:gd name="connsiteY5625" fmla="*/ 436042 h 2631356"/>
              <a:gd name="connsiteX5626" fmla="*/ 7693208 w 11237202"/>
              <a:gd name="connsiteY5626" fmla="*/ 441758 h 2631356"/>
              <a:gd name="connsiteX5627" fmla="*/ 7692458 w 11237202"/>
              <a:gd name="connsiteY5627" fmla="*/ 456575 h 2631356"/>
              <a:gd name="connsiteX5628" fmla="*/ 7623158 w 11237202"/>
              <a:gd name="connsiteY5628" fmla="*/ 451104 h 2631356"/>
              <a:gd name="connsiteX5629" fmla="*/ 7624547 w 11237202"/>
              <a:gd name="connsiteY5629" fmla="*/ 436378 h 2631356"/>
              <a:gd name="connsiteX5630" fmla="*/ 7659076 w 11237202"/>
              <a:gd name="connsiteY5630" fmla="*/ 436042 h 2631356"/>
              <a:gd name="connsiteX5631" fmla="*/ 3545269 w 11237202"/>
              <a:gd name="connsiteY5631" fmla="*/ 435963 h 2631356"/>
              <a:gd name="connsiteX5632" fmla="*/ 3558099 w 11237202"/>
              <a:gd name="connsiteY5632" fmla="*/ 440002 h 2631356"/>
              <a:gd name="connsiteX5633" fmla="*/ 3528506 w 11237202"/>
              <a:gd name="connsiteY5633" fmla="*/ 450420 h 2631356"/>
              <a:gd name="connsiteX5634" fmla="*/ 3490550 w 11237202"/>
              <a:gd name="connsiteY5634" fmla="*/ 446568 h 2631356"/>
              <a:gd name="connsiteX5635" fmla="*/ 3520309 w 11237202"/>
              <a:gd name="connsiteY5635" fmla="*/ 436196 h 2631356"/>
              <a:gd name="connsiteX5636" fmla="*/ 3545269 w 11237202"/>
              <a:gd name="connsiteY5636" fmla="*/ 435963 h 2631356"/>
              <a:gd name="connsiteX5637" fmla="*/ 3074488 w 11237202"/>
              <a:gd name="connsiteY5637" fmla="*/ 435882 h 2631356"/>
              <a:gd name="connsiteX5638" fmla="*/ 3085895 w 11237202"/>
              <a:gd name="connsiteY5638" fmla="*/ 439866 h 2631356"/>
              <a:gd name="connsiteX5639" fmla="*/ 3053467 w 11237202"/>
              <a:gd name="connsiteY5639" fmla="*/ 450101 h 2631356"/>
              <a:gd name="connsiteX5640" fmla="*/ 3017122 w 11237202"/>
              <a:gd name="connsiteY5640" fmla="*/ 446317 h 2631356"/>
              <a:gd name="connsiteX5641" fmla="*/ 3049827 w 11237202"/>
              <a:gd name="connsiteY5641" fmla="*/ 436104 h 2631356"/>
              <a:gd name="connsiteX5642" fmla="*/ 3074488 w 11237202"/>
              <a:gd name="connsiteY5642" fmla="*/ 435882 h 2631356"/>
              <a:gd name="connsiteX5643" fmla="*/ 6681751 w 11237202"/>
              <a:gd name="connsiteY5643" fmla="*/ 435763 h 2631356"/>
              <a:gd name="connsiteX5644" fmla="*/ 6714927 w 11237202"/>
              <a:gd name="connsiteY5644" fmla="*/ 438520 h 2631356"/>
              <a:gd name="connsiteX5645" fmla="*/ 6709565 w 11237202"/>
              <a:gd name="connsiteY5645" fmla="*/ 445997 h 2631356"/>
              <a:gd name="connsiteX5646" fmla="*/ 6676331 w 11237202"/>
              <a:gd name="connsiteY5646" fmla="*/ 443216 h 2631356"/>
              <a:gd name="connsiteX5647" fmla="*/ 6681751 w 11237202"/>
              <a:gd name="connsiteY5647" fmla="*/ 435763 h 2631356"/>
              <a:gd name="connsiteX5648" fmla="*/ 6312968 w 11237202"/>
              <a:gd name="connsiteY5648" fmla="*/ 435124 h 2631356"/>
              <a:gd name="connsiteX5649" fmla="*/ 6326027 w 11237202"/>
              <a:gd name="connsiteY5649" fmla="*/ 436218 h 2631356"/>
              <a:gd name="connsiteX5650" fmla="*/ 6323137 w 11237202"/>
              <a:gd name="connsiteY5650" fmla="*/ 439227 h 2631356"/>
              <a:gd name="connsiteX5651" fmla="*/ 6310050 w 11237202"/>
              <a:gd name="connsiteY5651" fmla="*/ 438110 h 2631356"/>
              <a:gd name="connsiteX5652" fmla="*/ 6312968 w 11237202"/>
              <a:gd name="connsiteY5652" fmla="*/ 435124 h 2631356"/>
              <a:gd name="connsiteX5653" fmla="*/ 2475980 w 11237202"/>
              <a:gd name="connsiteY5653" fmla="*/ 433825 h 2631356"/>
              <a:gd name="connsiteX5654" fmla="*/ 2493430 w 11237202"/>
              <a:gd name="connsiteY5654" fmla="*/ 435717 h 2631356"/>
              <a:gd name="connsiteX5655" fmla="*/ 2474980 w 11237202"/>
              <a:gd name="connsiteY5655" fmla="*/ 440868 h 2631356"/>
              <a:gd name="connsiteX5656" fmla="*/ 2457474 w 11237202"/>
              <a:gd name="connsiteY5656" fmla="*/ 438976 h 2631356"/>
              <a:gd name="connsiteX5657" fmla="*/ 2475980 w 11237202"/>
              <a:gd name="connsiteY5657" fmla="*/ 433825 h 2631356"/>
              <a:gd name="connsiteX5658" fmla="*/ 4920917 w 11237202"/>
              <a:gd name="connsiteY5658" fmla="*/ 433779 h 2631356"/>
              <a:gd name="connsiteX5659" fmla="*/ 4922113 w 11237202"/>
              <a:gd name="connsiteY5659" fmla="*/ 433916 h 2631356"/>
              <a:gd name="connsiteX5660" fmla="*/ 4921529 w 11237202"/>
              <a:gd name="connsiteY5660" fmla="*/ 434190 h 2631356"/>
              <a:gd name="connsiteX5661" fmla="*/ 4920417 w 11237202"/>
              <a:gd name="connsiteY5661" fmla="*/ 434076 h 2631356"/>
              <a:gd name="connsiteX5662" fmla="*/ 4920917 w 11237202"/>
              <a:gd name="connsiteY5662" fmla="*/ 433779 h 2631356"/>
              <a:gd name="connsiteX5663" fmla="*/ 7189611 w 11237202"/>
              <a:gd name="connsiteY5663" fmla="*/ 433001 h 2631356"/>
              <a:gd name="connsiteX5664" fmla="*/ 7217391 w 11237202"/>
              <a:gd name="connsiteY5664" fmla="*/ 437905 h 2631356"/>
              <a:gd name="connsiteX5665" fmla="*/ 7212668 w 11237202"/>
              <a:gd name="connsiteY5665" fmla="*/ 450625 h 2631356"/>
              <a:gd name="connsiteX5666" fmla="*/ 7154649 w 11237202"/>
              <a:gd name="connsiteY5666" fmla="*/ 445929 h 2631356"/>
              <a:gd name="connsiteX5667" fmla="*/ 7159873 w 11237202"/>
              <a:gd name="connsiteY5667" fmla="*/ 433277 h 2631356"/>
              <a:gd name="connsiteX5668" fmla="*/ 7189611 w 11237202"/>
              <a:gd name="connsiteY5668" fmla="*/ 433001 h 2631356"/>
              <a:gd name="connsiteX5669" fmla="*/ 3901707 w 11237202"/>
              <a:gd name="connsiteY5669" fmla="*/ 432968 h 2631356"/>
              <a:gd name="connsiteX5670" fmla="*/ 3912432 w 11237202"/>
              <a:gd name="connsiteY5670" fmla="*/ 436059 h 2631356"/>
              <a:gd name="connsiteX5671" fmla="*/ 3891453 w 11237202"/>
              <a:gd name="connsiteY5671" fmla="*/ 444128 h 2631356"/>
              <a:gd name="connsiteX5672" fmla="*/ 3861277 w 11237202"/>
              <a:gd name="connsiteY5672" fmla="*/ 441142 h 2631356"/>
              <a:gd name="connsiteX5673" fmla="*/ 3882395 w 11237202"/>
              <a:gd name="connsiteY5673" fmla="*/ 433141 h 2631356"/>
              <a:gd name="connsiteX5674" fmla="*/ 3901707 w 11237202"/>
              <a:gd name="connsiteY5674" fmla="*/ 432968 h 2631356"/>
              <a:gd name="connsiteX5675" fmla="*/ 8481539 w 11237202"/>
              <a:gd name="connsiteY5675" fmla="*/ 431819 h 2631356"/>
              <a:gd name="connsiteX5676" fmla="*/ 8484346 w 11237202"/>
              <a:gd name="connsiteY5676" fmla="*/ 432024 h 2631356"/>
              <a:gd name="connsiteX5677" fmla="*/ 8484597 w 11237202"/>
              <a:gd name="connsiteY5677" fmla="*/ 432571 h 2631356"/>
              <a:gd name="connsiteX5678" fmla="*/ 8481845 w 11237202"/>
              <a:gd name="connsiteY5678" fmla="*/ 432366 h 2631356"/>
              <a:gd name="connsiteX5679" fmla="*/ 8481539 w 11237202"/>
              <a:gd name="connsiteY5679" fmla="*/ 431819 h 2631356"/>
              <a:gd name="connsiteX5680" fmla="*/ 2359859 w 11237202"/>
              <a:gd name="connsiteY5680" fmla="*/ 429129 h 2631356"/>
              <a:gd name="connsiteX5681" fmla="*/ 2361805 w 11237202"/>
              <a:gd name="connsiteY5681" fmla="*/ 429334 h 2631356"/>
              <a:gd name="connsiteX5682" fmla="*/ 2359693 w 11237202"/>
              <a:gd name="connsiteY5682" fmla="*/ 429904 h 2631356"/>
              <a:gd name="connsiteX5683" fmla="*/ 2357803 w 11237202"/>
              <a:gd name="connsiteY5683" fmla="*/ 429699 h 2631356"/>
              <a:gd name="connsiteX5684" fmla="*/ 2359859 w 11237202"/>
              <a:gd name="connsiteY5684" fmla="*/ 429129 h 2631356"/>
              <a:gd name="connsiteX5685" fmla="*/ 7783056 w 11237202"/>
              <a:gd name="connsiteY5685" fmla="*/ 429126 h 2631356"/>
              <a:gd name="connsiteX5686" fmla="*/ 7817496 w 11237202"/>
              <a:gd name="connsiteY5686" fmla="*/ 434782 h 2631356"/>
              <a:gd name="connsiteX5687" fmla="*/ 7817969 w 11237202"/>
              <a:gd name="connsiteY5687" fmla="*/ 449462 h 2631356"/>
              <a:gd name="connsiteX5688" fmla="*/ 7748614 w 11237202"/>
              <a:gd name="connsiteY5688" fmla="*/ 444037 h 2631356"/>
              <a:gd name="connsiteX5689" fmla="*/ 7748781 w 11237202"/>
              <a:gd name="connsiteY5689" fmla="*/ 429471 h 2631356"/>
              <a:gd name="connsiteX5690" fmla="*/ 7783056 w 11237202"/>
              <a:gd name="connsiteY5690" fmla="*/ 429126 h 2631356"/>
              <a:gd name="connsiteX5691" fmla="*/ 6063695 w 11237202"/>
              <a:gd name="connsiteY5691" fmla="*/ 427852 h 2631356"/>
              <a:gd name="connsiteX5692" fmla="*/ 6074086 w 11237202"/>
              <a:gd name="connsiteY5692" fmla="*/ 428742 h 2631356"/>
              <a:gd name="connsiteX5693" fmla="*/ 6071308 w 11237202"/>
              <a:gd name="connsiteY5693" fmla="*/ 431135 h 2631356"/>
              <a:gd name="connsiteX5694" fmla="*/ 6060888 w 11237202"/>
              <a:gd name="connsiteY5694" fmla="*/ 430246 h 2631356"/>
              <a:gd name="connsiteX5695" fmla="*/ 6063695 w 11237202"/>
              <a:gd name="connsiteY5695" fmla="*/ 427852 h 2631356"/>
              <a:gd name="connsiteX5696" fmla="*/ 5800945 w 11237202"/>
              <a:gd name="connsiteY5696" fmla="*/ 427761 h 2631356"/>
              <a:gd name="connsiteX5697" fmla="*/ 5803919 w 11237202"/>
              <a:gd name="connsiteY5697" fmla="*/ 428012 h 2631356"/>
              <a:gd name="connsiteX5698" fmla="*/ 5803001 w 11237202"/>
              <a:gd name="connsiteY5698" fmla="*/ 428719 h 2631356"/>
              <a:gd name="connsiteX5699" fmla="*/ 5799945 w 11237202"/>
              <a:gd name="connsiteY5699" fmla="*/ 428468 h 2631356"/>
              <a:gd name="connsiteX5700" fmla="*/ 5800945 w 11237202"/>
              <a:gd name="connsiteY5700" fmla="*/ 427761 h 2631356"/>
              <a:gd name="connsiteX5701" fmla="*/ 3419566 w 11237202"/>
              <a:gd name="connsiteY5701" fmla="*/ 427445 h 2631356"/>
              <a:gd name="connsiteX5702" fmla="*/ 3431920 w 11237202"/>
              <a:gd name="connsiteY5702" fmla="*/ 431431 h 2631356"/>
              <a:gd name="connsiteX5703" fmla="*/ 3401633 w 11237202"/>
              <a:gd name="connsiteY5703" fmla="*/ 441712 h 2631356"/>
              <a:gd name="connsiteX5704" fmla="*/ 3364176 w 11237202"/>
              <a:gd name="connsiteY5704" fmla="*/ 437905 h 2631356"/>
              <a:gd name="connsiteX5705" fmla="*/ 3394686 w 11237202"/>
              <a:gd name="connsiteY5705" fmla="*/ 427647 h 2631356"/>
              <a:gd name="connsiteX5706" fmla="*/ 3419566 w 11237202"/>
              <a:gd name="connsiteY5706" fmla="*/ 427445 h 2631356"/>
              <a:gd name="connsiteX5707" fmla="*/ 6457901 w 11237202"/>
              <a:gd name="connsiteY5707" fmla="*/ 426052 h 2631356"/>
              <a:gd name="connsiteX5708" fmla="*/ 6467877 w 11237202"/>
              <a:gd name="connsiteY5708" fmla="*/ 426850 h 2631356"/>
              <a:gd name="connsiteX5709" fmla="*/ 6465848 w 11237202"/>
              <a:gd name="connsiteY5709" fmla="*/ 429152 h 2631356"/>
              <a:gd name="connsiteX5710" fmla="*/ 6455901 w 11237202"/>
              <a:gd name="connsiteY5710" fmla="*/ 428309 h 2631356"/>
              <a:gd name="connsiteX5711" fmla="*/ 6457901 w 11237202"/>
              <a:gd name="connsiteY5711" fmla="*/ 426052 h 2631356"/>
              <a:gd name="connsiteX5712" fmla="*/ 2961025 w 11237202"/>
              <a:gd name="connsiteY5712" fmla="*/ 425710 h 2631356"/>
              <a:gd name="connsiteX5713" fmla="*/ 2975303 w 11237202"/>
              <a:gd name="connsiteY5713" fmla="*/ 430816 h 2631356"/>
              <a:gd name="connsiteX5714" fmla="*/ 2932400 w 11237202"/>
              <a:gd name="connsiteY5714" fmla="*/ 443969 h 2631356"/>
              <a:gd name="connsiteX5715" fmla="*/ 2886164 w 11237202"/>
              <a:gd name="connsiteY5715" fmla="*/ 439068 h 2631356"/>
              <a:gd name="connsiteX5716" fmla="*/ 2929177 w 11237202"/>
              <a:gd name="connsiteY5716" fmla="*/ 426007 h 2631356"/>
              <a:gd name="connsiteX5717" fmla="*/ 2961025 w 11237202"/>
              <a:gd name="connsiteY5717" fmla="*/ 425710 h 2631356"/>
              <a:gd name="connsiteX5718" fmla="*/ 4125472 w 11237202"/>
              <a:gd name="connsiteY5718" fmla="*/ 425413 h 2631356"/>
              <a:gd name="connsiteX5719" fmla="*/ 4142283 w 11237202"/>
              <a:gd name="connsiteY5719" fmla="*/ 427032 h 2631356"/>
              <a:gd name="connsiteX5720" fmla="*/ 4131446 w 11237202"/>
              <a:gd name="connsiteY5720" fmla="*/ 431409 h 2631356"/>
              <a:gd name="connsiteX5721" fmla="*/ 4114635 w 11237202"/>
              <a:gd name="connsiteY5721" fmla="*/ 429790 h 2631356"/>
              <a:gd name="connsiteX5722" fmla="*/ 4125472 w 11237202"/>
              <a:gd name="connsiteY5722" fmla="*/ 425413 h 2631356"/>
              <a:gd name="connsiteX5723" fmla="*/ 8600631 w 11237202"/>
              <a:gd name="connsiteY5723" fmla="*/ 425322 h 2631356"/>
              <a:gd name="connsiteX5724" fmla="*/ 8602077 w 11237202"/>
              <a:gd name="connsiteY5724" fmla="*/ 425436 h 2631356"/>
              <a:gd name="connsiteX5725" fmla="*/ 8602215 w 11237202"/>
              <a:gd name="connsiteY5725" fmla="*/ 425710 h 2631356"/>
              <a:gd name="connsiteX5726" fmla="*/ 8600856 w 11237202"/>
              <a:gd name="connsiteY5726" fmla="*/ 425619 h 2631356"/>
              <a:gd name="connsiteX5727" fmla="*/ 8600631 w 11237202"/>
              <a:gd name="connsiteY5727" fmla="*/ 425322 h 2631356"/>
              <a:gd name="connsiteX5728" fmla="*/ 6836418 w 11237202"/>
              <a:gd name="connsiteY5728" fmla="*/ 424963 h 2631356"/>
              <a:gd name="connsiteX5729" fmla="*/ 6859890 w 11237202"/>
              <a:gd name="connsiteY5729" fmla="*/ 429266 h 2631356"/>
              <a:gd name="connsiteX5730" fmla="*/ 6853083 w 11237202"/>
              <a:gd name="connsiteY5730" fmla="*/ 440367 h 2631356"/>
              <a:gd name="connsiteX5731" fmla="*/ 6802872 w 11237202"/>
              <a:gd name="connsiteY5731" fmla="*/ 436241 h 2631356"/>
              <a:gd name="connsiteX5732" fmla="*/ 6810069 w 11237202"/>
              <a:gd name="connsiteY5732" fmla="*/ 425209 h 2631356"/>
              <a:gd name="connsiteX5733" fmla="*/ 6836418 w 11237202"/>
              <a:gd name="connsiteY5733" fmla="*/ 424963 h 2631356"/>
              <a:gd name="connsiteX5734" fmla="*/ 7318285 w 11237202"/>
              <a:gd name="connsiteY5734" fmla="*/ 424502 h 2631356"/>
              <a:gd name="connsiteX5735" fmla="*/ 7350490 w 11237202"/>
              <a:gd name="connsiteY5735" fmla="*/ 430064 h 2631356"/>
              <a:gd name="connsiteX5736" fmla="*/ 7346432 w 11237202"/>
              <a:gd name="connsiteY5736" fmla="*/ 444515 h 2631356"/>
              <a:gd name="connsiteX5737" fmla="*/ 7279578 w 11237202"/>
              <a:gd name="connsiteY5737" fmla="*/ 439158 h 2631356"/>
              <a:gd name="connsiteX5738" fmla="*/ 7284330 w 11237202"/>
              <a:gd name="connsiteY5738" fmla="*/ 424820 h 2631356"/>
              <a:gd name="connsiteX5739" fmla="*/ 7318285 w 11237202"/>
              <a:gd name="connsiteY5739" fmla="*/ 424502 h 2631356"/>
              <a:gd name="connsiteX5740" fmla="*/ 4642690 w 11237202"/>
              <a:gd name="connsiteY5740" fmla="*/ 423134 h 2631356"/>
              <a:gd name="connsiteX5741" fmla="*/ 4645526 w 11237202"/>
              <a:gd name="connsiteY5741" fmla="*/ 423431 h 2631356"/>
              <a:gd name="connsiteX5742" fmla="*/ 4644080 w 11237202"/>
              <a:gd name="connsiteY5742" fmla="*/ 424114 h 2631356"/>
              <a:gd name="connsiteX5743" fmla="*/ 4641246 w 11237202"/>
              <a:gd name="connsiteY5743" fmla="*/ 423864 h 2631356"/>
              <a:gd name="connsiteX5744" fmla="*/ 4642690 w 11237202"/>
              <a:gd name="connsiteY5744" fmla="*/ 423134 h 2631356"/>
              <a:gd name="connsiteX5745" fmla="*/ 3771808 w 11237202"/>
              <a:gd name="connsiteY5745" fmla="*/ 422903 h 2631356"/>
              <a:gd name="connsiteX5746" fmla="*/ 3783309 w 11237202"/>
              <a:gd name="connsiteY5746" fmla="*/ 426326 h 2631356"/>
              <a:gd name="connsiteX5747" fmla="*/ 3759412 w 11237202"/>
              <a:gd name="connsiteY5747" fmla="*/ 435124 h 2631356"/>
              <a:gd name="connsiteX5748" fmla="*/ 3726458 w 11237202"/>
              <a:gd name="connsiteY5748" fmla="*/ 431864 h 2631356"/>
              <a:gd name="connsiteX5749" fmla="*/ 3750493 w 11237202"/>
              <a:gd name="connsiteY5749" fmla="*/ 423088 h 2631356"/>
              <a:gd name="connsiteX5750" fmla="*/ 3771808 w 11237202"/>
              <a:gd name="connsiteY5750" fmla="*/ 422903 h 2631356"/>
              <a:gd name="connsiteX5751" fmla="*/ 7905584 w 11237202"/>
              <a:gd name="connsiteY5751" fmla="*/ 422111 h 2631356"/>
              <a:gd name="connsiteX5752" fmla="*/ 7941008 w 11237202"/>
              <a:gd name="connsiteY5752" fmla="*/ 427830 h 2631356"/>
              <a:gd name="connsiteX5753" fmla="*/ 7942786 w 11237202"/>
              <a:gd name="connsiteY5753" fmla="*/ 442647 h 2631356"/>
              <a:gd name="connsiteX5754" fmla="*/ 7871930 w 11237202"/>
              <a:gd name="connsiteY5754" fmla="*/ 437153 h 2631356"/>
              <a:gd name="connsiteX5755" fmla="*/ 7870764 w 11237202"/>
              <a:gd name="connsiteY5755" fmla="*/ 422427 h 2631356"/>
              <a:gd name="connsiteX5756" fmla="*/ 7905584 w 11237202"/>
              <a:gd name="connsiteY5756" fmla="*/ 422111 h 2631356"/>
              <a:gd name="connsiteX5757" fmla="*/ 2245656 w 11237202"/>
              <a:gd name="connsiteY5757" fmla="*/ 421401 h 2631356"/>
              <a:gd name="connsiteX5758" fmla="*/ 2247491 w 11237202"/>
              <a:gd name="connsiteY5758" fmla="*/ 421606 h 2631356"/>
              <a:gd name="connsiteX5759" fmla="*/ 2245351 w 11237202"/>
              <a:gd name="connsiteY5759" fmla="*/ 422130 h 2631356"/>
              <a:gd name="connsiteX5760" fmla="*/ 2243489 w 11237202"/>
              <a:gd name="connsiteY5760" fmla="*/ 421925 h 2631356"/>
              <a:gd name="connsiteX5761" fmla="*/ 2245656 w 11237202"/>
              <a:gd name="connsiteY5761" fmla="*/ 421401 h 2631356"/>
              <a:gd name="connsiteX5762" fmla="*/ 4377218 w 11237202"/>
              <a:gd name="connsiteY5762" fmla="*/ 420581 h 2631356"/>
              <a:gd name="connsiteX5763" fmla="*/ 4389833 w 11237202"/>
              <a:gd name="connsiteY5763" fmla="*/ 421766 h 2631356"/>
              <a:gd name="connsiteX5764" fmla="*/ 4382358 w 11237202"/>
              <a:gd name="connsiteY5764" fmla="*/ 425003 h 2631356"/>
              <a:gd name="connsiteX5765" fmla="*/ 4369744 w 11237202"/>
              <a:gd name="connsiteY5765" fmla="*/ 423818 h 2631356"/>
              <a:gd name="connsiteX5766" fmla="*/ 4377218 w 11237202"/>
              <a:gd name="connsiteY5766" fmla="*/ 420581 h 2631356"/>
              <a:gd name="connsiteX5767" fmla="*/ 3295498 w 11237202"/>
              <a:gd name="connsiteY5767" fmla="*/ 419188 h 2631356"/>
              <a:gd name="connsiteX5768" fmla="*/ 3307380 w 11237202"/>
              <a:gd name="connsiteY5768" fmla="*/ 423066 h 2631356"/>
              <a:gd name="connsiteX5769" fmla="*/ 3276787 w 11237202"/>
              <a:gd name="connsiteY5769" fmla="*/ 433095 h 2631356"/>
              <a:gd name="connsiteX5770" fmla="*/ 3240415 w 11237202"/>
              <a:gd name="connsiteY5770" fmla="*/ 429380 h 2631356"/>
              <a:gd name="connsiteX5771" fmla="*/ 3271091 w 11237202"/>
              <a:gd name="connsiteY5771" fmla="*/ 419396 h 2631356"/>
              <a:gd name="connsiteX5772" fmla="*/ 3295498 w 11237202"/>
              <a:gd name="connsiteY5772" fmla="*/ 419188 h 2631356"/>
              <a:gd name="connsiteX5773" fmla="*/ 2840682 w 11237202"/>
              <a:gd name="connsiteY5773" fmla="*/ 418321 h 2631356"/>
              <a:gd name="connsiteX5774" fmla="*/ 2853682 w 11237202"/>
              <a:gd name="connsiteY5774" fmla="*/ 423088 h 2631356"/>
              <a:gd name="connsiteX5775" fmla="*/ 2812391 w 11237202"/>
              <a:gd name="connsiteY5775" fmla="*/ 435375 h 2631356"/>
              <a:gd name="connsiteX5776" fmla="*/ 2769239 w 11237202"/>
              <a:gd name="connsiteY5776" fmla="*/ 430815 h 2631356"/>
              <a:gd name="connsiteX5777" fmla="*/ 2810780 w 11237202"/>
              <a:gd name="connsiteY5777" fmla="*/ 418597 h 2631356"/>
              <a:gd name="connsiteX5778" fmla="*/ 2840682 w 11237202"/>
              <a:gd name="connsiteY5778" fmla="*/ 418321 h 2631356"/>
              <a:gd name="connsiteX5779" fmla="*/ 7444678 w 11237202"/>
              <a:gd name="connsiteY5779" fmla="*/ 417523 h 2631356"/>
              <a:gd name="connsiteX5780" fmla="*/ 7476862 w 11237202"/>
              <a:gd name="connsiteY5780" fmla="*/ 422997 h 2631356"/>
              <a:gd name="connsiteX5781" fmla="*/ 7474139 w 11237202"/>
              <a:gd name="connsiteY5781" fmla="*/ 437130 h 2631356"/>
              <a:gd name="connsiteX5782" fmla="*/ 7407869 w 11237202"/>
              <a:gd name="connsiteY5782" fmla="*/ 431887 h 2631356"/>
              <a:gd name="connsiteX5783" fmla="*/ 7411203 w 11237202"/>
              <a:gd name="connsiteY5783" fmla="*/ 417845 h 2631356"/>
              <a:gd name="connsiteX5784" fmla="*/ 7444678 w 11237202"/>
              <a:gd name="connsiteY5784" fmla="*/ 417523 h 2631356"/>
              <a:gd name="connsiteX5785" fmla="*/ 6968939 w 11237202"/>
              <a:gd name="connsiteY5785" fmla="*/ 417330 h 2631356"/>
              <a:gd name="connsiteX5786" fmla="*/ 6992376 w 11237202"/>
              <a:gd name="connsiteY5786" fmla="*/ 421516 h 2631356"/>
              <a:gd name="connsiteX5787" fmla="*/ 6986680 w 11237202"/>
              <a:gd name="connsiteY5787" fmla="*/ 432389 h 2631356"/>
              <a:gd name="connsiteX5788" fmla="*/ 6937081 w 11237202"/>
              <a:gd name="connsiteY5788" fmla="*/ 428377 h 2631356"/>
              <a:gd name="connsiteX5789" fmla="*/ 6943250 w 11237202"/>
              <a:gd name="connsiteY5789" fmla="*/ 417572 h 2631356"/>
              <a:gd name="connsiteX5790" fmla="*/ 6968939 w 11237202"/>
              <a:gd name="connsiteY5790" fmla="*/ 417330 h 2631356"/>
              <a:gd name="connsiteX5791" fmla="*/ 6595945 w 11237202"/>
              <a:gd name="connsiteY5791" fmla="*/ 416455 h 2631356"/>
              <a:gd name="connsiteX5792" fmla="*/ 6610310 w 11237202"/>
              <a:gd name="connsiteY5792" fmla="*/ 417663 h 2631356"/>
              <a:gd name="connsiteX5793" fmla="*/ 6607782 w 11237202"/>
              <a:gd name="connsiteY5793" fmla="*/ 420877 h 2631356"/>
              <a:gd name="connsiteX5794" fmla="*/ 6593389 w 11237202"/>
              <a:gd name="connsiteY5794" fmla="*/ 419669 h 2631356"/>
              <a:gd name="connsiteX5795" fmla="*/ 6595945 w 11237202"/>
              <a:gd name="connsiteY5795" fmla="*/ 416455 h 2631356"/>
              <a:gd name="connsiteX5796" fmla="*/ 5689937 w 11237202"/>
              <a:gd name="connsiteY5796" fmla="*/ 416227 h 2631356"/>
              <a:gd name="connsiteX5797" fmla="*/ 5692355 w 11237202"/>
              <a:gd name="connsiteY5797" fmla="*/ 416455 h 2631356"/>
              <a:gd name="connsiteX5798" fmla="*/ 5691549 w 11237202"/>
              <a:gd name="connsiteY5798" fmla="*/ 416979 h 2631356"/>
              <a:gd name="connsiteX5799" fmla="*/ 5689187 w 11237202"/>
              <a:gd name="connsiteY5799" fmla="*/ 416774 h 2631356"/>
              <a:gd name="connsiteX5800" fmla="*/ 5689937 w 11237202"/>
              <a:gd name="connsiteY5800" fmla="*/ 416227 h 2631356"/>
              <a:gd name="connsiteX5801" fmla="*/ 6213491 w 11237202"/>
              <a:gd name="connsiteY5801" fmla="*/ 416068 h 2631356"/>
              <a:gd name="connsiteX5802" fmla="*/ 6226329 w 11237202"/>
              <a:gd name="connsiteY5802" fmla="*/ 417139 h 2631356"/>
              <a:gd name="connsiteX5803" fmla="*/ 6223244 w 11237202"/>
              <a:gd name="connsiteY5803" fmla="*/ 420079 h 2631356"/>
              <a:gd name="connsiteX5804" fmla="*/ 6210351 w 11237202"/>
              <a:gd name="connsiteY5804" fmla="*/ 418986 h 2631356"/>
              <a:gd name="connsiteX5805" fmla="*/ 6213491 w 11237202"/>
              <a:gd name="connsiteY5805" fmla="*/ 416068 h 2631356"/>
              <a:gd name="connsiteX5806" fmla="*/ 8137292 w 11237202"/>
              <a:gd name="connsiteY5806" fmla="*/ 415702 h 2631356"/>
              <a:gd name="connsiteX5807" fmla="*/ 8160384 w 11237202"/>
              <a:gd name="connsiteY5807" fmla="*/ 417435 h 2631356"/>
              <a:gd name="connsiteX5808" fmla="*/ 8161689 w 11237202"/>
              <a:gd name="connsiteY5808" fmla="*/ 422176 h 2631356"/>
              <a:gd name="connsiteX5809" fmla="*/ 8138460 w 11237202"/>
              <a:gd name="connsiteY5809" fmla="*/ 420444 h 2631356"/>
              <a:gd name="connsiteX5810" fmla="*/ 8137292 w 11237202"/>
              <a:gd name="connsiteY5810" fmla="*/ 415702 h 2631356"/>
              <a:gd name="connsiteX5811" fmla="*/ 8026736 w 11237202"/>
              <a:gd name="connsiteY5811" fmla="*/ 414819 h 2631356"/>
              <a:gd name="connsiteX5812" fmla="*/ 8064463 w 11237202"/>
              <a:gd name="connsiteY5812" fmla="*/ 420809 h 2631356"/>
              <a:gd name="connsiteX5813" fmla="*/ 8067687 w 11237202"/>
              <a:gd name="connsiteY5813" fmla="*/ 436377 h 2631356"/>
              <a:gd name="connsiteX5814" fmla="*/ 7992552 w 11237202"/>
              <a:gd name="connsiteY5814" fmla="*/ 430565 h 2631356"/>
              <a:gd name="connsiteX5815" fmla="*/ 7990218 w 11237202"/>
              <a:gd name="connsiteY5815" fmla="*/ 415155 h 2631356"/>
              <a:gd name="connsiteX5816" fmla="*/ 8026736 w 11237202"/>
              <a:gd name="connsiteY5816" fmla="*/ 414819 h 2631356"/>
              <a:gd name="connsiteX5817" fmla="*/ 2712634 w 11237202"/>
              <a:gd name="connsiteY5817" fmla="*/ 413682 h 2631356"/>
              <a:gd name="connsiteX5818" fmla="*/ 2720584 w 11237202"/>
              <a:gd name="connsiteY5818" fmla="*/ 416659 h 2631356"/>
              <a:gd name="connsiteX5819" fmla="*/ 2693965 w 11237202"/>
              <a:gd name="connsiteY5819" fmla="*/ 424342 h 2631356"/>
              <a:gd name="connsiteX5820" fmla="*/ 2667095 w 11237202"/>
              <a:gd name="connsiteY5820" fmla="*/ 421492 h 2631356"/>
              <a:gd name="connsiteX5821" fmla="*/ 2693743 w 11237202"/>
              <a:gd name="connsiteY5821" fmla="*/ 413833 h 2631356"/>
              <a:gd name="connsiteX5822" fmla="*/ 2712634 w 11237202"/>
              <a:gd name="connsiteY5822" fmla="*/ 413682 h 2631356"/>
              <a:gd name="connsiteX5823" fmla="*/ 4004354 w 11237202"/>
              <a:gd name="connsiteY5823" fmla="*/ 412856 h 2631356"/>
              <a:gd name="connsiteX5824" fmla="*/ 4013992 w 11237202"/>
              <a:gd name="connsiteY5824" fmla="*/ 415566 h 2631356"/>
              <a:gd name="connsiteX5825" fmla="*/ 3996015 w 11237202"/>
              <a:gd name="connsiteY5825" fmla="*/ 422587 h 2631356"/>
              <a:gd name="connsiteX5826" fmla="*/ 3969283 w 11237202"/>
              <a:gd name="connsiteY5826" fmla="*/ 419988 h 2631356"/>
              <a:gd name="connsiteX5827" fmla="*/ 3987317 w 11237202"/>
              <a:gd name="connsiteY5827" fmla="*/ 413036 h 2631356"/>
              <a:gd name="connsiteX5828" fmla="*/ 4004354 w 11237202"/>
              <a:gd name="connsiteY5828" fmla="*/ 412856 h 2631356"/>
              <a:gd name="connsiteX5829" fmla="*/ 3646654 w 11237202"/>
              <a:gd name="connsiteY5829" fmla="*/ 412614 h 2631356"/>
              <a:gd name="connsiteX5830" fmla="*/ 3660158 w 11237202"/>
              <a:gd name="connsiteY5830" fmla="*/ 416683 h 2631356"/>
              <a:gd name="connsiteX5831" fmla="*/ 3630538 w 11237202"/>
              <a:gd name="connsiteY5831" fmla="*/ 427192 h 2631356"/>
              <a:gd name="connsiteX5832" fmla="*/ 3591303 w 11237202"/>
              <a:gd name="connsiteY5832" fmla="*/ 423271 h 2631356"/>
              <a:gd name="connsiteX5833" fmla="*/ 3621146 w 11237202"/>
              <a:gd name="connsiteY5833" fmla="*/ 412853 h 2631356"/>
              <a:gd name="connsiteX5834" fmla="*/ 3646654 w 11237202"/>
              <a:gd name="connsiteY5834" fmla="*/ 412614 h 2631356"/>
              <a:gd name="connsiteX5835" fmla="*/ 4759005 w 11237202"/>
              <a:gd name="connsiteY5835" fmla="*/ 412443 h 2631356"/>
              <a:gd name="connsiteX5836" fmla="*/ 4761755 w 11237202"/>
              <a:gd name="connsiteY5836" fmla="*/ 412717 h 2631356"/>
              <a:gd name="connsiteX5837" fmla="*/ 4760394 w 11237202"/>
              <a:gd name="connsiteY5837" fmla="*/ 413423 h 2631356"/>
              <a:gd name="connsiteX5838" fmla="*/ 4757533 w 11237202"/>
              <a:gd name="connsiteY5838" fmla="*/ 413150 h 2631356"/>
              <a:gd name="connsiteX5839" fmla="*/ 4759005 w 11237202"/>
              <a:gd name="connsiteY5839" fmla="*/ 412443 h 2631356"/>
              <a:gd name="connsiteX5840" fmla="*/ 5958411 w 11237202"/>
              <a:gd name="connsiteY5840" fmla="*/ 411941 h 2631356"/>
              <a:gd name="connsiteX5841" fmla="*/ 5969803 w 11237202"/>
              <a:gd name="connsiteY5841" fmla="*/ 412876 h 2631356"/>
              <a:gd name="connsiteX5842" fmla="*/ 5966580 w 11237202"/>
              <a:gd name="connsiteY5842" fmla="*/ 415543 h 2631356"/>
              <a:gd name="connsiteX5843" fmla="*/ 5955104 w 11237202"/>
              <a:gd name="connsiteY5843" fmla="*/ 414563 h 2631356"/>
              <a:gd name="connsiteX5844" fmla="*/ 5958411 w 11237202"/>
              <a:gd name="connsiteY5844" fmla="*/ 411941 h 2631356"/>
              <a:gd name="connsiteX5845" fmla="*/ 8266527 w 11237202"/>
              <a:gd name="connsiteY5845" fmla="*/ 411622 h 2631356"/>
              <a:gd name="connsiteX5846" fmla="*/ 8271249 w 11237202"/>
              <a:gd name="connsiteY5846" fmla="*/ 411987 h 2631356"/>
              <a:gd name="connsiteX5847" fmla="*/ 8271641 w 11237202"/>
              <a:gd name="connsiteY5847" fmla="*/ 412945 h 2631356"/>
              <a:gd name="connsiteX5848" fmla="*/ 8266831 w 11237202"/>
              <a:gd name="connsiteY5848" fmla="*/ 412580 h 2631356"/>
              <a:gd name="connsiteX5849" fmla="*/ 8266527 w 11237202"/>
              <a:gd name="connsiteY5849" fmla="*/ 411622 h 2631356"/>
              <a:gd name="connsiteX5850" fmla="*/ 3173721 w 11237202"/>
              <a:gd name="connsiteY5850" fmla="*/ 411046 h 2631356"/>
              <a:gd name="connsiteX5851" fmla="*/ 3185176 w 11237202"/>
              <a:gd name="connsiteY5851" fmla="*/ 414882 h 2631356"/>
              <a:gd name="connsiteX5852" fmla="*/ 3153915 w 11237202"/>
              <a:gd name="connsiteY5852" fmla="*/ 424821 h 2631356"/>
              <a:gd name="connsiteX5853" fmla="*/ 3118071 w 11237202"/>
              <a:gd name="connsiteY5853" fmla="*/ 421128 h 2631356"/>
              <a:gd name="connsiteX5854" fmla="*/ 3149470 w 11237202"/>
              <a:gd name="connsiteY5854" fmla="*/ 411281 h 2631356"/>
              <a:gd name="connsiteX5855" fmla="*/ 3173721 w 11237202"/>
              <a:gd name="connsiteY5855" fmla="*/ 411046 h 2631356"/>
              <a:gd name="connsiteX5856" fmla="*/ 7569517 w 11237202"/>
              <a:gd name="connsiteY5856" fmla="*/ 410414 h 2631356"/>
              <a:gd name="connsiteX5857" fmla="*/ 7602652 w 11237202"/>
              <a:gd name="connsiteY5857" fmla="*/ 415931 h 2631356"/>
              <a:gd name="connsiteX5858" fmla="*/ 7601068 w 11237202"/>
              <a:gd name="connsiteY5858" fmla="*/ 430223 h 2631356"/>
              <a:gd name="connsiteX5859" fmla="*/ 7533296 w 11237202"/>
              <a:gd name="connsiteY5859" fmla="*/ 424912 h 2631356"/>
              <a:gd name="connsiteX5860" fmla="*/ 7535631 w 11237202"/>
              <a:gd name="connsiteY5860" fmla="*/ 410710 h 2631356"/>
              <a:gd name="connsiteX5861" fmla="*/ 7569517 w 11237202"/>
              <a:gd name="connsiteY5861" fmla="*/ 410414 h 2631356"/>
              <a:gd name="connsiteX5862" fmla="*/ 7099357 w 11237202"/>
              <a:gd name="connsiteY5862" fmla="*/ 409764 h 2631356"/>
              <a:gd name="connsiteX5863" fmla="*/ 7123362 w 11237202"/>
              <a:gd name="connsiteY5863" fmla="*/ 413970 h 2631356"/>
              <a:gd name="connsiteX5864" fmla="*/ 7118526 w 11237202"/>
              <a:gd name="connsiteY5864" fmla="*/ 424889 h 2631356"/>
              <a:gd name="connsiteX5865" fmla="*/ 7068261 w 11237202"/>
              <a:gd name="connsiteY5865" fmla="*/ 420831 h 2631356"/>
              <a:gd name="connsiteX5866" fmla="*/ 7073374 w 11237202"/>
              <a:gd name="connsiteY5866" fmla="*/ 410004 h 2631356"/>
              <a:gd name="connsiteX5867" fmla="*/ 7099357 w 11237202"/>
              <a:gd name="connsiteY5867" fmla="*/ 409764 h 2631356"/>
              <a:gd name="connsiteX5868" fmla="*/ 2577844 w 11237202"/>
              <a:gd name="connsiteY5868" fmla="*/ 409046 h 2631356"/>
              <a:gd name="connsiteX5869" fmla="*/ 2589376 w 11237202"/>
              <a:gd name="connsiteY5869" fmla="*/ 410277 h 2631356"/>
              <a:gd name="connsiteX5870" fmla="*/ 2577455 w 11237202"/>
              <a:gd name="connsiteY5870" fmla="*/ 413583 h 2631356"/>
              <a:gd name="connsiteX5871" fmla="*/ 2565980 w 11237202"/>
              <a:gd name="connsiteY5871" fmla="*/ 412352 h 2631356"/>
              <a:gd name="connsiteX5872" fmla="*/ 2577844 w 11237202"/>
              <a:gd name="connsiteY5872" fmla="*/ 409046 h 2631356"/>
              <a:gd name="connsiteX5873" fmla="*/ 4233950 w 11237202"/>
              <a:gd name="connsiteY5873" fmla="*/ 407815 h 2631356"/>
              <a:gd name="connsiteX5874" fmla="*/ 4247955 w 11237202"/>
              <a:gd name="connsiteY5874" fmla="*/ 409138 h 2631356"/>
              <a:gd name="connsiteX5875" fmla="*/ 4239258 w 11237202"/>
              <a:gd name="connsiteY5875" fmla="*/ 412717 h 2631356"/>
              <a:gd name="connsiteX5876" fmla="*/ 4225198 w 11237202"/>
              <a:gd name="connsiteY5876" fmla="*/ 411372 h 2631356"/>
              <a:gd name="connsiteX5877" fmla="*/ 4233950 w 11237202"/>
              <a:gd name="connsiteY5877" fmla="*/ 407815 h 2631356"/>
              <a:gd name="connsiteX5878" fmla="*/ 5576874 w 11237202"/>
              <a:gd name="connsiteY5878" fmla="*/ 407132 h 2631356"/>
              <a:gd name="connsiteX5879" fmla="*/ 5579180 w 11237202"/>
              <a:gd name="connsiteY5879" fmla="*/ 407337 h 2631356"/>
              <a:gd name="connsiteX5880" fmla="*/ 5578375 w 11237202"/>
              <a:gd name="connsiteY5880" fmla="*/ 407861 h 2631356"/>
              <a:gd name="connsiteX5881" fmla="*/ 5576013 w 11237202"/>
              <a:gd name="connsiteY5881" fmla="*/ 407656 h 2631356"/>
              <a:gd name="connsiteX5882" fmla="*/ 5576874 w 11237202"/>
              <a:gd name="connsiteY5882" fmla="*/ 407132 h 2631356"/>
              <a:gd name="connsiteX5883" fmla="*/ 4489392 w 11237202"/>
              <a:gd name="connsiteY5883" fmla="*/ 405969 h 2631356"/>
              <a:gd name="connsiteX5884" fmla="*/ 4500813 w 11237202"/>
              <a:gd name="connsiteY5884" fmla="*/ 406995 h 2631356"/>
              <a:gd name="connsiteX5885" fmla="*/ 4494338 w 11237202"/>
              <a:gd name="connsiteY5885" fmla="*/ 409913 h 2631356"/>
              <a:gd name="connsiteX5886" fmla="*/ 4482891 w 11237202"/>
              <a:gd name="connsiteY5886" fmla="*/ 408841 h 2631356"/>
              <a:gd name="connsiteX5887" fmla="*/ 4489392 w 11237202"/>
              <a:gd name="connsiteY5887" fmla="*/ 405969 h 2631356"/>
              <a:gd name="connsiteX5888" fmla="*/ 6359287 w 11237202"/>
              <a:gd name="connsiteY5888" fmla="*/ 405786 h 2631356"/>
              <a:gd name="connsiteX5889" fmla="*/ 6372180 w 11237202"/>
              <a:gd name="connsiteY5889" fmla="*/ 406858 h 2631356"/>
              <a:gd name="connsiteX5890" fmla="*/ 6369373 w 11237202"/>
              <a:gd name="connsiteY5890" fmla="*/ 409753 h 2631356"/>
              <a:gd name="connsiteX5891" fmla="*/ 6356453 w 11237202"/>
              <a:gd name="connsiteY5891" fmla="*/ 408659 h 2631356"/>
              <a:gd name="connsiteX5892" fmla="*/ 6359287 w 11237202"/>
              <a:gd name="connsiteY5892" fmla="*/ 405786 h 2631356"/>
              <a:gd name="connsiteX5893" fmla="*/ 8385926 w 11237202"/>
              <a:gd name="connsiteY5893" fmla="*/ 405331 h 2631356"/>
              <a:gd name="connsiteX5894" fmla="*/ 8388621 w 11237202"/>
              <a:gd name="connsiteY5894" fmla="*/ 405536 h 2631356"/>
              <a:gd name="connsiteX5895" fmla="*/ 8388900 w 11237202"/>
              <a:gd name="connsiteY5895" fmla="*/ 406084 h 2631356"/>
              <a:gd name="connsiteX5896" fmla="*/ 8386148 w 11237202"/>
              <a:gd name="connsiteY5896" fmla="*/ 405855 h 2631356"/>
              <a:gd name="connsiteX5897" fmla="*/ 8385926 w 11237202"/>
              <a:gd name="connsiteY5897" fmla="*/ 405331 h 2631356"/>
              <a:gd name="connsiteX5898" fmla="*/ 6723403 w 11237202"/>
              <a:gd name="connsiteY5898" fmla="*/ 404784 h 2631356"/>
              <a:gd name="connsiteX5899" fmla="*/ 6759719 w 11237202"/>
              <a:gd name="connsiteY5899" fmla="*/ 407724 h 2631356"/>
              <a:gd name="connsiteX5900" fmla="*/ 6754107 w 11237202"/>
              <a:gd name="connsiteY5900" fmla="*/ 415703 h 2631356"/>
              <a:gd name="connsiteX5901" fmla="*/ 6717623 w 11237202"/>
              <a:gd name="connsiteY5901" fmla="*/ 412762 h 2631356"/>
              <a:gd name="connsiteX5902" fmla="*/ 6723403 w 11237202"/>
              <a:gd name="connsiteY5902" fmla="*/ 404784 h 2631356"/>
              <a:gd name="connsiteX5903" fmla="*/ 4875847 w 11237202"/>
              <a:gd name="connsiteY5903" fmla="*/ 404100 h 2631356"/>
              <a:gd name="connsiteX5904" fmla="*/ 4879765 w 11237202"/>
              <a:gd name="connsiteY5904" fmla="*/ 404441 h 2631356"/>
              <a:gd name="connsiteX5905" fmla="*/ 4877876 w 11237202"/>
              <a:gd name="connsiteY5905" fmla="*/ 405421 h 2631356"/>
              <a:gd name="connsiteX5906" fmla="*/ 4873903 w 11237202"/>
              <a:gd name="connsiteY5906" fmla="*/ 405057 h 2631356"/>
              <a:gd name="connsiteX5907" fmla="*/ 4875847 w 11237202"/>
              <a:gd name="connsiteY5907" fmla="*/ 404100 h 2631356"/>
              <a:gd name="connsiteX5908" fmla="*/ 3520806 w 11237202"/>
              <a:gd name="connsiteY5908" fmla="*/ 403826 h 2631356"/>
              <a:gd name="connsiteX5909" fmla="*/ 3533953 w 11237202"/>
              <a:gd name="connsiteY5909" fmla="*/ 407907 h 2631356"/>
              <a:gd name="connsiteX5910" fmla="*/ 3503276 w 11237202"/>
              <a:gd name="connsiteY5910" fmla="*/ 418392 h 2631356"/>
              <a:gd name="connsiteX5911" fmla="*/ 3464125 w 11237202"/>
              <a:gd name="connsiteY5911" fmla="*/ 414517 h 2631356"/>
              <a:gd name="connsiteX5912" fmla="*/ 3495051 w 11237202"/>
              <a:gd name="connsiteY5912" fmla="*/ 404055 h 2631356"/>
              <a:gd name="connsiteX5913" fmla="*/ 3520806 w 11237202"/>
              <a:gd name="connsiteY5913" fmla="*/ 403826 h 2631356"/>
              <a:gd name="connsiteX5914" fmla="*/ 7692792 w 11237202"/>
              <a:gd name="connsiteY5914" fmla="*/ 403613 h 2631356"/>
              <a:gd name="connsiteX5915" fmla="*/ 7726274 w 11237202"/>
              <a:gd name="connsiteY5915" fmla="*/ 409069 h 2631356"/>
              <a:gd name="connsiteX5916" fmla="*/ 7725913 w 11237202"/>
              <a:gd name="connsiteY5916" fmla="*/ 423225 h 2631356"/>
              <a:gd name="connsiteX5917" fmla="*/ 7658030 w 11237202"/>
              <a:gd name="connsiteY5917" fmla="*/ 417982 h 2631356"/>
              <a:gd name="connsiteX5918" fmla="*/ 7659141 w 11237202"/>
              <a:gd name="connsiteY5918" fmla="*/ 403918 h 2631356"/>
              <a:gd name="connsiteX5919" fmla="*/ 7692792 w 11237202"/>
              <a:gd name="connsiteY5919" fmla="*/ 403613 h 2631356"/>
              <a:gd name="connsiteX5920" fmla="*/ 2462837 w 11237202"/>
              <a:gd name="connsiteY5920" fmla="*/ 403005 h 2631356"/>
              <a:gd name="connsiteX5921" fmla="*/ 2466227 w 11237202"/>
              <a:gd name="connsiteY5921" fmla="*/ 403370 h 2631356"/>
              <a:gd name="connsiteX5922" fmla="*/ 2462698 w 11237202"/>
              <a:gd name="connsiteY5922" fmla="*/ 404350 h 2631356"/>
              <a:gd name="connsiteX5923" fmla="*/ 2459335 w 11237202"/>
              <a:gd name="connsiteY5923" fmla="*/ 403963 h 2631356"/>
              <a:gd name="connsiteX5924" fmla="*/ 2462837 w 11237202"/>
              <a:gd name="connsiteY5924" fmla="*/ 403005 h 2631356"/>
              <a:gd name="connsiteX5925" fmla="*/ 7227835 w 11237202"/>
              <a:gd name="connsiteY5925" fmla="*/ 402009 h 2631356"/>
              <a:gd name="connsiteX5926" fmla="*/ 7253597 w 11237202"/>
              <a:gd name="connsiteY5926" fmla="*/ 406448 h 2631356"/>
              <a:gd name="connsiteX5927" fmla="*/ 7249539 w 11237202"/>
              <a:gd name="connsiteY5927" fmla="*/ 417891 h 2631356"/>
              <a:gd name="connsiteX5928" fmla="*/ 7195856 w 11237202"/>
              <a:gd name="connsiteY5928" fmla="*/ 413651 h 2631356"/>
              <a:gd name="connsiteX5929" fmla="*/ 7200302 w 11237202"/>
              <a:gd name="connsiteY5929" fmla="*/ 402254 h 2631356"/>
              <a:gd name="connsiteX5930" fmla="*/ 7227835 w 11237202"/>
              <a:gd name="connsiteY5930" fmla="*/ 402009 h 2631356"/>
              <a:gd name="connsiteX5931" fmla="*/ 3875886 w 11237202"/>
              <a:gd name="connsiteY5931" fmla="*/ 401336 h 2631356"/>
              <a:gd name="connsiteX5932" fmla="*/ 3888369 w 11237202"/>
              <a:gd name="connsiteY5932" fmla="*/ 404920 h 2631356"/>
              <a:gd name="connsiteX5933" fmla="*/ 3863612 w 11237202"/>
              <a:gd name="connsiteY5933" fmla="*/ 414130 h 2631356"/>
              <a:gd name="connsiteX5934" fmla="*/ 3828350 w 11237202"/>
              <a:gd name="connsiteY5934" fmla="*/ 410733 h 2631356"/>
              <a:gd name="connsiteX5935" fmla="*/ 3853275 w 11237202"/>
              <a:gd name="connsiteY5935" fmla="*/ 401547 h 2631356"/>
              <a:gd name="connsiteX5936" fmla="*/ 3875886 w 11237202"/>
              <a:gd name="connsiteY5936" fmla="*/ 401336 h 2631356"/>
              <a:gd name="connsiteX5937" fmla="*/ 3059375 w 11237202"/>
              <a:gd name="connsiteY5937" fmla="*/ 401336 h 2631356"/>
              <a:gd name="connsiteX5938" fmla="*/ 3073279 w 11237202"/>
              <a:gd name="connsiteY5938" fmla="*/ 406083 h 2631356"/>
              <a:gd name="connsiteX5939" fmla="*/ 3033433 w 11237202"/>
              <a:gd name="connsiteY5939" fmla="*/ 418392 h 2631356"/>
              <a:gd name="connsiteX5940" fmla="*/ 2989030 w 11237202"/>
              <a:gd name="connsiteY5940" fmla="*/ 413833 h 2631356"/>
              <a:gd name="connsiteX5941" fmla="*/ 3029070 w 11237202"/>
              <a:gd name="connsiteY5941" fmla="*/ 401615 h 2631356"/>
              <a:gd name="connsiteX5942" fmla="*/ 3059375 w 11237202"/>
              <a:gd name="connsiteY5942" fmla="*/ 401336 h 2631356"/>
              <a:gd name="connsiteX5943" fmla="*/ 5461560 w 11237202"/>
              <a:gd name="connsiteY5943" fmla="*/ 400225 h 2631356"/>
              <a:gd name="connsiteX5944" fmla="*/ 5465588 w 11237202"/>
              <a:gd name="connsiteY5944" fmla="*/ 400567 h 2631356"/>
              <a:gd name="connsiteX5945" fmla="*/ 5464032 w 11237202"/>
              <a:gd name="connsiteY5945" fmla="*/ 401525 h 2631356"/>
              <a:gd name="connsiteX5946" fmla="*/ 5460003 w 11237202"/>
              <a:gd name="connsiteY5946" fmla="*/ 401182 h 2631356"/>
              <a:gd name="connsiteX5947" fmla="*/ 5461560 w 11237202"/>
              <a:gd name="connsiteY5947" fmla="*/ 400225 h 2631356"/>
              <a:gd name="connsiteX5948" fmla="*/ 8503796 w 11237202"/>
              <a:gd name="connsiteY5948" fmla="*/ 399017 h 2631356"/>
              <a:gd name="connsiteX5949" fmla="*/ 8505186 w 11237202"/>
              <a:gd name="connsiteY5949" fmla="*/ 399108 h 2631356"/>
              <a:gd name="connsiteX5950" fmla="*/ 8505351 w 11237202"/>
              <a:gd name="connsiteY5950" fmla="*/ 399381 h 2631356"/>
              <a:gd name="connsiteX5951" fmla="*/ 8503963 w 11237202"/>
              <a:gd name="connsiteY5951" fmla="*/ 399290 h 2631356"/>
              <a:gd name="connsiteX5952" fmla="*/ 8503796 w 11237202"/>
              <a:gd name="connsiteY5952" fmla="*/ 399017 h 2631356"/>
              <a:gd name="connsiteX5953" fmla="*/ 6111209 w 11237202"/>
              <a:gd name="connsiteY5953" fmla="*/ 398949 h 2631356"/>
              <a:gd name="connsiteX5954" fmla="*/ 6125074 w 11237202"/>
              <a:gd name="connsiteY5954" fmla="*/ 400111 h 2631356"/>
              <a:gd name="connsiteX5955" fmla="*/ 6121463 w 11237202"/>
              <a:gd name="connsiteY5955" fmla="*/ 403234 h 2631356"/>
              <a:gd name="connsiteX5956" fmla="*/ 6107653 w 11237202"/>
              <a:gd name="connsiteY5956" fmla="*/ 402071 h 2631356"/>
              <a:gd name="connsiteX5957" fmla="*/ 6111209 w 11237202"/>
              <a:gd name="connsiteY5957" fmla="*/ 398949 h 2631356"/>
              <a:gd name="connsiteX5958" fmla="*/ 4994135 w 11237202"/>
              <a:gd name="connsiteY5958" fmla="*/ 398880 h 2631356"/>
              <a:gd name="connsiteX5959" fmla="*/ 4995274 w 11237202"/>
              <a:gd name="connsiteY5959" fmla="*/ 398971 h 2631356"/>
              <a:gd name="connsiteX5960" fmla="*/ 4994719 w 11237202"/>
              <a:gd name="connsiteY5960" fmla="*/ 399245 h 2631356"/>
              <a:gd name="connsiteX5961" fmla="*/ 4993607 w 11237202"/>
              <a:gd name="connsiteY5961" fmla="*/ 399131 h 2631356"/>
              <a:gd name="connsiteX5962" fmla="*/ 4994135 w 11237202"/>
              <a:gd name="connsiteY5962" fmla="*/ 398880 h 2631356"/>
              <a:gd name="connsiteX5963" fmla="*/ 5851238 w 11237202"/>
              <a:gd name="connsiteY5963" fmla="*/ 398446 h 2631356"/>
              <a:gd name="connsiteX5964" fmla="*/ 5862409 w 11237202"/>
              <a:gd name="connsiteY5964" fmla="*/ 399381 h 2631356"/>
              <a:gd name="connsiteX5965" fmla="*/ 5859019 w 11237202"/>
              <a:gd name="connsiteY5965" fmla="*/ 401958 h 2631356"/>
              <a:gd name="connsiteX5966" fmla="*/ 5847793 w 11237202"/>
              <a:gd name="connsiteY5966" fmla="*/ 401023 h 2631356"/>
              <a:gd name="connsiteX5967" fmla="*/ 5851238 w 11237202"/>
              <a:gd name="connsiteY5967" fmla="*/ 398446 h 2631356"/>
              <a:gd name="connsiteX5968" fmla="*/ 5346441 w 11237202"/>
              <a:gd name="connsiteY5968" fmla="*/ 396509 h 2631356"/>
              <a:gd name="connsiteX5969" fmla="*/ 5347497 w 11237202"/>
              <a:gd name="connsiteY5969" fmla="*/ 396623 h 2631356"/>
              <a:gd name="connsiteX5970" fmla="*/ 5347163 w 11237202"/>
              <a:gd name="connsiteY5970" fmla="*/ 396920 h 2631356"/>
              <a:gd name="connsiteX5971" fmla="*/ 5345885 w 11237202"/>
              <a:gd name="connsiteY5971" fmla="*/ 396806 h 2631356"/>
              <a:gd name="connsiteX5972" fmla="*/ 5346441 w 11237202"/>
              <a:gd name="connsiteY5972" fmla="*/ 396509 h 2631356"/>
              <a:gd name="connsiteX5973" fmla="*/ 7814552 w 11237202"/>
              <a:gd name="connsiteY5973" fmla="*/ 396318 h 2631356"/>
              <a:gd name="connsiteX5974" fmla="*/ 7850341 w 11237202"/>
              <a:gd name="connsiteY5974" fmla="*/ 402071 h 2631356"/>
              <a:gd name="connsiteX5975" fmla="*/ 7851258 w 11237202"/>
              <a:gd name="connsiteY5975" fmla="*/ 416934 h 2631356"/>
              <a:gd name="connsiteX5976" fmla="*/ 7779208 w 11237202"/>
              <a:gd name="connsiteY5976" fmla="*/ 411372 h 2631356"/>
              <a:gd name="connsiteX5977" fmla="*/ 7779096 w 11237202"/>
              <a:gd name="connsiteY5977" fmla="*/ 396669 h 2631356"/>
              <a:gd name="connsiteX5978" fmla="*/ 7814552 w 11237202"/>
              <a:gd name="connsiteY5978" fmla="*/ 396318 h 2631356"/>
              <a:gd name="connsiteX5979" fmla="*/ 2349356 w 11237202"/>
              <a:gd name="connsiteY5979" fmla="*/ 395938 h 2631356"/>
              <a:gd name="connsiteX5980" fmla="*/ 2350273 w 11237202"/>
              <a:gd name="connsiteY5980" fmla="*/ 396030 h 2631356"/>
              <a:gd name="connsiteX5981" fmla="*/ 2349217 w 11237202"/>
              <a:gd name="connsiteY5981" fmla="*/ 396326 h 2631356"/>
              <a:gd name="connsiteX5982" fmla="*/ 2348328 w 11237202"/>
              <a:gd name="connsiteY5982" fmla="*/ 396212 h 2631356"/>
              <a:gd name="connsiteX5983" fmla="*/ 2349356 w 11237202"/>
              <a:gd name="connsiteY5983" fmla="*/ 395938 h 2631356"/>
              <a:gd name="connsiteX5984" fmla="*/ 3395461 w 11237202"/>
              <a:gd name="connsiteY5984" fmla="*/ 395911 h 2631356"/>
              <a:gd name="connsiteX5985" fmla="*/ 3407356 w 11237202"/>
              <a:gd name="connsiteY5985" fmla="*/ 399677 h 2631356"/>
              <a:gd name="connsiteX5986" fmla="*/ 3378014 w 11237202"/>
              <a:gd name="connsiteY5986" fmla="*/ 409388 h 2631356"/>
              <a:gd name="connsiteX5987" fmla="*/ 3341919 w 11237202"/>
              <a:gd name="connsiteY5987" fmla="*/ 405810 h 2631356"/>
              <a:gd name="connsiteX5988" fmla="*/ 3371456 w 11237202"/>
              <a:gd name="connsiteY5988" fmla="*/ 396144 h 2631356"/>
              <a:gd name="connsiteX5989" fmla="*/ 3395461 w 11237202"/>
              <a:gd name="connsiteY5989" fmla="*/ 395911 h 2631356"/>
              <a:gd name="connsiteX5990" fmla="*/ 5111922 w 11237202"/>
              <a:gd name="connsiteY5990" fmla="*/ 395620 h 2631356"/>
              <a:gd name="connsiteX5991" fmla="*/ 5113116 w 11237202"/>
              <a:gd name="connsiteY5991" fmla="*/ 395711 h 2631356"/>
              <a:gd name="connsiteX5992" fmla="*/ 5112561 w 11237202"/>
              <a:gd name="connsiteY5992" fmla="*/ 395984 h 2631356"/>
              <a:gd name="connsiteX5993" fmla="*/ 5111366 w 11237202"/>
              <a:gd name="connsiteY5993" fmla="*/ 395894 h 2631356"/>
              <a:gd name="connsiteX5994" fmla="*/ 5111922 w 11237202"/>
              <a:gd name="connsiteY5994" fmla="*/ 395620 h 2631356"/>
              <a:gd name="connsiteX5995" fmla="*/ 6496441 w 11237202"/>
              <a:gd name="connsiteY5995" fmla="*/ 394662 h 2631356"/>
              <a:gd name="connsiteX5996" fmla="*/ 6520338 w 11237202"/>
              <a:gd name="connsiteY5996" fmla="*/ 396600 h 2631356"/>
              <a:gd name="connsiteX5997" fmla="*/ 6515726 w 11237202"/>
              <a:gd name="connsiteY5997" fmla="*/ 401888 h 2631356"/>
              <a:gd name="connsiteX5998" fmla="*/ 6491773 w 11237202"/>
              <a:gd name="connsiteY5998" fmla="*/ 399928 h 2631356"/>
              <a:gd name="connsiteX5999" fmla="*/ 6496441 w 11237202"/>
              <a:gd name="connsiteY5999" fmla="*/ 394662 h 2631356"/>
              <a:gd name="connsiteX6000" fmla="*/ 5229125 w 11237202"/>
              <a:gd name="connsiteY6000" fmla="*/ 394662 h 2631356"/>
              <a:gd name="connsiteX6001" fmla="*/ 5231348 w 11237202"/>
              <a:gd name="connsiteY6001" fmla="*/ 394867 h 2631356"/>
              <a:gd name="connsiteX6002" fmla="*/ 5230486 w 11237202"/>
              <a:gd name="connsiteY6002" fmla="*/ 395392 h 2631356"/>
              <a:gd name="connsiteX6003" fmla="*/ 5228208 w 11237202"/>
              <a:gd name="connsiteY6003" fmla="*/ 395187 h 2631356"/>
              <a:gd name="connsiteX6004" fmla="*/ 5229125 w 11237202"/>
              <a:gd name="connsiteY6004" fmla="*/ 394662 h 2631356"/>
              <a:gd name="connsiteX6005" fmla="*/ 7354400 w 11237202"/>
              <a:gd name="connsiteY6005" fmla="*/ 394178 h 2631356"/>
              <a:gd name="connsiteX6006" fmla="*/ 7382943 w 11237202"/>
              <a:gd name="connsiteY6006" fmla="*/ 398993 h 2631356"/>
              <a:gd name="connsiteX6007" fmla="*/ 7379637 w 11237202"/>
              <a:gd name="connsiteY6007" fmla="*/ 411462 h 2631356"/>
              <a:gd name="connsiteX6008" fmla="*/ 7320675 w 11237202"/>
              <a:gd name="connsiteY6008" fmla="*/ 406835 h 2631356"/>
              <a:gd name="connsiteX6009" fmla="*/ 7324481 w 11237202"/>
              <a:gd name="connsiteY6009" fmla="*/ 394457 h 2631356"/>
              <a:gd name="connsiteX6010" fmla="*/ 7354400 w 11237202"/>
              <a:gd name="connsiteY6010" fmla="*/ 394178 h 2631356"/>
              <a:gd name="connsiteX6011" fmla="*/ 6877701 w 11237202"/>
              <a:gd name="connsiteY6011" fmla="*/ 394127 h 2631356"/>
              <a:gd name="connsiteX6012" fmla="*/ 6902569 w 11237202"/>
              <a:gd name="connsiteY6012" fmla="*/ 398584 h 2631356"/>
              <a:gd name="connsiteX6013" fmla="*/ 6895651 w 11237202"/>
              <a:gd name="connsiteY6013" fmla="*/ 410050 h 2631356"/>
              <a:gd name="connsiteX6014" fmla="*/ 6842689 w 11237202"/>
              <a:gd name="connsiteY6014" fmla="*/ 405810 h 2631356"/>
              <a:gd name="connsiteX6015" fmla="*/ 6849998 w 11237202"/>
              <a:gd name="connsiteY6015" fmla="*/ 394389 h 2631356"/>
              <a:gd name="connsiteX6016" fmla="*/ 6877701 w 11237202"/>
              <a:gd name="connsiteY6016" fmla="*/ 394127 h 2631356"/>
              <a:gd name="connsiteX6017" fmla="*/ 4110064 w 11237202"/>
              <a:gd name="connsiteY6017" fmla="*/ 394115 h 2631356"/>
              <a:gd name="connsiteX6018" fmla="*/ 4119803 w 11237202"/>
              <a:gd name="connsiteY6018" fmla="*/ 396760 h 2631356"/>
              <a:gd name="connsiteX6019" fmla="*/ 4102548 w 11237202"/>
              <a:gd name="connsiteY6019" fmla="*/ 403530 h 2631356"/>
              <a:gd name="connsiteX6020" fmla="*/ 4075984 w 11237202"/>
              <a:gd name="connsiteY6020" fmla="*/ 401045 h 2631356"/>
              <a:gd name="connsiteX6021" fmla="*/ 4093240 w 11237202"/>
              <a:gd name="connsiteY6021" fmla="*/ 394275 h 2631356"/>
              <a:gd name="connsiteX6022" fmla="*/ 4110064 w 11237202"/>
              <a:gd name="connsiteY6022" fmla="*/ 394115 h 2631356"/>
              <a:gd name="connsiteX6023" fmla="*/ 2940170 w 11237202"/>
              <a:gd name="connsiteY6023" fmla="*/ 393820 h 2631356"/>
              <a:gd name="connsiteX6024" fmla="*/ 2953157 w 11237202"/>
              <a:gd name="connsiteY6024" fmla="*/ 398356 h 2631356"/>
              <a:gd name="connsiteX6025" fmla="*/ 2913811 w 11237202"/>
              <a:gd name="connsiteY6025" fmla="*/ 410096 h 2631356"/>
              <a:gd name="connsiteX6026" fmla="*/ 2871548 w 11237202"/>
              <a:gd name="connsiteY6026" fmla="*/ 405742 h 2631356"/>
              <a:gd name="connsiteX6027" fmla="*/ 2911116 w 11237202"/>
              <a:gd name="connsiteY6027" fmla="*/ 394070 h 2631356"/>
              <a:gd name="connsiteX6028" fmla="*/ 2940170 w 11237202"/>
              <a:gd name="connsiteY6028" fmla="*/ 393820 h 2631356"/>
              <a:gd name="connsiteX6029" fmla="*/ 4602511 w 11237202"/>
              <a:gd name="connsiteY6029" fmla="*/ 393386 h 2631356"/>
              <a:gd name="connsiteX6030" fmla="*/ 4613931 w 11237202"/>
              <a:gd name="connsiteY6030" fmla="*/ 394435 h 2631356"/>
              <a:gd name="connsiteX6031" fmla="*/ 4607763 w 11237202"/>
              <a:gd name="connsiteY6031" fmla="*/ 397261 h 2631356"/>
              <a:gd name="connsiteX6032" fmla="*/ 4596287 w 11237202"/>
              <a:gd name="connsiteY6032" fmla="*/ 396213 h 2631356"/>
              <a:gd name="connsiteX6033" fmla="*/ 4602511 w 11237202"/>
              <a:gd name="connsiteY6033" fmla="*/ 393386 h 2631356"/>
              <a:gd name="connsiteX6034" fmla="*/ 3747322 w 11237202"/>
              <a:gd name="connsiteY6034" fmla="*/ 391631 h 2631356"/>
              <a:gd name="connsiteX6035" fmla="*/ 3760134 w 11237202"/>
              <a:gd name="connsiteY6035" fmla="*/ 395369 h 2631356"/>
              <a:gd name="connsiteX6036" fmla="*/ 3733209 w 11237202"/>
              <a:gd name="connsiteY6036" fmla="*/ 405012 h 2631356"/>
              <a:gd name="connsiteX6037" fmla="*/ 3696366 w 11237202"/>
              <a:gd name="connsiteY6037" fmla="*/ 401478 h 2631356"/>
              <a:gd name="connsiteX6038" fmla="*/ 3723485 w 11237202"/>
              <a:gd name="connsiteY6038" fmla="*/ 391858 h 2631356"/>
              <a:gd name="connsiteX6039" fmla="*/ 3747322 w 11237202"/>
              <a:gd name="connsiteY6039" fmla="*/ 391631 h 2631356"/>
              <a:gd name="connsiteX6040" fmla="*/ 2794969 w 11237202"/>
              <a:gd name="connsiteY6040" fmla="*/ 391175 h 2631356"/>
              <a:gd name="connsiteX6041" fmla="*/ 2811391 w 11237202"/>
              <a:gd name="connsiteY6041" fmla="*/ 392862 h 2631356"/>
              <a:gd name="connsiteX6042" fmla="*/ 2795608 w 11237202"/>
              <a:gd name="connsiteY6042" fmla="*/ 397444 h 2631356"/>
              <a:gd name="connsiteX6043" fmla="*/ 2779102 w 11237202"/>
              <a:gd name="connsiteY6043" fmla="*/ 395757 h 2631356"/>
              <a:gd name="connsiteX6044" fmla="*/ 2794969 w 11237202"/>
              <a:gd name="connsiteY6044" fmla="*/ 391175 h 2631356"/>
              <a:gd name="connsiteX6045" fmla="*/ 4341902 w 11237202"/>
              <a:gd name="connsiteY6045" fmla="*/ 390605 h 2631356"/>
              <a:gd name="connsiteX6046" fmla="*/ 4362880 w 11237202"/>
              <a:gd name="connsiteY6046" fmla="*/ 392520 h 2631356"/>
              <a:gd name="connsiteX6047" fmla="*/ 4350377 w 11237202"/>
              <a:gd name="connsiteY6047" fmla="*/ 397786 h 2631356"/>
              <a:gd name="connsiteX6048" fmla="*/ 4329369 w 11237202"/>
              <a:gd name="connsiteY6048" fmla="*/ 395825 h 2631356"/>
              <a:gd name="connsiteX6049" fmla="*/ 4341902 w 11237202"/>
              <a:gd name="connsiteY6049" fmla="*/ 390605 h 2631356"/>
              <a:gd name="connsiteX6050" fmla="*/ 7934924 w 11237202"/>
              <a:gd name="connsiteY6050" fmla="*/ 389277 h 2631356"/>
              <a:gd name="connsiteX6051" fmla="*/ 7972657 w 11237202"/>
              <a:gd name="connsiteY6051" fmla="*/ 395210 h 2631356"/>
              <a:gd name="connsiteX6052" fmla="*/ 7974908 w 11237202"/>
              <a:gd name="connsiteY6052" fmla="*/ 410642 h 2631356"/>
              <a:gd name="connsiteX6053" fmla="*/ 7899412 w 11237202"/>
              <a:gd name="connsiteY6053" fmla="*/ 404920 h 2631356"/>
              <a:gd name="connsiteX6054" fmla="*/ 7898022 w 11237202"/>
              <a:gd name="connsiteY6054" fmla="*/ 389602 h 2631356"/>
              <a:gd name="connsiteX6055" fmla="*/ 7934924 w 11237202"/>
              <a:gd name="connsiteY6055" fmla="*/ 389277 h 2631356"/>
              <a:gd name="connsiteX6056" fmla="*/ 3273880 w 11237202"/>
              <a:gd name="connsiteY6056" fmla="*/ 387678 h 2631356"/>
              <a:gd name="connsiteX6057" fmla="*/ 3285540 w 11237202"/>
              <a:gd name="connsiteY6057" fmla="*/ 391448 h 2631356"/>
              <a:gd name="connsiteX6058" fmla="*/ 3255086 w 11237202"/>
              <a:gd name="connsiteY6058" fmla="*/ 401159 h 2631356"/>
              <a:gd name="connsiteX6059" fmla="*/ 3219130 w 11237202"/>
              <a:gd name="connsiteY6059" fmla="*/ 397580 h 2631356"/>
              <a:gd name="connsiteX6060" fmla="*/ 3249695 w 11237202"/>
              <a:gd name="connsiteY6060" fmla="*/ 387892 h 2631356"/>
              <a:gd name="connsiteX6061" fmla="*/ 3273880 w 11237202"/>
              <a:gd name="connsiteY6061" fmla="*/ 387678 h 2631356"/>
              <a:gd name="connsiteX6062" fmla="*/ 5743037 w 11237202"/>
              <a:gd name="connsiteY6062" fmla="*/ 387641 h 2631356"/>
              <a:gd name="connsiteX6063" fmla="*/ 5751152 w 11237202"/>
              <a:gd name="connsiteY6063" fmla="*/ 388325 h 2631356"/>
              <a:gd name="connsiteX6064" fmla="*/ 5748567 w 11237202"/>
              <a:gd name="connsiteY6064" fmla="*/ 390195 h 2631356"/>
              <a:gd name="connsiteX6065" fmla="*/ 5740398 w 11237202"/>
              <a:gd name="connsiteY6065" fmla="*/ 389534 h 2631356"/>
              <a:gd name="connsiteX6066" fmla="*/ 5743037 w 11237202"/>
              <a:gd name="connsiteY6066" fmla="*/ 387641 h 2631356"/>
              <a:gd name="connsiteX6067" fmla="*/ 8032982 w 11237202"/>
              <a:gd name="connsiteY6067" fmla="*/ 387277 h 2631356"/>
              <a:gd name="connsiteX6068" fmla="*/ 8077468 w 11237202"/>
              <a:gd name="connsiteY6068" fmla="*/ 390582 h 2631356"/>
              <a:gd name="connsiteX6069" fmla="*/ 8079301 w 11237202"/>
              <a:gd name="connsiteY6069" fmla="*/ 399610 h 2631356"/>
              <a:gd name="connsiteX6070" fmla="*/ 8034593 w 11237202"/>
              <a:gd name="connsiteY6070" fmla="*/ 396281 h 2631356"/>
              <a:gd name="connsiteX6071" fmla="*/ 8032982 w 11237202"/>
              <a:gd name="connsiteY6071" fmla="*/ 387277 h 2631356"/>
              <a:gd name="connsiteX6072" fmla="*/ 7008443 w 11237202"/>
              <a:gd name="connsiteY6072" fmla="*/ 386399 h 2631356"/>
              <a:gd name="connsiteX6073" fmla="*/ 7033889 w 11237202"/>
              <a:gd name="connsiteY6073" fmla="*/ 390856 h 2631356"/>
              <a:gd name="connsiteX6074" fmla="*/ 7028054 w 11237202"/>
              <a:gd name="connsiteY6074" fmla="*/ 402322 h 2631356"/>
              <a:gd name="connsiteX6075" fmla="*/ 6974287 w 11237202"/>
              <a:gd name="connsiteY6075" fmla="*/ 398082 h 2631356"/>
              <a:gd name="connsiteX6076" fmla="*/ 6980539 w 11237202"/>
              <a:gd name="connsiteY6076" fmla="*/ 386661 h 2631356"/>
              <a:gd name="connsiteX6077" fmla="*/ 7008443 w 11237202"/>
              <a:gd name="connsiteY6077" fmla="*/ 386399 h 2631356"/>
              <a:gd name="connsiteX6078" fmla="*/ 7479144 w 11237202"/>
              <a:gd name="connsiteY6078" fmla="*/ 386214 h 2631356"/>
              <a:gd name="connsiteX6079" fmla="*/ 7511401 w 11237202"/>
              <a:gd name="connsiteY6079" fmla="*/ 391562 h 2631356"/>
              <a:gd name="connsiteX6080" fmla="*/ 7508983 w 11237202"/>
              <a:gd name="connsiteY6080" fmla="*/ 405399 h 2631356"/>
              <a:gd name="connsiteX6081" fmla="*/ 7442712 w 11237202"/>
              <a:gd name="connsiteY6081" fmla="*/ 400270 h 2631356"/>
              <a:gd name="connsiteX6082" fmla="*/ 7445825 w 11237202"/>
              <a:gd name="connsiteY6082" fmla="*/ 386525 h 2631356"/>
              <a:gd name="connsiteX6083" fmla="*/ 7479144 w 11237202"/>
              <a:gd name="connsiteY6083" fmla="*/ 386214 h 2631356"/>
              <a:gd name="connsiteX6084" fmla="*/ 6255337 w 11237202"/>
              <a:gd name="connsiteY6084" fmla="*/ 386115 h 2631356"/>
              <a:gd name="connsiteX6085" fmla="*/ 6279929 w 11237202"/>
              <a:gd name="connsiteY6085" fmla="*/ 388144 h 2631356"/>
              <a:gd name="connsiteX6086" fmla="*/ 6274177 w 11237202"/>
              <a:gd name="connsiteY6086" fmla="*/ 393614 h 2631356"/>
              <a:gd name="connsiteX6087" fmla="*/ 6249447 w 11237202"/>
              <a:gd name="connsiteY6087" fmla="*/ 391585 h 2631356"/>
              <a:gd name="connsiteX6088" fmla="*/ 6255337 w 11237202"/>
              <a:gd name="connsiteY6088" fmla="*/ 386115 h 2631356"/>
              <a:gd name="connsiteX6089" fmla="*/ 8170412 w 11237202"/>
              <a:gd name="connsiteY6089" fmla="*/ 385818 h 2631356"/>
              <a:gd name="connsiteX6090" fmla="*/ 8178472 w 11237202"/>
              <a:gd name="connsiteY6090" fmla="*/ 386410 h 2631356"/>
              <a:gd name="connsiteX6091" fmla="*/ 8178944 w 11237202"/>
              <a:gd name="connsiteY6091" fmla="*/ 388006 h 2631356"/>
              <a:gd name="connsiteX6092" fmla="*/ 8170886 w 11237202"/>
              <a:gd name="connsiteY6092" fmla="*/ 387436 h 2631356"/>
              <a:gd name="connsiteX6093" fmla="*/ 8170412 w 11237202"/>
              <a:gd name="connsiteY6093" fmla="*/ 385818 h 2631356"/>
              <a:gd name="connsiteX6094" fmla="*/ 6008565 w 11237202"/>
              <a:gd name="connsiteY6094" fmla="*/ 384632 h 2631356"/>
              <a:gd name="connsiteX6095" fmla="*/ 6018652 w 11237202"/>
              <a:gd name="connsiteY6095" fmla="*/ 385454 h 2631356"/>
              <a:gd name="connsiteX6096" fmla="*/ 6015846 w 11237202"/>
              <a:gd name="connsiteY6096" fmla="*/ 387733 h 2631356"/>
              <a:gd name="connsiteX6097" fmla="*/ 6005732 w 11237202"/>
              <a:gd name="connsiteY6097" fmla="*/ 386889 h 2631356"/>
              <a:gd name="connsiteX6098" fmla="*/ 6008565 w 11237202"/>
              <a:gd name="connsiteY6098" fmla="*/ 384632 h 2631356"/>
              <a:gd name="connsiteX6099" fmla="*/ 6629401 w 11237202"/>
              <a:gd name="connsiteY6099" fmla="*/ 384109 h 2631356"/>
              <a:gd name="connsiteX6100" fmla="*/ 6665051 w 11237202"/>
              <a:gd name="connsiteY6100" fmla="*/ 386958 h 2631356"/>
              <a:gd name="connsiteX6101" fmla="*/ 6658938 w 11237202"/>
              <a:gd name="connsiteY6101" fmla="*/ 394732 h 2631356"/>
              <a:gd name="connsiteX6102" fmla="*/ 6623232 w 11237202"/>
              <a:gd name="connsiteY6102" fmla="*/ 391859 h 2631356"/>
              <a:gd name="connsiteX6103" fmla="*/ 6629401 w 11237202"/>
              <a:gd name="connsiteY6103" fmla="*/ 384109 h 2631356"/>
              <a:gd name="connsiteX6104" fmla="*/ 2679627 w 11237202"/>
              <a:gd name="connsiteY6104" fmla="*/ 383584 h 2631356"/>
              <a:gd name="connsiteX6105" fmla="*/ 2695827 w 11237202"/>
              <a:gd name="connsiteY6105" fmla="*/ 385249 h 2631356"/>
              <a:gd name="connsiteX6106" fmla="*/ 2679627 w 11237202"/>
              <a:gd name="connsiteY6106" fmla="*/ 389762 h 2631356"/>
              <a:gd name="connsiteX6107" fmla="*/ 2663428 w 11237202"/>
              <a:gd name="connsiteY6107" fmla="*/ 388098 h 2631356"/>
              <a:gd name="connsiteX6108" fmla="*/ 2679627 w 11237202"/>
              <a:gd name="connsiteY6108" fmla="*/ 383584 h 2631356"/>
              <a:gd name="connsiteX6109" fmla="*/ 4716631 w 11237202"/>
              <a:gd name="connsiteY6109" fmla="*/ 383014 h 2631356"/>
              <a:gd name="connsiteX6110" fmla="*/ 4728050 w 11237202"/>
              <a:gd name="connsiteY6110" fmla="*/ 384040 h 2631356"/>
              <a:gd name="connsiteX6111" fmla="*/ 4722132 w 11237202"/>
              <a:gd name="connsiteY6111" fmla="*/ 386843 h 2631356"/>
              <a:gd name="connsiteX6112" fmla="*/ 4710572 w 11237202"/>
              <a:gd name="connsiteY6112" fmla="*/ 385795 h 2631356"/>
              <a:gd name="connsiteX6113" fmla="*/ 4716631 w 11237202"/>
              <a:gd name="connsiteY6113" fmla="*/ 383014 h 2631356"/>
              <a:gd name="connsiteX6114" fmla="*/ 3978450 w 11237202"/>
              <a:gd name="connsiteY6114" fmla="*/ 382635 h 2631356"/>
              <a:gd name="connsiteX6115" fmla="*/ 3989902 w 11237202"/>
              <a:gd name="connsiteY6115" fmla="*/ 385795 h 2631356"/>
              <a:gd name="connsiteX6116" fmla="*/ 3968228 w 11237202"/>
              <a:gd name="connsiteY6116" fmla="*/ 393979 h 2631356"/>
              <a:gd name="connsiteX6117" fmla="*/ 3936384 w 11237202"/>
              <a:gd name="connsiteY6117" fmla="*/ 390924 h 2631356"/>
              <a:gd name="connsiteX6118" fmla="*/ 3958058 w 11237202"/>
              <a:gd name="connsiteY6118" fmla="*/ 382809 h 2631356"/>
              <a:gd name="connsiteX6119" fmla="*/ 3978450 w 11237202"/>
              <a:gd name="connsiteY6119" fmla="*/ 382635 h 2631356"/>
              <a:gd name="connsiteX6120" fmla="*/ 3621841 w 11237202"/>
              <a:gd name="connsiteY6120" fmla="*/ 382262 h 2631356"/>
              <a:gd name="connsiteX6121" fmla="*/ 3635095 w 11237202"/>
              <a:gd name="connsiteY6121" fmla="*/ 386205 h 2631356"/>
              <a:gd name="connsiteX6122" fmla="*/ 3605530 w 11237202"/>
              <a:gd name="connsiteY6122" fmla="*/ 396395 h 2631356"/>
              <a:gd name="connsiteX6123" fmla="*/ 3566711 w 11237202"/>
              <a:gd name="connsiteY6123" fmla="*/ 392633 h 2631356"/>
              <a:gd name="connsiteX6124" fmla="*/ 3596416 w 11237202"/>
              <a:gd name="connsiteY6124" fmla="*/ 382489 h 2631356"/>
              <a:gd name="connsiteX6125" fmla="*/ 3621841 w 11237202"/>
              <a:gd name="connsiteY6125" fmla="*/ 382262 h 2631356"/>
              <a:gd name="connsiteX6126" fmla="*/ 8290591 w 11237202"/>
              <a:gd name="connsiteY6126" fmla="*/ 380119 h 2631356"/>
              <a:gd name="connsiteX6127" fmla="*/ 8293257 w 11237202"/>
              <a:gd name="connsiteY6127" fmla="*/ 380302 h 2631356"/>
              <a:gd name="connsiteX6128" fmla="*/ 8293453 w 11237202"/>
              <a:gd name="connsiteY6128" fmla="*/ 380849 h 2631356"/>
              <a:gd name="connsiteX6129" fmla="*/ 8290758 w 11237202"/>
              <a:gd name="connsiteY6129" fmla="*/ 380644 h 2631356"/>
              <a:gd name="connsiteX6130" fmla="*/ 8290591 w 11237202"/>
              <a:gd name="connsiteY6130" fmla="*/ 380119 h 2631356"/>
              <a:gd name="connsiteX6131" fmla="*/ 7601922 w 11237202"/>
              <a:gd name="connsiteY6131" fmla="*/ 379384 h 2631356"/>
              <a:gd name="connsiteX6132" fmla="*/ 7634828 w 11237202"/>
              <a:gd name="connsiteY6132" fmla="*/ 384724 h 2631356"/>
              <a:gd name="connsiteX6133" fmla="*/ 7633550 w 11237202"/>
              <a:gd name="connsiteY6133" fmla="*/ 398560 h 2631356"/>
              <a:gd name="connsiteX6134" fmla="*/ 7566529 w 11237202"/>
              <a:gd name="connsiteY6134" fmla="*/ 393409 h 2631356"/>
              <a:gd name="connsiteX6135" fmla="*/ 7568474 w 11237202"/>
              <a:gd name="connsiteY6135" fmla="*/ 379686 h 2631356"/>
              <a:gd name="connsiteX6136" fmla="*/ 7601922 w 11237202"/>
              <a:gd name="connsiteY6136" fmla="*/ 379384 h 2631356"/>
              <a:gd name="connsiteX6137" fmla="*/ 7136935 w 11237202"/>
              <a:gd name="connsiteY6137" fmla="*/ 378868 h 2631356"/>
              <a:gd name="connsiteX6138" fmla="*/ 7163207 w 11237202"/>
              <a:gd name="connsiteY6138" fmla="*/ 383356 h 2631356"/>
              <a:gd name="connsiteX6139" fmla="*/ 7158261 w 11237202"/>
              <a:gd name="connsiteY6139" fmla="*/ 395005 h 2631356"/>
              <a:gd name="connsiteX6140" fmla="*/ 7103216 w 11237202"/>
              <a:gd name="connsiteY6140" fmla="*/ 390673 h 2631356"/>
              <a:gd name="connsiteX6141" fmla="*/ 7108579 w 11237202"/>
              <a:gd name="connsiteY6141" fmla="*/ 379116 h 2631356"/>
              <a:gd name="connsiteX6142" fmla="*/ 7136935 w 11237202"/>
              <a:gd name="connsiteY6142" fmla="*/ 378868 h 2631356"/>
              <a:gd name="connsiteX6143" fmla="*/ 5632169 w 11237202"/>
              <a:gd name="connsiteY6143" fmla="*/ 378569 h 2631356"/>
              <a:gd name="connsiteX6144" fmla="*/ 5640255 w 11237202"/>
              <a:gd name="connsiteY6144" fmla="*/ 379253 h 2631356"/>
              <a:gd name="connsiteX6145" fmla="*/ 5637476 w 11237202"/>
              <a:gd name="connsiteY6145" fmla="*/ 381099 h 2631356"/>
              <a:gd name="connsiteX6146" fmla="*/ 5629417 w 11237202"/>
              <a:gd name="connsiteY6146" fmla="*/ 380415 h 2631356"/>
              <a:gd name="connsiteX6147" fmla="*/ 5632169 w 11237202"/>
              <a:gd name="connsiteY6147" fmla="*/ 378569 h 2631356"/>
              <a:gd name="connsiteX6148" fmla="*/ 2565424 w 11237202"/>
              <a:gd name="connsiteY6148" fmla="*/ 378547 h 2631356"/>
              <a:gd name="connsiteX6149" fmla="*/ 2568731 w 11237202"/>
              <a:gd name="connsiteY6149" fmla="*/ 378888 h 2631356"/>
              <a:gd name="connsiteX6150" fmla="*/ 2565313 w 11237202"/>
              <a:gd name="connsiteY6150" fmla="*/ 379823 h 2631356"/>
              <a:gd name="connsiteX6151" fmla="*/ 2562090 w 11237202"/>
              <a:gd name="connsiteY6151" fmla="*/ 379459 h 2631356"/>
              <a:gd name="connsiteX6152" fmla="*/ 2565424 w 11237202"/>
              <a:gd name="connsiteY6152" fmla="*/ 378547 h 2631356"/>
              <a:gd name="connsiteX6153" fmla="*/ 3158841 w 11237202"/>
              <a:gd name="connsiteY6153" fmla="*/ 378210 h 2631356"/>
              <a:gd name="connsiteX6154" fmla="*/ 3172671 w 11237202"/>
              <a:gd name="connsiteY6154" fmla="*/ 382763 h 2631356"/>
              <a:gd name="connsiteX6155" fmla="*/ 3134687 w 11237202"/>
              <a:gd name="connsiteY6155" fmla="*/ 394526 h 2631356"/>
              <a:gd name="connsiteX6156" fmla="*/ 3091257 w 11237202"/>
              <a:gd name="connsiteY6156" fmla="*/ 390172 h 2631356"/>
              <a:gd name="connsiteX6157" fmla="*/ 3129464 w 11237202"/>
              <a:gd name="connsiteY6157" fmla="*/ 378478 h 2631356"/>
              <a:gd name="connsiteX6158" fmla="*/ 3158841 w 11237202"/>
              <a:gd name="connsiteY6158" fmla="*/ 378210 h 2631356"/>
              <a:gd name="connsiteX6159" fmla="*/ 4201079 w 11237202"/>
              <a:gd name="connsiteY6159" fmla="*/ 377908 h 2631356"/>
              <a:gd name="connsiteX6160" fmla="*/ 4224198 w 11237202"/>
              <a:gd name="connsiteY6160" fmla="*/ 380051 h 2631356"/>
              <a:gd name="connsiteX6161" fmla="*/ 4209692 w 11237202"/>
              <a:gd name="connsiteY6161" fmla="*/ 385886 h 2631356"/>
              <a:gd name="connsiteX6162" fmla="*/ 4186379 w 11237202"/>
              <a:gd name="connsiteY6162" fmla="*/ 383720 h 2631356"/>
              <a:gd name="connsiteX6163" fmla="*/ 4201079 w 11237202"/>
              <a:gd name="connsiteY6163" fmla="*/ 377908 h 2631356"/>
              <a:gd name="connsiteX6164" fmla="*/ 4452909 w 11237202"/>
              <a:gd name="connsiteY6164" fmla="*/ 377087 h 2631356"/>
              <a:gd name="connsiteX6165" fmla="*/ 4471081 w 11237202"/>
              <a:gd name="connsiteY6165" fmla="*/ 378729 h 2631356"/>
              <a:gd name="connsiteX6166" fmla="*/ 4460578 w 11237202"/>
              <a:gd name="connsiteY6166" fmla="*/ 383220 h 2631356"/>
              <a:gd name="connsiteX6167" fmla="*/ 4442405 w 11237202"/>
              <a:gd name="connsiteY6167" fmla="*/ 381578 h 2631356"/>
              <a:gd name="connsiteX6168" fmla="*/ 4452909 w 11237202"/>
              <a:gd name="connsiteY6168" fmla="*/ 377087 h 2631356"/>
              <a:gd name="connsiteX6169" fmla="*/ 6399105 w 11237202"/>
              <a:gd name="connsiteY6169" fmla="*/ 376153 h 2631356"/>
              <a:gd name="connsiteX6170" fmla="*/ 6422584 w 11237202"/>
              <a:gd name="connsiteY6170" fmla="*/ 378023 h 2631356"/>
              <a:gd name="connsiteX6171" fmla="*/ 6417666 w 11237202"/>
              <a:gd name="connsiteY6171" fmla="*/ 383197 h 2631356"/>
              <a:gd name="connsiteX6172" fmla="*/ 6394131 w 11237202"/>
              <a:gd name="connsiteY6172" fmla="*/ 381283 h 2631356"/>
              <a:gd name="connsiteX6173" fmla="*/ 6399105 w 11237202"/>
              <a:gd name="connsiteY6173" fmla="*/ 376153 h 2631356"/>
              <a:gd name="connsiteX6174" fmla="*/ 4831056 w 11237202"/>
              <a:gd name="connsiteY6174" fmla="*/ 374671 h 2631356"/>
              <a:gd name="connsiteX6175" fmla="*/ 4843587 w 11237202"/>
              <a:gd name="connsiteY6175" fmla="*/ 375788 h 2631356"/>
              <a:gd name="connsiteX6176" fmla="*/ 4837363 w 11237202"/>
              <a:gd name="connsiteY6176" fmla="*/ 378821 h 2631356"/>
              <a:gd name="connsiteX6177" fmla="*/ 4824748 w 11237202"/>
              <a:gd name="connsiteY6177" fmla="*/ 377703 h 2631356"/>
              <a:gd name="connsiteX6178" fmla="*/ 4831056 w 11237202"/>
              <a:gd name="connsiteY6178" fmla="*/ 374671 h 2631356"/>
              <a:gd name="connsiteX6179" fmla="*/ 3496919 w 11237202"/>
              <a:gd name="connsiteY6179" fmla="*/ 373887 h 2631356"/>
              <a:gd name="connsiteX6180" fmla="*/ 3509416 w 11237202"/>
              <a:gd name="connsiteY6180" fmla="*/ 377703 h 2631356"/>
              <a:gd name="connsiteX6181" fmla="*/ 3480018 w 11237202"/>
              <a:gd name="connsiteY6181" fmla="*/ 387527 h 2631356"/>
              <a:gd name="connsiteX6182" fmla="*/ 3442728 w 11237202"/>
              <a:gd name="connsiteY6182" fmla="*/ 383880 h 2631356"/>
              <a:gd name="connsiteX6183" fmla="*/ 3472377 w 11237202"/>
              <a:gd name="connsiteY6183" fmla="*/ 374124 h 2631356"/>
              <a:gd name="connsiteX6184" fmla="*/ 3496919 w 11237202"/>
              <a:gd name="connsiteY6184" fmla="*/ 373887 h 2631356"/>
              <a:gd name="connsiteX6185" fmla="*/ 6784244 w 11237202"/>
              <a:gd name="connsiteY6185" fmla="*/ 373586 h 2631356"/>
              <a:gd name="connsiteX6186" fmla="*/ 6807234 w 11237202"/>
              <a:gd name="connsiteY6186" fmla="*/ 377703 h 2631356"/>
              <a:gd name="connsiteX6187" fmla="*/ 6800121 w 11237202"/>
              <a:gd name="connsiteY6187" fmla="*/ 388325 h 2631356"/>
              <a:gd name="connsiteX6188" fmla="*/ 6750661 w 11237202"/>
              <a:gd name="connsiteY6188" fmla="*/ 384382 h 2631356"/>
              <a:gd name="connsiteX6189" fmla="*/ 6758191 w 11237202"/>
              <a:gd name="connsiteY6189" fmla="*/ 373828 h 2631356"/>
              <a:gd name="connsiteX6190" fmla="*/ 6784244 w 11237202"/>
              <a:gd name="connsiteY6190" fmla="*/ 373586 h 2631356"/>
              <a:gd name="connsiteX6191" fmla="*/ 6159031 w 11237202"/>
              <a:gd name="connsiteY6191" fmla="*/ 372118 h 2631356"/>
              <a:gd name="connsiteX6192" fmla="*/ 6170284 w 11237202"/>
              <a:gd name="connsiteY6192" fmla="*/ 373053 h 2631356"/>
              <a:gd name="connsiteX6193" fmla="*/ 6167421 w 11237202"/>
              <a:gd name="connsiteY6193" fmla="*/ 375537 h 2631356"/>
              <a:gd name="connsiteX6194" fmla="*/ 6156223 w 11237202"/>
              <a:gd name="connsiteY6194" fmla="*/ 374603 h 2631356"/>
              <a:gd name="connsiteX6195" fmla="*/ 6159031 w 11237202"/>
              <a:gd name="connsiteY6195" fmla="*/ 372118 h 2631356"/>
              <a:gd name="connsiteX6196" fmla="*/ 7723235 w 11237202"/>
              <a:gd name="connsiteY6196" fmla="*/ 372101 h 2631356"/>
              <a:gd name="connsiteX6197" fmla="*/ 7758672 w 11237202"/>
              <a:gd name="connsiteY6197" fmla="*/ 377749 h 2631356"/>
              <a:gd name="connsiteX6198" fmla="*/ 7758618 w 11237202"/>
              <a:gd name="connsiteY6198" fmla="*/ 392383 h 2631356"/>
              <a:gd name="connsiteX6199" fmla="*/ 7686817 w 11237202"/>
              <a:gd name="connsiteY6199" fmla="*/ 386958 h 2631356"/>
              <a:gd name="connsiteX6200" fmla="*/ 7687651 w 11237202"/>
              <a:gd name="connsiteY6200" fmla="*/ 372438 h 2631356"/>
              <a:gd name="connsiteX6201" fmla="*/ 7723235 w 11237202"/>
              <a:gd name="connsiteY6201" fmla="*/ 372101 h 2631356"/>
              <a:gd name="connsiteX6202" fmla="*/ 7263125 w 11237202"/>
              <a:gd name="connsiteY6202" fmla="*/ 371990 h 2631356"/>
              <a:gd name="connsiteX6203" fmla="*/ 7288720 w 11237202"/>
              <a:gd name="connsiteY6203" fmla="*/ 376313 h 2631356"/>
              <a:gd name="connsiteX6204" fmla="*/ 7285080 w 11237202"/>
              <a:gd name="connsiteY6204" fmla="*/ 387414 h 2631356"/>
              <a:gd name="connsiteX6205" fmla="*/ 7231841 w 11237202"/>
              <a:gd name="connsiteY6205" fmla="*/ 383288 h 2631356"/>
              <a:gd name="connsiteX6206" fmla="*/ 7235925 w 11237202"/>
              <a:gd name="connsiteY6206" fmla="*/ 372233 h 2631356"/>
              <a:gd name="connsiteX6207" fmla="*/ 7263125 w 11237202"/>
              <a:gd name="connsiteY6207" fmla="*/ 371990 h 2631356"/>
              <a:gd name="connsiteX6208" fmla="*/ 5902366 w 11237202"/>
              <a:gd name="connsiteY6208" fmla="*/ 371526 h 2631356"/>
              <a:gd name="connsiteX6209" fmla="*/ 5913425 w 11237202"/>
              <a:gd name="connsiteY6209" fmla="*/ 372460 h 2631356"/>
              <a:gd name="connsiteX6210" fmla="*/ 5910174 w 11237202"/>
              <a:gd name="connsiteY6210" fmla="*/ 374922 h 2631356"/>
              <a:gd name="connsiteX6211" fmla="*/ 5899087 w 11237202"/>
              <a:gd name="connsiteY6211" fmla="*/ 374010 h 2631356"/>
              <a:gd name="connsiteX6212" fmla="*/ 5902366 w 11237202"/>
              <a:gd name="connsiteY6212" fmla="*/ 371526 h 2631356"/>
              <a:gd name="connsiteX6213" fmla="*/ 5519717 w 11237202"/>
              <a:gd name="connsiteY6213" fmla="*/ 371526 h 2631356"/>
              <a:gd name="connsiteX6214" fmla="*/ 5528775 w 11237202"/>
              <a:gd name="connsiteY6214" fmla="*/ 372278 h 2631356"/>
              <a:gd name="connsiteX6215" fmla="*/ 5525469 w 11237202"/>
              <a:gd name="connsiteY6215" fmla="*/ 374398 h 2631356"/>
              <a:gd name="connsiteX6216" fmla="*/ 5516327 w 11237202"/>
              <a:gd name="connsiteY6216" fmla="*/ 373600 h 2631356"/>
              <a:gd name="connsiteX6217" fmla="*/ 5519717 w 11237202"/>
              <a:gd name="connsiteY6217" fmla="*/ 371526 h 2631356"/>
              <a:gd name="connsiteX6218" fmla="*/ 3852187 w 11237202"/>
              <a:gd name="connsiteY6218" fmla="*/ 371212 h 2631356"/>
              <a:gd name="connsiteX6219" fmla="*/ 3866501 w 11237202"/>
              <a:gd name="connsiteY6219" fmla="*/ 375241 h 2631356"/>
              <a:gd name="connsiteX6220" fmla="*/ 3837825 w 11237202"/>
              <a:gd name="connsiteY6220" fmla="*/ 385681 h 2631356"/>
              <a:gd name="connsiteX6221" fmla="*/ 3797062 w 11237202"/>
              <a:gd name="connsiteY6221" fmla="*/ 381829 h 2631356"/>
              <a:gd name="connsiteX6222" fmla="*/ 3826016 w 11237202"/>
              <a:gd name="connsiteY6222" fmla="*/ 371457 h 2631356"/>
              <a:gd name="connsiteX6223" fmla="*/ 3852187 w 11237202"/>
              <a:gd name="connsiteY6223" fmla="*/ 371212 h 2631356"/>
              <a:gd name="connsiteX6224" fmla="*/ 3041724 w 11237202"/>
              <a:gd name="connsiteY6224" fmla="*/ 370161 h 2631356"/>
              <a:gd name="connsiteX6225" fmla="*/ 3055578 w 11237202"/>
              <a:gd name="connsiteY6225" fmla="*/ 374808 h 2631356"/>
              <a:gd name="connsiteX6226" fmla="*/ 3015538 w 11237202"/>
              <a:gd name="connsiteY6226" fmla="*/ 386844 h 2631356"/>
              <a:gd name="connsiteX6227" fmla="*/ 2971219 w 11237202"/>
              <a:gd name="connsiteY6227" fmla="*/ 382399 h 2631356"/>
              <a:gd name="connsiteX6228" fmla="*/ 3011509 w 11237202"/>
              <a:gd name="connsiteY6228" fmla="*/ 370454 h 2631356"/>
              <a:gd name="connsiteX6229" fmla="*/ 3041724 w 11237202"/>
              <a:gd name="connsiteY6229" fmla="*/ 370161 h 2631356"/>
              <a:gd name="connsiteX6230" fmla="*/ 4948065 w 11237202"/>
              <a:gd name="connsiteY6230" fmla="*/ 369839 h 2631356"/>
              <a:gd name="connsiteX6231" fmla="*/ 4953511 w 11237202"/>
              <a:gd name="connsiteY6231" fmla="*/ 370318 h 2631356"/>
              <a:gd name="connsiteX6232" fmla="*/ 4950871 w 11237202"/>
              <a:gd name="connsiteY6232" fmla="*/ 371640 h 2631356"/>
              <a:gd name="connsiteX6233" fmla="*/ 4945398 w 11237202"/>
              <a:gd name="connsiteY6233" fmla="*/ 371161 h 2631356"/>
              <a:gd name="connsiteX6234" fmla="*/ 4948065 w 11237202"/>
              <a:gd name="connsiteY6234" fmla="*/ 369839 h 2631356"/>
              <a:gd name="connsiteX6235" fmla="*/ 2896196 w 11237202"/>
              <a:gd name="connsiteY6235" fmla="*/ 368562 h 2631356"/>
              <a:gd name="connsiteX6236" fmla="*/ 2908644 w 11237202"/>
              <a:gd name="connsiteY6236" fmla="*/ 369839 h 2631356"/>
              <a:gd name="connsiteX6237" fmla="*/ 2897029 w 11237202"/>
              <a:gd name="connsiteY6237" fmla="*/ 373189 h 2631356"/>
              <a:gd name="connsiteX6238" fmla="*/ 2884553 w 11237202"/>
              <a:gd name="connsiteY6238" fmla="*/ 371935 h 2631356"/>
              <a:gd name="connsiteX6239" fmla="*/ 2896196 w 11237202"/>
              <a:gd name="connsiteY6239" fmla="*/ 368562 h 2631356"/>
              <a:gd name="connsiteX6240" fmla="*/ 5407070 w 11237202"/>
              <a:gd name="connsiteY6240" fmla="*/ 367149 h 2631356"/>
              <a:gd name="connsiteX6241" fmla="*/ 5413878 w 11237202"/>
              <a:gd name="connsiteY6241" fmla="*/ 367696 h 2631356"/>
              <a:gd name="connsiteX6242" fmla="*/ 5411266 w 11237202"/>
              <a:gd name="connsiteY6242" fmla="*/ 369268 h 2631356"/>
              <a:gd name="connsiteX6243" fmla="*/ 5404513 w 11237202"/>
              <a:gd name="connsiteY6243" fmla="*/ 368699 h 2631356"/>
              <a:gd name="connsiteX6244" fmla="*/ 5407070 w 11237202"/>
              <a:gd name="connsiteY6244" fmla="*/ 367149 h 2631356"/>
              <a:gd name="connsiteX6245" fmla="*/ 5063267 w 11237202"/>
              <a:gd name="connsiteY6245" fmla="*/ 365986 h 2631356"/>
              <a:gd name="connsiteX6246" fmla="*/ 5068741 w 11237202"/>
              <a:gd name="connsiteY6246" fmla="*/ 366465 h 2631356"/>
              <a:gd name="connsiteX6247" fmla="*/ 5066324 w 11237202"/>
              <a:gd name="connsiteY6247" fmla="*/ 367742 h 2631356"/>
              <a:gd name="connsiteX6248" fmla="*/ 5060767 w 11237202"/>
              <a:gd name="connsiteY6248" fmla="*/ 367263 h 2631356"/>
              <a:gd name="connsiteX6249" fmla="*/ 5063267 w 11237202"/>
              <a:gd name="connsiteY6249" fmla="*/ 365986 h 2631356"/>
              <a:gd name="connsiteX6250" fmla="*/ 7842936 w 11237202"/>
              <a:gd name="connsiteY6250" fmla="*/ 365302 h 2631356"/>
              <a:gd name="connsiteX6251" fmla="*/ 7879628 w 11237202"/>
              <a:gd name="connsiteY6251" fmla="*/ 371047 h 2631356"/>
              <a:gd name="connsiteX6252" fmla="*/ 7880850 w 11237202"/>
              <a:gd name="connsiteY6252" fmla="*/ 385955 h 2631356"/>
              <a:gd name="connsiteX6253" fmla="*/ 7807022 w 11237202"/>
              <a:gd name="connsiteY6253" fmla="*/ 380415 h 2631356"/>
              <a:gd name="connsiteX6254" fmla="*/ 7806660 w 11237202"/>
              <a:gd name="connsiteY6254" fmla="*/ 365644 h 2631356"/>
              <a:gd name="connsiteX6255" fmla="*/ 7842936 w 11237202"/>
              <a:gd name="connsiteY6255" fmla="*/ 365302 h 2631356"/>
              <a:gd name="connsiteX6256" fmla="*/ 3376319 w 11237202"/>
              <a:gd name="connsiteY6256" fmla="*/ 365185 h 2631356"/>
              <a:gd name="connsiteX6257" fmla="*/ 3389239 w 11237202"/>
              <a:gd name="connsiteY6257" fmla="*/ 369178 h 2631356"/>
              <a:gd name="connsiteX6258" fmla="*/ 3357118 w 11237202"/>
              <a:gd name="connsiteY6258" fmla="*/ 379550 h 2631356"/>
              <a:gd name="connsiteX6259" fmla="*/ 3317829 w 11237202"/>
              <a:gd name="connsiteY6259" fmla="*/ 375720 h 2631356"/>
              <a:gd name="connsiteX6260" fmla="*/ 3350144 w 11237202"/>
              <a:gd name="connsiteY6260" fmla="*/ 365417 h 2631356"/>
              <a:gd name="connsiteX6261" fmla="*/ 3376319 w 11237202"/>
              <a:gd name="connsiteY6261" fmla="*/ 365185 h 2631356"/>
              <a:gd name="connsiteX6262" fmla="*/ 4564277 w 11237202"/>
              <a:gd name="connsiteY6262" fmla="*/ 365097 h 2631356"/>
              <a:gd name="connsiteX6263" fmla="*/ 4582422 w 11237202"/>
              <a:gd name="connsiteY6263" fmla="*/ 366716 h 2631356"/>
              <a:gd name="connsiteX6264" fmla="*/ 4572474 w 11237202"/>
              <a:gd name="connsiteY6264" fmla="*/ 371116 h 2631356"/>
              <a:gd name="connsiteX6265" fmla="*/ 4554218 w 11237202"/>
              <a:gd name="connsiteY6265" fmla="*/ 369497 h 2631356"/>
              <a:gd name="connsiteX6266" fmla="*/ 4564277 w 11237202"/>
              <a:gd name="connsiteY6266" fmla="*/ 365097 h 2631356"/>
              <a:gd name="connsiteX6267" fmla="*/ 4083584 w 11237202"/>
              <a:gd name="connsiteY6267" fmla="*/ 365061 h 2631356"/>
              <a:gd name="connsiteX6268" fmla="*/ 4095073 w 11237202"/>
              <a:gd name="connsiteY6268" fmla="*/ 368152 h 2631356"/>
              <a:gd name="connsiteX6269" fmla="*/ 4074372 w 11237202"/>
              <a:gd name="connsiteY6269" fmla="*/ 376130 h 2631356"/>
              <a:gd name="connsiteX6270" fmla="*/ 4042612 w 11237202"/>
              <a:gd name="connsiteY6270" fmla="*/ 373167 h 2631356"/>
              <a:gd name="connsiteX6271" fmla="*/ 4063508 w 11237202"/>
              <a:gd name="connsiteY6271" fmla="*/ 365234 h 2631356"/>
              <a:gd name="connsiteX6272" fmla="*/ 4083584 w 11237202"/>
              <a:gd name="connsiteY6272" fmla="*/ 365061 h 2631356"/>
              <a:gd name="connsiteX6273" fmla="*/ 6916067 w 11237202"/>
              <a:gd name="connsiteY6273" fmla="*/ 365004 h 2631356"/>
              <a:gd name="connsiteX6274" fmla="*/ 6941665 w 11237202"/>
              <a:gd name="connsiteY6274" fmla="*/ 369474 h 2631356"/>
              <a:gd name="connsiteX6275" fmla="*/ 6934968 w 11237202"/>
              <a:gd name="connsiteY6275" fmla="*/ 381008 h 2631356"/>
              <a:gd name="connsiteX6276" fmla="*/ 6880451 w 11237202"/>
              <a:gd name="connsiteY6276" fmla="*/ 376723 h 2631356"/>
              <a:gd name="connsiteX6277" fmla="*/ 6887593 w 11237202"/>
              <a:gd name="connsiteY6277" fmla="*/ 365234 h 2631356"/>
              <a:gd name="connsiteX6278" fmla="*/ 6916067 w 11237202"/>
              <a:gd name="connsiteY6278" fmla="*/ 365004 h 2631356"/>
              <a:gd name="connsiteX6279" fmla="*/ 5293729 w 11237202"/>
              <a:gd name="connsiteY6279" fmla="*/ 364961 h 2631356"/>
              <a:gd name="connsiteX6280" fmla="*/ 5297648 w 11237202"/>
              <a:gd name="connsiteY6280" fmla="*/ 365325 h 2631356"/>
              <a:gd name="connsiteX6281" fmla="*/ 5296007 w 11237202"/>
              <a:gd name="connsiteY6281" fmla="*/ 366237 h 2631356"/>
              <a:gd name="connsiteX6282" fmla="*/ 5292090 w 11237202"/>
              <a:gd name="connsiteY6282" fmla="*/ 365872 h 2631356"/>
              <a:gd name="connsiteX6283" fmla="*/ 5293729 w 11237202"/>
              <a:gd name="connsiteY6283" fmla="*/ 364961 h 2631356"/>
              <a:gd name="connsiteX6284" fmla="*/ 6553203 w 11237202"/>
              <a:gd name="connsiteY6284" fmla="*/ 364203 h 2631356"/>
              <a:gd name="connsiteX6285" fmla="*/ 6571493 w 11237202"/>
              <a:gd name="connsiteY6285" fmla="*/ 367536 h 2631356"/>
              <a:gd name="connsiteX6286" fmla="*/ 6564269 w 11237202"/>
              <a:gd name="connsiteY6286" fmla="*/ 376153 h 2631356"/>
              <a:gd name="connsiteX6287" fmla="*/ 6524283 w 11237202"/>
              <a:gd name="connsiteY6287" fmla="*/ 372961 h 2631356"/>
              <a:gd name="connsiteX6288" fmla="*/ 6531869 w 11237202"/>
              <a:gd name="connsiteY6288" fmla="*/ 364390 h 2631356"/>
              <a:gd name="connsiteX6289" fmla="*/ 6553203 w 11237202"/>
              <a:gd name="connsiteY6289" fmla="*/ 364203 h 2631356"/>
              <a:gd name="connsiteX6290" fmla="*/ 5178164 w 11237202"/>
              <a:gd name="connsiteY6290" fmla="*/ 364094 h 2631356"/>
              <a:gd name="connsiteX6291" fmla="*/ 5184806 w 11237202"/>
              <a:gd name="connsiteY6291" fmla="*/ 364687 h 2631356"/>
              <a:gd name="connsiteX6292" fmla="*/ 5181888 w 11237202"/>
              <a:gd name="connsiteY6292" fmla="*/ 366237 h 2631356"/>
              <a:gd name="connsiteX6293" fmla="*/ 5175303 w 11237202"/>
              <a:gd name="connsiteY6293" fmla="*/ 365667 h 2631356"/>
              <a:gd name="connsiteX6294" fmla="*/ 5178164 w 11237202"/>
              <a:gd name="connsiteY6294" fmla="*/ 364094 h 2631356"/>
              <a:gd name="connsiteX6295" fmla="*/ 7388091 w 11237202"/>
              <a:gd name="connsiteY6295" fmla="*/ 363425 h 2631356"/>
              <a:gd name="connsiteX6296" fmla="*/ 7419539 w 11237202"/>
              <a:gd name="connsiteY6296" fmla="*/ 368608 h 2631356"/>
              <a:gd name="connsiteX6297" fmla="*/ 7416177 w 11237202"/>
              <a:gd name="connsiteY6297" fmla="*/ 381989 h 2631356"/>
              <a:gd name="connsiteX6298" fmla="*/ 7351379 w 11237202"/>
              <a:gd name="connsiteY6298" fmla="*/ 377019 h 2631356"/>
              <a:gd name="connsiteX6299" fmla="*/ 7355185 w 11237202"/>
              <a:gd name="connsiteY6299" fmla="*/ 363730 h 2631356"/>
              <a:gd name="connsiteX6300" fmla="*/ 7388091 w 11237202"/>
              <a:gd name="connsiteY6300" fmla="*/ 363425 h 2631356"/>
              <a:gd name="connsiteX6301" fmla="*/ 3724513 w 11237202"/>
              <a:gd name="connsiteY6301" fmla="*/ 361974 h 2631356"/>
              <a:gd name="connsiteX6302" fmla="*/ 3738378 w 11237202"/>
              <a:gd name="connsiteY6302" fmla="*/ 365963 h 2631356"/>
              <a:gd name="connsiteX6303" fmla="*/ 3708812 w 11237202"/>
              <a:gd name="connsiteY6303" fmla="*/ 376267 h 2631356"/>
              <a:gd name="connsiteX6304" fmla="*/ 3668827 w 11237202"/>
              <a:gd name="connsiteY6304" fmla="*/ 372460 h 2631356"/>
              <a:gd name="connsiteX6305" fmla="*/ 3698476 w 11237202"/>
              <a:gd name="connsiteY6305" fmla="*/ 362225 h 2631356"/>
              <a:gd name="connsiteX6306" fmla="*/ 3724513 w 11237202"/>
              <a:gd name="connsiteY6306" fmla="*/ 361974 h 2631356"/>
              <a:gd name="connsiteX6307" fmla="*/ 2781242 w 11237202"/>
              <a:gd name="connsiteY6307" fmla="*/ 361860 h 2631356"/>
              <a:gd name="connsiteX6308" fmla="*/ 2789244 w 11237202"/>
              <a:gd name="connsiteY6308" fmla="*/ 362658 h 2631356"/>
              <a:gd name="connsiteX6309" fmla="*/ 2781520 w 11237202"/>
              <a:gd name="connsiteY6309" fmla="*/ 364869 h 2631356"/>
              <a:gd name="connsiteX6310" fmla="*/ 2773517 w 11237202"/>
              <a:gd name="connsiteY6310" fmla="*/ 364071 h 2631356"/>
              <a:gd name="connsiteX6311" fmla="*/ 2781242 w 11237202"/>
              <a:gd name="connsiteY6311" fmla="*/ 361860 h 2631356"/>
              <a:gd name="connsiteX6312" fmla="*/ 8076439 w 11237202"/>
              <a:gd name="connsiteY6312" fmla="*/ 361747 h 2631356"/>
              <a:gd name="connsiteX6313" fmla="*/ 8084275 w 11237202"/>
              <a:gd name="connsiteY6313" fmla="*/ 362339 h 2631356"/>
              <a:gd name="connsiteX6314" fmla="*/ 8084554 w 11237202"/>
              <a:gd name="connsiteY6314" fmla="*/ 363843 h 2631356"/>
              <a:gd name="connsiteX6315" fmla="*/ 8076745 w 11237202"/>
              <a:gd name="connsiteY6315" fmla="*/ 363319 h 2631356"/>
              <a:gd name="connsiteX6316" fmla="*/ 8076439 w 11237202"/>
              <a:gd name="connsiteY6316" fmla="*/ 361747 h 2631356"/>
              <a:gd name="connsiteX6317" fmla="*/ 4326105 w 11237202"/>
              <a:gd name="connsiteY6317" fmla="*/ 361712 h 2631356"/>
              <a:gd name="connsiteX6318" fmla="*/ 4336927 w 11237202"/>
              <a:gd name="connsiteY6318" fmla="*/ 364482 h 2631356"/>
              <a:gd name="connsiteX6319" fmla="*/ 4319532 w 11237202"/>
              <a:gd name="connsiteY6319" fmla="*/ 371640 h 2631356"/>
              <a:gd name="connsiteX6320" fmla="*/ 4290551 w 11237202"/>
              <a:gd name="connsiteY6320" fmla="*/ 369018 h 2631356"/>
              <a:gd name="connsiteX6321" fmla="*/ 4308113 w 11237202"/>
              <a:gd name="connsiteY6321" fmla="*/ 361883 h 2631356"/>
              <a:gd name="connsiteX6322" fmla="*/ 4326105 w 11237202"/>
              <a:gd name="connsiteY6322" fmla="*/ 361712 h 2631356"/>
              <a:gd name="connsiteX6323" fmla="*/ 7961528 w 11237202"/>
              <a:gd name="connsiteY6323" fmla="*/ 360908 h 2631356"/>
              <a:gd name="connsiteX6324" fmla="*/ 7991386 w 11237202"/>
              <a:gd name="connsiteY6324" fmla="*/ 365485 h 2631356"/>
              <a:gd name="connsiteX6325" fmla="*/ 7993360 w 11237202"/>
              <a:gd name="connsiteY6325" fmla="*/ 377361 h 2631356"/>
              <a:gd name="connsiteX6326" fmla="*/ 7933840 w 11237202"/>
              <a:gd name="connsiteY6326" fmla="*/ 372962 h 2631356"/>
              <a:gd name="connsiteX6327" fmla="*/ 7932422 w 11237202"/>
              <a:gd name="connsiteY6327" fmla="*/ 361154 h 2631356"/>
              <a:gd name="connsiteX6328" fmla="*/ 7961528 w 11237202"/>
              <a:gd name="connsiteY6328" fmla="*/ 360908 h 2631356"/>
              <a:gd name="connsiteX6329" fmla="*/ 5794220 w 11237202"/>
              <a:gd name="connsiteY6329" fmla="*/ 360242 h 2631356"/>
              <a:gd name="connsiteX6330" fmla="*/ 5807503 w 11237202"/>
              <a:gd name="connsiteY6330" fmla="*/ 361314 h 2631356"/>
              <a:gd name="connsiteX6331" fmla="*/ 5803335 w 11237202"/>
              <a:gd name="connsiteY6331" fmla="*/ 364300 h 2631356"/>
              <a:gd name="connsiteX6332" fmla="*/ 5789997 w 11237202"/>
              <a:gd name="connsiteY6332" fmla="*/ 363206 h 2631356"/>
              <a:gd name="connsiteX6333" fmla="*/ 5794220 w 11237202"/>
              <a:gd name="connsiteY6333" fmla="*/ 360242 h 2631356"/>
              <a:gd name="connsiteX6334" fmla="*/ 6299685 w 11237202"/>
              <a:gd name="connsiteY6334" fmla="*/ 359148 h 2631356"/>
              <a:gd name="connsiteX6335" fmla="*/ 6323915 w 11237202"/>
              <a:gd name="connsiteY6335" fmla="*/ 361086 h 2631356"/>
              <a:gd name="connsiteX6336" fmla="*/ 6318496 w 11237202"/>
              <a:gd name="connsiteY6336" fmla="*/ 366374 h 2631356"/>
              <a:gd name="connsiteX6337" fmla="*/ 6294183 w 11237202"/>
              <a:gd name="connsiteY6337" fmla="*/ 364414 h 2631356"/>
              <a:gd name="connsiteX6338" fmla="*/ 6299685 w 11237202"/>
              <a:gd name="connsiteY6338" fmla="*/ 359148 h 2631356"/>
              <a:gd name="connsiteX6339" fmla="*/ 7044888 w 11237202"/>
              <a:gd name="connsiteY6339" fmla="*/ 357387 h 2631356"/>
              <a:gd name="connsiteX6340" fmla="*/ 7071123 w 11237202"/>
              <a:gd name="connsiteY6340" fmla="*/ 361838 h 2631356"/>
              <a:gd name="connsiteX6341" fmla="*/ 7065342 w 11237202"/>
              <a:gd name="connsiteY6341" fmla="*/ 373395 h 2631356"/>
              <a:gd name="connsiteX6342" fmla="*/ 7010131 w 11237202"/>
              <a:gd name="connsiteY6342" fmla="*/ 369109 h 2631356"/>
              <a:gd name="connsiteX6343" fmla="*/ 7016300 w 11237202"/>
              <a:gd name="connsiteY6343" fmla="*/ 357621 h 2631356"/>
              <a:gd name="connsiteX6344" fmla="*/ 7044888 w 11237202"/>
              <a:gd name="connsiteY6344" fmla="*/ 357387 h 2631356"/>
              <a:gd name="connsiteX6345" fmla="*/ 3256289 w 11237202"/>
              <a:gd name="connsiteY6345" fmla="*/ 357190 h 2631356"/>
              <a:gd name="connsiteX6346" fmla="*/ 3268758 w 11237202"/>
              <a:gd name="connsiteY6346" fmla="*/ 361154 h 2631356"/>
              <a:gd name="connsiteX6347" fmla="*/ 3236025 w 11237202"/>
              <a:gd name="connsiteY6347" fmla="*/ 371389 h 2631356"/>
              <a:gd name="connsiteX6348" fmla="*/ 3197291 w 11237202"/>
              <a:gd name="connsiteY6348" fmla="*/ 367605 h 2631356"/>
              <a:gd name="connsiteX6349" fmla="*/ 3230356 w 11237202"/>
              <a:gd name="connsiteY6349" fmla="*/ 357415 h 2631356"/>
              <a:gd name="connsiteX6350" fmla="*/ 3256289 w 11237202"/>
              <a:gd name="connsiteY6350" fmla="*/ 357190 h 2631356"/>
              <a:gd name="connsiteX6351" fmla="*/ 6053941 w 11237202"/>
              <a:gd name="connsiteY6351" fmla="*/ 357051 h 2631356"/>
              <a:gd name="connsiteX6352" fmla="*/ 6070835 w 11237202"/>
              <a:gd name="connsiteY6352" fmla="*/ 358441 h 2631356"/>
              <a:gd name="connsiteX6353" fmla="*/ 6066278 w 11237202"/>
              <a:gd name="connsiteY6353" fmla="*/ 362157 h 2631356"/>
              <a:gd name="connsiteX6354" fmla="*/ 6049384 w 11237202"/>
              <a:gd name="connsiteY6354" fmla="*/ 360789 h 2631356"/>
              <a:gd name="connsiteX6355" fmla="*/ 6053941 w 11237202"/>
              <a:gd name="connsiteY6355" fmla="*/ 357051 h 2631356"/>
              <a:gd name="connsiteX6356" fmla="*/ 7510626 w 11237202"/>
              <a:gd name="connsiteY6356" fmla="*/ 356495 h 2631356"/>
              <a:gd name="connsiteX6357" fmla="*/ 7542939 w 11237202"/>
              <a:gd name="connsiteY6357" fmla="*/ 361701 h 2631356"/>
              <a:gd name="connsiteX6358" fmla="*/ 7540772 w 11237202"/>
              <a:gd name="connsiteY6358" fmla="*/ 375218 h 2631356"/>
              <a:gd name="connsiteX6359" fmla="*/ 7474584 w 11237202"/>
              <a:gd name="connsiteY6359" fmla="*/ 370204 h 2631356"/>
              <a:gd name="connsiteX6360" fmla="*/ 7477335 w 11237202"/>
              <a:gd name="connsiteY6360" fmla="*/ 356777 h 2631356"/>
              <a:gd name="connsiteX6361" fmla="*/ 7510626 w 11237202"/>
              <a:gd name="connsiteY6361" fmla="*/ 356495 h 2631356"/>
              <a:gd name="connsiteX6362" fmla="*/ 8195644 w 11237202"/>
              <a:gd name="connsiteY6362" fmla="*/ 356138 h 2631356"/>
              <a:gd name="connsiteX6363" fmla="*/ 8198312 w 11237202"/>
              <a:gd name="connsiteY6363" fmla="*/ 356344 h 2631356"/>
              <a:gd name="connsiteX6364" fmla="*/ 8198451 w 11237202"/>
              <a:gd name="connsiteY6364" fmla="*/ 356845 h 2631356"/>
              <a:gd name="connsiteX6365" fmla="*/ 8195783 w 11237202"/>
              <a:gd name="connsiteY6365" fmla="*/ 356640 h 2631356"/>
              <a:gd name="connsiteX6366" fmla="*/ 8195644 w 11237202"/>
              <a:gd name="connsiteY6366" fmla="*/ 356138 h 2631356"/>
              <a:gd name="connsiteX6367" fmla="*/ 4675757 w 11237202"/>
              <a:gd name="connsiteY6367" fmla="*/ 354680 h 2631356"/>
              <a:gd name="connsiteX6368" fmla="*/ 4696097 w 11237202"/>
              <a:gd name="connsiteY6368" fmla="*/ 356480 h 2631356"/>
              <a:gd name="connsiteX6369" fmla="*/ 4685371 w 11237202"/>
              <a:gd name="connsiteY6369" fmla="*/ 361359 h 2631356"/>
              <a:gd name="connsiteX6370" fmla="*/ 4665059 w 11237202"/>
              <a:gd name="connsiteY6370" fmla="*/ 359558 h 2631356"/>
              <a:gd name="connsiteX6371" fmla="*/ 4675757 w 11237202"/>
              <a:gd name="connsiteY6371" fmla="*/ 354680 h 2631356"/>
              <a:gd name="connsiteX6372" fmla="*/ 2667595 w 11237202"/>
              <a:gd name="connsiteY6372" fmla="*/ 354475 h 2631356"/>
              <a:gd name="connsiteX6373" fmla="*/ 2675542 w 11237202"/>
              <a:gd name="connsiteY6373" fmla="*/ 355272 h 2631356"/>
              <a:gd name="connsiteX6374" fmla="*/ 2667595 w 11237202"/>
              <a:gd name="connsiteY6374" fmla="*/ 357461 h 2631356"/>
              <a:gd name="connsiteX6375" fmla="*/ 2659676 w 11237202"/>
              <a:gd name="connsiteY6375" fmla="*/ 356641 h 2631356"/>
              <a:gd name="connsiteX6376" fmla="*/ 2667595 w 11237202"/>
              <a:gd name="connsiteY6376" fmla="*/ 354475 h 2631356"/>
              <a:gd name="connsiteX6377" fmla="*/ 6690200 w 11237202"/>
              <a:gd name="connsiteY6377" fmla="*/ 353506 h 2631356"/>
              <a:gd name="connsiteX6378" fmla="*/ 6714927 w 11237202"/>
              <a:gd name="connsiteY6378" fmla="*/ 357894 h 2631356"/>
              <a:gd name="connsiteX6379" fmla="*/ 6706480 w 11237202"/>
              <a:gd name="connsiteY6379" fmla="*/ 369246 h 2631356"/>
              <a:gd name="connsiteX6380" fmla="*/ 6652991 w 11237202"/>
              <a:gd name="connsiteY6380" fmla="*/ 365028 h 2631356"/>
              <a:gd name="connsiteX6381" fmla="*/ 6661994 w 11237202"/>
              <a:gd name="connsiteY6381" fmla="*/ 353768 h 2631356"/>
              <a:gd name="connsiteX6382" fmla="*/ 6690200 w 11237202"/>
              <a:gd name="connsiteY6382" fmla="*/ 353506 h 2631356"/>
              <a:gd name="connsiteX6383" fmla="*/ 3598976 w 11237202"/>
              <a:gd name="connsiteY6383" fmla="*/ 353395 h 2631356"/>
              <a:gd name="connsiteX6384" fmla="*/ 3612032 w 11237202"/>
              <a:gd name="connsiteY6384" fmla="*/ 357233 h 2631356"/>
              <a:gd name="connsiteX6385" fmla="*/ 3582606 w 11237202"/>
              <a:gd name="connsiteY6385" fmla="*/ 367171 h 2631356"/>
              <a:gd name="connsiteX6386" fmla="*/ 3544067 w 11237202"/>
              <a:gd name="connsiteY6386" fmla="*/ 363501 h 2631356"/>
              <a:gd name="connsiteX6387" fmla="*/ 3573770 w 11237202"/>
              <a:gd name="connsiteY6387" fmla="*/ 353609 h 2631356"/>
              <a:gd name="connsiteX6388" fmla="*/ 3598976 w 11237202"/>
              <a:gd name="connsiteY6388" fmla="*/ 353395 h 2631356"/>
              <a:gd name="connsiteX6389" fmla="*/ 3955279 w 11237202"/>
              <a:gd name="connsiteY6389" fmla="*/ 353323 h 2631356"/>
              <a:gd name="connsiteX6390" fmla="*/ 3969340 w 11237202"/>
              <a:gd name="connsiteY6390" fmla="*/ 357142 h 2631356"/>
              <a:gd name="connsiteX6391" fmla="*/ 3942442 w 11237202"/>
              <a:gd name="connsiteY6391" fmla="*/ 367103 h 2631356"/>
              <a:gd name="connsiteX6392" fmla="*/ 3902986 w 11237202"/>
              <a:gd name="connsiteY6392" fmla="*/ 363433 h 2631356"/>
              <a:gd name="connsiteX6393" fmla="*/ 3930133 w 11237202"/>
              <a:gd name="connsiteY6393" fmla="*/ 353540 h 2631356"/>
              <a:gd name="connsiteX6394" fmla="*/ 3955279 w 11237202"/>
              <a:gd name="connsiteY6394" fmla="*/ 353323 h 2631356"/>
              <a:gd name="connsiteX6395" fmla="*/ 5684658 w 11237202"/>
              <a:gd name="connsiteY6395" fmla="*/ 350827 h 2631356"/>
              <a:gd name="connsiteX6396" fmla="*/ 5700440 w 11237202"/>
              <a:gd name="connsiteY6396" fmla="*/ 352126 h 2631356"/>
              <a:gd name="connsiteX6397" fmla="*/ 5695217 w 11237202"/>
              <a:gd name="connsiteY6397" fmla="*/ 355705 h 2631356"/>
              <a:gd name="connsiteX6398" fmla="*/ 5679296 w 11237202"/>
              <a:gd name="connsiteY6398" fmla="*/ 354383 h 2631356"/>
              <a:gd name="connsiteX6399" fmla="*/ 5684658 w 11237202"/>
              <a:gd name="connsiteY6399" fmla="*/ 350827 h 2631356"/>
              <a:gd name="connsiteX6400" fmla="*/ 7171470 w 11237202"/>
              <a:gd name="connsiteY6400" fmla="*/ 350101 h 2631356"/>
              <a:gd name="connsiteX6401" fmla="*/ 7197913 w 11237202"/>
              <a:gd name="connsiteY6401" fmla="*/ 354520 h 2631356"/>
              <a:gd name="connsiteX6402" fmla="*/ 7193245 w 11237202"/>
              <a:gd name="connsiteY6402" fmla="*/ 365964 h 2631356"/>
              <a:gd name="connsiteX6403" fmla="*/ 7137977 w 11237202"/>
              <a:gd name="connsiteY6403" fmla="*/ 361724 h 2631356"/>
              <a:gd name="connsiteX6404" fmla="*/ 7143006 w 11237202"/>
              <a:gd name="connsiteY6404" fmla="*/ 350349 h 2631356"/>
              <a:gd name="connsiteX6405" fmla="*/ 7171470 w 11237202"/>
              <a:gd name="connsiteY6405" fmla="*/ 350101 h 2631356"/>
              <a:gd name="connsiteX6406" fmla="*/ 8311652 w 11237202"/>
              <a:gd name="connsiteY6406" fmla="*/ 350098 h 2631356"/>
              <a:gd name="connsiteX6407" fmla="*/ 8313042 w 11237202"/>
              <a:gd name="connsiteY6407" fmla="*/ 350167 h 2631356"/>
              <a:gd name="connsiteX6408" fmla="*/ 8313208 w 11237202"/>
              <a:gd name="connsiteY6408" fmla="*/ 350440 h 2631356"/>
              <a:gd name="connsiteX6409" fmla="*/ 8311791 w 11237202"/>
              <a:gd name="connsiteY6409" fmla="*/ 350327 h 2631356"/>
              <a:gd name="connsiteX6410" fmla="*/ 8311652 w 11237202"/>
              <a:gd name="connsiteY6410" fmla="*/ 350098 h 2631356"/>
              <a:gd name="connsiteX6411" fmla="*/ 4417842 w 11237202"/>
              <a:gd name="connsiteY6411" fmla="*/ 349323 h 2631356"/>
              <a:gd name="connsiteX6412" fmla="*/ 4442516 w 11237202"/>
              <a:gd name="connsiteY6412" fmla="*/ 351534 h 2631356"/>
              <a:gd name="connsiteX6413" fmla="*/ 4428262 w 11237202"/>
              <a:gd name="connsiteY6413" fmla="*/ 357529 h 2631356"/>
              <a:gd name="connsiteX6414" fmla="*/ 4403476 w 11237202"/>
              <a:gd name="connsiteY6414" fmla="*/ 355318 h 2631356"/>
              <a:gd name="connsiteX6415" fmla="*/ 4417842 w 11237202"/>
              <a:gd name="connsiteY6415" fmla="*/ 349323 h 2631356"/>
              <a:gd name="connsiteX6416" fmla="*/ 7631543 w 11237202"/>
              <a:gd name="connsiteY6416" fmla="*/ 349246 h 2631356"/>
              <a:gd name="connsiteX6417" fmla="*/ 7666366 w 11237202"/>
              <a:gd name="connsiteY6417" fmla="*/ 354771 h 2631356"/>
              <a:gd name="connsiteX6418" fmla="*/ 7665421 w 11237202"/>
              <a:gd name="connsiteY6418" fmla="*/ 369041 h 2631356"/>
              <a:gd name="connsiteX6419" fmla="*/ 7594537 w 11237202"/>
              <a:gd name="connsiteY6419" fmla="*/ 363730 h 2631356"/>
              <a:gd name="connsiteX6420" fmla="*/ 7596260 w 11237202"/>
              <a:gd name="connsiteY6420" fmla="*/ 349550 h 2631356"/>
              <a:gd name="connsiteX6421" fmla="*/ 7631543 w 11237202"/>
              <a:gd name="connsiteY6421" fmla="*/ 349246 h 2631356"/>
              <a:gd name="connsiteX6422" fmla="*/ 3141779 w 11237202"/>
              <a:gd name="connsiteY6422" fmla="*/ 348314 h 2631356"/>
              <a:gd name="connsiteX6423" fmla="*/ 3155749 w 11237202"/>
              <a:gd name="connsiteY6423" fmla="*/ 352834 h 2631356"/>
              <a:gd name="connsiteX6424" fmla="*/ 3117182 w 11237202"/>
              <a:gd name="connsiteY6424" fmla="*/ 364482 h 2631356"/>
              <a:gd name="connsiteX6425" fmla="*/ 3073223 w 11237202"/>
              <a:gd name="connsiteY6425" fmla="*/ 360151 h 2631356"/>
              <a:gd name="connsiteX6426" fmla="*/ 3112013 w 11237202"/>
              <a:gd name="connsiteY6426" fmla="*/ 348548 h 2631356"/>
              <a:gd name="connsiteX6427" fmla="*/ 3141779 w 11237202"/>
              <a:gd name="connsiteY6427" fmla="*/ 348314 h 2631356"/>
              <a:gd name="connsiteX6428" fmla="*/ 2555338 w 11237202"/>
              <a:gd name="connsiteY6428" fmla="*/ 348229 h 2631356"/>
              <a:gd name="connsiteX6429" fmla="*/ 2557644 w 11237202"/>
              <a:gd name="connsiteY6429" fmla="*/ 348479 h 2631356"/>
              <a:gd name="connsiteX6430" fmla="*/ 2555254 w 11237202"/>
              <a:gd name="connsiteY6430" fmla="*/ 349095 h 2631356"/>
              <a:gd name="connsiteX6431" fmla="*/ 2552976 w 11237202"/>
              <a:gd name="connsiteY6431" fmla="*/ 348867 h 2631356"/>
              <a:gd name="connsiteX6432" fmla="*/ 2555338 w 11237202"/>
              <a:gd name="connsiteY6432" fmla="*/ 348229 h 2631356"/>
              <a:gd name="connsiteX6433" fmla="*/ 4192802 w 11237202"/>
              <a:gd name="connsiteY6433" fmla="*/ 347943 h 2631356"/>
              <a:gd name="connsiteX6434" fmla="*/ 4207137 w 11237202"/>
              <a:gd name="connsiteY6434" fmla="*/ 351671 h 2631356"/>
              <a:gd name="connsiteX6435" fmla="*/ 4182573 w 11237202"/>
              <a:gd name="connsiteY6435" fmla="*/ 361268 h 2631356"/>
              <a:gd name="connsiteX6436" fmla="*/ 4143728 w 11237202"/>
              <a:gd name="connsiteY6436" fmla="*/ 357711 h 2631356"/>
              <a:gd name="connsiteX6437" fmla="*/ 4168402 w 11237202"/>
              <a:gd name="connsiteY6437" fmla="*/ 348183 h 2631356"/>
              <a:gd name="connsiteX6438" fmla="*/ 4192802 w 11237202"/>
              <a:gd name="connsiteY6438" fmla="*/ 347943 h 2631356"/>
              <a:gd name="connsiteX6439" fmla="*/ 2997616 w 11237202"/>
              <a:gd name="connsiteY6439" fmla="*/ 347796 h 2631356"/>
              <a:gd name="connsiteX6440" fmla="*/ 3003285 w 11237202"/>
              <a:gd name="connsiteY6440" fmla="*/ 348343 h 2631356"/>
              <a:gd name="connsiteX6441" fmla="*/ 2998060 w 11237202"/>
              <a:gd name="connsiteY6441" fmla="*/ 349848 h 2631356"/>
              <a:gd name="connsiteX6442" fmla="*/ 2992392 w 11237202"/>
              <a:gd name="connsiteY6442" fmla="*/ 349301 h 2631356"/>
              <a:gd name="connsiteX6443" fmla="*/ 2997616 w 11237202"/>
              <a:gd name="connsiteY6443" fmla="*/ 347796 h 2631356"/>
              <a:gd name="connsiteX6444" fmla="*/ 4788097 w 11237202"/>
              <a:gd name="connsiteY6444" fmla="*/ 346519 h 2631356"/>
              <a:gd name="connsiteX6445" fmla="*/ 4808992 w 11237202"/>
              <a:gd name="connsiteY6445" fmla="*/ 348320 h 2631356"/>
              <a:gd name="connsiteX6446" fmla="*/ 4798462 w 11237202"/>
              <a:gd name="connsiteY6446" fmla="*/ 353267 h 2631356"/>
              <a:gd name="connsiteX6447" fmla="*/ 4777539 w 11237202"/>
              <a:gd name="connsiteY6447" fmla="*/ 351443 h 2631356"/>
              <a:gd name="connsiteX6448" fmla="*/ 4788097 w 11237202"/>
              <a:gd name="connsiteY6448" fmla="*/ 346519 h 2631356"/>
              <a:gd name="connsiteX6449" fmla="*/ 6456916 w 11237202"/>
              <a:gd name="connsiteY6449" fmla="*/ 345841 h 2631356"/>
              <a:gd name="connsiteX6450" fmla="*/ 6477825 w 11237202"/>
              <a:gd name="connsiteY6450" fmla="*/ 349619 h 2631356"/>
              <a:gd name="connsiteX6451" fmla="*/ 6468683 w 11237202"/>
              <a:gd name="connsiteY6451" fmla="*/ 359444 h 2631356"/>
              <a:gd name="connsiteX6452" fmla="*/ 6422891 w 11237202"/>
              <a:gd name="connsiteY6452" fmla="*/ 355819 h 2631356"/>
              <a:gd name="connsiteX6453" fmla="*/ 6432255 w 11237202"/>
              <a:gd name="connsiteY6453" fmla="*/ 346063 h 2631356"/>
              <a:gd name="connsiteX6454" fmla="*/ 6456916 w 11237202"/>
              <a:gd name="connsiteY6454" fmla="*/ 345841 h 2631356"/>
              <a:gd name="connsiteX6455" fmla="*/ 6822302 w 11237202"/>
              <a:gd name="connsiteY6455" fmla="*/ 345514 h 2631356"/>
              <a:gd name="connsiteX6456" fmla="*/ 6846692 w 11237202"/>
              <a:gd name="connsiteY6456" fmla="*/ 349756 h 2631356"/>
              <a:gd name="connsiteX6457" fmla="*/ 6839522 w 11237202"/>
              <a:gd name="connsiteY6457" fmla="*/ 360721 h 2631356"/>
              <a:gd name="connsiteX6458" fmla="*/ 6787256 w 11237202"/>
              <a:gd name="connsiteY6458" fmla="*/ 356640 h 2631356"/>
              <a:gd name="connsiteX6459" fmla="*/ 6794870 w 11237202"/>
              <a:gd name="connsiteY6459" fmla="*/ 345767 h 2631356"/>
              <a:gd name="connsiteX6460" fmla="*/ 6822302 w 11237202"/>
              <a:gd name="connsiteY6460" fmla="*/ 345514 h 2631356"/>
              <a:gd name="connsiteX6461" fmla="*/ 3475885 w 11237202"/>
              <a:gd name="connsiteY6461" fmla="*/ 345132 h 2631356"/>
              <a:gd name="connsiteX6462" fmla="*/ 3488243 w 11237202"/>
              <a:gd name="connsiteY6462" fmla="*/ 348822 h 2631356"/>
              <a:gd name="connsiteX6463" fmla="*/ 3458818 w 11237202"/>
              <a:gd name="connsiteY6463" fmla="*/ 358350 h 2631356"/>
              <a:gd name="connsiteX6464" fmla="*/ 3421917 w 11237202"/>
              <a:gd name="connsiteY6464" fmla="*/ 354840 h 2631356"/>
              <a:gd name="connsiteX6465" fmla="*/ 3451482 w 11237202"/>
              <a:gd name="connsiteY6465" fmla="*/ 345357 h 2631356"/>
              <a:gd name="connsiteX6466" fmla="*/ 3475885 w 11237202"/>
              <a:gd name="connsiteY6466" fmla="*/ 345132 h 2631356"/>
              <a:gd name="connsiteX6467" fmla="*/ 5577040 w 11237202"/>
              <a:gd name="connsiteY6467" fmla="*/ 344832 h 2631356"/>
              <a:gd name="connsiteX6468" fmla="*/ 5586016 w 11237202"/>
              <a:gd name="connsiteY6468" fmla="*/ 345562 h 2631356"/>
              <a:gd name="connsiteX6469" fmla="*/ 5582821 w 11237202"/>
              <a:gd name="connsiteY6469" fmla="*/ 347590 h 2631356"/>
              <a:gd name="connsiteX6470" fmla="*/ 5573901 w 11237202"/>
              <a:gd name="connsiteY6470" fmla="*/ 346861 h 2631356"/>
              <a:gd name="connsiteX6471" fmla="*/ 5577040 w 11237202"/>
              <a:gd name="connsiteY6471" fmla="*/ 344832 h 2631356"/>
              <a:gd name="connsiteX6472" fmla="*/ 5948824 w 11237202"/>
              <a:gd name="connsiteY6472" fmla="*/ 344377 h 2631356"/>
              <a:gd name="connsiteX6473" fmla="*/ 5967747 w 11237202"/>
              <a:gd name="connsiteY6473" fmla="*/ 345904 h 2631356"/>
              <a:gd name="connsiteX6474" fmla="*/ 5962301 w 11237202"/>
              <a:gd name="connsiteY6474" fmla="*/ 350075 h 2631356"/>
              <a:gd name="connsiteX6475" fmla="*/ 5943351 w 11237202"/>
              <a:gd name="connsiteY6475" fmla="*/ 348548 h 2631356"/>
              <a:gd name="connsiteX6476" fmla="*/ 5948824 w 11237202"/>
              <a:gd name="connsiteY6476" fmla="*/ 344377 h 2631356"/>
              <a:gd name="connsiteX6477" fmla="*/ 3826974 w 11237202"/>
              <a:gd name="connsiteY6477" fmla="*/ 343519 h 2631356"/>
              <a:gd name="connsiteX6478" fmla="*/ 3840993 w 11237202"/>
              <a:gd name="connsiteY6478" fmla="*/ 347386 h 2631356"/>
              <a:gd name="connsiteX6479" fmla="*/ 3812623 w 11237202"/>
              <a:gd name="connsiteY6479" fmla="*/ 357461 h 2631356"/>
              <a:gd name="connsiteX6480" fmla="*/ 3772750 w 11237202"/>
              <a:gd name="connsiteY6480" fmla="*/ 353722 h 2631356"/>
              <a:gd name="connsiteX6481" fmla="*/ 3801370 w 11237202"/>
              <a:gd name="connsiteY6481" fmla="*/ 343738 h 2631356"/>
              <a:gd name="connsiteX6482" fmla="*/ 3826974 w 11237202"/>
              <a:gd name="connsiteY6482" fmla="*/ 343519 h 2631356"/>
              <a:gd name="connsiteX6483" fmla="*/ 6197514 w 11237202"/>
              <a:gd name="connsiteY6483" fmla="*/ 343373 h 2631356"/>
              <a:gd name="connsiteX6484" fmla="*/ 6225995 w 11237202"/>
              <a:gd name="connsiteY6484" fmla="*/ 345653 h 2631356"/>
              <a:gd name="connsiteX6485" fmla="*/ 6219076 w 11237202"/>
              <a:gd name="connsiteY6485" fmla="*/ 351853 h 2631356"/>
              <a:gd name="connsiteX6486" fmla="*/ 6190456 w 11237202"/>
              <a:gd name="connsiteY6486" fmla="*/ 349550 h 2631356"/>
              <a:gd name="connsiteX6487" fmla="*/ 6197514 w 11237202"/>
              <a:gd name="connsiteY6487" fmla="*/ 343373 h 2631356"/>
              <a:gd name="connsiteX6488" fmla="*/ 7295916 w 11237202"/>
              <a:gd name="connsiteY6488" fmla="*/ 343191 h 2631356"/>
              <a:gd name="connsiteX6489" fmla="*/ 7322313 w 11237202"/>
              <a:gd name="connsiteY6489" fmla="*/ 347523 h 2631356"/>
              <a:gd name="connsiteX6490" fmla="*/ 7318757 w 11237202"/>
              <a:gd name="connsiteY6490" fmla="*/ 358715 h 2631356"/>
              <a:gd name="connsiteX6491" fmla="*/ 7263961 w 11237202"/>
              <a:gd name="connsiteY6491" fmla="*/ 354566 h 2631356"/>
              <a:gd name="connsiteX6492" fmla="*/ 7267934 w 11237202"/>
              <a:gd name="connsiteY6492" fmla="*/ 343442 h 2631356"/>
              <a:gd name="connsiteX6493" fmla="*/ 7295916 w 11237202"/>
              <a:gd name="connsiteY6493" fmla="*/ 343191 h 2631356"/>
              <a:gd name="connsiteX6494" fmla="*/ 7750816 w 11237202"/>
              <a:gd name="connsiteY6494" fmla="*/ 342515 h 2631356"/>
              <a:gd name="connsiteX6495" fmla="*/ 7786960 w 11237202"/>
              <a:gd name="connsiteY6495" fmla="*/ 348114 h 2631356"/>
              <a:gd name="connsiteX6496" fmla="*/ 7787154 w 11237202"/>
              <a:gd name="connsiteY6496" fmla="*/ 362680 h 2631356"/>
              <a:gd name="connsiteX6497" fmla="*/ 7714215 w 11237202"/>
              <a:gd name="connsiteY6497" fmla="*/ 357301 h 2631356"/>
              <a:gd name="connsiteX6498" fmla="*/ 7714798 w 11237202"/>
              <a:gd name="connsiteY6498" fmla="*/ 342849 h 2631356"/>
              <a:gd name="connsiteX6499" fmla="*/ 7750816 w 11237202"/>
              <a:gd name="connsiteY6499" fmla="*/ 342515 h 2631356"/>
              <a:gd name="connsiteX6500" fmla="*/ 4902606 w 11237202"/>
              <a:gd name="connsiteY6500" fmla="*/ 341436 h 2631356"/>
              <a:gd name="connsiteX6501" fmla="*/ 4916582 w 11237202"/>
              <a:gd name="connsiteY6501" fmla="*/ 342644 h 2631356"/>
              <a:gd name="connsiteX6502" fmla="*/ 4909830 w 11237202"/>
              <a:gd name="connsiteY6502" fmla="*/ 345904 h 2631356"/>
              <a:gd name="connsiteX6503" fmla="*/ 4895826 w 11237202"/>
              <a:gd name="connsiteY6503" fmla="*/ 344696 h 2631356"/>
              <a:gd name="connsiteX6504" fmla="*/ 4902606 w 11237202"/>
              <a:gd name="connsiteY6504" fmla="*/ 341436 h 2631356"/>
              <a:gd name="connsiteX6505" fmla="*/ 2882469 w 11237202"/>
              <a:gd name="connsiteY6505" fmla="*/ 339338 h 2631356"/>
              <a:gd name="connsiteX6506" fmla="*/ 2893306 w 11237202"/>
              <a:gd name="connsiteY6506" fmla="*/ 340410 h 2631356"/>
              <a:gd name="connsiteX6507" fmla="*/ 2883192 w 11237202"/>
              <a:gd name="connsiteY6507" fmla="*/ 343282 h 2631356"/>
              <a:gd name="connsiteX6508" fmla="*/ 2872327 w 11237202"/>
              <a:gd name="connsiteY6508" fmla="*/ 342210 h 2631356"/>
              <a:gd name="connsiteX6509" fmla="*/ 2882469 w 11237202"/>
              <a:gd name="connsiteY6509" fmla="*/ 339338 h 2631356"/>
              <a:gd name="connsiteX6510" fmla="*/ 5463950 w 11237202"/>
              <a:gd name="connsiteY6510" fmla="*/ 338564 h 2631356"/>
              <a:gd name="connsiteX6511" fmla="*/ 5480010 w 11237202"/>
              <a:gd name="connsiteY6511" fmla="*/ 339909 h 2631356"/>
              <a:gd name="connsiteX6512" fmla="*/ 5473981 w 11237202"/>
              <a:gd name="connsiteY6512" fmla="*/ 343533 h 2631356"/>
              <a:gd name="connsiteX6513" fmla="*/ 5457920 w 11237202"/>
              <a:gd name="connsiteY6513" fmla="*/ 342188 h 2631356"/>
              <a:gd name="connsiteX6514" fmla="*/ 5463950 w 11237202"/>
              <a:gd name="connsiteY6514" fmla="*/ 338564 h 2631356"/>
              <a:gd name="connsiteX6515" fmla="*/ 7981355 w 11237202"/>
              <a:gd name="connsiteY6515" fmla="*/ 338541 h 2631356"/>
              <a:gd name="connsiteX6516" fmla="*/ 7991496 w 11237202"/>
              <a:gd name="connsiteY6516" fmla="*/ 339270 h 2631356"/>
              <a:gd name="connsiteX6517" fmla="*/ 7991857 w 11237202"/>
              <a:gd name="connsiteY6517" fmla="*/ 341253 h 2631356"/>
              <a:gd name="connsiteX6518" fmla="*/ 7981632 w 11237202"/>
              <a:gd name="connsiteY6518" fmla="*/ 340524 h 2631356"/>
              <a:gd name="connsiteX6519" fmla="*/ 7981355 w 11237202"/>
              <a:gd name="connsiteY6519" fmla="*/ 338541 h 2631356"/>
              <a:gd name="connsiteX6520" fmla="*/ 4528043 w 11237202"/>
              <a:gd name="connsiteY6520" fmla="*/ 338290 h 2631356"/>
              <a:gd name="connsiteX6521" fmla="*/ 4550023 w 11237202"/>
              <a:gd name="connsiteY6521" fmla="*/ 340206 h 2631356"/>
              <a:gd name="connsiteX6522" fmla="*/ 4537741 w 11237202"/>
              <a:gd name="connsiteY6522" fmla="*/ 345471 h 2631356"/>
              <a:gd name="connsiteX6523" fmla="*/ 4515762 w 11237202"/>
              <a:gd name="connsiteY6523" fmla="*/ 343533 h 2631356"/>
              <a:gd name="connsiteX6524" fmla="*/ 4528043 w 11237202"/>
              <a:gd name="connsiteY6524" fmla="*/ 338290 h 2631356"/>
              <a:gd name="connsiteX6525" fmla="*/ 6951936 w 11237202"/>
              <a:gd name="connsiteY6525" fmla="*/ 337464 h 2631356"/>
              <a:gd name="connsiteX6526" fmla="*/ 6977483 w 11237202"/>
              <a:gd name="connsiteY6526" fmla="*/ 341824 h 2631356"/>
              <a:gd name="connsiteX6527" fmla="*/ 6971064 w 11237202"/>
              <a:gd name="connsiteY6527" fmla="*/ 353038 h 2631356"/>
              <a:gd name="connsiteX6528" fmla="*/ 6916907 w 11237202"/>
              <a:gd name="connsiteY6528" fmla="*/ 348867 h 2631356"/>
              <a:gd name="connsiteX6529" fmla="*/ 6923743 w 11237202"/>
              <a:gd name="connsiteY6529" fmla="*/ 337720 h 2631356"/>
              <a:gd name="connsiteX6530" fmla="*/ 6951936 w 11237202"/>
              <a:gd name="connsiteY6530" fmla="*/ 337464 h 2631356"/>
              <a:gd name="connsiteX6531" fmla="*/ 5015114 w 11237202"/>
              <a:gd name="connsiteY6531" fmla="*/ 336900 h 2631356"/>
              <a:gd name="connsiteX6532" fmla="*/ 5030729 w 11237202"/>
              <a:gd name="connsiteY6532" fmla="*/ 338221 h 2631356"/>
              <a:gd name="connsiteX6533" fmla="*/ 5023532 w 11237202"/>
              <a:gd name="connsiteY6533" fmla="*/ 341845 h 2631356"/>
              <a:gd name="connsiteX6534" fmla="*/ 5007889 w 11237202"/>
              <a:gd name="connsiteY6534" fmla="*/ 340501 h 2631356"/>
              <a:gd name="connsiteX6535" fmla="*/ 5015114 w 11237202"/>
              <a:gd name="connsiteY6535" fmla="*/ 336900 h 2631356"/>
              <a:gd name="connsiteX6536" fmla="*/ 4059594 w 11237202"/>
              <a:gd name="connsiteY6536" fmla="*/ 336831 h 2631356"/>
              <a:gd name="connsiteX6537" fmla="*/ 4073733 w 11237202"/>
              <a:gd name="connsiteY6537" fmla="*/ 340569 h 2631356"/>
              <a:gd name="connsiteX6538" fmla="*/ 4047919 w 11237202"/>
              <a:gd name="connsiteY6538" fmla="*/ 350257 h 2631356"/>
              <a:gd name="connsiteX6539" fmla="*/ 4008713 w 11237202"/>
              <a:gd name="connsiteY6539" fmla="*/ 346679 h 2631356"/>
              <a:gd name="connsiteX6540" fmla="*/ 4034804 w 11237202"/>
              <a:gd name="connsiteY6540" fmla="*/ 337059 h 2631356"/>
              <a:gd name="connsiteX6541" fmla="*/ 4059594 w 11237202"/>
              <a:gd name="connsiteY6541" fmla="*/ 336831 h 2631356"/>
              <a:gd name="connsiteX6542" fmla="*/ 7868659 w 11237202"/>
              <a:gd name="connsiteY6542" fmla="*/ 336782 h 2631356"/>
              <a:gd name="connsiteX6543" fmla="*/ 7902857 w 11237202"/>
              <a:gd name="connsiteY6543" fmla="*/ 342005 h 2631356"/>
              <a:gd name="connsiteX6544" fmla="*/ 7904164 w 11237202"/>
              <a:gd name="connsiteY6544" fmla="*/ 355546 h 2631356"/>
              <a:gd name="connsiteX6545" fmla="*/ 7835642 w 11237202"/>
              <a:gd name="connsiteY6545" fmla="*/ 350508 h 2631356"/>
              <a:gd name="connsiteX6546" fmla="*/ 7835002 w 11237202"/>
              <a:gd name="connsiteY6546" fmla="*/ 337081 h 2631356"/>
              <a:gd name="connsiteX6547" fmla="*/ 7868659 w 11237202"/>
              <a:gd name="connsiteY6547" fmla="*/ 336782 h 2631356"/>
              <a:gd name="connsiteX6548" fmla="*/ 6594192 w 11237202"/>
              <a:gd name="connsiteY6548" fmla="*/ 336019 h 2631356"/>
              <a:gd name="connsiteX6549" fmla="*/ 6617230 w 11237202"/>
              <a:gd name="connsiteY6549" fmla="*/ 340091 h 2631356"/>
              <a:gd name="connsiteX6550" fmla="*/ 6608422 w 11237202"/>
              <a:gd name="connsiteY6550" fmla="*/ 350668 h 2631356"/>
              <a:gd name="connsiteX6551" fmla="*/ 6558434 w 11237202"/>
              <a:gd name="connsiteY6551" fmla="*/ 346748 h 2631356"/>
              <a:gd name="connsiteX6552" fmla="*/ 6567548 w 11237202"/>
              <a:gd name="connsiteY6552" fmla="*/ 336239 h 2631356"/>
              <a:gd name="connsiteX6553" fmla="*/ 6594192 w 11237202"/>
              <a:gd name="connsiteY6553" fmla="*/ 336019 h 2631356"/>
              <a:gd name="connsiteX6554" fmla="*/ 5353443 w 11237202"/>
              <a:gd name="connsiteY6554" fmla="*/ 335828 h 2631356"/>
              <a:gd name="connsiteX6555" fmla="*/ 5366113 w 11237202"/>
              <a:gd name="connsiteY6555" fmla="*/ 336900 h 2631356"/>
              <a:gd name="connsiteX6556" fmla="*/ 5361112 w 11237202"/>
              <a:gd name="connsiteY6556" fmla="*/ 339749 h 2631356"/>
              <a:gd name="connsiteX6557" fmla="*/ 5348357 w 11237202"/>
              <a:gd name="connsiteY6557" fmla="*/ 338677 h 2631356"/>
              <a:gd name="connsiteX6558" fmla="*/ 5353443 w 11237202"/>
              <a:gd name="connsiteY6558" fmla="*/ 335828 h 2631356"/>
              <a:gd name="connsiteX6559" fmla="*/ 3359501 w 11237202"/>
              <a:gd name="connsiteY6559" fmla="*/ 335793 h 2631356"/>
              <a:gd name="connsiteX6560" fmla="*/ 3373735 w 11237202"/>
              <a:gd name="connsiteY6560" fmla="*/ 340136 h 2631356"/>
              <a:gd name="connsiteX6561" fmla="*/ 3338168 w 11237202"/>
              <a:gd name="connsiteY6561" fmla="*/ 351306 h 2631356"/>
              <a:gd name="connsiteX6562" fmla="*/ 3294904 w 11237202"/>
              <a:gd name="connsiteY6562" fmla="*/ 347157 h 2631356"/>
              <a:gd name="connsiteX6563" fmla="*/ 3330721 w 11237202"/>
              <a:gd name="connsiteY6563" fmla="*/ 336033 h 2631356"/>
              <a:gd name="connsiteX6564" fmla="*/ 3359501 w 11237202"/>
              <a:gd name="connsiteY6564" fmla="*/ 335793 h 2631356"/>
              <a:gd name="connsiteX6565" fmla="*/ 7418909 w 11237202"/>
              <a:gd name="connsiteY6565" fmla="*/ 334791 h 2631356"/>
              <a:gd name="connsiteX6566" fmla="*/ 7450992 w 11237202"/>
              <a:gd name="connsiteY6566" fmla="*/ 339954 h 2631356"/>
              <a:gd name="connsiteX6567" fmla="*/ 7448019 w 11237202"/>
              <a:gd name="connsiteY6567" fmla="*/ 353312 h 2631356"/>
              <a:gd name="connsiteX6568" fmla="*/ 7381832 w 11237202"/>
              <a:gd name="connsiteY6568" fmla="*/ 348365 h 2631356"/>
              <a:gd name="connsiteX6569" fmla="*/ 7385472 w 11237202"/>
              <a:gd name="connsiteY6569" fmla="*/ 335098 h 2631356"/>
              <a:gd name="connsiteX6570" fmla="*/ 7418909 w 11237202"/>
              <a:gd name="connsiteY6570" fmla="*/ 334791 h 2631356"/>
              <a:gd name="connsiteX6571" fmla="*/ 3700616 w 11237202"/>
              <a:gd name="connsiteY6571" fmla="*/ 334600 h 2631356"/>
              <a:gd name="connsiteX6572" fmla="*/ 3713787 w 11237202"/>
              <a:gd name="connsiteY6572" fmla="*/ 338358 h 2631356"/>
              <a:gd name="connsiteX6573" fmla="*/ 3685445 w 11237202"/>
              <a:gd name="connsiteY6573" fmla="*/ 348001 h 2631356"/>
              <a:gd name="connsiteX6574" fmla="*/ 3647238 w 11237202"/>
              <a:gd name="connsiteY6574" fmla="*/ 344422 h 2631356"/>
              <a:gd name="connsiteX6575" fmla="*/ 3675775 w 11237202"/>
              <a:gd name="connsiteY6575" fmla="*/ 334825 h 2631356"/>
              <a:gd name="connsiteX6576" fmla="*/ 3700616 w 11237202"/>
              <a:gd name="connsiteY6576" fmla="*/ 334600 h 2631356"/>
              <a:gd name="connsiteX6577" fmla="*/ 5127815 w 11237202"/>
              <a:gd name="connsiteY6577" fmla="*/ 334484 h 2631356"/>
              <a:gd name="connsiteX6578" fmla="*/ 5143515 w 11237202"/>
              <a:gd name="connsiteY6578" fmla="*/ 335805 h 2631356"/>
              <a:gd name="connsiteX6579" fmla="*/ 5136624 w 11237202"/>
              <a:gd name="connsiteY6579" fmla="*/ 339408 h 2631356"/>
              <a:gd name="connsiteX6580" fmla="*/ 5120980 w 11237202"/>
              <a:gd name="connsiteY6580" fmla="*/ 338062 h 2631356"/>
              <a:gd name="connsiteX6581" fmla="*/ 5127815 w 11237202"/>
              <a:gd name="connsiteY6581" fmla="*/ 334484 h 2631356"/>
              <a:gd name="connsiteX6582" fmla="*/ 4298700 w 11237202"/>
              <a:gd name="connsiteY6582" fmla="*/ 334024 h 2631356"/>
              <a:gd name="connsiteX6583" fmla="*/ 4312503 w 11237202"/>
              <a:gd name="connsiteY6583" fmla="*/ 337515 h 2631356"/>
              <a:gd name="connsiteX6584" fmla="*/ 4290051 w 11237202"/>
              <a:gd name="connsiteY6584" fmla="*/ 346519 h 2631356"/>
              <a:gd name="connsiteX6585" fmla="*/ 4252790 w 11237202"/>
              <a:gd name="connsiteY6585" fmla="*/ 343191 h 2631356"/>
              <a:gd name="connsiteX6586" fmla="*/ 4275602 w 11237202"/>
              <a:gd name="connsiteY6586" fmla="*/ 334210 h 2631356"/>
              <a:gd name="connsiteX6587" fmla="*/ 4298700 w 11237202"/>
              <a:gd name="connsiteY6587" fmla="*/ 334024 h 2631356"/>
              <a:gd name="connsiteX6588" fmla="*/ 5240046 w 11237202"/>
              <a:gd name="connsiteY6588" fmla="*/ 333777 h 2631356"/>
              <a:gd name="connsiteX6589" fmla="*/ 5256912 w 11237202"/>
              <a:gd name="connsiteY6589" fmla="*/ 335212 h 2631356"/>
              <a:gd name="connsiteX6590" fmla="*/ 5249910 w 11237202"/>
              <a:gd name="connsiteY6590" fmla="*/ 339065 h 2631356"/>
              <a:gd name="connsiteX6591" fmla="*/ 5232988 w 11237202"/>
              <a:gd name="connsiteY6591" fmla="*/ 337629 h 2631356"/>
              <a:gd name="connsiteX6592" fmla="*/ 5240046 w 11237202"/>
              <a:gd name="connsiteY6592" fmla="*/ 333777 h 2631356"/>
              <a:gd name="connsiteX6593" fmla="*/ 2769349 w 11237202"/>
              <a:gd name="connsiteY6593" fmla="*/ 333526 h 2631356"/>
              <a:gd name="connsiteX6594" fmla="*/ 2771628 w 11237202"/>
              <a:gd name="connsiteY6594" fmla="*/ 333753 h 2631356"/>
              <a:gd name="connsiteX6595" fmla="*/ 2769349 w 11237202"/>
              <a:gd name="connsiteY6595" fmla="*/ 334369 h 2631356"/>
              <a:gd name="connsiteX6596" fmla="*/ 2767043 w 11237202"/>
              <a:gd name="connsiteY6596" fmla="*/ 334118 h 2631356"/>
              <a:gd name="connsiteX6597" fmla="*/ 2769349 w 11237202"/>
              <a:gd name="connsiteY6597" fmla="*/ 333526 h 2631356"/>
              <a:gd name="connsiteX6598" fmla="*/ 8101087 w 11237202"/>
              <a:gd name="connsiteY6598" fmla="*/ 333344 h 2631356"/>
              <a:gd name="connsiteX6599" fmla="*/ 8103670 w 11237202"/>
              <a:gd name="connsiteY6599" fmla="*/ 333526 h 2631356"/>
              <a:gd name="connsiteX6600" fmla="*/ 8103808 w 11237202"/>
              <a:gd name="connsiteY6600" fmla="*/ 334005 h 2631356"/>
              <a:gd name="connsiteX6601" fmla="*/ 8101252 w 11237202"/>
              <a:gd name="connsiteY6601" fmla="*/ 333823 h 2631356"/>
              <a:gd name="connsiteX6602" fmla="*/ 8101087 w 11237202"/>
              <a:gd name="connsiteY6602" fmla="*/ 333344 h 2631356"/>
              <a:gd name="connsiteX6603" fmla="*/ 5840735 w 11237202"/>
              <a:gd name="connsiteY6603" fmla="*/ 332705 h 2631356"/>
              <a:gd name="connsiteX6604" fmla="*/ 5866771 w 11237202"/>
              <a:gd name="connsiteY6604" fmla="*/ 334803 h 2631356"/>
              <a:gd name="connsiteX6605" fmla="*/ 5858769 w 11237202"/>
              <a:gd name="connsiteY6605" fmla="*/ 340524 h 2631356"/>
              <a:gd name="connsiteX6606" fmla="*/ 5832760 w 11237202"/>
              <a:gd name="connsiteY6606" fmla="*/ 338404 h 2631356"/>
              <a:gd name="connsiteX6607" fmla="*/ 5840735 w 11237202"/>
              <a:gd name="connsiteY6607" fmla="*/ 332705 h 2631356"/>
              <a:gd name="connsiteX6608" fmla="*/ 6338892 w 11237202"/>
              <a:gd name="connsiteY6608" fmla="*/ 332021 h 2631356"/>
              <a:gd name="connsiteX6609" fmla="*/ 6371430 w 11237202"/>
              <a:gd name="connsiteY6609" fmla="*/ 334574 h 2631356"/>
              <a:gd name="connsiteX6610" fmla="*/ 6364400 w 11237202"/>
              <a:gd name="connsiteY6610" fmla="*/ 341550 h 2631356"/>
              <a:gd name="connsiteX6611" fmla="*/ 6331695 w 11237202"/>
              <a:gd name="connsiteY6611" fmla="*/ 338974 h 2631356"/>
              <a:gd name="connsiteX6612" fmla="*/ 6338892 w 11237202"/>
              <a:gd name="connsiteY6612" fmla="*/ 332021 h 2631356"/>
              <a:gd name="connsiteX6613" fmla="*/ 7078889 w 11237202"/>
              <a:gd name="connsiteY6613" fmla="*/ 330021 h 2631356"/>
              <a:gd name="connsiteX6614" fmla="*/ 7104633 w 11237202"/>
              <a:gd name="connsiteY6614" fmla="*/ 334324 h 2631356"/>
              <a:gd name="connsiteX6615" fmla="*/ 7099354 w 11237202"/>
              <a:gd name="connsiteY6615" fmla="*/ 345402 h 2631356"/>
              <a:gd name="connsiteX6616" fmla="*/ 7045058 w 11237202"/>
              <a:gd name="connsiteY6616" fmla="*/ 341299 h 2631356"/>
              <a:gd name="connsiteX6617" fmla="*/ 7050894 w 11237202"/>
              <a:gd name="connsiteY6617" fmla="*/ 330266 h 2631356"/>
              <a:gd name="connsiteX6618" fmla="*/ 7078889 w 11237202"/>
              <a:gd name="connsiteY6618" fmla="*/ 330021 h 2631356"/>
              <a:gd name="connsiteX6619" fmla="*/ 6095899 w 11237202"/>
              <a:gd name="connsiteY6619" fmla="*/ 329924 h 2631356"/>
              <a:gd name="connsiteX6620" fmla="*/ 6123880 w 11237202"/>
              <a:gd name="connsiteY6620" fmla="*/ 332135 h 2631356"/>
              <a:gd name="connsiteX6621" fmla="*/ 6116656 w 11237202"/>
              <a:gd name="connsiteY6621" fmla="*/ 338244 h 2631356"/>
              <a:gd name="connsiteX6622" fmla="*/ 6088480 w 11237202"/>
              <a:gd name="connsiteY6622" fmla="*/ 335988 h 2631356"/>
              <a:gd name="connsiteX6623" fmla="*/ 6095899 w 11237202"/>
              <a:gd name="connsiteY6623" fmla="*/ 329924 h 2631356"/>
              <a:gd name="connsiteX6624" fmla="*/ 4637883 w 11237202"/>
              <a:gd name="connsiteY6624" fmla="*/ 328397 h 2631356"/>
              <a:gd name="connsiteX6625" fmla="*/ 4660891 w 11237202"/>
              <a:gd name="connsiteY6625" fmla="*/ 330380 h 2631356"/>
              <a:gd name="connsiteX6626" fmla="*/ 4648665 w 11237202"/>
              <a:gd name="connsiteY6626" fmla="*/ 335828 h 2631356"/>
              <a:gd name="connsiteX6627" fmla="*/ 4625490 w 11237202"/>
              <a:gd name="connsiteY6627" fmla="*/ 333799 h 2631356"/>
              <a:gd name="connsiteX6628" fmla="*/ 4637883 w 11237202"/>
              <a:gd name="connsiteY6628" fmla="*/ 328397 h 2631356"/>
              <a:gd name="connsiteX6629" fmla="*/ 3241954 w 11237202"/>
              <a:gd name="connsiteY6629" fmla="*/ 327755 h 2631356"/>
              <a:gd name="connsiteX6630" fmla="*/ 3256004 w 11237202"/>
              <a:gd name="connsiteY6630" fmla="*/ 332135 h 2631356"/>
              <a:gd name="connsiteX6631" fmla="*/ 3218741 w 11237202"/>
              <a:gd name="connsiteY6631" fmla="*/ 343465 h 2631356"/>
              <a:gd name="connsiteX6632" fmla="*/ 3175172 w 11237202"/>
              <a:gd name="connsiteY6632" fmla="*/ 339248 h 2631356"/>
              <a:gd name="connsiteX6633" fmla="*/ 3212629 w 11237202"/>
              <a:gd name="connsiteY6633" fmla="*/ 328010 h 2631356"/>
              <a:gd name="connsiteX6634" fmla="*/ 3241954 w 11237202"/>
              <a:gd name="connsiteY6634" fmla="*/ 327755 h 2631356"/>
              <a:gd name="connsiteX6635" fmla="*/ 7539670 w 11237202"/>
              <a:gd name="connsiteY6635" fmla="*/ 327636 h 2631356"/>
              <a:gd name="connsiteX6636" fmla="*/ 7573893 w 11237202"/>
              <a:gd name="connsiteY6636" fmla="*/ 333025 h 2631356"/>
              <a:gd name="connsiteX6637" fmla="*/ 7571865 w 11237202"/>
              <a:gd name="connsiteY6637" fmla="*/ 346998 h 2631356"/>
              <a:gd name="connsiteX6638" fmla="*/ 7501814 w 11237202"/>
              <a:gd name="connsiteY6638" fmla="*/ 341801 h 2631356"/>
              <a:gd name="connsiteX6639" fmla="*/ 7504593 w 11237202"/>
              <a:gd name="connsiteY6639" fmla="*/ 327941 h 2631356"/>
              <a:gd name="connsiteX6640" fmla="*/ 7539670 w 11237202"/>
              <a:gd name="connsiteY6640" fmla="*/ 327636 h 2631356"/>
              <a:gd name="connsiteX6641" fmla="*/ 6727397 w 11237202"/>
              <a:gd name="connsiteY6641" fmla="*/ 327607 h 2631356"/>
              <a:gd name="connsiteX6642" fmla="*/ 6750133 w 11237202"/>
              <a:gd name="connsiteY6642" fmla="*/ 331543 h 2631356"/>
              <a:gd name="connsiteX6643" fmla="*/ 6742604 w 11237202"/>
              <a:gd name="connsiteY6643" fmla="*/ 341732 h 2631356"/>
              <a:gd name="connsiteX6644" fmla="*/ 6693671 w 11237202"/>
              <a:gd name="connsiteY6644" fmla="*/ 337971 h 2631356"/>
              <a:gd name="connsiteX6645" fmla="*/ 6701618 w 11237202"/>
              <a:gd name="connsiteY6645" fmla="*/ 327827 h 2631356"/>
              <a:gd name="connsiteX6646" fmla="*/ 6727397 w 11237202"/>
              <a:gd name="connsiteY6646" fmla="*/ 327607 h 2631356"/>
              <a:gd name="connsiteX6647" fmla="*/ 2657453 w 11237202"/>
              <a:gd name="connsiteY6647" fmla="*/ 326573 h 2631356"/>
              <a:gd name="connsiteX6648" fmla="*/ 2658398 w 11237202"/>
              <a:gd name="connsiteY6648" fmla="*/ 326687 h 2631356"/>
              <a:gd name="connsiteX6649" fmla="*/ 2657453 w 11237202"/>
              <a:gd name="connsiteY6649" fmla="*/ 326938 h 2631356"/>
              <a:gd name="connsiteX6650" fmla="*/ 2656536 w 11237202"/>
              <a:gd name="connsiteY6650" fmla="*/ 326824 h 2631356"/>
              <a:gd name="connsiteX6651" fmla="*/ 2657453 w 11237202"/>
              <a:gd name="connsiteY6651" fmla="*/ 326573 h 2631356"/>
              <a:gd name="connsiteX6652" fmla="*/ 3931483 w 11237202"/>
              <a:gd name="connsiteY6652" fmla="*/ 326003 h 2631356"/>
              <a:gd name="connsiteX6653" fmla="*/ 3946666 w 11237202"/>
              <a:gd name="connsiteY6653" fmla="*/ 330084 h 2631356"/>
              <a:gd name="connsiteX6654" fmla="*/ 3917323 w 11237202"/>
              <a:gd name="connsiteY6654" fmla="*/ 340615 h 2631356"/>
              <a:gd name="connsiteX6655" fmla="*/ 3874670 w 11237202"/>
              <a:gd name="connsiteY6655" fmla="*/ 336694 h 2631356"/>
              <a:gd name="connsiteX6656" fmla="*/ 3904235 w 11237202"/>
              <a:gd name="connsiteY6656" fmla="*/ 326232 h 2631356"/>
              <a:gd name="connsiteX6657" fmla="*/ 3931483 w 11237202"/>
              <a:gd name="connsiteY6657" fmla="*/ 326003 h 2631356"/>
              <a:gd name="connsiteX6658" fmla="*/ 3577451 w 11237202"/>
              <a:gd name="connsiteY6658" fmla="*/ 325947 h 2631356"/>
              <a:gd name="connsiteX6659" fmla="*/ 3590219 w 11237202"/>
              <a:gd name="connsiteY6659" fmla="*/ 329628 h 2631356"/>
              <a:gd name="connsiteX6660" fmla="*/ 3561211 w 11237202"/>
              <a:gd name="connsiteY6660" fmla="*/ 339180 h 2631356"/>
              <a:gd name="connsiteX6661" fmla="*/ 3523504 w 11237202"/>
              <a:gd name="connsiteY6661" fmla="*/ 335646 h 2631356"/>
              <a:gd name="connsiteX6662" fmla="*/ 3552763 w 11237202"/>
              <a:gd name="connsiteY6662" fmla="*/ 326164 h 2631356"/>
              <a:gd name="connsiteX6663" fmla="*/ 3577451 w 11237202"/>
              <a:gd name="connsiteY6663" fmla="*/ 325947 h 2631356"/>
              <a:gd name="connsiteX6664" fmla="*/ 3097897 w 11237202"/>
              <a:gd name="connsiteY6664" fmla="*/ 324749 h 2631356"/>
              <a:gd name="connsiteX6665" fmla="*/ 3116236 w 11237202"/>
              <a:gd name="connsiteY6665" fmla="*/ 326505 h 2631356"/>
              <a:gd name="connsiteX6666" fmla="*/ 3099926 w 11237202"/>
              <a:gd name="connsiteY6666" fmla="*/ 331292 h 2631356"/>
              <a:gd name="connsiteX6667" fmla="*/ 3081531 w 11237202"/>
              <a:gd name="connsiteY6667" fmla="*/ 329514 h 2631356"/>
              <a:gd name="connsiteX6668" fmla="*/ 3097897 w 11237202"/>
              <a:gd name="connsiteY6668" fmla="*/ 324749 h 2631356"/>
              <a:gd name="connsiteX6669" fmla="*/ 5734507 w 11237202"/>
              <a:gd name="connsiteY6669" fmla="*/ 324066 h 2631356"/>
              <a:gd name="connsiteX6670" fmla="*/ 5759181 w 11237202"/>
              <a:gd name="connsiteY6670" fmla="*/ 326026 h 2631356"/>
              <a:gd name="connsiteX6671" fmla="*/ 5751151 w 11237202"/>
              <a:gd name="connsiteY6671" fmla="*/ 331429 h 2631356"/>
              <a:gd name="connsiteX6672" fmla="*/ 5726532 w 11237202"/>
              <a:gd name="connsiteY6672" fmla="*/ 329446 h 2631356"/>
              <a:gd name="connsiteX6673" fmla="*/ 5734507 w 11237202"/>
              <a:gd name="connsiteY6673" fmla="*/ 324066 h 2631356"/>
              <a:gd name="connsiteX6674" fmla="*/ 7203644 w 11237202"/>
              <a:gd name="connsiteY6674" fmla="*/ 322857 h 2631356"/>
              <a:gd name="connsiteX6675" fmla="*/ 7229645 w 11237202"/>
              <a:gd name="connsiteY6675" fmla="*/ 327097 h 2631356"/>
              <a:gd name="connsiteX6676" fmla="*/ 7225338 w 11237202"/>
              <a:gd name="connsiteY6676" fmla="*/ 338131 h 2631356"/>
              <a:gd name="connsiteX6677" fmla="*/ 7171043 w 11237202"/>
              <a:gd name="connsiteY6677" fmla="*/ 334050 h 2631356"/>
              <a:gd name="connsiteX6678" fmla="*/ 7175766 w 11237202"/>
              <a:gd name="connsiteY6678" fmla="*/ 323131 h 2631356"/>
              <a:gd name="connsiteX6679" fmla="*/ 7203644 w 11237202"/>
              <a:gd name="connsiteY6679" fmla="*/ 322857 h 2631356"/>
              <a:gd name="connsiteX6680" fmla="*/ 4405223 w 11237202"/>
              <a:gd name="connsiteY6680" fmla="*/ 321727 h 2631356"/>
              <a:gd name="connsiteX6681" fmla="*/ 4418647 w 11237202"/>
              <a:gd name="connsiteY6681" fmla="*/ 325023 h 2631356"/>
              <a:gd name="connsiteX6682" fmla="*/ 4397835 w 11237202"/>
              <a:gd name="connsiteY6682" fmla="*/ 333480 h 2631356"/>
              <a:gd name="connsiteX6683" fmla="*/ 4362324 w 11237202"/>
              <a:gd name="connsiteY6683" fmla="*/ 330358 h 2631356"/>
              <a:gd name="connsiteX6684" fmla="*/ 4383275 w 11237202"/>
              <a:gd name="connsiteY6684" fmla="*/ 321901 h 2631356"/>
              <a:gd name="connsiteX6685" fmla="*/ 4405223 w 11237202"/>
              <a:gd name="connsiteY6685" fmla="*/ 321727 h 2631356"/>
              <a:gd name="connsiteX6686" fmla="*/ 4166297 w 11237202"/>
              <a:gd name="connsiteY6686" fmla="*/ 321199 h 2631356"/>
              <a:gd name="connsiteX6687" fmla="*/ 4182184 w 11237202"/>
              <a:gd name="connsiteY6687" fmla="*/ 325251 h 2631356"/>
              <a:gd name="connsiteX6688" fmla="*/ 4154648 w 11237202"/>
              <a:gd name="connsiteY6688" fmla="*/ 335691 h 2631356"/>
              <a:gd name="connsiteX6689" fmla="*/ 4111524 w 11237202"/>
              <a:gd name="connsiteY6689" fmla="*/ 331816 h 2631356"/>
              <a:gd name="connsiteX6690" fmla="*/ 4139282 w 11237202"/>
              <a:gd name="connsiteY6690" fmla="*/ 321422 h 2631356"/>
              <a:gd name="connsiteX6691" fmla="*/ 4166297 w 11237202"/>
              <a:gd name="connsiteY6691" fmla="*/ 321199 h 2631356"/>
              <a:gd name="connsiteX6692" fmla="*/ 7658648 w 11237202"/>
              <a:gd name="connsiteY6692" fmla="*/ 321000 h 2631356"/>
              <a:gd name="connsiteX6693" fmla="*/ 7693819 w 11237202"/>
              <a:gd name="connsiteY6693" fmla="*/ 326437 h 2631356"/>
              <a:gd name="connsiteX6694" fmla="*/ 7693014 w 11237202"/>
              <a:gd name="connsiteY6694" fmla="*/ 340547 h 2631356"/>
              <a:gd name="connsiteX6695" fmla="*/ 7621630 w 11237202"/>
              <a:gd name="connsiteY6695" fmla="*/ 335303 h 2631356"/>
              <a:gd name="connsiteX6696" fmla="*/ 7623019 w 11237202"/>
              <a:gd name="connsiteY6696" fmla="*/ 321308 h 2631356"/>
              <a:gd name="connsiteX6697" fmla="*/ 7658648 w 11237202"/>
              <a:gd name="connsiteY6697" fmla="*/ 321000 h 2631356"/>
              <a:gd name="connsiteX6698" fmla="*/ 4747890 w 11237202"/>
              <a:gd name="connsiteY6698" fmla="*/ 320122 h 2631356"/>
              <a:gd name="connsiteX6699" fmla="*/ 4772509 w 11237202"/>
              <a:gd name="connsiteY6699" fmla="*/ 322242 h 2631356"/>
              <a:gd name="connsiteX6700" fmla="*/ 4759894 w 11237202"/>
              <a:gd name="connsiteY6700" fmla="*/ 327987 h 2631356"/>
              <a:gd name="connsiteX6701" fmla="*/ 4735192 w 11237202"/>
              <a:gd name="connsiteY6701" fmla="*/ 325844 h 2631356"/>
              <a:gd name="connsiteX6702" fmla="*/ 4747890 w 11237202"/>
              <a:gd name="connsiteY6702" fmla="*/ 320122 h 2631356"/>
              <a:gd name="connsiteX6703" fmla="*/ 6497480 w 11237202"/>
              <a:gd name="connsiteY6703" fmla="*/ 319536 h 2631356"/>
              <a:gd name="connsiteX6704" fmla="*/ 6520144 w 11237202"/>
              <a:gd name="connsiteY6704" fmla="*/ 323564 h 2631356"/>
              <a:gd name="connsiteX6705" fmla="*/ 6510696 w 11237202"/>
              <a:gd name="connsiteY6705" fmla="*/ 334005 h 2631356"/>
              <a:gd name="connsiteX6706" fmla="*/ 6461014 w 11237202"/>
              <a:gd name="connsiteY6706" fmla="*/ 330130 h 2631356"/>
              <a:gd name="connsiteX6707" fmla="*/ 6470795 w 11237202"/>
              <a:gd name="connsiteY6707" fmla="*/ 319780 h 2631356"/>
              <a:gd name="connsiteX6708" fmla="*/ 6497480 w 11237202"/>
              <a:gd name="connsiteY6708" fmla="*/ 319536 h 2631356"/>
              <a:gd name="connsiteX6709" fmla="*/ 2547001 w 11237202"/>
              <a:gd name="connsiteY6709" fmla="*/ 319484 h 2631356"/>
              <a:gd name="connsiteX6710" fmla="*/ 2547890 w 11237202"/>
              <a:gd name="connsiteY6710" fmla="*/ 319575 h 2631356"/>
              <a:gd name="connsiteX6711" fmla="*/ 2547001 w 11237202"/>
              <a:gd name="connsiteY6711" fmla="*/ 319826 h 2631356"/>
              <a:gd name="connsiteX6712" fmla="*/ 2546112 w 11237202"/>
              <a:gd name="connsiteY6712" fmla="*/ 319735 h 2631356"/>
              <a:gd name="connsiteX6713" fmla="*/ 2547001 w 11237202"/>
              <a:gd name="connsiteY6713" fmla="*/ 319484 h 2631356"/>
              <a:gd name="connsiteX6714" fmla="*/ 2983695 w 11237202"/>
              <a:gd name="connsiteY6714" fmla="*/ 319165 h 2631356"/>
              <a:gd name="connsiteX6715" fmla="*/ 2991086 w 11237202"/>
              <a:gd name="connsiteY6715" fmla="*/ 319871 h 2631356"/>
              <a:gd name="connsiteX6716" fmla="*/ 2984306 w 11237202"/>
              <a:gd name="connsiteY6716" fmla="*/ 321787 h 2631356"/>
              <a:gd name="connsiteX6717" fmla="*/ 2976860 w 11237202"/>
              <a:gd name="connsiteY6717" fmla="*/ 321080 h 2631356"/>
              <a:gd name="connsiteX6718" fmla="*/ 2983695 w 11237202"/>
              <a:gd name="connsiteY6718" fmla="*/ 319165 h 2631356"/>
              <a:gd name="connsiteX6719" fmla="*/ 6858284 w 11237202"/>
              <a:gd name="connsiteY6719" fmla="*/ 318654 h 2631356"/>
              <a:gd name="connsiteX6720" fmla="*/ 6884008 w 11237202"/>
              <a:gd name="connsiteY6720" fmla="*/ 323017 h 2631356"/>
              <a:gd name="connsiteX6721" fmla="*/ 6876783 w 11237202"/>
              <a:gd name="connsiteY6721" fmla="*/ 334323 h 2631356"/>
              <a:gd name="connsiteX6722" fmla="*/ 6821878 w 11237202"/>
              <a:gd name="connsiteY6722" fmla="*/ 330106 h 2631356"/>
              <a:gd name="connsiteX6723" fmla="*/ 6829518 w 11237202"/>
              <a:gd name="connsiteY6723" fmla="*/ 318891 h 2631356"/>
              <a:gd name="connsiteX6724" fmla="*/ 6858284 w 11237202"/>
              <a:gd name="connsiteY6724" fmla="*/ 318654 h 2631356"/>
              <a:gd name="connsiteX6725" fmla="*/ 5627612 w 11237202"/>
              <a:gd name="connsiteY6725" fmla="*/ 317182 h 2631356"/>
              <a:gd name="connsiteX6726" fmla="*/ 5650202 w 11237202"/>
              <a:gd name="connsiteY6726" fmla="*/ 319006 h 2631356"/>
              <a:gd name="connsiteX6727" fmla="*/ 5642478 w 11237202"/>
              <a:gd name="connsiteY6727" fmla="*/ 323998 h 2631356"/>
              <a:gd name="connsiteX6728" fmla="*/ 5619749 w 11237202"/>
              <a:gd name="connsiteY6728" fmla="*/ 322174 h 2631356"/>
              <a:gd name="connsiteX6729" fmla="*/ 5627612 w 11237202"/>
              <a:gd name="connsiteY6729" fmla="*/ 317182 h 2631356"/>
              <a:gd name="connsiteX6730" fmla="*/ 6009840 w 11237202"/>
              <a:gd name="connsiteY6730" fmla="*/ 316954 h 2631356"/>
              <a:gd name="connsiteX6731" fmla="*/ 6025070 w 11237202"/>
              <a:gd name="connsiteY6731" fmla="*/ 319849 h 2631356"/>
              <a:gd name="connsiteX6732" fmla="*/ 6015568 w 11237202"/>
              <a:gd name="connsiteY6732" fmla="*/ 327280 h 2631356"/>
              <a:gd name="connsiteX6733" fmla="*/ 5980974 w 11237202"/>
              <a:gd name="connsiteY6733" fmla="*/ 324522 h 2631356"/>
              <a:gd name="connsiteX6734" fmla="*/ 5990671 w 11237202"/>
              <a:gd name="connsiteY6734" fmla="*/ 317136 h 2631356"/>
              <a:gd name="connsiteX6735" fmla="*/ 6009840 w 11237202"/>
              <a:gd name="connsiteY6735" fmla="*/ 316954 h 2631356"/>
              <a:gd name="connsiteX6736" fmla="*/ 3803890 w 11237202"/>
              <a:gd name="connsiteY6736" fmla="*/ 316777 h 2631356"/>
              <a:gd name="connsiteX6737" fmla="*/ 3818013 w 11237202"/>
              <a:gd name="connsiteY6737" fmla="*/ 320670 h 2631356"/>
              <a:gd name="connsiteX6738" fmla="*/ 3789032 w 11237202"/>
              <a:gd name="connsiteY6738" fmla="*/ 330699 h 2631356"/>
              <a:gd name="connsiteX6739" fmla="*/ 3748575 w 11237202"/>
              <a:gd name="connsiteY6739" fmla="*/ 326984 h 2631356"/>
              <a:gd name="connsiteX6740" fmla="*/ 3777807 w 11237202"/>
              <a:gd name="connsiteY6740" fmla="*/ 317023 h 2631356"/>
              <a:gd name="connsiteX6741" fmla="*/ 3803890 w 11237202"/>
              <a:gd name="connsiteY6741" fmla="*/ 316777 h 2631356"/>
              <a:gd name="connsiteX6742" fmla="*/ 3460498 w 11237202"/>
              <a:gd name="connsiteY6742" fmla="*/ 316436 h 2631356"/>
              <a:gd name="connsiteX6743" fmla="*/ 3475156 w 11237202"/>
              <a:gd name="connsiteY6743" fmla="*/ 320738 h 2631356"/>
              <a:gd name="connsiteX6744" fmla="*/ 3440061 w 11237202"/>
              <a:gd name="connsiteY6744" fmla="*/ 331885 h 2631356"/>
              <a:gd name="connsiteX6745" fmla="*/ 3396158 w 11237202"/>
              <a:gd name="connsiteY6745" fmla="*/ 327759 h 2631356"/>
              <a:gd name="connsiteX6746" fmla="*/ 3431503 w 11237202"/>
              <a:gd name="connsiteY6746" fmla="*/ 316681 h 2631356"/>
              <a:gd name="connsiteX6747" fmla="*/ 3460498 w 11237202"/>
              <a:gd name="connsiteY6747" fmla="*/ 316436 h 2631356"/>
              <a:gd name="connsiteX6748" fmla="*/ 7883934 w 11237202"/>
              <a:gd name="connsiteY6748" fmla="*/ 315837 h 2631356"/>
              <a:gd name="connsiteX6749" fmla="*/ 7901440 w 11237202"/>
              <a:gd name="connsiteY6749" fmla="*/ 317090 h 2631356"/>
              <a:gd name="connsiteX6750" fmla="*/ 7901773 w 11237202"/>
              <a:gd name="connsiteY6750" fmla="*/ 320464 h 2631356"/>
              <a:gd name="connsiteX6751" fmla="*/ 7884268 w 11237202"/>
              <a:gd name="connsiteY6751" fmla="*/ 319211 h 2631356"/>
              <a:gd name="connsiteX6752" fmla="*/ 7883934 w 11237202"/>
              <a:gd name="connsiteY6752" fmla="*/ 315837 h 2631356"/>
              <a:gd name="connsiteX6753" fmla="*/ 6258915 w 11237202"/>
              <a:gd name="connsiteY6753" fmla="*/ 315822 h 2631356"/>
              <a:gd name="connsiteX6754" fmla="*/ 6278540 w 11237202"/>
              <a:gd name="connsiteY6754" fmla="*/ 319416 h 2631356"/>
              <a:gd name="connsiteX6755" fmla="*/ 6268426 w 11237202"/>
              <a:gd name="connsiteY6755" fmla="*/ 328693 h 2631356"/>
              <a:gd name="connsiteX6756" fmla="*/ 6224662 w 11237202"/>
              <a:gd name="connsiteY6756" fmla="*/ 325251 h 2631356"/>
              <a:gd name="connsiteX6757" fmla="*/ 6235082 w 11237202"/>
              <a:gd name="connsiteY6757" fmla="*/ 316042 h 2631356"/>
              <a:gd name="connsiteX6758" fmla="*/ 6258915 w 11237202"/>
              <a:gd name="connsiteY6758" fmla="*/ 315822 h 2631356"/>
              <a:gd name="connsiteX6759" fmla="*/ 7776057 w 11237202"/>
              <a:gd name="connsiteY6759" fmla="*/ 315261 h 2631356"/>
              <a:gd name="connsiteX6760" fmla="*/ 7809356 w 11237202"/>
              <a:gd name="connsiteY6760" fmla="*/ 320328 h 2631356"/>
              <a:gd name="connsiteX6761" fmla="*/ 7809717 w 11237202"/>
              <a:gd name="connsiteY6761" fmla="*/ 333435 h 2631356"/>
              <a:gd name="connsiteX6762" fmla="*/ 7742696 w 11237202"/>
              <a:gd name="connsiteY6762" fmla="*/ 328557 h 2631356"/>
              <a:gd name="connsiteX6763" fmla="*/ 7742863 w 11237202"/>
              <a:gd name="connsiteY6763" fmla="*/ 315564 h 2631356"/>
              <a:gd name="connsiteX6764" fmla="*/ 7776057 w 11237202"/>
              <a:gd name="connsiteY6764" fmla="*/ 315261 h 2631356"/>
              <a:gd name="connsiteX6765" fmla="*/ 7326620 w 11237202"/>
              <a:gd name="connsiteY6765" fmla="*/ 314945 h 2631356"/>
              <a:gd name="connsiteX6766" fmla="*/ 7356407 w 11237202"/>
              <a:gd name="connsiteY6766" fmla="*/ 319712 h 2631356"/>
              <a:gd name="connsiteX6767" fmla="*/ 7352739 w 11237202"/>
              <a:gd name="connsiteY6767" fmla="*/ 332044 h 2631356"/>
              <a:gd name="connsiteX6768" fmla="*/ 7290942 w 11237202"/>
              <a:gd name="connsiteY6768" fmla="*/ 327485 h 2631356"/>
              <a:gd name="connsiteX6769" fmla="*/ 7295249 w 11237202"/>
              <a:gd name="connsiteY6769" fmla="*/ 315221 h 2631356"/>
              <a:gd name="connsiteX6770" fmla="*/ 7326620 w 11237202"/>
              <a:gd name="connsiteY6770" fmla="*/ 314945 h 2631356"/>
              <a:gd name="connsiteX6771" fmla="*/ 4859231 w 11237202"/>
              <a:gd name="connsiteY6771" fmla="*/ 314355 h 2631356"/>
              <a:gd name="connsiteX6772" fmla="*/ 4880738 w 11237202"/>
              <a:gd name="connsiteY6772" fmla="*/ 316179 h 2631356"/>
              <a:gd name="connsiteX6773" fmla="*/ 4870179 w 11237202"/>
              <a:gd name="connsiteY6773" fmla="*/ 321148 h 2631356"/>
              <a:gd name="connsiteX6774" fmla="*/ 4848617 w 11237202"/>
              <a:gd name="connsiteY6774" fmla="*/ 319301 h 2631356"/>
              <a:gd name="connsiteX6775" fmla="*/ 4859231 w 11237202"/>
              <a:gd name="connsiteY6775" fmla="*/ 314355 h 2631356"/>
              <a:gd name="connsiteX6776" fmla="*/ 2870604 w 11237202"/>
              <a:gd name="connsiteY6776" fmla="*/ 312554 h 2631356"/>
              <a:gd name="connsiteX6777" fmla="*/ 2873799 w 11237202"/>
              <a:gd name="connsiteY6777" fmla="*/ 312873 h 2631356"/>
              <a:gd name="connsiteX6778" fmla="*/ 2870771 w 11237202"/>
              <a:gd name="connsiteY6778" fmla="*/ 313717 h 2631356"/>
              <a:gd name="connsiteX6779" fmla="*/ 2867520 w 11237202"/>
              <a:gd name="connsiteY6779" fmla="*/ 313397 h 2631356"/>
              <a:gd name="connsiteX6780" fmla="*/ 2870604 w 11237202"/>
              <a:gd name="connsiteY6780" fmla="*/ 312554 h 2631356"/>
              <a:gd name="connsiteX6781" fmla="*/ 5519189 w 11237202"/>
              <a:gd name="connsiteY6781" fmla="*/ 311757 h 2631356"/>
              <a:gd name="connsiteX6782" fmla="*/ 5541613 w 11237202"/>
              <a:gd name="connsiteY6782" fmla="*/ 313580 h 2631356"/>
              <a:gd name="connsiteX6783" fmla="*/ 5533527 w 11237202"/>
              <a:gd name="connsiteY6783" fmla="*/ 318504 h 2631356"/>
              <a:gd name="connsiteX6784" fmla="*/ 5511047 w 11237202"/>
              <a:gd name="connsiteY6784" fmla="*/ 316703 h 2631356"/>
              <a:gd name="connsiteX6785" fmla="*/ 5519189 w 11237202"/>
              <a:gd name="connsiteY6785" fmla="*/ 311757 h 2631356"/>
              <a:gd name="connsiteX6786" fmla="*/ 8006667 w 11237202"/>
              <a:gd name="connsiteY6786" fmla="*/ 311574 h 2631356"/>
              <a:gd name="connsiteX6787" fmla="*/ 8009753 w 11237202"/>
              <a:gd name="connsiteY6787" fmla="*/ 311802 h 2631356"/>
              <a:gd name="connsiteX6788" fmla="*/ 8009864 w 11237202"/>
              <a:gd name="connsiteY6788" fmla="*/ 312372 h 2631356"/>
              <a:gd name="connsiteX6789" fmla="*/ 8006805 w 11237202"/>
              <a:gd name="connsiteY6789" fmla="*/ 312144 h 2631356"/>
              <a:gd name="connsiteX6790" fmla="*/ 8006667 w 11237202"/>
              <a:gd name="connsiteY6790" fmla="*/ 311574 h 2631356"/>
              <a:gd name="connsiteX6791" fmla="*/ 6631651 w 11237202"/>
              <a:gd name="connsiteY6791" fmla="*/ 310964 h 2631356"/>
              <a:gd name="connsiteX6792" fmla="*/ 6652990 w 11237202"/>
              <a:gd name="connsiteY6792" fmla="*/ 314674 h 2631356"/>
              <a:gd name="connsiteX6793" fmla="*/ 6645127 w 11237202"/>
              <a:gd name="connsiteY6793" fmla="*/ 324248 h 2631356"/>
              <a:gd name="connsiteX6794" fmla="*/ 6598891 w 11237202"/>
              <a:gd name="connsiteY6794" fmla="*/ 320692 h 2631356"/>
              <a:gd name="connsiteX6795" fmla="*/ 6607059 w 11237202"/>
              <a:gd name="connsiteY6795" fmla="*/ 311187 h 2631356"/>
              <a:gd name="connsiteX6796" fmla="*/ 6631651 w 11237202"/>
              <a:gd name="connsiteY6796" fmla="*/ 310964 h 2631356"/>
              <a:gd name="connsiteX6797" fmla="*/ 6985891 w 11237202"/>
              <a:gd name="connsiteY6797" fmla="*/ 310887 h 2631356"/>
              <a:gd name="connsiteX6798" fmla="*/ 7012188 w 11237202"/>
              <a:gd name="connsiteY6798" fmla="*/ 315267 h 2631356"/>
              <a:gd name="connsiteX6799" fmla="*/ 7005880 w 11237202"/>
              <a:gd name="connsiteY6799" fmla="*/ 326527 h 2631356"/>
              <a:gd name="connsiteX6800" fmla="*/ 6950335 w 11237202"/>
              <a:gd name="connsiteY6800" fmla="*/ 322356 h 2631356"/>
              <a:gd name="connsiteX6801" fmla="*/ 6957031 w 11237202"/>
              <a:gd name="connsiteY6801" fmla="*/ 311141 h 2631356"/>
              <a:gd name="connsiteX6802" fmla="*/ 6985891 w 11237202"/>
              <a:gd name="connsiteY6802" fmla="*/ 310887 h 2631356"/>
              <a:gd name="connsiteX6803" fmla="*/ 4512837 w 11237202"/>
              <a:gd name="connsiteY6803" fmla="*/ 310754 h 2631356"/>
              <a:gd name="connsiteX6804" fmla="*/ 4526404 w 11237202"/>
              <a:gd name="connsiteY6804" fmla="*/ 313990 h 2631356"/>
              <a:gd name="connsiteX6805" fmla="*/ 4506480 w 11237202"/>
              <a:gd name="connsiteY6805" fmla="*/ 322311 h 2631356"/>
              <a:gd name="connsiteX6806" fmla="*/ 4470997 w 11237202"/>
              <a:gd name="connsiteY6806" fmla="*/ 319233 h 2631356"/>
              <a:gd name="connsiteX6807" fmla="*/ 4491059 w 11237202"/>
              <a:gd name="connsiteY6807" fmla="*/ 310935 h 2631356"/>
              <a:gd name="connsiteX6808" fmla="*/ 4512837 w 11237202"/>
              <a:gd name="connsiteY6808" fmla="*/ 310754 h 2631356"/>
              <a:gd name="connsiteX6809" fmla="*/ 4034895 w 11237202"/>
              <a:gd name="connsiteY6809" fmla="*/ 310474 h 2631356"/>
              <a:gd name="connsiteX6810" fmla="*/ 4050170 w 11237202"/>
              <a:gd name="connsiteY6810" fmla="*/ 314447 h 2631356"/>
              <a:gd name="connsiteX6811" fmla="*/ 4021939 w 11237202"/>
              <a:gd name="connsiteY6811" fmla="*/ 324749 h 2631356"/>
              <a:gd name="connsiteX6812" fmla="*/ 3979537 w 11237202"/>
              <a:gd name="connsiteY6812" fmla="*/ 320943 h 2631356"/>
              <a:gd name="connsiteX6813" fmla="*/ 4007990 w 11237202"/>
              <a:gd name="connsiteY6813" fmla="*/ 310708 h 2631356"/>
              <a:gd name="connsiteX6814" fmla="*/ 4034895 w 11237202"/>
              <a:gd name="connsiteY6814" fmla="*/ 310474 h 2631356"/>
              <a:gd name="connsiteX6815" fmla="*/ 3338158 w 11237202"/>
              <a:gd name="connsiteY6815" fmla="*/ 309656 h 2631356"/>
              <a:gd name="connsiteX6816" fmla="*/ 3350117 w 11237202"/>
              <a:gd name="connsiteY6816" fmla="*/ 313261 h 2631356"/>
              <a:gd name="connsiteX6817" fmla="*/ 3319829 w 11237202"/>
              <a:gd name="connsiteY6817" fmla="*/ 322561 h 2631356"/>
              <a:gd name="connsiteX6818" fmla="*/ 3283123 w 11237202"/>
              <a:gd name="connsiteY6818" fmla="*/ 319142 h 2631356"/>
              <a:gd name="connsiteX6819" fmla="*/ 3313633 w 11237202"/>
              <a:gd name="connsiteY6819" fmla="*/ 309864 h 2631356"/>
              <a:gd name="connsiteX6820" fmla="*/ 3338158 w 11237202"/>
              <a:gd name="connsiteY6820" fmla="*/ 309656 h 2631356"/>
              <a:gd name="connsiteX6821" fmla="*/ 4969182 w 11237202"/>
              <a:gd name="connsiteY6821" fmla="*/ 309317 h 2631356"/>
              <a:gd name="connsiteX6822" fmla="*/ 4993385 w 11237202"/>
              <a:gd name="connsiteY6822" fmla="*/ 311368 h 2631356"/>
              <a:gd name="connsiteX6823" fmla="*/ 4982075 w 11237202"/>
              <a:gd name="connsiteY6823" fmla="*/ 316863 h 2631356"/>
              <a:gd name="connsiteX6824" fmla="*/ 4957734 w 11237202"/>
              <a:gd name="connsiteY6824" fmla="*/ 314834 h 2631356"/>
              <a:gd name="connsiteX6825" fmla="*/ 4969182 w 11237202"/>
              <a:gd name="connsiteY6825" fmla="*/ 309317 h 2631356"/>
              <a:gd name="connsiteX6826" fmla="*/ 5889945 w 11237202"/>
              <a:gd name="connsiteY6826" fmla="*/ 308087 h 2631356"/>
              <a:gd name="connsiteX6827" fmla="*/ 5915481 w 11237202"/>
              <a:gd name="connsiteY6827" fmla="*/ 310116 h 2631356"/>
              <a:gd name="connsiteX6828" fmla="*/ 5907978 w 11237202"/>
              <a:gd name="connsiteY6828" fmla="*/ 315632 h 2631356"/>
              <a:gd name="connsiteX6829" fmla="*/ 5882249 w 11237202"/>
              <a:gd name="connsiteY6829" fmla="*/ 313603 h 2631356"/>
              <a:gd name="connsiteX6830" fmla="*/ 5889945 w 11237202"/>
              <a:gd name="connsiteY6830" fmla="*/ 308087 h 2631356"/>
              <a:gd name="connsiteX6831" fmla="*/ 5410322 w 11237202"/>
              <a:gd name="connsiteY6831" fmla="*/ 308018 h 2631356"/>
              <a:gd name="connsiteX6832" fmla="*/ 5432440 w 11237202"/>
              <a:gd name="connsiteY6832" fmla="*/ 309842 h 2631356"/>
              <a:gd name="connsiteX6833" fmla="*/ 5423882 w 11237202"/>
              <a:gd name="connsiteY6833" fmla="*/ 314742 h 2631356"/>
              <a:gd name="connsiteX6834" fmla="*/ 5401680 w 11237202"/>
              <a:gd name="connsiteY6834" fmla="*/ 312942 h 2631356"/>
              <a:gd name="connsiteX6835" fmla="*/ 5410322 w 11237202"/>
              <a:gd name="connsiteY6835" fmla="*/ 308018 h 2631356"/>
              <a:gd name="connsiteX6836" fmla="*/ 4271129 w 11237202"/>
              <a:gd name="connsiteY6836" fmla="*/ 307932 h 2631356"/>
              <a:gd name="connsiteX6837" fmla="*/ 4286745 w 11237202"/>
              <a:gd name="connsiteY6837" fmla="*/ 311802 h 2631356"/>
              <a:gd name="connsiteX6838" fmla="*/ 4260959 w 11237202"/>
              <a:gd name="connsiteY6838" fmla="*/ 321832 h 2631356"/>
              <a:gd name="connsiteX6839" fmla="*/ 4218946 w 11237202"/>
              <a:gd name="connsiteY6839" fmla="*/ 318139 h 2631356"/>
              <a:gd name="connsiteX6840" fmla="*/ 4244925 w 11237202"/>
              <a:gd name="connsiteY6840" fmla="*/ 308132 h 2631356"/>
              <a:gd name="connsiteX6841" fmla="*/ 4271129 w 11237202"/>
              <a:gd name="connsiteY6841" fmla="*/ 307932 h 2631356"/>
              <a:gd name="connsiteX6842" fmla="*/ 3680011 w 11237202"/>
              <a:gd name="connsiteY6842" fmla="*/ 307824 h 2631356"/>
              <a:gd name="connsiteX6843" fmla="*/ 3693753 w 11237202"/>
              <a:gd name="connsiteY6843" fmla="*/ 311642 h 2631356"/>
              <a:gd name="connsiteX6844" fmla="*/ 3663993 w 11237202"/>
              <a:gd name="connsiteY6844" fmla="*/ 321535 h 2631356"/>
              <a:gd name="connsiteX6845" fmla="*/ 3624091 w 11237202"/>
              <a:gd name="connsiteY6845" fmla="*/ 317888 h 2631356"/>
              <a:gd name="connsiteX6846" fmla="*/ 3654017 w 11237202"/>
              <a:gd name="connsiteY6846" fmla="*/ 308041 h 2631356"/>
              <a:gd name="connsiteX6847" fmla="*/ 3680011 w 11237202"/>
              <a:gd name="connsiteY6847" fmla="*/ 307824 h 2631356"/>
              <a:gd name="connsiteX6848" fmla="*/ 7447641 w 11237202"/>
              <a:gd name="connsiteY6848" fmla="*/ 307080 h 2631356"/>
              <a:gd name="connsiteX6849" fmla="*/ 7481836 w 11237202"/>
              <a:gd name="connsiteY6849" fmla="*/ 312440 h 2631356"/>
              <a:gd name="connsiteX6850" fmla="*/ 7478946 w 11237202"/>
              <a:gd name="connsiteY6850" fmla="*/ 326368 h 2631356"/>
              <a:gd name="connsiteX6851" fmla="*/ 7408479 w 11237202"/>
              <a:gd name="connsiteY6851" fmla="*/ 321194 h 2631356"/>
              <a:gd name="connsiteX6852" fmla="*/ 7412092 w 11237202"/>
              <a:gd name="connsiteY6852" fmla="*/ 307380 h 2631356"/>
              <a:gd name="connsiteX6853" fmla="*/ 7447641 w 11237202"/>
              <a:gd name="connsiteY6853" fmla="*/ 307080 h 2631356"/>
              <a:gd name="connsiteX6854" fmla="*/ 5079550 w 11237202"/>
              <a:gd name="connsiteY6854" fmla="*/ 306399 h 2631356"/>
              <a:gd name="connsiteX6855" fmla="*/ 5103975 w 11237202"/>
              <a:gd name="connsiteY6855" fmla="*/ 308428 h 2631356"/>
              <a:gd name="connsiteX6856" fmla="*/ 5093027 w 11237202"/>
              <a:gd name="connsiteY6856" fmla="*/ 313922 h 2631356"/>
              <a:gd name="connsiteX6857" fmla="*/ 5068630 w 11237202"/>
              <a:gd name="connsiteY6857" fmla="*/ 311893 h 2631356"/>
              <a:gd name="connsiteX6858" fmla="*/ 5079550 w 11237202"/>
              <a:gd name="connsiteY6858" fmla="*/ 306399 h 2631356"/>
              <a:gd name="connsiteX6859" fmla="*/ 5301148 w 11237202"/>
              <a:gd name="connsiteY6859" fmla="*/ 306217 h 2631356"/>
              <a:gd name="connsiteX6860" fmla="*/ 5321543 w 11237202"/>
              <a:gd name="connsiteY6860" fmla="*/ 307858 h 2631356"/>
              <a:gd name="connsiteX6861" fmla="*/ 5313290 w 11237202"/>
              <a:gd name="connsiteY6861" fmla="*/ 312394 h 2631356"/>
              <a:gd name="connsiteX6862" fmla="*/ 5292896 w 11237202"/>
              <a:gd name="connsiteY6862" fmla="*/ 310730 h 2631356"/>
              <a:gd name="connsiteX6863" fmla="*/ 5301148 w 11237202"/>
              <a:gd name="connsiteY6863" fmla="*/ 306217 h 2631356"/>
              <a:gd name="connsiteX6864" fmla="*/ 8121537 w 11237202"/>
              <a:gd name="connsiteY6864" fmla="*/ 305738 h 2631356"/>
              <a:gd name="connsiteX6865" fmla="*/ 8122926 w 11237202"/>
              <a:gd name="connsiteY6865" fmla="*/ 305876 h 2631356"/>
              <a:gd name="connsiteX6866" fmla="*/ 8122926 w 11237202"/>
              <a:gd name="connsiteY6866" fmla="*/ 306081 h 2631356"/>
              <a:gd name="connsiteX6867" fmla="*/ 8121733 w 11237202"/>
              <a:gd name="connsiteY6867" fmla="*/ 305990 h 2631356"/>
              <a:gd name="connsiteX6868" fmla="*/ 8121537 w 11237202"/>
              <a:gd name="connsiteY6868" fmla="*/ 305738 h 2631356"/>
              <a:gd name="connsiteX6869" fmla="*/ 2759013 w 11237202"/>
              <a:gd name="connsiteY6869" fmla="*/ 305647 h 2631356"/>
              <a:gd name="connsiteX6870" fmla="*/ 2760791 w 11237202"/>
              <a:gd name="connsiteY6870" fmla="*/ 305830 h 2631356"/>
              <a:gd name="connsiteX6871" fmla="*/ 2759013 w 11237202"/>
              <a:gd name="connsiteY6871" fmla="*/ 306285 h 2631356"/>
              <a:gd name="connsiteX6872" fmla="*/ 2757262 w 11237202"/>
              <a:gd name="connsiteY6872" fmla="*/ 306103 h 2631356"/>
              <a:gd name="connsiteX6873" fmla="*/ 2759013 w 11237202"/>
              <a:gd name="connsiteY6873" fmla="*/ 305647 h 2631356"/>
              <a:gd name="connsiteX6874" fmla="*/ 6398883 w 11237202"/>
              <a:gd name="connsiteY6874" fmla="*/ 305422 h 2631356"/>
              <a:gd name="connsiteX6875" fmla="*/ 6418417 w 11237202"/>
              <a:gd name="connsiteY6875" fmla="*/ 308930 h 2631356"/>
              <a:gd name="connsiteX6876" fmla="*/ 6409414 w 11237202"/>
              <a:gd name="connsiteY6876" fmla="*/ 317888 h 2631356"/>
              <a:gd name="connsiteX6877" fmla="*/ 6366344 w 11237202"/>
              <a:gd name="connsiteY6877" fmla="*/ 314561 h 2631356"/>
              <a:gd name="connsiteX6878" fmla="*/ 6375598 w 11237202"/>
              <a:gd name="connsiteY6878" fmla="*/ 305625 h 2631356"/>
              <a:gd name="connsiteX6879" fmla="*/ 6398883 w 11237202"/>
              <a:gd name="connsiteY6879" fmla="*/ 305422 h 2631356"/>
              <a:gd name="connsiteX6880" fmla="*/ 3198541 w 11237202"/>
              <a:gd name="connsiteY6880" fmla="*/ 305237 h 2631356"/>
              <a:gd name="connsiteX6881" fmla="*/ 3216769 w 11237202"/>
              <a:gd name="connsiteY6881" fmla="*/ 306947 h 2631356"/>
              <a:gd name="connsiteX6882" fmla="*/ 3201097 w 11237202"/>
              <a:gd name="connsiteY6882" fmla="*/ 311597 h 2631356"/>
              <a:gd name="connsiteX6883" fmla="*/ 3182786 w 11237202"/>
              <a:gd name="connsiteY6883" fmla="*/ 309864 h 2631356"/>
              <a:gd name="connsiteX6884" fmla="*/ 3198541 w 11237202"/>
              <a:gd name="connsiteY6884" fmla="*/ 305237 h 2631356"/>
              <a:gd name="connsiteX6885" fmla="*/ 5189753 w 11237202"/>
              <a:gd name="connsiteY6885" fmla="*/ 305054 h 2631356"/>
              <a:gd name="connsiteX6886" fmla="*/ 5214704 w 11237202"/>
              <a:gd name="connsiteY6886" fmla="*/ 307106 h 2631356"/>
              <a:gd name="connsiteX6887" fmla="*/ 5204145 w 11237202"/>
              <a:gd name="connsiteY6887" fmla="*/ 312713 h 2631356"/>
              <a:gd name="connsiteX6888" fmla="*/ 5179055 w 11237202"/>
              <a:gd name="connsiteY6888" fmla="*/ 310640 h 2631356"/>
              <a:gd name="connsiteX6889" fmla="*/ 5189753 w 11237202"/>
              <a:gd name="connsiteY6889" fmla="*/ 305054 h 2631356"/>
              <a:gd name="connsiteX6890" fmla="*/ 6138941 w 11237202"/>
              <a:gd name="connsiteY6890" fmla="*/ 304895 h 2631356"/>
              <a:gd name="connsiteX6891" fmla="*/ 6170478 w 11237202"/>
              <a:gd name="connsiteY6891" fmla="*/ 307311 h 2631356"/>
              <a:gd name="connsiteX6892" fmla="*/ 6162531 w 11237202"/>
              <a:gd name="connsiteY6892" fmla="*/ 314013 h 2631356"/>
              <a:gd name="connsiteX6893" fmla="*/ 6130910 w 11237202"/>
              <a:gd name="connsiteY6893" fmla="*/ 311551 h 2631356"/>
              <a:gd name="connsiteX6894" fmla="*/ 6138941 w 11237202"/>
              <a:gd name="connsiteY6894" fmla="*/ 304895 h 2631356"/>
              <a:gd name="connsiteX6895" fmla="*/ 7111090 w 11237202"/>
              <a:gd name="connsiteY6895" fmla="*/ 303382 h 2631356"/>
              <a:gd name="connsiteX6896" fmla="*/ 7138227 w 11237202"/>
              <a:gd name="connsiteY6896" fmla="*/ 307813 h 2631356"/>
              <a:gd name="connsiteX6897" fmla="*/ 7132920 w 11237202"/>
              <a:gd name="connsiteY6897" fmla="*/ 319210 h 2631356"/>
              <a:gd name="connsiteX6898" fmla="*/ 7075957 w 11237202"/>
              <a:gd name="connsiteY6898" fmla="*/ 314970 h 2631356"/>
              <a:gd name="connsiteX6899" fmla="*/ 7081765 w 11237202"/>
              <a:gd name="connsiteY6899" fmla="*/ 303618 h 2631356"/>
              <a:gd name="connsiteX6900" fmla="*/ 7111090 w 11237202"/>
              <a:gd name="connsiteY6900" fmla="*/ 303382 h 2631356"/>
              <a:gd name="connsiteX6901" fmla="*/ 4619634 w 11237202"/>
              <a:gd name="connsiteY6901" fmla="*/ 301854 h 2631356"/>
              <a:gd name="connsiteX6902" fmla="*/ 4632104 w 11237202"/>
              <a:gd name="connsiteY6902" fmla="*/ 304781 h 2631356"/>
              <a:gd name="connsiteX6903" fmla="*/ 4614681 w 11237202"/>
              <a:gd name="connsiteY6903" fmla="*/ 312280 h 2631356"/>
              <a:gd name="connsiteX6904" fmla="*/ 4582283 w 11237202"/>
              <a:gd name="connsiteY6904" fmla="*/ 309499 h 2631356"/>
              <a:gd name="connsiteX6905" fmla="*/ 4599954 w 11237202"/>
              <a:gd name="connsiteY6905" fmla="*/ 302023 h 2631356"/>
              <a:gd name="connsiteX6906" fmla="*/ 4619634 w 11237202"/>
              <a:gd name="connsiteY6906" fmla="*/ 301854 h 2631356"/>
              <a:gd name="connsiteX6907" fmla="*/ 6763777 w 11237202"/>
              <a:gd name="connsiteY6907" fmla="*/ 301407 h 2631356"/>
              <a:gd name="connsiteX6908" fmla="*/ 6788867 w 11237202"/>
              <a:gd name="connsiteY6908" fmla="*/ 305670 h 2631356"/>
              <a:gd name="connsiteX6909" fmla="*/ 6780892 w 11237202"/>
              <a:gd name="connsiteY6909" fmla="*/ 316657 h 2631356"/>
              <a:gd name="connsiteX6910" fmla="*/ 6726987 w 11237202"/>
              <a:gd name="connsiteY6910" fmla="*/ 312600 h 2631356"/>
              <a:gd name="connsiteX6911" fmla="*/ 6735351 w 11237202"/>
              <a:gd name="connsiteY6911" fmla="*/ 301658 h 2631356"/>
              <a:gd name="connsiteX6912" fmla="*/ 6763777 w 11237202"/>
              <a:gd name="connsiteY6912" fmla="*/ 301407 h 2631356"/>
              <a:gd name="connsiteX6913" fmla="*/ 3905714 w 11237202"/>
              <a:gd name="connsiteY6913" fmla="*/ 300931 h 2631356"/>
              <a:gd name="connsiteX6914" fmla="*/ 3919629 w 11237202"/>
              <a:gd name="connsiteY6914" fmla="*/ 304621 h 2631356"/>
              <a:gd name="connsiteX6915" fmla="*/ 3892426 w 11237202"/>
              <a:gd name="connsiteY6915" fmla="*/ 314149 h 2631356"/>
              <a:gd name="connsiteX6916" fmla="*/ 3853025 w 11237202"/>
              <a:gd name="connsiteY6916" fmla="*/ 310639 h 2631356"/>
              <a:gd name="connsiteX6917" fmla="*/ 3880505 w 11237202"/>
              <a:gd name="connsiteY6917" fmla="*/ 301157 h 2631356"/>
              <a:gd name="connsiteX6918" fmla="*/ 3905714 w 11237202"/>
              <a:gd name="connsiteY6918" fmla="*/ 300931 h 2631356"/>
              <a:gd name="connsiteX6919" fmla="*/ 7566446 w 11237202"/>
              <a:gd name="connsiteY6919" fmla="*/ 300504 h 2631356"/>
              <a:gd name="connsiteX6920" fmla="*/ 7601291 w 11237202"/>
              <a:gd name="connsiteY6920" fmla="*/ 305875 h 2631356"/>
              <a:gd name="connsiteX6921" fmla="*/ 7599595 w 11237202"/>
              <a:gd name="connsiteY6921" fmla="*/ 319780 h 2631356"/>
              <a:gd name="connsiteX6922" fmla="*/ 7528434 w 11237202"/>
              <a:gd name="connsiteY6922" fmla="*/ 314628 h 2631356"/>
              <a:gd name="connsiteX6923" fmla="*/ 7530768 w 11237202"/>
              <a:gd name="connsiteY6923" fmla="*/ 300792 h 2631356"/>
              <a:gd name="connsiteX6924" fmla="*/ 7566446 w 11237202"/>
              <a:gd name="connsiteY6924" fmla="*/ 300504 h 2631356"/>
              <a:gd name="connsiteX6925" fmla="*/ 3084560 w 11237202"/>
              <a:gd name="connsiteY6925" fmla="*/ 299994 h 2631356"/>
              <a:gd name="connsiteX6926" fmla="*/ 3089229 w 11237202"/>
              <a:gd name="connsiteY6926" fmla="*/ 300450 h 2631356"/>
              <a:gd name="connsiteX6927" fmla="*/ 3085061 w 11237202"/>
              <a:gd name="connsiteY6927" fmla="*/ 301612 h 2631356"/>
              <a:gd name="connsiteX6928" fmla="*/ 3080448 w 11237202"/>
              <a:gd name="connsiteY6928" fmla="*/ 301179 h 2631356"/>
              <a:gd name="connsiteX6929" fmla="*/ 3084560 w 11237202"/>
              <a:gd name="connsiteY6929" fmla="*/ 299994 h 2631356"/>
              <a:gd name="connsiteX6930" fmla="*/ 3558160 w 11237202"/>
              <a:gd name="connsiteY6930" fmla="*/ 299472 h 2631356"/>
              <a:gd name="connsiteX6931" fmla="*/ 3571103 w 11237202"/>
              <a:gd name="connsiteY6931" fmla="*/ 303163 h 2631356"/>
              <a:gd name="connsiteX6932" fmla="*/ 3541399 w 11237202"/>
              <a:gd name="connsiteY6932" fmla="*/ 312668 h 2631356"/>
              <a:gd name="connsiteX6933" fmla="*/ 3503081 w 11237202"/>
              <a:gd name="connsiteY6933" fmla="*/ 309158 h 2631356"/>
              <a:gd name="connsiteX6934" fmla="*/ 3533007 w 11237202"/>
              <a:gd name="connsiteY6934" fmla="*/ 299697 h 2631356"/>
              <a:gd name="connsiteX6935" fmla="*/ 3558160 w 11237202"/>
              <a:gd name="connsiteY6935" fmla="*/ 299472 h 2631356"/>
              <a:gd name="connsiteX6936" fmla="*/ 2648867 w 11237202"/>
              <a:gd name="connsiteY6936" fmla="*/ 298763 h 2631356"/>
              <a:gd name="connsiteX6937" fmla="*/ 2649756 w 11237202"/>
              <a:gd name="connsiteY6937" fmla="*/ 298854 h 2631356"/>
              <a:gd name="connsiteX6938" fmla="*/ 2648867 w 11237202"/>
              <a:gd name="connsiteY6938" fmla="*/ 299104 h 2631356"/>
              <a:gd name="connsiteX6939" fmla="*/ 2647978 w 11237202"/>
              <a:gd name="connsiteY6939" fmla="*/ 299014 h 2631356"/>
              <a:gd name="connsiteX6940" fmla="*/ 2648867 w 11237202"/>
              <a:gd name="connsiteY6940" fmla="*/ 298763 h 2631356"/>
              <a:gd name="connsiteX6941" fmla="*/ 5782744 w 11237202"/>
              <a:gd name="connsiteY6941" fmla="*/ 298399 h 2631356"/>
              <a:gd name="connsiteX6942" fmla="*/ 5815143 w 11237202"/>
              <a:gd name="connsiteY6942" fmla="*/ 300952 h 2631356"/>
              <a:gd name="connsiteX6943" fmla="*/ 5804973 w 11237202"/>
              <a:gd name="connsiteY6943" fmla="*/ 307950 h 2631356"/>
              <a:gd name="connsiteX6944" fmla="*/ 5772435 w 11237202"/>
              <a:gd name="connsiteY6944" fmla="*/ 305374 h 2631356"/>
              <a:gd name="connsiteX6945" fmla="*/ 5782744 w 11237202"/>
              <a:gd name="connsiteY6945" fmla="*/ 298399 h 2631356"/>
              <a:gd name="connsiteX6946" fmla="*/ 4375936 w 11237202"/>
              <a:gd name="connsiteY6946" fmla="*/ 296310 h 2631356"/>
              <a:gd name="connsiteX6947" fmla="*/ 4390917 w 11237202"/>
              <a:gd name="connsiteY6947" fmla="*/ 299948 h 2631356"/>
              <a:gd name="connsiteX6948" fmla="*/ 4367326 w 11237202"/>
              <a:gd name="connsiteY6948" fmla="*/ 309295 h 2631356"/>
              <a:gd name="connsiteX6949" fmla="*/ 4327480 w 11237202"/>
              <a:gd name="connsiteY6949" fmla="*/ 305852 h 2631356"/>
              <a:gd name="connsiteX6950" fmla="*/ 4351265 w 11237202"/>
              <a:gd name="connsiteY6950" fmla="*/ 296552 h 2631356"/>
              <a:gd name="connsiteX6951" fmla="*/ 4375936 w 11237202"/>
              <a:gd name="connsiteY6951" fmla="*/ 296310 h 2631356"/>
              <a:gd name="connsiteX6952" fmla="*/ 4139116 w 11237202"/>
              <a:gd name="connsiteY6952" fmla="*/ 296185 h 2631356"/>
              <a:gd name="connsiteX6953" fmla="*/ 4154897 w 11237202"/>
              <a:gd name="connsiteY6953" fmla="*/ 300176 h 2631356"/>
              <a:gd name="connsiteX6954" fmla="*/ 4127139 w 11237202"/>
              <a:gd name="connsiteY6954" fmla="*/ 310503 h 2631356"/>
              <a:gd name="connsiteX6955" fmla="*/ 4083848 w 11237202"/>
              <a:gd name="connsiteY6955" fmla="*/ 306673 h 2631356"/>
              <a:gd name="connsiteX6956" fmla="*/ 4111913 w 11237202"/>
              <a:gd name="connsiteY6956" fmla="*/ 296415 h 2631356"/>
              <a:gd name="connsiteX6957" fmla="*/ 4139116 w 11237202"/>
              <a:gd name="connsiteY6957" fmla="*/ 296185 h 2631356"/>
              <a:gd name="connsiteX6958" fmla="*/ 7234189 w 11237202"/>
              <a:gd name="connsiteY6958" fmla="*/ 295928 h 2631356"/>
              <a:gd name="connsiteX6959" fmla="*/ 7262989 w 11237202"/>
              <a:gd name="connsiteY6959" fmla="*/ 300519 h 2631356"/>
              <a:gd name="connsiteX6960" fmla="*/ 7258488 w 11237202"/>
              <a:gd name="connsiteY6960" fmla="*/ 312395 h 2631356"/>
              <a:gd name="connsiteX6961" fmla="*/ 7198525 w 11237202"/>
              <a:gd name="connsiteY6961" fmla="*/ 308018 h 2631356"/>
              <a:gd name="connsiteX6962" fmla="*/ 7203470 w 11237202"/>
              <a:gd name="connsiteY6962" fmla="*/ 296210 h 2631356"/>
              <a:gd name="connsiteX6963" fmla="*/ 7234189 w 11237202"/>
              <a:gd name="connsiteY6963" fmla="*/ 295928 h 2631356"/>
              <a:gd name="connsiteX6964" fmla="*/ 6535308 w 11237202"/>
              <a:gd name="connsiteY6964" fmla="*/ 295352 h 2631356"/>
              <a:gd name="connsiteX6965" fmla="*/ 6556432 w 11237202"/>
              <a:gd name="connsiteY6965" fmla="*/ 299014 h 2631356"/>
              <a:gd name="connsiteX6966" fmla="*/ 6547902 w 11237202"/>
              <a:gd name="connsiteY6966" fmla="*/ 308497 h 2631356"/>
              <a:gd name="connsiteX6967" fmla="*/ 6501887 w 11237202"/>
              <a:gd name="connsiteY6967" fmla="*/ 304986 h 2631356"/>
              <a:gd name="connsiteX6968" fmla="*/ 6510640 w 11237202"/>
              <a:gd name="connsiteY6968" fmla="*/ 295571 h 2631356"/>
              <a:gd name="connsiteX6969" fmla="*/ 6535308 w 11237202"/>
              <a:gd name="connsiteY6969" fmla="*/ 295352 h 2631356"/>
              <a:gd name="connsiteX6970" fmla="*/ 7790460 w 11237202"/>
              <a:gd name="connsiteY6970" fmla="*/ 295207 h 2631356"/>
              <a:gd name="connsiteX6971" fmla="*/ 7808244 w 11237202"/>
              <a:gd name="connsiteY6971" fmla="*/ 296438 h 2631356"/>
              <a:gd name="connsiteX6972" fmla="*/ 7808355 w 11237202"/>
              <a:gd name="connsiteY6972" fmla="*/ 299857 h 2631356"/>
              <a:gd name="connsiteX6973" fmla="*/ 7790600 w 11237202"/>
              <a:gd name="connsiteY6973" fmla="*/ 298581 h 2631356"/>
              <a:gd name="connsiteX6974" fmla="*/ 7790460 w 11237202"/>
              <a:gd name="connsiteY6974" fmla="*/ 295207 h 2631356"/>
              <a:gd name="connsiteX6975" fmla="*/ 7683560 w 11237202"/>
              <a:gd name="connsiteY6975" fmla="*/ 294814 h 2631356"/>
              <a:gd name="connsiteX6976" fmla="*/ 7716243 w 11237202"/>
              <a:gd name="connsiteY6976" fmla="*/ 299766 h 2631356"/>
              <a:gd name="connsiteX6977" fmla="*/ 7715854 w 11237202"/>
              <a:gd name="connsiteY6977" fmla="*/ 312623 h 2631356"/>
              <a:gd name="connsiteX6978" fmla="*/ 7649444 w 11237202"/>
              <a:gd name="connsiteY6978" fmla="*/ 307835 h 2631356"/>
              <a:gd name="connsiteX6979" fmla="*/ 7650584 w 11237202"/>
              <a:gd name="connsiteY6979" fmla="*/ 295093 h 2631356"/>
              <a:gd name="connsiteX6980" fmla="*/ 7683560 w 11237202"/>
              <a:gd name="connsiteY6980" fmla="*/ 294814 h 2631356"/>
              <a:gd name="connsiteX6981" fmla="*/ 4728180 w 11237202"/>
              <a:gd name="connsiteY6981" fmla="*/ 293831 h 2631356"/>
              <a:gd name="connsiteX6982" fmla="*/ 4741305 w 11237202"/>
              <a:gd name="connsiteY6982" fmla="*/ 296826 h 2631356"/>
              <a:gd name="connsiteX6983" fmla="*/ 4723938 w 11237202"/>
              <a:gd name="connsiteY6983" fmla="*/ 304462 h 2631356"/>
              <a:gd name="connsiteX6984" fmla="*/ 4690483 w 11237202"/>
              <a:gd name="connsiteY6984" fmla="*/ 301636 h 2631356"/>
              <a:gd name="connsiteX6985" fmla="*/ 4707989 w 11237202"/>
              <a:gd name="connsiteY6985" fmla="*/ 293999 h 2631356"/>
              <a:gd name="connsiteX6986" fmla="*/ 4728180 w 11237202"/>
              <a:gd name="connsiteY6986" fmla="*/ 293831 h 2631356"/>
              <a:gd name="connsiteX6987" fmla="*/ 2971498 w 11237202"/>
              <a:gd name="connsiteY6987" fmla="*/ 293155 h 2631356"/>
              <a:gd name="connsiteX6988" fmla="*/ 2973359 w 11237202"/>
              <a:gd name="connsiteY6988" fmla="*/ 293338 h 2631356"/>
              <a:gd name="connsiteX6989" fmla="*/ 2971636 w 11237202"/>
              <a:gd name="connsiteY6989" fmla="*/ 293771 h 2631356"/>
              <a:gd name="connsiteX6990" fmla="*/ 2969774 w 11237202"/>
              <a:gd name="connsiteY6990" fmla="*/ 293612 h 2631356"/>
              <a:gd name="connsiteX6991" fmla="*/ 2971498 w 11237202"/>
              <a:gd name="connsiteY6991" fmla="*/ 293155 h 2631356"/>
              <a:gd name="connsiteX6992" fmla="*/ 6892417 w 11237202"/>
              <a:gd name="connsiteY6992" fmla="*/ 293025 h 2631356"/>
              <a:gd name="connsiteX6993" fmla="*/ 6919187 w 11237202"/>
              <a:gd name="connsiteY6993" fmla="*/ 297465 h 2631356"/>
              <a:gd name="connsiteX6994" fmla="*/ 6911906 w 11237202"/>
              <a:gd name="connsiteY6994" fmla="*/ 308930 h 2631356"/>
              <a:gd name="connsiteX6995" fmla="*/ 6854944 w 11237202"/>
              <a:gd name="connsiteY6995" fmla="*/ 304667 h 2631356"/>
              <a:gd name="connsiteX6996" fmla="*/ 6862585 w 11237202"/>
              <a:gd name="connsiteY6996" fmla="*/ 293270 h 2631356"/>
              <a:gd name="connsiteX6997" fmla="*/ 6892417 w 11237202"/>
              <a:gd name="connsiteY6997" fmla="*/ 293025 h 2631356"/>
              <a:gd name="connsiteX6998" fmla="*/ 5679156 w 11237202"/>
              <a:gd name="connsiteY6998" fmla="*/ 292039 h 2631356"/>
              <a:gd name="connsiteX6999" fmla="*/ 5705803 w 11237202"/>
              <a:gd name="connsiteY6999" fmla="*/ 294159 h 2631356"/>
              <a:gd name="connsiteX7000" fmla="*/ 5696939 w 11237202"/>
              <a:gd name="connsiteY7000" fmla="*/ 299903 h 2631356"/>
              <a:gd name="connsiteX7001" fmla="*/ 5670264 w 11237202"/>
              <a:gd name="connsiteY7001" fmla="*/ 297760 h 2631356"/>
              <a:gd name="connsiteX7002" fmla="*/ 5679156 w 11237202"/>
              <a:gd name="connsiteY7002" fmla="*/ 292039 h 2631356"/>
              <a:gd name="connsiteX7003" fmla="*/ 2540166 w 11237202"/>
              <a:gd name="connsiteY7003" fmla="*/ 291856 h 2631356"/>
              <a:gd name="connsiteX7004" fmla="*/ 2541083 w 11237202"/>
              <a:gd name="connsiteY7004" fmla="*/ 291970 h 2631356"/>
              <a:gd name="connsiteX7005" fmla="*/ 2540166 w 11237202"/>
              <a:gd name="connsiteY7005" fmla="*/ 292221 h 2631356"/>
              <a:gd name="connsiteX7006" fmla="*/ 2539305 w 11237202"/>
              <a:gd name="connsiteY7006" fmla="*/ 292107 h 2631356"/>
              <a:gd name="connsiteX7007" fmla="*/ 2540166 w 11237202"/>
              <a:gd name="connsiteY7007" fmla="*/ 291856 h 2631356"/>
              <a:gd name="connsiteX7008" fmla="*/ 3780140 w 11237202"/>
              <a:gd name="connsiteY7008" fmla="*/ 291836 h 2631356"/>
              <a:gd name="connsiteX7009" fmla="*/ 3793117 w 11237202"/>
              <a:gd name="connsiteY7009" fmla="*/ 295344 h 2631356"/>
              <a:gd name="connsiteX7010" fmla="*/ 3766248 w 11237202"/>
              <a:gd name="connsiteY7010" fmla="*/ 304394 h 2631356"/>
              <a:gd name="connsiteX7011" fmla="*/ 3728930 w 11237202"/>
              <a:gd name="connsiteY7011" fmla="*/ 301043 h 2631356"/>
              <a:gd name="connsiteX7012" fmla="*/ 3756078 w 11237202"/>
              <a:gd name="connsiteY7012" fmla="*/ 292039 h 2631356"/>
              <a:gd name="connsiteX7013" fmla="*/ 3780140 w 11237202"/>
              <a:gd name="connsiteY7013" fmla="*/ 291836 h 2631356"/>
              <a:gd name="connsiteX7014" fmla="*/ 6300255 w 11237202"/>
              <a:gd name="connsiteY7014" fmla="*/ 291822 h 2631356"/>
              <a:gd name="connsiteX7015" fmla="*/ 6319414 w 11237202"/>
              <a:gd name="connsiteY7015" fmla="*/ 295253 h 2631356"/>
              <a:gd name="connsiteX7016" fmla="*/ 6309772 w 11237202"/>
              <a:gd name="connsiteY7016" fmla="*/ 304074 h 2631356"/>
              <a:gd name="connsiteX7017" fmla="*/ 6267398 w 11237202"/>
              <a:gd name="connsiteY7017" fmla="*/ 300793 h 2631356"/>
              <a:gd name="connsiteX7018" fmla="*/ 6277178 w 11237202"/>
              <a:gd name="connsiteY7018" fmla="*/ 292016 h 2631356"/>
              <a:gd name="connsiteX7019" fmla="*/ 6300255 w 11237202"/>
              <a:gd name="connsiteY7019" fmla="*/ 291822 h 2631356"/>
              <a:gd name="connsiteX7020" fmla="*/ 6057276 w 11237202"/>
              <a:gd name="connsiteY7020" fmla="*/ 291491 h 2631356"/>
              <a:gd name="connsiteX7021" fmla="*/ 6076726 w 11237202"/>
              <a:gd name="connsiteY7021" fmla="*/ 295093 h 2631356"/>
              <a:gd name="connsiteX7022" fmla="*/ 6065000 w 11237202"/>
              <a:gd name="connsiteY7022" fmla="*/ 304371 h 2631356"/>
              <a:gd name="connsiteX7023" fmla="*/ 6020930 w 11237202"/>
              <a:gd name="connsiteY7023" fmla="*/ 300952 h 2631356"/>
              <a:gd name="connsiteX7024" fmla="*/ 6032907 w 11237202"/>
              <a:gd name="connsiteY7024" fmla="*/ 291719 h 2631356"/>
              <a:gd name="connsiteX7025" fmla="*/ 6057276 w 11237202"/>
              <a:gd name="connsiteY7025" fmla="*/ 291491 h 2631356"/>
              <a:gd name="connsiteX7026" fmla="*/ 7912833 w 11237202"/>
              <a:gd name="connsiteY7026" fmla="*/ 290945 h 2631356"/>
              <a:gd name="connsiteX7027" fmla="*/ 7915944 w 11237202"/>
              <a:gd name="connsiteY7027" fmla="*/ 291172 h 2631356"/>
              <a:gd name="connsiteX7028" fmla="*/ 7915944 w 11237202"/>
              <a:gd name="connsiteY7028" fmla="*/ 291743 h 2631356"/>
              <a:gd name="connsiteX7029" fmla="*/ 7912916 w 11237202"/>
              <a:gd name="connsiteY7029" fmla="*/ 291537 h 2631356"/>
              <a:gd name="connsiteX7030" fmla="*/ 7912833 w 11237202"/>
              <a:gd name="connsiteY7030" fmla="*/ 290945 h 2631356"/>
              <a:gd name="connsiteX7031" fmla="*/ 3442378 w 11237202"/>
              <a:gd name="connsiteY7031" fmla="*/ 290314 h 2631356"/>
              <a:gd name="connsiteX7032" fmla="*/ 3456817 w 11237202"/>
              <a:gd name="connsiteY7032" fmla="*/ 294500 h 2631356"/>
              <a:gd name="connsiteX7033" fmla="*/ 3421862 w 11237202"/>
              <a:gd name="connsiteY7033" fmla="*/ 305328 h 2631356"/>
              <a:gd name="connsiteX7034" fmla="*/ 3378403 w 11237202"/>
              <a:gd name="connsiteY7034" fmla="*/ 301316 h 2631356"/>
              <a:gd name="connsiteX7035" fmla="*/ 3413581 w 11237202"/>
              <a:gd name="connsiteY7035" fmla="*/ 290557 h 2631356"/>
              <a:gd name="connsiteX7036" fmla="*/ 3442378 w 11237202"/>
              <a:gd name="connsiteY7036" fmla="*/ 290314 h 2631356"/>
              <a:gd name="connsiteX7037" fmla="*/ 7355062 w 11237202"/>
              <a:gd name="connsiteY7037" fmla="*/ 288904 h 2631356"/>
              <a:gd name="connsiteX7038" fmla="*/ 7384999 w 11237202"/>
              <a:gd name="connsiteY7038" fmla="*/ 293566 h 2631356"/>
              <a:gd name="connsiteX7039" fmla="*/ 7381554 w 11237202"/>
              <a:gd name="connsiteY7039" fmla="*/ 305692 h 2631356"/>
              <a:gd name="connsiteX7040" fmla="*/ 7319617 w 11237202"/>
              <a:gd name="connsiteY7040" fmla="*/ 301202 h 2631356"/>
              <a:gd name="connsiteX7041" fmla="*/ 7323646 w 11237202"/>
              <a:gd name="connsiteY7041" fmla="*/ 289166 h 2631356"/>
              <a:gd name="connsiteX7042" fmla="*/ 7355062 w 11237202"/>
              <a:gd name="connsiteY7042" fmla="*/ 288904 h 2631356"/>
              <a:gd name="connsiteX7043" fmla="*/ 3299767 w 11237202"/>
              <a:gd name="connsiteY7043" fmla="*/ 288437 h 2631356"/>
              <a:gd name="connsiteX7044" fmla="*/ 3308575 w 11237202"/>
              <a:gd name="connsiteY7044" fmla="*/ 289258 h 2631356"/>
              <a:gd name="connsiteX7045" fmla="*/ 3301212 w 11237202"/>
              <a:gd name="connsiteY7045" fmla="*/ 291469 h 2631356"/>
              <a:gd name="connsiteX7046" fmla="*/ 3292376 w 11237202"/>
              <a:gd name="connsiteY7046" fmla="*/ 290671 h 2631356"/>
              <a:gd name="connsiteX7047" fmla="*/ 3299767 w 11237202"/>
              <a:gd name="connsiteY7047" fmla="*/ 288437 h 2631356"/>
              <a:gd name="connsiteX7048" fmla="*/ 4837346 w 11237202"/>
              <a:gd name="connsiteY7048" fmla="*/ 287081 h 2631356"/>
              <a:gd name="connsiteX7049" fmla="*/ 4851673 w 11237202"/>
              <a:gd name="connsiteY7049" fmla="*/ 290238 h 2631356"/>
              <a:gd name="connsiteX7050" fmla="*/ 4833834 w 11237202"/>
              <a:gd name="connsiteY7050" fmla="*/ 298422 h 2631356"/>
              <a:gd name="connsiteX7051" fmla="*/ 4797684 w 11237202"/>
              <a:gd name="connsiteY7051" fmla="*/ 295390 h 2631356"/>
              <a:gd name="connsiteX7052" fmla="*/ 4815746 w 11237202"/>
              <a:gd name="connsiteY7052" fmla="*/ 287275 h 2631356"/>
              <a:gd name="connsiteX7053" fmla="*/ 4837346 w 11237202"/>
              <a:gd name="connsiteY7053" fmla="*/ 287081 h 2631356"/>
              <a:gd name="connsiteX7054" fmla="*/ 6667804 w 11237202"/>
              <a:gd name="connsiteY7054" fmla="*/ 286508 h 2631356"/>
              <a:gd name="connsiteX7055" fmla="*/ 6688836 w 11237202"/>
              <a:gd name="connsiteY7055" fmla="*/ 290055 h 2631356"/>
              <a:gd name="connsiteX7056" fmla="*/ 6681444 w 11237202"/>
              <a:gd name="connsiteY7056" fmla="*/ 299288 h 2631356"/>
              <a:gd name="connsiteX7057" fmla="*/ 6635902 w 11237202"/>
              <a:gd name="connsiteY7057" fmla="*/ 295891 h 2631356"/>
              <a:gd name="connsiteX7058" fmla="*/ 6643627 w 11237202"/>
              <a:gd name="connsiteY7058" fmla="*/ 286705 h 2631356"/>
              <a:gd name="connsiteX7059" fmla="*/ 6667804 w 11237202"/>
              <a:gd name="connsiteY7059" fmla="*/ 286508 h 2631356"/>
              <a:gd name="connsiteX7060" fmla="*/ 4008258 w 11237202"/>
              <a:gd name="connsiteY7060" fmla="*/ 286229 h 2631356"/>
              <a:gd name="connsiteX7061" fmla="*/ 4022301 w 11237202"/>
              <a:gd name="connsiteY7061" fmla="*/ 289851 h 2631356"/>
              <a:gd name="connsiteX7062" fmla="*/ 3996126 w 11237202"/>
              <a:gd name="connsiteY7062" fmla="*/ 299174 h 2631356"/>
              <a:gd name="connsiteX7063" fmla="*/ 3956975 w 11237202"/>
              <a:gd name="connsiteY7063" fmla="*/ 295755 h 2631356"/>
              <a:gd name="connsiteX7064" fmla="*/ 3983400 w 11237202"/>
              <a:gd name="connsiteY7064" fmla="*/ 286454 h 2631356"/>
              <a:gd name="connsiteX7065" fmla="*/ 4008258 w 11237202"/>
              <a:gd name="connsiteY7065" fmla="*/ 286229 h 2631356"/>
              <a:gd name="connsiteX7066" fmla="*/ 5572483 w 11237202"/>
              <a:gd name="connsiteY7066" fmla="*/ 286180 h 2631356"/>
              <a:gd name="connsiteX7067" fmla="*/ 5600464 w 11237202"/>
              <a:gd name="connsiteY7067" fmla="*/ 288414 h 2631356"/>
              <a:gd name="connsiteX7068" fmla="*/ 5590628 w 11237202"/>
              <a:gd name="connsiteY7068" fmla="*/ 294455 h 2631356"/>
              <a:gd name="connsiteX7069" fmla="*/ 5562508 w 11237202"/>
              <a:gd name="connsiteY7069" fmla="*/ 292221 h 2631356"/>
              <a:gd name="connsiteX7070" fmla="*/ 5572483 w 11237202"/>
              <a:gd name="connsiteY7070" fmla="*/ 286180 h 2631356"/>
              <a:gd name="connsiteX7071" fmla="*/ 2859989 w 11237202"/>
              <a:gd name="connsiteY7071" fmla="*/ 286134 h 2631356"/>
              <a:gd name="connsiteX7072" fmla="*/ 2860906 w 11237202"/>
              <a:gd name="connsiteY7072" fmla="*/ 286226 h 2631356"/>
              <a:gd name="connsiteX7073" fmla="*/ 2859989 w 11237202"/>
              <a:gd name="connsiteY7073" fmla="*/ 286454 h 2631356"/>
              <a:gd name="connsiteX7074" fmla="*/ 2859100 w 11237202"/>
              <a:gd name="connsiteY7074" fmla="*/ 286386 h 2631356"/>
              <a:gd name="connsiteX7075" fmla="*/ 2859989 w 11237202"/>
              <a:gd name="connsiteY7075" fmla="*/ 286134 h 2631356"/>
              <a:gd name="connsiteX7076" fmla="*/ 4482050 w 11237202"/>
              <a:gd name="connsiteY7076" fmla="*/ 285721 h 2631356"/>
              <a:gd name="connsiteX7077" fmla="*/ 4497450 w 11237202"/>
              <a:gd name="connsiteY7077" fmla="*/ 289326 h 2631356"/>
              <a:gd name="connsiteX7078" fmla="*/ 4474499 w 11237202"/>
              <a:gd name="connsiteY7078" fmla="*/ 298650 h 2631356"/>
              <a:gd name="connsiteX7079" fmla="*/ 4434125 w 11237202"/>
              <a:gd name="connsiteY7079" fmla="*/ 295230 h 2631356"/>
              <a:gd name="connsiteX7080" fmla="*/ 4457272 w 11237202"/>
              <a:gd name="connsiteY7080" fmla="*/ 285929 h 2631356"/>
              <a:gd name="connsiteX7081" fmla="*/ 4482050 w 11237202"/>
              <a:gd name="connsiteY7081" fmla="*/ 285721 h 2631356"/>
              <a:gd name="connsiteX7082" fmla="*/ 7018107 w 11237202"/>
              <a:gd name="connsiteY7082" fmla="*/ 285282 h 2631356"/>
              <a:gd name="connsiteX7083" fmla="*/ 7045671 w 11237202"/>
              <a:gd name="connsiteY7083" fmla="*/ 289759 h 2631356"/>
              <a:gd name="connsiteX7084" fmla="*/ 7039474 w 11237202"/>
              <a:gd name="connsiteY7084" fmla="*/ 301316 h 2631356"/>
              <a:gd name="connsiteX7085" fmla="*/ 6981261 w 11237202"/>
              <a:gd name="connsiteY7085" fmla="*/ 297031 h 2631356"/>
              <a:gd name="connsiteX7086" fmla="*/ 6987958 w 11237202"/>
              <a:gd name="connsiteY7086" fmla="*/ 285542 h 2631356"/>
              <a:gd name="connsiteX7087" fmla="*/ 7018107 w 11237202"/>
              <a:gd name="connsiteY7087" fmla="*/ 285282 h 2631356"/>
              <a:gd name="connsiteX7088" fmla="*/ 8027368 w 11237202"/>
              <a:gd name="connsiteY7088" fmla="*/ 285177 h 2631356"/>
              <a:gd name="connsiteX7089" fmla="*/ 8028564 w 11237202"/>
              <a:gd name="connsiteY7089" fmla="*/ 285269 h 2631356"/>
              <a:gd name="connsiteX7090" fmla="*/ 8028564 w 11237202"/>
              <a:gd name="connsiteY7090" fmla="*/ 285496 h 2631356"/>
              <a:gd name="connsiteX7091" fmla="*/ 8027397 w 11237202"/>
              <a:gd name="connsiteY7091" fmla="*/ 285406 h 2631356"/>
              <a:gd name="connsiteX7092" fmla="*/ 8027368 w 11237202"/>
              <a:gd name="connsiteY7092" fmla="*/ 285177 h 2631356"/>
              <a:gd name="connsiteX7093" fmla="*/ 4926558 w 11237202"/>
              <a:gd name="connsiteY7093" fmla="*/ 283878 h 2631356"/>
              <a:gd name="connsiteX7094" fmla="*/ 4953317 w 11237202"/>
              <a:gd name="connsiteY7094" fmla="*/ 286067 h 2631356"/>
              <a:gd name="connsiteX7095" fmla="*/ 4940534 w 11237202"/>
              <a:gd name="connsiteY7095" fmla="*/ 292108 h 2631356"/>
              <a:gd name="connsiteX7096" fmla="*/ 4913665 w 11237202"/>
              <a:gd name="connsiteY7096" fmla="*/ 289873 h 2631356"/>
              <a:gd name="connsiteX7097" fmla="*/ 4926558 w 11237202"/>
              <a:gd name="connsiteY7097" fmla="*/ 283878 h 2631356"/>
              <a:gd name="connsiteX7098" fmla="*/ 4243304 w 11237202"/>
              <a:gd name="connsiteY7098" fmla="*/ 283333 h 2631356"/>
              <a:gd name="connsiteX7099" fmla="*/ 4259458 w 11237202"/>
              <a:gd name="connsiteY7099" fmla="*/ 287297 h 2631356"/>
              <a:gd name="connsiteX7100" fmla="*/ 4232422 w 11237202"/>
              <a:gd name="connsiteY7100" fmla="*/ 297509 h 2631356"/>
              <a:gd name="connsiteX7101" fmla="*/ 4188798 w 11237202"/>
              <a:gd name="connsiteY7101" fmla="*/ 293725 h 2631356"/>
              <a:gd name="connsiteX7102" fmla="*/ 4216085 w 11237202"/>
              <a:gd name="connsiteY7102" fmla="*/ 283559 h 2631356"/>
              <a:gd name="connsiteX7103" fmla="*/ 4243304 w 11237202"/>
              <a:gd name="connsiteY7103" fmla="*/ 283333 h 2631356"/>
              <a:gd name="connsiteX7104" fmla="*/ 5954309 w 11237202"/>
              <a:gd name="connsiteY7104" fmla="*/ 282157 h 2631356"/>
              <a:gd name="connsiteX7105" fmla="*/ 5971693 w 11237202"/>
              <a:gd name="connsiteY7105" fmla="*/ 285405 h 2631356"/>
              <a:gd name="connsiteX7106" fmla="*/ 5960439 w 11237202"/>
              <a:gd name="connsiteY7106" fmla="*/ 293726 h 2631356"/>
              <a:gd name="connsiteX7107" fmla="*/ 5920705 w 11237202"/>
              <a:gd name="connsiteY7107" fmla="*/ 290625 h 2631356"/>
              <a:gd name="connsiteX7108" fmla="*/ 5932236 w 11237202"/>
              <a:gd name="connsiteY7108" fmla="*/ 282328 h 2631356"/>
              <a:gd name="connsiteX7109" fmla="*/ 5954309 w 11237202"/>
              <a:gd name="connsiteY7109" fmla="*/ 282157 h 2631356"/>
              <a:gd name="connsiteX7110" fmla="*/ 6437471 w 11237202"/>
              <a:gd name="connsiteY7110" fmla="*/ 281957 h 2631356"/>
              <a:gd name="connsiteX7111" fmla="*/ 6455457 w 11237202"/>
              <a:gd name="connsiteY7111" fmla="*/ 285109 h 2631356"/>
              <a:gd name="connsiteX7112" fmla="*/ 6447482 w 11237202"/>
              <a:gd name="connsiteY7112" fmla="*/ 293201 h 2631356"/>
              <a:gd name="connsiteX7113" fmla="*/ 6407858 w 11237202"/>
              <a:gd name="connsiteY7113" fmla="*/ 290192 h 2631356"/>
              <a:gd name="connsiteX7114" fmla="*/ 6416111 w 11237202"/>
              <a:gd name="connsiteY7114" fmla="*/ 282122 h 2631356"/>
              <a:gd name="connsiteX7115" fmla="*/ 6437471 w 11237202"/>
              <a:gd name="connsiteY7115" fmla="*/ 281957 h 2631356"/>
              <a:gd name="connsiteX7116" fmla="*/ 3661576 w 11237202"/>
              <a:gd name="connsiteY7116" fmla="*/ 281871 h 2631356"/>
              <a:gd name="connsiteX7117" fmla="*/ 3676414 w 11237202"/>
              <a:gd name="connsiteY7117" fmla="*/ 285952 h 2631356"/>
              <a:gd name="connsiteX7118" fmla="*/ 3643847 w 11237202"/>
              <a:gd name="connsiteY7118" fmla="*/ 296506 h 2631356"/>
              <a:gd name="connsiteX7119" fmla="*/ 3600500 w 11237202"/>
              <a:gd name="connsiteY7119" fmla="*/ 292609 h 2631356"/>
              <a:gd name="connsiteX7120" fmla="*/ 3633316 w 11237202"/>
              <a:gd name="connsiteY7120" fmla="*/ 282100 h 2631356"/>
              <a:gd name="connsiteX7121" fmla="*/ 3661576 w 11237202"/>
              <a:gd name="connsiteY7121" fmla="*/ 281871 h 2631356"/>
              <a:gd name="connsiteX7122" fmla="*/ 3184926 w 11237202"/>
              <a:gd name="connsiteY7122" fmla="*/ 281370 h 2631356"/>
              <a:gd name="connsiteX7123" fmla="*/ 3190371 w 11237202"/>
              <a:gd name="connsiteY7123" fmla="*/ 281895 h 2631356"/>
              <a:gd name="connsiteX7124" fmla="*/ 3185621 w 11237202"/>
              <a:gd name="connsiteY7124" fmla="*/ 283263 h 2631356"/>
              <a:gd name="connsiteX7125" fmla="*/ 3180146 w 11237202"/>
              <a:gd name="connsiteY7125" fmla="*/ 282738 h 2631356"/>
              <a:gd name="connsiteX7126" fmla="*/ 3184926 w 11237202"/>
              <a:gd name="connsiteY7126" fmla="*/ 281370 h 2631356"/>
              <a:gd name="connsiteX7127" fmla="*/ 7474188 w 11237202"/>
              <a:gd name="connsiteY7127" fmla="*/ 281325 h 2631356"/>
              <a:gd name="connsiteX7128" fmla="*/ 7507928 w 11237202"/>
              <a:gd name="connsiteY7128" fmla="*/ 286500 h 2631356"/>
              <a:gd name="connsiteX7129" fmla="*/ 7505232 w 11237202"/>
              <a:gd name="connsiteY7129" fmla="*/ 299903 h 2631356"/>
              <a:gd name="connsiteX7130" fmla="*/ 7436072 w 11237202"/>
              <a:gd name="connsiteY7130" fmla="*/ 294934 h 2631356"/>
              <a:gd name="connsiteX7131" fmla="*/ 7439322 w 11237202"/>
              <a:gd name="connsiteY7131" fmla="*/ 281622 h 2631356"/>
              <a:gd name="connsiteX7132" fmla="*/ 7474188 w 11237202"/>
              <a:gd name="connsiteY7132" fmla="*/ 281325 h 2631356"/>
              <a:gd name="connsiteX7133" fmla="*/ 5483035 w 11237202"/>
              <a:gd name="connsiteY7133" fmla="*/ 281225 h 2631356"/>
              <a:gd name="connsiteX7134" fmla="*/ 5496766 w 11237202"/>
              <a:gd name="connsiteY7134" fmla="*/ 283947 h 2631356"/>
              <a:gd name="connsiteX7135" fmla="*/ 5484678 w 11237202"/>
              <a:gd name="connsiteY7135" fmla="*/ 291013 h 2631356"/>
              <a:gd name="connsiteX7136" fmla="*/ 5452030 w 11237202"/>
              <a:gd name="connsiteY7136" fmla="*/ 288415 h 2631356"/>
              <a:gd name="connsiteX7137" fmla="*/ 5464283 w 11237202"/>
              <a:gd name="connsiteY7137" fmla="*/ 281394 h 2631356"/>
              <a:gd name="connsiteX7138" fmla="*/ 5483035 w 11237202"/>
              <a:gd name="connsiteY7138" fmla="*/ 281225 h 2631356"/>
              <a:gd name="connsiteX7139" fmla="*/ 5034842 w 11237202"/>
              <a:gd name="connsiteY7139" fmla="*/ 280527 h 2631356"/>
              <a:gd name="connsiteX7140" fmla="*/ 5061767 w 11237202"/>
              <a:gd name="connsiteY7140" fmla="*/ 282738 h 2631356"/>
              <a:gd name="connsiteX7141" fmla="*/ 5049514 w 11237202"/>
              <a:gd name="connsiteY7141" fmla="*/ 288710 h 2631356"/>
              <a:gd name="connsiteX7142" fmla="*/ 5022533 w 11237202"/>
              <a:gd name="connsiteY7142" fmla="*/ 286500 h 2631356"/>
              <a:gd name="connsiteX7143" fmla="*/ 5034842 w 11237202"/>
              <a:gd name="connsiteY7143" fmla="*/ 280527 h 2631356"/>
              <a:gd name="connsiteX7144" fmla="*/ 6201005 w 11237202"/>
              <a:gd name="connsiteY7144" fmla="*/ 279433 h 2631356"/>
              <a:gd name="connsiteX7145" fmla="*/ 6220160 w 11237202"/>
              <a:gd name="connsiteY7145" fmla="*/ 282875 h 2631356"/>
              <a:gd name="connsiteX7146" fmla="*/ 6209795 w 11237202"/>
              <a:gd name="connsiteY7146" fmla="*/ 291765 h 2631356"/>
              <a:gd name="connsiteX7147" fmla="*/ 6166893 w 11237202"/>
              <a:gd name="connsiteY7147" fmla="*/ 288460 h 2631356"/>
              <a:gd name="connsiteX7148" fmla="*/ 6177535 w 11237202"/>
              <a:gd name="connsiteY7148" fmla="*/ 279615 h 2631356"/>
              <a:gd name="connsiteX7149" fmla="*/ 6201005 w 11237202"/>
              <a:gd name="connsiteY7149" fmla="*/ 279433 h 2631356"/>
              <a:gd name="connsiteX7150" fmla="*/ 5358444 w 11237202"/>
              <a:gd name="connsiteY7150" fmla="*/ 279387 h 2631356"/>
              <a:gd name="connsiteX7151" fmla="*/ 5386398 w 11237202"/>
              <a:gd name="connsiteY7151" fmla="*/ 281622 h 2631356"/>
              <a:gd name="connsiteX7152" fmla="*/ 5375421 w 11237202"/>
              <a:gd name="connsiteY7152" fmla="*/ 287731 h 2631356"/>
              <a:gd name="connsiteX7153" fmla="*/ 5347384 w 11237202"/>
              <a:gd name="connsiteY7153" fmla="*/ 285474 h 2631356"/>
              <a:gd name="connsiteX7154" fmla="*/ 5358444 w 11237202"/>
              <a:gd name="connsiteY7154" fmla="*/ 279387 h 2631356"/>
              <a:gd name="connsiteX7155" fmla="*/ 5251299 w 11237202"/>
              <a:gd name="connsiteY7155" fmla="*/ 278475 h 2631356"/>
              <a:gd name="connsiteX7156" fmla="*/ 5277474 w 11237202"/>
              <a:gd name="connsiteY7156" fmla="*/ 280596 h 2631356"/>
              <a:gd name="connsiteX7157" fmla="*/ 5266638 w 11237202"/>
              <a:gd name="connsiteY7157" fmla="*/ 286340 h 2631356"/>
              <a:gd name="connsiteX7158" fmla="*/ 5240435 w 11237202"/>
              <a:gd name="connsiteY7158" fmla="*/ 284197 h 2631356"/>
              <a:gd name="connsiteX7159" fmla="*/ 5251299 w 11237202"/>
              <a:gd name="connsiteY7159" fmla="*/ 278475 h 2631356"/>
              <a:gd name="connsiteX7160" fmla="*/ 5159923 w 11237202"/>
              <a:gd name="connsiteY7160" fmla="*/ 278085 h 2631356"/>
              <a:gd name="connsiteX7161" fmla="*/ 5172329 w 11237202"/>
              <a:gd name="connsiteY7161" fmla="*/ 280664 h 2631356"/>
              <a:gd name="connsiteX7162" fmla="*/ 5159270 w 11237202"/>
              <a:gd name="connsiteY7162" fmla="*/ 287320 h 2631356"/>
              <a:gd name="connsiteX7163" fmla="*/ 5128900 w 11237202"/>
              <a:gd name="connsiteY7163" fmla="*/ 284882 h 2631356"/>
              <a:gd name="connsiteX7164" fmla="*/ 5142098 w 11237202"/>
              <a:gd name="connsiteY7164" fmla="*/ 278225 h 2631356"/>
              <a:gd name="connsiteX7165" fmla="*/ 5159923 w 11237202"/>
              <a:gd name="connsiteY7165" fmla="*/ 278085 h 2631356"/>
              <a:gd name="connsiteX7166" fmla="*/ 7141579 w 11237202"/>
              <a:gd name="connsiteY7166" fmla="*/ 277651 h 2631356"/>
              <a:gd name="connsiteX7167" fmla="*/ 7170792 w 11237202"/>
              <a:gd name="connsiteY7167" fmla="*/ 282305 h 2631356"/>
              <a:gd name="connsiteX7168" fmla="*/ 7165458 w 11237202"/>
              <a:gd name="connsiteY7168" fmla="*/ 294318 h 2631356"/>
              <a:gd name="connsiteX7169" fmla="*/ 7104188 w 11237202"/>
              <a:gd name="connsiteY7169" fmla="*/ 289850 h 2631356"/>
              <a:gd name="connsiteX7170" fmla="*/ 7110052 w 11237202"/>
              <a:gd name="connsiteY7170" fmla="*/ 277905 h 2631356"/>
              <a:gd name="connsiteX7171" fmla="*/ 7141579 w 11237202"/>
              <a:gd name="connsiteY7171" fmla="*/ 277651 h 2631356"/>
              <a:gd name="connsiteX7172" fmla="*/ 7701545 w 11237202"/>
              <a:gd name="connsiteY7172" fmla="*/ 276697 h 2631356"/>
              <a:gd name="connsiteX7173" fmla="*/ 7711047 w 11237202"/>
              <a:gd name="connsiteY7173" fmla="*/ 277381 h 2631356"/>
              <a:gd name="connsiteX7174" fmla="*/ 7711047 w 11237202"/>
              <a:gd name="connsiteY7174" fmla="*/ 279182 h 2631356"/>
              <a:gd name="connsiteX7175" fmla="*/ 7701377 w 11237202"/>
              <a:gd name="connsiteY7175" fmla="*/ 278521 h 2631356"/>
              <a:gd name="connsiteX7176" fmla="*/ 7701545 w 11237202"/>
              <a:gd name="connsiteY7176" fmla="*/ 276697 h 2631356"/>
              <a:gd name="connsiteX7177" fmla="*/ 3881875 w 11237202"/>
              <a:gd name="connsiteY7177" fmla="*/ 276592 h 2631356"/>
              <a:gd name="connsiteX7178" fmla="*/ 3895177 w 11237202"/>
              <a:gd name="connsiteY7178" fmla="*/ 280071 h 2631356"/>
              <a:gd name="connsiteX7179" fmla="*/ 3868919 w 11237202"/>
              <a:gd name="connsiteY7179" fmla="*/ 289029 h 2631356"/>
              <a:gd name="connsiteX7180" fmla="*/ 3831297 w 11237202"/>
              <a:gd name="connsiteY7180" fmla="*/ 285702 h 2631356"/>
              <a:gd name="connsiteX7181" fmla="*/ 3857776 w 11237202"/>
              <a:gd name="connsiteY7181" fmla="*/ 276789 h 2631356"/>
              <a:gd name="connsiteX7182" fmla="*/ 3881875 w 11237202"/>
              <a:gd name="connsiteY7182" fmla="*/ 276592 h 2631356"/>
              <a:gd name="connsiteX7183" fmla="*/ 7591079 w 11237202"/>
              <a:gd name="connsiteY7183" fmla="*/ 276400 h 2631356"/>
              <a:gd name="connsiteX7184" fmla="*/ 7619796 w 11237202"/>
              <a:gd name="connsiteY7184" fmla="*/ 280732 h 2631356"/>
              <a:gd name="connsiteX7185" fmla="*/ 7618517 w 11237202"/>
              <a:gd name="connsiteY7185" fmla="*/ 291902 h 2631356"/>
              <a:gd name="connsiteX7186" fmla="*/ 7560110 w 11237202"/>
              <a:gd name="connsiteY7186" fmla="*/ 287752 h 2631356"/>
              <a:gd name="connsiteX7187" fmla="*/ 7561778 w 11237202"/>
              <a:gd name="connsiteY7187" fmla="*/ 276652 h 2631356"/>
              <a:gd name="connsiteX7188" fmla="*/ 7591079 w 11237202"/>
              <a:gd name="connsiteY7188" fmla="*/ 276400 h 2631356"/>
              <a:gd name="connsiteX7189" fmla="*/ 6798423 w 11237202"/>
              <a:gd name="connsiteY7189" fmla="*/ 276387 h 2631356"/>
              <a:gd name="connsiteX7190" fmla="*/ 6825657 w 11237202"/>
              <a:gd name="connsiteY7190" fmla="*/ 280892 h 2631356"/>
              <a:gd name="connsiteX7191" fmla="*/ 6817376 w 11237202"/>
              <a:gd name="connsiteY7191" fmla="*/ 292541 h 2631356"/>
              <a:gd name="connsiteX7192" fmla="*/ 6758996 w 11237202"/>
              <a:gd name="connsiteY7192" fmla="*/ 288232 h 2631356"/>
              <a:gd name="connsiteX7193" fmla="*/ 6767832 w 11237202"/>
              <a:gd name="connsiteY7193" fmla="*/ 276652 h 2631356"/>
              <a:gd name="connsiteX7194" fmla="*/ 6798423 w 11237202"/>
              <a:gd name="connsiteY7194" fmla="*/ 276387 h 2631356"/>
              <a:gd name="connsiteX7195" fmla="*/ 4588945 w 11237202"/>
              <a:gd name="connsiteY7195" fmla="*/ 276299 h 2631356"/>
              <a:gd name="connsiteX7196" fmla="*/ 4605290 w 11237202"/>
              <a:gd name="connsiteY7196" fmla="*/ 280049 h 2631356"/>
              <a:gd name="connsiteX7197" fmla="*/ 4582088 w 11237202"/>
              <a:gd name="connsiteY7197" fmla="*/ 289714 h 2631356"/>
              <a:gd name="connsiteX7198" fmla="*/ 4539769 w 11237202"/>
              <a:gd name="connsiteY7198" fmla="*/ 286135 h 2631356"/>
              <a:gd name="connsiteX7199" fmla="*/ 4563138 w 11237202"/>
              <a:gd name="connsiteY7199" fmla="*/ 276515 h 2631356"/>
              <a:gd name="connsiteX7200" fmla="*/ 4588945 w 11237202"/>
              <a:gd name="connsiteY7200" fmla="*/ 276299 h 2631356"/>
              <a:gd name="connsiteX7201" fmla="*/ 5831927 w 11237202"/>
              <a:gd name="connsiteY7201" fmla="*/ 274874 h 2631356"/>
              <a:gd name="connsiteX7202" fmla="*/ 5863854 w 11237202"/>
              <a:gd name="connsiteY7202" fmla="*/ 277335 h 2631356"/>
              <a:gd name="connsiteX7203" fmla="*/ 5854128 w 11237202"/>
              <a:gd name="connsiteY7203" fmla="*/ 284083 h 2631356"/>
              <a:gd name="connsiteX7204" fmla="*/ 5822090 w 11237202"/>
              <a:gd name="connsiteY7204" fmla="*/ 281598 h 2631356"/>
              <a:gd name="connsiteX7205" fmla="*/ 5831927 w 11237202"/>
              <a:gd name="connsiteY7205" fmla="*/ 274874 h 2631356"/>
              <a:gd name="connsiteX7206" fmla="*/ 3071639 w 11237202"/>
              <a:gd name="connsiteY7206" fmla="*/ 273985 h 2631356"/>
              <a:gd name="connsiteX7207" fmla="*/ 3077058 w 11237202"/>
              <a:gd name="connsiteY7207" fmla="*/ 274464 h 2631356"/>
              <a:gd name="connsiteX7208" fmla="*/ 3072251 w 11237202"/>
              <a:gd name="connsiteY7208" fmla="*/ 275854 h 2631356"/>
              <a:gd name="connsiteX7209" fmla="*/ 3066721 w 11237202"/>
              <a:gd name="connsiteY7209" fmla="*/ 275330 h 2631356"/>
              <a:gd name="connsiteX7210" fmla="*/ 3071639 w 11237202"/>
              <a:gd name="connsiteY7210" fmla="*/ 273985 h 2631356"/>
              <a:gd name="connsiteX7211" fmla="*/ 3542306 w 11237202"/>
              <a:gd name="connsiteY7211" fmla="*/ 273412 h 2631356"/>
              <a:gd name="connsiteX7212" fmla="*/ 3556849 w 11237202"/>
              <a:gd name="connsiteY7212" fmla="*/ 277473 h 2631356"/>
              <a:gd name="connsiteX7213" fmla="*/ 3523199 w 11237202"/>
              <a:gd name="connsiteY7213" fmla="*/ 288050 h 2631356"/>
              <a:gd name="connsiteX7214" fmla="*/ 3479991 w 11237202"/>
              <a:gd name="connsiteY7214" fmla="*/ 284129 h 2631356"/>
              <a:gd name="connsiteX7215" fmla="*/ 3513945 w 11237202"/>
              <a:gd name="connsiteY7215" fmla="*/ 273643 h 2631356"/>
              <a:gd name="connsiteX7216" fmla="*/ 3542306 w 11237202"/>
              <a:gd name="connsiteY7216" fmla="*/ 273412 h 2631356"/>
              <a:gd name="connsiteX7217" fmla="*/ 4111617 w 11237202"/>
              <a:gd name="connsiteY7217" fmla="*/ 272569 h 2631356"/>
              <a:gd name="connsiteX7218" fmla="*/ 4126360 w 11237202"/>
              <a:gd name="connsiteY7218" fmla="*/ 276241 h 2631356"/>
              <a:gd name="connsiteX7219" fmla="*/ 4100130 w 11237202"/>
              <a:gd name="connsiteY7219" fmla="*/ 285747 h 2631356"/>
              <a:gd name="connsiteX7220" fmla="*/ 4059729 w 11237202"/>
              <a:gd name="connsiteY7220" fmla="*/ 282214 h 2631356"/>
              <a:gd name="connsiteX7221" fmla="*/ 4086098 w 11237202"/>
              <a:gd name="connsiteY7221" fmla="*/ 272776 h 2631356"/>
              <a:gd name="connsiteX7222" fmla="*/ 4111617 w 11237202"/>
              <a:gd name="connsiteY7222" fmla="*/ 272569 h 2631356"/>
              <a:gd name="connsiteX7223" fmla="*/ 4346521 w 11237202"/>
              <a:gd name="connsiteY7223" fmla="*/ 272318 h 2631356"/>
              <a:gd name="connsiteX7224" fmla="*/ 4361824 w 11237202"/>
              <a:gd name="connsiteY7224" fmla="*/ 275991 h 2631356"/>
              <a:gd name="connsiteX7225" fmla="*/ 4337317 w 11237202"/>
              <a:gd name="connsiteY7225" fmla="*/ 285474 h 2631356"/>
              <a:gd name="connsiteX7226" fmla="*/ 4296220 w 11237202"/>
              <a:gd name="connsiteY7226" fmla="*/ 281963 h 2631356"/>
              <a:gd name="connsiteX7227" fmla="*/ 4321006 w 11237202"/>
              <a:gd name="connsiteY7227" fmla="*/ 272526 h 2631356"/>
              <a:gd name="connsiteX7228" fmla="*/ 4346521 w 11237202"/>
              <a:gd name="connsiteY7228" fmla="*/ 272318 h 2631356"/>
              <a:gd name="connsiteX7229" fmla="*/ 6571956 w 11237202"/>
              <a:gd name="connsiteY7229" fmla="*/ 271842 h 2631356"/>
              <a:gd name="connsiteX7230" fmla="*/ 6592222 w 11237202"/>
              <a:gd name="connsiteY7230" fmla="*/ 275284 h 2631356"/>
              <a:gd name="connsiteX7231" fmla="*/ 6584275 w 11237202"/>
              <a:gd name="connsiteY7231" fmla="*/ 284174 h 2631356"/>
              <a:gd name="connsiteX7232" fmla="*/ 6540150 w 11237202"/>
              <a:gd name="connsiteY7232" fmla="*/ 280915 h 2631356"/>
              <a:gd name="connsiteX7233" fmla="*/ 6548375 w 11237202"/>
              <a:gd name="connsiteY7233" fmla="*/ 272025 h 2631356"/>
              <a:gd name="connsiteX7234" fmla="*/ 6571956 w 11237202"/>
              <a:gd name="connsiteY7234" fmla="*/ 271842 h 2631356"/>
              <a:gd name="connsiteX7235" fmla="*/ 7819470 w 11237202"/>
              <a:gd name="connsiteY7235" fmla="*/ 271409 h 2631356"/>
              <a:gd name="connsiteX7236" fmla="*/ 7822470 w 11237202"/>
              <a:gd name="connsiteY7236" fmla="*/ 271592 h 2631356"/>
              <a:gd name="connsiteX7237" fmla="*/ 7822470 w 11237202"/>
              <a:gd name="connsiteY7237" fmla="*/ 272161 h 2631356"/>
              <a:gd name="connsiteX7238" fmla="*/ 7819470 w 11237202"/>
              <a:gd name="connsiteY7238" fmla="*/ 271956 h 2631356"/>
              <a:gd name="connsiteX7239" fmla="*/ 7819470 w 11237202"/>
              <a:gd name="connsiteY7239" fmla="*/ 271409 h 2631356"/>
              <a:gd name="connsiteX7240" fmla="*/ 7262777 w 11237202"/>
              <a:gd name="connsiteY7240" fmla="*/ 270406 h 2631356"/>
              <a:gd name="connsiteX7241" fmla="*/ 7293387 w 11237202"/>
              <a:gd name="connsiteY7241" fmla="*/ 275193 h 2631356"/>
              <a:gd name="connsiteX7242" fmla="*/ 7288969 w 11237202"/>
              <a:gd name="connsiteY7242" fmla="*/ 287525 h 2631356"/>
              <a:gd name="connsiteX7243" fmla="*/ 7225310 w 11237202"/>
              <a:gd name="connsiteY7243" fmla="*/ 282943 h 2631356"/>
              <a:gd name="connsiteX7244" fmla="*/ 7230229 w 11237202"/>
              <a:gd name="connsiteY7244" fmla="*/ 270680 h 2631356"/>
              <a:gd name="connsiteX7245" fmla="*/ 7262777 w 11237202"/>
              <a:gd name="connsiteY7245" fmla="*/ 270406 h 2631356"/>
              <a:gd name="connsiteX7246" fmla="*/ 6320080 w 11237202"/>
              <a:gd name="connsiteY7246" fmla="*/ 269677 h 2631356"/>
              <a:gd name="connsiteX7247" fmla="*/ 6355064 w 11237202"/>
              <a:gd name="connsiteY7247" fmla="*/ 272299 h 2631356"/>
              <a:gd name="connsiteX7248" fmla="*/ 6347312 w 11237202"/>
              <a:gd name="connsiteY7248" fmla="*/ 279456 h 2631356"/>
              <a:gd name="connsiteX7249" fmla="*/ 6312189 w 11237202"/>
              <a:gd name="connsiteY7249" fmla="*/ 276811 h 2631356"/>
              <a:gd name="connsiteX7250" fmla="*/ 6320080 w 11237202"/>
              <a:gd name="connsiteY7250" fmla="*/ 269677 h 2631356"/>
              <a:gd name="connsiteX7251" fmla="*/ 6100418 w 11237202"/>
              <a:gd name="connsiteY7251" fmla="*/ 268935 h 2631356"/>
              <a:gd name="connsiteX7252" fmla="*/ 6118018 w 11237202"/>
              <a:gd name="connsiteY7252" fmla="*/ 272115 h 2631356"/>
              <a:gd name="connsiteX7253" fmla="*/ 6107764 w 11237202"/>
              <a:gd name="connsiteY7253" fmla="*/ 280276 h 2631356"/>
              <a:gd name="connsiteX7254" fmla="*/ 6068140 w 11237202"/>
              <a:gd name="connsiteY7254" fmla="*/ 277244 h 2631356"/>
              <a:gd name="connsiteX7255" fmla="*/ 6078588 w 11237202"/>
              <a:gd name="connsiteY7255" fmla="*/ 269106 h 2631356"/>
              <a:gd name="connsiteX7256" fmla="*/ 6100418 w 11237202"/>
              <a:gd name="connsiteY7256" fmla="*/ 268935 h 2631356"/>
              <a:gd name="connsiteX7257" fmla="*/ 4695285 w 11237202"/>
              <a:gd name="connsiteY7257" fmla="*/ 268514 h 2631356"/>
              <a:gd name="connsiteX7258" fmla="*/ 4712018 w 11237202"/>
              <a:gd name="connsiteY7258" fmla="*/ 272253 h 2631356"/>
              <a:gd name="connsiteX7259" fmla="*/ 4689567 w 11237202"/>
              <a:gd name="connsiteY7259" fmla="*/ 281917 h 2631356"/>
              <a:gd name="connsiteX7260" fmla="*/ 4646608 w 11237202"/>
              <a:gd name="connsiteY7260" fmla="*/ 278362 h 2631356"/>
              <a:gd name="connsiteX7261" fmla="*/ 4669338 w 11237202"/>
              <a:gd name="connsiteY7261" fmla="*/ 268741 h 2631356"/>
              <a:gd name="connsiteX7262" fmla="*/ 4695285 w 11237202"/>
              <a:gd name="connsiteY7262" fmla="*/ 268514 h 2631356"/>
              <a:gd name="connsiteX7263" fmla="*/ 6924997 w 11237202"/>
              <a:gd name="connsiteY7263" fmla="*/ 268200 h 2631356"/>
              <a:gd name="connsiteX7264" fmla="*/ 6953502 w 11237202"/>
              <a:gd name="connsiteY7264" fmla="*/ 272822 h 2631356"/>
              <a:gd name="connsiteX7265" fmla="*/ 6946138 w 11237202"/>
              <a:gd name="connsiteY7265" fmla="*/ 284790 h 2631356"/>
              <a:gd name="connsiteX7266" fmla="*/ 6885481 w 11237202"/>
              <a:gd name="connsiteY7266" fmla="*/ 280345 h 2631356"/>
              <a:gd name="connsiteX7267" fmla="*/ 6893427 w 11237202"/>
              <a:gd name="connsiteY7267" fmla="*/ 268468 h 2631356"/>
              <a:gd name="connsiteX7268" fmla="*/ 6924997 w 11237202"/>
              <a:gd name="connsiteY7268" fmla="*/ 268200 h 2631356"/>
              <a:gd name="connsiteX7269" fmla="*/ 2960354 w 11237202"/>
              <a:gd name="connsiteY7269" fmla="*/ 267557 h 2631356"/>
              <a:gd name="connsiteX7270" fmla="*/ 2961215 w 11237202"/>
              <a:gd name="connsiteY7270" fmla="*/ 267625 h 2631356"/>
              <a:gd name="connsiteX7271" fmla="*/ 2960382 w 11237202"/>
              <a:gd name="connsiteY7271" fmla="*/ 267853 h 2631356"/>
              <a:gd name="connsiteX7272" fmla="*/ 2959548 w 11237202"/>
              <a:gd name="connsiteY7272" fmla="*/ 267740 h 2631356"/>
              <a:gd name="connsiteX7273" fmla="*/ 2960354 w 11237202"/>
              <a:gd name="connsiteY7273" fmla="*/ 267557 h 2631356"/>
              <a:gd name="connsiteX7274" fmla="*/ 3418530 w 11237202"/>
              <a:gd name="connsiteY7274" fmla="*/ 267346 h 2631356"/>
              <a:gd name="connsiteX7275" fmla="*/ 3428836 w 11237202"/>
              <a:gd name="connsiteY7275" fmla="*/ 270292 h 2631356"/>
              <a:gd name="connsiteX7276" fmla="*/ 3403800 w 11237202"/>
              <a:gd name="connsiteY7276" fmla="*/ 277883 h 2631356"/>
              <a:gd name="connsiteX7277" fmla="*/ 3372734 w 11237202"/>
              <a:gd name="connsiteY7277" fmla="*/ 275079 h 2631356"/>
              <a:gd name="connsiteX7278" fmla="*/ 3397993 w 11237202"/>
              <a:gd name="connsiteY7278" fmla="*/ 267511 h 2631356"/>
              <a:gd name="connsiteX7279" fmla="*/ 3418530 w 11237202"/>
              <a:gd name="connsiteY7279" fmla="*/ 267346 h 2631356"/>
              <a:gd name="connsiteX7280" fmla="*/ 3760374 w 11237202"/>
              <a:gd name="connsiteY7280" fmla="*/ 266919 h 2631356"/>
              <a:gd name="connsiteX7281" fmla="*/ 3774250 w 11237202"/>
              <a:gd name="connsiteY7281" fmla="*/ 270589 h 2631356"/>
              <a:gd name="connsiteX7282" fmla="*/ 3745269 w 11237202"/>
              <a:gd name="connsiteY7282" fmla="*/ 280140 h 2631356"/>
              <a:gd name="connsiteX7283" fmla="*/ 3705367 w 11237202"/>
              <a:gd name="connsiteY7283" fmla="*/ 276606 h 2631356"/>
              <a:gd name="connsiteX7284" fmla="*/ 3734598 w 11237202"/>
              <a:gd name="connsiteY7284" fmla="*/ 267147 h 2631356"/>
              <a:gd name="connsiteX7285" fmla="*/ 3760374 w 11237202"/>
              <a:gd name="connsiteY7285" fmla="*/ 266919 h 2631356"/>
              <a:gd name="connsiteX7286" fmla="*/ 5747917 w 11237202"/>
              <a:gd name="connsiteY7286" fmla="*/ 266574 h 2631356"/>
              <a:gd name="connsiteX7287" fmla="*/ 5764599 w 11237202"/>
              <a:gd name="connsiteY7287" fmla="*/ 269723 h 2631356"/>
              <a:gd name="connsiteX7288" fmla="*/ 5752179 w 11237202"/>
              <a:gd name="connsiteY7288" fmla="*/ 277883 h 2631356"/>
              <a:gd name="connsiteX7289" fmla="*/ 5713473 w 11237202"/>
              <a:gd name="connsiteY7289" fmla="*/ 274851 h 2631356"/>
              <a:gd name="connsiteX7290" fmla="*/ 5726087 w 11237202"/>
              <a:gd name="connsiteY7290" fmla="*/ 266759 h 2631356"/>
              <a:gd name="connsiteX7291" fmla="*/ 5747917 w 11237202"/>
              <a:gd name="connsiteY7291" fmla="*/ 266574 h 2631356"/>
              <a:gd name="connsiteX7292" fmla="*/ 7933590 w 11237202"/>
              <a:gd name="connsiteY7292" fmla="*/ 265619 h 2631356"/>
              <a:gd name="connsiteX7293" fmla="*/ 7934756 w 11237202"/>
              <a:gd name="connsiteY7293" fmla="*/ 265710 h 2631356"/>
              <a:gd name="connsiteX7294" fmla="*/ 7934812 w 11237202"/>
              <a:gd name="connsiteY7294" fmla="*/ 265938 h 2631356"/>
              <a:gd name="connsiteX7295" fmla="*/ 7933590 w 11237202"/>
              <a:gd name="connsiteY7295" fmla="*/ 265825 h 2631356"/>
              <a:gd name="connsiteX7296" fmla="*/ 7933590 w 11237202"/>
              <a:gd name="connsiteY7296" fmla="*/ 265619 h 2631356"/>
              <a:gd name="connsiteX7297" fmla="*/ 7381919 w 11237202"/>
              <a:gd name="connsiteY7297" fmla="*/ 263328 h 2631356"/>
              <a:gd name="connsiteX7298" fmla="*/ 7414259 w 11237202"/>
              <a:gd name="connsiteY7298" fmla="*/ 268264 h 2631356"/>
              <a:gd name="connsiteX7299" fmla="*/ 7410785 w 11237202"/>
              <a:gd name="connsiteY7299" fmla="*/ 281075 h 2631356"/>
              <a:gd name="connsiteX7300" fmla="*/ 7344041 w 11237202"/>
              <a:gd name="connsiteY7300" fmla="*/ 276310 h 2631356"/>
              <a:gd name="connsiteX7301" fmla="*/ 7348099 w 11237202"/>
              <a:gd name="connsiteY7301" fmla="*/ 263590 h 2631356"/>
              <a:gd name="connsiteX7302" fmla="*/ 7381919 w 11237202"/>
              <a:gd name="connsiteY7302" fmla="*/ 263328 h 2631356"/>
              <a:gd name="connsiteX7303" fmla="*/ 3284623 w 11237202"/>
              <a:gd name="connsiteY7303" fmla="*/ 263294 h 2631356"/>
              <a:gd name="connsiteX7304" fmla="*/ 3294098 w 11237202"/>
              <a:gd name="connsiteY7304" fmla="*/ 264137 h 2631356"/>
              <a:gd name="connsiteX7305" fmla="*/ 3286123 w 11237202"/>
              <a:gd name="connsiteY7305" fmla="*/ 266508 h 2631356"/>
              <a:gd name="connsiteX7306" fmla="*/ 3276537 w 11237202"/>
              <a:gd name="connsiteY7306" fmla="*/ 265641 h 2631356"/>
              <a:gd name="connsiteX7307" fmla="*/ 3284623 w 11237202"/>
              <a:gd name="connsiteY7307" fmla="*/ 263294 h 2631356"/>
              <a:gd name="connsiteX7308" fmla="*/ 3983406 w 11237202"/>
              <a:gd name="connsiteY7308" fmla="*/ 262641 h 2631356"/>
              <a:gd name="connsiteX7309" fmla="*/ 3996848 w 11237202"/>
              <a:gd name="connsiteY7309" fmla="*/ 266052 h 2631356"/>
              <a:gd name="connsiteX7310" fmla="*/ 3971506 w 11237202"/>
              <a:gd name="connsiteY7310" fmla="*/ 274851 h 2631356"/>
              <a:gd name="connsiteX7311" fmla="*/ 3934078 w 11237202"/>
              <a:gd name="connsiteY7311" fmla="*/ 271591 h 2631356"/>
              <a:gd name="connsiteX7312" fmla="*/ 3959586 w 11237202"/>
              <a:gd name="connsiteY7312" fmla="*/ 262838 h 2631356"/>
              <a:gd name="connsiteX7313" fmla="*/ 3983406 w 11237202"/>
              <a:gd name="connsiteY7313" fmla="*/ 262641 h 2631356"/>
              <a:gd name="connsiteX7314" fmla="*/ 4451204 w 11237202"/>
              <a:gd name="connsiteY7314" fmla="*/ 262057 h 2631356"/>
              <a:gd name="connsiteX7315" fmla="*/ 4467107 w 11237202"/>
              <a:gd name="connsiteY7315" fmla="*/ 265756 h 2631356"/>
              <a:gd name="connsiteX7316" fmla="*/ 4442960 w 11237202"/>
              <a:gd name="connsiteY7316" fmla="*/ 275330 h 2631356"/>
              <a:gd name="connsiteX7317" fmla="*/ 4400836 w 11237202"/>
              <a:gd name="connsiteY7317" fmla="*/ 271774 h 2631356"/>
              <a:gd name="connsiteX7318" fmla="*/ 4425316 w 11237202"/>
              <a:gd name="connsiteY7318" fmla="*/ 262291 h 2631356"/>
              <a:gd name="connsiteX7319" fmla="*/ 4451204 w 11237202"/>
              <a:gd name="connsiteY7319" fmla="*/ 262057 h 2631356"/>
              <a:gd name="connsiteX7320" fmla="*/ 4802574 w 11237202"/>
              <a:gd name="connsiteY7320" fmla="*/ 261723 h 2631356"/>
              <a:gd name="connsiteX7321" fmla="*/ 4820691 w 11237202"/>
              <a:gd name="connsiteY7321" fmla="*/ 265687 h 2631356"/>
              <a:gd name="connsiteX7322" fmla="*/ 4797573 w 11237202"/>
              <a:gd name="connsiteY7322" fmla="*/ 275922 h 2631356"/>
              <a:gd name="connsiteX7323" fmla="*/ 4751530 w 11237202"/>
              <a:gd name="connsiteY7323" fmla="*/ 272116 h 2631356"/>
              <a:gd name="connsiteX7324" fmla="*/ 4774955 w 11237202"/>
              <a:gd name="connsiteY7324" fmla="*/ 261949 h 2631356"/>
              <a:gd name="connsiteX7325" fmla="*/ 4802574 w 11237202"/>
              <a:gd name="connsiteY7325" fmla="*/ 261723 h 2631356"/>
              <a:gd name="connsiteX7326" fmla="*/ 6703927 w 11237202"/>
              <a:gd name="connsiteY7326" fmla="*/ 261151 h 2631356"/>
              <a:gd name="connsiteX7327" fmla="*/ 6730682 w 11237202"/>
              <a:gd name="connsiteY7327" fmla="*/ 265596 h 2631356"/>
              <a:gd name="connsiteX7328" fmla="*/ 6721568 w 11237202"/>
              <a:gd name="connsiteY7328" fmla="*/ 277108 h 2631356"/>
              <a:gd name="connsiteX7329" fmla="*/ 6663717 w 11237202"/>
              <a:gd name="connsiteY7329" fmla="*/ 272845 h 2631356"/>
              <a:gd name="connsiteX7330" fmla="*/ 6673358 w 11237202"/>
              <a:gd name="connsiteY7330" fmla="*/ 261425 h 2631356"/>
              <a:gd name="connsiteX7331" fmla="*/ 6703927 w 11237202"/>
              <a:gd name="connsiteY7331" fmla="*/ 261151 h 2631356"/>
              <a:gd name="connsiteX7332" fmla="*/ 5643690 w 11237202"/>
              <a:gd name="connsiteY7332" fmla="*/ 260911 h 2631356"/>
              <a:gd name="connsiteX7333" fmla="*/ 5659789 w 11237202"/>
              <a:gd name="connsiteY7333" fmla="*/ 264001 h 2631356"/>
              <a:gd name="connsiteX7334" fmla="*/ 5646924 w 11237202"/>
              <a:gd name="connsiteY7334" fmla="*/ 271979 h 2631356"/>
              <a:gd name="connsiteX7335" fmla="*/ 5609218 w 11237202"/>
              <a:gd name="connsiteY7335" fmla="*/ 269039 h 2631356"/>
              <a:gd name="connsiteX7336" fmla="*/ 5622277 w 11237202"/>
              <a:gd name="connsiteY7336" fmla="*/ 261106 h 2631356"/>
              <a:gd name="connsiteX7337" fmla="*/ 5643690 w 11237202"/>
              <a:gd name="connsiteY7337" fmla="*/ 260911 h 2631356"/>
              <a:gd name="connsiteX7338" fmla="*/ 7048836 w 11237202"/>
              <a:gd name="connsiteY7338" fmla="*/ 260675 h 2631356"/>
              <a:gd name="connsiteX7339" fmla="*/ 7077903 w 11237202"/>
              <a:gd name="connsiteY7339" fmla="*/ 265277 h 2631356"/>
              <a:gd name="connsiteX7340" fmla="*/ 7071568 w 11237202"/>
              <a:gd name="connsiteY7340" fmla="*/ 277222 h 2631356"/>
              <a:gd name="connsiteX7341" fmla="*/ 7010355 w 11237202"/>
              <a:gd name="connsiteY7341" fmla="*/ 272799 h 2631356"/>
              <a:gd name="connsiteX7342" fmla="*/ 7017162 w 11237202"/>
              <a:gd name="connsiteY7342" fmla="*/ 260946 h 2631356"/>
              <a:gd name="connsiteX7343" fmla="*/ 7048836 w 11237202"/>
              <a:gd name="connsiteY7343" fmla="*/ 260675 h 2631356"/>
              <a:gd name="connsiteX7344" fmla="*/ 4214798 w 11237202"/>
              <a:gd name="connsiteY7344" fmla="*/ 260254 h 2631356"/>
              <a:gd name="connsiteX7345" fmla="*/ 4230032 w 11237202"/>
              <a:gd name="connsiteY7345" fmla="*/ 263955 h 2631356"/>
              <a:gd name="connsiteX7346" fmla="*/ 4204191 w 11237202"/>
              <a:gd name="connsiteY7346" fmla="*/ 273484 h 2631356"/>
              <a:gd name="connsiteX7347" fmla="*/ 4162845 w 11237202"/>
              <a:gd name="connsiteY7347" fmla="*/ 269973 h 2631356"/>
              <a:gd name="connsiteX7348" fmla="*/ 4188936 w 11237202"/>
              <a:gd name="connsiteY7348" fmla="*/ 260468 h 2631356"/>
              <a:gd name="connsiteX7349" fmla="*/ 4214798 w 11237202"/>
              <a:gd name="connsiteY7349" fmla="*/ 260254 h 2631356"/>
              <a:gd name="connsiteX7350" fmla="*/ 5999719 w 11237202"/>
              <a:gd name="connsiteY7350" fmla="*/ 259331 h 2631356"/>
              <a:gd name="connsiteX7351" fmla="*/ 6016901 w 11237202"/>
              <a:gd name="connsiteY7351" fmla="*/ 262451 h 2631356"/>
              <a:gd name="connsiteX7352" fmla="*/ 6006037 w 11237202"/>
              <a:gd name="connsiteY7352" fmla="*/ 270497 h 2631356"/>
              <a:gd name="connsiteX7353" fmla="*/ 5967052 w 11237202"/>
              <a:gd name="connsiteY7353" fmla="*/ 267534 h 2631356"/>
              <a:gd name="connsiteX7354" fmla="*/ 5978056 w 11237202"/>
              <a:gd name="connsiteY7354" fmla="*/ 259510 h 2631356"/>
              <a:gd name="connsiteX7355" fmla="*/ 5999719 w 11237202"/>
              <a:gd name="connsiteY7355" fmla="*/ 259331 h 2631356"/>
              <a:gd name="connsiteX7356" fmla="*/ 4905822 w 11237202"/>
              <a:gd name="connsiteY7356" fmla="*/ 258082 h 2631356"/>
              <a:gd name="connsiteX7357" fmla="*/ 4920778 w 11237202"/>
              <a:gd name="connsiteY7357" fmla="*/ 261288 h 2631356"/>
              <a:gd name="connsiteX7358" fmla="*/ 4902717 w 11237202"/>
              <a:gd name="connsiteY7358" fmla="*/ 269540 h 2631356"/>
              <a:gd name="connsiteX7359" fmla="*/ 4865150 w 11237202"/>
              <a:gd name="connsiteY7359" fmla="*/ 266485 h 2631356"/>
              <a:gd name="connsiteX7360" fmla="*/ 4883405 w 11237202"/>
              <a:gd name="connsiteY7360" fmla="*/ 258279 h 2631356"/>
              <a:gd name="connsiteX7361" fmla="*/ 4905822 w 11237202"/>
              <a:gd name="connsiteY7361" fmla="*/ 258082 h 2631356"/>
              <a:gd name="connsiteX7362" fmla="*/ 6476237 w 11237202"/>
              <a:gd name="connsiteY7362" fmla="*/ 257734 h 2631356"/>
              <a:gd name="connsiteX7363" fmla="*/ 6497830 w 11237202"/>
              <a:gd name="connsiteY7363" fmla="*/ 261424 h 2631356"/>
              <a:gd name="connsiteX7364" fmla="*/ 6488633 w 11237202"/>
              <a:gd name="connsiteY7364" fmla="*/ 270907 h 2631356"/>
              <a:gd name="connsiteX7365" fmla="*/ 6441201 w 11237202"/>
              <a:gd name="connsiteY7365" fmla="*/ 267396 h 2631356"/>
              <a:gd name="connsiteX7366" fmla="*/ 6450789 w 11237202"/>
              <a:gd name="connsiteY7366" fmla="*/ 257960 h 2631356"/>
              <a:gd name="connsiteX7367" fmla="*/ 6476237 w 11237202"/>
              <a:gd name="connsiteY7367" fmla="*/ 257734 h 2631356"/>
              <a:gd name="connsiteX7368" fmla="*/ 5537865 w 11237202"/>
              <a:gd name="connsiteY7368" fmla="*/ 257319 h 2631356"/>
              <a:gd name="connsiteX7369" fmla="*/ 5551421 w 11237202"/>
              <a:gd name="connsiteY7369" fmla="*/ 259943 h 2631356"/>
              <a:gd name="connsiteX7370" fmla="*/ 5539973 w 11237202"/>
              <a:gd name="connsiteY7370" fmla="*/ 266736 h 2631356"/>
              <a:gd name="connsiteX7371" fmla="*/ 5507769 w 11237202"/>
              <a:gd name="connsiteY7371" fmla="*/ 264251 h 2631356"/>
              <a:gd name="connsiteX7372" fmla="*/ 5519494 w 11237202"/>
              <a:gd name="connsiteY7372" fmla="*/ 257481 h 2631356"/>
              <a:gd name="connsiteX7373" fmla="*/ 5537865 w 11237202"/>
              <a:gd name="connsiteY7373" fmla="*/ 257319 h 2631356"/>
              <a:gd name="connsiteX7374" fmla="*/ 3643368 w 11237202"/>
              <a:gd name="connsiteY7374" fmla="*/ 257210 h 2631356"/>
              <a:gd name="connsiteX7375" fmla="*/ 3658881 w 11237202"/>
              <a:gd name="connsiteY7375" fmla="*/ 261424 h 2631356"/>
              <a:gd name="connsiteX7376" fmla="*/ 3624647 w 11237202"/>
              <a:gd name="connsiteY7376" fmla="*/ 272274 h 2631356"/>
              <a:gd name="connsiteX7377" fmla="*/ 3579327 w 11237202"/>
              <a:gd name="connsiteY7377" fmla="*/ 268240 h 2631356"/>
              <a:gd name="connsiteX7378" fmla="*/ 3613810 w 11237202"/>
              <a:gd name="connsiteY7378" fmla="*/ 257458 h 2631356"/>
              <a:gd name="connsiteX7379" fmla="*/ 3643368 w 11237202"/>
              <a:gd name="connsiteY7379" fmla="*/ 257210 h 2631356"/>
              <a:gd name="connsiteX7380" fmla="*/ 3171727 w 11237202"/>
              <a:gd name="connsiteY7380" fmla="*/ 257071 h 2631356"/>
              <a:gd name="connsiteX7381" fmla="*/ 3173533 w 11237202"/>
              <a:gd name="connsiteY7381" fmla="*/ 257231 h 2631356"/>
              <a:gd name="connsiteX7382" fmla="*/ 3171921 w 11237202"/>
              <a:gd name="connsiteY7382" fmla="*/ 257687 h 2631356"/>
              <a:gd name="connsiteX7383" fmla="*/ 3170115 w 11237202"/>
              <a:gd name="connsiteY7383" fmla="*/ 257527 h 2631356"/>
              <a:gd name="connsiteX7384" fmla="*/ 3171727 w 11237202"/>
              <a:gd name="connsiteY7384" fmla="*/ 257071 h 2631356"/>
              <a:gd name="connsiteX7385" fmla="*/ 6241885 w 11237202"/>
              <a:gd name="connsiteY7385" fmla="*/ 256866 h 2631356"/>
              <a:gd name="connsiteX7386" fmla="*/ 6260395 w 11237202"/>
              <a:gd name="connsiteY7386" fmla="*/ 260102 h 2631356"/>
              <a:gd name="connsiteX7387" fmla="*/ 6250698 w 11237202"/>
              <a:gd name="connsiteY7387" fmla="*/ 268468 h 2631356"/>
              <a:gd name="connsiteX7388" fmla="*/ 6209518 w 11237202"/>
              <a:gd name="connsiteY7388" fmla="*/ 265368 h 2631356"/>
              <a:gd name="connsiteX7389" fmla="*/ 6219437 w 11237202"/>
              <a:gd name="connsiteY7389" fmla="*/ 257048 h 2631356"/>
              <a:gd name="connsiteX7390" fmla="*/ 6241885 w 11237202"/>
              <a:gd name="connsiteY7390" fmla="*/ 256866 h 2631356"/>
              <a:gd name="connsiteX7391" fmla="*/ 7499144 w 11237202"/>
              <a:gd name="connsiteY7391" fmla="*/ 256550 h 2631356"/>
              <a:gd name="connsiteX7392" fmla="*/ 7532880 w 11237202"/>
              <a:gd name="connsiteY7392" fmla="*/ 261607 h 2631356"/>
              <a:gd name="connsiteX7393" fmla="*/ 7530490 w 11237202"/>
              <a:gd name="connsiteY7393" fmla="*/ 274737 h 2631356"/>
              <a:gd name="connsiteX7394" fmla="*/ 7461329 w 11237202"/>
              <a:gd name="connsiteY7394" fmla="*/ 269859 h 2631356"/>
              <a:gd name="connsiteX7395" fmla="*/ 7464385 w 11237202"/>
              <a:gd name="connsiteY7395" fmla="*/ 256843 h 2631356"/>
              <a:gd name="connsiteX7396" fmla="*/ 7499144 w 11237202"/>
              <a:gd name="connsiteY7396" fmla="*/ 256550 h 2631356"/>
              <a:gd name="connsiteX7397" fmla="*/ 7596734 w 11237202"/>
              <a:gd name="connsiteY7397" fmla="*/ 254997 h 2631356"/>
              <a:gd name="connsiteX7398" fmla="*/ 7630799 w 11237202"/>
              <a:gd name="connsiteY7398" fmla="*/ 257367 h 2631356"/>
              <a:gd name="connsiteX7399" fmla="*/ 7630188 w 11237202"/>
              <a:gd name="connsiteY7399" fmla="*/ 263773 h 2631356"/>
              <a:gd name="connsiteX7400" fmla="*/ 7595872 w 11237202"/>
              <a:gd name="connsiteY7400" fmla="*/ 261402 h 2631356"/>
              <a:gd name="connsiteX7401" fmla="*/ 7596734 w 11237202"/>
              <a:gd name="connsiteY7401" fmla="*/ 254997 h 2631356"/>
              <a:gd name="connsiteX7402" fmla="*/ 5011959 w 11237202"/>
              <a:gd name="connsiteY7402" fmla="*/ 254463 h 2631356"/>
              <a:gd name="connsiteX7403" fmla="*/ 5027145 w 11237202"/>
              <a:gd name="connsiteY7403" fmla="*/ 257641 h 2631356"/>
              <a:gd name="connsiteX7404" fmla="*/ 5009834 w 11237202"/>
              <a:gd name="connsiteY7404" fmla="*/ 265846 h 2631356"/>
              <a:gd name="connsiteX7405" fmla="*/ 4972100 w 11237202"/>
              <a:gd name="connsiteY7405" fmla="*/ 262815 h 2631356"/>
              <a:gd name="connsiteX7406" fmla="*/ 4989605 w 11237202"/>
              <a:gd name="connsiteY7406" fmla="*/ 254654 h 2631356"/>
              <a:gd name="connsiteX7407" fmla="*/ 5011959 w 11237202"/>
              <a:gd name="connsiteY7407" fmla="*/ 254463 h 2631356"/>
              <a:gd name="connsiteX7408" fmla="*/ 3499191 w 11237202"/>
              <a:gd name="connsiteY7408" fmla="*/ 253789 h 2631356"/>
              <a:gd name="connsiteX7409" fmla="*/ 3515724 w 11237202"/>
              <a:gd name="connsiteY7409" fmla="*/ 255248 h 2631356"/>
              <a:gd name="connsiteX7410" fmla="*/ 3502720 w 11237202"/>
              <a:gd name="connsiteY7410" fmla="*/ 259191 h 2631356"/>
              <a:gd name="connsiteX7411" fmla="*/ 3486131 w 11237202"/>
              <a:gd name="connsiteY7411" fmla="*/ 257755 h 2631356"/>
              <a:gd name="connsiteX7412" fmla="*/ 3499191 w 11237202"/>
              <a:gd name="connsiteY7412" fmla="*/ 253789 h 2631356"/>
              <a:gd name="connsiteX7413" fmla="*/ 5434076 w 11237202"/>
              <a:gd name="connsiteY7413" fmla="*/ 253580 h 2631356"/>
              <a:gd name="connsiteX7414" fmla="*/ 5449417 w 11237202"/>
              <a:gd name="connsiteY7414" fmla="*/ 256592 h 2631356"/>
              <a:gd name="connsiteX7415" fmla="*/ 5435524 w 11237202"/>
              <a:gd name="connsiteY7415" fmla="*/ 264365 h 2631356"/>
              <a:gd name="connsiteX7416" fmla="*/ 5399040 w 11237202"/>
              <a:gd name="connsiteY7416" fmla="*/ 261493 h 2631356"/>
              <a:gd name="connsiteX7417" fmla="*/ 5413044 w 11237202"/>
              <a:gd name="connsiteY7417" fmla="*/ 253765 h 2631356"/>
              <a:gd name="connsiteX7418" fmla="*/ 5434076 w 11237202"/>
              <a:gd name="connsiteY7418" fmla="*/ 253580 h 2631356"/>
              <a:gd name="connsiteX7419" fmla="*/ 7170307 w 11237202"/>
              <a:gd name="connsiteY7419" fmla="*/ 253409 h 2631356"/>
              <a:gd name="connsiteX7420" fmla="*/ 7200219 w 11237202"/>
              <a:gd name="connsiteY7420" fmla="*/ 258051 h 2631356"/>
              <a:gd name="connsiteX7421" fmla="*/ 7194912 w 11237202"/>
              <a:gd name="connsiteY7421" fmla="*/ 270064 h 2631356"/>
              <a:gd name="connsiteX7422" fmla="*/ 7132448 w 11237202"/>
              <a:gd name="connsiteY7422" fmla="*/ 265619 h 2631356"/>
              <a:gd name="connsiteX7423" fmla="*/ 7138227 w 11237202"/>
              <a:gd name="connsiteY7423" fmla="*/ 253674 h 2631356"/>
              <a:gd name="connsiteX7424" fmla="*/ 7170307 w 11237202"/>
              <a:gd name="connsiteY7424" fmla="*/ 253409 h 2631356"/>
              <a:gd name="connsiteX7425" fmla="*/ 4555743 w 11237202"/>
              <a:gd name="connsiteY7425" fmla="*/ 253136 h 2631356"/>
              <a:gd name="connsiteX7426" fmla="*/ 4572030 w 11237202"/>
              <a:gd name="connsiteY7426" fmla="*/ 256843 h 2631356"/>
              <a:gd name="connsiteX7427" fmla="*/ 4548523 w 11237202"/>
              <a:gd name="connsiteY7427" fmla="*/ 266417 h 2631356"/>
              <a:gd name="connsiteX7428" fmla="*/ 4506064 w 11237202"/>
              <a:gd name="connsiteY7428" fmla="*/ 262884 h 2631356"/>
              <a:gd name="connsiteX7429" fmla="*/ 4529767 w 11237202"/>
              <a:gd name="connsiteY7429" fmla="*/ 253378 h 2631356"/>
              <a:gd name="connsiteX7430" fmla="*/ 4555743 w 11237202"/>
              <a:gd name="connsiteY7430" fmla="*/ 253136 h 2631356"/>
              <a:gd name="connsiteX7431" fmla="*/ 7726468 w 11237202"/>
              <a:gd name="connsiteY7431" fmla="*/ 252831 h 2631356"/>
              <a:gd name="connsiteX7432" fmla="*/ 7729413 w 11237202"/>
              <a:gd name="connsiteY7432" fmla="*/ 252990 h 2631356"/>
              <a:gd name="connsiteX7433" fmla="*/ 7729442 w 11237202"/>
              <a:gd name="connsiteY7433" fmla="*/ 253583 h 2631356"/>
              <a:gd name="connsiteX7434" fmla="*/ 7726468 w 11237202"/>
              <a:gd name="connsiteY7434" fmla="*/ 253355 h 2631356"/>
              <a:gd name="connsiteX7435" fmla="*/ 7726468 w 11237202"/>
              <a:gd name="connsiteY7435" fmla="*/ 252831 h 2631356"/>
              <a:gd name="connsiteX7436" fmla="*/ 3860872 w 11237202"/>
              <a:gd name="connsiteY7436" fmla="*/ 252568 h 2631356"/>
              <a:gd name="connsiteX7437" fmla="*/ 3874865 w 11237202"/>
              <a:gd name="connsiteY7437" fmla="*/ 256182 h 2631356"/>
              <a:gd name="connsiteX7438" fmla="*/ 3846967 w 11237202"/>
              <a:gd name="connsiteY7438" fmla="*/ 265459 h 2631356"/>
              <a:gd name="connsiteX7439" fmla="*/ 3807316 w 11237202"/>
              <a:gd name="connsiteY7439" fmla="*/ 262040 h 2631356"/>
              <a:gd name="connsiteX7440" fmla="*/ 3835436 w 11237202"/>
              <a:gd name="connsiteY7440" fmla="*/ 252785 h 2631356"/>
              <a:gd name="connsiteX7441" fmla="*/ 3860872 w 11237202"/>
              <a:gd name="connsiteY7441" fmla="*/ 252568 h 2631356"/>
              <a:gd name="connsiteX7442" fmla="*/ 6831478 w 11237202"/>
              <a:gd name="connsiteY7442" fmla="*/ 252511 h 2631356"/>
              <a:gd name="connsiteX7443" fmla="*/ 6860112 w 11237202"/>
              <a:gd name="connsiteY7443" fmla="*/ 257162 h 2631356"/>
              <a:gd name="connsiteX7444" fmla="*/ 6851776 w 11237202"/>
              <a:gd name="connsiteY7444" fmla="*/ 269152 h 2631356"/>
              <a:gd name="connsiteX7445" fmla="*/ 6790478 w 11237202"/>
              <a:gd name="connsiteY7445" fmla="*/ 264707 h 2631356"/>
              <a:gd name="connsiteX7446" fmla="*/ 6799343 w 11237202"/>
              <a:gd name="connsiteY7446" fmla="*/ 252785 h 2631356"/>
              <a:gd name="connsiteX7447" fmla="*/ 6831478 w 11237202"/>
              <a:gd name="connsiteY7447" fmla="*/ 252511 h 2631356"/>
              <a:gd name="connsiteX7448" fmla="*/ 5328102 w 11237202"/>
              <a:gd name="connsiteY7448" fmla="*/ 252255 h 2631356"/>
              <a:gd name="connsiteX7449" fmla="*/ 5342106 w 11237202"/>
              <a:gd name="connsiteY7449" fmla="*/ 255065 h 2631356"/>
              <a:gd name="connsiteX7450" fmla="*/ 5328629 w 11237202"/>
              <a:gd name="connsiteY7450" fmla="*/ 262223 h 2631356"/>
              <a:gd name="connsiteX7451" fmla="*/ 5294952 w 11237202"/>
              <a:gd name="connsiteY7451" fmla="*/ 259578 h 2631356"/>
              <a:gd name="connsiteX7452" fmla="*/ 5308512 w 11237202"/>
              <a:gd name="connsiteY7452" fmla="*/ 252421 h 2631356"/>
              <a:gd name="connsiteX7453" fmla="*/ 5328102 w 11237202"/>
              <a:gd name="connsiteY7453" fmla="*/ 252255 h 2631356"/>
              <a:gd name="connsiteX7454" fmla="*/ 5221853 w 11237202"/>
              <a:gd name="connsiteY7454" fmla="*/ 252207 h 2631356"/>
              <a:gd name="connsiteX7455" fmla="*/ 5234767 w 11237202"/>
              <a:gd name="connsiteY7455" fmla="*/ 254814 h 2631356"/>
              <a:gd name="connsiteX7456" fmla="*/ 5221623 w 11237202"/>
              <a:gd name="connsiteY7456" fmla="*/ 261539 h 2631356"/>
              <a:gd name="connsiteX7457" fmla="*/ 5190224 w 11237202"/>
              <a:gd name="connsiteY7457" fmla="*/ 259077 h 2631356"/>
              <a:gd name="connsiteX7458" fmla="*/ 5203563 w 11237202"/>
              <a:gd name="connsiteY7458" fmla="*/ 252352 h 2631356"/>
              <a:gd name="connsiteX7459" fmla="*/ 5221853 w 11237202"/>
              <a:gd name="connsiteY7459" fmla="*/ 252207 h 2631356"/>
              <a:gd name="connsiteX7460" fmla="*/ 5118757 w 11237202"/>
              <a:gd name="connsiteY7460" fmla="*/ 251765 h 2631356"/>
              <a:gd name="connsiteX7461" fmla="*/ 5135179 w 11237202"/>
              <a:gd name="connsiteY7461" fmla="*/ 255156 h 2631356"/>
              <a:gd name="connsiteX7462" fmla="*/ 5117451 w 11237202"/>
              <a:gd name="connsiteY7462" fmla="*/ 263909 h 2631356"/>
              <a:gd name="connsiteX7463" fmla="*/ 5077078 w 11237202"/>
              <a:gd name="connsiteY7463" fmla="*/ 260650 h 2631356"/>
              <a:gd name="connsiteX7464" fmla="*/ 5095000 w 11237202"/>
              <a:gd name="connsiteY7464" fmla="*/ 251964 h 2631356"/>
              <a:gd name="connsiteX7465" fmla="*/ 5118757 w 11237202"/>
              <a:gd name="connsiteY7465" fmla="*/ 251765 h 2631356"/>
              <a:gd name="connsiteX7466" fmla="*/ 5898756 w 11237202"/>
              <a:gd name="connsiteY7466" fmla="*/ 250861 h 2631356"/>
              <a:gd name="connsiteX7467" fmla="*/ 5916036 w 11237202"/>
              <a:gd name="connsiteY7467" fmla="*/ 254039 h 2631356"/>
              <a:gd name="connsiteX7468" fmla="*/ 5904338 w 11237202"/>
              <a:gd name="connsiteY7468" fmla="*/ 262199 h 2631356"/>
              <a:gd name="connsiteX7469" fmla="*/ 5864687 w 11237202"/>
              <a:gd name="connsiteY7469" fmla="*/ 259168 h 2631356"/>
              <a:gd name="connsiteX7470" fmla="*/ 5876579 w 11237202"/>
              <a:gd name="connsiteY7470" fmla="*/ 251053 h 2631356"/>
              <a:gd name="connsiteX7471" fmla="*/ 5898756 w 11237202"/>
              <a:gd name="connsiteY7471" fmla="*/ 250861 h 2631356"/>
              <a:gd name="connsiteX7472" fmla="*/ 4084956 w 11237202"/>
              <a:gd name="connsiteY7472" fmla="*/ 249873 h 2631356"/>
              <a:gd name="connsiteX7473" fmla="*/ 4098464 w 11237202"/>
              <a:gd name="connsiteY7473" fmla="*/ 253218 h 2631356"/>
              <a:gd name="connsiteX7474" fmla="*/ 4074123 w 11237202"/>
              <a:gd name="connsiteY7474" fmla="*/ 261812 h 2631356"/>
              <a:gd name="connsiteX7475" fmla="*/ 4036833 w 11237202"/>
              <a:gd name="connsiteY7475" fmla="*/ 258621 h 2631356"/>
              <a:gd name="connsiteX7476" fmla="*/ 4061424 w 11237202"/>
              <a:gd name="connsiteY7476" fmla="*/ 250050 h 2631356"/>
              <a:gd name="connsiteX7477" fmla="*/ 4084956 w 11237202"/>
              <a:gd name="connsiteY7477" fmla="*/ 249873 h 2631356"/>
              <a:gd name="connsiteX7478" fmla="*/ 3060080 w 11237202"/>
              <a:gd name="connsiteY7478" fmla="*/ 249799 h 2631356"/>
              <a:gd name="connsiteX7479" fmla="*/ 3061831 w 11237202"/>
              <a:gd name="connsiteY7479" fmla="*/ 249959 h 2631356"/>
              <a:gd name="connsiteX7480" fmla="*/ 3060275 w 11237202"/>
              <a:gd name="connsiteY7480" fmla="*/ 250414 h 2631356"/>
              <a:gd name="connsiteX7481" fmla="*/ 3058552 w 11237202"/>
              <a:gd name="connsiteY7481" fmla="*/ 250232 h 2631356"/>
              <a:gd name="connsiteX7482" fmla="*/ 3060080 w 11237202"/>
              <a:gd name="connsiteY7482" fmla="*/ 249799 h 2631356"/>
              <a:gd name="connsiteX7483" fmla="*/ 4318807 w 11237202"/>
              <a:gd name="connsiteY7483" fmla="*/ 248876 h 2631356"/>
              <a:gd name="connsiteX7484" fmla="*/ 4335288 w 11237202"/>
              <a:gd name="connsiteY7484" fmla="*/ 252763 h 2631356"/>
              <a:gd name="connsiteX7485" fmla="*/ 4308668 w 11237202"/>
              <a:gd name="connsiteY7485" fmla="*/ 262792 h 2631356"/>
              <a:gd name="connsiteX7486" fmla="*/ 4264460 w 11237202"/>
              <a:gd name="connsiteY7486" fmla="*/ 259077 h 2631356"/>
              <a:gd name="connsiteX7487" fmla="*/ 4291386 w 11237202"/>
              <a:gd name="connsiteY7487" fmla="*/ 249093 h 2631356"/>
              <a:gd name="connsiteX7488" fmla="*/ 4318807 w 11237202"/>
              <a:gd name="connsiteY7488" fmla="*/ 248876 h 2631356"/>
              <a:gd name="connsiteX7489" fmla="*/ 3384515 w 11237202"/>
              <a:gd name="connsiteY7489" fmla="*/ 247497 h 2631356"/>
              <a:gd name="connsiteX7490" fmla="*/ 3390823 w 11237202"/>
              <a:gd name="connsiteY7490" fmla="*/ 248044 h 2631356"/>
              <a:gd name="connsiteX7491" fmla="*/ 3385627 w 11237202"/>
              <a:gd name="connsiteY7491" fmla="*/ 249548 h 2631356"/>
              <a:gd name="connsiteX7492" fmla="*/ 3379264 w 11237202"/>
              <a:gd name="connsiteY7492" fmla="*/ 249001 h 2631356"/>
              <a:gd name="connsiteX7493" fmla="*/ 3384515 w 11237202"/>
              <a:gd name="connsiteY7493" fmla="*/ 247497 h 2631356"/>
              <a:gd name="connsiteX7494" fmla="*/ 7840394 w 11237202"/>
              <a:gd name="connsiteY7494" fmla="*/ 247041 h 2631356"/>
              <a:gd name="connsiteX7495" fmla="*/ 7841588 w 11237202"/>
              <a:gd name="connsiteY7495" fmla="*/ 247110 h 2631356"/>
              <a:gd name="connsiteX7496" fmla="*/ 7841532 w 11237202"/>
              <a:gd name="connsiteY7496" fmla="*/ 247338 h 2631356"/>
              <a:gd name="connsiteX7497" fmla="*/ 7840394 w 11237202"/>
              <a:gd name="connsiteY7497" fmla="*/ 247269 h 2631356"/>
              <a:gd name="connsiteX7498" fmla="*/ 7840394 w 11237202"/>
              <a:gd name="connsiteY7498" fmla="*/ 247041 h 2631356"/>
              <a:gd name="connsiteX7499" fmla="*/ 6142549 w 11237202"/>
              <a:gd name="connsiteY7499" fmla="*/ 246841 h 2631356"/>
              <a:gd name="connsiteX7500" fmla="*/ 6159224 w 11237202"/>
              <a:gd name="connsiteY7500" fmla="*/ 249776 h 2631356"/>
              <a:gd name="connsiteX7501" fmla="*/ 6149776 w 11237202"/>
              <a:gd name="connsiteY7501" fmla="*/ 257367 h 2631356"/>
              <a:gd name="connsiteX7502" fmla="*/ 6112348 w 11237202"/>
              <a:gd name="connsiteY7502" fmla="*/ 254540 h 2631356"/>
              <a:gd name="connsiteX7503" fmla="*/ 6122018 w 11237202"/>
              <a:gd name="connsiteY7503" fmla="*/ 247018 h 2631356"/>
              <a:gd name="connsiteX7504" fmla="*/ 6142549 w 11237202"/>
              <a:gd name="connsiteY7504" fmla="*/ 246841 h 2631356"/>
              <a:gd name="connsiteX7505" fmla="*/ 6609522 w 11237202"/>
              <a:gd name="connsiteY7505" fmla="*/ 246565 h 2631356"/>
              <a:gd name="connsiteX7506" fmla="*/ 6637763 w 11237202"/>
              <a:gd name="connsiteY7506" fmla="*/ 251236 h 2631356"/>
              <a:gd name="connsiteX7507" fmla="*/ 6627205 w 11237202"/>
              <a:gd name="connsiteY7507" fmla="*/ 263385 h 2631356"/>
              <a:gd name="connsiteX7508" fmla="*/ 6565769 w 11237202"/>
              <a:gd name="connsiteY7508" fmla="*/ 258872 h 2631356"/>
              <a:gd name="connsiteX7509" fmla="*/ 6576884 w 11237202"/>
              <a:gd name="connsiteY7509" fmla="*/ 246836 h 2631356"/>
              <a:gd name="connsiteX7510" fmla="*/ 6609522 w 11237202"/>
              <a:gd name="connsiteY7510" fmla="*/ 246565 h 2631356"/>
              <a:gd name="connsiteX7511" fmla="*/ 7289824 w 11237202"/>
              <a:gd name="connsiteY7511" fmla="*/ 245964 h 2631356"/>
              <a:gd name="connsiteX7512" fmla="*/ 7322174 w 11237202"/>
              <a:gd name="connsiteY7512" fmla="*/ 250893 h 2631356"/>
              <a:gd name="connsiteX7513" fmla="*/ 7317840 w 11237202"/>
              <a:gd name="connsiteY7513" fmla="*/ 263704 h 2631356"/>
              <a:gd name="connsiteX7514" fmla="*/ 7250541 w 11237202"/>
              <a:gd name="connsiteY7514" fmla="*/ 258963 h 2631356"/>
              <a:gd name="connsiteX7515" fmla="*/ 7255598 w 11237202"/>
              <a:gd name="connsiteY7515" fmla="*/ 246266 h 2631356"/>
              <a:gd name="connsiteX7516" fmla="*/ 7289824 w 11237202"/>
              <a:gd name="connsiteY7516" fmla="*/ 245964 h 2631356"/>
              <a:gd name="connsiteX7517" fmla="*/ 4661050 w 11237202"/>
              <a:gd name="connsiteY7517" fmla="*/ 245245 h 2631356"/>
              <a:gd name="connsiteX7518" fmla="*/ 4678535 w 11237202"/>
              <a:gd name="connsiteY7518" fmla="*/ 249092 h 2631356"/>
              <a:gd name="connsiteX7519" fmla="*/ 4654639 w 11237202"/>
              <a:gd name="connsiteY7519" fmla="*/ 259122 h 2631356"/>
              <a:gd name="connsiteX7520" fmla="*/ 4609597 w 11237202"/>
              <a:gd name="connsiteY7520" fmla="*/ 255406 h 2631356"/>
              <a:gd name="connsiteX7521" fmla="*/ 4633771 w 11237202"/>
              <a:gd name="connsiteY7521" fmla="*/ 245468 h 2631356"/>
              <a:gd name="connsiteX7522" fmla="*/ 4661050 w 11237202"/>
              <a:gd name="connsiteY7522" fmla="*/ 245245 h 2631356"/>
              <a:gd name="connsiteX7523" fmla="*/ 6379701 w 11237202"/>
              <a:gd name="connsiteY7523" fmla="*/ 245240 h 2631356"/>
              <a:gd name="connsiteX7524" fmla="*/ 6401329 w 11237202"/>
              <a:gd name="connsiteY7524" fmla="*/ 248933 h 2631356"/>
              <a:gd name="connsiteX7525" fmla="*/ 6391297 w 11237202"/>
              <a:gd name="connsiteY7525" fmla="*/ 258484 h 2631356"/>
              <a:gd name="connsiteX7526" fmla="*/ 6343478 w 11237202"/>
              <a:gd name="connsiteY7526" fmla="*/ 254951 h 2631356"/>
              <a:gd name="connsiteX7527" fmla="*/ 6353924 w 11237202"/>
              <a:gd name="connsiteY7527" fmla="*/ 245445 h 2631356"/>
              <a:gd name="connsiteX7528" fmla="*/ 6379701 w 11237202"/>
              <a:gd name="connsiteY7528" fmla="*/ 245240 h 2631356"/>
              <a:gd name="connsiteX7529" fmla="*/ 6955745 w 11237202"/>
              <a:gd name="connsiteY7529" fmla="*/ 244924 h 2631356"/>
              <a:gd name="connsiteX7530" fmla="*/ 6984123 w 11237202"/>
              <a:gd name="connsiteY7530" fmla="*/ 249435 h 2631356"/>
              <a:gd name="connsiteX7531" fmla="*/ 6977093 w 11237202"/>
              <a:gd name="connsiteY7531" fmla="*/ 261060 h 2631356"/>
              <a:gd name="connsiteX7532" fmla="*/ 6916880 w 11237202"/>
              <a:gd name="connsiteY7532" fmla="*/ 256752 h 2631356"/>
              <a:gd name="connsiteX7533" fmla="*/ 6924410 w 11237202"/>
              <a:gd name="connsiteY7533" fmla="*/ 245149 h 2631356"/>
              <a:gd name="connsiteX7534" fmla="*/ 6955745 w 11237202"/>
              <a:gd name="connsiteY7534" fmla="*/ 244924 h 2631356"/>
              <a:gd name="connsiteX7535" fmla="*/ 5798135 w 11237202"/>
              <a:gd name="connsiteY7535" fmla="*/ 243052 h 2631356"/>
              <a:gd name="connsiteX7536" fmla="*/ 5817422 w 11237202"/>
              <a:gd name="connsiteY7536" fmla="*/ 246608 h 2631356"/>
              <a:gd name="connsiteX7537" fmla="*/ 5803500 w 11237202"/>
              <a:gd name="connsiteY7537" fmla="*/ 255771 h 2631356"/>
              <a:gd name="connsiteX7538" fmla="*/ 5758959 w 11237202"/>
              <a:gd name="connsiteY7538" fmla="*/ 252375 h 2631356"/>
              <a:gd name="connsiteX7539" fmla="*/ 5773158 w 11237202"/>
              <a:gd name="connsiteY7539" fmla="*/ 243257 h 2631356"/>
              <a:gd name="connsiteX7540" fmla="*/ 5798135 w 11237202"/>
              <a:gd name="connsiteY7540" fmla="*/ 243052 h 2631356"/>
              <a:gd name="connsiteX7541" fmla="*/ 3742740 w 11237202"/>
              <a:gd name="connsiteY7541" fmla="*/ 242624 h 2631356"/>
              <a:gd name="connsiteX7542" fmla="*/ 3758272 w 11237202"/>
              <a:gd name="connsiteY7542" fmla="*/ 246676 h 2631356"/>
              <a:gd name="connsiteX7543" fmla="*/ 3725485 w 11237202"/>
              <a:gd name="connsiteY7543" fmla="*/ 257185 h 2631356"/>
              <a:gd name="connsiteX7544" fmla="*/ 3680859 w 11237202"/>
              <a:gd name="connsiteY7544" fmla="*/ 253287 h 2631356"/>
              <a:gd name="connsiteX7545" fmla="*/ 3713787 w 11237202"/>
              <a:gd name="connsiteY7545" fmla="*/ 242847 h 2631356"/>
              <a:gd name="connsiteX7546" fmla="*/ 3742740 w 11237202"/>
              <a:gd name="connsiteY7546" fmla="*/ 242624 h 2631356"/>
              <a:gd name="connsiteX7547" fmla="*/ 7516903 w 11237202"/>
              <a:gd name="connsiteY7547" fmla="*/ 240772 h 2631356"/>
              <a:gd name="connsiteX7548" fmla="*/ 7524988 w 11237202"/>
              <a:gd name="connsiteY7548" fmla="*/ 241342 h 2631356"/>
              <a:gd name="connsiteX7549" fmla="*/ 7524711 w 11237202"/>
              <a:gd name="connsiteY7549" fmla="*/ 242847 h 2631356"/>
              <a:gd name="connsiteX7550" fmla="*/ 7516625 w 11237202"/>
              <a:gd name="connsiteY7550" fmla="*/ 242276 h 2631356"/>
              <a:gd name="connsiteX7551" fmla="*/ 7516903 w 11237202"/>
              <a:gd name="connsiteY7551" fmla="*/ 240772 h 2631356"/>
              <a:gd name="connsiteX7552" fmla="*/ 3270980 w 11237202"/>
              <a:gd name="connsiteY7552" fmla="*/ 240317 h 2631356"/>
              <a:gd name="connsiteX7553" fmla="*/ 3274120 w 11237202"/>
              <a:gd name="connsiteY7553" fmla="*/ 240613 h 2631356"/>
              <a:gd name="connsiteX7554" fmla="*/ 3271424 w 11237202"/>
              <a:gd name="connsiteY7554" fmla="*/ 241365 h 2631356"/>
              <a:gd name="connsiteX7555" fmla="*/ 3268285 w 11237202"/>
              <a:gd name="connsiteY7555" fmla="*/ 241069 h 2631356"/>
              <a:gd name="connsiteX7556" fmla="*/ 3270980 w 11237202"/>
              <a:gd name="connsiteY7556" fmla="*/ 240317 h 2631356"/>
              <a:gd name="connsiteX7557" fmla="*/ 7407007 w 11237202"/>
              <a:gd name="connsiteY7557" fmla="*/ 239598 h 2631356"/>
              <a:gd name="connsiteX7558" fmla="*/ 7438794 w 11237202"/>
              <a:gd name="connsiteY7558" fmla="*/ 244373 h 2631356"/>
              <a:gd name="connsiteX7559" fmla="*/ 7435682 w 11237202"/>
              <a:gd name="connsiteY7559" fmla="*/ 256683 h 2631356"/>
              <a:gd name="connsiteX7560" fmla="*/ 7370134 w 11237202"/>
              <a:gd name="connsiteY7560" fmla="*/ 252147 h 2631356"/>
              <a:gd name="connsiteX7561" fmla="*/ 7373885 w 11237202"/>
              <a:gd name="connsiteY7561" fmla="*/ 239883 h 2631356"/>
              <a:gd name="connsiteX7562" fmla="*/ 7407007 w 11237202"/>
              <a:gd name="connsiteY7562" fmla="*/ 239598 h 2631356"/>
              <a:gd name="connsiteX7563" fmla="*/ 3961313 w 11237202"/>
              <a:gd name="connsiteY7563" fmla="*/ 239330 h 2631356"/>
              <a:gd name="connsiteX7564" fmla="*/ 3975424 w 11237202"/>
              <a:gd name="connsiteY7564" fmla="*/ 242846 h 2631356"/>
              <a:gd name="connsiteX7565" fmla="*/ 3948472 w 11237202"/>
              <a:gd name="connsiteY7565" fmla="*/ 251987 h 2631356"/>
              <a:gd name="connsiteX7566" fmla="*/ 3908987 w 11237202"/>
              <a:gd name="connsiteY7566" fmla="*/ 248613 h 2631356"/>
              <a:gd name="connsiteX7567" fmla="*/ 3936135 w 11237202"/>
              <a:gd name="connsiteY7567" fmla="*/ 239541 h 2631356"/>
              <a:gd name="connsiteX7568" fmla="*/ 3961313 w 11237202"/>
              <a:gd name="connsiteY7568" fmla="*/ 239330 h 2631356"/>
              <a:gd name="connsiteX7569" fmla="*/ 4422163 w 11237202"/>
              <a:gd name="connsiteY7569" fmla="*/ 238917 h 2631356"/>
              <a:gd name="connsiteX7570" fmla="*/ 4439431 w 11237202"/>
              <a:gd name="connsiteY7570" fmla="*/ 242869 h 2631356"/>
              <a:gd name="connsiteX7571" fmla="*/ 4412868 w 11237202"/>
              <a:gd name="connsiteY7571" fmla="*/ 253082 h 2631356"/>
              <a:gd name="connsiteX7572" fmla="*/ 4367243 w 11237202"/>
              <a:gd name="connsiteY7572" fmla="*/ 249298 h 2631356"/>
              <a:gd name="connsiteX7573" fmla="*/ 4394056 w 11237202"/>
              <a:gd name="connsiteY7573" fmla="*/ 239154 h 2631356"/>
              <a:gd name="connsiteX7574" fmla="*/ 4422163 w 11237202"/>
              <a:gd name="connsiteY7574" fmla="*/ 238917 h 2631356"/>
              <a:gd name="connsiteX7575" fmla="*/ 4765755 w 11237202"/>
              <a:gd name="connsiteY7575" fmla="*/ 238772 h 2631356"/>
              <a:gd name="connsiteX7576" fmla="*/ 4783819 w 11237202"/>
              <a:gd name="connsiteY7576" fmla="*/ 242687 h 2631356"/>
              <a:gd name="connsiteX7577" fmla="*/ 4760339 w 11237202"/>
              <a:gd name="connsiteY7577" fmla="*/ 252785 h 2631356"/>
              <a:gd name="connsiteX7578" fmla="*/ 4714269 w 11237202"/>
              <a:gd name="connsiteY7578" fmla="*/ 249024 h 2631356"/>
              <a:gd name="connsiteX7579" fmla="*/ 4737999 w 11237202"/>
              <a:gd name="connsiteY7579" fmla="*/ 238994 h 2631356"/>
              <a:gd name="connsiteX7580" fmla="*/ 4765755 w 11237202"/>
              <a:gd name="connsiteY7580" fmla="*/ 238772 h 2631356"/>
              <a:gd name="connsiteX7581" fmla="*/ 4186463 w 11237202"/>
              <a:gd name="connsiteY7581" fmla="*/ 238270 h 2631356"/>
              <a:gd name="connsiteX7582" fmla="*/ 4200106 w 11237202"/>
              <a:gd name="connsiteY7582" fmla="*/ 241548 h 2631356"/>
              <a:gd name="connsiteX7583" fmla="*/ 4176627 w 11237202"/>
              <a:gd name="connsiteY7583" fmla="*/ 249981 h 2631356"/>
              <a:gd name="connsiteX7584" fmla="*/ 4139448 w 11237202"/>
              <a:gd name="connsiteY7584" fmla="*/ 246859 h 2631356"/>
              <a:gd name="connsiteX7585" fmla="*/ 4163151 w 11237202"/>
              <a:gd name="connsiteY7585" fmla="*/ 238447 h 2631356"/>
              <a:gd name="connsiteX7586" fmla="*/ 4186463 w 11237202"/>
              <a:gd name="connsiteY7586" fmla="*/ 238270 h 2631356"/>
              <a:gd name="connsiteX7587" fmla="*/ 6737466 w 11237202"/>
              <a:gd name="connsiteY7587" fmla="*/ 238128 h 2631356"/>
              <a:gd name="connsiteX7588" fmla="*/ 6765470 w 11237202"/>
              <a:gd name="connsiteY7588" fmla="*/ 242664 h 2631356"/>
              <a:gd name="connsiteX7589" fmla="*/ 6756273 w 11237202"/>
              <a:gd name="connsiteY7589" fmla="*/ 254404 h 2631356"/>
              <a:gd name="connsiteX7590" fmla="*/ 6695976 w 11237202"/>
              <a:gd name="connsiteY7590" fmla="*/ 250050 h 2631356"/>
              <a:gd name="connsiteX7591" fmla="*/ 6705729 w 11237202"/>
              <a:gd name="connsiteY7591" fmla="*/ 238378 h 2631356"/>
              <a:gd name="connsiteX7592" fmla="*/ 6737466 w 11237202"/>
              <a:gd name="connsiteY7592" fmla="*/ 238128 h 2631356"/>
              <a:gd name="connsiteX7593" fmla="*/ 5694936 w 11237202"/>
              <a:gd name="connsiteY7593" fmla="*/ 237923 h 2631356"/>
              <a:gd name="connsiteX7594" fmla="*/ 5711806 w 11237202"/>
              <a:gd name="connsiteY7594" fmla="*/ 241091 h 2631356"/>
              <a:gd name="connsiteX7595" fmla="*/ 5698802 w 11237202"/>
              <a:gd name="connsiteY7595" fmla="*/ 249183 h 2631356"/>
              <a:gd name="connsiteX7596" fmla="*/ 5659483 w 11237202"/>
              <a:gd name="connsiteY7596" fmla="*/ 246175 h 2631356"/>
              <a:gd name="connsiteX7597" fmla="*/ 5672711 w 11237202"/>
              <a:gd name="connsiteY7597" fmla="*/ 238105 h 2631356"/>
              <a:gd name="connsiteX7598" fmla="*/ 5694936 w 11237202"/>
              <a:gd name="connsiteY7598" fmla="*/ 237923 h 2631356"/>
              <a:gd name="connsiteX7599" fmla="*/ 7077962 w 11237202"/>
              <a:gd name="connsiteY7599" fmla="*/ 237205 h 2631356"/>
              <a:gd name="connsiteX7600" fmla="*/ 7107940 w 11237202"/>
              <a:gd name="connsiteY7600" fmla="*/ 241866 h 2631356"/>
              <a:gd name="connsiteX7601" fmla="*/ 7101743 w 11237202"/>
              <a:gd name="connsiteY7601" fmla="*/ 253902 h 2631356"/>
              <a:gd name="connsiteX7602" fmla="*/ 7038585 w 11237202"/>
              <a:gd name="connsiteY7602" fmla="*/ 249457 h 2631356"/>
              <a:gd name="connsiteX7603" fmla="*/ 7045337 w 11237202"/>
              <a:gd name="connsiteY7603" fmla="*/ 237467 h 2631356"/>
              <a:gd name="connsiteX7604" fmla="*/ 7077962 w 11237202"/>
              <a:gd name="connsiteY7604" fmla="*/ 237205 h 2631356"/>
              <a:gd name="connsiteX7605" fmla="*/ 6044806 w 11237202"/>
              <a:gd name="connsiteY7605" fmla="*/ 236387 h 2631356"/>
              <a:gd name="connsiteX7606" fmla="*/ 6064610 w 11237202"/>
              <a:gd name="connsiteY7606" fmla="*/ 239906 h 2631356"/>
              <a:gd name="connsiteX7607" fmla="*/ 6052579 w 11237202"/>
              <a:gd name="connsiteY7607" fmla="*/ 248979 h 2631356"/>
              <a:gd name="connsiteX7608" fmla="*/ 6007731 w 11237202"/>
              <a:gd name="connsiteY7608" fmla="*/ 245605 h 2631356"/>
              <a:gd name="connsiteX7609" fmla="*/ 6020041 w 11237202"/>
              <a:gd name="connsiteY7609" fmla="*/ 236579 h 2631356"/>
              <a:gd name="connsiteX7610" fmla="*/ 6044806 w 11237202"/>
              <a:gd name="connsiteY7610" fmla="*/ 236387 h 2631356"/>
              <a:gd name="connsiteX7611" fmla="*/ 6512377 w 11237202"/>
              <a:gd name="connsiteY7611" fmla="*/ 235572 h 2631356"/>
              <a:gd name="connsiteX7612" fmla="*/ 6533731 w 11237202"/>
              <a:gd name="connsiteY7612" fmla="*/ 239108 h 2631356"/>
              <a:gd name="connsiteX7613" fmla="*/ 6524923 w 11237202"/>
              <a:gd name="connsiteY7613" fmla="*/ 248295 h 2631356"/>
              <a:gd name="connsiteX7614" fmla="*/ 6478269 w 11237202"/>
              <a:gd name="connsiteY7614" fmla="*/ 244921 h 2631356"/>
              <a:gd name="connsiteX7615" fmla="*/ 6487355 w 11237202"/>
              <a:gd name="connsiteY7615" fmla="*/ 235780 h 2631356"/>
              <a:gd name="connsiteX7616" fmla="*/ 6512377 w 11237202"/>
              <a:gd name="connsiteY7616" fmla="*/ 235572 h 2631356"/>
              <a:gd name="connsiteX7617" fmla="*/ 7634133 w 11237202"/>
              <a:gd name="connsiteY7617" fmla="*/ 235278 h 2631356"/>
              <a:gd name="connsiteX7618" fmla="*/ 7636468 w 11237202"/>
              <a:gd name="connsiteY7618" fmla="*/ 235415 h 2631356"/>
              <a:gd name="connsiteX7619" fmla="*/ 7636468 w 11237202"/>
              <a:gd name="connsiteY7619" fmla="*/ 235894 h 2631356"/>
              <a:gd name="connsiteX7620" fmla="*/ 7634106 w 11237202"/>
              <a:gd name="connsiteY7620" fmla="*/ 235712 h 2631356"/>
              <a:gd name="connsiteX7621" fmla="*/ 7634133 w 11237202"/>
              <a:gd name="connsiteY7621" fmla="*/ 235278 h 2631356"/>
              <a:gd name="connsiteX7622" fmla="*/ 3621462 w 11237202"/>
              <a:gd name="connsiteY7622" fmla="*/ 235008 h 2631356"/>
              <a:gd name="connsiteX7623" fmla="*/ 3634622 w 11237202"/>
              <a:gd name="connsiteY7623" fmla="*/ 238516 h 2631356"/>
              <a:gd name="connsiteX7624" fmla="*/ 3605363 w 11237202"/>
              <a:gd name="connsiteY7624" fmla="*/ 247565 h 2631356"/>
              <a:gd name="connsiteX7625" fmla="*/ 3566823 w 11237202"/>
              <a:gd name="connsiteY7625" fmla="*/ 244237 h 2631356"/>
              <a:gd name="connsiteX7626" fmla="*/ 3596361 w 11237202"/>
              <a:gd name="connsiteY7626" fmla="*/ 235210 h 2631356"/>
              <a:gd name="connsiteX7627" fmla="*/ 3621462 w 11237202"/>
              <a:gd name="connsiteY7627" fmla="*/ 235008 h 2631356"/>
              <a:gd name="connsiteX7628" fmla="*/ 6282649 w 11237202"/>
              <a:gd name="connsiteY7628" fmla="*/ 233994 h 2631356"/>
              <a:gd name="connsiteX7629" fmla="*/ 6303826 w 11237202"/>
              <a:gd name="connsiteY7629" fmla="*/ 237627 h 2631356"/>
              <a:gd name="connsiteX7630" fmla="*/ 6293073 w 11237202"/>
              <a:gd name="connsiteY7630" fmla="*/ 247019 h 2631356"/>
              <a:gd name="connsiteX7631" fmla="*/ 6246002 w 11237202"/>
              <a:gd name="connsiteY7631" fmla="*/ 243531 h 2631356"/>
              <a:gd name="connsiteX7632" fmla="*/ 6257033 w 11237202"/>
              <a:gd name="connsiteY7632" fmla="*/ 234208 h 2631356"/>
              <a:gd name="connsiteX7633" fmla="*/ 6282649 w 11237202"/>
              <a:gd name="connsiteY7633" fmla="*/ 233994 h 2631356"/>
              <a:gd name="connsiteX7634" fmla="*/ 4869655 w 11237202"/>
              <a:gd name="connsiteY7634" fmla="*/ 233848 h 2631356"/>
              <a:gd name="connsiteX7635" fmla="*/ 4887573 w 11237202"/>
              <a:gd name="connsiteY7635" fmla="*/ 237626 h 2631356"/>
              <a:gd name="connsiteX7636" fmla="*/ 4865511 w 11237202"/>
              <a:gd name="connsiteY7636" fmla="*/ 247451 h 2631356"/>
              <a:gd name="connsiteX7637" fmla="*/ 4820247 w 11237202"/>
              <a:gd name="connsiteY7637" fmla="*/ 243849 h 2631356"/>
              <a:gd name="connsiteX7638" fmla="*/ 4842587 w 11237202"/>
              <a:gd name="connsiteY7638" fmla="*/ 234070 h 2631356"/>
              <a:gd name="connsiteX7639" fmla="*/ 4869655 w 11237202"/>
              <a:gd name="connsiteY7639" fmla="*/ 233848 h 2631356"/>
              <a:gd name="connsiteX7640" fmla="*/ 3159279 w 11237202"/>
              <a:gd name="connsiteY7640" fmla="*/ 233318 h 2631356"/>
              <a:gd name="connsiteX7641" fmla="*/ 3160195 w 11237202"/>
              <a:gd name="connsiteY7641" fmla="*/ 233410 h 2631356"/>
              <a:gd name="connsiteX7642" fmla="*/ 3159445 w 11237202"/>
              <a:gd name="connsiteY7642" fmla="*/ 233614 h 2631356"/>
              <a:gd name="connsiteX7643" fmla="*/ 3158556 w 11237202"/>
              <a:gd name="connsiteY7643" fmla="*/ 233524 h 2631356"/>
              <a:gd name="connsiteX7644" fmla="*/ 3159279 w 11237202"/>
              <a:gd name="connsiteY7644" fmla="*/ 233318 h 2631356"/>
              <a:gd name="connsiteX7645" fmla="*/ 5592934 w 11237202"/>
              <a:gd name="connsiteY7645" fmla="*/ 233053 h 2631356"/>
              <a:gd name="connsiteX7646" fmla="*/ 5610329 w 11237202"/>
              <a:gd name="connsiteY7646" fmla="*/ 236350 h 2631356"/>
              <a:gd name="connsiteX7647" fmla="*/ 5596018 w 11237202"/>
              <a:gd name="connsiteY7647" fmla="*/ 244830 h 2631356"/>
              <a:gd name="connsiteX7648" fmla="*/ 5555005 w 11237202"/>
              <a:gd name="connsiteY7648" fmla="*/ 241662 h 2631356"/>
              <a:gd name="connsiteX7649" fmla="*/ 5569622 w 11237202"/>
              <a:gd name="connsiteY7649" fmla="*/ 233227 h 2631356"/>
              <a:gd name="connsiteX7650" fmla="*/ 5592934 w 11237202"/>
              <a:gd name="connsiteY7650" fmla="*/ 233053 h 2631356"/>
              <a:gd name="connsiteX7651" fmla="*/ 5488864 w 11237202"/>
              <a:gd name="connsiteY7651" fmla="*/ 230360 h 2631356"/>
              <a:gd name="connsiteX7652" fmla="*/ 5504046 w 11237202"/>
              <a:gd name="connsiteY7652" fmla="*/ 233250 h 2631356"/>
              <a:gd name="connsiteX7653" fmla="*/ 5490792 w 11237202"/>
              <a:gd name="connsiteY7653" fmla="*/ 240726 h 2631356"/>
              <a:gd name="connsiteX7654" fmla="*/ 5454781 w 11237202"/>
              <a:gd name="connsiteY7654" fmla="*/ 237968 h 2631356"/>
              <a:gd name="connsiteX7655" fmla="*/ 5468285 w 11237202"/>
              <a:gd name="connsiteY7655" fmla="*/ 230514 h 2631356"/>
              <a:gd name="connsiteX7656" fmla="*/ 5488864 w 11237202"/>
              <a:gd name="connsiteY7656" fmla="*/ 230360 h 2631356"/>
              <a:gd name="connsiteX7657" fmla="*/ 3482575 w 11237202"/>
              <a:gd name="connsiteY7657" fmla="*/ 230355 h 2631356"/>
              <a:gd name="connsiteX7658" fmla="*/ 3500080 w 11237202"/>
              <a:gd name="connsiteY7658" fmla="*/ 231860 h 2631356"/>
              <a:gd name="connsiteX7659" fmla="*/ 3486159 w 11237202"/>
              <a:gd name="connsiteY7659" fmla="*/ 236031 h 2631356"/>
              <a:gd name="connsiteX7660" fmla="*/ 3468571 w 11237202"/>
              <a:gd name="connsiteY7660" fmla="*/ 234503 h 2631356"/>
              <a:gd name="connsiteX7661" fmla="*/ 3482575 w 11237202"/>
              <a:gd name="connsiteY7661" fmla="*/ 230355 h 2631356"/>
              <a:gd name="connsiteX7662" fmla="*/ 4525071 w 11237202"/>
              <a:gd name="connsiteY7662" fmla="*/ 230303 h 2631356"/>
              <a:gd name="connsiteX7663" fmla="*/ 4542659 w 11237202"/>
              <a:gd name="connsiteY7663" fmla="*/ 234230 h 2631356"/>
              <a:gd name="connsiteX7664" fmla="*/ 4516901 w 11237202"/>
              <a:gd name="connsiteY7664" fmla="*/ 244419 h 2631356"/>
              <a:gd name="connsiteX7665" fmla="*/ 4470859 w 11237202"/>
              <a:gd name="connsiteY7665" fmla="*/ 240658 h 2631356"/>
              <a:gd name="connsiteX7666" fmla="*/ 4496896 w 11237202"/>
              <a:gd name="connsiteY7666" fmla="*/ 230514 h 2631356"/>
              <a:gd name="connsiteX7667" fmla="*/ 4525071 w 11237202"/>
              <a:gd name="connsiteY7667" fmla="*/ 230303 h 2631356"/>
              <a:gd name="connsiteX7668" fmla="*/ 4973792 w 11237202"/>
              <a:gd name="connsiteY7668" fmla="*/ 230027 h 2631356"/>
              <a:gd name="connsiteX7669" fmla="*/ 4992023 w 11237202"/>
              <a:gd name="connsiteY7669" fmla="*/ 233797 h 2631356"/>
              <a:gd name="connsiteX7670" fmla="*/ 4970850 w 11237202"/>
              <a:gd name="connsiteY7670" fmla="*/ 243531 h 2631356"/>
              <a:gd name="connsiteX7671" fmla="*/ 4925363 w 11237202"/>
              <a:gd name="connsiteY7671" fmla="*/ 239929 h 2631356"/>
              <a:gd name="connsiteX7672" fmla="*/ 4946870 w 11237202"/>
              <a:gd name="connsiteY7672" fmla="*/ 230241 h 2631356"/>
              <a:gd name="connsiteX7673" fmla="*/ 4973792 w 11237202"/>
              <a:gd name="connsiteY7673" fmla="*/ 230027 h 2631356"/>
              <a:gd name="connsiteX7674" fmla="*/ 6862779 w 11237202"/>
              <a:gd name="connsiteY7674" fmla="*/ 230007 h 2631356"/>
              <a:gd name="connsiteX7675" fmla="*/ 6891315 w 11237202"/>
              <a:gd name="connsiteY7675" fmla="*/ 234503 h 2631356"/>
              <a:gd name="connsiteX7676" fmla="*/ 6883258 w 11237202"/>
              <a:gd name="connsiteY7676" fmla="*/ 246242 h 2631356"/>
              <a:gd name="connsiteX7677" fmla="*/ 6822349 w 11237202"/>
              <a:gd name="connsiteY7677" fmla="*/ 241889 h 2631356"/>
              <a:gd name="connsiteX7678" fmla="*/ 6830908 w 11237202"/>
              <a:gd name="connsiteY7678" fmla="*/ 230264 h 2631356"/>
              <a:gd name="connsiteX7679" fmla="*/ 6862779 w 11237202"/>
              <a:gd name="connsiteY7679" fmla="*/ 230007 h 2631356"/>
              <a:gd name="connsiteX7680" fmla="*/ 7197749 w 11237202"/>
              <a:gd name="connsiteY7680" fmla="*/ 229760 h 2631356"/>
              <a:gd name="connsiteX7681" fmla="*/ 7229700 w 11237202"/>
              <a:gd name="connsiteY7681" fmla="*/ 234618 h 2631356"/>
              <a:gd name="connsiteX7682" fmla="*/ 7224393 w 11237202"/>
              <a:gd name="connsiteY7682" fmla="*/ 247201 h 2631356"/>
              <a:gd name="connsiteX7683" fmla="*/ 7157733 w 11237202"/>
              <a:gd name="connsiteY7683" fmla="*/ 242528 h 2631356"/>
              <a:gd name="connsiteX7684" fmla="*/ 7163652 w 11237202"/>
              <a:gd name="connsiteY7684" fmla="*/ 230013 h 2631356"/>
              <a:gd name="connsiteX7685" fmla="*/ 7197749 w 11237202"/>
              <a:gd name="connsiteY7685" fmla="*/ 229760 h 2631356"/>
              <a:gd name="connsiteX7686" fmla="*/ 3840587 w 11237202"/>
              <a:gd name="connsiteY7686" fmla="*/ 229534 h 2631356"/>
              <a:gd name="connsiteX7687" fmla="*/ 3855053 w 11237202"/>
              <a:gd name="connsiteY7687" fmla="*/ 233204 h 2631356"/>
              <a:gd name="connsiteX7688" fmla="*/ 3825795 w 11237202"/>
              <a:gd name="connsiteY7688" fmla="*/ 242755 h 2631356"/>
              <a:gd name="connsiteX7689" fmla="*/ 3784559 w 11237202"/>
              <a:gd name="connsiteY7689" fmla="*/ 239222 h 2631356"/>
              <a:gd name="connsiteX7690" fmla="*/ 3814012 w 11237202"/>
              <a:gd name="connsiteY7690" fmla="*/ 229762 h 2631356"/>
              <a:gd name="connsiteX7691" fmla="*/ 3840587 w 11237202"/>
              <a:gd name="connsiteY7691" fmla="*/ 229534 h 2631356"/>
              <a:gd name="connsiteX7692" fmla="*/ 7746976 w 11237202"/>
              <a:gd name="connsiteY7692" fmla="*/ 229193 h 2631356"/>
              <a:gd name="connsiteX7693" fmla="*/ 7749338 w 11237202"/>
              <a:gd name="connsiteY7693" fmla="*/ 229352 h 2631356"/>
              <a:gd name="connsiteX7694" fmla="*/ 7749338 w 11237202"/>
              <a:gd name="connsiteY7694" fmla="*/ 229785 h 2631356"/>
              <a:gd name="connsiteX7695" fmla="*/ 7747003 w 11237202"/>
              <a:gd name="connsiteY7695" fmla="*/ 229603 h 2631356"/>
              <a:gd name="connsiteX7696" fmla="*/ 7746976 w 11237202"/>
              <a:gd name="connsiteY7696" fmla="*/ 229193 h 2631356"/>
              <a:gd name="connsiteX7697" fmla="*/ 5945640 w 11237202"/>
              <a:gd name="connsiteY7697" fmla="*/ 227975 h 2631356"/>
              <a:gd name="connsiteX7698" fmla="*/ 5965997 w 11237202"/>
              <a:gd name="connsiteY7698" fmla="*/ 231609 h 2631356"/>
              <a:gd name="connsiteX7699" fmla="*/ 5952770 w 11237202"/>
              <a:gd name="connsiteY7699" fmla="*/ 241000 h 2631356"/>
              <a:gd name="connsiteX7700" fmla="*/ 5906284 w 11237202"/>
              <a:gd name="connsiteY7700" fmla="*/ 237535 h 2631356"/>
              <a:gd name="connsiteX7701" fmla="*/ 5919844 w 11237202"/>
              <a:gd name="connsiteY7701" fmla="*/ 228189 h 2631356"/>
              <a:gd name="connsiteX7702" fmla="*/ 5945640 w 11237202"/>
              <a:gd name="connsiteY7702" fmla="*/ 227975 h 2631356"/>
              <a:gd name="connsiteX7703" fmla="*/ 4289138 w 11237202"/>
              <a:gd name="connsiteY7703" fmla="*/ 227354 h 2631356"/>
              <a:gd name="connsiteX7704" fmla="*/ 4304028 w 11237202"/>
              <a:gd name="connsiteY7704" fmla="*/ 230834 h 2631356"/>
              <a:gd name="connsiteX7705" fmla="*/ 4279603 w 11237202"/>
              <a:gd name="connsiteY7705" fmla="*/ 239769 h 2631356"/>
              <a:gd name="connsiteX7706" fmla="*/ 4239591 w 11237202"/>
              <a:gd name="connsiteY7706" fmla="*/ 236487 h 2631356"/>
              <a:gd name="connsiteX7707" fmla="*/ 4264266 w 11237202"/>
              <a:gd name="connsiteY7707" fmla="*/ 227551 h 2631356"/>
              <a:gd name="connsiteX7708" fmla="*/ 4289138 w 11237202"/>
              <a:gd name="connsiteY7708" fmla="*/ 227354 h 2631356"/>
              <a:gd name="connsiteX7709" fmla="*/ 5078119 w 11237202"/>
              <a:gd name="connsiteY7709" fmla="*/ 227215 h 2631356"/>
              <a:gd name="connsiteX7710" fmla="*/ 5097029 w 11237202"/>
              <a:gd name="connsiteY7710" fmla="*/ 231062 h 2631356"/>
              <a:gd name="connsiteX7711" fmla="*/ 5076188 w 11237202"/>
              <a:gd name="connsiteY7711" fmla="*/ 240978 h 2631356"/>
              <a:gd name="connsiteX7712" fmla="*/ 5029507 w 11237202"/>
              <a:gd name="connsiteY7712" fmla="*/ 237307 h 2631356"/>
              <a:gd name="connsiteX7713" fmla="*/ 5050707 w 11237202"/>
              <a:gd name="connsiteY7713" fmla="*/ 227437 h 2631356"/>
              <a:gd name="connsiteX7714" fmla="*/ 5078119 w 11237202"/>
              <a:gd name="connsiteY7714" fmla="*/ 227215 h 2631356"/>
              <a:gd name="connsiteX7715" fmla="*/ 4062327 w 11237202"/>
              <a:gd name="connsiteY7715" fmla="*/ 226963 h 2631356"/>
              <a:gd name="connsiteX7716" fmla="*/ 4077068 w 11237202"/>
              <a:gd name="connsiteY7716" fmla="*/ 230560 h 2631356"/>
              <a:gd name="connsiteX7717" fmla="*/ 4050170 w 11237202"/>
              <a:gd name="connsiteY7717" fmla="*/ 239814 h 2631356"/>
              <a:gd name="connsiteX7718" fmla="*/ 4009380 w 11237202"/>
              <a:gd name="connsiteY7718" fmla="*/ 236395 h 2631356"/>
              <a:gd name="connsiteX7719" fmla="*/ 4036499 w 11237202"/>
              <a:gd name="connsiteY7719" fmla="*/ 227164 h 2631356"/>
              <a:gd name="connsiteX7720" fmla="*/ 4062327 w 11237202"/>
              <a:gd name="connsiteY7720" fmla="*/ 226963 h 2631356"/>
              <a:gd name="connsiteX7721" fmla="*/ 5388589 w 11237202"/>
              <a:gd name="connsiteY7721" fmla="*/ 226631 h 2631356"/>
              <a:gd name="connsiteX7722" fmla="*/ 5408016 w 11237202"/>
              <a:gd name="connsiteY7722" fmla="*/ 230400 h 2631356"/>
              <a:gd name="connsiteX7723" fmla="*/ 5389982 w 11237202"/>
              <a:gd name="connsiteY7723" fmla="*/ 240088 h 2631356"/>
              <a:gd name="connsiteX7724" fmla="*/ 5343550 w 11237202"/>
              <a:gd name="connsiteY7724" fmla="*/ 236509 h 2631356"/>
              <a:gd name="connsiteX7725" fmla="*/ 5361806 w 11237202"/>
              <a:gd name="connsiteY7725" fmla="*/ 226844 h 2631356"/>
              <a:gd name="connsiteX7726" fmla="*/ 5388589 w 11237202"/>
              <a:gd name="connsiteY7726" fmla="*/ 226631 h 2631356"/>
              <a:gd name="connsiteX7727" fmla="*/ 3049355 w 11237202"/>
              <a:gd name="connsiteY7727" fmla="*/ 226161 h 2631356"/>
              <a:gd name="connsiteX7728" fmla="*/ 3050216 w 11237202"/>
              <a:gd name="connsiteY7728" fmla="*/ 226229 h 2631356"/>
              <a:gd name="connsiteX7729" fmla="*/ 3049383 w 11237202"/>
              <a:gd name="connsiteY7729" fmla="*/ 226457 h 2631356"/>
              <a:gd name="connsiteX7730" fmla="*/ 3048494 w 11237202"/>
              <a:gd name="connsiteY7730" fmla="*/ 226389 h 2631356"/>
              <a:gd name="connsiteX7731" fmla="*/ 3049355 w 11237202"/>
              <a:gd name="connsiteY7731" fmla="*/ 226161 h 2631356"/>
              <a:gd name="connsiteX7732" fmla="*/ 5284671 w 11237202"/>
              <a:gd name="connsiteY7732" fmla="*/ 225972 h 2631356"/>
              <a:gd name="connsiteX7733" fmla="*/ 5302843 w 11237202"/>
              <a:gd name="connsiteY7733" fmla="*/ 229557 h 2631356"/>
              <a:gd name="connsiteX7734" fmla="*/ 5284921 w 11237202"/>
              <a:gd name="connsiteY7734" fmla="*/ 238812 h 2631356"/>
              <a:gd name="connsiteX7735" fmla="*/ 5240850 w 11237202"/>
              <a:gd name="connsiteY7735" fmla="*/ 235392 h 2631356"/>
              <a:gd name="connsiteX7736" fmla="*/ 5259079 w 11237202"/>
              <a:gd name="connsiteY7736" fmla="*/ 226184 h 2631356"/>
              <a:gd name="connsiteX7737" fmla="*/ 5284671 w 11237202"/>
              <a:gd name="connsiteY7737" fmla="*/ 225972 h 2631356"/>
              <a:gd name="connsiteX7738" fmla="*/ 5182524 w 11237202"/>
              <a:gd name="connsiteY7738" fmla="*/ 225468 h 2631356"/>
              <a:gd name="connsiteX7739" fmla="*/ 5202478 w 11237202"/>
              <a:gd name="connsiteY7739" fmla="*/ 229466 h 2631356"/>
              <a:gd name="connsiteX7740" fmla="*/ 5181667 w 11237202"/>
              <a:gd name="connsiteY7740" fmla="*/ 239814 h 2631356"/>
              <a:gd name="connsiteX7741" fmla="*/ 5132818 w 11237202"/>
              <a:gd name="connsiteY7741" fmla="*/ 235962 h 2631356"/>
              <a:gd name="connsiteX7742" fmla="*/ 5153963 w 11237202"/>
              <a:gd name="connsiteY7742" fmla="*/ 225727 h 2631356"/>
              <a:gd name="connsiteX7743" fmla="*/ 5182524 w 11237202"/>
              <a:gd name="connsiteY7743" fmla="*/ 225468 h 2631356"/>
              <a:gd name="connsiteX7744" fmla="*/ 7426596 w 11237202"/>
              <a:gd name="connsiteY7744" fmla="*/ 224656 h 2631356"/>
              <a:gd name="connsiteX7745" fmla="*/ 7430625 w 11237202"/>
              <a:gd name="connsiteY7745" fmla="*/ 224953 h 2631356"/>
              <a:gd name="connsiteX7746" fmla="*/ 7430375 w 11237202"/>
              <a:gd name="connsiteY7746" fmla="*/ 225659 h 2631356"/>
              <a:gd name="connsiteX7747" fmla="*/ 7426457 w 11237202"/>
              <a:gd name="connsiteY7747" fmla="*/ 225386 h 2631356"/>
              <a:gd name="connsiteX7748" fmla="*/ 7426596 w 11237202"/>
              <a:gd name="connsiteY7748" fmla="*/ 224656 h 2631356"/>
              <a:gd name="connsiteX7749" fmla="*/ 6643585 w 11237202"/>
              <a:gd name="connsiteY7749" fmla="*/ 224493 h 2631356"/>
              <a:gd name="connsiteX7750" fmla="*/ 6671941 w 11237202"/>
              <a:gd name="connsiteY7750" fmla="*/ 229079 h 2631356"/>
              <a:gd name="connsiteX7751" fmla="*/ 6661688 w 11237202"/>
              <a:gd name="connsiteY7751" fmla="*/ 241023 h 2631356"/>
              <a:gd name="connsiteX7752" fmla="*/ 6600141 w 11237202"/>
              <a:gd name="connsiteY7752" fmla="*/ 236624 h 2631356"/>
              <a:gd name="connsiteX7753" fmla="*/ 6610978 w 11237202"/>
              <a:gd name="connsiteY7753" fmla="*/ 224748 h 2631356"/>
              <a:gd name="connsiteX7754" fmla="*/ 6643585 w 11237202"/>
              <a:gd name="connsiteY7754" fmla="*/ 224493 h 2631356"/>
              <a:gd name="connsiteX7755" fmla="*/ 7315054 w 11237202"/>
              <a:gd name="connsiteY7755" fmla="*/ 223695 h 2631356"/>
              <a:gd name="connsiteX7756" fmla="*/ 7344709 w 11237202"/>
              <a:gd name="connsiteY7756" fmla="*/ 228143 h 2631356"/>
              <a:gd name="connsiteX7757" fmla="*/ 7340930 w 11237202"/>
              <a:gd name="connsiteY7757" fmla="*/ 239609 h 2631356"/>
              <a:gd name="connsiteX7758" fmla="*/ 7279411 w 11237202"/>
              <a:gd name="connsiteY7758" fmla="*/ 235369 h 2631356"/>
              <a:gd name="connsiteX7759" fmla="*/ 7283773 w 11237202"/>
              <a:gd name="connsiteY7759" fmla="*/ 223949 h 2631356"/>
              <a:gd name="connsiteX7760" fmla="*/ 7315054 w 11237202"/>
              <a:gd name="connsiteY7760" fmla="*/ 223695 h 2631356"/>
              <a:gd name="connsiteX7761" fmla="*/ 6185674 w 11237202"/>
              <a:gd name="connsiteY7761" fmla="*/ 223517 h 2631356"/>
              <a:gd name="connsiteX7762" fmla="*/ 6207544 w 11237202"/>
              <a:gd name="connsiteY7762" fmla="*/ 227323 h 2631356"/>
              <a:gd name="connsiteX7763" fmla="*/ 6195597 w 11237202"/>
              <a:gd name="connsiteY7763" fmla="*/ 237057 h 2631356"/>
              <a:gd name="connsiteX7764" fmla="*/ 6146470 w 11237202"/>
              <a:gd name="connsiteY7764" fmla="*/ 233456 h 2631356"/>
              <a:gd name="connsiteX7765" fmla="*/ 6158780 w 11237202"/>
              <a:gd name="connsiteY7765" fmla="*/ 223744 h 2631356"/>
              <a:gd name="connsiteX7766" fmla="*/ 6185674 w 11237202"/>
              <a:gd name="connsiteY7766" fmla="*/ 223517 h 2631356"/>
              <a:gd name="connsiteX7767" fmla="*/ 4627898 w 11237202"/>
              <a:gd name="connsiteY7767" fmla="*/ 222840 h 2631356"/>
              <a:gd name="connsiteX7768" fmla="*/ 4645885 w 11237202"/>
              <a:gd name="connsiteY7768" fmla="*/ 226776 h 2631356"/>
              <a:gd name="connsiteX7769" fmla="*/ 4620850 w 11237202"/>
              <a:gd name="connsiteY7769" fmla="*/ 236943 h 2631356"/>
              <a:gd name="connsiteX7770" fmla="*/ 4574252 w 11237202"/>
              <a:gd name="connsiteY7770" fmla="*/ 233181 h 2631356"/>
              <a:gd name="connsiteX7771" fmla="*/ 4599593 w 11237202"/>
              <a:gd name="connsiteY7771" fmla="*/ 223060 h 2631356"/>
              <a:gd name="connsiteX7772" fmla="*/ 4627898 w 11237202"/>
              <a:gd name="connsiteY7772" fmla="*/ 222840 h 2631356"/>
              <a:gd name="connsiteX7773" fmla="*/ 6418098 w 11237202"/>
              <a:gd name="connsiteY7773" fmla="*/ 222476 h 2631356"/>
              <a:gd name="connsiteX7774" fmla="*/ 6443175 w 11237202"/>
              <a:gd name="connsiteY7774" fmla="*/ 226662 h 2631356"/>
              <a:gd name="connsiteX7775" fmla="*/ 6431783 w 11237202"/>
              <a:gd name="connsiteY7775" fmla="*/ 237490 h 2631356"/>
              <a:gd name="connsiteX7776" fmla="*/ 6376571 w 11237202"/>
              <a:gd name="connsiteY7776" fmla="*/ 233478 h 2631356"/>
              <a:gd name="connsiteX7777" fmla="*/ 6388352 w 11237202"/>
              <a:gd name="connsiteY7777" fmla="*/ 222718 h 2631356"/>
              <a:gd name="connsiteX7778" fmla="*/ 6418098 w 11237202"/>
              <a:gd name="connsiteY7778" fmla="*/ 222476 h 2631356"/>
              <a:gd name="connsiteX7779" fmla="*/ 3368428 w 11237202"/>
              <a:gd name="connsiteY7779" fmla="*/ 222331 h 2631356"/>
              <a:gd name="connsiteX7780" fmla="*/ 3387100 w 11237202"/>
              <a:gd name="connsiteY7780" fmla="*/ 223949 h 2631356"/>
              <a:gd name="connsiteX7781" fmla="*/ 3371790 w 11237202"/>
              <a:gd name="connsiteY7781" fmla="*/ 228349 h 2631356"/>
              <a:gd name="connsiteX7782" fmla="*/ 3353117 w 11237202"/>
              <a:gd name="connsiteY7782" fmla="*/ 226731 h 2631356"/>
              <a:gd name="connsiteX7783" fmla="*/ 3368428 w 11237202"/>
              <a:gd name="connsiteY7783" fmla="*/ 222331 h 2631356"/>
              <a:gd name="connsiteX7784" fmla="*/ 6985356 w 11237202"/>
              <a:gd name="connsiteY7784" fmla="*/ 222299 h 2631356"/>
              <a:gd name="connsiteX7785" fmla="*/ 7014383 w 11237202"/>
              <a:gd name="connsiteY7785" fmla="*/ 226799 h 2631356"/>
              <a:gd name="connsiteX7786" fmla="*/ 7007492 w 11237202"/>
              <a:gd name="connsiteY7786" fmla="*/ 238470 h 2631356"/>
              <a:gd name="connsiteX7787" fmla="*/ 6945944 w 11237202"/>
              <a:gd name="connsiteY7787" fmla="*/ 234162 h 2631356"/>
              <a:gd name="connsiteX7788" fmla="*/ 6953392 w 11237202"/>
              <a:gd name="connsiteY7788" fmla="*/ 222537 h 2631356"/>
              <a:gd name="connsiteX7789" fmla="*/ 6985356 w 11237202"/>
              <a:gd name="connsiteY7789" fmla="*/ 222299 h 2631356"/>
              <a:gd name="connsiteX7790" fmla="*/ 5845240 w 11237202"/>
              <a:gd name="connsiteY7790" fmla="*/ 221282 h 2631356"/>
              <a:gd name="connsiteX7791" fmla="*/ 5864271 w 11237202"/>
              <a:gd name="connsiteY7791" fmla="*/ 224724 h 2631356"/>
              <a:gd name="connsiteX7792" fmla="*/ 5851044 w 11237202"/>
              <a:gd name="connsiteY7792" fmla="*/ 233592 h 2631356"/>
              <a:gd name="connsiteX7793" fmla="*/ 5807141 w 11237202"/>
              <a:gd name="connsiteY7793" fmla="*/ 230309 h 2631356"/>
              <a:gd name="connsiteX7794" fmla="*/ 5820729 w 11237202"/>
              <a:gd name="connsiteY7794" fmla="*/ 221465 h 2631356"/>
              <a:gd name="connsiteX7795" fmla="*/ 5845240 w 11237202"/>
              <a:gd name="connsiteY7795" fmla="*/ 221282 h 2631356"/>
              <a:gd name="connsiteX7796" fmla="*/ 3723075 w 11237202"/>
              <a:gd name="connsiteY7796" fmla="*/ 220160 h 2631356"/>
              <a:gd name="connsiteX7797" fmla="*/ 3738238 w 11237202"/>
              <a:gd name="connsiteY7797" fmla="*/ 224086 h 2631356"/>
              <a:gd name="connsiteX7798" fmla="*/ 3705951 w 11237202"/>
              <a:gd name="connsiteY7798" fmla="*/ 234207 h 2631356"/>
              <a:gd name="connsiteX7799" fmla="*/ 3662187 w 11237202"/>
              <a:gd name="connsiteY7799" fmla="*/ 230469 h 2631356"/>
              <a:gd name="connsiteX7800" fmla="*/ 3694697 w 11237202"/>
              <a:gd name="connsiteY7800" fmla="*/ 220370 h 2631356"/>
              <a:gd name="connsiteX7801" fmla="*/ 3723075 w 11237202"/>
              <a:gd name="connsiteY7801" fmla="*/ 220160 h 2631356"/>
              <a:gd name="connsiteX7802" fmla="*/ 7541882 w 11237202"/>
              <a:gd name="connsiteY7802" fmla="*/ 218547 h 2631356"/>
              <a:gd name="connsiteX7803" fmla="*/ 7544243 w 11237202"/>
              <a:gd name="connsiteY7803" fmla="*/ 218706 h 2631356"/>
              <a:gd name="connsiteX7804" fmla="*/ 7544188 w 11237202"/>
              <a:gd name="connsiteY7804" fmla="*/ 219139 h 2631356"/>
              <a:gd name="connsiteX7805" fmla="*/ 7541882 w 11237202"/>
              <a:gd name="connsiteY7805" fmla="*/ 218958 h 2631356"/>
              <a:gd name="connsiteX7806" fmla="*/ 7541882 w 11237202"/>
              <a:gd name="connsiteY7806" fmla="*/ 218547 h 2631356"/>
              <a:gd name="connsiteX7807" fmla="*/ 4391042 w 11237202"/>
              <a:gd name="connsiteY7807" fmla="*/ 217778 h 2631356"/>
              <a:gd name="connsiteX7808" fmla="*/ 4406589 w 11237202"/>
              <a:gd name="connsiteY7808" fmla="*/ 221305 h 2631356"/>
              <a:gd name="connsiteX7809" fmla="*/ 4382331 w 11237202"/>
              <a:gd name="connsiteY7809" fmla="*/ 230469 h 2631356"/>
              <a:gd name="connsiteX7810" fmla="*/ 4340929 w 11237202"/>
              <a:gd name="connsiteY7810" fmla="*/ 227095 h 2631356"/>
              <a:gd name="connsiteX7811" fmla="*/ 4365492 w 11237202"/>
              <a:gd name="connsiteY7811" fmla="*/ 217977 h 2631356"/>
              <a:gd name="connsiteX7812" fmla="*/ 4391042 w 11237202"/>
              <a:gd name="connsiteY7812" fmla="*/ 217778 h 2631356"/>
              <a:gd name="connsiteX7813" fmla="*/ 3257948 w 11237202"/>
              <a:gd name="connsiteY7813" fmla="*/ 217658 h 2631356"/>
              <a:gd name="connsiteX7814" fmla="*/ 3258810 w 11237202"/>
              <a:gd name="connsiteY7814" fmla="*/ 217749 h 2631356"/>
              <a:gd name="connsiteX7815" fmla="*/ 3258143 w 11237202"/>
              <a:gd name="connsiteY7815" fmla="*/ 217954 h 2631356"/>
              <a:gd name="connsiteX7816" fmla="*/ 3257171 w 11237202"/>
              <a:gd name="connsiteY7816" fmla="*/ 217886 h 2631356"/>
              <a:gd name="connsiteX7817" fmla="*/ 3257948 w 11237202"/>
              <a:gd name="connsiteY7817" fmla="*/ 217658 h 2631356"/>
              <a:gd name="connsiteX7818" fmla="*/ 3582356 w 11237202"/>
              <a:gd name="connsiteY7818" fmla="*/ 217612 h 2631356"/>
              <a:gd name="connsiteX7819" fmla="*/ 3590053 w 11237202"/>
              <a:gd name="connsiteY7819" fmla="*/ 218228 h 2631356"/>
              <a:gd name="connsiteX7820" fmla="*/ 3584190 w 11237202"/>
              <a:gd name="connsiteY7820" fmla="*/ 220005 h 2631356"/>
              <a:gd name="connsiteX7821" fmla="*/ 3576549 w 11237202"/>
              <a:gd name="connsiteY7821" fmla="*/ 219367 h 2631356"/>
              <a:gd name="connsiteX7822" fmla="*/ 3582356 w 11237202"/>
              <a:gd name="connsiteY7822" fmla="*/ 217612 h 2631356"/>
              <a:gd name="connsiteX7823" fmla="*/ 3939847 w 11237202"/>
              <a:gd name="connsiteY7823" fmla="*/ 216926 h 2631356"/>
              <a:gd name="connsiteX7824" fmla="*/ 3954473 w 11237202"/>
              <a:gd name="connsiteY7824" fmla="*/ 220530 h 2631356"/>
              <a:gd name="connsiteX7825" fmla="*/ 3926243 w 11237202"/>
              <a:gd name="connsiteY7825" fmla="*/ 229876 h 2631356"/>
              <a:gd name="connsiteX7826" fmla="*/ 3885201 w 11237202"/>
              <a:gd name="connsiteY7826" fmla="*/ 226434 h 2631356"/>
              <a:gd name="connsiteX7827" fmla="*/ 3913572 w 11237202"/>
              <a:gd name="connsiteY7827" fmla="*/ 217134 h 2631356"/>
              <a:gd name="connsiteX7828" fmla="*/ 3939847 w 11237202"/>
              <a:gd name="connsiteY7828" fmla="*/ 216926 h 2631356"/>
              <a:gd name="connsiteX7829" fmla="*/ 4730799 w 11237202"/>
              <a:gd name="connsiteY7829" fmla="*/ 216463 h 2631356"/>
              <a:gd name="connsiteX7830" fmla="*/ 4749391 w 11237202"/>
              <a:gd name="connsiteY7830" fmla="*/ 220439 h 2631356"/>
              <a:gd name="connsiteX7831" fmla="*/ 4724800 w 11237202"/>
              <a:gd name="connsiteY7831" fmla="*/ 230697 h 2631356"/>
              <a:gd name="connsiteX7832" fmla="*/ 4677146 w 11237202"/>
              <a:gd name="connsiteY7832" fmla="*/ 226912 h 2631356"/>
              <a:gd name="connsiteX7833" fmla="*/ 4702098 w 11237202"/>
              <a:gd name="connsiteY7833" fmla="*/ 216677 h 2631356"/>
              <a:gd name="connsiteX7834" fmla="*/ 4730799 w 11237202"/>
              <a:gd name="connsiteY7834" fmla="*/ 216463 h 2631356"/>
              <a:gd name="connsiteX7835" fmla="*/ 4162054 w 11237202"/>
              <a:gd name="connsiteY7835" fmla="*/ 216025 h 2631356"/>
              <a:gd name="connsiteX7836" fmla="*/ 4176572 w 11237202"/>
              <a:gd name="connsiteY7836" fmla="*/ 219458 h 2631356"/>
              <a:gd name="connsiteX7837" fmla="*/ 4151314 w 11237202"/>
              <a:gd name="connsiteY7837" fmla="*/ 228372 h 2631356"/>
              <a:gd name="connsiteX7838" fmla="*/ 4111524 w 11237202"/>
              <a:gd name="connsiteY7838" fmla="*/ 225066 h 2631356"/>
              <a:gd name="connsiteX7839" fmla="*/ 4137032 w 11237202"/>
              <a:gd name="connsiteY7839" fmla="*/ 216199 h 2631356"/>
              <a:gd name="connsiteX7840" fmla="*/ 4162054 w 11237202"/>
              <a:gd name="connsiteY7840" fmla="*/ 216025 h 2631356"/>
              <a:gd name="connsiteX7841" fmla="*/ 6769726 w 11237202"/>
              <a:gd name="connsiteY7841" fmla="*/ 216011 h 2631356"/>
              <a:gd name="connsiteX7842" fmla="*/ 6798621 w 11237202"/>
              <a:gd name="connsiteY7842" fmla="*/ 220576 h 2631356"/>
              <a:gd name="connsiteX7843" fmla="*/ 6789479 w 11237202"/>
              <a:gd name="connsiteY7843" fmla="*/ 232474 h 2631356"/>
              <a:gd name="connsiteX7844" fmla="*/ 6727348 w 11237202"/>
              <a:gd name="connsiteY7844" fmla="*/ 228075 h 2631356"/>
              <a:gd name="connsiteX7845" fmla="*/ 6737018 w 11237202"/>
              <a:gd name="connsiteY7845" fmla="*/ 216267 h 2631356"/>
              <a:gd name="connsiteX7846" fmla="*/ 6769726 w 11237202"/>
              <a:gd name="connsiteY7846" fmla="*/ 216011 h 2631356"/>
              <a:gd name="connsiteX7847" fmla="*/ 5745763 w 11237202"/>
              <a:gd name="connsiteY7847" fmla="*/ 214925 h 2631356"/>
              <a:gd name="connsiteX7848" fmla="*/ 5766016 w 11237202"/>
              <a:gd name="connsiteY7848" fmla="*/ 218615 h 2631356"/>
              <a:gd name="connsiteX7849" fmla="*/ 5750845 w 11237202"/>
              <a:gd name="connsiteY7849" fmla="*/ 228143 h 2631356"/>
              <a:gd name="connsiteX7850" fmla="*/ 5703914 w 11237202"/>
              <a:gd name="connsiteY7850" fmla="*/ 224610 h 2631356"/>
              <a:gd name="connsiteX7851" fmla="*/ 5719280 w 11237202"/>
              <a:gd name="connsiteY7851" fmla="*/ 215150 h 2631356"/>
              <a:gd name="connsiteX7852" fmla="*/ 5745763 w 11237202"/>
              <a:gd name="connsiteY7852" fmla="*/ 214925 h 2631356"/>
              <a:gd name="connsiteX7853" fmla="*/ 7105651 w 11237202"/>
              <a:gd name="connsiteY7853" fmla="*/ 214791 h 2631356"/>
              <a:gd name="connsiteX7854" fmla="*/ 7136032 w 11237202"/>
              <a:gd name="connsiteY7854" fmla="*/ 219412 h 2631356"/>
              <a:gd name="connsiteX7855" fmla="*/ 7130059 w 11237202"/>
              <a:gd name="connsiteY7855" fmla="*/ 231381 h 2631356"/>
              <a:gd name="connsiteX7856" fmla="*/ 7066205 w 11237202"/>
              <a:gd name="connsiteY7856" fmla="*/ 226935 h 2631356"/>
              <a:gd name="connsiteX7857" fmla="*/ 7072791 w 11237202"/>
              <a:gd name="connsiteY7857" fmla="*/ 215059 h 2631356"/>
              <a:gd name="connsiteX7858" fmla="*/ 7105651 w 11237202"/>
              <a:gd name="connsiteY7858" fmla="*/ 214791 h 2631356"/>
              <a:gd name="connsiteX7859" fmla="*/ 6088084 w 11237202"/>
              <a:gd name="connsiteY7859" fmla="*/ 214386 h 2631356"/>
              <a:gd name="connsiteX7860" fmla="*/ 6109987 w 11237202"/>
              <a:gd name="connsiteY7860" fmla="*/ 218205 h 2631356"/>
              <a:gd name="connsiteX7861" fmla="*/ 6097094 w 11237202"/>
              <a:gd name="connsiteY7861" fmla="*/ 228007 h 2631356"/>
              <a:gd name="connsiteX7862" fmla="*/ 6047578 w 11237202"/>
              <a:gd name="connsiteY7862" fmla="*/ 224382 h 2631356"/>
              <a:gd name="connsiteX7863" fmla="*/ 6060805 w 11237202"/>
              <a:gd name="connsiteY7863" fmla="*/ 214603 h 2631356"/>
              <a:gd name="connsiteX7864" fmla="*/ 6088084 w 11237202"/>
              <a:gd name="connsiteY7864" fmla="*/ 214386 h 2631356"/>
              <a:gd name="connsiteX7865" fmla="*/ 7654835 w 11237202"/>
              <a:gd name="connsiteY7865" fmla="*/ 212415 h 2631356"/>
              <a:gd name="connsiteX7866" fmla="*/ 7657057 w 11237202"/>
              <a:gd name="connsiteY7866" fmla="*/ 212575 h 2631356"/>
              <a:gd name="connsiteX7867" fmla="*/ 7657057 w 11237202"/>
              <a:gd name="connsiteY7867" fmla="*/ 213008 h 2631356"/>
              <a:gd name="connsiteX7868" fmla="*/ 7654780 w 11237202"/>
              <a:gd name="connsiteY7868" fmla="*/ 212848 h 2631356"/>
              <a:gd name="connsiteX7869" fmla="*/ 7654835 w 11237202"/>
              <a:gd name="connsiteY7869" fmla="*/ 212415 h 2631356"/>
              <a:gd name="connsiteX7870" fmla="*/ 6549327 w 11237202"/>
              <a:gd name="connsiteY7870" fmla="*/ 212147 h 2631356"/>
              <a:gd name="connsiteX7871" fmla="*/ 6577301 w 11237202"/>
              <a:gd name="connsiteY7871" fmla="*/ 216701 h 2631356"/>
              <a:gd name="connsiteX7872" fmla="*/ 6566158 w 11237202"/>
              <a:gd name="connsiteY7872" fmla="*/ 228508 h 2631356"/>
              <a:gd name="connsiteX7873" fmla="*/ 6504973 w 11237202"/>
              <a:gd name="connsiteY7873" fmla="*/ 224131 h 2631356"/>
              <a:gd name="connsiteX7874" fmla="*/ 6516643 w 11237202"/>
              <a:gd name="connsiteY7874" fmla="*/ 212415 h 2631356"/>
              <a:gd name="connsiteX7875" fmla="*/ 6549327 w 11237202"/>
              <a:gd name="connsiteY7875" fmla="*/ 212147 h 2631356"/>
              <a:gd name="connsiteX7876" fmla="*/ 4832666 w 11237202"/>
              <a:gd name="connsiteY7876" fmla="*/ 211537 h 2631356"/>
              <a:gd name="connsiteX7877" fmla="*/ 4850950 w 11237202"/>
              <a:gd name="connsiteY7877" fmla="*/ 215356 h 2631356"/>
              <a:gd name="connsiteX7878" fmla="*/ 4827971 w 11237202"/>
              <a:gd name="connsiteY7878" fmla="*/ 225272 h 2631356"/>
              <a:gd name="connsiteX7879" fmla="*/ 4781706 w 11237202"/>
              <a:gd name="connsiteY7879" fmla="*/ 221579 h 2631356"/>
              <a:gd name="connsiteX7880" fmla="*/ 4804963 w 11237202"/>
              <a:gd name="connsiteY7880" fmla="*/ 211754 h 2631356"/>
              <a:gd name="connsiteX7881" fmla="*/ 4832666 w 11237202"/>
              <a:gd name="connsiteY7881" fmla="*/ 211537 h 2631356"/>
              <a:gd name="connsiteX7882" fmla="*/ 6322640 w 11237202"/>
              <a:gd name="connsiteY7882" fmla="*/ 211366 h 2631356"/>
              <a:gd name="connsiteX7883" fmla="*/ 6348394 w 11237202"/>
              <a:gd name="connsiteY7883" fmla="*/ 215698 h 2631356"/>
              <a:gd name="connsiteX7884" fmla="*/ 6335863 w 11237202"/>
              <a:gd name="connsiteY7884" fmla="*/ 226844 h 2631356"/>
              <a:gd name="connsiteX7885" fmla="*/ 6278679 w 11237202"/>
              <a:gd name="connsiteY7885" fmla="*/ 222696 h 2631356"/>
              <a:gd name="connsiteX7886" fmla="*/ 6291738 w 11237202"/>
              <a:gd name="connsiteY7886" fmla="*/ 211617 h 2631356"/>
              <a:gd name="connsiteX7887" fmla="*/ 6322640 w 11237202"/>
              <a:gd name="connsiteY7887" fmla="*/ 211366 h 2631356"/>
              <a:gd name="connsiteX7888" fmla="*/ 5644576 w 11237202"/>
              <a:gd name="connsiteY7888" fmla="*/ 210568 h 2631356"/>
              <a:gd name="connsiteX7889" fmla="*/ 5663317 w 11237202"/>
              <a:gd name="connsiteY7889" fmla="*/ 214010 h 2631356"/>
              <a:gd name="connsiteX7890" fmla="*/ 5648397 w 11237202"/>
              <a:gd name="connsiteY7890" fmla="*/ 222946 h 2631356"/>
              <a:gd name="connsiteX7891" fmla="*/ 5604354 w 11237202"/>
              <a:gd name="connsiteY7891" fmla="*/ 219641 h 2631356"/>
              <a:gd name="connsiteX7892" fmla="*/ 5619665 w 11237202"/>
              <a:gd name="connsiteY7892" fmla="*/ 210751 h 2631356"/>
              <a:gd name="connsiteX7893" fmla="*/ 5644576 w 11237202"/>
              <a:gd name="connsiteY7893" fmla="*/ 210568 h 2631356"/>
              <a:gd name="connsiteX7894" fmla="*/ 3147747 w 11237202"/>
              <a:gd name="connsiteY7894" fmla="*/ 210409 h 2631356"/>
              <a:gd name="connsiteX7895" fmla="*/ 3148553 w 11237202"/>
              <a:gd name="connsiteY7895" fmla="*/ 210478 h 2631356"/>
              <a:gd name="connsiteX7896" fmla="*/ 3147858 w 11237202"/>
              <a:gd name="connsiteY7896" fmla="*/ 210683 h 2631356"/>
              <a:gd name="connsiteX7897" fmla="*/ 3146969 w 11237202"/>
              <a:gd name="connsiteY7897" fmla="*/ 210614 h 2631356"/>
              <a:gd name="connsiteX7898" fmla="*/ 3147747 w 11237202"/>
              <a:gd name="connsiteY7898" fmla="*/ 210409 h 2631356"/>
              <a:gd name="connsiteX7899" fmla="*/ 7222900 w 11237202"/>
              <a:gd name="connsiteY7899" fmla="*/ 209329 h 2631356"/>
              <a:gd name="connsiteX7900" fmla="*/ 7248207 w 11237202"/>
              <a:gd name="connsiteY7900" fmla="*/ 213098 h 2631356"/>
              <a:gd name="connsiteX7901" fmla="*/ 7244177 w 11237202"/>
              <a:gd name="connsiteY7901" fmla="*/ 222855 h 2631356"/>
              <a:gd name="connsiteX7902" fmla="*/ 7191577 w 11237202"/>
              <a:gd name="connsiteY7902" fmla="*/ 219231 h 2631356"/>
              <a:gd name="connsiteX7903" fmla="*/ 7195968 w 11237202"/>
              <a:gd name="connsiteY7903" fmla="*/ 209543 h 2631356"/>
              <a:gd name="connsiteX7904" fmla="*/ 7222900 w 11237202"/>
              <a:gd name="connsiteY7904" fmla="*/ 209329 h 2631356"/>
              <a:gd name="connsiteX7905" fmla="*/ 4493146 w 11237202"/>
              <a:gd name="connsiteY7905" fmla="*/ 209104 h 2631356"/>
              <a:gd name="connsiteX7906" fmla="*/ 4509816 w 11237202"/>
              <a:gd name="connsiteY7906" fmla="*/ 212803 h 2631356"/>
              <a:gd name="connsiteX7907" fmla="*/ 4485057 w 11237202"/>
              <a:gd name="connsiteY7907" fmla="*/ 222354 h 2631356"/>
              <a:gd name="connsiteX7908" fmla="*/ 4441322 w 11237202"/>
              <a:gd name="connsiteY7908" fmla="*/ 218820 h 2631356"/>
              <a:gd name="connsiteX7909" fmla="*/ 4466329 w 11237202"/>
              <a:gd name="connsiteY7909" fmla="*/ 209338 h 2631356"/>
              <a:gd name="connsiteX7910" fmla="*/ 4493146 w 11237202"/>
              <a:gd name="connsiteY7910" fmla="*/ 209104 h 2631356"/>
              <a:gd name="connsiteX7911" fmla="*/ 7335179 w 11237202"/>
              <a:gd name="connsiteY7911" fmla="*/ 209087 h 2631356"/>
              <a:gd name="connsiteX7912" fmla="*/ 7337957 w 11237202"/>
              <a:gd name="connsiteY7912" fmla="*/ 209292 h 2631356"/>
              <a:gd name="connsiteX7913" fmla="*/ 7337763 w 11237202"/>
              <a:gd name="connsiteY7913" fmla="*/ 209794 h 2631356"/>
              <a:gd name="connsiteX7914" fmla="*/ 7335040 w 11237202"/>
              <a:gd name="connsiteY7914" fmla="*/ 209611 h 2631356"/>
              <a:gd name="connsiteX7915" fmla="*/ 7335179 w 11237202"/>
              <a:gd name="connsiteY7915" fmla="*/ 209087 h 2631356"/>
              <a:gd name="connsiteX7916" fmla="*/ 6892973 w 11237202"/>
              <a:gd name="connsiteY7916" fmla="*/ 208069 h 2631356"/>
              <a:gd name="connsiteX7917" fmla="*/ 6922159 w 11237202"/>
              <a:gd name="connsiteY7917" fmla="*/ 212597 h 2631356"/>
              <a:gd name="connsiteX7918" fmla="*/ 6914185 w 11237202"/>
              <a:gd name="connsiteY7918" fmla="*/ 224336 h 2631356"/>
              <a:gd name="connsiteX7919" fmla="*/ 6852054 w 11237202"/>
              <a:gd name="connsiteY7919" fmla="*/ 219983 h 2631356"/>
              <a:gd name="connsiteX7920" fmla="*/ 6860473 w 11237202"/>
              <a:gd name="connsiteY7920" fmla="*/ 208312 h 2631356"/>
              <a:gd name="connsiteX7921" fmla="*/ 6892973 w 11237202"/>
              <a:gd name="connsiteY7921" fmla="*/ 208069 h 2631356"/>
              <a:gd name="connsiteX7922" fmla="*/ 4934974 w 11237202"/>
              <a:gd name="connsiteY7922" fmla="*/ 207516 h 2631356"/>
              <a:gd name="connsiteX7923" fmla="*/ 4953511 w 11237202"/>
              <a:gd name="connsiteY7923" fmla="*/ 211298 h 2631356"/>
              <a:gd name="connsiteX7924" fmla="*/ 4931476 w 11237202"/>
              <a:gd name="connsiteY7924" fmla="*/ 221145 h 2631356"/>
              <a:gd name="connsiteX7925" fmla="*/ 4884961 w 11237202"/>
              <a:gd name="connsiteY7925" fmla="*/ 217521 h 2631356"/>
              <a:gd name="connsiteX7926" fmla="*/ 4907329 w 11237202"/>
              <a:gd name="connsiteY7926" fmla="*/ 207719 h 2631356"/>
              <a:gd name="connsiteX7927" fmla="*/ 4934974 w 11237202"/>
              <a:gd name="connsiteY7927" fmla="*/ 207516 h 2631356"/>
              <a:gd name="connsiteX7928" fmla="*/ 3822633 w 11237202"/>
              <a:gd name="connsiteY7928" fmla="*/ 206859 h 2631356"/>
              <a:gd name="connsiteX7929" fmla="*/ 3838714 w 11237202"/>
              <a:gd name="connsiteY7929" fmla="*/ 210911 h 2631356"/>
              <a:gd name="connsiteX7930" fmla="*/ 3805927 w 11237202"/>
              <a:gd name="connsiteY7930" fmla="*/ 221351 h 2631356"/>
              <a:gd name="connsiteX7931" fmla="*/ 3760079 w 11237202"/>
              <a:gd name="connsiteY7931" fmla="*/ 217453 h 2631356"/>
              <a:gd name="connsiteX7932" fmla="*/ 3793090 w 11237202"/>
              <a:gd name="connsiteY7932" fmla="*/ 207081 h 2631356"/>
              <a:gd name="connsiteX7933" fmla="*/ 3822633 w 11237202"/>
              <a:gd name="connsiteY7933" fmla="*/ 206859 h 2631356"/>
              <a:gd name="connsiteX7934" fmla="*/ 3482971 w 11237202"/>
              <a:gd name="connsiteY7934" fmla="*/ 206565 h 2631356"/>
              <a:gd name="connsiteX7935" fmla="*/ 3491577 w 11237202"/>
              <a:gd name="connsiteY7935" fmla="*/ 208882 h 2631356"/>
              <a:gd name="connsiteX7936" fmla="*/ 3471182 w 11237202"/>
              <a:gd name="connsiteY7936" fmla="*/ 214854 h 2631356"/>
              <a:gd name="connsiteX7937" fmla="*/ 3445479 w 11237202"/>
              <a:gd name="connsiteY7937" fmla="*/ 212620 h 2631356"/>
              <a:gd name="connsiteX7938" fmla="*/ 3465986 w 11237202"/>
              <a:gd name="connsiteY7938" fmla="*/ 206693 h 2631356"/>
              <a:gd name="connsiteX7939" fmla="*/ 3482971 w 11237202"/>
              <a:gd name="connsiteY7939" fmla="*/ 206565 h 2631356"/>
              <a:gd name="connsiteX7940" fmla="*/ 4260459 w 11237202"/>
              <a:gd name="connsiteY7940" fmla="*/ 206542 h 2631356"/>
              <a:gd name="connsiteX7941" fmla="*/ 4273852 w 11237202"/>
              <a:gd name="connsiteY7941" fmla="*/ 209634 h 2631356"/>
              <a:gd name="connsiteX7942" fmla="*/ 4251650 w 11237202"/>
              <a:gd name="connsiteY7942" fmla="*/ 217567 h 2631356"/>
              <a:gd name="connsiteX7943" fmla="*/ 4215695 w 11237202"/>
              <a:gd name="connsiteY7943" fmla="*/ 214626 h 2631356"/>
              <a:gd name="connsiteX7944" fmla="*/ 4238063 w 11237202"/>
              <a:gd name="connsiteY7944" fmla="*/ 206716 h 2631356"/>
              <a:gd name="connsiteX7945" fmla="*/ 4260459 w 11237202"/>
              <a:gd name="connsiteY7945" fmla="*/ 206542 h 2631356"/>
              <a:gd name="connsiteX7946" fmla="*/ 5544454 w 11237202"/>
              <a:gd name="connsiteY7946" fmla="*/ 206523 h 2631356"/>
              <a:gd name="connsiteX7947" fmla="*/ 5564203 w 11237202"/>
              <a:gd name="connsiteY7947" fmla="*/ 210181 h 2631356"/>
              <a:gd name="connsiteX7948" fmla="*/ 5547504 w 11237202"/>
              <a:gd name="connsiteY7948" fmla="*/ 219687 h 2631356"/>
              <a:gd name="connsiteX7949" fmla="*/ 5500766 w 11237202"/>
              <a:gd name="connsiteY7949" fmla="*/ 216177 h 2631356"/>
              <a:gd name="connsiteX7950" fmla="*/ 5517911 w 11237202"/>
              <a:gd name="connsiteY7950" fmla="*/ 206762 h 2631356"/>
              <a:gd name="connsiteX7951" fmla="*/ 5544454 w 11237202"/>
              <a:gd name="connsiteY7951" fmla="*/ 206523 h 2631356"/>
              <a:gd name="connsiteX7952" fmla="*/ 5990052 w 11237202"/>
              <a:gd name="connsiteY7952" fmla="*/ 206446 h 2631356"/>
              <a:gd name="connsiteX7953" fmla="*/ 6011594 w 11237202"/>
              <a:gd name="connsiteY7953" fmla="*/ 210204 h 2631356"/>
              <a:gd name="connsiteX7954" fmla="*/ 5998006 w 11237202"/>
              <a:gd name="connsiteY7954" fmla="*/ 219915 h 2631356"/>
              <a:gd name="connsiteX7955" fmla="*/ 5949019 w 11237202"/>
              <a:gd name="connsiteY7955" fmla="*/ 216336 h 2631356"/>
              <a:gd name="connsiteX7956" fmla="*/ 5962968 w 11237202"/>
              <a:gd name="connsiteY7956" fmla="*/ 206671 h 2631356"/>
              <a:gd name="connsiteX7957" fmla="*/ 5990052 w 11237202"/>
              <a:gd name="connsiteY7957" fmla="*/ 206446 h 2631356"/>
              <a:gd name="connsiteX7958" fmla="*/ 4040684 w 11237202"/>
              <a:gd name="connsiteY7958" fmla="*/ 204770 h 2631356"/>
              <a:gd name="connsiteX7959" fmla="*/ 4056755 w 11237202"/>
              <a:gd name="connsiteY7959" fmla="*/ 208654 h 2631356"/>
              <a:gd name="connsiteX7960" fmla="*/ 4027080 w 11237202"/>
              <a:gd name="connsiteY7960" fmla="*/ 218639 h 2631356"/>
              <a:gd name="connsiteX7961" fmla="*/ 3982454 w 11237202"/>
              <a:gd name="connsiteY7961" fmla="*/ 214946 h 2631356"/>
              <a:gd name="connsiteX7962" fmla="*/ 4012380 w 11237202"/>
              <a:gd name="connsiteY7962" fmla="*/ 205007 h 2631356"/>
              <a:gd name="connsiteX7963" fmla="*/ 4040684 w 11237202"/>
              <a:gd name="connsiteY7963" fmla="*/ 204770 h 2631356"/>
              <a:gd name="connsiteX7964" fmla="*/ 5037382 w 11237202"/>
              <a:gd name="connsiteY7964" fmla="*/ 204442 h 2631356"/>
              <a:gd name="connsiteX7965" fmla="*/ 5056571 w 11237202"/>
              <a:gd name="connsiteY7965" fmla="*/ 208289 h 2631356"/>
              <a:gd name="connsiteX7966" fmla="*/ 5034926 w 11237202"/>
              <a:gd name="connsiteY7966" fmla="*/ 218296 h 2631356"/>
              <a:gd name="connsiteX7967" fmla="*/ 4987327 w 11237202"/>
              <a:gd name="connsiteY7967" fmla="*/ 214603 h 2631356"/>
              <a:gd name="connsiteX7968" fmla="*/ 5009334 w 11237202"/>
              <a:gd name="connsiteY7968" fmla="*/ 204665 h 2631356"/>
              <a:gd name="connsiteX7969" fmla="*/ 5037382 w 11237202"/>
              <a:gd name="connsiteY7969" fmla="*/ 204442 h 2631356"/>
              <a:gd name="connsiteX7970" fmla="*/ 5443325 w 11237202"/>
              <a:gd name="connsiteY7970" fmla="*/ 204012 h 2631356"/>
              <a:gd name="connsiteX7971" fmla="*/ 5462727 w 11237202"/>
              <a:gd name="connsiteY7971" fmla="*/ 207673 h 2631356"/>
              <a:gd name="connsiteX7972" fmla="*/ 5445305 w 11237202"/>
              <a:gd name="connsiteY7972" fmla="*/ 217134 h 2631356"/>
              <a:gd name="connsiteX7973" fmla="*/ 5399068 w 11237202"/>
              <a:gd name="connsiteY7973" fmla="*/ 213623 h 2631356"/>
              <a:gd name="connsiteX7974" fmla="*/ 5416795 w 11237202"/>
              <a:gd name="connsiteY7974" fmla="*/ 204231 h 2631356"/>
              <a:gd name="connsiteX7975" fmla="*/ 5443325 w 11237202"/>
              <a:gd name="connsiteY7975" fmla="*/ 204012 h 2631356"/>
              <a:gd name="connsiteX7976" fmla="*/ 3039296 w 11237202"/>
              <a:gd name="connsiteY7976" fmla="*/ 203388 h 2631356"/>
              <a:gd name="connsiteX7977" fmla="*/ 3040130 w 11237202"/>
              <a:gd name="connsiteY7977" fmla="*/ 203480 h 2631356"/>
              <a:gd name="connsiteX7978" fmla="*/ 3039407 w 11237202"/>
              <a:gd name="connsiteY7978" fmla="*/ 203685 h 2631356"/>
              <a:gd name="connsiteX7979" fmla="*/ 3038546 w 11237202"/>
              <a:gd name="connsiteY7979" fmla="*/ 203616 h 2631356"/>
              <a:gd name="connsiteX7980" fmla="*/ 3039296 w 11237202"/>
              <a:gd name="connsiteY7980" fmla="*/ 203388 h 2631356"/>
              <a:gd name="connsiteX7981" fmla="*/ 6676426 w 11237202"/>
              <a:gd name="connsiteY7981" fmla="*/ 203200 h 2631356"/>
              <a:gd name="connsiteX7982" fmla="*/ 6704924 w 11237202"/>
              <a:gd name="connsiteY7982" fmla="*/ 207719 h 2631356"/>
              <a:gd name="connsiteX7983" fmla="*/ 6694977 w 11237202"/>
              <a:gd name="connsiteY7983" fmla="*/ 219458 h 2631356"/>
              <a:gd name="connsiteX7984" fmla="*/ 6633263 w 11237202"/>
              <a:gd name="connsiteY7984" fmla="*/ 215105 h 2631356"/>
              <a:gd name="connsiteX7985" fmla="*/ 6643739 w 11237202"/>
              <a:gd name="connsiteY7985" fmla="*/ 203434 h 2631356"/>
              <a:gd name="connsiteX7986" fmla="*/ 6676426 w 11237202"/>
              <a:gd name="connsiteY7986" fmla="*/ 203200 h 2631356"/>
              <a:gd name="connsiteX7987" fmla="*/ 3679665 w 11237202"/>
              <a:gd name="connsiteY7987" fmla="*/ 202728 h 2631356"/>
              <a:gd name="connsiteX7988" fmla="*/ 3696615 w 11237202"/>
              <a:gd name="connsiteY7988" fmla="*/ 204164 h 2631356"/>
              <a:gd name="connsiteX7989" fmla="*/ 3683999 w 11237202"/>
              <a:gd name="connsiteY7989" fmla="*/ 208062 h 2631356"/>
              <a:gd name="connsiteX7990" fmla="*/ 3666940 w 11237202"/>
              <a:gd name="connsiteY7990" fmla="*/ 206602 h 2631356"/>
              <a:gd name="connsiteX7991" fmla="*/ 3679665 w 11237202"/>
              <a:gd name="connsiteY7991" fmla="*/ 202728 h 2631356"/>
              <a:gd name="connsiteX7992" fmla="*/ 7450131 w 11237202"/>
              <a:gd name="connsiteY7992" fmla="*/ 202727 h 2631356"/>
              <a:gd name="connsiteX7993" fmla="*/ 7452410 w 11237202"/>
              <a:gd name="connsiteY7993" fmla="*/ 202887 h 2631356"/>
              <a:gd name="connsiteX7994" fmla="*/ 7452298 w 11237202"/>
              <a:gd name="connsiteY7994" fmla="*/ 203274 h 2631356"/>
              <a:gd name="connsiteX7995" fmla="*/ 7450048 w 11237202"/>
              <a:gd name="connsiteY7995" fmla="*/ 203137 h 2631356"/>
              <a:gd name="connsiteX7996" fmla="*/ 7450131 w 11237202"/>
              <a:gd name="connsiteY7996" fmla="*/ 202727 h 2631356"/>
              <a:gd name="connsiteX7997" fmla="*/ 5139965 w 11237202"/>
              <a:gd name="connsiteY7997" fmla="*/ 202322 h 2631356"/>
              <a:gd name="connsiteX7998" fmla="*/ 5160270 w 11237202"/>
              <a:gd name="connsiteY7998" fmla="*/ 206351 h 2631356"/>
              <a:gd name="connsiteX7999" fmla="*/ 5138597 w 11237202"/>
              <a:gd name="connsiteY7999" fmla="*/ 216701 h 2631356"/>
              <a:gd name="connsiteX8000" fmla="*/ 5088775 w 11237202"/>
              <a:gd name="connsiteY8000" fmla="*/ 212871 h 2631356"/>
              <a:gd name="connsiteX8001" fmla="*/ 5110782 w 11237202"/>
              <a:gd name="connsiteY8001" fmla="*/ 202567 h 2631356"/>
              <a:gd name="connsiteX8002" fmla="*/ 5139965 w 11237202"/>
              <a:gd name="connsiteY8002" fmla="*/ 202322 h 2631356"/>
              <a:gd name="connsiteX8003" fmla="*/ 3355618 w 11237202"/>
              <a:gd name="connsiteY8003" fmla="*/ 202203 h 2631356"/>
              <a:gd name="connsiteX8004" fmla="*/ 3360842 w 11237202"/>
              <a:gd name="connsiteY8004" fmla="*/ 202658 h 2631356"/>
              <a:gd name="connsiteX8005" fmla="*/ 3356507 w 11237202"/>
              <a:gd name="connsiteY8005" fmla="*/ 203889 h 2631356"/>
              <a:gd name="connsiteX8006" fmla="*/ 3351339 w 11237202"/>
              <a:gd name="connsiteY8006" fmla="*/ 203434 h 2631356"/>
              <a:gd name="connsiteX8007" fmla="*/ 3355618 w 11237202"/>
              <a:gd name="connsiteY8007" fmla="*/ 202203 h 2631356"/>
              <a:gd name="connsiteX8008" fmla="*/ 5342946 w 11237202"/>
              <a:gd name="connsiteY8008" fmla="*/ 202074 h 2631356"/>
              <a:gd name="connsiteX8009" fmla="*/ 5363445 w 11237202"/>
              <a:gd name="connsiteY8009" fmla="*/ 206010 h 2631356"/>
              <a:gd name="connsiteX8010" fmla="*/ 5343884 w 11237202"/>
              <a:gd name="connsiteY8010" fmla="*/ 216153 h 2631356"/>
              <a:gd name="connsiteX8011" fmla="*/ 5294396 w 11237202"/>
              <a:gd name="connsiteY8011" fmla="*/ 212392 h 2631356"/>
              <a:gd name="connsiteX8012" fmla="*/ 5314318 w 11237202"/>
              <a:gd name="connsiteY8012" fmla="*/ 202294 h 2631356"/>
              <a:gd name="connsiteX8013" fmla="*/ 5342946 w 11237202"/>
              <a:gd name="connsiteY8013" fmla="*/ 202074 h 2631356"/>
              <a:gd name="connsiteX8014" fmla="*/ 5241116 w 11237202"/>
              <a:gd name="connsiteY8014" fmla="*/ 201878 h 2631356"/>
              <a:gd name="connsiteX8015" fmla="*/ 5260885 w 11237202"/>
              <a:gd name="connsiteY8015" fmla="*/ 205736 h 2631356"/>
              <a:gd name="connsiteX8016" fmla="*/ 5240907 w 11237202"/>
              <a:gd name="connsiteY8016" fmla="*/ 215675 h 2631356"/>
              <a:gd name="connsiteX8017" fmla="*/ 5192781 w 11237202"/>
              <a:gd name="connsiteY8017" fmla="*/ 211982 h 2631356"/>
              <a:gd name="connsiteX8018" fmla="*/ 5213092 w 11237202"/>
              <a:gd name="connsiteY8018" fmla="*/ 202089 h 2631356"/>
              <a:gd name="connsiteX8019" fmla="*/ 5241116 w 11237202"/>
              <a:gd name="connsiteY8019" fmla="*/ 201878 h 2631356"/>
              <a:gd name="connsiteX8020" fmla="*/ 4595086 w 11237202"/>
              <a:gd name="connsiteY8020" fmla="*/ 201521 h 2631356"/>
              <a:gd name="connsiteX8021" fmla="*/ 4612876 w 11237202"/>
              <a:gd name="connsiteY8021" fmla="*/ 205349 h 2631356"/>
              <a:gd name="connsiteX8022" fmla="*/ 4587756 w 11237202"/>
              <a:gd name="connsiteY8022" fmla="*/ 215310 h 2631356"/>
              <a:gd name="connsiteX8023" fmla="*/ 4541575 w 11237202"/>
              <a:gd name="connsiteY8023" fmla="*/ 211617 h 2631356"/>
              <a:gd name="connsiteX8024" fmla="*/ 4566999 w 11237202"/>
              <a:gd name="connsiteY8024" fmla="*/ 201747 h 2631356"/>
              <a:gd name="connsiteX8025" fmla="*/ 4595086 w 11237202"/>
              <a:gd name="connsiteY8025" fmla="*/ 201521 h 2631356"/>
              <a:gd name="connsiteX8026" fmla="*/ 6226920 w 11237202"/>
              <a:gd name="connsiteY8026" fmla="*/ 201339 h 2631356"/>
              <a:gd name="connsiteX8027" fmla="*/ 6253088 w 11237202"/>
              <a:gd name="connsiteY8027" fmla="*/ 205758 h 2631356"/>
              <a:gd name="connsiteX8028" fmla="*/ 6239195 w 11237202"/>
              <a:gd name="connsiteY8028" fmla="*/ 217134 h 2631356"/>
              <a:gd name="connsiteX8029" fmla="*/ 6180731 w 11237202"/>
              <a:gd name="connsiteY8029" fmla="*/ 212893 h 2631356"/>
              <a:gd name="connsiteX8030" fmla="*/ 6195042 w 11237202"/>
              <a:gd name="connsiteY8030" fmla="*/ 201587 h 2631356"/>
              <a:gd name="connsiteX8031" fmla="*/ 6226920 w 11237202"/>
              <a:gd name="connsiteY8031" fmla="*/ 201339 h 2631356"/>
              <a:gd name="connsiteX8032" fmla="*/ 6454776 w 11237202"/>
              <a:gd name="connsiteY8032" fmla="*/ 200835 h 2631356"/>
              <a:gd name="connsiteX8033" fmla="*/ 6482187 w 11237202"/>
              <a:gd name="connsiteY8033" fmla="*/ 205303 h 2631356"/>
              <a:gd name="connsiteX8034" fmla="*/ 6470211 w 11237202"/>
              <a:gd name="connsiteY8034" fmla="*/ 216883 h 2631356"/>
              <a:gd name="connsiteX8035" fmla="*/ 6409997 w 11237202"/>
              <a:gd name="connsiteY8035" fmla="*/ 212597 h 2631356"/>
              <a:gd name="connsiteX8036" fmla="*/ 6422446 w 11237202"/>
              <a:gd name="connsiteY8036" fmla="*/ 201086 h 2631356"/>
              <a:gd name="connsiteX8037" fmla="*/ 6454776 w 11237202"/>
              <a:gd name="connsiteY8037" fmla="*/ 200835 h 2631356"/>
              <a:gd name="connsiteX8038" fmla="*/ 7013778 w 11237202"/>
              <a:gd name="connsiteY8038" fmla="*/ 200379 h 2631356"/>
              <a:gd name="connsiteX8039" fmla="*/ 7044004 w 11237202"/>
              <a:gd name="connsiteY8039" fmla="*/ 204961 h 2631356"/>
              <a:gd name="connsiteX8040" fmla="*/ 7037113 w 11237202"/>
              <a:gd name="connsiteY8040" fmla="*/ 216883 h 2631356"/>
              <a:gd name="connsiteX8041" fmla="*/ 6973176 w 11237202"/>
              <a:gd name="connsiteY8041" fmla="*/ 212460 h 2631356"/>
              <a:gd name="connsiteX8042" fmla="*/ 6980678 w 11237202"/>
              <a:gd name="connsiteY8042" fmla="*/ 200653 h 2631356"/>
              <a:gd name="connsiteX8043" fmla="*/ 7013778 w 11237202"/>
              <a:gd name="connsiteY8043" fmla="*/ 200379 h 2631356"/>
              <a:gd name="connsiteX8044" fmla="*/ 5892151 w 11237202"/>
              <a:gd name="connsiteY8044" fmla="*/ 199365 h 2631356"/>
              <a:gd name="connsiteX8045" fmla="*/ 5913925 w 11237202"/>
              <a:gd name="connsiteY8045" fmla="*/ 203183 h 2631356"/>
              <a:gd name="connsiteX8046" fmla="*/ 5899198 w 11237202"/>
              <a:gd name="connsiteY8046" fmla="*/ 213099 h 2631356"/>
              <a:gd name="connsiteX8047" fmla="*/ 5849182 w 11237202"/>
              <a:gd name="connsiteY8047" fmla="*/ 209452 h 2631356"/>
              <a:gd name="connsiteX8048" fmla="*/ 5864271 w 11237202"/>
              <a:gd name="connsiteY8048" fmla="*/ 199581 h 2631356"/>
              <a:gd name="connsiteX8049" fmla="*/ 5892151 w 11237202"/>
              <a:gd name="connsiteY8049" fmla="*/ 199365 h 2631356"/>
              <a:gd name="connsiteX8050" fmla="*/ 4361890 w 11237202"/>
              <a:gd name="connsiteY8050" fmla="*/ 196925 h 2631356"/>
              <a:gd name="connsiteX8051" fmla="*/ 4376774 w 11237202"/>
              <a:gd name="connsiteY8051" fmla="*/ 200287 h 2631356"/>
              <a:gd name="connsiteX8052" fmla="*/ 4353238 w 11237202"/>
              <a:gd name="connsiteY8052" fmla="*/ 208904 h 2631356"/>
              <a:gd name="connsiteX8053" fmla="*/ 4313503 w 11237202"/>
              <a:gd name="connsiteY8053" fmla="*/ 205690 h 2631356"/>
              <a:gd name="connsiteX8054" fmla="*/ 4337317 w 11237202"/>
              <a:gd name="connsiteY8054" fmla="*/ 197119 h 2631356"/>
              <a:gd name="connsiteX8055" fmla="*/ 4361890 w 11237202"/>
              <a:gd name="connsiteY8055" fmla="*/ 196925 h 2631356"/>
              <a:gd name="connsiteX8056" fmla="*/ 7563111 w 11237202"/>
              <a:gd name="connsiteY8056" fmla="*/ 196527 h 2631356"/>
              <a:gd name="connsiteX8057" fmla="*/ 7565307 w 11237202"/>
              <a:gd name="connsiteY8057" fmla="*/ 196664 h 2631356"/>
              <a:gd name="connsiteX8058" fmla="*/ 7565195 w 11237202"/>
              <a:gd name="connsiteY8058" fmla="*/ 197073 h 2631356"/>
              <a:gd name="connsiteX8059" fmla="*/ 7562973 w 11237202"/>
              <a:gd name="connsiteY8059" fmla="*/ 196914 h 2631356"/>
              <a:gd name="connsiteX8060" fmla="*/ 7563111 w 11237202"/>
              <a:gd name="connsiteY8060" fmla="*/ 196527 h 2631356"/>
              <a:gd name="connsiteX8061" fmla="*/ 3245500 w 11237202"/>
              <a:gd name="connsiteY8061" fmla="*/ 195523 h 2631356"/>
              <a:gd name="connsiteX8062" fmla="*/ 3246333 w 11237202"/>
              <a:gd name="connsiteY8062" fmla="*/ 195569 h 2631356"/>
              <a:gd name="connsiteX8063" fmla="*/ 3245639 w 11237202"/>
              <a:gd name="connsiteY8063" fmla="*/ 195820 h 2631356"/>
              <a:gd name="connsiteX8064" fmla="*/ 3244805 w 11237202"/>
              <a:gd name="connsiteY8064" fmla="*/ 195729 h 2631356"/>
              <a:gd name="connsiteX8065" fmla="*/ 3245500 w 11237202"/>
              <a:gd name="connsiteY8065" fmla="*/ 195523 h 2631356"/>
              <a:gd name="connsiteX8066" fmla="*/ 4695923 w 11237202"/>
              <a:gd name="connsiteY8066" fmla="*/ 195330 h 2631356"/>
              <a:gd name="connsiteX8067" fmla="*/ 4713936 w 11237202"/>
              <a:gd name="connsiteY8067" fmla="*/ 199148 h 2631356"/>
              <a:gd name="connsiteX8068" fmla="*/ 4689678 w 11237202"/>
              <a:gd name="connsiteY8068" fmla="*/ 208996 h 2631356"/>
              <a:gd name="connsiteX8069" fmla="*/ 4643497 w 11237202"/>
              <a:gd name="connsiteY8069" fmla="*/ 205349 h 2631356"/>
              <a:gd name="connsiteX8070" fmla="*/ 4667949 w 11237202"/>
              <a:gd name="connsiteY8070" fmla="*/ 195547 h 2631356"/>
              <a:gd name="connsiteX8071" fmla="*/ 4695923 w 11237202"/>
              <a:gd name="connsiteY8071" fmla="*/ 195330 h 2631356"/>
              <a:gd name="connsiteX8072" fmla="*/ 6800572 w 11237202"/>
              <a:gd name="connsiteY8072" fmla="*/ 194879 h 2631356"/>
              <a:gd name="connsiteX8073" fmla="*/ 6829602 w 11237202"/>
              <a:gd name="connsiteY8073" fmla="*/ 199376 h 2631356"/>
              <a:gd name="connsiteX8074" fmla="*/ 6820766 w 11237202"/>
              <a:gd name="connsiteY8074" fmla="*/ 211070 h 2631356"/>
              <a:gd name="connsiteX8075" fmla="*/ 6758441 w 11237202"/>
              <a:gd name="connsiteY8075" fmla="*/ 206739 h 2631356"/>
              <a:gd name="connsiteX8076" fmla="*/ 6767832 w 11237202"/>
              <a:gd name="connsiteY8076" fmla="*/ 195136 h 2631356"/>
              <a:gd name="connsiteX8077" fmla="*/ 6800572 w 11237202"/>
              <a:gd name="connsiteY8077" fmla="*/ 194879 h 2631356"/>
              <a:gd name="connsiteX8078" fmla="*/ 3920709 w 11237202"/>
              <a:gd name="connsiteY8078" fmla="*/ 194834 h 2631356"/>
              <a:gd name="connsiteX8079" fmla="*/ 3936997 w 11237202"/>
              <a:gd name="connsiteY8079" fmla="*/ 198806 h 2631356"/>
              <a:gd name="connsiteX8080" fmla="*/ 3905347 w 11237202"/>
              <a:gd name="connsiteY8080" fmla="*/ 209041 h 2631356"/>
              <a:gd name="connsiteX8081" fmla="*/ 3859582 w 11237202"/>
              <a:gd name="connsiteY8081" fmla="*/ 205257 h 2631356"/>
              <a:gd name="connsiteX8082" fmla="*/ 3891482 w 11237202"/>
              <a:gd name="connsiteY8082" fmla="*/ 195068 h 2631356"/>
              <a:gd name="connsiteX8083" fmla="*/ 3920709 w 11237202"/>
              <a:gd name="connsiteY8083" fmla="*/ 194834 h 2631356"/>
              <a:gd name="connsiteX8084" fmla="*/ 3564739 w 11237202"/>
              <a:gd name="connsiteY8084" fmla="*/ 194611 h 2631356"/>
              <a:gd name="connsiteX8085" fmla="*/ 3580523 w 11237202"/>
              <a:gd name="connsiteY8085" fmla="*/ 195934 h 2631356"/>
              <a:gd name="connsiteX8086" fmla="*/ 3568297 w 11237202"/>
              <a:gd name="connsiteY8086" fmla="*/ 199535 h 2631356"/>
              <a:gd name="connsiteX8087" fmla="*/ 3552458 w 11237202"/>
              <a:gd name="connsiteY8087" fmla="*/ 198213 h 2631356"/>
              <a:gd name="connsiteX8088" fmla="*/ 3564739 w 11237202"/>
              <a:gd name="connsiteY8088" fmla="*/ 194611 h 2631356"/>
              <a:gd name="connsiteX8089" fmla="*/ 4138449 w 11237202"/>
              <a:gd name="connsiteY8089" fmla="*/ 194529 h 2631356"/>
              <a:gd name="connsiteX8090" fmla="*/ 4153869 w 11237202"/>
              <a:gd name="connsiteY8090" fmla="*/ 198123 h 2631356"/>
              <a:gd name="connsiteX8091" fmla="*/ 4126667 w 11237202"/>
              <a:gd name="connsiteY8091" fmla="*/ 207446 h 2631356"/>
              <a:gd name="connsiteX8092" fmla="*/ 4084404 w 11237202"/>
              <a:gd name="connsiteY8092" fmla="*/ 204004 h 2631356"/>
              <a:gd name="connsiteX8093" fmla="*/ 4111856 w 11237202"/>
              <a:gd name="connsiteY8093" fmla="*/ 194749 h 2631356"/>
              <a:gd name="connsiteX8094" fmla="*/ 4138449 w 11237202"/>
              <a:gd name="connsiteY8094" fmla="*/ 194529 h 2631356"/>
              <a:gd name="connsiteX8095" fmla="*/ 7132166 w 11237202"/>
              <a:gd name="connsiteY8095" fmla="*/ 193224 h 2631356"/>
              <a:gd name="connsiteX8096" fmla="*/ 7162902 w 11237202"/>
              <a:gd name="connsiteY8096" fmla="*/ 197781 h 2631356"/>
              <a:gd name="connsiteX8097" fmla="*/ 7157094 w 11237202"/>
              <a:gd name="connsiteY8097" fmla="*/ 209657 h 2631356"/>
              <a:gd name="connsiteX8098" fmla="*/ 7092686 w 11237202"/>
              <a:gd name="connsiteY8098" fmla="*/ 205280 h 2631356"/>
              <a:gd name="connsiteX8099" fmla="*/ 7098992 w 11237202"/>
              <a:gd name="connsiteY8099" fmla="*/ 193472 h 2631356"/>
              <a:gd name="connsiteX8100" fmla="*/ 7132166 w 11237202"/>
              <a:gd name="connsiteY8100" fmla="*/ 193224 h 2631356"/>
              <a:gd name="connsiteX8101" fmla="*/ 6130233 w 11237202"/>
              <a:gd name="connsiteY8101" fmla="*/ 192902 h 2631356"/>
              <a:gd name="connsiteX8102" fmla="*/ 6154917 w 11237202"/>
              <a:gd name="connsiteY8102" fmla="*/ 197097 h 2631356"/>
              <a:gd name="connsiteX8103" fmla="*/ 6140885 w 11237202"/>
              <a:gd name="connsiteY8103" fmla="*/ 207925 h 2631356"/>
              <a:gd name="connsiteX8104" fmla="*/ 6085284 w 11237202"/>
              <a:gd name="connsiteY8104" fmla="*/ 203913 h 2631356"/>
              <a:gd name="connsiteX8105" fmla="*/ 6099733 w 11237202"/>
              <a:gd name="connsiteY8105" fmla="*/ 193153 h 2631356"/>
              <a:gd name="connsiteX8106" fmla="*/ 6130233 w 11237202"/>
              <a:gd name="connsiteY8106" fmla="*/ 192902 h 2631356"/>
              <a:gd name="connsiteX8107" fmla="*/ 5794626 w 11237202"/>
              <a:gd name="connsiteY8107" fmla="*/ 192880 h 2631356"/>
              <a:gd name="connsiteX8108" fmla="*/ 5817950 w 11237202"/>
              <a:gd name="connsiteY8108" fmla="*/ 197028 h 2631356"/>
              <a:gd name="connsiteX8109" fmla="*/ 5801084 w 11237202"/>
              <a:gd name="connsiteY8109" fmla="*/ 207765 h 2631356"/>
              <a:gd name="connsiteX8110" fmla="*/ 5747066 w 11237202"/>
              <a:gd name="connsiteY8110" fmla="*/ 203776 h 2631356"/>
              <a:gd name="connsiteX8111" fmla="*/ 5764322 w 11237202"/>
              <a:gd name="connsiteY8111" fmla="*/ 193107 h 2631356"/>
              <a:gd name="connsiteX8112" fmla="*/ 5794626 w 11237202"/>
              <a:gd name="connsiteY8112" fmla="*/ 192880 h 2631356"/>
              <a:gd name="connsiteX8113" fmla="*/ 6582910 w 11237202"/>
              <a:gd name="connsiteY8113" fmla="*/ 191492 h 2631356"/>
              <a:gd name="connsiteX8114" fmla="*/ 6610617 w 11237202"/>
              <a:gd name="connsiteY8114" fmla="*/ 195911 h 2631356"/>
              <a:gd name="connsiteX8115" fmla="*/ 6599974 w 11237202"/>
              <a:gd name="connsiteY8115" fmla="*/ 207309 h 2631356"/>
              <a:gd name="connsiteX8116" fmla="*/ 6539650 w 11237202"/>
              <a:gd name="connsiteY8116" fmla="*/ 203069 h 2631356"/>
              <a:gd name="connsiteX8117" fmla="*/ 6550848 w 11237202"/>
              <a:gd name="connsiteY8117" fmla="*/ 191740 h 2631356"/>
              <a:gd name="connsiteX8118" fmla="*/ 6582910 w 11237202"/>
              <a:gd name="connsiteY8118" fmla="*/ 191492 h 2631356"/>
              <a:gd name="connsiteX8119" fmla="*/ 6360041 w 11237202"/>
              <a:gd name="connsiteY8119" fmla="*/ 190569 h 2631356"/>
              <a:gd name="connsiteX8120" fmla="*/ 6386657 w 11237202"/>
              <a:gd name="connsiteY8120" fmla="*/ 194931 h 2631356"/>
              <a:gd name="connsiteX8121" fmla="*/ 6374014 w 11237202"/>
              <a:gd name="connsiteY8121" fmla="*/ 206215 h 2631356"/>
              <a:gd name="connsiteX8122" fmla="*/ 6315051 w 11237202"/>
              <a:gd name="connsiteY8122" fmla="*/ 202043 h 2631356"/>
              <a:gd name="connsiteX8123" fmla="*/ 6328194 w 11237202"/>
              <a:gd name="connsiteY8123" fmla="*/ 190805 h 2631356"/>
              <a:gd name="connsiteX8124" fmla="*/ 6360041 w 11237202"/>
              <a:gd name="connsiteY8124" fmla="*/ 190569 h 2631356"/>
              <a:gd name="connsiteX8125" fmla="*/ 4797135 w 11237202"/>
              <a:gd name="connsiteY8125" fmla="*/ 189984 h 2631356"/>
              <a:gd name="connsiteX8126" fmla="*/ 4815884 w 11237202"/>
              <a:gd name="connsiteY8126" fmla="*/ 193859 h 2631356"/>
              <a:gd name="connsiteX8127" fmla="*/ 4791905 w 11237202"/>
              <a:gd name="connsiteY8127" fmla="*/ 203934 h 2631356"/>
              <a:gd name="connsiteX8128" fmla="*/ 4744084 w 11237202"/>
              <a:gd name="connsiteY8128" fmla="*/ 200197 h 2631356"/>
              <a:gd name="connsiteX8129" fmla="*/ 4768425 w 11237202"/>
              <a:gd name="connsiteY8129" fmla="*/ 190212 h 2631356"/>
              <a:gd name="connsiteX8130" fmla="*/ 4797135 w 11237202"/>
              <a:gd name="connsiteY8130" fmla="*/ 189984 h 2631356"/>
              <a:gd name="connsiteX8131" fmla="*/ 3453288 w 11237202"/>
              <a:gd name="connsiteY8131" fmla="*/ 188822 h 2631356"/>
              <a:gd name="connsiteX8132" fmla="*/ 3455483 w 11237202"/>
              <a:gd name="connsiteY8132" fmla="*/ 189027 h 2631356"/>
              <a:gd name="connsiteX8133" fmla="*/ 3453732 w 11237202"/>
              <a:gd name="connsiteY8133" fmla="*/ 189506 h 2631356"/>
              <a:gd name="connsiteX8134" fmla="*/ 3451565 w 11237202"/>
              <a:gd name="connsiteY8134" fmla="*/ 189324 h 2631356"/>
              <a:gd name="connsiteX8135" fmla="*/ 3453288 w 11237202"/>
              <a:gd name="connsiteY8135" fmla="*/ 188822 h 2631356"/>
              <a:gd name="connsiteX8136" fmla="*/ 4462474 w 11237202"/>
              <a:gd name="connsiteY8136" fmla="*/ 188559 h 2631356"/>
              <a:gd name="connsiteX8137" fmla="*/ 4478416 w 11237202"/>
              <a:gd name="connsiteY8137" fmla="*/ 192036 h 2631356"/>
              <a:gd name="connsiteX8138" fmla="*/ 4454437 w 11237202"/>
              <a:gd name="connsiteY8138" fmla="*/ 201086 h 2631356"/>
              <a:gd name="connsiteX8139" fmla="*/ 4412424 w 11237202"/>
              <a:gd name="connsiteY8139" fmla="*/ 197735 h 2631356"/>
              <a:gd name="connsiteX8140" fmla="*/ 4436653 w 11237202"/>
              <a:gd name="connsiteY8140" fmla="*/ 188776 h 2631356"/>
              <a:gd name="connsiteX8141" fmla="*/ 4462474 w 11237202"/>
              <a:gd name="connsiteY8141" fmla="*/ 188559 h 2631356"/>
              <a:gd name="connsiteX8142" fmla="*/ 5695155 w 11237202"/>
              <a:gd name="connsiteY8142" fmla="*/ 188492 h 2631356"/>
              <a:gd name="connsiteX8143" fmla="*/ 5716779 w 11237202"/>
              <a:gd name="connsiteY8143" fmla="*/ 192379 h 2631356"/>
              <a:gd name="connsiteX8144" fmla="*/ 5700080 w 11237202"/>
              <a:gd name="connsiteY8144" fmla="*/ 202431 h 2631356"/>
              <a:gd name="connsiteX8145" fmla="*/ 5649647 w 11237202"/>
              <a:gd name="connsiteY8145" fmla="*/ 198693 h 2631356"/>
              <a:gd name="connsiteX8146" fmla="*/ 5666652 w 11237202"/>
              <a:gd name="connsiteY8146" fmla="*/ 188708 h 2631356"/>
              <a:gd name="connsiteX8147" fmla="*/ 5695155 w 11237202"/>
              <a:gd name="connsiteY8147" fmla="*/ 188492 h 2631356"/>
              <a:gd name="connsiteX8148" fmla="*/ 3136827 w 11237202"/>
              <a:gd name="connsiteY8148" fmla="*/ 188389 h 2631356"/>
              <a:gd name="connsiteX8149" fmla="*/ 3137717 w 11237202"/>
              <a:gd name="connsiteY8149" fmla="*/ 188457 h 2631356"/>
              <a:gd name="connsiteX8150" fmla="*/ 3136966 w 11237202"/>
              <a:gd name="connsiteY8150" fmla="*/ 188662 h 2631356"/>
              <a:gd name="connsiteX8151" fmla="*/ 3136188 w 11237202"/>
              <a:gd name="connsiteY8151" fmla="*/ 188594 h 2631356"/>
              <a:gd name="connsiteX8152" fmla="*/ 3136827 w 11237202"/>
              <a:gd name="connsiteY8152" fmla="*/ 188389 h 2631356"/>
              <a:gd name="connsiteX8153" fmla="*/ 7247581 w 11237202"/>
              <a:gd name="connsiteY8153" fmla="*/ 188021 h 2631356"/>
              <a:gd name="connsiteX8154" fmla="*/ 7272520 w 11237202"/>
              <a:gd name="connsiteY8154" fmla="*/ 191671 h 2631356"/>
              <a:gd name="connsiteX8155" fmla="*/ 7268769 w 11237202"/>
              <a:gd name="connsiteY8155" fmla="*/ 201086 h 2631356"/>
              <a:gd name="connsiteX8156" fmla="*/ 7216974 w 11237202"/>
              <a:gd name="connsiteY8156" fmla="*/ 197598 h 2631356"/>
              <a:gd name="connsiteX8157" fmla="*/ 7221059 w 11237202"/>
              <a:gd name="connsiteY8157" fmla="*/ 188252 h 2631356"/>
              <a:gd name="connsiteX8158" fmla="*/ 7247581 w 11237202"/>
              <a:gd name="connsiteY8158" fmla="*/ 188021 h 2631356"/>
              <a:gd name="connsiteX8159" fmla="*/ 7358713 w 11237202"/>
              <a:gd name="connsiteY8159" fmla="*/ 187773 h 2631356"/>
              <a:gd name="connsiteX8160" fmla="*/ 7360880 w 11237202"/>
              <a:gd name="connsiteY8160" fmla="*/ 187910 h 2631356"/>
              <a:gd name="connsiteX8161" fmla="*/ 7360742 w 11237202"/>
              <a:gd name="connsiteY8161" fmla="*/ 188320 h 2631356"/>
              <a:gd name="connsiteX8162" fmla="*/ 7358574 w 11237202"/>
              <a:gd name="connsiteY8162" fmla="*/ 188183 h 2631356"/>
              <a:gd name="connsiteX8163" fmla="*/ 7358713 w 11237202"/>
              <a:gd name="connsiteY8163" fmla="*/ 187773 h 2631356"/>
              <a:gd name="connsiteX8164" fmla="*/ 3796889 w 11237202"/>
              <a:gd name="connsiteY8164" fmla="*/ 187636 h 2631356"/>
              <a:gd name="connsiteX8165" fmla="*/ 3808622 w 11237202"/>
              <a:gd name="connsiteY8165" fmla="*/ 190532 h 2631356"/>
              <a:gd name="connsiteX8166" fmla="*/ 3784559 w 11237202"/>
              <a:gd name="connsiteY8166" fmla="*/ 198031 h 2631356"/>
              <a:gd name="connsiteX8167" fmla="*/ 3751103 w 11237202"/>
              <a:gd name="connsiteY8167" fmla="*/ 195273 h 2631356"/>
              <a:gd name="connsiteX8168" fmla="*/ 3775278 w 11237202"/>
              <a:gd name="connsiteY8168" fmla="*/ 187819 h 2631356"/>
              <a:gd name="connsiteX8169" fmla="*/ 3796889 w 11237202"/>
              <a:gd name="connsiteY8169" fmla="*/ 187636 h 2631356"/>
              <a:gd name="connsiteX8170" fmla="*/ 6921989 w 11237202"/>
              <a:gd name="connsiteY8170" fmla="*/ 186961 h 2631356"/>
              <a:gd name="connsiteX8171" fmla="*/ 6951835 w 11237202"/>
              <a:gd name="connsiteY8171" fmla="*/ 191489 h 2631356"/>
              <a:gd name="connsiteX8172" fmla="*/ 6944000 w 11237202"/>
              <a:gd name="connsiteY8172" fmla="*/ 203228 h 2631356"/>
              <a:gd name="connsiteX8173" fmla="*/ 6880590 w 11237202"/>
              <a:gd name="connsiteY8173" fmla="*/ 198875 h 2631356"/>
              <a:gd name="connsiteX8174" fmla="*/ 6888954 w 11237202"/>
              <a:gd name="connsiteY8174" fmla="*/ 187204 h 2631356"/>
              <a:gd name="connsiteX8175" fmla="*/ 6921989 w 11237202"/>
              <a:gd name="connsiteY8175" fmla="*/ 186961 h 2631356"/>
              <a:gd name="connsiteX8176" fmla="*/ 4897626 w 11237202"/>
              <a:gd name="connsiteY8176" fmla="*/ 185835 h 2631356"/>
              <a:gd name="connsiteX8177" fmla="*/ 4916694 w 11237202"/>
              <a:gd name="connsiteY8177" fmla="*/ 189711 h 2631356"/>
              <a:gd name="connsiteX8178" fmla="*/ 4893548 w 11237202"/>
              <a:gd name="connsiteY8178" fmla="*/ 199695 h 2631356"/>
              <a:gd name="connsiteX8179" fmla="*/ 4845616 w 11237202"/>
              <a:gd name="connsiteY8179" fmla="*/ 195980 h 2631356"/>
              <a:gd name="connsiteX8180" fmla="*/ 4869096 w 11237202"/>
              <a:gd name="connsiteY8180" fmla="*/ 186064 h 2631356"/>
              <a:gd name="connsiteX8181" fmla="*/ 4897626 w 11237202"/>
              <a:gd name="connsiteY8181" fmla="*/ 185835 h 2631356"/>
              <a:gd name="connsiteX8182" fmla="*/ 4235867 w 11237202"/>
              <a:gd name="connsiteY8182" fmla="*/ 185294 h 2631356"/>
              <a:gd name="connsiteX8183" fmla="*/ 4250456 w 11237202"/>
              <a:gd name="connsiteY8183" fmla="*/ 188617 h 2631356"/>
              <a:gd name="connsiteX8184" fmla="*/ 4226003 w 11237202"/>
              <a:gd name="connsiteY8184" fmla="*/ 197188 h 2631356"/>
              <a:gd name="connsiteX8185" fmla="*/ 4186463 w 11237202"/>
              <a:gd name="connsiteY8185" fmla="*/ 193997 h 2631356"/>
              <a:gd name="connsiteX8186" fmla="*/ 4211276 w 11237202"/>
              <a:gd name="connsiteY8186" fmla="*/ 185494 h 2631356"/>
              <a:gd name="connsiteX8187" fmla="*/ 4235867 w 11237202"/>
              <a:gd name="connsiteY8187" fmla="*/ 185294 h 2631356"/>
              <a:gd name="connsiteX8188" fmla="*/ 6033945 w 11237202"/>
              <a:gd name="connsiteY8188" fmla="*/ 185049 h 2631356"/>
              <a:gd name="connsiteX8189" fmla="*/ 6058637 w 11237202"/>
              <a:gd name="connsiteY8189" fmla="*/ 189255 h 2631356"/>
              <a:gd name="connsiteX8190" fmla="*/ 6043466 w 11237202"/>
              <a:gd name="connsiteY8190" fmla="*/ 200174 h 2631356"/>
              <a:gd name="connsiteX8191" fmla="*/ 5987448 w 11237202"/>
              <a:gd name="connsiteY8191" fmla="*/ 196139 h 2631356"/>
              <a:gd name="connsiteX8192" fmla="*/ 6003064 w 11237202"/>
              <a:gd name="connsiteY8192" fmla="*/ 185288 h 2631356"/>
              <a:gd name="connsiteX8193" fmla="*/ 6033945 w 11237202"/>
              <a:gd name="connsiteY8193" fmla="*/ 185049 h 2631356"/>
              <a:gd name="connsiteX8194" fmla="*/ 5596658 w 11237202"/>
              <a:gd name="connsiteY8194" fmla="*/ 184400 h 2631356"/>
              <a:gd name="connsiteX8195" fmla="*/ 5618748 w 11237202"/>
              <a:gd name="connsiteY8195" fmla="*/ 188412 h 2631356"/>
              <a:gd name="connsiteX8196" fmla="*/ 5600631 w 11237202"/>
              <a:gd name="connsiteY8196" fmla="*/ 198783 h 2631356"/>
              <a:gd name="connsiteX8197" fmla="*/ 5548615 w 11237202"/>
              <a:gd name="connsiteY8197" fmla="*/ 194931 h 2631356"/>
              <a:gd name="connsiteX8198" fmla="*/ 5567149 w 11237202"/>
              <a:gd name="connsiteY8198" fmla="*/ 184628 h 2631356"/>
              <a:gd name="connsiteX8199" fmla="*/ 5596658 w 11237202"/>
              <a:gd name="connsiteY8199" fmla="*/ 184400 h 2631356"/>
              <a:gd name="connsiteX8200" fmla="*/ 4017924 w 11237202"/>
              <a:gd name="connsiteY8200" fmla="*/ 184003 h 2631356"/>
              <a:gd name="connsiteX8201" fmla="*/ 4033859 w 11237202"/>
              <a:gd name="connsiteY8201" fmla="*/ 187773 h 2631356"/>
              <a:gd name="connsiteX8202" fmla="*/ 4004267 w 11237202"/>
              <a:gd name="connsiteY8202" fmla="*/ 197530 h 2631356"/>
              <a:gd name="connsiteX8203" fmla="*/ 3959864 w 11237202"/>
              <a:gd name="connsiteY8203" fmla="*/ 193928 h 2631356"/>
              <a:gd name="connsiteX8204" fmla="*/ 3989818 w 11237202"/>
              <a:gd name="connsiteY8204" fmla="*/ 184217 h 2631356"/>
              <a:gd name="connsiteX8205" fmla="*/ 4017924 w 11237202"/>
              <a:gd name="connsiteY8205" fmla="*/ 184003 h 2631356"/>
              <a:gd name="connsiteX8206" fmla="*/ 6708005 w 11237202"/>
              <a:gd name="connsiteY8206" fmla="*/ 182784 h 2631356"/>
              <a:gd name="connsiteX8207" fmla="*/ 6736128 w 11237202"/>
              <a:gd name="connsiteY8207" fmla="*/ 187181 h 2631356"/>
              <a:gd name="connsiteX8208" fmla="*/ 6726653 w 11237202"/>
              <a:gd name="connsiteY8208" fmla="*/ 198487 h 2631356"/>
              <a:gd name="connsiteX8209" fmla="*/ 6665829 w 11237202"/>
              <a:gd name="connsiteY8209" fmla="*/ 194293 h 2631356"/>
              <a:gd name="connsiteX8210" fmla="*/ 6675943 w 11237202"/>
              <a:gd name="connsiteY8210" fmla="*/ 183055 h 2631356"/>
              <a:gd name="connsiteX8211" fmla="*/ 6708005 w 11237202"/>
              <a:gd name="connsiteY8211" fmla="*/ 182784 h 2631356"/>
              <a:gd name="connsiteX8212" fmla="*/ 4998609 w 11237202"/>
              <a:gd name="connsiteY8212" fmla="*/ 182434 h 2631356"/>
              <a:gd name="connsiteX8213" fmla="*/ 5018698 w 11237202"/>
              <a:gd name="connsiteY8213" fmla="*/ 186406 h 2631356"/>
              <a:gd name="connsiteX8214" fmla="*/ 4995580 w 11237202"/>
              <a:gd name="connsiteY8214" fmla="*/ 196755 h 2631356"/>
              <a:gd name="connsiteX8215" fmla="*/ 4945481 w 11237202"/>
              <a:gd name="connsiteY8215" fmla="*/ 192926 h 2631356"/>
              <a:gd name="connsiteX8216" fmla="*/ 4969016 w 11237202"/>
              <a:gd name="connsiteY8216" fmla="*/ 182667 h 2631356"/>
              <a:gd name="connsiteX8217" fmla="*/ 4998609 w 11237202"/>
              <a:gd name="connsiteY8217" fmla="*/ 182434 h 2631356"/>
              <a:gd name="connsiteX8218" fmla="*/ 3661937 w 11237202"/>
              <a:gd name="connsiteY8218" fmla="*/ 181755 h 2631356"/>
              <a:gd name="connsiteX8219" fmla="*/ 3678525 w 11237202"/>
              <a:gd name="connsiteY8219" fmla="*/ 183124 h 2631356"/>
              <a:gd name="connsiteX8220" fmla="*/ 3666104 w 11237202"/>
              <a:gd name="connsiteY8220" fmla="*/ 186862 h 2631356"/>
              <a:gd name="connsiteX8221" fmla="*/ 3649404 w 11237202"/>
              <a:gd name="connsiteY8221" fmla="*/ 185471 h 2631356"/>
              <a:gd name="connsiteX8222" fmla="*/ 3661937 w 11237202"/>
              <a:gd name="connsiteY8222" fmla="*/ 181755 h 2631356"/>
              <a:gd name="connsiteX8223" fmla="*/ 5497224 w 11237202"/>
              <a:gd name="connsiteY8223" fmla="*/ 181730 h 2631356"/>
              <a:gd name="connsiteX8224" fmla="*/ 5518522 w 11237202"/>
              <a:gd name="connsiteY8224" fmla="*/ 185654 h 2631356"/>
              <a:gd name="connsiteX8225" fmla="*/ 5499905 w 11237202"/>
              <a:gd name="connsiteY8225" fmla="*/ 195751 h 2631356"/>
              <a:gd name="connsiteX8226" fmla="*/ 5449334 w 11237202"/>
              <a:gd name="connsiteY8226" fmla="*/ 192013 h 2631356"/>
              <a:gd name="connsiteX8227" fmla="*/ 5468257 w 11237202"/>
              <a:gd name="connsiteY8227" fmla="*/ 181961 h 2631356"/>
              <a:gd name="connsiteX8228" fmla="*/ 5497224 w 11237202"/>
              <a:gd name="connsiteY8228" fmla="*/ 181730 h 2631356"/>
              <a:gd name="connsiteX8229" fmla="*/ 7471777 w 11237202"/>
              <a:gd name="connsiteY8229" fmla="*/ 181436 h 2631356"/>
              <a:gd name="connsiteX8230" fmla="*/ 7473973 w 11237202"/>
              <a:gd name="connsiteY8230" fmla="*/ 181574 h 2631356"/>
              <a:gd name="connsiteX8231" fmla="*/ 7473833 w 11237202"/>
              <a:gd name="connsiteY8231" fmla="*/ 181983 h 2631356"/>
              <a:gd name="connsiteX8232" fmla="*/ 7471638 w 11237202"/>
              <a:gd name="connsiteY8232" fmla="*/ 181824 h 2631356"/>
              <a:gd name="connsiteX8233" fmla="*/ 7471777 w 11237202"/>
              <a:gd name="connsiteY8233" fmla="*/ 181436 h 2631356"/>
              <a:gd name="connsiteX8234" fmla="*/ 4562123 w 11237202"/>
              <a:gd name="connsiteY8234" fmla="*/ 181410 h 2631356"/>
              <a:gd name="connsiteX8235" fmla="*/ 4578420 w 11237202"/>
              <a:gd name="connsiteY8235" fmla="*/ 184901 h 2631356"/>
              <a:gd name="connsiteX8236" fmla="*/ 4554996 w 11237202"/>
              <a:gd name="connsiteY8236" fmla="*/ 193905 h 2631356"/>
              <a:gd name="connsiteX8237" fmla="*/ 4512455 w 11237202"/>
              <a:gd name="connsiteY8237" fmla="*/ 190577 h 2631356"/>
              <a:gd name="connsiteX8238" fmla="*/ 4536157 w 11237202"/>
              <a:gd name="connsiteY8238" fmla="*/ 181595 h 2631356"/>
              <a:gd name="connsiteX8239" fmla="*/ 4562123 w 11237202"/>
              <a:gd name="connsiteY8239" fmla="*/ 181410 h 2631356"/>
              <a:gd name="connsiteX8240" fmla="*/ 3342531 w 11237202"/>
              <a:gd name="connsiteY8240" fmla="*/ 181277 h 2631356"/>
              <a:gd name="connsiteX8241" fmla="*/ 3344642 w 11237202"/>
              <a:gd name="connsiteY8241" fmla="*/ 181460 h 2631356"/>
              <a:gd name="connsiteX8242" fmla="*/ 3342948 w 11237202"/>
              <a:gd name="connsiteY8242" fmla="*/ 181938 h 2631356"/>
              <a:gd name="connsiteX8243" fmla="*/ 3340752 w 11237202"/>
              <a:gd name="connsiteY8243" fmla="*/ 181755 h 2631356"/>
              <a:gd name="connsiteX8244" fmla="*/ 3342531 w 11237202"/>
              <a:gd name="connsiteY8244" fmla="*/ 181277 h 2631356"/>
              <a:gd name="connsiteX8245" fmla="*/ 6265167 w 11237202"/>
              <a:gd name="connsiteY8245" fmla="*/ 181149 h 2631356"/>
              <a:gd name="connsiteX8246" fmla="*/ 6291266 w 11237202"/>
              <a:gd name="connsiteY8246" fmla="*/ 185471 h 2631356"/>
              <a:gd name="connsiteX8247" fmla="*/ 6277873 w 11237202"/>
              <a:gd name="connsiteY8247" fmla="*/ 196595 h 2631356"/>
              <a:gd name="connsiteX8248" fmla="*/ 6219771 w 11237202"/>
              <a:gd name="connsiteY8248" fmla="*/ 192446 h 2631356"/>
              <a:gd name="connsiteX8249" fmla="*/ 6233609 w 11237202"/>
              <a:gd name="connsiteY8249" fmla="*/ 181390 h 2631356"/>
              <a:gd name="connsiteX8250" fmla="*/ 6265167 w 11237202"/>
              <a:gd name="connsiteY8250" fmla="*/ 181149 h 2631356"/>
              <a:gd name="connsiteX8251" fmla="*/ 6489426 w 11237202"/>
              <a:gd name="connsiteY8251" fmla="*/ 180649 h 2631356"/>
              <a:gd name="connsiteX8252" fmla="*/ 6516503 w 11237202"/>
              <a:gd name="connsiteY8252" fmla="*/ 184992 h 2631356"/>
              <a:gd name="connsiteX8253" fmla="*/ 6505083 w 11237202"/>
              <a:gd name="connsiteY8253" fmla="*/ 196208 h 2631356"/>
              <a:gd name="connsiteX8254" fmla="*/ 6445675 w 11237202"/>
              <a:gd name="connsiteY8254" fmla="*/ 192013 h 2631356"/>
              <a:gd name="connsiteX8255" fmla="*/ 6457596 w 11237202"/>
              <a:gd name="connsiteY8255" fmla="*/ 180889 h 2631356"/>
              <a:gd name="connsiteX8256" fmla="*/ 6489426 w 11237202"/>
              <a:gd name="connsiteY8256" fmla="*/ 180649 h 2631356"/>
              <a:gd name="connsiteX8257" fmla="*/ 5099078 w 11237202"/>
              <a:gd name="connsiteY8257" fmla="*/ 180145 h 2631356"/>
              <a:gd name="connsiteX8258" fmla="*/ 5119868 w 11237202"/>
              <a:gd name="connsiteY8258" fmla="*/ 184195 h 2631356"/>
              <a:gd name="connsiteX8259" fmla="*/ 5097195 w 11237202"/>
              <a:gd name="connsiteY8259" fmla="*/ 194703 h 2631356"/>
              <a:gd name="connsiteX8260" fmla="*/ 5045929 w 11237202"/>
              <a:gd name="connsiteY8260" fmla="*/ 190805 h 2631356"/>
              <a:gd name="connsiteX8261" fmla="*/ 5068991 w 11237202"/>
              <a:gd name="connsiteY8261" fmla="*/ 180388 h 2631356"/>
              <a:gd name="connsiteX8262" fmla="*/ 5099078 w 11237202"/>
              <a:gd name="connsiteY8262" fmla="*/ 180145 h 2631356"/>
              <a:gd name="connsiteX8263" fmla="*/ 7040874 w 11237202"/>
              <a:gd name="connsiteY8263" fmla="*/ 179612 h 2631356"/>
              <a:gd name="connsiteX8264" fmla="*/ 7070957 w 11237202"/>
              <a:gd name="connsiteY8264" fmla="*/ 184081 h 2631356"/>
              <a:gd name="connsiteX8265" fmla="*/ 7064343 w 11237202"/>
              <a:gd name="connsiteY8265" fmla="*/ 195683 h 2631356"/>
              <a:gd name="connsiteX8266" fmla="*/ 7000906 w 11237202"/>
              <a:gd name="connsiteY8266" fmla="*/ 191375 h 2631356"/>
              <a:gd name="connsiteX8267" fmla="*/ 7008020 w 11237202"/>
              <a:gd name="connsiteY8267" fmla="*/ 179864 h 2631356"/>
              <a:gd name="connsiteX8268" fmla="*/ 7040874 w 11237202"/>
              <a:gd name="connsiteY8268" fmla="*/ 179612 h 2631356"/>
              <a:gd name="connsiteX8269" fmla="*/ 5398645 w 11237202"/>
              <a:gd name="connsiteY8269" fmla="*/ 179507 h 2631356"/>
              <a:gd name="connsiteX8270" fmla="*/ 5420769 w 11237202"/>
              <a:gd name="connsiteY8270" fmla="*/ 183648 h 2631356"/>
              <a:gd name="connsiteX8271" fmla="*/ 5400319 w 11237202"/>
              <a:gd name="connsiteY8271" fmla="*/ 194316 h 2631356"/>
              <a:gd name="connsiteX8272" fmla="*/ 5347190 w 11237202"/>
              <a:gd name="connsiteY8272" fmla="*/ 190350 h 2631356"/>
              <a:gd name="connsiteX8273" fmla="*/ 5368058 w 11237202"/>
              <a:gd name="connsiteY8273" fmla="*/ 179727 h 2631356"/>
              <a:gd name="connsiteX8274" fmla="*/ 5398645 w 11237202"/>
              <a:gd name="connsiteY8274" fmla="*/ 179507 h 2631356"/>
              <a:gd name="connsiteX8275" fmla="*/ 5198429 w 11237202"/>
              <a:gd name="connsiteY8275" fmla="*/ 179265 h 2631356"/>
              <a:gd name="connsiteX8276" fmla="*/ 5218706 w 11237202"/>
              <a:gd name="connsiteY8276" fmla="*/ 183169 h 2631356"/>
              <a:gd name="connsiteX8277" fmla="*/ 5197726 w 11237202"/>
              <a:gd name="connsiteY8277" fmla="*/ 193244 h 2631356"/>
              <a:gd name="connsiteX8278" fmla="*/ 5148101 w 11237202"/>
              <a:gd name="connsiteY8278" fmla="*/ 189506 h 2631356"/>
              <a:gd name="connsiteX8279" fmla="*/ 5169524 w 11237202"/>
              <a:gd name="connsiteY8279" fmla="*/ 179499 h 2631356"/>
              <a:gd name="connsiteX8280" fmla="*/ 5198429 w 11237202"/>
              <a:gd name="connsiteY8280" fmla="*/ 179265 h 2631356"/>
              <a:gd name="connsiteX8281" fmla="*/ 5298756 w 11237202"/>
              <a:gd name="connsiteY8281" fmla="*/ 178820 h 2631356"/>
              <a:gd name="connsiteX8282" fmla="*/ 5320210 w 11237202"/>
              <a:gd name="connsiteY8282" fmla="*/ 182872 h 2631356"/>
              <a:gd name="connsiteX8283" fmla="*/ 5299259 w 11237202"/>
              <a:gd name="connsiteY8283" fmla="*/ 193359 h 2631356"/>
              <a:gd name="connsiteX8284" fmla="*/ 5247437 w 11237202"/>
              <a:gd name="connsiteY8284" fmla="*/ 189460 h 2631356"/>
              <a:gd name="connsiteX8285" fmla="*/ 5268777 w 11237202"/>
              <a:gd name="connsiteY8285" fmla="*/ 179043 h 2631356"/>
              <a:gd name="connsiteX8286" fmla="*/ 5298756 w 11237202"/>
              <a:gd name="connsiteY8286" fmla="*/ 178820 h 2631356"/>
              <a:gd name="connsiteX8287" fmla="*/ 5937383 w 11237202"/>
              <a:gd name="connsiteY8287" fmla="*/ 178208 h 2631356"/>
              <a:gd name="connsiteX8288" fmla="*/ 5961800 w 11237202"/>
              <a:gd name="connsiteY8288" fmla="*/ 182394 h 2631356"/>
              <a:gd name="connsiteX8289" fmla="*/ 5945795 w 11237202"/>
              <a:gd name="connsiteY8289" fmla="*/ 193289 h 2631356"/>
              <a:gd name="connsiteX8290" fmla="*/ 5889889 w 11237202"/>
              <a:gd name="connsiteY8290" fmla="*/ 189255 h 2631356"/>
              <a:gd name="connsiteX8291" fmla="*/ 5906339 w 11237202"/>
              <a:gd name="connsiteY8291" fmla="*/ 178450 h 2631356"/>
              <a:gd name="connsiteX8292" fmla="*/ 5937383 w 11237202"/>
              <a:gd name="connsiteY8292" fmla="*/ 178208 h 2631356"/>
              <a:gd name="connsiteX8293" fmla="*/ 7138922 w 11237202"/>
              <a:gd name="connsiteY8293" fmla="*/ 176695 h 2631356"/>
              <a:gd name="connsiteX8294" fmla="*/ 7170766 w 11237202"/>
              <a:gd name="connsiteY8294" fmla="*/ 178815 h 2631356"/>
              <a:gd name="connsiteX8295" fmla="*/ 7167931 w 11237202"/>
              <a:gd name="connsiteY8295" fmla="*/ 184582 h 2631356"/>
              <a:gd name="connsiteX8296" fmla="*/ 7136032 w 11237202"/>
              <a:gd name="connsiteY8296" fmla="*/ 182462 h 2631356"/>
              <a:gd name="connsiteX8297" fmla="*/ 7138922 w 11237202"/>
              <a:gd name="connsiteY8297" fmla="*/ 176695 h 2631356"/>
              <a:gd name="connsiteX8298" fmla="*/ 4334642 w 11237202"/>
              <a:gd name="connsiteY8298" fmla="*/ 176427 h 2631356"/>
              <a:gd name="connsiteX8299" fmla="*/ 4349709 w 11237202"/>
              <a:gd name="connsiteY8299" fmla="*/ 179772 h 2631356"/>
              <a:gd name="connsiteX8300" fmla="*/ 4325534 w 11237202"/>
              <a:gd name="connsiteY8300" fmla="*/ 188411 h 2631356"/>
              <a:gd name="connsiteX8301" fmla="*/ 4285272 w 11237202"/>
              <a:gd name="connsiteY8301" fmla="*/ 185220 h 2631356"/>
              <a:gd name="connsiteX8302" fmla="*/ 4309613 w 11237202"/>
              <a:gd name="connsiteY8302" fmla="*/ 176604 h 2631356"/>
              <a:gd name="connsiteX8303" fmla="*/ 4334642 w 11237202"/>
              <a:gd name="connsiteY8303" fmla="*/ 176427 h 2631356"/>
              <a:gd name="connsiteX8304" fmla="*/ 3894072 w 11237202"/>
              <a:gd name="connsiteY8304" fmla="*/ 176162 h 2631356"/>
              <a:gd name="connsiteX8305" fmla="*/ 3905931 w 11237202"/>
              <a:gd name="connsiteY8305" fmla="*/ 179020 h 2631356"/>
              <a:gd name="connsiteX8306" fmla="*/ 3882701 w 11237202"/>
              <a:gd name="connsiteY8306" fmla="*/ 186314 h 2631356"/>
              <a:gd name="connsiteX8307" fmla="*/ 3849274 w 11237202"/>
              <a:gd name="connsiteY8307" fmla="*/ 183647 h 2631356"/>
              <a:gd name="connsiteX8308" fmla="*/ 3872754 w 11237202"/>
              <a:gd name="connsiteY8308" fmla="*/ 176330 h 2631356"/>
              <a:gd name="connsiteX8309" fmla="*/ 3894072 w 11237202"/>
              <a:gd name="connsiteY8309" fmla="*/ 176162 h 2631356"/>
              <a:gd name="connsiteX8310" fmla="*/ 4661537 w 11237202"/>
              <a:gd name="connsiteY8310" fmla="*/ 175216 h 2631356"/>
              <a:gd name="connsiteX8311" fmla="*/ 4678313 w 11237202"/>
              <a:gd name="connsiteY8311" fmla="*/ 178724 h 2631356"/>
              <a:gd name="connsiteX8312" fmla="*/ 4655444 w 11237202"/>
              <a:gd name="connsiteY8312" fmla="*/ 187728 h 2631356"/>
              <a:gd name="connsiteX8313" fmla="*/ 4612403 w 11237202"/>
              <a:gd name="connsiteY8313" fmla="*/ 184377 h 2631356"/>
              <a:gd name="connsiteX8314" fmla="*/ 4635465 w 11237202"/>
              <a:gd name="connsiteY8314" fmla="*/ 175419 h 2631356"/>
              <a:gd name="connsiteX8315" fmla="*/ 4661537 w 11237202"/>
              <a:gd name="connsiteY8315" fmla="*/ 175216 h 2631356"/>
              <a:gd name="connsiteX8316" fmla="*/ 3549651 w 11237202"/>
              <a:gd name="connsiteY8316" fmla="*/ 175031 h 2631356"/>
              <a:gd name="connsiteX8317" fmla="*/ 3556986 w 11237202"/>
              <a:gd name="connsiteY8317" fmla="*/ 175646 h 2631356"/>
              <a:gd name="connsiteX8318" fmla="*/ 3551290 w 11237202"/>
              <a:gd name="connsiteY8318" fmla="*/ 177265 h 2631356"/>
              <a:gd name="connsiteX8319" fmla="*/ 3543955 w 11237202"/>
              <a:gd name="connsiteY8319" fmla="*/ 176672 h 2631356"/>
              <a:gd name="connsiteX8320" fmla="*/ 3549651 w 11237202"/>
              <a:gd name="connsiteY8320" fmla="*/ 175031 h 2631356"/>
              <a:gd name="connsiteX8321" fmla="*/ 6830189 w 11237202"/>
              <a:gd name="connsiteY8321" fmla="*/ 174592 h 2631356"/>
              <a:gd name="connsiteX8322" fmla="*/ 6858862 w 11237202"/>
              <a:gd name="connsiteY8322" fmla="*/ 178975 h 2631356"/>
              <a:gd name="connsiteX8323" fmla="*/ 6850442 w 11237202"/>
              <a:gd name="connsiteY8323" fmla="*/ 190258 h 2631356"/>
              <a:gd name="connsiteX8324" fmla="*/ 6789062 w 11237202"/>
              <a:gd name="connsiteY8324" fmla="*/ 186064 h 2631356"/>
              <a:gd name="connsiteX8325" fmla="*/ 6798036 w 11237202"/>
              <a:gd name="connsiteY8325" fmla="*/ 174826 h 2631356"/>
              <a:gd name="connsiteX8326" fmla="*/ 6830189 w 11237202"/>
              <a:gd name="connsiteY8326" fmla="*/ 174592 h 2631356"/>
              <a:gd name="connsiteX8327" fmla="*/ 7267435 w 11237202"/>
              <a:gd name="connsiteY8327" fmla="*/ 173549 h 2631356"/>
              <a:gd name="connsiteX8328" fmla="*/ 7270131 w 11237202"/>
              <a:gd name="connsiteY8328" fmla="*/ 173754 h 2631356"/>
              <a:gd name="connsiteX8329" fmla="*/ 7269992 w 11237202"/>
              <a:gd name="connsiteY8329" fmla="*/ 174210 h 2631356"/>
              <a:gd name="connsiteX8330" fmla="*/ 7267185 w 11237202"/>
              <a:gd name="connsiteY8330" fmla="*/ 174028 h 2631356"/>
              <a:gd name="connsiteX8331" fmla="*/ 7267435 w 11237202"/>
              <a:gd name="connsiteY8331" fmla="*/ 173549 h 2631356"/>
              <a:gd name="connsiteX8332" fmla="*/ 4116699 w 11237202"/>
              <a:gd name="connsiteY8332" fmla="*/ 173426 h 2631356"/>
              <a:gd name="connsiteX8333" fmla="*/ 4133752 w 11237202"/>
              <a:gd name="connsiteY8333" fmla="*/ 177378 h 2631356"/>
              <a:gd name="connsiteX8334" fmla="*/ 4103410 w 11237202"/>
              <a:gd name="connsiteY8334" fmla="*/ 187545 h 2631356"/>
              <a:gd name="connsiteX8335" fmla="*/ 4056451 w 11237202"/>
              <a:gd name="connsiteY8335" fmla="*/ 183784 h 2631356"/>
              <a:gd name="connsiteX8336" fmla="*/ 4087099 w 11237202"/>
              <a:gd name="connsiteY8336" fmla="*/ 173663 h 2631356"/>
              <a:gd name="connsiteX8337" fmla="*/ 4116699 w 11237202"/>
              <a:gd name="connsiteY8337" fmla="*/ 173426 h 2631356"/>
              <a:gd name="connsiteX8338" fmla="*/ 6170144 w 11237202"/>
              <a:gd name="connsiteY8338" fmla="*/ 172765 h 2631356"/>
              <a:gd name="connsiteX8339" fmla="*/ 6195485 w 11237202"/>
              <a:gd name="connsiteY8339" fmla="*/ 176968 h 2631356"/>
              <a:gd name="connsiteX8340" fmla="*/ 6181508 w 11237202"/>
              <a:gd name="connsiteY8340" fmla="*/ 187864 h 2631356"/>
              <a:gd name="connsiteX8341" fmla="*/ 6124602 w 11237202"/>
              <a:gd name="connsiteY8341" fmla="*/ 183807 h 2631356"/>
              <a:gd name="connsiteX8342" fmla="*/ 6139051 w 11237202"/>
              <a:gd name="connsiteY8342" fmla="*/ 173025 h 2631356"/>
              <a:gd name="connsiteX8343" fmla="*/ 6170144 w 11237202"/>
              <a:gd name="connsiteY8343" fmla="*/ 172765 h 2631356"/>
              <a:gd name="connsiteX8344" fmla="*/ 5840086 w 11237202"/>
              <a:gd name="connsiteY8344" fmla="*/ 172672 h 2631356"/>
              <a:gd name="connsiteX8345" fmla="*/ 5863214 w 11237202"/>
              <a:gd name="connsiteY8345" fmla="*/ 176672 h 2631356"/>
              <a:gd name="connsiteX8346" fmla="*/ 5846904 w 11237202"/>
              <a:gd name="connsiteY8346" fmla="*/ 187067 h 2631356"/>
              <a:gd name="connsiteX8347" fmla="*/ 5793665 w 11237202"/>
              <a:gd name="connsiteY8347" fmla="*/ 183214 h 2631356"/>
              <a:gd name="connsiteX8348" fmla="*/ 5810309 w 11237202"/>
              <a:gd name="connsiteY8348" fmla="*/ 172911 h 2631356"/>
              <a:gd name="connsiteX8349" fmla="*/ 5840086 w 11237202"/>
              <a:gd name="connsiteY8349" fmla="*/ 172672 h 2631356"/>
              <a:gd name="connsiteX8350" fmla="*/ 6615518 w 11237202"/>
              <a:gd name="connsiteY8350" fmla="*/ 171497 h 2631356"/>
              <a:gd name="connsiteX8351" fmla="*/ 6643071 w 11237202"/>
              <a:gd name="connsiteY8351" fmla="*/ 175829 h 2631356"/>
              <a:gd name="connsiteX8352" fmla="*/ 6632762 w 11237202"/>
              <a:gd name="connsiteY8352" fmla="*/ 186930 h 2631356"/>
              <a:gd name="connsiteX8353" fmla="*/ 6572827 w 11237202"/>
              <a:gd name="connsiteY8353" fmla="*/ 182804 h 2631356"/>
              <a:gd name="connsiteX8354" fmla="*/ 6583609 w 11237202"/>
              <a:gd name="connsiteY8354" fmla="*/ 171748 h 2631356"/>
              <a:gd name="connsiteX8355" fmla="*/ 6615518 w 11237202"/>
              <a:gd name="connsiteY8355" fmla="*/ 171497 h 2631356"/>
              <a:gd name="connsiteX8356" fmla="*/ 6395890 w 11237202"/>
              <a:gd name="connsiteY8356" fmla="*/ 170714 h 2631356"/>
              <a:gd name="connsiteX8357" fmla="*/ 6422446 w 11237202"/>
              <a:gd name="connsiteY8357" fmla="*/ 174986 h 2631356"/>
              <a:gd name="connsiteX8358" fmla="*/ 6410248 w 11237202"/>
              <a:gd name="connsiteY8358" fmla="*/ 186019 h 2631356"/>
              <a:gd name="connsiteX8359" fmla="*/ 6351646 w 11237202"/>
              <a:gd name="connsiteY8359" fmla="*/ 181893 h 2631356"/>
              <a:gd name="connsiteX8360" fmla="*/ 6364289 w 11237202"/>
              <a:gd name="connsiteY8360" fmla="*/ 170974 h 2631356"/>
              <a:gd name="connsiteX8361" fmla="*/ 6395890 w 11237202"/>
              <a:gd name="connsiteY8361" fmla="*/ 170714 h 2631356"/>
              <a:gd name="connsiteX8362" fmla="*/ 3758911 w 11237202"/>
              <a:gd name="connsiteY8362" fmla="*/ 169993 h 2631356"/>
              <a:gd name="connsiteX8363" fmla="*/ 3774557 w 11237202"/>
              <a:gd name="connsiteY8363" fmla="*/ 171293 h 2631356"/>
              <a:gd name="connsiteX8364" fmla="*/ 3763164 w 11237202"/>
              <a:gd name="connsiteY8364" fmla="*/ 174735 h 2631356"/>
              <a:gd name="connsiteX8365" fmla="*/ 3747408 w 11237202"/>
              <a:gd name="connsiteY8365" fmla="*/ 173481 h 2631356"/>
              <a:gd name="connsiteX8366" fmla="*/ 3758911 w 11237202"/>
              <a:gd name="connsiteY8366" fmla="*/ 169993 h 2631356"/>
              <a:gd name="connsiteX8367" fmla="*/ 4761821 w 11237202"/>
              <a:gd name="connsiteY8367" fmla="*/ 169580 h 2631356"/>
              <a:gd name="connsiteX8368" fmla="*/ 4780011 w 11237202"/>
              <a:gd name="connsiteY8368" fmla="*/ 173322 h 2631356"/>
              <a:gd name="connsiteX8369" fmla="*/ 4756421 w 11237202"/>
              <a:gd name="connsiteY8369" fmla="*/ 182941 h 2631356"/>
              <a:gd name="connsiteX8370" fmla="*/ 4709933 w 11237202"/>
              <a:gd name="connsiteY8370" fmla="*/ 179385 h 2631356"/>
              <a:gd name="connsiteX8371" fmla="*/ 4733942 w 11237202"/>
              <a:gd name="connsiteY8371" fmla="*/ 169789 h 2631356"/>
              <a:gd name="connsiteX8372" fmla="*/ 4761821 w 11237202"/>
              <a:gd name="connsiteY8372" fmla="*/ 169580 h 2631356"/>
              <a:gd name="connsiteX8373" fmla="*/ 4433392 w 11237202"/>
              <a:gd name="connsiteY8373" fmla="*/ 168441 h 2631356"/>
              <a:gd name="connsiteX8374" fmla="*/ 4449158 w 11237202"/>
              <a:gd name="connsiteY8374" fmla="*/ 171862 h 2631356"/>
              <a:gd name="connsiteX8375" fmla="*/ 4425094 w 11237202"/>
              <a:gd name="connsiteY8375" fmla="*/ 180684 h 2631356"/>
              <a:gd name="connsiteX8376" fmla="*/ 4383331 w 11237202"/>
              <a:gd name="connsiteY8376" fmla="*/ 177402 h 2631356"/>
              <a:gd name="connsiteX8377" fmla="*/ 4407727 w 11237202"/>
              <a:gd name="connsiteY8377" fmla="*/ 168625 h 2631356"/>
              <a:gd name="connsiteX8378" fmla="*/ 4433392 w 11237202"/>
              <a:gd name="connsiteY8378" fmla="*/ 168441 h 2631356"/>
              <a:gd name="connsiteX8379" fmla="*/ 3439144 w 11237202"/>
              <a:gd name="connsiteY8379" fmla="*/ 168238 h 2631356"/>
              <a:gd name="connsiteX8380" fmla="*/ 3440006 w 11237202"/>
              <a:gd name="connsiteY8380" fmla="*/ 168306 h 2631356"/>
              <a:gd name="connsiteX8381" fmla="*/ 3439339 w 11237202"/>
              <a:gd name="connsiteY8381" fmla="*/ 168512 h 2631356"/>
              <a:gd name="connsiteX8382" fmla="*/ 3438478 w 11237202"/>
              <a:gd name="connsiteY8382" fmla="*/ 168443 h 2631356"/>
              <a:gd name="connsiteX8383" fmla="*/ 3439144 w 11237202"/>
              <a:gd name="connsiteY8383" fmla="*/ 168238 h 2631356"/>
              <a:gd name="connsiteX8384" fmla="*/ 6949251 w 11237202"/>
              <a:gd name="connsiteY8384" fmla="*/ 167582 h 2631356"/>
              <a:gd name="connsiteX8385" fmla="*/ 6975954 w 11237202"/>
              <a:gd name="connsiteY8385" fmla="*/ 171566 h 2631356"/>
              <a:gd name="connsiteX8386" fmla="*/ 6969230 w 11237202"/>
              <a:gd name="connsiteY8386" fmla="*/ 181847 h 2631356"/>
              <a:gd name="connsiteX8387" fmla="*/ 6912712 w 11237202"/>
              <a:gd name="connsiteY8387" fmla="*/ 178040 h 2631356"/>
              <a:gd name="connsiteX8388" fmla="*/ 6919797 w 11237202"/>
              <a:gd name="connsiteY8388" fmla="*/ 167805 h 2631356"/>
              <a:gd name="connsiteX8389" fmla="*/ 6949251 w 11237202"/>
              <a:gd name="connsiteY8389" fmla="*/ 167582 h 2631356"/>
              <a:gd name="connsiteX8390" fmla="*/ 5743464 w 11237202"/>
              <a:gd name="connsiteY8390" fmla="*/ 167505 h 2631356"/>
              <a:gd name="connsiteX8391" fmla="*/ 5767017 w 11237202"/>
              <a:gd name="connsiteY8391" fmla="*/ 171634 h 2631356"/>
              <a:gd name="connsiteX8392" fmla="*/ 5749484 w 11237202"/>
              <a:gd name="connsiteY8392" fmla="*/ 182302 h 2631356"/>
              <a:gd name="connsiteX8393" fmla="*/ 5694689 w 11237202"/>
              <a:gd name="connsiteY8393" fmla="*/ 178359 h 2631356"/>
              <a:gd name="connsiteX8394" fmla="*/ 5712721 w 11237202"/>
              <a:gd name="connsiteY8394" fmla="*/ 167736 h 2631356"/>
              <a:gd name="connsiteX8395" fmla="*/ 5743464 w 11237202"/>
              <a:gd name="connsiteY8395" fmla="*/ 167505 h 2631356"/>
              <a:gd name="connsiteX8396" fmla="*/ 7381443 w 11237202"/>
              <a:gd name="connsiteY8396" fmla="*/ 167281 h 2631356"/>
              <a:gd name="connsiteX8397" fmla="*/ 7382471 w 11237202"/>
              <a:gd name="connsiteY8397" fmla="*/ 167327 h 2631356"/>
              <a:gd name="connsiteX8398" fmla="*/ 7382471 w 11237202"/>
              <a:gd name="connsiteY8398" fmla="*/ 167554 h 2631356"/>
              <a:gd name="connsiteX8399" fmla="*/ 7381359 w 11237202"/>
              <a:gd name="connsiteY8399" fmla="*/ 167463 h 2631356"/>
              <a:gd name="connsiteX8400" fmla="*/ 7381443 w 11237202"/>
              <a:gd name="connsiteY8400" fmla="*/ 167281 h 2631356"/>
              <a:gd name="connsiteX8401" fmla="*/ 3987290 w 11237202"/>
              <a:gd name="connsiteY8401" fmla="*/ 166674 h 2631356"/>
              <a:gd name="connsiteX8402" fmla="*/ 3996486 w 11237202"/>
              <a:gd name="connsiteY8402" fmla="*/ 168853 h 2631356"/>
              <a:gd name="connsiteX8403" fmla="*/ 3979147 w 11237202"/>
              <a:gd name="connsiteY8403" fmla="*/ 174438 h 2631356"/>
              <a:gd name="connsiteX8404" fmla="*/ 3953390 w 11237202"/>
              <a:gd name="connsiteY8404" fmla="*/ 172364 h 2631356"/>
              <a:gd name="connsiteX8405" fmla="*/ 3970839 w 11237202"/>
              <a:gd name="connsiteY8405" fmla="*/ 166802 h 2631356"/>
              <a:gd name="connsiteX8406" fmla="*/ 3987290 w 11237202"/>
              <a:gd name="connsiteY8406" fmla="*/ 166674 h 2631356"/>
              <a:gd name="connsiteX8407" fmla="*/ 7056090 w 11237202"/>
              <a:gd name="connsiteY8407" fmla="*/ 165776 h 2631356"/>
              <a:gd name="connsiteX8408" fmla="*/ 7069928 w 11237202"/>
              <a:gd name="connsiteY8408" fmla="*/ 166688 h 2631356"/>
              <a:gd name="connsiteX8409" fmla="*/ 7068427 w 11237202"/>
              <a:gd name="connsiteY8409" fmla="*/ 169172 h 2631356"/>
              <a:gd name="connsiteX8410" fmla="*/ 7054646 w 11237202"/>
              <a:gd name="connsiteY8410" fmla="*/ 168260 h 2631356"/>
              <a:gd name="connsiteX8411" fmla="*/ 7056090 w 11237202"/>
              <a:gd name="connsiteY8411" fmla="*/ 165776 h 2631356"/>
              <a:gd name="connsiteX8412" fmla="*/ 6074687 w 11237202"/>
              <a:gd name="connsiteY8412" fmla="*/ 165503 h 2631356"/>
              <a:gd name="connsiteX8413" fmla="*/ 6098621 w 11237202"/>
              <a:gd name="connsiteY8413" fmla="*/ 169515 h 2631356"/>
              <a:gd name="connsiteX8414" fmla="*/ 6084395 w 11237202"/>
              <a:gd name="connsiteY8414" fmla="*/ 179841 h 2631356"/>
              <a:gd name="connsiteX8415" fmla="*/ 6030183 w 11237202"/>
              <a:gd name="connsiteY8415" fmla="*/ 176011 h 2631356"/>
              <a:gd name="connsiteX8416" fmla="*/ 6044854 w 11237202"/>
              <a:gd name="connsiteY8416" fmla="*/ 165731 h 2631356"/>
              <a:gd name="connsiteX8417" fmla="*/ 6074687 w 11237202"/>
              <a:gd name="connsiteY8417" fmla="*/ 165503 h 2631356"/>
              <a:gd name="connsiteX8418" fmla="*/ 4860699 w 11237202"/>
              <a:gd name="connsiteY8418" fmla="*/ 165368 h 2631356"/>
              <a:gd name="connsiteX8419" fmla="*/ 4879181 w 11237202"/>
              <a:gd name="connsiteY8419" fmla="*/ 169058 h 2631356"/>
              <a:gd name="connsiteX8420" fmla="*/ 4856285 w 11237202"/>
              <a:gd name="connsiteY8420" fmla="*/ 178633 h 2631356"/>
              <a:gd name="connsiteX8421" fmla="*/ 4809743 w 11237202"/>
              <a:gd name="connsiteY8421" fmla="*/ 175076 h 2631356"/>
              <a:gd name="connsiteX8422" fmla="*/ 4832945 w 11237202"/>
              <a:gd name="connsiteY8422" fmla="*/ 165593 h 2631356"/>
              <a:gd name="connsiteX8423" fmla="*/ 4860699 w 11237202"/>
              <a:gd name="connsiteY8423" fmla="*/ 165368 h 2631356"/>
              <a:gd name="connsiteX8424" fmla="*/ 4213684 w 11237202"/>
              <a:gd name="connsiteY8424" fmla="*/ 164251 h 2631356"/>
              <a:gd name="connsiteX8425" fmla="*/ 4230838 w 11237202"/>
              <a:gd name="connsiteY8425" fmla="*/ 168078 h 2631356"/>
              <a:gd name="connsiteX8426" fmla="*/ 4201774 w 11237202"/>
              <a:gd name="connsiteY8426" fmla="*/ 178040 h 2631356"/>
              <a:gd name="connsiteX8427" fmla="*/ 4155315 w 11237202"/>
              <a:gd name="connsiteY8427" fmla="*/ 174347 h 2631356"/>
              <a:gd name="connsiteX8428" fmla="*/ 4184630 w 11237202"/>
              <a:gd name="connsiteY8428" fmla="*/ 164477 h 2631356"/>
              <a:gd name="connsiteX8429" fmla="*/ 4213684 w 11237202"/>
              <a:gd name="connsiteY8429" fmla="*/ 164251 h 2631356"/>
              <a:gd name="connsiteX8430" fmla="*/ 5646038 w 11237202"/>
              <a:gd name="connsiteY8430" fmla="*/ 163693 h 2631356"/>
              <a:gd name="connsiteX8431" fmla="*/ 5668736 w 11237202"/>
              <a:gd name="connsiteY8431" fmla="*/ 167714 h 2631356"/>
              <a:gd name="connsiteX8432" fmla="*/ 5650758 w 11237202"/>
              <a:gd name="connsiteY8432" fmla="*/ 178108 h 2631356"/>
              <a:gd name="connsiteX8433" fmla="*/ 5597464 w 11237202"/>
              <a:gd name="connsiteY8433" fmla="*/ 174256 h 2631356"/>
              <a:gd name="connsiteX8434" fmla="*/ 5615858 w 11237202"/>
              <a:gd name="connsiteY8434" fmla="*/ 163929 h 2631356"/>
              <a:gd name="connsiteX8435" fmla="*/ 5646038 w 11237202"/>
              <a:gd name="connsiteY8435" fmla="*/ 163693 h 2631356"/>
              <a:gd name="connsiteX8436" fmla="*/ 6738654 w 11237202"/>
              <a:gd name="connsiteY8436" fmla="*/ 162838 h 2631356"/>
              <a:gd name="connsiteX8437" fmla="*/ 6767222 w 11237202"/>
              <a:gd name="connsiteY8437" fmla="*/ 167189 h 2631356"/>
              <a:gd name="connsiteX8438" fmla="*/ 6757857 w 11237202"/>
              <a:gd name="connsiteY8438" fmla="*/ 178473 h 2631356"/>
              <a:gd name="connsiteX8439" fmla="*/ 6696394 w 11237202"/>
              <a:gd name="connsiteY8439" fmla="*/ 174279 h 2631356"/>
              <a:gd name="connsiteX8440" fmla="*/ 6706230 w 11237202"/>
              <a:gd name="connsiteY8440" fmla="*/ 163086 h 2631356"/>
              <a:gd name="connsiteX8441" fmla="*/ 6738654 w 11237202"/>
              <a:gd name="connsiteY8441" fmla="*/ 162838 h 2631356"/>
              <a:gd name="connsiteX8442" fmla="*/ 4959478 w 11237202"/>
              <a:gd name="connsiteY8442" fmla="*/ 161983 h 2631356"/>
              <a:gd name="connsiteX8443" fmla="*/ 4978380 w 11237202"/>
              <a:gd name="connsiteY8443" fmla="*/ 165685 h 2631356"/>
              <a:gd name="connsiteX8444" fmla="*/ 4956179 w 11237202"/>
              <a:gd name="connsiteY8444" fmla="*/ 175327 h 2631356"/>
              <a:gd name="connsiteX8445" fmla="*/ 4908997 w 11237202"/>
              <a:gd name="connsiteY8445" fmla="*/ 171748 h 2631356"/>
              <a:gd name="connsiteX8446" fmla="*/ 4931448 w 11237202"/>
              <a:gd name="connsiteY8446" fmla="*/ 162197 h 2631356"/>
              <a:gd name="connsiteX8447" fmla="*/ 4959478 w 11237202"/>
              <a:gd name="connsiteY8447" fmla="*/ 161983 h 2631356"/>
              <a:gd name="connsiteX8448" fmla="*/ 6301998 w 11237202"/>
              <a:gd name="connsiteY8448" fmla="*/ 161837 h 2631356"/>
              <a:gd name="connsiteX8449" fmla="*/ 6327333 w 11237202"/>
              <a:gd name="connsiteY8449" fmla="*/ 165935 h 2631356"/>
              <a:gd name="connsiteX8450" fmla="*/ 6314690 w 11237202"/>
              <a:gd name="connsiteY8450" fmla="*/ 176535 h 2631356"/>
              <a:gd name="connsiteX8451" fmla="*/ 6258422 w 11237202"/>
              <a:gd name="connsiteY8451" fmla="*/ 172592 h 2631356"/>
              <a:gd name="connsiteX8452" fmla="*/ 6271454 w 11237202"/>
              <a:gd name="connsiteY8452" fmla="*/ 162083 h 2631356"/>
              <a:gd name="connsiteX8453" fmla="*/ 6301998 w 11237202"/>
              <a:gd name="connsiteY8453" fmla="*/ 161837 h 2631356"/>
              <a:gd name="connsiteX8454" fmla="*/ 3644931 w 11237202"/>
              <a:gd name="connsiteY8454" fmla="*/ 161490 h 2631356"/>
              <a:gd name="connsiteX8455" fmla="*/ 3661270 w 11237202"/>
              <a:gd name="connsiteY8455" fmla="*/ 162790 h 2631356"/>
              <a:gd name="connsiteX8456" fmla="*/ 3648960 w 11237202"/>
              <a:gd name="connsiteY8456" fmla="*/ 166414 h 2631356"/>
              <a:gd name="connsiteX8457" fmla="*/ 3632594 w 11237202"/>
              <a:gd name="connsiteY8457" fmla="*/ 165069 h 2631356"/>
              <a:gd name="connsiteX8458" fmla="*/ 3644931 w 11237202"/>
              <a:gd name="connsiteY8458" fmla="*/ 161490 h 2631356"/>
              <a:gd name="connsiteX8459" fmla="*/ 4531690 w 11237202"/>
              <a:gd name="connsiteY8459" fmla="*/ 161405 h 2631356"/>
              <a:gd name="connsiteX8460" fmla="*/ 4548049 w 11237202"/>
              <a:gd name="connsiteY8460" fmla="*/ 164865 h 2631356"/>
              <a:gd name="connsiteX8461" fmla="*/ 4524291 w 11237202"/>
              <a:gd name="connsiteY8461" fmla="*/ 173800 h 2631356"/>
              <a:gd name="connsiteX8462" fmla="*/ 4481556 w 11237202"/>
              <a:gd name="connsiteY8462" fmla="*/ 170495 h 2631356"/>
              <a:gd name="connsiteX8463" fmla="*/ 4505619 w 11237202"/>
              <a:gd name="connsiteY8463" fmla="*/ 161605 h 2631356"/>
              <a:gd name="connsiteX8464" fmla="*/ 4531690 w 11237202"/>
              <a:gd name="connsiteY8464" fmla="*/ 161405 h 2631356"/>
              <a:gd name="connsiteX8465" fmla="*/ 6523075 w 11237202"/>
              <a:gd name="connsiteY8465" fmla="*/ 161023 h 2631356"/>
              <a:gd name="connsiteX8466" fmla="*/ 6550348 w 11237202"/>
              <a:gd name="connsiteY8466" fmla="*/ 165298 h 2631356"/>
              <a:gd name="connsiteX8467" fmla="*/ 6539178 w 11237202"/>
              <a:gd name="connsiteY8467" fmla="*/ 176330 h 2631356"/>
              <a:gd name="connsiteX8468" fmla="*/ 6479632 w 11237202"/>
              <a:gd name="connsiteY8468" fmla="*/ 172227 h 2631356"/>
              <a:gd name="connsiteX8469" fmla="*/ 6491219 w 11237202"/>
              <a:gd name="connsiteY8469" fmla="*/ 161263 h 2631356"/>
              <a:gd name="connsiteX8470" fmla="*/ 6523075 w 11237202"/>
              <a:gd name="connsiteY8470" fmla="*/ 161023 h 2631356"/>
              <a:gd name="connsiteX8471" fmla="*/ 5548869 w 11237202"/>
              <a:gd name="connsiteY8471" fmla="*/ 160513 h 2631356"/>
              <a:gd name="connsiteX8472" fmla="*/ 5571623 w 11237202"/>
              <a:gd name="connsiteY8472" fmla="*/ 164591 h 2631356"/>
              <a:gd name="connsiteX8473" fmla="*/ 5552422 w 11237202"/>
              <a:gd name="connsiteY8473" fmla="*/ 175146 h 2631356"/>
              <a:gd name="connsiteX8474" fmla="*/ 5498571 w 11237202"/>
              <a:gd name="connsiteY8474" fmla="*/ 171224 h 2631356"/>
              <a:gd name="connsiteX8475" fmla="*/ 5518216 w 11237202"/>
              <a:gd name="connsiteY8475" fmla="*/ 160761 h 2631356"/>
              <a:gd name="connsiteX8476" fmla="*/ 5548869 w 11237202"/>
              <a:gd name="connsiteY8476" fmla="*/ 160513 h 2631356"/>
              <a:gd name="connsiteX8477" fmla="*/ 7176712 w 11237202"/>
              <a:gd name="connsiteY8477" fmla="*/ 160191 h 2631356"/>
              <a:gd name="connsiteX8478" fmla="*/ 7179407 w 11237202"/>
              <a:gd name="connsiteY8478" fmla="*/ 160374 h 2631356"/>
              <a:gd name="connsiteX8479" fmla="*/ 7179129 w 11237202"/>
              <a:gd name="connsiteY8479" fmla="*/ 160829 h 2631356"/>
              <a:gd name="connsiteX8480" fmla="*/ 7176489 w 11237202"/>
              <a:gd name="connsiteY8480" fmla="*/ 160670 h 2631356"/>
              <a:gd name="connsiteX8481" fmla="*/ 7176712 w 11237202"/>
              <a:gd name="connsiteY8481" fmla="*/ 160191 h 2631356"/>
              <a:gd name="connsiteX8482" fmla="*/ 5058093 w 11237202"/>
              <a:gd name="connsiteY8482" fmla="*/ 159538 h 2631356"/>
              <a:gd name="connsiteX8483" fmla="*/ 5077439 w 11237202"/>
              <a:gd name="connsiteY8483" fmla="*/ 163269 h 2631356"/>
              <a:gd name="connsiteX8484" fmla="*/ 5055821 w 11237202"/>
              <a:gd name="connsiteY8484" fmla="*/ 172934 h 2631356"/>
              <a:gd name="connsiteX8485" fmla="*/ 5007972 w 11237202"/>
              <a:gd name="connsiteY8485" fmla="*/ 169355 h 2631356"/>
              <a:gd name="connsiteX8486" fmla="*/ 5029868 w 11237202"/>
              <a:gd name="connsiteY8486" fmla="*/ 159758 h 2631356"/>
              <a:gd name="connsiteX8487" fmla="*/ 5058093 w 11237202"/>
              <a:gd name="connsiteY8487" fmla="*/ 159538 h 2631356"/>
              <a:gd name="connsiteX8488" fmla="*/ 3855275 w 11237202"/>
              <a:gd name="connsiteY8488" fmla="*/ 158960 h 2631356"/>
              <a:gd name="connsiteX8489" fmla="*/ 3870975 w 11237202"/>
              <a:gd name="connsiteY8489" fmla="*/ 160237 h 2631356"/>
              <a:gd name="connsiteX8490" fmla="*/ 3859916 w 11237202"/>
              <a:gd name="connsiteY8490" fmla="*/ 163634 h 2631356"/>
              <a:gd name="connsiteX8491" fmla="*/ 3844216 w 11237202"/>
              <a:gd name="connsiteY8491" fmla="*/ 162357 h 2631356"/>
              <a:gd name="connsiteX8492" fmla="*/ 3855275 w 11237202"/>
              <a:gd name="connsiteY8492" fmla="*/ 158960 h 2631356"/>
              <a:gd name="connsiteX8493" fmla="*/ 5979473 w 11237202"/>
              <a:gd name="connsiteY8493" fmla="*/ 158837 h 2631356"/>
              <a:gd name="connsiteX8494" fmla="*/ 6002981 w 11237202"/>
              <a:gd name="connsiteY8494" fmla="*/ 162790 h 2631356"/>
              <a:gd name="connsiteX8495" fmla="*/ 5988031 w 11237202"/>
              <a:gd name="connsiteY8495" fmla="*/ 173025 h 2631356"/>
              <a:gd name="connsiteX8496" fmla="*/ 5934431 w 11237202"/>
              <a:gd name="connsiteY8496" fmla="*/ 169218 h 2631356"/>
              <a:gd name="connsiteX8497" fmla="*/ 5949797 w 11237202"/>
              <a:gd name="connsiteY8497" fmla="*/ 159075 h 2631356"/>
              <a:gd name="connsiteX8498" fmla="*/ 5979473 w 11237202"/>
              <a:gd name="connsiteY8498" fmla="*/ 158837 h 2631356"/>
              <a:gd name="connsiteX8499" fmla="*/ 5451084 w 11237202"/>
              <a:gd name="connsiteY8499" fmla="*/ 158535 h 2631356"/>
              <a:gd name="connsiteX8500" fmla="*/ 5473063 w 11237202"/>
              <a:gd name="connsiteY8500" fmla="*/ 162517 h 2631356"/>
              <a:gd name="connsiteX8501" fmla="*/ 5453390 w 11237202"/>
              <a:gd name="connsiteY8501" fmla="*/ 172842 h 2631356"/>
              <a:gd name="connsiteX8502" fmla="*/ 5400957 w 11237202"/>
              <a:gd name="connsiteY8502" fmla="*/ 169012 h 2631356"/>
              <a:gd name="connsiteX8503" fmla="*/ 5421019 w 11237202"/>
              <a:gd name="connsiteY8503" fmla="*/ 158778 h 2631356"/>
              <a:gd name="connsiteX8504" fmla="*/ 5451084 w 11237202"/>
              <a:gd name="connsiteY8504" fmla="*/ 158535 h 2631356"/>
              <a:gd name="connsiteX8505" fmla="*/ 5157544 w 11237202"/>
              <a:gd name="connsiteY8505" fmla="*/ 157527 h 2631356"/>
              <a:gd name="connsiteX8506" fmla="*/ 5178749 w 11237202"/>
              <a:gd name="connsiteY8506" fmla="*/ 161559 h 2631356"/>
              <a:gd name="connsiteX8507" fmla="*/ 5156325 w 11237202"/>
              <a:gd name="connsiteY8507" fmla="*/ 171931 h 2631356"/>
              <a:gd name="connsiteX8508" fmla="*/ 5104447 w 11237202"/>
              <a:gd name="connsiteY8508" fmla="*/ 168055 h 2631356"/>
              <a:gd name="connsiteX8509" fmla="*/ 5127149 w 11237202"/>
              <a:gd name="connsiteY8509" fmla="*/ 157752 h 2631356"/>
              <a:gd name="connsiteX8510" fmla="*/ 5157544 w 11237202"/>
              <a:gd name="connsiteY8510" fmla="*/ 157527 h 2631356"/>
              <a:gd name="connsiteX8511" fmla="*/ 5353654 w 11237202"/>
              <a:gd name="connsiteY8511" fmla="*/ 157168 h 2631356"/>
              <a:gd name="connsiteX8512" fmla="*/ 5375699 w 11237202"/>
              <a:gd name="connsiteY8512" fmla="*/ 161217 h 2631356"/>
              <a:gd name="connsiteX8513" fmla="*/ 5354776 w 11237202"/>
              <a:gd name="connsiteY8513" fmla="*/ 171726 h 2631356"/>
              <a:gd name="connsiteX8514" fmla="*/ 5301759 w 11237202"/>
              <a:gd name="connsiteY8514" fmla="*/ 167827 h 2631356"/>
              <a:gd name="connsiteX8515" fmla="*/ 5323044 w 11237202"/>
              <a:gd name="connsiteY8515" fmla="*/ 157410 h 2631356"/>
              <a:gd name="connsiteX8516" fmla="*/ 5353654 w 11237202"/>
              <a:gd name="connsiteY8516" fmla="*/ 157168 h 2631356"/>
              <a:gd name="connsiteX8517" fmla="*/ 5255745 w 11237202"/>
              <a:gd name="connsiteY8517" fmla="*/ 156846 h 2631356"/>
              <a:gd name="connsiteX8518" fmla="*/ 5277474 w 11237202"/>
              <a:gd name="connsiteY8518" fmla="*/ 160898 h 2631356"/>
              <a:gd name="connsiteX8519" fmla="*/ 5255717 w 11237202"/>
              <a:gd name="connsiteY8519" fmla="*/ 171407 h 2631356"/>
              <a:gd name="connsiteX8520" fmla="*/ 5203062 w 11237202"/>
              <a:gd name="connsiteY8520" fmla="*/ 167508 h 2631356"/>
              <a:gd name="connsiteX8521" fmla="*/ 5225096 w 11237202"/>
              <a:gd name="connsiteY8521" fmla="*/ 157068 h 2631356"/>
              <a:gd name="connsiteX8522" fmla="*/ 5255745 w 11237202"/>
              <a:gd name="connsiteY8522" fmla="*/ 156846 h 2631356"/>
              <a:gd name="connsiteX8523" fmla="*/ 4310006 w 11237202"/>
              <a:gd name="connsiteY8523" fmla="*/ 156029 h 2631356"/>
              <a:gd name="connsiteX8524" fmla="*/ 4326814 w 11237202"/>
              <a:gd name="connsiteY8524" fmla="*/ 159690 h 2631356"/>
              <a:gd name="connsiteX8525" fmla="*/ 4299583 w 11237202"/>
              <a:gd name="connsiteY8525" fmla="*/ 169218 h 2631356"/>
              <a:gd name="connsiteX8526" fmla="*/ 4254568 w 11237202"/>
              <a:gd name="connsiteY8526" fmla="*/ 165708 h 2631356"/>
              <a:gd name="connsiteX8527" fmla="*/ 4282049 w 11237202"/>
              <a:gd name="connsiteY8527" fmla="*/ 156248 h 2631356"/>
              <a:gd name="connsiteX8528" fmla="*/ 4310006 w 11237202"/>
              <a:gd name="connsiteY8528" fmla="*/ 156029 h 2631356"/>
              <a:gd name="connsiteX8529" fmla="*/ 3534925 w 11237202"/>
              <a:gd name="connsiteY8529" fmla="*/ 155701 h 2631356"/>
              <a:gd name="connsiteX8530" fmla="*/ 3536648 w 11237202"/>
              <a:gd name="connsiteY8530" fmla="*/ 155861 h 2631356"/>
              <a:gd name="connsiteX8531" fmla="*/ 3535314 w 11237202"/>
              <a:gd name="connsiteY8531" fmla="*/ 156248 h 2631356"/>
              <a:gd name="connsiteX8532" fmla="*/ 3533564 w 11237202"/>
              <a:gd name="connsiteY8532" fmla="*/ 156088 h 2631356"/>
              <a:gd name="connsiteX8533" fmla="*/ 3534925 w 11237202"/>
              <a:gd name="connsiteY8533" fmla="*/ 155701 h 2631356"/>
              <a:gd name="connsiteX8534" fmla="*/ 4087925 w 11237202"/>
              <a:gd name="connsiteY8534" fmla="*/ 155558 h 2631356"/>
              <a:gd name="connsiteX8535" fmla="*/ 4100520 w 11237202"/>
              <a:gd name="connsiteY8535" fmla="*/ 158413 h 2631356"/>
              <a:gd name="connsiteX8536" fmla="*/ 4077928 w 11237202"/>
              <a:gd name="connsiteY8536" fmla="*/ 165799 h 2631356"/>
              <a:gd name="connsiteX8537" fmla="*/ 4043391 w 11237202"/>
              <a:gd name="connsiteY8537" fmla="*/ 163063 h 2631356"/>
              <a:gd name="connsiteX8538" fmla="*/ 4066120 w 11237202"/>
              <a:gd name="connsiteY8538" fmla="*/ 155746 h 2631356"/>
              <a:gd name="connsiteX8539" fmla="*/ 4087925 w 11237202"/>
              <a:gd name="connsiteY8539" fmla="*/ 155558 h 2631356"/>
              <a:gd name="connsiteX8540" fmla="*/ 4629225 w 11237202"/>
              <a:gd name="connsiteY8540" fmla="*/ 155463 h 2631356"/>
              <a:gd name="connsiteX8541" fmla="*/ 4645553 w 11237202"/>
              <a:gd name="connsiteY8541" fmla="*/ 158846 h 2631356"/>
              <a:gd name="connsiteX8542" fmla="*/ 4622795 w 11237202"/>
              <a:gd name="connsiteY8542" fmla="*/ 167577 h 2631356"/>
              <a:gd name="connsiteX8543" fmla="*/ 4580560 w 11237202"/>
              <a:gd name="connsiteY8543" fmla="*/ 164340 h 2631356"/>
              <a:gd name="connsiteX8544" fmla="*/ 4603539 w 11237202"/>
              <a:gd name="connsiteY8544" fmla="*/ 155655 h 2631356"/>
              <a:gd name="connsiteX8545" fmla="*/ 4629225 w 11237202"/>
              <a:gd name="connsiteY8545" fmla="*/ 155463 h 2631356"/>
              <a:gd name="connsiteX8546" fmla="*/ 6858821 w 11237202"/>
              <a:gd name="connsiteY8546" fmla="*/ 154945 h 2631356"/>
              <a:gd name="connsiteX8547" fmla="*/ 6887371 w 11237202"/>
              <a:gd name="connsiteY8547" fmla="*/ 159210 h 2631356"/>
              <a:gd name="connsiteX8548" fmla="*/ 6879258 w 11237202"/>
              <a:gd name="connsiteY8548" fmla="*/ 170243 h 2631356"/>
              <a:gd name="connsiteX8549" fmla="*/ 6818294 w 11237202"/>
              <a:gd name="connsiteY8549" fmla="*/ 166164 h 2631356"/>
              <a:gd name="connsiteX8550" fmla="*/ 6826935 w 11237202"/>
              <a:gd name="connsiteY8550" fmla="*/ 155176 h 2631356"/>
              <a:gd name="connsiteX8551" fmla="*/ 6858821 w 11237202"/>
              <a:gd name="connsiteY8551" fmla="*/ 154945 h 2631356"/>
              <a:gd name="connsiteX8552" fmla="*/ 6207844 w 11237202"/>
              <a:gd name="connsiteY8552" fmla="*/ 154045 h 2631356"/>
              <a:gd name="connsiteX8553" fmla="*/ 6231358 w 11237202"/>
              <a:gd name="connsiteY8553" fmla="*/ 157843 h 2631356"/>
              <a:gd name="connsiteX8554" fmla="*/ 6218687 w 11237202"/>
              <a:gd name="connsiteY8554" fmla="*/ 167736 h 2631356"/>
              <a:gd name="connsiteX8555" fmla="*/ 6166116 w 11237202"/>
              <a:gd name="connsiteY8555" fmla="*/ 164067 h 2631356"/>
              <a:gd name="connsiteX8556" fmla="*/ 6179120 w 11237202"/>
              <a:gd name="connsiteY8556" fmla="*/ 154265 h 2631356"/>
              <a:gd name="connsiteX8557" fmla="*/ 6207844 w 11237202"/>
              <a:gd name="connsiteY8557" fmla="*/ 154045 h 2631356"/>
              <a:gd name="connsiteX8558" fmla="*/ 7291054 w 11237202"/>
              <a:gd name="connsiteY8558" fmla="*/ 153740 h 2631356"/>
              <a:gd name="connsiteX8559" fmla="*/ 7292054 w 11237202"/>
              <a:gd name="connsiteY8559" fmla="*/ 153808 h 2631356"/>
              <a:gd name="connsiteX8560" fmla="*/ 7292054 w 11237202"/>
              <a:gd name="connsiteY8560" fmla="*/ 153991 h 2631356"/>
              <a:gd name="connsiteX8561" fmla="*/ 7290942 w 11237202"/>
              <a:gd name="connsiteY8561" fmla="*/ 153946 h 2631356"/>
              <a:gd name="connsiteX8562" fmla="*/ 7291054 w 11237202"/>
              <a:gd name="connsiteY8562" fmla="*/ 153740 h 2631356"/>
              <a:gd name="connsiteX8563" fmla="*/ 3222520 w 11237202"/>
              <a:gd name="connsiteY8563" fmla="*/ 153718 h 2631356"/>
              <a:gd name="connsiteX8564" fmla="*/ 3223409 w 11237202"/>
              <a:gd name="connsiteY8564" fmla="*/ 153786 h 2631356"/>
              <a:gd name="connsiteX8565" fmla="*/ 3222631 w 11237202"/>
              <a:gd name="connsiteY8565" fmla="*/ 153969 h 2631356"/>
              <a:gd name="connsiteX8566" fmla="*/ 3221854 w 11237202"/>
              <a:gd name="connsiteY8566" fmla="*/ 153877 h 2631356"/>
              <a:gd name="connsiteX8567" fmla="*/ 3222520 w 11237202"/>
              <a:gd name="connsiteY8567" fmla="*/ 153718 h 2631356"/>
              <a:gd name="connsiteX8568" fmla="*/ 5884141 w 11237202"/>
              <a:gd name="connsiteY8568" fmla="*/ 153053 h 2631356"/>
              <a:gd name="connsiteX8569" fmla="*/ 5907201 w 11237202"/>
              <a:gd name="connsiteY8569" fmla="*/ 156977 h 2631356"/>
              <a:gd name="connsiteX8570" fmla="*/ 5891501 w 11237202"/>
              <a:gd name="connsiteY8570" fmla="*/ 167098 h 2631356"/>
              <a:gd name="connsiteX8571" fmla="*/ 5838456 w 11237202"/>
              <a:gd name="connsiteY8571" fmla="*/ 163337 h 2631356"/>
              <a:gd name="connsiteX8572" fmla="*/ 5854600 w 11237202"/>
              <a:gd name="connsiteY8572" fmla="*/ 153284 h 2631356"/>
              <a:gd name="connsiteX8573" fmla="*/ 5884141 w 11237202"/>
              <a:gd name="connsiteY8573" fmla="*/ 153053 h 2631356"/>
              <a:gd name="connsiteX8574" fmla="*/ 6962477 w 11237202"/>
              <a:gd name="connsiteY8574" fmla="*/ 152623 h 2631356"/>
              <a:gd name="connsiteX8575" fmla="*/ 6982845 w 11237202"/>
              <a:gd name="connsiteY8575" fmla="*/ 153968 h 2631356"/>
              <a:gd name="connsiteX8576" fmla="*/ 6980400 w 11237202"/>
              <a:gd name="connsiteY8576" fmla="*/ 157639 h 2631356"/>
              <a:gd name="connsiteX8577" fmla="*/ 6960004 w 11237202"/>
              <a:gd name="connsiteY8577" fmla="*/ 156271 h 2631356"/>
              <a:gd name="connsiteX8578" fmla="*/ 6962477 w 11237202"/>
              <a:gd name="connsiteY8578" fmla="*/ 152623 h 2631356"/>
              <a:gd name="connsiteX8579" fmla="*/ 6647118 w 11237202"/>
              <a:gd name="connsiteY8579" fmla="*/ 151999 h 2631356"/>
              <a:gd name="connsiteX8580" fmla="*/ 6675109 w 11237202"/>
              <a:gd name="connsiteY8580" fmla="*/ 156270 h 2631356"/>
              <a:gd name="connsiteX8581" fmla="*/ 6664967 w 11237202"/>
              <a:gd name="connsiteY8581" fmla="*/ 167371 h 2631356"/>
              <a:gd name="connsiteX8582" fmla="*/ 6604309 w 11237202"/>
              <a:gd name="connsiteY8582" fmla="*/ 163246 h 2631356"/>
              <a:gd name="connsiteX8583" fmla="*/ 6614979 w 11237202"/>
              <a:gd name="connsiteY8583" fmla="*/ 152258 h 2631356"/>
              <a:gd name="connsiteX8584" fmla="*/ 6647118 w 11237202"/>
              <a:gd name="connsiteY8584" fmla="*/ 151999 h 2631356"/>
              <a:gd name="connsiteX8585" fmla="*/ 6430803 w 11237202"/>
              <a:gd name="connsiteY8585" fmla="*/ 151298 h 2631356"/>
              <a:gd name="connsiteX8586" fmla="*/ 6458013 w 11237202"/>
              <a:gd name="connsiteY8586" fmla="*/ 155564 h 2631356"/>
              <a:gd name="connsiteX8587" fmla="*/ 6445870 w 11237202"/>
              <a:gd name="connsiteY8587" fmla="*/ 166620 h 2631356"/>
              <a:gd name="connsiteX8588" fmla="*/ 6386018 w 11237202"/>
              <a:gd name="connsiteY8588" fmla="*/ 162517 h 2631356"/>
              <a:gd name="connsiteX8589" fmla="*/ 6398634 w 11237202"/>
              <a:gd name="connsiteY8589" fmla="*/ 151529 h 2631356"/>
              <a:gd name="connsiteX8590" fmla="*/ 6430803 w 11237202"/>
              <a:gd name="connsiteY8590" fmla="*/ 151298 h 2631356"/>
              <a:gd name="connsiteX8591" fmla="*/ 4727029 w 11237202"/>
              <a:gd name="connsiteY8591" fmla="*/ 150173 h 2631356"/>
              <a:gd name="connsiteX8592" fmla="*/ 4743945 w 11237202"/>
              <a:gd name="connsiteY8592" fmla="*/ 153626 h 2631356"/>
              <a:gd name="connsiteX8593" fmla="*/ 4721604 w 11237202"/>
              <a:gd name="connsiteY8593" fmla="*/ 162471 h 2631356"/>
              <a:gd name="connsiteX8594" fmla="*/ 4678313 w 11237202"/>
              <a:gd name="connsiteY8594" fmla="*/ 159166 h 2631356"/>
              <a:gd name="connsiteX8595" fmla="*/ 4700903 w 11237202"/>
              <a:gd name="connsiteY8595" fmla="*/ 150344 h 2631356"/>
              <a:gd name="connsiteX8596" fmla="*/ 4727029 w 11237202"/>
              <a:gd name="connsiteY8596" fmla="*/ 150173 h 2631356"/>
              <a:gd name="connsiteX8597" fmla="*/ 4406338 w 11237202"/>
              <a:gd name="connsiteY8597" fmla="*/ 148580 h 2631356"/>
              <a:gd name="connsiteX8598" fmla="*/ 4423038 w 11237202"/>
              <a:gd name="connsiteY8598" fmla="*/ 152145 h 2631356"/>
              <a:gd name="connsiteX8599" fmla="*/ 4397114 w 11237202"/>
              <a:gd name="connsiteY8599" fmla="*/ 161332 h 2631356"/>
              <a:gd name="connsiteX8600" fmla="*/ 4353072 w 11237202"/>
              <a:gd name="connsiteY8600" fmla="*/ 157958 h 2631356"/>
              <a:gd name="connsiteX8601" fmla="*/ 4379136 w 11237202"/>
              <a:gd name="connsiteY8601" fmla="*/ 148794 h 2631356"/>
              <a:gd name="connsiteX8602" fmla="*/ 4406338 w 11237202"/>
              <a:gd name="connsiteY8602" fmla="*/ 148580 h 2631356"/>
              <a:gd name="connsiteX8603" fmla="*/ 3425418 w 11237202"/>
              <a:gd name="connsiteY8603" fmla="*/ 148224 h 2631356"/>
              <a:gd name="connsiteX8604" fmla="*/ 3426279 w 11237202"/>
              <a:gd name="connsiteY8604" fmla="*/ 148292 h 2631356"/>
              <a:gd name="connsiteX8605" fmla="*/ 3425528 w 11237202"/>
              <a:gd name="connsiteY8605" fmla="*/ 148475 h 2631356"/>
              <a:gd name="connsiteX8606" fmla="*/ 3424723 w 11237202"/>
              <a:gd name="connsiteY8606" fmla="*/ 148429 h 2631356"/>
              <a:gd name="connsiteX8607" fmla="*/ 3425418 w 11237202"/>
              <a:gd name="connsiteY8607" fmla="*/ 148224 h 2631356"/>
              <a:gd name="connsiteX8608" fmla="*/ 5789017 w 11237202"/>
              <a:gd name="connsiteY8608" fmla="*/ 147958 h 2631356"/>
              <a:gd name="connsiteX8609" fmla="*/ 5812392 w 11237202"/>
              <a:gd name="connsiteY8609" fmla="*/ 151940 h 2631356"/>
              <a:gd name="connsiteX8610" fmla="*/ 5795415 w 11237202"/>
              <a:gd name="connsiteY8610" fmla="*/ 162266 h 2631356"/>
              <a:gd name="connsiteX8611" fmla="*/ 5741398 w 11237202"/>
              <a:gd name="connsiteY8611" fmla="*/ 158459 h 2631356"/>
              <a:gd name="connsiteX8612" fmla="*/ 5758765 w 11237202"/>
              <a:gd name="connsiteY8612" fmla="*/ 148201 h 2631356"/>
              <a:gd name="connsiteX8613" fmla="*/ 5789017 w 11237202"/>
              <a:gd name="connsiteY8613" fmla="*/ 147958 h 2631356"/>
              <a:gd name="connsiteX8614" fmla="*/ 7402727 w 11237202"/>
              <a:gd name="connsiteY8614" fmla="*/ 147403 h 2631356"/>
              <a:gd name="connsiteX8615" fmla="*/ 7403672 w 11237202"/>
              <a:gd name="connsiteY8615" fmla="*/ 147448 h 2631356"/>
              <a:gd name="connsiteX8616" fmla="*/ 7403672 w 11237202"/>
              <a:gd name="connsiteY8616" fmla="*/ 147653 h 2631356"/>
              <a:gd name="connsiteX8617" fmla="*/ 7402700 w 11237202"/>
              <a:gd name="connsiteY8617" fmla="*/ 147585 h 2631356"/>
              <a:gd name="connsiteX8618" fmla="*/ 7402727 w 11237202"/>
              <a:gd name="connsiteY8618" fmla="*/ 147403 h 2631356"/>
              <a:gd name="connsiteX8619" fmla="*/ 3761645 w 11237202"/>
              <a:gd name="connsiteY8619" fmla="*/ 147006 h 2631356"/>
              <a:gd name="connsiteX8620" fmla="*/ 3774416 w 11237202"/>
              <a:gd name="connsiteY8620" fmla="*/ 150070 h 2631356"/>
              <a:gd name="connsiteX8621" fmla="*/ 3747798 w 11237202"/>
              <a:gd name="connsiteY8621" fmla="*/ 158025 h 2631356"/>
              <a:gd name="connsiteX8622" fmla="*/ 3711175 w 11237202"/>
              <a:gd name="connsiteY8622" fmla="*/ 155085 h 2631356"/>
              <a:gd name="connsiteX8623" fmla="*/ 3737934 w 11237202"/>
              <a:gd name="connsiteY8623" fmla="*/ 147175 h 2631356"/>
              <a:gd name="connsiteX8624" fmla="*/ 3761645 w 11237202"/>
              <a:gd name="connsiteY8624" fmla="*/ 147006 h 2631356"/>
              <a:gd name="connsiteX8625" fmla="*/ 6113716 w 11237202"/>
              <a:gd name="connsiteY8625" fmla="*/ 146913 h 2631356"/>
              <a:gd name="connsiteX8626" fmla="*/ 6135856 w 11237202"/>
              <a:gd name="connsiteY8626" fmla="*/ 150526 h 2631356"/>
              <a:gd name="connsiteX8627" fmla="*/ 6123046 w 11237202"/>
              <a:gd name="connsiteY8627" fmla="*/ 159895 h 2631356"/>
              <a:gd name="connsiteX8628" fmla="*/ 6073141 w 11237202"/>
              <a:gd name="connsiteY8628" fmla="*/ 156453 h 2631356"/>
              <a:gd name="connsiteX8629" fmla="*/ 6086201 w 11237202"/>
              <a:gd name="connsiteY8629" fmla="*/ 147130 h 2631356"/>
              <a:gd name="connsiteX8630" fmla="*/ 6113716 w 11237202"/>
              <a:gd name="connsiteY8630" fmla="*/ 146913 h 2631356"/>
              <a:gd name="connsiteX8631" fmla="*/ 3967346 w 11237202"/>
              <a:gd name="connsiteY8631" fmla="*/ 146782 h 2631356"/>
              <a:gd name="connsiteX8632" fmla="*/ 3977480 w 11237202"/>
              <a:gd name="connsiteY8632" fmla="*/ 149135 h 2631356"/>
              <a:gd name="connsiteX8633" fmla="*/ 3958197 w 11237202"/>
              <a:gd name="connsiteY8633" fmla="*/ 155199 h 2631356"/>
              <a:gd name="connsiteX8634" fmla="*/ 3929854 w 11237202"/>
              <a:gd name="connsiteY8634" fmla="*/ 152965 h 2631356"/>
              <a:gd name="connsiteX8635" fmla="*/ 3949249 w 11237202"/>
              <a:gd name="connsiteY8635" fmla="*/ 146924 h 2631356"/>
              <a:gd name="connsiteX8636" fmla="*/ 3967346 w 11237202"/>
              <a:gd name="connsiteY8636" fmla="*/ 146782 h 2631356"/>
              <a:gd name="connsiteX8637" fmla="*/ 6766075 w 11237202"/>
              <a:gd name="connsiteY8637" fmla="*/ 146155 h 2631356"/>
              <a:gd name="connsiteX8638" fmla="*/ 6785311 w 11237202"/>
              <a:gd name="connsiteY8638" fmla="*/ 149045 h 2631356"/>
              <a:gd name="connsiteX8639" fmla="*/ 6779254 w 11237202"/>
              <a:gd name="connsiteY8639" fmla="*/ 156499 h 2631356"/>
              <a:gd name="connsiteX8640" fmla="*/ 6737852 w 11237202"/>
              <a:gd name="connsiteY8640" fmla="*/ 153740 h 2631356"/>
              <a:gd name="connsiteX8641" fmla="*/ 6744214 w 11237202"/>
              <a:gd name="connsiteY8641" fmla="*/ 146309 h 2631356"/>
              <a:gd name="connsiteX8642" fmla="*/ 6766075 w 11237202"/>
              <a:gd name="connsiteY8642" fmla="*/ 146155 h 2631356"/>
              <a:gd name="connsiteX8643" fmla="*/ 4824314 w 11237202"/>
              <a:gd name="connsiteY8643" fmla="*/ 145904 h 2631356"/>
              <a:gd name="connsiteX8644" fmla="*/ 4841392 w 11237202"/>
              <a:gd name="connsiteY8644" fmla="*/ 149295 h 2631356"/>
              <a:gd name="connsiteX8645" fmla="*/ 4819885 w 11237202"/>
              <a:gd name="connsiteY8645" fmla="*/ 158094 h 2631356"/>
              <a:gd name="connsiteX8646" fmla="*/ 4776455 w 11237202"/>
              <a:gd name="connsiteY8646" fmla="*/ 154811 h 2631356"/>
              <a:gd name="connsiteX8647" fmla="*/ 4798295 w 11237202"/>
              <a:gd name="connsiteY8647" fmla="*/ 146104 h 2631356"/>
              <a:gd name="connsiteX8648" fmla="*/ 4824314 w 11237202"/>
              <a:gd name="connsiteY8648" fmla="*/ 145904 h 2631356"/>
              <a:gd name="connsiteX8649" fmla="*/ 4188555 w 11237202"/>
              <a:gd name="connsiteY8649" fmla="*/ 145106 h 2631356"/>
              <a:gd name="connsiteX8650" fmla="*/ 4204996 w 11237202"/>
              <a:gd name="connsiteY8650" fmla="*/ 148748 h 2631356"/>
              <a:gd name="connsiteX8651" fmla="*/ 4176766 w 11237202"/>
              <a:gd name="connsiteY8651" fmla="*/ 158185 h 2631356"/>
              <a:gd name="connsiteX8652" fmla="*/ 4132057 w 11237202"/>
              <a:gd name="connsiteY8652" fmla="*/ 154698 h 2631356"/>
              <a:gd name="connsiteX8653" fmla="*/ 4160566 w 11237202"/>
              <a:gd name="connsiteY8653" fmla="*/ 145329 h 2631356"/>
              <a:gd name="connsiteX8654" fmla="*/ 4188555 w 11237202"/>
              <a:gd name="connsiteY8654" fmla="*/ 145106 h 2631356"/>
              <a:gd name="connsiteX8655" fmla="*/ 5692882 w 11237202"/>
              <a:gd name="connsiteY8655" fmla="*/ 144206 h 2631356"/>
              <a:gd name="connsiteX8656" fmla="*/ 5714778 w 11237202"/>
              <a:gd name="connsiteY8656" fmla="*/ 147996 h 2631356"/>
              <a:gd name="connsiteX8657" fmla="*/ 5697912 w 11237202"/>
              <a:gd name="connsiteY8657" fmla="*/ 157798 h 2631356"/>
              <a:gd name="connsiteX8658" fmla="*/ 5646812 w 11237202"/>
              <a:gd name="connsiteY8658" fmla="*/ 154173 h 2631356"/>
              <a:gd name="connsiteX8659" fmla="*/ 5664068 w 11237202"/>
              <a:gd name="connsiteY8659" fmla="*/ 144417 h 2631356"/>
              <a:gd name="connsiteX8660" fmla="*/ 5692882 w 11237202"/>
              <a:gd name="connsiteY8660" fmla="*/ 144206 h 2631356"/>
              <a:gd name="connsiteX8661" fmla="*/ 3630260 w 11237202"/>
              <a:gd name="connsiteY8661" fmla="*/ 144075 h 2631356"/>
              <a:gd name="connsiteX8662" fmla="*/ 3632010 w 11237202"/>
              <a:gd name="connsiteY8662" fmla="*/ 144211 h 2631356"/>
              <a:gd name="connsiteX8663" fmla="*/ 3630677 w 11237202"/>
              <a:gd name="connsiteY8663" fmla="*/ 144577 h 2631356"/>
              <a:gd name="connsiteX8664" fmla="*/ 3628981 w 11237202"/>
              <a:gd name="connsiteY8664" fmla="*/ 144440 h 2631356"/>
              <a:gd name="connsiteX8665" fmla="*/ 3630260 w 11237202"/>
              <a:gd name="connsiteY8665" fmla="*/ 144075 h 2631356"/>
              <a:gd name="connsiteX8666" fmla="*/ 6879674 w 11237202"/>
              <a:gd name="connsiteY8666" fmla="*/ 143208 h 2631356"/>
              <a:gd name="connsiteX8667" fmla="*/ 6882258 w 11237202"/>
              <a:gd name="connsiteY8667" fmla="*/ 143391 h 2631356"/>
              <a:gd name="connsiteX8668" fmla="*/ 6881924 w 11237202"/>
              <a:gd name="connsiteY8668" fmla="*/ 143824 h 2631356"/>
              <a:gd name="connsiteX8669" fmla="*/ 6879340 w 11237202"/>
              <a:gd name="connsiteY8669" fmla="*/ 143665 h 2631356"/>
              <a:gd name="connsiteX8670" fmla="*/ 6879674 w 11237202"/>
              <a:gd name="connsiteY8670" fmla="*/ 143208 h 2631356"/>
              <a:gd name="connsiteX8671" fmla="*/ 6337868 w 11237202"/>
              <a:gd name="connsiteY8671" fmla="*/ 142994 h 2631356"/>
              <a:gd name="connsiteX8672" fmla="*/ 6362873 w 11237202"/>
              <a:gd name="connsiteY8672" fmla="*/ 146947 h 2631356"/>
              <a:gd name="connsiteX8673" fmla="*/ 6350841 w 11237202"/>
              <a:gd name="connsiteY8673" fmla="*/ 157182 h 2631356"/>
              <a:gd name="connsiteX8674" fmla="*/ 6295240 w 11237202"/>
              <a:gd name="connsiteY8674" fmla="*/ 153375 h 2631356"/>
              <a:gd name="connsiteX8675" fmla="*/ 6307882 w 11237202"/>
              <a:gd name="connsiteY8675" fmla="*/ 143231 h 2631356"/>
              <a:gd name="connsiteX8676" fmla="*/ 6337868 w 11237202"/>
              <a:gd name="connsiteY8676" fmla="*/ 142994 h 2631356"/>
              <a:gd name="connsiteX8677" fmla="*/ 4921681 w 11237202"/>
              <a:gd name="connsiteY8677" fmla="*/ 142311 h 2631356"/>
              <a:gd name="connsiteX8678" fmla="*/ 4939395 w 11237202"/>
              <a:gd name="connsiteY8678" fmla="*/ 145762 h 2631356"/>
              <a:gd name="connsiteX8679" fmla="*/ 4918138 w 11237202"/>
              <a:gd name="connsiteY8679" fmla="*/ 154675 h 2631356"/>
              <a:gd name="connsiteX8680" fmla="*/ 4873708 w 11237202"/>
              <a:gd name="connsiteY8680" fmla="*/ 151370 h 2631356"/>
              <a:gd name="connsiteX8681" fmla="*/ 4895215 w 11237202"/>
              <a:gd name="connsiteY8681" fmla="*/ 142502 h 2631356"/>
              <a:gd name="connsiteX8682" fmla="*/ 4921681 w 11237202"/>
              <a:gd name="connsiteY8682" fmla="*/ 142311 h 2631356"/>
              <a:gd name="connsiteX8683" fmla="*/ 6555766 w 11237202"/>
              <a:gd name="connsiteY8683" fmla="*/ 141929 h 2631356"/>
              <a:gd name="connsiteX8684" fmla="*/ 6583441 w 11237202"/>
              <a:gd name="connsiteY8684" fmla="*/ 146195 h 2631356"/>
              <a:gd name="connsiteX8685" fmla="*/ 6572493 w 11237202"/>
              <a:gd name="connsiteY8685" fmla="*/ 157182 h 2631356"/>
              <a:gd name="connsiteX8686" fmla="*/ 6512169 w 11237202"/>
              <a:gd name="connsiteY8686" fmla="*/ 153079 h 2631356"/>
              <a:gd name="connsiteX8687" fmla="*/ 6523589 w 11237202"/>
              <a:gd name="connsiteY8687" fmla="*/ 142160 h 2631356"/>
              <a:gd name="connsiteX8688" fmla="*/ 6555766 w 11237202"/>
              <a:gd name="connsiteY8688" fmla="*/ 141929 h 2631356"/>
              <a:gd name="connsiteX8689" fmla="*/ 4502789 w 11237202"/>
              <a:gd name="connsiteY8689" fmla="*/ 141870 h 2631356"/>
              <a:gd name="connsiteX8690" fmla="*/ 4519624 w 11237202"/>
              <a:gd name="connsiteY8690" fmla="*/ 145397 h 2631356"/>
              <a:gd name="connsiteX8691" fmla="*/ 4494728 w 11237202"/>
              <a:gd name="connsiteY8691" fmla="*/ 154470 h 2631356"/>
              <a:gd name="connsiteX8692" fmla="*/ 4450547 w 11237202"/>
              <a:gd name="connsiteY8692" fmla="*/ 151096 h 2631356"/>
              <a:gd name="connsiteX8693" fmla="*/ 4475722 w 11237202"/>
              <a:gd name="connsiteY8693" fmla="*/ 142069 h 2631356"/>
              <a:gd name="connsiteX8694" fmla="*/ 4502789 w 11237202"/>
              <a:gd name="connsiteY8694" fmla="*/ 141870 h 2631356"/>
              <a:gd name="connsiteX8695" fmla="*/ 3837853 w 11237202"/>
              <a:gd name="connsiteY8695" fmla="*/ 141522 h 2631356"/>
              <a:gd name="connsiteX8696" fmla="*/ 3840854 w 11237202"/>
              <a:gd name="connsiteY8696" fmla="*/ 141749 h 2631356"/>
              <a:gd name="connsiteX8697" fmla="*/ 3838714 w 11237202"/>
              <a:gd name="connsiteY8697" fmla="*/ 142411 h 2631356"/>
              <a:gd name="connsiteX8698" fmla="*/ 3835770 w 11237202"/>
              <a:gd name="connsiteY8698" fmla="*/ 142160 h 2631356"/>
              <a:gd name="connsiteX8699" fmla="*/ 3837853 w 11237202"/>
              <a:gd name="connsiteY8699" fmla="*/ 141522 h 2631356"/>
              <a:gd name="connsiteX8700" fmla="*/ 7201025 w 11237202"/>
              <a:gd name="connsiteY8700" fmla="*/ 140975 h 2631356"/>
              <a:gd name="connsiteX8701" fmla="*/ 7202081 w 11237202"/>
              <a:gd name="connsiteY8701" fmla="*/ 141020 h 2631356"/>
              <a:gd name="connsiteX8702" fmla="*/ 7201997 w 11237202"/>
              <a:gd name="connsiteY8702" fmla="*/ 141225 h 2631356"/>
              <a:gd name="connsiteX8703" fmla="*/ 7200941 w 11237202"/>
              <a:gd name="connsiteY8703" fmla="*/ 141135 h 2631356"/>
              <a:gd name="connsiteX8704" fmla="*/ 7201025 w 11237202"/>
              <a:gd name="connsiteY8704" fmla="*/ 140975 h 2631356"/>
              <a:gd name="connsiteX8705" fmla="*/ 5597769 w 11237202"/>
              <a:gd name="connsiteY8705" fmla="*/ 140656 h 2631356"/>
              <a:gd name="connsiteX8706" fmla="*/ 5620304 w 11237202"/>
              <a:gd name="connsiteY8706" fmla="*/ 144599 h 2631356"/>
              <a:gd name="connsiteX8707" fmla="*/ 5601826 w 11237202"/>
              <a:gd name="connsiteY8707" fmla="*/ 154811 h 2631356"/>
              <a:gd name="connsiteX8708" fmla="*/ 5548809 w 11237202"/>
              <a:gd name="connsiteY8708" fmla="*/ 151005 h 2631356"/>
              <a:gd name="connsiteX8709" fmla="*/ 5567649 w 11237202"/>
              <a:gd name="connsiteY8709" fmla="*/ 140884 h 2631356"/>
              <a:gd name="connsiteX8710" fmla="*/ 5597769 w 11237202"/>
              <a:gd name="connsiteY8710" fmla="*/ 140656 h 2631356"/>
              <a:gd name="connsiteX8711" fmla="*/ 6019937 w 11237202"/>
              <a:gd name="connsiteY8711" fmla="*/ 140299 h 2631356"/>
              <a:gd name="connsiteX8712" fmla="*/ 6041937 w 11237202"/>
              <a:gd name="connsiteY8712" fmla="*/ 143893 h 2631356"/>
              <a:gd name="connsiteX8713" fmla="*/ 6028294 w 11237202"/>
              <a:gd name="connsiteY8713" fmla="*/ 153261 h 2631356"/>
              <a:gd name="connsiteX8714" fmla="*/ 5978361 w 11237202"/>
              <a:gd name="connsiteY8714" fmla="*/ 149797 h 2631356"/>
              <a:gd name="connsiteX8715" fmla="*/ 5992310 w 11237202"/>
              <a:gd name="connsiteY8715" fmla="*/ 140519 h 2631356"/>
              <a:gd name="connsiteX8716" fmla="*/ 6019937 w 11237202"/>
              <a:gd name="connsiteY8716" fmla="*/ 140299 h 2631356"/>
              <a:gd name="connsiteX8717" fmla="*/ 5018980 w 11237202"/>
              <a:gd name="connsiteY8717" fmla="*/ 139521 h 2631356"/>
              <a:gd name="connsiteX8718" fmla="*/ 5037510 w 11237202"/>
              <a:gd name="connsiteY8718" fmla="*/ 143072 h 2631356"/>
              <a:gd name="connsiteX8719" fmla="*/ 5016392 w 11237202"/>
              <a:gd name="connsiteY8719" fmla="*/ 152213 h 2631356"/>
              <a:gd name="connsiteX8720" fmla="*/ 4970404 w 11237202"/>
              <a:gd name="connsiteY8720" fmla="*/ 148794 h 2631356"/>
              <a:gd name="connsiteX8721" fmla="*/ 4991801 w 11237202"/>
              <a:gd name="connsiteY8721" fmla="*/ 139698 h 2631356"/>
              <a:gd name="connsiteX8722" fmla="*/ 5018980 w 11237202"/>
              <a:gd name="connsiteY8722" fmla="*/ 139521 h 2631356"/>
              <a:gd name="connsiteX8723" fmla="*/ 5501465 w 11237202"/>
              <a:gd name="connsiteY8723" fmla="*/ 138541 h 2631356"/>
              <a:gd name="connsiteX8724" fmla="*/ 5522885 w 11237202"/>
              <a:gd name="connsiteY8724" fmla="*/ 142320 h 2631356"/>
              <a:gd name="connsiteX8725" fmla="*/ 5504296 w 11237202"/>
              <a:gd name="connsiteY8725" fmla="*/ 152144 h 2631356"/>
              <a:gd name="connsiteX8726" fmla="*/ 5453530 w 11237202"/>
              <a:gd name="connsiteY8726" fmla="*/ 148497 h 2631356"/>
              <a:gd name="connsiteX8727" fmla="*/ 5472480 w 11237202"/>
              <a:gd name="connsiteY8727" fmla="*/ 138763 h 2631356"/>
              <a:gd name="connsiteX8728" fmla="*/ 5501465 w 11237202"/>
              <a:gd name="connsiteY8728" fmla="*/ 138541 h 2631356"/>
              <a:gd name="connsiteX8729" fmla="*/ 4060792 w 11237202"/>
              <a:gd name="connsiteY8729" fmla="*/ 137951 h 2631356"/>
              <a:gd name="connsiteX8730" fmla="*/ 4069649 w 11237202"/>
              <a:gd name="connsiteY8730" fmla="*/ 139926 h 2631356"/>
              <a:gd name="connsiteX8731" fmla="*/ 4053533 w 11237202"/>
              <a:gd name="connsiteY8731" fmla="*/ 145101 h 2631356"/>
              <a:gd name="connsiteX8732" fmla="*/ 4029191 w 11237202"/>
              <a:gd name="connsiteY8732" fmla="*/ 143186 h 2631356"/>
              <a:gd name="connsiteX8733" fmla="*/ 4045391 w 11237202"/>
              <a:gd name="connsiteY8733" fmla="*/ 138080 h 2631356"/>
              <a:gd name="connsiteX8734" fmla="*/ 4060792 w 11237202"/>
              <a:gd name="connsiteY8734" fmla="*/ 137951 h 2631356"/>
              <a:gd name="connsiteX8735" fmla="*/ 5115350 w 11237202"/>
              <a:gd name="connsiteY8735" fmla="*/ 137889 h 2631356"/>
              <a:gd name="connsiteX8736" fmla="*/ 5133735 w 11237202"/>
              <a:gd name="connsiteY8736" fmla="*/ 141340 h 2631356"/>
              <a:gd name="connsiteX8737" fmla="*/ 5113839 w 11237202"/>
              <a:gd name="connsiteY8737" fmla="*/ 150275 h 2631356"/>
              <a:gd name="connsiteX8738" fmla="*/ 5068575 w 11237202"/>
              <a:gd name="connsiteY8738" fmla="*/ 146970 h 2631356"/>
              <a:gd name="connsiteX8739" fmla="*/ 5088775 w 11237202"/>
              <a:gd name="connsiteY8739" fmla="*/ 138080 h 2631356"/>
              <a:gd name="connsiteX8740" fmla="*/ 5115350 w 11237202"/>
              <a:gd name="connsiteY8740" fmla="*/ 137889 h 2631356"/>
              <a:gd name="connsiteX8741" fmla="*/ 4284901 w 11237202"/>
              <a:gd name="connsiteY8741" fmla="*/ 136743 h 2631356"/>
              <a:gd name="connsiteX8742" fmla="*/ 4302139 w 11237202"/>
              <a:gd name="connsiteY8742" fmla="*/ 140473 h 2631356"/>
              <a:gd name="connsiteX8743" fmla="*/ 4273852 w 11237202"/>
              <a:gd name="connsiteY8743" fmla="*/ 150161 h 2631356"/>
              <a:gd name="connsiteX8744" fmla="*/ 4227365 w 11237202"/>
              <a:gd name="connsiteY8744" fmla="*/ 146560 h 2631356"/>
              <a:gd name="connsiteX8745" fmla="*/ 4256013 w 11237202"/>
              <a:gd name="connsiteY8745" fmla="*/ 136963 h 2631356"/>
              <a:gd name="connsiteX8746" fmla="*/ 4284901 w 11237202"/>
              <a:gd name="connsiteY8746" fmla="*/ 136743 h 2631356"/>
              <a:gd name="connsiteX8747" fmla="*/ 5406003 w 11237202"/>
              <a:gd name="connsiteY8747" fmla="*/ 136737 h 2631356"/>
              <a:gd name="connsiteX8748" fmla="*/ 5427799 w 11237202"/>
              <a:gd name="connsiteY8748" fmla="*/ 140633 h 2631356"/>
              <a:gd name="connsiteX8749" fmla="*/ 5407792 w 11237202"/>
              <a:gd name="connsiteY8749" fmla="*/ 150777 h 2631356"/>
              <a:gd name="connsiteX8750" fmla="*/ 5355471 w 11237202"/>
              <a:gd name="connsiteY8750" fmla="*/ 147015 h 2631356"/>
              <a:gd name="connsiteX8751" fmla="*/ 5375894 w 11237202"/>
              <a:gd name="connsiteY8751" fmla="*/ 136963 h 2631356"/>
              <a:gd name="connsiteX8752" fmla="*/ 5406003 w 11237202"/>
              <a:gd name="connsiteY8752" fmla="*/ 136737 h 2631356"/>
              <a:gd name="connsiteX8753" fmla="*/ 5308425 w 11237202"/>
              <a:gd name="connsiteY8753" fmla="*/ 136723 h 2631356"/>
              <a:gd name="connsiteX8754" fmla="*/ 5327795 w 11237202"/>
              <a:gd name="connsiteY8754" fmla="*/ 140222 h 2631356"/>
              <a:gd name="connsiteX8755" fmla="*/ 5308928 w 11237202"/>
              <a:gd name="connsiteY8755" fmla="*/ 149341 h 2631356"/>
              <a:gd name="connsiteX8756" fmla="*/ 5262275 w 11237202"/>
              <a:gd name="connsiteY8756" fmla="*/ 145967 h 2631356"/>
              <a:gd name="connsiteX8757" fmla="*/ 5281365 w 11237202"/>
              <a:gd name="connsiteY8757" fmla="*/ 136917 h 2631356"/>
              <a:gd name="connsiteX8758" fmla="*/ 5308425 w 11237202"/>
              <a:gd name="connsiteY8758" fmla="*/ 136723 h 2631356"/>
              <a:gd name="connsiteX8759" fmla="*/ 5212506 w 11237202"/>
              <a:gd name="connsiteY8759" fmla="*/ 136635 h 2631356"/>
              <a:gd name="connsiteX8760" fmla="*/ 5232153 w 11237202"/>
              <a:gd name="connsiteY8760" fmla="*/ 140268 h 2631356"/>
              <a:gd name="connsiteX8761" fmla="*/ 5212037 w 11237202"/>
              <a:gd name="connsiteY8761" fmla="*/ 149637 h 2631356"/>
              <a:gd name="connsiteX8762" fmla="*/ 5164188 w 11237202"/>
              <a:gd name="connsiteY8762" fmla="*/ 146172 h 2631356"/>
              <a:gd name="connsiteX8763" fmla="*/ 5184584 w 11237202"/>
              <a:gd name="connsiteY8763" fmla="*/ 136849 h 2631356"/>
              <a:gd name="connsiteX8764" fmla="*/ 5212506 w 11237202"/>
              <a:gd name="connsiteY8764" fmla="*/ 136635 h 2631356"/>
              <a:gd name="connsiteX8765" fmla="*/ 3520309 w 11237202"/>
              <a:gd name="connsiteY8765" fmla="*/ 136347 h 2631356"/>
              <a:gd name="connsiteX8766" fmla="*/ 3521115 w 11237202"/>
              <a:gd name="connsiteY8766" fmla="*/ 136393 h 2631356"/>
              <a:gd name="connsiteX8767" fmla="*/ 3520447 w 11237202"/>
              <a:gd name="connsiteY8767" fmla="*/ 136598 h 2631356"/>
              <a:gd name="connsiteX8768" fmla="*/ 3519726 w 11237202"/>
              <a:gd name="connsiteY8768" fmla="*/ 136530 h 2631356"/>
              <a:gd name="connsiteX8769" fmla="*/ 3520309 w 11237202"/>
              <a:gd name="connsiteY8769" fmla="*/ 136347 h 2631356"/>
              <a:gd name="connsiteX8770" fmla="*/ 6996377 w 11237202"/>
              <a:gd name="connsiteY8770" fmla="*/ 135778 h 2631356"/>
              <a:gd name="connsiteX8771" fmla="*/ 6998962 w 11237202"/>
              <a:gd name="connsiteY8771" fmla="*/ 135960 h 2631356"/>
              <a:gd name="connsiteX8772" fmla="*/ 6998628 w 11237202"/>
              <a:gd name="connsiteY8772" fmla="*/ 136416 h 2631356"/>
              <a:gd name="connsiteX8773" fmla="*/ 6996044 w 11237202"/>
              <a:gd name="connsiteY8773" fmla="*/ 136234 h 2631356"/>
              <a:gd name="connsiteX8774" fmla="*/ 6996377 w 11237202"/>
              <a:gd name="connsiteY8774" fmla="*/ 135778 h 2631356"/>
              <a:gd name="connsiteX8775" fmla="*/ 4599455 w 11237202"/>
              <a:gd name="connsiteY8775" fmla="*/ 135754 h 2631356"/>
              <a:gd name="connsiteX8776" fmla="*/ 4617043 w 11237202"/>
              <a:gd name="connsiteY8776" fmla="*/ 139356 h 2631356"/>
              <a:gd name="connsiteX8777" fmla="*/ 4592258 w 11237202"/>
              <a:gd name="connsiteY8777" fmla="*/ 148634 h 2631356"/>
              <a:gd name="connsiteX8778" fmla="*/ 4546716 w 11237202"/>
              <a:gd name="connsiteY8778" fmla="*/ 145192 h 2631356"/>
              <a:gd name="connsiteX8779" fmla="*/ 4571696 w 11237202"/>
              <a:gd name="connsiteY8779" fmla="*/ 135983 h 2631356"/>
              <a:gd name="connsiteX8780" fmla="*/ 4599455 w 11237202"/>
              <a:gd name="connsiteY8780" fmla="*/ 135754 h 2631356"/>
              <a:gd name="connsiteX8781" fmla="*/ 5924855 w 11237202"/>
              <a:gd name="connsiteY8781" fmla="*/ 135330 h 2631356"/>
              <a:gd name="connsiteX8782" fmla="*/ 5943906 w 11237202"/>
              <a:gd name="connsiteY8782" fmla="*/ 138491 h 2631356"/>
              <a:gd name="connsiteX8783" fmla="*/ 5931291 w 11237202"/>
              <a:gd name="connsiteY8783" fmla="*/ 146652 h 2631356"/>
              <a:gd name="connsiteX8784" fmla="*/ 5887777 w 11237202"/>
              <a:gd name="connsiteY8784" fmla="*/ 143619 h 2631356"/>
              <a:gd name="connsiteX8785" fmla="*/ 5900615 w 11237202"/>
              <a:gd name="connsiteY8785" fmla="*/ 135504 h 2631356"/>
              <a:gd name="connsiteX8786" fmla="*/ 5924855 w 11237202"/>
              <a:gd name="connsiteY8786" fmla="*/ 135330 h 2631356"/>
              <a:gd name="connsiteX8787" fmla="*/ 6245706 w 11237202"/>
              <a:gd name="connsiteY8787" fmla="*/ 134769 h 2631356"/>
              <a:gd name="connsiteX8788" fmla="*/ 6271176 w 11237202"/>
              <a:gd name="connsiteY8788" fmla="*/ 138809 h 2631356"/>
              <a:gd name="connsiteX8789" fmla="*/ 6257950 w 11237202"/>
              <a:gd name="connsiteY8789" fmla="*/ 149272 h 2631356"/>
              <a:gd name="connsiteX8790" fmla="*/ 6201098 w 11237202"/>
              <a:gd name="connsiteY8790" fmla="*/ 145420 h 2631356"/>
              <a:gd name="connsiteX8791" fmla="*/ 6214797 w 11237202"/>
              <a:gd name="connsiteY8791" fmla="*/ 135002 h 2631356"/>
              <a:gd name="connsiteX8792" fmla="*/ 6245706 w 11237202"/>
              <a:gd name="connsiteY8792" fmla="*/ 134769 h 2631356"/>
              <a:gd name="connsiteX8793" fmla="*/ 7313005 w 11237202"/>
              <a:gd name="connsiteY8793" fmla="*/ 134456 h 2631356"/>
              <a:gd name="connsiteX8794" fmla="*/ 7313977 w 11237202"/>
              <a:gd name="connsiteY8794" fmla="*/ 134501 h 2631356"/>
              <a:gd name="connsiteX8795" fmla="*/ 7313922 w 11237202"/>
              <a:gd name="connsiteY8795" fmla="*/ 134683 h 2631356"/>
              <a:gd name="connsiteX8796" fmla="*/ 7312866 w 11237202"/>
              <a:gd name="connsiteY8796" fmla="*/ 134615 h 2631356"/>
              <a:gd name="connsiteX8797" fmla="*/ 7313005 w 11237202"/>
              <a:gd name="connsiteY8797" fmla="*/ 134456 h 2631356"/>
              <a:gd name="connsiteX8798" fmla="*/ 6677384 w 11237202"/>
              <a:gd name="connsiteY8798" fmla="*/ 133538 h 2631356"/>
              <a:gd name="connsiteX8799" fmla="*/ 6704341 w 11237202"/>
              <a:gd name="connsiteY8799" fmla="*/ 137578 h 2631356"/>
              <a:gd name="connsiteX8800" fmla="*/ 6694866 w 11237202"/>
              <a:gd name="connsiteY8800" fmla="*/ 148018 h 2631356"/>
              <a:gd name="connsiteX8801" fmla="*/ 6636625 w 11237202"/>
              <a:gd name="connsiteY8801" fmla="*/ 144144 h 2631356"/>
              <a:gd name="connsiteX8802" fmla="*/ 6646573 w 11237202"/>
              <a:gd name="connsiteY8802" fmla="*/ 133771 h 2631356"/>
              <a:gd name="connsiteX8803" fmla="*/ 6677384 w 11237202"/>
              <a:gd name="connsiteY8803" fmla="*/ 133538 h 2631356"/>
              <a:gd name="connsiteX8804" fmla="*/ 3724957 w 11237202"/>
              <a:gd name="connsiteY8804" fmla="*/ 132974 h 2631356"/>
              <a:gd name="connsiteX8805" fmla="*/ 3727847 w 11237202"/>
              <a:gd name="connsiteY8805" fmla="*/ 133202 h 2631356"/>
              <a:gd name="connsiteX8806" fmla="*/ 3725651 w 11237202"/>
              <a:gd name="connsiteY8806" fmla="*/ 133840 h 2631356"/>
              <a:gd name="connsiteX8807" fmla="*/ 3722761 w 11237202"/>
              <a:gd name="connsiteY8807" fmla="*/ 133566 h 2631356"/>
              <a:gd name="connsiteX8808" fmla="*/ 3724957 w 11237202"/>
              <a:gd name="connsiteY8808" fmla="*/ 132974 h 2631356"/>
              <a:gd name="connsiteX8809" fmla="*/ 6464386 w 11237202"/>
              <a:gd name="connsiteY8809" fmla="*/ 132766 h 2631356"/>
              <a:gd name="connsiteX8810" fmla="*/ 6491218 w 11237202"/>
              <a:gd name="connsiteY8810" fmla="*/ 136895 h 2631356"/>
              <a:gd name="connsiteX8811" fmla="*/ 6479631 w 11237202"/>
              <a:gd name="connsiteY8811" fmla="*/ 147609 h 2631356"/>
              <a:gd name="connsiteX8812" fmla="*/ 6420556 w 11237202"/>
              <a:gd name="connsiteY8812" fmla="*/ 143642 h 2631356"/>
              <a:gd name="connsiteX8813" fmla="*/ 6432699 w 11237202"/>
              <a:gd name="connsiteY8813" fmla="*/ 132997 h 2631356"/>
              <a:gd name="connsiteX8814" fmla="*/ 6464386 w 11237202"/>
              <a:gd name="connsiteY8814" fmla="*/ 132766 h 2631356"/>
              <a:gd name="connsiteX8815" fmla="*/ 6789339 w 11237202"/>
              <a:gd name="connsiteY8815" fmla="*/ 132335 h 2631356"/>
              <a:gd name="connsiteX8816" fmla="*/ 6791924 w 11237202"/>
              <a:gd name="connsiteY8816" fmla="*/ 132495 h 2631356"/>
              <a:gd name="connsiteX8817" fmla="*/ 6791535 w 11237202"/>
              <a:gd name="connsiteY8817" fmla="*/ 132996 h 2631356"/>
              <a:gd name="connsiteX8818" fmla="*/ 6789006 w 11237202"/>
              <a:gd name="connsiteY8818" fmla="*/ 132792 h 2631356"/>
              <a:gd name="connsiteX8819" fmla="*/ 6789339 w 11237202"/>
              <a:gd name="connsiteY8819" fmla="*/ 132335 h 2631356"/>
              <a:gd name="connsiteX8820" fmla="*/ 3932077 w 11237202"/>
              <a:gd name="connsiteY8820" fmla="*/ 131059 h 2631356"/>
              <a:gd name="connsiteX8821" fmla="*/ 3939357 w 11237202"/>
              <a:gd name="connsiteY8821" fmla="*/ 131628 h 2631356"/>
              <a:gd name="connsiteX8822" fmla="*/ 3934328 w 11237202"/>
              <a:gd name="connsiteY8822" fmla="*/ 133156 h 2631356"/>
              <a:gd name="connsiteX8823" fmla="*/ 3927048 w 11237202"/>
              <a:gd name="connsiteY8823" fmla="*/ 132586 h 2631356"/>
              <a:gd name="connsiteX8824" fmla="*/ 3932077 w 11237202"/>
              <a:gd name="connsiteY8824" fmla="*/ 131059 h 2631356"/>
              <a:gd name="connsiteX8825" fmla="*/ 4694350 w 11237202"/>
              <a:gd name="connsiteY8825" fmla="*/ 131022 h 2631356"/>
              <a:gd name="connsiteX8826" fmla="*/ 4711101 w 11237202"/>
              <a:gd name="connsiteY8826" fmla="*/ 134365 h 2631356"/>
              <a:gd name="connsiteX8827" fmla="*/ 4688594 w 11237202"/>
              <a:gd name="connsiteY8827" fmla="*/ 143026 h 2631356"/>
              <a:gd name="connsiteX8828" fmla="*/ 4645692 w 11237202"/>
              <a:gd name="connsiteY8828" fmla="*/ 139812 h 2631356"/>
              <a:gd name="connsiteX8829" fmla="*/ 4668365 w 11237202"/>
              <a:gd name="connsiteY8829" fmla="*/ 131219 h 2631356"/>
              <a:gd name="connsiteX8830" fmla="*/ 4694350 w 11237202"/>
              <a:gd name="connsiteY8830" fmla="*/ 131022 h 2631356"/>
              <a:gd name="connsiteX8831" fmla="*/ 5830714 w 11237202"/>
              <a:gd name="connsiteY8831" fmla="*/ 130443 h 2631356"/>
              <a:gd name="connsiteX8832" fmla="*/ 5849238 w 11237202"/>
              <a:gd name="connsiteY8832" fmla="*/ 133543 h 2631356"/>
              <a:gd name="connsiteX8833" fmla="*/ 5836205 w 11237202"/>
              <a:gd name="connsiteY8833" fmla="*/ 141544 h 2631356"/>
              <a:gd name="connsiteX8834" fmla="*/ 5793609 w 11237202"/>
              <a:gd name="connsiteY8834" fmla="*/ 138581 h 2631356"/>
              <a:gd name="connsiteX8835" fmla="*/ 5806918 w 11237202"/>
              <a:gd name="connsiteY8835" fmla="*/ 130625 h 2631356"/>
              <a:gd name="connsiteX8836" fmla="*/ 5830714 w 11237202"/>
              <a:gd name="connsiteY8836" fmla="*/ 130443 h 2631356"/>
              <a:gd name="connsiteX8837" fmla="*/ 4379205 w 11237202"/>
              <a:gd name="connsiteY8837" fmla="*/ 129708 h 2631356"/>
              <a:gd name="connsiteX8838" fmla="*/ 4395862 w 11237202"/>
              <a:gd name="connsiteY8838" fmla="*/ 133225 h 2631356"/>
              <a:gd name="connsiteX8839" fmla="*/ 4369772 w 11237202"/>
              <a:gd name="connsiteY8839" fmla="*/ 142297 h 2631356"/>
              <a:gd name="connsiteX8840" fmla="*/ 4325534 w 11237202"/>
              <a:gd name="connsiteY8840" fmla="*/ 138946 h 2631356"/>
              <a:gd name="connsiteX8841" fmla="*/ 4351877 w 11237202"/>
              <a:gd name="connsiteY8841" fmla="*/ 129919 h 2631356"/>
              <a:gd name="connsiteX8842" fmla="*/ 4379205 w 11237202"/>
              <a:gd name="connsiteY8842" fmla="*/ 129708 h 2631356"/>
              <a:gd name="connsiteX8843" fmla="*/ 4157704 w 11237202"/>
              <a:gd name="connsiteY8843" fmla="*/ 128677 h 2631356"/>
              <a:gd name="connsiteX8844" fmla="*/ 4168235 w 11237202"/>
              <a:gd name="connsiteY8844" fmla="*/ 130990 h 2631356"/>
              <a:gd name="connsiteX8845" fmla="*/ 4149923 w 11237202"/>
              <a:gd name="connsiteY8845" fmla="*/ 136963 h 2631356"/>
              <a:gd name="connsiteX8846" fmla="*/ 4121304 w 11237202"/>
              <a:gd name="connsiteY8846" fmla="*/ 134752 h 2631356"/>
              <a:gd name="connsiteX8847" fmla="*/ 4139670 w 11237202"/>
              <a:gd name="connsiteY8847" fmla="*/ 128825 h 2631356"/>
              <a:gd name="connsiteX8848" fmla="*/ 4157704 w 11237202"/>
              <a:gd name="connsiteY8848" fmla="*/ 128677 h 2631356"/>
              <a:gd name="connsiteX8849" fmla="*/ 6152816 w 11237202"/>
              <a:gd name="connsiteY8849" fmla="*/ 127953 h 2631356"/>
              <a:gd name="connsiteX8850" fmla="*/ 6176507 w 11237202"/>
              <a:gd name="connsiteY8850" fmla="*/ 131743 h 2631356"/>
              <a:gd name="connsiteX8851" fmla="*/ 6163198 w 11237202"/>
              <a:gd name="connsiteY8851" fmla="*/ 141545 h 2631356"/>
              <a:gd name="connsiteX8852" fmla="*/ 6110014 w 11237202"/>
              <a:gd name="connsiteY8852" fmla="*/ 137921 h 2631356"/>
              <a:gd name="connsiteX8853" fmla="*/ 6123685 w 11237202"/>
              <a:gd name="connsiteY8853" fmla="*/ 128164 h 2631356"/>
              <a:gd name="connsiteX8854" fmla="*/ 6152816 w 11237202"/>
              <a:gd name="connsiteY8854" fmla="*/ 127953 h 2631356"/>
              <a:gd name="connsiteX8855" fmla="*/ 4790036 w 11237202"/>
              <a:gd name="connsiteY8855" fmla="*/ 126702 h 2631356"/>
              <a:gd name="connsiteX8856" fmla="*/ 4806965 w 11237202"/>
              <a:gd name="connsiteY8856" fmla="*/ 130056 h 2631356"/>
              <a:gd name="connsiteX8857" fmla="*/ 4785292 w 11237202"/>
              <a:gd name="connsiteY8857" fmla="*/ 138627 h 2631356"/>
              <a:gd name="connsiteX8858" fmla="*/ 4742305 w 11237202"/>
              <a:gd name="connsiteY8858" fmla="*/ 135436 h 2631356"/>
              <a:gd name="connsiteX8859" fmla="*/ 4764229 w 11237202"/>
              <a:gd name="connsiteY8859" fmla="*/ 126888 h 2631356"/>
              <a:gd name="connsiteX8860" fmla="*/ 4790036 w 11237202"/>
              <a:gd name="connsiteY8860" fmla="*/ 126702 h 2631356"/>
              <a:gd name="connsiteX8861" fmla="*/ 5736329 w 11237202"/>
              <a:gd name="connsiteY8861" fmla="*/ 126469 h 2631356"/>
              <a:gd name="connsiteX8862" fmla="*/ 5753846 w 11237202"/>
              <a:gd name="connsiteY8862" fmla="*/ 129464 h 2631356"/>
              <a:gd name="connsiteX8863" fmla="*/ 5740703 w 11237202"/>
              <a:gd name="connsiteY8863" fmla="*/ 137100 h 2631356"/>
              <a:gd name="connsiteX8864" fmla="*/ 5699968 w 11237202"/>
              <a:gd name="connsiteY8864" fmla="*/ 134296 h 2631356"/>
              <a:gd name="connsiteX8865" fmla="*/ 5713333 w 11237202"/>
              <a:gd name="connsiteY8865" fmla="*/ 126637 h 2631356"/>
              <a:gd name="connsiteX8866" fmla="*/ 5736329 w 11237202"/>
              <a:gd name="connsiteY8866" fmla="*/ 126469 h 2631356"/>
              <a:gd name="connsiteX8867" fmla="*/ 3614422 w 11237202"/>
              <a:gd name="connsiteY8867" fmla="*/ 125019 h 2631356"/>
              <a:gd name="connsiteX8868" fmla="*/ 3616478 w 11237202"/>
              <a:gd name="connsiteY8868" fmla="*/ 125178 h 2631356"/>
              <a:gd name="connsiteX8869" fmla="*/ 3614895 w 11237202"/>
              <a:gd name="connsiteY8869" fmla="*/ 125633 h 2631356"/>
              <a:gd name="connsiteX8870" fmla="*/ 3612782 w 11237202"/>
              <a:gd name="connsiteY8870" fmla="*/ 125474 h 2631356"/>
              <a:gd name="connsiteX8871" fmla="*/ 3614422 w 11237202"/>
              <a:gd name="connsiteY8871" fmla="*/ 125019 h 2631356"/>
              <a:gd name="connsiteX8872" fmla="*/ 6373111 w 11237202"/>
              <a:gd name="connsiteY8872" fmla="*/ 124288 h 2631356"/>
              <a:gd name="connsiteX8873" fmla="*/ 6399412 w 11237202"/>
              <a:gd name="connsiteY8873" fmla="*/ 128369 h 2631356"/>
              <a:gd name="connsiteX8874" fmla="*/ 6387130 w 11237202"/>
              <a:gd name="connsiteY8874" fmla="*/ 138923 h 2631356"/>
              <a:gd name="connsiteX8875" fmla="*/ 6328889 w 11237202"/>
              <a:gd name="connsiteY8875" fmla="*/ 135002 h 2631356"/>
              <a:gd name="connsiteX8876" fmla="*/ 6341642 w 11237202"/>
              <a:gd name="connsiteY8876" fmla="*/ 124517 h 2631356"/>
              <a:gd name="connsiteX8877" fmla="*/ 6373111 w 11237202"/>
              <a:gd name="connsiteY8877" fmla="*/ 124288 h 2631356"/>
              <a:gd name="connsiteX8878" fmla="*/ 6586957 w 11237202"/>
              <a:gd name="connsiteY8878" fmla="*/ 123881 h 2631356"/>
              <a:gd name="connsiteX8879" fmla="*/ 6613340 w 11237202"/>
              <a:gd name="connsiteY8879" fmla="*/ 127845 h 2631356"/>
              <a:gd name="connsiteX8880" fmla="*/ 6603226 w 11237202"/>
              <a:gd name="connsiteY8880" fmla="*/ 138148 h 2631356"/>
              <a:gd name="connsiteX8881" fmla="*/ 6545736 w 11237202"/>
              <a:gd name="connsiteY8881" fmla="*/ 134319 h 2631356"/>
              <a:gd name="connsiteX8882" fmla="*/ 6556405 w 11237202"/>
              <a:gd name="connsiteY8882" fmla="*/ 124107 h 2631356"/>
              <a:gd name="connsiteX8883" fmla="*/ 6586957 w 11237202"/>
              <a:gd name="connsiteY8883" fmla="*/ 123881 h 2631356"/>
              <a:gd name="connsiteX8884" fmla="*/ 4473888 w 11237202"/>
              <a:gd name="connsiteY8884" fmla="*/ 123248 h 2631356"/>
              <a:gd name="connsiteX8885" fmla="*/ 4490366 w 11237202"/>
              <a:gd name="connsiteY8885" fmla="*/ 126659 h 2631356"/>
              <a:gd name="connsiteX8886" fmla="*/ 4465662 w 11237202"/>
              <a:gd name="connsiteY8886" fmla="*/ 135481 h 2631356"/>
              <a:gd name="connsiteX8887" fmla="*/ 4422288 w 11237202"/>
              <a:gd name="connsiteY8887" fmla="*/ 132221 h 2631356"/>
              <a:gd name="connsiteX8888" fmla="*/ 4447240 w 11237202"/>
              <a:gd name="connsiteY8888" fmla="*/ 123445 h 2631356"/>
              <a:gd name="connsiteX8889" fmla="*/ 4473888 w 11237202"/>
              <a:gd name="connsiteY8889" fmla="*/ 123248 h 2631356"/>
              <a:gd name="connsiteX8890" fmla="*/ 4885729 w 11237202"/>
              <a:gd name="connsiteY8890" fmla="*/ 123109 h 2631356"/>
              <a:gd name="connsiteX8891" fmla="*/ 4903023 w 11237202"/>
              <a:gd name="connsiteY8891" fmla="*/ 126455 h 2631356"/>
              <a:gd name="connsiteX8892" fmla="*/ 4881933 w 11237202"/>
              <a:gd name="connsiteY8892" fmla="*/ 135071 h 2631356"/>
              <a:gd name="connsiteX8893" fmla="*/ 4838280 w 11237202"/>
              <a:gd name="connsiteY8893" fmla="*/ 131857 h 2631356"/>
              <a:gd name="connsiteX8894" fmla="*/ 4859704 w 11237202"/>
              <a:gd name="connsiteY8894" fmla="*/ 123286 h 2631356"/>
              <a:gd name="connsiteX8895" fmla="*/ 4885729 w 11237202"/>
              <a:gd name="connsiteY8895" fmla="*/ 123109 h 2631356"/>
              <a:gd name="connsiteX8896" fmla="*/ 3819292 w 11237202"/>
              <a:gd name="connsiteY8896" fmla="*/ 122989 h 2631356"/>
              <a:gd name="connsiteX8897" fmla="*/ 3821014 w 11237202"/>
              <a:gd name="connsiteY8897" fmla="*/ 123103 h 2631356"/>
              <a:gd name="connsiteX8898" fmla="*/ 3819820 w 11237202"/>
              <a:gd name="connsiteY8898" fmla="*/ 123490 h 2631356"/>
              <a:gd name="connsiteX8899" fmla="*/ 3818125 w 11237202"/>
              <a:gd name="connsiteY8899" fmla="*/ 123354 h 2631356"/>
              <a:gd name="connsiteX8900" fmla="*/ 3819292 w 11237202"/>
              <a:gd name="connsiteY8900" fmla="*/ 122989 h 2631356"/>
              <a:gd name="connsiteX8901" fmla="*/ 5642790 w 11237202"/>
              <a:gd name="connsiteY8901" fmla="*/ 122735 h 2631356"/>
              <a:gd name="connsiteX8902" fmla="*/ 5661262 w 11237202"/>
              <a:gd name="connsiteY8902" fmla="*/ 125885 h 2631356"/>
              <a:gd name="connsiteX8903" fmla="*/ 5646535 w 11237202"/>
              <a:gd name="connsiteY8903" fmla="*/ 134068 h 2631356"/>
              <a:gd name="connsiteX8904" fmla="*/ 5603216 w 11237202"/>
              <a:gd name="connsiteY8904" fmla="*/ 131036 h 2631356"/>
              <a:gd name="connsiteX8905" fmla="*/ 5618276 w 11237202"/>
              <a:gd name="connsiteY8905" fmla="*/ 122921 h 2631356"/>
              <a:gd name="connsiteX8906" fmla="*/ 5642790 w 11237202"/>
              <a:gd name="connsiteY8906" fmla="*/ 122735 h 2631356"/>
              <a:gd name="connsiteX8907" fmla="*/ 6059721 w 11237202"/>
              <a:gd name="connsiteY8907" fmla="*/ 121981 h 2631356"/>
              <a:gd name="connsiteX8908" fmla="*/ 6081505 w 11237202"/>
              <a:gd name="connsiteY8908" fmla="*/ 125474 h 2631356"/>
              <a:gd name="connsiteX8909" fmla="*/ 6068334 w 11237202"/>
              <a:gd name="connsiteY8909" fmla="*/ 134547 h 2631356"/>
              <a:gd name="connsiteX8910" fmla="*/ 6019124 w 11237202"/>
              <a:gd name="connsiteY8910" fmla="*/ 131174 h 2631356"/>
              <a:gd name="connsiteX8911" fmla="*/ 6032518 w 11237202"/>
              <a:gd name="connsiteY8911" fmla="*/ 122215 h 2631356"/>
              <a:gd name="connsiteX8912" fmla="*/ 6059721 w 11237202"/>
              <a:gd name="connsiteY8912" fmla="*/ 121981 h 2631356"/>
              <a:gd name="connsiteX8913" fmla="*/ 4250911 w 11237202"/>
              <a:gd name="connsiteY8913" fmla="*/ 121229 h 2631356"/>
              <a:gd name="connsiteX8914" fmla="*/ 4260431 w 11237202"/>
              <a:gd name="connsiteY8914" fmla="*/ 123263 h 2631356"/>
              <a:gd name="connsiteX8915" fmla="*/ 4244536 w 11237202"/>
              <a:gd name="connsiteY8915" fmla="*/ 128529 h 2631356"/>
              <a:gd name="connsiteX8916" fmla="*/ 4218973 w 11237202"/>
              <a:gd name="connsiteY8916" fmla="*/ 126569 h 2631356"/>
              <a:gd name="connsiteX8917" fmla="*/ 4234867 w 11237202"/>
              <a:gd name="connsiteY8917" fmla="*/ 121349 h 2631356"/>
              <a:gd name="connsiteX8918" fmla="*/ 4250911 w 11237202"/>
              <a:gd name="connsiteY8918" fmla="*/ 121229 h 2631356"/>
              <a:gd name="connsiteX8919" fmla="*/ 4025356 w 11237202"/>
              <a:gd name="connsiteY8919" fmla="*/ 120984 h 2631356"/>
              <a:gd name="connsiteX8920" fmla="*/ 4039389 w 11237202"/>
              <a:gd name="connsiteY8920" fmla="*/ 122078 h 2631356"/>
              <a:gd name="connsiteX8921" fmla="*/ 4029941 w 11237202"/>
              <a:gd name="connsiteY8921" fmla="*/ 124995 h 2631356"/>
              <a:gd name="connsiteX8922" fmla="*/ 4015909 w 11237202"/>
              <a:gd name="connsiteY8922" fmla="*/ 123924 h 2631356"/>
              <a:gd name="connsiteX8923" fmla="*/ 4025356 w 11237202"/>
              <a:gd name="connsiteY8923" fmla="*/ 120984 h 2631356"/>
              <a:gd name="connsiteX8924" fmla="*/ 6693838 w 11237202"/>
              <a:gd name="connsiteY8924" fmla="*/ 120687 h 2631356"/>
              <a:gd name="connsiteX8925" fmla="*/ 6709371 w 11237202"/>
              <a:gd name="connsiteY8925" fmla="*/ 121691 h 2631356"/>
              <a:gd name="connsiteX8926" fmla="*/ 6706842 w 11237202"/>
              <a:gd name="connsiteY8926" fmla="*/ 124426 h 2631356"/>
              <a:gd name="connsiteX8927" fmla="*/ 6691282 w 11237202"/>
              <a:gd name="connsiteY8927" fmla="*/ 123423 h 2631356"/>
              <a:gd name="connsiteX8928" fmla="*/ 6693838 w 11237202"/>
              <a:gd name="connsiteY8928" fmla="*/ 120687 h 2631356"/>
              <a:gd name="connsiteX8929" fmla="*/ 4981742 w 11237202"/>
              <a:gd name="connsiteY8929" fmla="*/ 120038 h 2631356"/>
              <a:gd name="connsiteX8930" fmla="*/ 5000219 w 11237202"/>
              <a:gd name="connsiteY8930" fmla="*/ 123536 h 2631356"/>
              <a:gd name="connsiteX8931" fmla="*/ 4978741 w 11237202"/>
              <a:gd name="connsiteY8931" fmla="*/ 132564 h 2631356"/>
              <a:gd name="connsiteX8932" fmla="*/ 4932727 w 11237202"/>
              <a:gd name="connsiteY8932" fmla="*/ 129212 h 2631356"/>
              <a:gd name="connsiteX8933" fmla="*/ 4954428 w 11237202"/>
              <a:gd name="connsiteY8933" fmla="*/ 120231 h 2631356"/>
              <a:gd name="connsiteX8934" fmla="*/ 4981742 w 11237202"/>
              <a:gd name="connsiteY8934" fmla="*/ 120038 h 2631356"/>
              <a:gd name="connsiteX8935" fmla="*/ 5549143 w 11237202"/>
              <a:gd name="connsiteY8935" fmla="*/ 119824 h 2631356"/>
              <a:gd name="connsiteX8936" fmla="*/ 5568371 w 11237202"/>
              <a:gd name="connsiteY8936" fmla="*/ 123149 h 2631356"/>
              <a:gd name="connsiteX8937" fmla="*/ 5552144 w 11237202"/>
              <a:gd name="connsiteY8937" fmla="*/ 131720 h 2631356"/>
              <a:gd name="connsiteX8938" fmla="*/ 5506880 w 11237202"/>
              <a:gd name="connsiteY8938" fmla="*/ 128551 h 2631356"/>
              <a:gd name="connsiteX8939" fmla="*/ 5523329 w 11237202"/>
              <a:gd name="connsiteY8939" fmla="*/ 120003 h 2631356"/>
              <a:gd name="connsiteX8940" fmla="*/ 5549143 w 11237202"/>
              <a:gd name="connsiteY8940" fmla="*/ 119824 h 2631356"/>
              <a:gd name="connsiteX8941" fmla="*/ 5076963 w 11237202"/>
              <a:gd name="connsiteY8941" fmla="*/ 117974 h 2631356"/>
              <a:gd name="connsiteX8942" fmla="*/ 5095889 w 11237202"/>
              <a:gd name="connsiteY8942" fmla="*/ 121485 h 2631356"/>
              <a:gd name="connsiteX8943" fmla="*/ 5075022 w 11237202"/>
              <a:gd name="connsiteY8943" fmla="*/ 130557 h 2631356"/>
              <a:gd name="connsiteX8944" fmla="*/ 5028229 w 11237202"/>
              <a:gd name="connsiteY8944" fmla="*/ 127229 h 2631356"/>
              <a:gd name="connsiteX8945" fmla="*/ 5049514 w 11237202"/>
              <a:gd name="connsiteY8945" fmla="*/ 118157 h 2631356"/>
              <a:gd name="connsiteX8946" fmla="*/ 5076963 w 11237202"/>
              <a:gd name="connsiteY8946" fmla="*/ 117974 h 2631356"/>
              <a:gd name="connsiteX8947" fmla="*/ 5455297 w 11237202"/>
              <a:gd name="connsiteY8947" fmla="*/ 117749 h 2631356"/>
              <a:gd name="connsiteX8948" fmla="*/ 5474980 w 11237202"/>
              <a:gd name="connsiteY8948" fmla="*/ 121211 h 2631356"/>
              <a:gd name="connsiteX8949" fmla="*/ 5457447 w 11237202"/>
              <a:gd name="connsiteY8949" fmla="*/ 130101 h 2631356"/>
              <a:gd name="connsiteX8950" fmla="*/ 5410543 w 11237202"/>
              <a:gd name="connsiteY8950" fmla="*/ 126796 h 2631356"/>
              <a:gd name="connsiteX8951" fmla="*/ 5428382 w 11237202"/>
              <a:gd name="connsiteY8951" fmla="*/ 117928 h 2631356"/>
              <a:gd name="connsiteX8952" fmla="*/ 5455297 w 11237202"/>
              <a:gd name="connsiteY8952" fmla="*/ 117749 h 2631356"/>
              <a:gd name="connsiteX8953" fmla="*/ 7022219 w 11237202"/>
              <a:gd name="connsiteY8953" fmla="*/ 117564 h 2631356"/>
              <a:gd name="connsiteX8954" fmla="*/ 7023247 w 11237202"/>
              <a:gd name="connsiteY8954" fmla="*/ 117632 h 2631356"/>
              <a:gd name="connsiteX8955" fmla="*/ 7023136 w 11237202"/>
              <a:gd name="connsiteY8955" fmla="*/ 117792 h 2631356"/>
              <a:gd name="connsiteX8956" fmla="*/ 7022108 w 11237202"/>
              <a:gd name="connsiteY8956" fmla="*/ 117747 h 2631356"/>
              <a:gd name="connsiteX8957" fmla="*/ 7022219 w 11237202"/>
              <a:gd name="connsiteY8957" fmla="*/ 117564 h 2631356"/>
              <a:gd name="connsiteX8958" fmla="*/ 4568420 w 11237202"/>
              <a:gd name="connsiteY8958" fmla="*/ 117521 h 2631356"/>
              <a:gd name="connsiteX8959" fmla="*/ 4584894 w 11237202"/>
              <a:gd name="connsiteY8959" fmla="*/ 120847 h 2631356"/>
              <a:gd name="connsiteX8960" fmla="*/ 4561359 w 11237202"/>
              <a:gd name="connsiteY8960" fmla="*/ 129509 h 2631356"/>
              <a:gd name="connsiteX8961" fmla="*/ 4518345 w 11237202"/>
              <a:gd name="connsiteY8961" fmla="*/ 126317 h 2631356"/>
              <a:gd name="connsiteX8962" fmla="*/ 4542214 w 11237202"/>
              <a:gd name="connsiteY8962" fmla="*/ 117701 h 2631356"/>
              <a:gd name="connsiteX8963" fmla="*/ 4568420 w 11237202"/>
              <a:gd name="connsiteY8963" fmla="*/ 117521 h 2631356"/>
              <a:gd name="connsiteX8964" fmla="*/ 5171302 w 11237202"/>
              <a:gd name="connsiteY8964" fmla="*/ 116986 h 2631356"/>
              <a:gd name="connsiteX8965" fmla="*/ 5189696 w 11237202"/>
              <a:gd name="connsiteY8965" fmla="*/ 120368 h 2631356"/>
              <a:gd name="connsiteX8966" fmla="*/ 5170411 w 11237202"/>
              <a:gd name="connsiteY8966" fmla="*/ 129076 h 2631356"/>
              <a:gd name="connsiteX8967" fmla="*/ 5125260 w 11237202"/>
              <a:gd name="connsiteY8967" fmla="*/ 125839 h 2631356"/>
              <a:gd name="connsiteX8968" fmla="*/ 5144904 w 11237202"/>
              <a:gd name="connsiteY8968" fmla="*/ 117177 h 2631356"/>
              <a:gd name="connsiteX8969" fmla="*/ 5171302 w 11237202"/>
              <a:gd name="connsiteY8969" fmla="*/ 116986 h 2631356"/>
              <a:gd name="connsiteX8970" fmla="*/ 5360712 w 11237202"/>
              <a:gd name="connsiteY8970" fmla="*/ 116764 h 2631356"/>
              <a:gd name="connsiteX8971" fmla="*/ 5379895 w 11237202"/>
              <a:gd name="connsiteY8971" fmla="*/ 120185 h 2631356"/>
              <a:gd name="connsiteX8972" fmla="*/ 5361806 w 11237202"/>
              <a:gd name="connsiteY8972" fmla="*/ 128985 h 2631356"/>
              <a:gd name="connsiteX8973" fmla="*/ 5315792 w 11237202"/>
              <a:gd name="connsiteY8973" fmla="*/ 125702 h 2631356"/>
              <a:gd name="connsiteX8974" fmla="*/ 5334130 w 11237202"/>
              <a:gd name="connsiteY8974" fmla="*/ 116948 h 2631356"/>
              <a:gd name="connsiteX8975" fmla="*/ 5360712 w 11237202"/>
              <a:gd name="connsiteY8975" fmla="*/ 116764 h 2631356"/>
              <a:gd name="connsiteX8976" fmla="*/ 6281947 w 11237202"/>
              <a:gd name="connsiteY8976" fmla="*/ 116538 h 2631356"/>
              <a:gd name="connsiteX8977" fmla="*/ 6307771 w 11237202"/>
              <a:gd name="connsiteY8977" fmla="*/ 120550 h 2631356"/>
              <a:gd name="connsiteX8978" fmla="*/ 6294656 w 11237202"/>
              <a:gd name="connsiteY8978" fmla="*/ 130990 h 2631356"/>
              <a:gd name="connsiteX8979" fmla="*/ 6237110 w 11237202"/>
              <a:gd name="connsiteY8979" fmla="*/ 127115 h 2631356"/>
              <a:gd name="connsiteX8980" fmla="*/ 6250642 w 11237202"/>
              <a:gd name="connsiteY8980" fmla="*/ 116766 h 2631356"/>
              <a:gd name="connsiteX8981" fmla="*/ 6281947 w 11237202"/>
              <a:gd name="connsiteY8981" fmla="*/ 116538 h 2631356"/>
              <a:gd name="connsiteX8982" fmla="*/ 5266277 w 11237202"/>
              <a:gd name="connsiteY8982" fmla="*/ 116405 h 2631356"/>
              <a:gd name="connsiteX8983" fmla="*/ 5285366 w 11237202"/>
              <a:gd name="connsiteY8983" fmla="*/ 119843 h 2631356"/>
              <a:gd name="connsiteX8984" fmla="*/ 5266359 w 11237202"/>
              <a:gd name="connsiteY8984" fmla="*/ 128733 h 2631356"/>
              <a:gd name="connsiteX8985" fmla="*/ 5220123 w 11237202"/>
              <a:gd name="connsiteY8985" fmla="*/ 125428 h 2631356"/>
              <a:gd name="connsiteX8986" fmla="*/ 5239435 w 11237202"/>
              <a:gd name="connsiteY8986" fmla="*/ 116607 h 2631356"/>
              <a:gd name="connsiteX8987" fmla="*/ 5266277 w 11237202"/>
              <a:gd name="connsiteY8987" fmla="*/ 116405 h 2631356"/>
              <a:gd name="connsiteX8988" fmla="*/ 5967351 w 11237202"/>
              <a:gd name="connsiteY8988" fmla="*/ 116242 h 2631356"/>
              <a:gd name="connsiteX8989" fmla="*/ 5988948 w 11237202"/>
              <a:gd name="connsiteY8989" fmla="*/ 119752 h 2631356"/>
              <a:gd name="connsiteX8990" fmla="*/ 5975083 w 11237202"/>
              <a:gd name="connsiteY8990" fmla="*/ 128802 h 2631356"/>
              <a:gd name="connsiteX8991" fmla="*/ 5925873 w 11237202"/>
              <a:gd name="connsiteY8991" fmla="*/ 125451 h 2631356"/>
              <a:gd name="connsiteX8992" fmla="*/ 5940043 w 11237202"/>
              <a:gd name="connsiteY8992" fmla="*/ 116424 h 2631356"/>
              <a:gd name="connsiteX8993" fmla="*/ 5967351 w 11237202"/>
              <a:gd name="connsiteY8993" fmla="*/ 116242 h 2631356"/>
              <a:gd name="connsiteX8994" fmla="*/ 6496667 w 11237202"/>
              <a:gd name="connsiteY8994" fmla="*/ 114979 h 2631356"/>
              <a:gd name="connsiteX8995" fmla="*/ 6522533 w 11237202"/>
              <a:gd name="connsiteY8995" fmla="*/ 118886 h 2631356"/>
              <a:gd name="connsiteX8996" fmla="*/ 6511697 w 11237202"/>
              <a:gd name="connsiteY8996" fmla="*/ 128985 h 2631356"/>
              <a:gd name="connsiteX8997" fmla="*/ 6455012 w 11237202"/>
              <a:gd name="connsiteY8997" fmla="*/ 125246 h 2631356"/>
              <a:gd name="connsiteX8998" fmla="*/ 6466321 w 11237202"/>
              <a:gd name="connsiteY8998" fmla="*/ 115193 h 2631356"/>
              <a:gd name="connsiteX8999" fmla="*/ 6496667 w 11237202"/>
              <a:gd name="connsiteY8999" fmla="*/ 114979 h 2631356"/>
              <a:gd name="connsiteX9000" fmla="*/ 3708090 w 11237202"/>
              <a:gd name="connsiteY9000" fmla="*/ 114623 h 2631356"/>
              <a:gd name="connsiteX9001" fmla="*/ 3709841 w 11237202"/>
              <a:gd name="connsiteY9001" fmla="*/ 114760 h 2631356"/>
              <a:gd name="connsiteX9002" fmla="*/ 3708618 w 11237202"/>
              <a:gd name="connsiteY9002" fmla="*/ 115125 h 2631356"/>
              <a:gd name="connsiteX9003" fmla="*/ 3706868 w 11237202"/>
              <a:gd name="connsiteY9003" fmla="*/ 114988 h 2631356"/>
              <a:gd name="connsiteX9004" fmla="*/ 3708090 w 11237202"/>
              <a:gd name="connsiteY9004" fmla="*/ 114623 h 2631356"/>
              <a:gd name="connsiteX9005" fmla="*/ 4329731 w 11237202"/>
              <a:gd name="connsiteY9005" fmla="*/ 114533 h 2631356"/>
              <a:gd name="connsiteX9006" fmla="*/ 4352655 w 11237202"/>
              <a:gd name="connsiteY9006" fmla="*/ 116220 h 2631356"/>
              <a:gd name="connsiteX9007" fmla="*/ 4338956 w 11237202"/>
              <a:gd name="connsiteY9007" fmla="*/ 120915 h 2631356"/>
              <a:gd name="connsiteX9008" fmla="*/ 4315894 w 11237202"/>
              <a:gd name="connsiteY9008" fmla="*/ 119183 h 2631356"/>
              <a:gd name="connsiteX9009" fmla="*/ 4329731 w 11237202"/>
              <a:gd name="connsiteY9009" fmla="*/ 114533 h 2631356"/>
              <a:gd name="connsiteX9010" fmla="*/ 6817460 w 11237202"/>
              <a:gd name="connsiteY9010" fmla="*/ 114282 h 2631356"/>
              <a:gd name="connsiteX9011" fmla="*/ 6819405 w 11237202"/>
              <a:gd name="connsiteY9011" fmla="*/ 114419 h 2631356"/>
              <a:gd name="connsiteX9012" fmla="*/ 6819155 w 11237202"/>
              <a:gd name="connsiteY9012" fmla="*/ 114784 h 2631356"/>
              <a:gd name="connsiteX9013" fmla="*/ 6817154 w 11237202"/>
              <a:gd name="connsiteY9013" fmla="*/ 114646 h 2631356"/>
              <a:gd name="connsiteX9014" fmla="*/ 6817460 w 11237202"/>
              <a:gd name="connsiteY9014" fmla="*/ 114282 h 2631356"/>
              <a:gd name="connsiteX9015" fmla="*/ 3913071 w 11237202"/>
              <a:gd name="connsiteY9015" fmla="*/ 113529 h 2631356"/>
              <a:gd name="connsiteX9016" fmla="*/ 3914766 w 11237202"/>
              <a:gd name="connsiteY9016" fmla="*/ 113666 h 2631356"/>
              <a:gd name="connsiteX9017" fmla="*/ 3913599 w 11237202"/>
              <a:gd name="connsiteY9017" fmla="*/ 114008 h 2631356"/>
              <a:gd name="connsiteX9018" fmla="*/ 3911876 w 11237202"/>
              <a:gd name="connsiteY9018" fmla="*/ 113894 h 2631356"/>
              <a:gd name="connsiteX9019" fmla="*/ 3913071 w 11237202"/>
              <a:gd name="connsiteY9019" fmla="*/ 113529 h 2631356"/>
              <a:gd name="connsiteX9020" fmla="*/ 6609422 w 11237202"/>
              <a:gd name="connsiteY9020" fmla="*/ 112846 h 2631356"/>
              <a:gd name="connsiteX9021" fmla="*/ 6611867 w 11237202"/>
              <a:gd name="connsiteY9021" fmla="*/ 112982 h 2631356"/>
              <a:gd name="connsiteX9022" fmla="*/ 6611450 w 11237202"/>
              <a:gd name="connsiteY9022" fmla="*/ 113438 h 2631356"/>
              <a:gd name="connsiteX9023" fmla="*/ 6608950 w 11237202"/>
              <a:gd name="connsiteY9023" fmla="*/ 113279 h 2631356"/>
              <a:gd name="connsiteX9024" fmla="*/ 6609422 w 11237202"/>
              <a:gd name="connsiteY9024" fmla="*/ 112846 h 2631356"/>
              <a:gd name="connsiteX9025" fmla="*/ 4663548 w 11237202"/>
              <a:gd name="connsiteY9025" fmla="*/ 112196 h 2631356"/>
              <a:gd name="connsiteX9026" fmla="*/ 4680954 w 11237202"/>
              <a:gd name="connsiteY9026" fmla="*/ 115650 h 2631356"/>
              <a:gd name="connsiteX9027" fmla="*/ 4657140 w 11237202"/>
              <a:gd name="connsiteY9027" fmla="*/ 124562 h 2631356"/>
              <a:gd name="connsiteX9028" fmla="*/ 4612348 w 11237202"/>
              <a:gd name="connsiteY9028" fmla="*/ 121257 h 2631356"/>
              <a:gd name="connsiteX9029" fmla="*/ 4636411 w 11237202"/>
              <a:gd name="connsiteY9029" fmla="*/ 112367 h 2631356"/>
              <a:gd name="connsiteX9030" fmla="*/ 4663548 w 11237202"/>
              <a:gd name="connsiteY9030" fmla="*/ 112196 h 2631356"/>
              <a:gd name="connsiteX9031" fmla="*/ 5874287 w 11237202"/>
              <a:gd name="connsiteY9031" fmla="*/ 111665 h 2631356"/>
              <a:gd name="connsiteX9032" fmla="*/ 5894251 w 11237202"/>
              <a:gd name="connsiteY9032" fmla="*/ 114943 h 2631356"/>
              <a:gd name="connsiteX9033" fmla="*/ 5880552 w 11237202"/>
              <a:gd name="connsiteY9033" fmla="*/ 123400 h 2631356"/>
              <a:gd name="connsiteX9034" fmla="*/ 5834649 w 11237202"/>
              <a:gd name="connsiteY9034" fmla="*/ 120254 h 2631356"/>
              <a:gd name="connsiteX9035" fmla="*/ 5848654 w 11237202"/>
              <a:gd name="connsiteY9035" fmla="*/ 111842 h 2631356"/>
              <a:gd name="connsiteX9036" fmla="*/ 5874287 w 11237202"/>
              <a:gd name="connsiteY9036" fmla="*/ 111665 h 2631356"/>
              <a:gd name="connsiteX9037" fmla="*/ 4117803 w 11237202"/>
              <a:gd name="connsiteY9037" fmla="*/ 111501 h 2631356"/>
              <a:gd name="connsiteX9038" fmla="*/ 4139921 w 11237202"/>
              <a:gd name="connsiteY9038" fmla="*/ 113188 h 2631356"/>
              <a:gd name="connsiteX9039" fmla="*/ 4125722 w 11237202"/>
              <a:gd name="connsiteY9039" fmla="*/ 117747 h 2631356"/>
              <a:gd name="connsiteX9040" fmla="*/ 4103437 w 11237202"/>
              <a:gd name="connsiteY9040" fmla="*/ 116060 h 2631356"/>
              <a:gd name="connsiteX9041" fmla="*/ 4117803 w 11237202"/>
              <a:gd name="connsiteY9041" fmla="*/ 111501 h 2631356"/>
              <a:gd name="connsiteX9042" fmla="*/ 6389269 w 11237202"/>
              <a:gd name="connsiteY9042" fmla="*/ 110953 h 2631356"/>
              <a:gd name="connsiteX9043" fmla="*/ 6412165 w 11237202"/>
              <a:gd name="connsiteY9043" fmla="*/ 112458 h 2631356"/>
              <a:gd name="connsiteX9044" fmla="*/ 6407302 w 11237202"/>
              <a:gd name="connsiteY9044" fmla="*/ 116561 h 2631356"/>
              <a:gd name="connsiteX9045" fmla="*/ 6384295 w 11237202"/>
              <a:gd name="connsiteY9045" fmla="*/ 115033 h 2631356"/>
              <a:gd name="connsiteX9046" fmla="*/ 6389269 w 11237202"/>
              <a:gd name="connsiteY9046" fmla="*/ 110953 h 2631356"/>
              <a:gd name="connsiteX9047" fmla="*/ 6190766 w 11237202"/>
              <a:gd name="connsiteY9047" fmla="*/ 109511 h 2631356"/>
              <a:gd name="connsiteX9048" fmla="*/ 6216187 w 11237202"/>
              <a:gd name="connsiteY9048" fmla="*/ 113484 h 2631356"/>
              <a:gd name="connsiteX9049" fmla="*/ 6202349 w 11237202"/>
              <a:gd name="connsiteY9049" fmla="*/ 123787 h 2631356"/>
              <a:gd name="connsiteX9050" fmla="*/ 6145414 w 11237202"/>
              <a:gd name="connsiteY9050" fmla="*/ 119980 h 2631356"/>
              <a:gd name="connsiteX9051" fmla="*/ 6159697 w 11237202"/>
              <a:gd name="connsiteY9051" fmla="*/ 109745 h 2631356"/>
              <a:gd name="connsiteX9052" fmla="*/ 6190766 w 11237202"/>
              <a:gd name="connsiteY9052" fmla="*/ 109511 h 2631356"/>
              <a:gd name="connsiteX9053" fmla="*/ 4424539 w 11237202"/>
              <a:gd name="connsiteY9053" fmla="*/ 108606 h 2631356"/>
              <a:gd name="connsiteX9054" fmla="*/ 4443599 w 11237202"/>
              <a:gd name="connsiteY9054" fmla="*/ 110042 h 2631356"/>
              <a:gd name="connsiteX9055" fmla="*/ 4432569 w 11237202"/>
              <a:gd name="connsiteY9055" fmla="*/ 113872 h 2631356"/>
              <a:gd name="connsiteX9056" fmla="*/ 4413479 w 11237202"/>
              <a:gd name="connsiteY9056" fmla="*/ 112458 h 2631356"/>
              <a:gd name="connsiteX9057" fmla="*/ 4424539 w 11237202"/>
              <a:gd name="connsiteY9057" fmla="*/ 108606 h 2631356"/>
              <a:gd name="connsiteX9058" fmla="*/ 5780580 w 11237202"/>
              <a:gd name="connsiteY9058" fmla="*/ 108130 h 2631356"/>
              <a:gd name="connsiteX9059" fmla="*/ 5797943 w 11237202"/>
              <a:gd name="connsiteY9059" fmla="*/ 110999 h 2631356"/>
              <a:gd name="connsiteX9060" fmla="*/ 5785189 w 11237202"/>
              <a:gd name="connsiteY9060" fmla="*/ 118431 h 2631356"/>
              <a:gd name="connsiteX9061" fmla="*/ 5744982 w 11237202"/>
              <a:gd name="connsiteY9061" fmla="*/ 115696 h 2631356"/>
              <a:gd name="connsiteX9062" fmla="*/ 5757987 w 11237202"/>
              <a:gd name="connsiteY9062" fmla="*/ 108287 h 2631356"/>
              <a:gd name="connsiteX9063" fmla="*/ 5780580 w 11237202"/>
              <a:gd name="connsiteY9063" fmla="*/ 108130 h 2631356"/>
              <a:gd name="connsiteX9064" fmla="*/ 4757734 w 11237202"/>
              <a:gd name="connsiteY9064" fmla="*/ 107865 h 2631356"/>
              <a:gd name="connsiteX9065" fmla="*/ 4775343 w 11237202"/>
              <a:gd name="connsiteY9065" fmla="*/ 111295 h 2631356"/>
              <a:gd name="connsiteX9066" fmla="*/ 4752363 w 11237202"/>
              <a:gd name="connsiteY9066" fmla="*/ 120140 h 2631356"/>
              <a:gd name="connsiteX9067" fmla="*/ 4707433 w 11237202"/>
              <a:gd name="connsiteY9067" fmla="*/ 116881 h 2631356"/>
              <a:gd name="connsiteX9068" fmla="*/ 4730745 w 11237202"/>
              <a:gd name="connsiteY9068" fmla="*/ 108058 h 2631356"/>
              <a:gd name="connsiteX9069" fmla="*/ 4757734 w 11237202"/>
              <a:gd name="connsiteY9069" fmla="*/ 107865 h 2631356"/>
              <a:gd name="connsiteX9070" fmla="*/ 4006240 w 11237202"/>
              <a:gd name="connsiteY9070" fmla="*/ 104707 h 2631356"/>
              <a:gd name="connsiteX9071" fmla="*/ 4008352 w 11237202"/>
              <a:gd name="connsiteY9071" fmla="*/ 104844 h 2631356"/>
              <a:gd name="connsiteX9072" fmla="*/ 4006963 w 11237202"/>
              <a:gd name="connsiteY9072" fmla="*/ 105277 h 2631356"/>
              <a:gd name="connsiteX9073" fmla="*/ 4004851 w 11237202"/>
              <a:gd name="connsiteY9073" fmla="*/ 105118 h 2631356"/>
              <a:gd name="connsiteX9074" fmla="*/ 4006240 w 11237202"/>
              <a:gd name="connsiteY9074" fmla="*/ 104707 h 2631356"/>
              <a:gd name="connsiteX9075" fmla="*/ 4212388 w 11237202"/>
              <a:gd name="connsiteY9075" fmla="*/ 104662 h 2631356"/>
              <a:gd name="connsiteX9076" fmla="*/ 4228588 w 11237202"/>
              <a:gd name="connsiteY9076" fmla="*/ 105870 h 2631356"/>
              <a:gd name="connsiteX9077" fmla="*/ 4218418 w 11237202"/>
              <a:gd name="connsiteY9077" fmla="*/ 109153 h 2631356"/>
              <a:gd name="connsiteX9078" fmla="*/ 4202218 w 11237202"/>
              <a:gd name="connsiteY9078" fmla="*/ 107945 h 2631356"/>
              <a:gd name="connsiteX9079" fmla="*/ 4212388 w 11237202"/>
              <a:gd name="connsiteY9079" fmla="*/ 104662 h 2631356"/>
              <a:gd name="connsiteX9080" fmla="*/ 6728321 w 11237202"/>
              <a:gd name="connsiteY9080" fmla="*/ 104571 h 2631356"/>
              <a:gd name="connsiteX9081" fmla="*/ 6730265 w 11237202"/>
              <a:gd name="connsiteY9081" fmla="*/ 104685 h 2631356"/>
              <a:gd name="connsiteX9082" fmla="*/ 6730043 w 11237202"/>
              <a:gd name="connsiteY9082" fmla="*/ 105050 h 2631356"/>
              <a:gd name="connsiteX9083" fmla="*/ 6727987 w 11237202"/>
              <a:gd name="connsiteY9083" fmla="*/ 104913 h 2631356"/>
              <a:gd name="connsiteX9084" fmla="*/ 6728321 w 11237202"/>
              <a:gd name="connsiteY9084" fmla="*/ 104571 h 2631356"/>
              <a:gd name="connsiteX9085" fmla="*/ 6519671 w 11237202"/>
              <a:gd name="connsiteY9085" fmla="*/ 104092 h 2631356"/>
              <a:gd name="connsiteX9086" fmla="*/ 6522172 w 11237202"/>
              <a:gd name="connsiteY9086" fmla="*/ 104274 h 2631356"/>
              <a:gd name="connsiteX9087" fmla="*/ 6521727 w 11237202"/>
              <a:gd name="connsiteY9087" fmla="*/ 104707 h 2631356"/>
              <a:gd name="connsiteX9088" fmla="*/ 6519171 w 11237202"/>
              <a:gd name="connsiteY9088" fmla="*/ 104548 h 2631356"/>
              <a:gd name="connsiteX9089" fmla="*/ 6519671 w 11237202"/>
              <a:gd name="connsiteY9089" fmla="*/ 104092 h 2631356"/>
              <a:gd name="connsiteX9090" fmla="*/ 4852336 w 11237202"/>
              <a:gd name="connsiteY9090" fmla="*/ 104021 h 2631356"/>
              <a:gd name="connsiteX9091" fmla="*/ 4870846 w 11237202"/>
              <a:gd name="connsiteY9091" fmla="*/ 107557 h 2631356"/>
              <a:gd name="connsiteX9092" fmla="*/ 4847811 w 11237202"/>
              <a:gd name="connsiteY9092" fmla="*/ 116698 h 2631356"/>
              <a:gd name="connsiteX9093" fmla="*/ 4800990 w 11237202"/>
              <a:gd name="connsiteY9093" fmla="*/ 113279 h 2631356"/>
              <a:gd name="connsiteX9094" fmla="*/ 4824387 w 11237202"/>
              <a:gd name="connsiteY9094" fmla="*/ 104229 h 2631356"/>
              <a:gd name="connsiteX9095" fmla="*/ 4852336 w 11237202"/>
              <a:gd name="connsiteY9095" fmla="*/ 104021 h 2631356"/>
              <a:gd name="connsiteX9096" fmla="*/ 6099122 w 11237202"/>
              <a:gd name="connsiteY9096" fmla="*/ 103659 h 2631356"/>
              <a:gd name="connsiteX9097" fmla="*/ 6122573 w 11237202"/>
              <a:gd name="connsiteY9097" fmla="*/ 107352 h 2631356"/>
              <a:gd name="connsiteX9098" fmla="*/ 6108847 w 11237202"/>
              <a:gd name="connsiteY9098" fmla="*/ 116926 h 2631356"/>
              <a:gd name="connsiteX9099" fmla="*/ 6055858 w 11237202"/>
              <a:gd name="connsiteY9099" fmla="*/ 113392 h 2631356"/>
              <a:gd name="connsiteX9100" fmla="*/ 6070001 w 11237202"/>
              <a:gd name="connsiteY9100" fmla="*/ 103864 h 2631356"/>
              <a:gd name="connsiteX9101" fmla="*/ 6099122 w 11237202"/>
              <a:gd name="connsiteY9101" fmla="*/ 103659 h 2631356"/>
              <a:gd name="connsiteX9102" fmla="*/ 4519263 w 11237202"/>
              <a:gd name="connsiteY9102" fmla="*/ 103522 h 2631356"/>
              <a:gd name="connsiteX9103" fmla="*/ 4533600 w 11237202"/>
              <a:gd name="connsiteY9103" fmla="*/ 104594 h 2631356"/>
              <a:gd name="connsiteX9104" fmla="*/ 4525571 w 11237202"/>
              <a:gd name="connsiteY9104" fmla="*/ 107420 h 2631356"/>
              <a:gd name="connsiteX9105" fmla="*/ 4511261 w 11237202"/>
              <a:gd name="connsiteY9105" fmla="*/ 106349 h 2631356"/>
              <a:gd name="connsiteX9106" fmla="*/ 4519263 w 11237202"/>
              <a:gd name="connsiteY9106" fmla="*/ 103522 h 2631356"/>
              <a:gd name="connsiteX9107" fmla="*/ 5690416 w 11237202"/>
              <a:gd name="connsiteY9107" fmla="*/ 103240 h 2631356"/>
              <a:gd name="connsiteX9108" fmla="*/ 5712138 w 11237202"/>
              <a:gd name="connsiteY9108" fmla="*/ 106873 h 2631356"/>
              <a:gd name="connsiteX9109" fmla="*/ 5695356 w 11237202"/>
              <a:gd name="connsiteY9109" fmla="*/ 116265 h 2631356"/>
              <a:gd name="connsiteX9110" fmla="*/ 5644645 w 11237202"/>
              <a:gd name="connsiteY9110" fmla="*/ 112800 h 2631356"/>
              <a:gd name="connsiteX9111" fmla="*/ 5661817 w 11237202"/>
              <a:gd name="connsiteY9111" fmla="*/ 103454 h 2631356"/>
              <a:gd name="connsiteX9112" fmla="*/ 5690416 w 11237202"/>
              <a:gd name="connsiteY9112" fmla="*/ 103240 h 2631356"/>
              <a:gd name="connsiteX9113" fmla="*/ 4946193 w 11237202"/>
              <a:gd name="connsiteY9113" fmla="*/ 101078 h 2631356"/>
              <a:gd name="connsiteX9114" fmla="*/ 4965154 w 11237202"/>
              <a:gd name="connsiteY9114" fmla="*/ 104594 h 2631356"/>
              <a:gd name="connsiteX9115" fmla="*/ 4942702 w 11237202"/>
              <a:gd name="connsiteY9115" fmla="*/ 113780 h 2631356"/>
              <a:gd name="connsiteX9116" fmla="*/ 4895270 w 11237202"/>
              <a:gd name="connsiteY9116" fmla="*/ 110407 h 2631356"/>
              <a:gd name="connsiteX9117" fmla="*/ 4918000 w 11237202"/>
              <a:gd name="connsiteY9117" fmla="*/ 101289 h 2631356"/>
              <a:gd name="connsiteX9118" fmla="*/ 4946193 w 11237202"/>
              <a:gd name="connsiteY9118" fmla="*/ 101078 h 2631356"/>
              <a:gd name="connsiteX9119" fmla="*/ 5596814 w 11237202"/>
              <a:gd name="connsiteY9119" fmla="*/ 101038 h 2631356"/>
              <a:gd name="connsiteX9120" fmla="*/ 5616386 w 11237202"/>
              <a:gd name="connsiteY9120" fmla="*/ 104344 h 2631356"/>
              <a:gd name="connsiteX9121" fmla="*/ 5600381 w 11237202"/>
              <a:gd name="connsiteY9121" fmla="*/ 112914 h 2631356"/>
              <a:gd name="connsiteX9122" fmla="*/ 5554284 w 11237202"/>
              <a:gd name="connsiteY9122" fmla="*/ 109746 h 2631356"/>
              <a:gd name="connsiteX9123" fmla="*/ 5570594 w 11237202"/>
              <a:gd name="connsiteY9123" fmla="*/ 101220 h 2631356"/>
              <a:gd name="connsiteX9124" fmla="*/ 5596814 w 11237202"/>
              <a:gd name="connsiteY9124" fmla="*/ 101038 h 2631356"/>
              <a:gd name="connsiteX9125" fmla="*/ 6316051 w 11237202"/>
              <a:gd name="connsiteY9125" fmla="*/ 99590 h 2631356"/>
              <a:gd name="connsiteX9126" fmla="*/ 6339670 w 11237202"/>
              <a:gd name="connsiteY9126" fmla="*/ 103203 h 2631356"/>
              <a:gd name="connsiteX9127" fmla="*/ 6328027 w 11237202"/>
              <a:gd name="connsiteY9127" fmla="*/ 112503 h 2631356"/>
              <a:gd name="connsiteX9128" fmla="*/ 6275594 w 11237202"/>
              <a:gd name="connsiteY9128" fmla="*/ 109084 h 2631356"/>
              <a:gd name="connsiteX9129" fmla="*/ 6287598 w 11237202"/>
              <a:gd name="connsiteY9129" fmla="*/ 99807 h 2631356"/>
              <a:gd name="connsiteX9130" fmla="*/ 6316051 w 11237202"/>
              <a:gd name="connsiteY9130" fmla="*/ 99590 h 2631356"/>
              <a:gd name="connsiteX9131" fmla="*/ 5039680 w 11237202"/>
              <a:gd name="connsiteY9131" fmla="*/ 98892 h 2631356"/>
              <a:gd name="connsiteX9132" fmla="*/ 5058878 w 11237202"/>
              <a:gd name="connsiteY9132" fmla="*/ 102428 h 2631356"/>
              <a:gd name="connsiteX9133" fmla="*/ 5037315 w 11237202"/>
              <a:gd name="connsiteY9133" fmla="*/ 111569 h 2631356"/>
              <a:gd name="connsiteX9134" fmla="*/ 4989605 w 11237202"/>
              <a:gd name="connsiteY9134" fmla="*/ 108195 h 2631356"/>
              <a:gd name="connsiteX9135" fmla="*/ 5011585 w 11237202"/>
              <a:gd name="connsiteY9135" fmla="*/ 99100 h 2631356"/>
              <a:gd name="connsiteX9136" fmla="*/ 5039680 w 11237202"/>
              <a:gd name="connsiteY9136" fmla="*/ 98892 h 2631356"/>
              <a:gd name="connsiteX9137" fmla="*/ 4306890 w 11237202"/>
              <a:gd name="connsiteY9137" fmla="*/ 98712 h 2631356"/>
              <a:gd name="connsiteX9138" fmla="*/ 4315782 w 11237202"/>
              <a:gd name="connsiteY9138" fmla="*/ 99350 h 2631356"/>
              <a:gd name="connsiteX9139" fmla="*/ 4310446 w 11237202"/>
              <a:gd name="connsiteY9139" fmla="*/ 101128 h 2631356"/>
              <a:gd name="connsiteX9140" fmla="*/ 4301472 w 11237202"/>
              <a:gd name="connsiteY9140" fmla="*/ 100467 h 2631356"/>
              <a:gd name="connsiteX9141" fmla="*/ 4306890 w 11237202"/>
              <a:gd name="connsiteY9141" fmla="*/ 98712 h 2631356"/>
              <a:gd name="connsiteX9142" fmla="*/ 5504996 w 11237202"/>
              <a:gd name="connsiteY9142" fmla="*/ 98496 h 2631356"/>
              <a:gd name="connsiteX9143" fmla="*/ 5525885 w 11237202"/>
              <a:gd name="connsiteY9143" fmla="*/ 102063 h 2631356"/>
              <a:gd name="connsiteX9144" fmla="*/ 5507741 w 11237202"/>
              <a:gd name="connsiteY9144" fmla="*/ 111273 h 2631356"/>
              <a:gd name="connsiteX9145" fmla="*/ 5458336 w 11237202"/>
              <a:gd name="connsiteY9145" fmla="*/ 107853 h 2631356"/>
              <a:gd name="connsiteX9146" fmla="*/ 5476731 w 11237202"/>
              <a:gd name="connsiteY9146" fmla="*/ 98690 h 2631356"/>
              <a:gd name="connsiteX9147" fmla="*/ 5504996 w 11237202"/>
              <a:gd name="connsiteY9147" fmla="*/ 98496 h 2631356"/>
              <a:gd name="connsiteX9148" fmla="*/ 6008694 w 11237202"/>
              <a:gd name="connsiteY9148" fmla="*/ 97632 h 2631356"/>
              <a:gd name="connsiteX9149" fmla="*/ 6033185 w 11237202"/>
              <a:gd name="connsiteY9149" fmla="*/ 101539 h 2631356"/>
              <a:gd name="connsiteX9150" fmla="*/ 6017930 w 11237202"/>
              <a:gd name="connsiteY9150" fmla="*/ 111592 h 2631356"/>
              <a:gd name="connsiteX9151" fmla="*/ 5962134 w 11237202"/>
              <a:gd name="connsiteY9151" fmla="*/ 107853 h 2631356"/>
              <a:gd name="connsiteX9152" fmla="*/ 5977889 w 11237202"/>
              <a:gd name="connsiteY9152" fmla="*/ 97846 h 2631356"/>
              <a:gd name="connsiteX9153" fmla="*/ 6008694 w 11237202"/>
              <a:gd name="connsiteY9153" fmla="*/ 97632 h 2631356"/>
              <a:gd name="connsiteX9154" fmla="*/ 5411517 w 11237202"/>
              <a:gd name="connsiteY9154" fmla="*/ 97535 h 2631356"/>
              <a:gd name="connsiteX9155" fmla="*/ 5430884 w 11237202"/>
              <a:gd name="connsiteY9155" fmla="*/ 100901 h 2631356"/>
              <a:gd name="connsiteX9156" fmla="*/ 5413128 w 11237202"/>
              <a:gd name="connsiteY9156" fmla="*/ 109586 h 2631356"/>
              <a:gd name="connsiteX9157" fmla="*/ 5366780 w 11237202"/>
              <a:gd name="connsiteY9157" fmla="*/ 106348 h 2631356"/>
              <a:gd name="connsiteX9158" fmla="*/ 5384813 w 11237202"/>
              <a:gd name="connsiteY9158" fmla="*/ 97710 h 2631356"/>
              <a:gd name="connsiteX9159" fmla="*/ 5411517 w 11237202"/>
              <a:gd name="connsiteY9159" fmla="*/ 97535 h 2631356"/>
              <a:gd name="connsiteX9160" fmla="*/ 5132894 w 11237202"/>
              <a:gd name="connsiteY9160" fmla="*/ 97470 h 2631356"/>
              <a:gd name="connsiteX9161" fmla="*/ 5152185 w 11237202"/>
              <a:gd name="connsiteY9161" fmla="*/ 100969 h 2631356"/>
              <a:gd name="connsiteX9162" fmla="*/ 5131539 w 11237202"/>
              <a:gd name="connsiteY9162" fmla="*/ 109950 h 2631356"/>
              <a:gd name="connsiteX9163" fmla="*/ 5084080 w 11237202"/>
              <a:gd name="connsiteY9163" fmla="*/ 106622 h 2631356"/>
              <a:gd name="connsiteX9164" fmla="*/ 5105142 w 11237202"/>
              <a:gd name="connsiteY9164" fmla="*/ 97664 h 2631356"/>
              <a:gd name="connsiteX9165" fmla="*/ 5132894 w 11237202"/>
              <a:gd name="connsiteY9165" fmla="*/ 97470 h 2631356"/>
              <a:gd name="connsiteX9166" fmla="*/ 4098908 w 11237202"/>
              <a:gd name="connsiteY9166" fmla="*/ 96479 h 2631356"/>
              <a:gd name="connsiteX9167" fmla="*/ 4101881 w 11237202"/>
              <a:gd name="connsiteY9167" fmla="*/ 96706 h 2631356"/>
              <a:gd name="connsiteX9168" fmla="*/ 4099992 w 11237202"/>
              <a:gd name="connsiteY9168" fmla="*/ 97299 h 2631356"/>
              <a:gd name="connsiteX9169" fmla="*/ 4097018 w 11237202"/>
              <a:gd name="connsiteY9169" fmla="*/ 97071 h 2631356"/>
              <a:gd name="connsiteX9170" fmla="*/ 4098908 w 11237202"/>
              <a:gd name="connsiteY9170" fmla="*/ 96479 h 2631356"/>
              <a:gd name="connsiteX9171" fmla="*/ 5226902 w 11237202"/>
              <a:gd name="connsiteY9171" fmla="*/ 96341 h 2631356"/>
              <a:gd name="connsiteX9172" fmla="*/ 5247576 w 11237202"/>
              <a:gd name="connsiteY9172" fmla="*/ 100034 h 2631356"/>
              <a:gd name="connsiteX9173" fmla="*/ 5226513 w 11237202"/>
              <a:gd name="connsiteY9173" fmla="*/ 109563 h 2631356"/>
              <a:gd name="connsiteX9174" fmla="*/ 5176137 w 11237202"/>
              <a:gd name="connsiteY9174" fmla="*/ 106029 h 2631356"/>
              <a:gd name="connsiteX9175" fmla="*/ 5197560 w 11237202"/>
              <a:gd name="connsiteY9175" fmla="*/ 96547 h 2631356"/>
              <a:gd name="connsiteX9176" fmla="*/ 5226902 w 11237202"/>
              <a:gd name="connsiteY9176" fmla="*/ 96341 h 2631356"/>
              <a:gd name="connsiteX9177" fmla="*/ 6208295 w 11237202"/>
              <a:gd name="connsiteY9177" fmla="*/ 96319 h 2631356"/>
              <a:gd name="connsiteX9178" fmla="*/ 6232080 w 11237202"/>
              <a:gd name="connsiteY9178" fmla="*/ 97892 h 2631356"/>
              <a:gd name="connsiteX9179" fmla="*/ 6226384 w 11237202"/>
              <a:gd name="connsiteY9179" fmla="*/ 102132 h 2631356"/>
              <a:gd name="connsiteX9180" fmla="*/ 6202460 w 11237202"/>
              <a:gd name="connsiteY9180" fmla="*/ 100559 h 2631356"/>
              <a:gd name="connsiteX9181" fmla="*/ 6208295 w 11237202"/>
              <a:gd name="connsiteY9181" fmla="*/ 96319 h 2631356"/>
              <a:gd name="connsiteX9182" fmla="*/ 5320130 w 11237202"/>
              <a:gd name="connsiteY9182" fmla="*/ 96171 h 2631356"/>
              <a:gd name="connsiteX9183" fmla="*/ 5341467 w 11237202"/>
              <a:gd name="connsiteY9183" fmla="*/ 99921 h 2631356"/>
              <a:gd name="connsiteX9184" fmla="*/ 5320821 w 11237202"/>
              <a:gd name="connsiteY9184" fmla="*/ 109609 h 2631356"/>
              <a:gd name="connsiteX9185" fmla="*/ 5269277 w 11237202"/>
              <a:gd name="connsiteY9185" fmla="*/ 106030 h 2631356"/>
              <a:gd name="connsiteX9186" fmla="*/ 5290312 w 11237202"/>
              <a:gd name="connsiteY9186" fmla="*/ 96388 h 2631356"/>
              <a:gd name="connsiteX9187" fmla="*/ 5320130 w 11237202"/>
              <a:gd name="connsiteY9187" fmla="*/ 96171 h 2631356"/>
              <a:gd name="connsiteX9188" fmla="*/ 6430227 w 11237202"/>
              <a:gd name="connsiteY9188" fmla="*/ 96046 h 2631356"/>
              <a:gd name="connsiteX9189" fmla="*/ 6432644 w 11237202"/>
              <a:gd name="connsiteY9189" fmla="*/ 96182 h 2631356"/>
              <a:gd name="connsiteX9190" fmla="*/ 6432172 w 11237202"/>
              <a:gd name="connsiteY9190" fmla="*/ 96616 h 2631356"/>
              <a:gd name="connsiteX9191" fmla="*/ 6429699 w 11237202"/>
              <a:gd name="connsiteY9191" fmla="*/ 96456 h 2631356"/>
              <a:gd name="connsiteX9192" fmla="*/ 6430227 w 11237202"/>
              <a:gd name="connsiteY9192" fmla="*/ 96046 h 2631356"/>
              <a:gd name="connsiteX9193" fmla="*/ 6639875 w 11237202"/>
              <a:gd name="connsiteY9193" fmla="*/ 95590 h 2631356"/>
              <a:gd name="connsiteX9194" fmla="*/ 6640820 w 11237202"/>
              <a:gd name="connsiteY9194" fmla="*/ 95658 h 2631356"/>
              <a:gd name="connsiteX9195" fmla="*/ 6640653 w 11237202"/>
              <a:gd name="connsiteY9195" fmla="*/ 95818 h 2631356"/>
              <a:gd name="connsiteX9196" fmla="*/ 6639709 w 11237202"/>
              <a:gd name="connsiteY9196" fmla="*/ 95749 h 2631356"/>
              <a:gd name="connsiteX9197" fmla="*/ 6639875 w 11237202"/>
              <a:gd name="connsiteY9197" fmla="*/ 95590 h 2631356"/>
              <a:gd name="connsiteX9198" fmla="*/ 4632090 w 11237202"/>
              <a:gd name="connsiteY9198" fmla="*/ 94593 h 2631356"/>
              <a:gd name="connsiteX9199" fmla="*/ 4648442 w 11237202"/>
              <a:gd name="connsiteY9199" fmla="*/ 97801 h 2631356"/>
              <a:gd name="connsiteX9200" fmla="*/ 4625741 w 11237202"/>
              <a:gd name="connsiteY9200" fmla="*/ 106075 h 2631356"/>
              <a:gd name="connsiteX9201" fmla="*/ 4583477 w 11237202"/>
              <a:gd name="connsiteY9201" fmla="*/ 103021 h 2631356"/>
              <a:gd name="connsiteX9202" fmla="*/ 4606401 w 11237202"/>
              <a:gd name="connsiteY9202" fmla="*/ 94769 h 2631356"/>
              <a:gd name="connsiteX9203" fmla="*/ 4632090 w 11237202"/>
              <a:gd name="connsiteY9203" fmla="*/ 94593 h 2631356"/>
              <a:gd name="connsiteX9204" fmla="*/ 5917349 w 11237202"/>
              <a:gd name="connsiteY9204" fmla="*/ 92905 h 2631356"/>
              <a:gd name="connsiteX9205" fmla="*/ 5940795 w 11237202"/>
              <a:gd name="connsiteY9205" fmla="*/ 96684 h 2631356"/>
              <a:gd name="connsiteX9206" fmla="*/ 5925179 w 11237202"/>
              <a:gd name="connsiteY9206" fmla="*/ 106394 h 2631356"/>
              <a:gd name="connsiteX9207" fmla="*/ 5871439 w 11237202"/>
              <a:gd name="connsiteY9207" fmla="*/ 102815 h 2631356"/>
              <a:gd name="connsiteX9208" fmla="*/ 5887444 w 11237202"/>
              <a:gd name="connsiteY9208" fmla="*/ 93127 h 2631356"/>
              <a:gd name="connsiteX9209" fmla="*/ 5917349 w 11237202"/>
              <a:gd name="connsiteY9209" fmla="*/ 92905 h 2631356"/>
              <a:gd name="connsiteX9210" fmla="*/ 4400143 w 11237202"/>
              <a:gd name="connsiteY9210" fmla="*/ 92695 h 2631356"/>
              <a:gd name="connsiteX9211" fmla="*/ 4406950 w 11237202"/>
              <a:gd name="connsiteY9211" fmla="*/ 93173 h 2631356"/>
              <a:gd name="connsiteX9212" fmla="*/ 4402976 w 11237202"/>
              <a:gd name="connsiteY9212" fmla="*/ 94564 h 2631356"/>
              <a:gd name="connsiteX9213" fmla="*/ 4396141 w 11237202"/>
              <a:gd name="connsiteY9213" fmla="*/ 94039 h 2631356"/>
              <a:gd name="connsiteX9214" fmla="*/ 4400143 w 11237202"/>
              <a:gd name="connsiteY9214" fmla="*/ 92695 h 2631356"/>
              <a:gd name="connsiteX9215" fmla="*/ 6118767 w 11237202"/>
              <a:gd name="connsiteY9215" fmla="*/ 90256 h 2631356"/>
              <a:gd name="connsiteX9216" fmla="*/ 6140996 w 11237202"/>
              <a:gd name="connsiteY9216" fmla="*/ 91692 h 2631356"/>
              <a:gd name="connsiteX9217" fmla="*/ 6135244 w 11237202"/>
              <a:gd name="connsiteY9217" fmla="*/ 95658 h 2631356"/>
              <a:gd name="connsiteX9218" fmla="*/ 6113015 w 11237202"/>
              <a:gd name="connsiteY9218" fmla="*/ 94222 h 2631356"/>
              <a:gd name="connsiteX9219" fmla="*/ 6118767 w 11237202"/>
              <a:gd name="connsiteY9219" fmla="*/ 90256 h 2631356"/>
              <a:gd name="connsiteX9220" fmla="*/ 4724900 w 11237202"/>
              <a:gd name="connsiteY9220" fmla="*/ 90244 h 2631356"/>
              <a:gd name="connsiteX9221" fmla="*/ 4741415 w 11237202"/>
              <a:gd name="connsiteY9221" fmla="*/ 93424 h 2631356"/>
              <a:gd name="connsiteX9222" fmla="*/ 4719493 w 11237202"/>
              <a:gd name="connsiteY9222" fmla="*/ 101652 h 2631356"/>
              <a:gd name="connsiteX9223" fmla="*/ 4677090 w 11237202"/>
              <a:gd name="connsiteY9223" fmla="*/ 98598 h 2631356"/>
              <a:gd name="connsiteX9224" fmla="*/ 4699319 w 11237202"/>
              <a:gd name="connsiteY9224" fmla="*/ 90415 h 2631356"/>
              <a:gd name="connsiteX9225" fmla="*/ 4724900 w 11237202"/>
              <a:gd name="connsiteY9225" fmla="*/ 90244 h 2631356"/>
              <a:gd name="connsiteX9226" fmla="*/ 4191382 w 11237202"/>
              <a:gd name="connsiteY9226" fmla="*/ 89161 h 2631356"/>
              <a:gd name="connsiteX9227" fmla="*/ 4193521 w 11237202"/>
              <a:gd name="connsiteY9227" fmla="*/ 89320 h 2631356"/>
              <a:gd name="connsiteX9228" fmla="*/ 4192215 w 11237202"/>
              <a:gd name="connsiteY9228" fmla="*/ 89754 h 2631356"/>
              <a:gd name="connsiteX9229" fmla="*/ 4190159 w 11237202"/>
              <a:gd name="connsiteY9229" fmla="*/ 89594 h 2631356"/>
              <a:gd name="connsiteX9230" fmla="*/ 4191382 w 11237202"/>
              <a:gd name="connsiteY9230" fmla="*/ 89161 h 2631356"/>
              <a:gd name="connsiteX9231" fmla="*/ 5826109 w 11237202"/>
              <a:gd name="connsiteY9231" fmla="*/ 88782 h 2631356"/>
              <a:gd name="connsiteX9232" fmla="*/ 5848766 w 11237202"/>
              <a:gd name="connsiteY9232" fmla="*/ 92467 h 2631356"/>
              <a:gd name="connsiteX9233" fmla="*/ 5832705 w 11237202"/>
              <a:gd name="connsiteY9233" fmla="*/ 101926 h 2631356"/>
              <a:gd name="connsiteX9234" fmla="*/ 5780383 w 11237202"/>
              <a:gd name="connsiteY9234" fmla="*/ 98439 h 2631356"/>
              <a:gd name="connsiteX9235" fmla="*/ 5796804 w 11237202"/>
              <a:gd name="connsiteY9235" fmla="*/ 88979 h 2631356"/>
              <a:gd name="connsiteX9236" fmla="*/ 5826109 w 11237202"/>
              <a:gd name="connsiteY9236" fmla="*/ 88782 h 2631356"/>
              <a:gd name="connsiteX9237" fmla="*/ 6340226 w 11237202"/>
              <a:gd name="connsiteY9237" fmla="*/ 88433 h 2631356"/>
              <a:gd name="connsiteX9238" fmla="*/ 6344532 w 11237202"/>
              <a:gd name="connsiteY9238" fmla="*/ 88706 h 2631356"/>
              <a:gd name="connsiteX9239" fmla="*/ 6343532 w 11237202"/>
              <a:gd name="connsiteY9239" fmla="*/ 89458 h 2631356"/>
              <a:gd name="connsiteX9240" fmla="*/ 6339309 w 11237202"/>
              <a:gd name="connsiteY9240" fmla="*/ 89162 h 2631356"/>
              <a:gd name="connsiteX9241" fmla="*/ 6340226 w 11237202"/>
              <a:gd name="connsiteY9241" fmla="*/ 88433 h 2631356"/>
              <a:gd name="connsiteX9242" fmla="*/ 4493115 w 11237202"/>
              <a:gd name="connsiteY9242" fmla="*/ 87337 h 2631356"/>
              <a:gd name="connsiteX9243" fmla="*/ 4497450 w 11237202"/>
              <a:gd name="connsiteY9243" fmla="*/ 87656 h 2631356"/>
              <a:gd name="connsiteX9244" fmla="*/ 4495005 w 11237202"/>
              <a:gd name="connsiteY9244" fmla="*/ 88477 h 2631356"/>
              <a:gd name="connsiteX9245" fmla="*/ 4490753 w 11237202"/>
              <a:gd name="connsiteY9245" fmla="*/ 88181 h 2631356"/>
              <a:gd name="connsiteX9246" fmla="*/ 4493115 w 11237202"/>
              <a:gd name="connsiteY9246" fmla="*/ 87337 h 2631356"/>
              <a:gd name="connsiteX9247" fmla="*/ 6551237 w 11237202"/>
              <a:gd name="connsiteY9247" fmla="*/ 87156 h 2631356"/>
              <a:gd name="connsiteX9248" fmla="*/ 6552237 w 11237202"/>
              <a:gd name="connsiteY9248" fmla="*/ 87247 h 2631356"/>
              <a:gd name="connsiteX9249" fmla="*/ 6552014 w 11237202"/>
              <a:gd name="connsiteY9249" fmla="*/ 87406 h 2631356"/>
              <a:gd name="connsiteX9250" fmla="*/ 6551043 w 11237202"/>
              <a:gd name="connsiteY9250" fmla="*/ 87316 h 2631356"/>
              <a:gd name="connsiteX9251" fmla="*/ 6551237 w 11237202"/>
              <a:gd name="connsiteY9251" fmla="*/ 87156 h 2631356"/>
              <a:gd name="connsiteX9252" fmla="*/ 4817090 w 11237202"/>
              <a:gd name="connsiteY9252" fmla="*/ 86708 h 2631356"/>
              <a:gd name="connsiteX9253" fmla="*/ 4833528 w 11237202"/>
              <a:gd name="connsiteY9253" fmla="*/ 89799 h 2631356"/>
              <a:gd name="connsiteX9254" fmla="*/ 4812772 w 11237202"/>
              <a:gd name="connsiteY9254" fmla="*/ 97824 h 2631356"/>
              <a:gd name="connsiteX9255" fmla="*/ 4771120 w 11237202"/>
              <a:gd name="connsiteY9255" fmla="*/ 94860 h 2631356"/>
              <a:gd name="connsiteX9256" fmla="*/ 4792126 w 11237202"/>
              <a:gd name="connsiteY9256" fmla="*/ 86882 h 2631356"/>
              <a:gd name="connsiteX9257" fmla="*/ 4817090 w 11237202"/>
              <a:gd name="connsiteY9257" fmla="*/ 86708 h 2631356"/>
              <a:gd name="connsiteX9258" fmla="*/ 5734618 w 11237202"/>
              <a:gd name="connsiteY9258" fmla="*/ 85480 h 2631356"/>
              <a:gd name="connsiteX9259" fmla="*/ 5756125 w 11237202"/>
              <a:gd name="connsiteY9259" fmla="*/ 88979 h 2631356"/>
              <a:gd name="connsiteX9260" fmla="*/ 5739981 w 11237202"/>
              <a:gd name="connsiteY9260" fmla="*/ 98074 h 2631356"/>
              <a:gd name="connsiteX9261" fmla="*/ 5689882 w 11237202"/>
              <a:gd name="connsiteY9261" fmla="*/ 94701 h 2631356"/>
              <a:gd name="connsiteX9262" fmla="*/ 5706442 w 11237202"/>
              <a:gd name="connsiteY9262" fmla="*/ 85673 h 2631356"/>
              <a:gd name="connsiteX9263" fmla="*/ 5734618 w 11237202"/>
              <a:gd name="connsiteY9263" fmla="*/ 85480 h 2631356"/>
              <a:gd name="connsiteX9264" fmla="*/ 4908784 w 11237202"/>
              <a:gd name="connsiteY9264" fmla="*/ 83929 h 2631356"/>
              <a:gd name="connsiteX9265" fmla="*/ 4924696 w 11237202"/>
              <a:gd name="connsiteY9265" fmla="*/ 86881 h 2631356"/>
              <a:gd name="connsiteX9266" fmla="*/ 4905495 w 11237202"/>
              <a:gd name="connsiteY9266" fmla="*/ 94518 h 2631356"/>
              <a:gd name="connsiteX9267" fmla="*/ 4865511 w 11237202"/>
              <a:gd name="connsiteY9267" fmla="*/ 91714 h 2631356"/>
              <a:gd name="connsiteX9268" fmla="*/ 4885017 w 11237202"/>
              <a:gd name="connsiteY9268" fmla="*/ 84123 h 2631356"/>
              <a:gd name="connsiteX9269" fmla="*/ 4908784 w 11237202"/>
              <a:gd name="connsiteY9269" fmla="*/ 83929 h 2631356"/>
              <a:gd name="connsiteX9270" fmla="*/ 4283438 w 11237202"/>
              <a:gd name="connsiteY9270" fmla="*/ 82437 h 2631356"/>
              <a:gd name="connsiteX9271" fmla="*/ 4285161 w 11237202"/>
              <a:gd name="connsiteY9271" fmla="*/ 82551 h 2631356"/>
              <a:gd name="connsiteX9272" fmla="*/ 4284105 w 11237202"/>
              <a:gd name="connsiteY9272" fmla="*/ 82893 h 2631356"/>
              <a:gd name="connsiteX9273" fmla="*/ 4282410 w 11237202"/>
              <a:gd name="connsiteY9273" fmla="*/ 82756 h 2631356"/>
              <a:gd name="connsiteX9274" fmla="*/ 4283438 w 11237202"/>
              <a:gd name="connsiteY9274" fmla="*/ 82437 h 2631356"/>
              <a:gd name="connsiteX9275" fmla="*/ 4585395 w 11237202"/>
              <a:gd name="connsiteY9275" fmla="*/ 82413 h 2631356"/>
              <a:gd name="connsiteX9276" fmla="*/ 4589257 w 11237202"/>
              <a:gd name="connsiteY9276" fmla="*/ 82687 h 2631356"/>
              <a:gd name="connsiteX9277" fmla="*/ 4587201 w 11237202"/>
              <a:gd name="connsiteY9277" fmla="*/ 83439 h 2631356"/>
              <a:gd name="connsiteX9278" fmla="*/ 4583283 w 11237202"/>
              <a:gd name="connsiteY9278" fmla="*/ 83143 h 2631356"/>
              <a:gd name="connsiteX9279" fmla="*/ 4585395 w 11237202"/>
              <a:gd name="connsiteY9279" fmla="*/ 82413 h 2631356"/>
              <a:gd name="connsiteX9280" fmla="*/ 4999038 w 11237202"/>
              <a:gd name="connsiteY9280" fmla="*/ 82365 h 2631356"/>
              <a:gd name="connsiteX9281" fmla="*/ 5012835 w 11237202"/>
              <a:gd name="connsiteY9281" fmla="*/ 84875 h 2631356"/>
              <a:gd name="connsiteX9282" fmla="*/ 4996969 w 11237202"/>
              <a:gd name="connsiteY9282" fmla="*/ 91395 h 2631356"/>
              <a:gd name="connsiteX9283" fmla="*/ 4962596 w 11237202"/>
              <a:gd name="connsiteY9283" fmla="*/ 88956 h 2631356"/>
              <a:gd name="connsiteX9284" fmla="*/ 4978658 w 11237202"/>
              <a:gd name="connsiteY9284" fmla="*/ 82505 h 2631356"/>
              <a:gd name="connsiteX9285" fmla="*/ 4999038 w 11237202"/>
              <a:gd name="connsiteY9285" fmla="*/ 82365 h 2631356"/>
              <a:gd name="connsiteX9286" fmla="*/ 5644219 w 11237202"/>
              <a:gd name="connsiteY9286" fmla="*/ 82214 h 2631356"/>
              <a:gd name="connsiteX9287" fmla="*/ 5666542 w 11237202"/>
              <a:gd name="connsiteY9287" fmla="*/ 85925 h 2631356"/>
              <a:gd name="connsiteX9288" fmla="*/ 5648730 w 11237202"/>
              <a:gd name="connsiteY9288" fmla="*/ 95453 h 2631356"/>
              <a:gd name="connsiteX9289" fmla="*/ 5596353 w 11237202"/>
              <a:gd name="connsiteY9289" fmla="*/ 91920 h 2631356"/>
              <a:gd name="connsiteX9290" fmla="*/ 5614497 w 11237202"/>
              <a:gd name="connsiteY9290" fmla="*/ 82437 h 2631356"/>
              <a:gd name="connsiteX9291" fmla="*/ 5644219 w 11237202"/>
              <a:gd name="connsiteY9291" fmla="*/ 82214 h 2631356"/>
              <a:gd name="connsiteX9292" fmla="*/ 6251753 w 11237202"/>
              <a:gd name="connsiteY9292" fmla="*/ 81913 h 2631356"/>
              <a:gd name="connsiteX9293" fmla="*/ 6254087 w 11237202"/>
              <a:gd name="connsiteY9293" fmla="*/ 82072 h 2631356"/>
              <a:gd name="connsiteX9294" fmla="*/ 6253588 w 11237202"/>
              <a:gd name="connsiteY9294" fmla="*/ 82482 h 2631356"/>
              <a:gd name="connsiteX9295" fmla="*/ 6251226 w 11237202"/>
              <a:gd name="connsiteY9295" fmla="*/ 82323 h 2631356"/>
              <a:gd name="connsiteX9296" fmla="*/ 6251753 w 11237202"/>
              <a:gd name="connsiteY9296" fmla="*/ 81913 h 2631356"/>
              <a:gd name="connsiteX9297" fmla="*/ 6047324 w 11237202"/>
              <a:gd name="connsiteY9297" fmla="*/ 80513 h 2631356"/>
              <a:gd name="connsiteX9298" fmla="*/ 6071558 w 11237202"/>
              <a:gd name="connsiteY9298" fmla="*/ 84283 h 2631356"/>
              <a:gd name="connsiteX9299" fmla="*/ 6056831 w 11237202"/>
              <a:gd name="connsiteY9299" fmla="*/ 94085 h 2631356"/>
              <a:gd name="connsiteX9300" fmla="*/ 6001813 w 11237202"/>
              <a:gd name="connsiteY9300" fmla="*/ 90460 h 2631356"/>
              <a:gd name="connsiteX9301" fmla="*/ 6016985 w 11237202"/>
              <a:gd name="connsiteY9301" fmla="*/ 80727 h 2631356"/>
              <a:gd name="connsiteX9302" fmla="*/ 6047324 w 11237202"/>
              <a:gd name="connsiteY9302" fmla="*/ 80513 h 2631356"/>
              <a:gd name="connsiteX9303" fmla="*/ 5552947 w 11237202"/>
              <a:gd name="connsiteY9303" fmla="*/ 80063 h 2631356"/>
              <a:gd name="connsiteX9304" fmla="*/ 5574735 w 11237202"/>
              <a:gd name="connsiteY9304" fmla="*/ 83713 h 2631356"/>
              <a:gd name="connsiteX9305" fmla="*/ 5556396 w 11237202"/>
              <a:gd name="connsiteY9305" fmla="*/ 93127 h 2631356"/>
              <a:gd name="connsiteX9306" fmla="*/ 5504879 w 11237202"/>
              <a:gd name="connsiteY9306" fmla="*/ 89640 h 2631356"/>
              <a:gd name="connsiteX9307" fmla="*/ 5523552 w 11237202"/>
              <a:gd name="connsiteY9307" fmla="*/ 80294 h 2631356"/>
              <a:gd name="connsiteX9308" fmla="*/ 5552947 w 11237202"/>
              <a:gd name="connsiteY9308" fmla="*/ 80063 h 2631356"/>
              <a:gd name="connsiteX9309" fmla="*/ 5094396 w 11237202"/>
              <a:gd name="connsiteY9309" fmla="*/ 79297 h 2631356"/>
              <a:gd name="connsiteX9310" fmla="*/ 5112728 w 11237202"/>
              <a:gd name="connsiteY9310" fmla="*/ 82574 h 2631356"/>
              <a:gd name="connsiteX9311" fmla="*/ 5092694 w 11237202"/>
              <a:gd name="connsiteY9311" fmla="*/ 91099 h 2631356"/>
              <a:gd name="connsiteX9312" fmla="*/ 5047541 w 11237202"/>
              <a:gd name="connsiteY9312" fmla="*/ 87908 h 2631356"/>
              <a:gd name="connsiteX9313" fmla="*/ 5067853 w 11237202"/>
              <a:gd name="connsiteY9313" fmla="*/ 79473 h 2631356"/>
              <a:gd name="connsiteX9314" fmla="*/ 5094396 w 11237202"/>
              <a:gd name="connsiteY9314" fmla="*/ 79297 h 2631356"/>
              <a:gd name="connsiteX9315" fmla="*/ 6462236 w 11237202"/>
              <a:gd name="connsiteY9315" fmla="*/ 79177 h 2631356"/>
              <a:gd name="connsiteX9316" fmla="*/ 6464626 w 11237202"/>
              <a:gd name="connsiteY9316" fmla="*/ 79337 h 2631356"/>
              <a:gd name="connsiteX9317" fmla="*/ 6464126 w 11237202"/>
              <a:gd name="connsiteY9317" fmla="*/ 79747 h 2631356"/>
              <a:gd name="connsiteX9318" fmla="*/ 6461736 w 11237202"/>
              <a:gd name="connsiteY9318" fmla="*/ 79610 h 2631356"/>
              <a:gd name="connsiteX9319" fmla="*/ 6462236 w 11237202"/>
              <a:gd name="connsiteY9319" fmla="*/ 79177 h 2631356"/>
              <a:gd name="connsiteX9320" fmla="*/ 5185070 w 11237202"/>
              <a:gd name="connsiteY9320" fmla="*/ 78744 h 2631356"/>
              <a:gd name="connsiteX9321" fmla="*/ 5202145 w 11237202"/>
              <a:gd name="connsiteY9321" fmla="*/ 81776 h 2631356"/>
              <a:gd name="connsiteX9322" fmla="*/ 5184362 w 11237202"/>
              <a:gd name="connsiteY9322" fmla="*/ 89595 h 2631356"/>
              <a:gd name="connsiteX9323" fmla="*/ 5142516 w 11237202"/>
              <a:gd name="connsiteY9323" fmla="*/ 86700 h 2631356"/>
              <a:gd name="connsiteX9324" fmla="*/ 5160577 w 11237202"/>
              <a:gd name="connsiteY9324" fmla="*/ 78926 h 2631356"/>
              <a:gd name="connsiteX9325" fmla="*/ 5185070 w 11237202"/>
              <a:gd name="connsiteY9325" fmla="*/ 78744 h 2631356"/>
              <a:gd name="connsiteX9326" fmla="*/ 5275894 w 11237202"/>
              <a:gd name="connsiteY9326" fmla="*/ 78724 h 2631356"/>
              <a:gd name="connsiteX9327" fmla="*/ 5292118 w 11237202"/>
              <a:gd name="connsiteY9327" fmla="*/ 81525 h 2631356"/>
              <a:gd name="connsiteX9328" fmla="*/ 5276030 w 11237202"/>
              <a:gd name="connsiteY9328" fmla="*/ 88866 h 2631356"/>
              <a:gd name="connsiteX9329" fmla="*/ 5236712 w 11237202"/>
              <a:gd name="connsiteY9329" fmla="*/ 86152 h 2631356"/>
              <a:gd name="connsiteX9330" fmla="*/ 5253022 w 11237202"/>
              <a:gd name="connsiteY9330" fmla="*/ 78881 h 2631356"/>
              <a:gd name="connsiteX9331" fmla="*/ 5275894 w 11237202"/>
              <a:gd name="connsiteY9331" fmla="*/ 78724 h 2631356"/>
              <a:gd name="connsiteX9332" fmla="*/ 6668857 w 11237202"/>
              <a:gd name="connsiteY9332" fmla="*/ 78721 h 2631356"/>
              <a:gd name="connsiteX9333" fmla="*/ 6669746 w 11237202"/>
              <a:gd name="connsiteY9333" fmla="*/ 78766 h 2631356"/>
              <a:gd name="connsiteX9334" fmla="*/ 6669607 w 11237202"/>
              <a:gd name="connsiteY9334" fmla="*/ 78926 h 2631356"/>
              <a:gd name="connsiteX9335" fmla="*/ 6668690 w 11237202"/>
              <a:gd name="connsiteY9335" fmla="*/ 78881 h 2631356"/>
              <a:gd name="connsiteX9336" fmla="*/ 6668857 w 11237202"/>
              <a:gd name="connsiteY9336" fmla="*/ 78721 h 2631356"/>
              <a:gd name="connsiteX9337" fmla="*/ 5461758 w 11237202"/>
              <a:gd name="connsiteY9337" fmla="*/ 78482 h 2631356"/>
              <a:gd name="connsiteX9338" fmla="*/ 5483262 w 11237202"/>
              <a:gd name="connsiteY9338" fmla="*/ 82118 h 2631356"/>
              <a:gd name="connsiteX9339" fmla="*/ 5464144 w 11237202"/>
              <a:gd name="connsiteY9339" fmla="*/ 91509 h 2631356"/>
              <a:gd name="connsiteX9340" fmla="*/ 5412961 w 11237202"/>
              <a:gd name="connsiteY9340" fmla="*/ 88022 h 2631356"/>
              <a:gd name="connsiteX9341" fmla="*/ 5432440 w 11237202"/>
              <a:gd name="connsiteY9341" fmla="*/ 78675 h 2631356"/>
              <a:gd name="connsiteX9342" fmla="*/ 5461758 w 11237202"/>
              <a:gd name="connsiteY9342" fmla="*/ 78482 h 2631356"/>
              <a:gd name="connsiteX9343" fmla="*/ 5934932 w 11237202"/>
              <a:gd name="connsiteY9343" fmla="*/ 78425 h 2631356"/>
              <a:gd name="connsiteX9344" fmla="*/ 5967775 w 11237202"/>
              <a:gd name="connsiteY9344" fmla="*/ 80568 h 2631356"/>
              <a:gd name="connsiteX9345" fmla="*/ 5958328 w 11237202"/>
              <a:gd name="connsiteY9345" fmla="*/ 86471 h 2631356"/>
              <a:gd name="connsiteX9346" fmla="*/ 5925317 w 11237202"/>
              <a:gd name="connsiteY9346" fmla="*/ 84283 h 2631356"/>
              <a:gd name="connsiteX9347" fmla="*/ 5934932 w 11237202"/>
              <a:gd name="connsiteY9347" fmla="*/ 78425 h 2631356"/>
              <a:gd name="connsiteX9348" fmla="*/ 5370461 w 11237202"/>
              <a:gd name="connsiteY9348" fmla="*/ 77538 h 2631356"/>
              <a:gd name="connsiteX9349" fmla="*/ 5391676 w 11237202"/>
              <a:gd name="connsiteY9349" fmla="*/ 81161 h 2631356"/>
              <a:gd name="connsiteX9350" fmla="*/ 5371782 w 11237202"/>
              <a:gd name="connsiteY9350" fmla="*/ 90551 h 2631356"/>
              <a:gd name="connsiteX9351" fmla="*/ 5320877 w 11237202"/>
              <a:gd name="connsiteY9351" fmla="*/ 87064 h 2631356"/>
              <a:gd name="connsiteX9352" fmla="*/ 5341161 w 11237202"/>
              <a:gd name="connsiteY9352" fmla="*/ 77764 h 2631356"/>
              <a:gd name="connsiteX9353" fmla="*/ 5370461 w 11237202"/>
              <a:gd name="connsiteY9353" fmla="*/ 77538 h 2631356"/>
              <a:gd name="connsiteX9354" fmla="*/ 4675868 w 11237202"/>
              <a:gd name="connsiteY9354" fmla="*/ 77285 h 2631356"/>
              <a:gd name="connsiteX9355" fmla="*/ 4685733 w 11237202"/>
              <a:gd name="connsiteY9355" fmla="*/ 77969 h 2631356"/>
              <a:gd name="connsiteX9356" fmla="*/ 4680536 w 11237202"/>
              <a:gd name="connsiteY9356" fmla="*/ 79861 h 2631356"/>
              <a:gd name="connsiteX9357" fmla="*/ 4670644 w 11237202"/>
              <a:gd name="connsiteY9357" fmla="*/ 79177 h 2631356"/>
              <a:gd name="connsiteX9358" fmla="*/ 4675868 w 11237202"/>
              <a:gd name="connsiteY9358" fmla="*/ 77285 h 2631356"/>
              <a:gd name="connsiteX9359" fmla="*/ 4374994 w 11237202"/>
              <a:gd name="connsiteY9359" fmla="*/ 76237 h 2631356"/>
              <a:gd name="connsiteX9360" fmla="*/ 4376663 w 11237202"/>
              <a:gd name="connsiteY9360" fmla="*/ 76350 h 2631356"/>
              <a:gd name="connsiteX9361" fmla="*/ 4375745 w 11237202"/>
              <a:gd name="connsiteY9361" fmla="*/ 76715 h 2631356"/>
              <a:gd name="connsiteX9362" fmla="*/ 4374023 w 11237202"/>
              <a:gd name="connsiteY9362" fmla="*/ 76578 h 2631356"/>
              <a:gd name="connsiteX9363" fmla="*/ 4374994 w 11237202"/>
              <a:gd name="connsiteY9363" fmla="*/ 76237 h 2631356"/>
              <a:gd name="connsiteX9364" fmla="*/ 6162697 w 11237202"/>
              <a:gd name="connsiteY9364" fmla="*/ 75804 h 2631356"/>
              <a:gd name="connsiteX9365" fmla="*/ 6165032 w 11237202"/>
              <a:gd name="connsiteY9365" fmla="*/ 75940 h 2631356"/>
              <a:gd name="connsiteX9366" fmla="*/ 6164448 w 11237202"/>
              <a:gd name="connsiteY9366" fmla="*/ 76373 h 2631356"/>
              <a:gd name="connsiteX9367" fmla="*/ 6162142 w 11237202"/>
              <a:gd name="connsiteY9367" fmla="*/ 76214 h 2631356"/>
              <a:gd name="connsiteX9368" fmla="*/ 6162697 w 11237202"/>
              <a:gd name="connsiteY9368" fmla="*/ 75804 h 2631356"/>
              <a:gd name="connsiteX9369" fmla="*/ 5845486 w 11237202"/>
              <a:gd name="connsiteY9369" fmla="*/ 74254 h 2631356"/>
              <a:gd name="connsiteX9370" fmla="*/ 5877163 w 11237202"/>
              <a:gd name="connsiteY9370" fmla="*/ 76328 h 2631356"/>
              <a:gd name="connsiteX9371" fmla="*/ 5867522 w 11237202"/>
              <a:gd name="connsiteY9371" fmla="*/ 82003 h 2631356"/>
              <a:gd name="connsiteX9372" fmla="*/ 5835734 w 11237202"/>
              <a:gd name="connsiteY9372" fmla="*/ 79906 h 2631356"/>
              <a:gd name="connsiteX9373" fmla="*/ 5845486 w 11237202"/>
              <a:gd name="connsiteY9373" fmla="*/ 74254 h 2631356"/>
              <a:gd name="connsiteX9374" fmla="*/ 4768008 w 11237202"/>
              <a:gd name="connsiteY9374" fmla="*/ 73866 h 2631356"/>
              <a:gd name="connsiteX9375" fmla="*/ 4775345 w 11237202"/>
              <a:gd name="connsiteY9375" fmla="*/ 74390 h 2631356"/>
              <a:gd name="connsiteX9376" fmla="*/ 4771621 w 11237202"/>
              <a:gd name="connsiteY9376" fmla="*/ 75758 h 2631356"/>
              <a:gd name="connsiteX9377" fmla="*/ 4764285 w 11237202"/>
              <a:gd name="connsiteY9377" fmla="*/ 75279 h 2631356"/>
              <a:gd name="connsiteX9378" fmla="*/ 4768008 w 11237202"/>
              <a:gd name="connsiteY9378" fmla="*/ 73866 h 2631356"/>
              <a:gd name="connsiteX9379" fmla="*/ 6374265 w 11237202"/>
              <a:gd name="connsiteY9379" fmla="*/ 72042 h 2631356"/>
              <a:gd name="connsiteX9380" fmla="*/ 6376099 w 11237202"/>
              <a:gd name="connsiteY9380" fmla="*/ 72179 h 2631356"/>
              <a:gd name="connsiteX9381" fmla="*/ 6375681 w 11237202"/>
              <a:gd name="connsiteY9381" fmla="*/ 72521 h 2631356"/>
              <a:gd name="connsiteX9382" fmla="*/ 6373847 w 11237202"/>
              <a:gd name="connsiteY9382" fmla="*/ 72384 h 2631356"/>
              <a:gd name="connsiteX9383" fmla="*/ 6374265 w 11237202"/>
              <a:gd name="connsiteY9383" fmla="*/ 72042 h 2631356"/>
              <a:gd name="connsiteX9384" fmla="*/ 4859954 w 11237202"/>
              <a:gd name="connsiteY9384" fmla="*/ 71040 h 2631356"/>
              <a:gd name="connsiteX9385" fmla="*/ 4865093 w 11237202"/>
              <a:gd name="connsiteY9385" fmla="*/ 71427 h 2631356"/>
              <a:gd name="connsiteX9386" fmla="*/ 4862566 w 11237202"/>
              <a:gd name="connsiteY9386" fmla="*/ 72384 h 2631356"/>
              <a:gd name="connsiteX9387" fmla="*/ 4857425 w 11237202"/>
              <a:gd name="connsiteY9387" fmla="*/ 72019 h 2631356"/>
              <a:gd name="connsiteX9388" fmla="*/ 4859954 w 11237202"/>
              <a:gd name="connsiteY9388" fmla="*/ 71040 h 2631356"/>
              <a:gd name="connsiteX9389" fmla="*/ 4466219 w 11237202"/>
              <a:gd name="connsiteY9389" fmla="*/ 70720 h 2631356"/>
              <a:gd name="connsiteX9390" fmla="*/ 4467913 w 11237202"/>
              <a:gd name="connsiteY9390" fmla="*/ 70834 h 2631356"/>
              <a:gd name="connsiteX9391" fmla="*/ 4466968 w 11237202"/>
              <a:gd name="connsiteY9391" fmla="*/ 71153 h 2631356"/>
              <a:gd name="connsiteX9392" fmla="*/ 4465301 w 11237202"/>
              <a:gd name="connsiteY9392" fmla="*/ 71039 h 2631356"/>
              <a:gd name="connsiteX9393" fmla="*/ 4466219 w 11237202"/>
              <a:gd name="connsiteY9393" fmla="*/ 70720 h 2631356"/>
              <a:gd name="connsiteX9394" fmla="*/ 6073753 w 11237202"/>
              <a:gd name="connsiteY9394" fmla="*/ 70309 h 2631356"/>
              <a:gd name="connsiteX9395" fmla="*/ 6076143 w 11237202"/>
              <a:gd name="connsiteY9395" fmla="*/ 70447 h 2631356"/>
              <a:gd name="connsiteX9396" fmla="*/ 6075532 w 11237202"/>
              <a:gd name="connsiteY9396" fmla="*/ 70857 h 2631356"/>
              <a:gd name="connsiteX9397" fmla="*/ 6073197 w 11237202"/>
              <a:gd name="connsiteY9397" fmla="*/ 70720 h 2631356"/>
              <a:gd name="connsiteX9398" fmla="*/ 6073753 w 11237202"/>
              <a:gd name="connsiteY9398" fmla="*/ 70309 h 2631356"/>
              <a:gd name="connsiteX9399" fmla="*/ 4951343 w 11237202"/>
              <a:gd name="connsiteY9399" fmla="*/ 68737 h 2631356"/>
              <a:gd name="connsiteX9400" fmla="*/ 4955261 w 11237202"/>
              <a:gd name="connsiteY9400" fmla="*/ 69010 h 2631356"/>
              <a:gd name="connsiteX9401" fmla="*/ 4953454 w 11237202"/>
              <a:gd name="connsiteY9401" fmla="*/ 69763 h 2631356"/>
              <a:gd name="connsiteX9402" fmla="*/ 4949509 w 11237202"/>
              <a:gd name="connsiteY9402" fmla="*/ 69467 h 2631356"/>
              <a:gd name="connsiteX9403" fmla="*/ 4951343 w 11237202"/>
              <a:gd name="connsiteY9403" fmla="*/ 68737 h 2631356"/>
              <a:gd name="connsiteX9404" fmla="*/ 5778052 w 11237202"/>
              <a:gd name="connsiteY9404" fmla="*/ 67939 h 2631356"/>
              <a:gd name="connsiteX9405" fmla="*/ 5800611 w 11237202"/>
              <a:gd name="connsiteY9405" fmla="*/ 71540 h 2631356"/>
              <a:gd name="connsiteX9406" fmla="*/ 5784133 w 11237202"/>
              <a:gd name="connsiteY9406" fmla="*/ 80841 h 2631356"/>
              <a:gd name="connsiteX9407" fmla="*/ 5731978 w 11237202"/>
              <a:gd name="connsiteY9407" fmla="*/ 77399 h 2631356"/>
              <a:gd name="connsiteX9408" fmla="*/ 5748761 w 11237202"/>
              <a:gd name="connsiteY9408" fmla="*/ 68166 h 2631356"/>
              <a:gd name="connsiteX9409" fmla="*/ 5778052 w 11237202"/>
              <a:gd name="connsiteY9409" fmla="*/ 67939 h 2631356"/>
              <a:gd name="connsiteX9410" fmla="*/ 5493181 w 11237202"/>
              <a:gd name="connsiteY9410" fmla="*/ 66183 h 2631356"/>
              <a:gd name="connsiteX9411" fmla="*/ 5501656 w 11237202"/>
              <a:gd name="connsiteY9411" fmla="*/ 66730 h 2631356"/>
              <a:gd name="connsiteX9412" fmla="*/ 5498571 w 11237202"/>
              <a:gd name="connsiteY9412" fmla="*/ 68258 h 2631356"/>
              <a:gd name="connsiteX9413" fmla="*/ 5490041 w 11237202"/>
              <a:gd name="connsiteY9413" fmla="*/ 67688 h 2631356"/>
              <a:gd name="connsiteX9414" fmla="*/ 5493181 w 11237202"/>
              <a:gd name="connsiteY9414" fmla="*/ 66183 h 2631356"/>
              <a:gd name="connsiteX9415" fmla="*/ 4557247 w 11237202"/>
              <a:gd name="connsiteY9415" fmla="*/ 65887 h 2631356"/>
              <a:gd name="connsiteX9416" fmla="*/ 4558136 w 11237202"/>
              <a:gd name="connsiteY9416" fmla="*/ 65933 h 2631356"/>
              <a:gd name="connsiteX9417" fmla="*/ 4557636 w 11237202"/>
              <a:gd name="connsiteY9417" fmla="*/ 66092 h 2631356"/>
              <a:gd name="connsiteX9418" fmla="*/ 4556775 w 11237202"/>
              <a:gd name="connsiteY9418" fmla="*/ 66047 h 2631356"/>
              <a:gd name="connsiteX9419" fmla="*/ 4557247 w 11237202"/>
              <a:gd name="connsiteY9419" fmla="*/ 65887 h 2631356"/>
              <a:gd name="connsiteX9420" fmla="*/ 5686878 w 11237202"/>
              <a:gd name="connsiteY9420" fmla="*/ 65734 h 2631356"/>
              <a:gd name="connsiteX9421" fmla="*/ 5706387 w 11237202"/>
              <a:gd name="connsiteY9421" fmla="*/ 68874 h 2631356"/>
              <a:gd name="connsiteX9422" fmla="*/ 5691271 w 11237202"/>
              <a:gd name="connsiteY9422" fmla="*/ 76989 h 2631356"/>
              <a:gd name="connsiteX9423" fmla="*/ 5645924 w 11237202"/>
              <a:gd name="connsiteY9423" fmla="*/ 73980 h 2631356"/>
              <a:gd name="connsiteX9424" fmla="*/ 5661262 w 11237202"/>
              <a:gd name="connsiteY9424" fmla="*/ 65910 h 2631356"/>
              <a:gd name="connsiteX9425" fmla="*/ 5686878 w 11237202"/>
              <a:gd name="connsiteY9425" fmla="*/ 65734 h 2631356"/>
              <a:gd name="connsiteX9426" fmla="*/ 6286625 w 11237202"/>
              <a:gd name="connsiteY9426" fmla="*/ 65591 h 2631356"/>
              <a:gd name="connsiteX9427" fmla="*/ 6287514 w 11237202"/>
              <a:gd name="connsiteY9427" fmla="*/ 65659 h 2631356"/>
              <a:gd name="connsiteX9428" fmla="*/ 6287292 w 11237202"/>
              <a:gd name="connsiteY9428" fmla="*/ 65819 h 2631356"/>
              <a:gd name="connsiteX9429" fmla="*/ 6286348 w 11237202"/>
              <a:gd name="connsiteY9429" fmla="*/ 65773 h 2631356"/>
              <a:gd name="connsiteX9430" fmla="*/ 6286625 w 11237202"/>
              <a:gd name="connsiteY9430" fmla="*/ 65591 h 2631356"/>
              <a:gd name="connsiteX9431" fmla="*/ 5983418 w 11237202"/>
              <a:gd name="connsiteY9431" fmla="*/ 64907 h 2631356"/>
              <a:gd name="connsiteX9432" fmla="*/ 5989809 w 11237202"/>
              <a:gd name="connsiteY9432" fmla="*/ 65317 h 2631356"/>
              <a:gd name="connsiteX9433" fmla="*/ 5988060 w 11237202"/>
              <a:gd name="connsiteY9433" fmla="*/ 66435 h 2631356"/>
              <a:gd name="connsiteX9434" fmla="*/ 5981585 w 11237202"/>
              <a:gd name="connsiteY9434" fmla="*/ 66002 h 2631356"/>
              <a:gd name="connsiteX9435" fmla="*/ 5983418 w 11237202"/>
              <a:gd name="connsiteY9435" fmla="*/ 64907 h 2631356"/>
              <a:gd name="connsiteX9436" fmla="*/ 5037954 w 11237202"/>
              <a:gd name="connsiteY9436" fmla="*/ 64839 h 2631356"/>
              <a:gd name="connsiteX9437" fmla="*/ 5057849 w 11237202"/>
              <a:gd name="connsiteY9437" fmla="*/ 66207 h 2631356"/>
              <a:gd name="connsiteX9438" fmla="*/ 5048763 w 11237202"/>
              <a:gd name="connsiteY9438" fmla="*/ 69876 h 2631356"/>
              <a:gd name="connsiteX9439" fmla="*/ 5028784 w 11237202"/>
              <a:gd name="connsiteY9439" fmla="*/ 68532 h 2631356"/>
              <a:gd name="connsiteX9440" fmla="*/ 5037954 w 11237202"/>
              <a:gd name="connsiteY9440" fmla="*/ 64839 h 2631356"/>
              <a:gd name="connsiteX9441" fmla="*/ 5131234 w 11237202"/>
              <a:gd name="connsiteY9441" fmla="*/ 64816 h 2631356"/>
              <a:gd name="connsiteX9442" fmla="*/ 5141625 w 11237202"/>
              <a:gd name="connsiteY9442" fmla="*/ 65523 h 2631356"/>
              <a:gd name="connsiteX9443" fmla="*/ 5137041 w 11237202"/>
              <a:gd name="connsiteY9443" fmla="*/ 67460 h 2631356"/>
              <a:gd name="connsiteX9444" fmla="*/ 5126593 w 11237202"/>
              <a:gd name="connsiteY9444" fmla="*/ 66776 h 2631356"/>
              <a:gd name="connsiteX9445" fmla="*/ 5131234 w 11237202"/>
              <a:gd name="connsiteY9445" fmla="*/ 64816 h 2631356"/>
              <a:gd name="connsiteX9446" fmla="*/ 5222569 w 11237202"/>
              <a:gd name="connsiteY9446" fmla="*/ 64565 h 2631356"/>
              <a:gd name="connsiteX9447" fmla="*/ 5230044 w 11237202"/>
              <a:gd name="connsiteY9447" fmla="*/ 65066 h 2631356"/>
              <a:gd name="connsiteX9448" fmla="*/ 5226931 w 11237202"/>
              <a:gd name="connsiteY9448" fmla="*/ 66434 h 2631356"/>
              <a:gd name="connsiteX9449" fmla="*/ 5219456 w 11237202"/>
              <a:gd name="connsiteY9449" fmla="*/ 65933 h 2631356"/>
              <a:gd name="connsiteX9450" fmla="*/ 5222569 w 11237202"/>
              <a:gd name="connsiteY9450" fmla="*/ 64565 h 2631356"/>
              <a:gd name="connsiteX9451" fmla="*/ 5597214 w 11237202"/>
              <a:gd name="connsiteY9451" fmla="*/ 63369 h 2631356"/>
              <a:gd name="connsiteX9452" fmla="*/ 5616359 w 11237202"/>
              <a:gd name="connsiteY9452" fmla="*/ 66481 h 2631356"/>
              <a:gd name="connsiteX9453" fmla="*/ 5600660 w 11237202"/>
              <a:gd name="connsiteY9453" fmla="*/ 74573 h 2631356"/>
              <a:gd name="connsiteX9454" fmla="*/ 5555618 w 11237202"/>
              <a:gd name="connsiteY9454" fmla="*/ 71586 h 2631356"/>
              <a:gd name="connsiteX9455" fmla="*/ 5571567 w 11237202"/>
              <a:gd name="connsiteY9455" fmla="*/ 63540 h 2631356"/>
              <a:gd name="connsiteX9456" fmla="*/ 5597214 w 11237202"/>
              <a:gd name="connsiteY9456" fmla="*/ 63369 h 2631356"/>
              <a:gd name="connsiteX9457" fmla="*/ 5398485 w 11237202"/>
              <a:gd name="connsiteY9457" fmla="*/ 63197 h 2631356"/>
              <a:gd name="connsiteX9458" fmla="*/ 5421492 w 11237202"/>
              <a:gd name="connsiteY9458" fmla="*/ 64725 h 2631356"/>
              <a:gd name="connsiteX9459" fmla="*/ 5412656 w 11237202"/>
              <a:gd name="connsiteY9459" fmla="*/ 68897 h 2631356"/>
              <a:gd name="connsiteX9460" fmla="*/ 5389565 w 11237202"/>
              <a:gd name="connsiteY9460" fmla="*/ 67392 h 2631356"/>
              <a:gd name="connsiteX9461" fmla="*/ 5398485 w 11237202"/>
              <a:gd name="connsiteY9461" fmla="*/ 63197 h 2631356"/>
              <a:gd name="connsiteX9462" fmla="*/ 6493857 w 11237202"/>
              <a:gd name="connsiteY9462" fmla="*/ 62969 h 2631356"/>
              <a:gd name="connsiteX9463" fmla="*/ 6494774 w 11237202"/>
              <a:gd name="connsiteY9463" fmla="*/ 63038 h 2631356"/>
              <a:gd name="connsiteX9464" fmla="*/ 6494635 w 11237202"/>
              <a:gd name="connsiteY9464" fmla="*/ 63175 h 2631356"/>
              <a:gd name="connsiteX9465" fmla="*/ 6493635 w 11237202"/>
              <a:gd name="connsiteY9465" fmla="*/ 63129 h 2631356"/>
              <a:gd name="connsiteX9466" fmla="*/ 6493857 w 11237202"/>
              <a:gd name="connsiteY9466" fmla="*/ 62969 h 2631356"/>
              <a:gd name="connsiteX9467" fmla="*/ 4647164 w 11237202"/>
              <a:gd name="connsiteY9467" fmla="*/ 61169 h 2631356"/>
              <a:gd name="connsiteX9468" fmla="*/ 4650943 w 11237202"/>
              <a:gd name="connsiteY9468" fmla="*/ 61443 h 2631356"/>
              <a:gd name="connsiteX9469" fmla="*/ 4648915 w 11237202"/>
              <a:gd name="connsiteY9469" fmla="*/ 62149 h 2631356"/>
              <a:gd name="connsiteX9470" fmla="*/ 4645164 w 11237202"/>
              <a:gd name="connsiteY9470" fmla="*/ 61876 h 2631356"/>
              <a:gd name="connsiteX9471" fmla="*/ 4647164 w 11237202"/>
              <a:gd name="connsiteY9471" fmla="*/ 61169 h 2631356"/>
              <a:gd name="connsiteX9472" fmla="*/ 5894780 w 11237202"/>
              <a:gd name="connsiteY9472" fmla="*/ 60622 h 2631356"/>
              <a:gd name="connsiteX9473" fmla="*/ 5901032 w 11237202"/>
              <a:gd name="connsiteY9473" fmla="*/ 61032 h 2631356"/>
              <a:gd name="connsiteX9474" fmla="*/ 5899198 w 11237202"/>
              <a:gd name="connsiteY9474" fmla="*/ 62149 h 2631356"/>
              <a:gd name="connsiteX9475" fmla="*/ 5892835 w 11237202"/>
              <a:gd name="connsiteY9475" fmla="*/ 61739 h 2631356"/>
              <a:gd name="connsiteX9476" fmla="*/ 5894780 w 11237202"/>
              <a:gd name="connsiteY9476" fmla="*/ 60622 h 2631356"/>
              <a:gd name="connsiteX9477" fmla="*/ 5326205 w 11237202"/>
              <a:gd name="connsiteY9477" fmla="*/ 60491 h 2631356"/>
              <a:gd name="connsiteX9478" fmla="*/ 5342356 w 11237202"/>
              <a:gd name="connsiteY9478" fmla="*/ 63243 h 2631356"/>
              <a:gd name="connsiteX9479" fmla="*/ 5326795 w 11237202"/>
              <a:gd name="connsiteY9479" fmla="*/ 70287 h 2631356"/>
              <a:gd name="connsiteX9480" fmla="*/ 5288005 w 11237202"/>
              <a:gd name="connsiteY9480" fmla="*/ 67688 h 2631356"/>
              <a:gd name="connsiteX9481" fmla="*/ 5303676 w 11237202"/>
              <a:gd name="connsiteY9481" fmla="*/ 60645 h 2631356"/>
              <a:gd name="connsiteX9482" fmla="*/ 5326205 w 11237202"/>
              <a:gd name="connsiteY9482" fmla="*/ 60491 h 2631356"/>
              <a:gd name="connsiteX9483" fmla="*/ 6198765 w 11237202"/>
              <a:gd name="connsiteY9483" fmla="*/ 59574 h 2631356"/>
              <a:gd name="connsiteX9484" fmla="*/ 6199626 w 11237202"/>
              <a:gd name="connsiteY9484" fmla="*/ 59642 h 2631356"/>
              <a:gd name="connsiteX9485" fmla="*/ 6199431 w 11237202"/>
              <a:gd name="connsiteY9485" fmla="*/ 59824 h 2631356"/>
              <a:gd name="connsiteX9486" fmla="*/ 6198486 w 11237202"/>
              <a:gd name="connsiteY9486" fmla="*/ 59755 h 2631356"/>
              <a:gd name="connsiteX9487" fmla="*/ 6198765 w 11237202"/>
              <a:gd name="connsiteY9487" fmla="*/ 59574 h 2631356"/>
              <a:gd name="connsiteX9488" fmla="*/ 4737582 w 11237202"/>
              <a:gd name="connsiteY9488" fmla="*/ 57545 h 2631356"/>
              <a:gd name="connsiteX9489" fmla="*/ 4740500 w 11237202"/>
              <a:gd name="connsiteY9489" fmla="*/ 57727 h 2631356"/>
              <a:gd name="connsiteX9490" fmla="*/ 4739054 w 11237202"/>
              <a:gd name="connsiteY9490" fmla="*/ 58297 h 2631356"/>
              <a:gd name="connsiteX9491" fmla="*/ 4736081 w 11237202"/>
              <a:gd name="connsiteY9491" fmla="*/ 58069 h 2631356"/>
              <a:gd name="connsiteX9492" fmla="*/ 4737582 w 11237202"/>
              <a:gd name="connsiteY9492" fmla="*/ 57545 h 2631356"/>
              <a:gd name="connsiteX9493" fmla="*/ 5807418 w 11237202"/>
              <a:gd name="connsiteY9493" fmla="*/ 57385 h 2631356"/>
              <a:gd name="connsiteX9494" fmla="*/ 5809641 w 11237202"/>
              <a:gd name="connsiteY9494" fmla="*/ 57544 h 2631356"/>
              <a:gd name="connsiteX9495" fmla="*/ 5808947 w 11237202"/>
              <a:gd name="connsiteY9495" fmla="*/ 57955 h 2631356"/>
              <a:gd name="connsiteX9496" fmla="*/ 5806696 w 11237202"/>
              <a:gd name="connsiteY9496" fmla="*/ 57795 h 2631356"/>
              <a:gd name="connsiteX9497" fmla="*/ 5807418 w 11237202"/>
              <a:gd name="connsiteY9497" fmla="*/ 57385 h 2631356"/>
              <a:gd name="connsiteX9498" fmla="*/ 6406719 w 11237202"/>
              <a:gd name="connsiteY9498" fmla="*/ 55994 h 2631356"/>
              <a:gd name="connsiteX9499" fmla="*/ 6407720 w 11237202"/>
              <a:gd name="connsiteY9499" fmla="*/ 56062 h 2631356"/>
              <a:gd name="connsiteX9500" fmla="*/ 6407497 w 11237202"/>
              <a:gd name="connsiteY9500" fmla="*/ 56222 h 2631356"/>
              <a:gd name="connsiteX9501" fmla="*/ 6406580 w 11237202"/>
              <a:gd name="connsiteY9501" fmla="*/ 56154 h 2631356"/>
              <a:gd name="connsiteX9502" fmla="*/ 6406719 w 11237202"/>
              <a:gd name="connsiteY9502" fmla="*/ 55994 h 2631356"/>
              <a:gd name="connsiteX9503" fmla="*/ 4827860 w 11237202"/>
              <a:gd name="connsiteY9503" fmla="*/ 54513 h 2631356"/>
              <a:gd name="connsiteX9504" fmla="*/ 4829611 w 11237202"/>
              <a:gd name="connsiteY9504" fmla="*/ 54650 h 2631356"/>
              <a:gd name="connsiteX9505" fmla="*/ 4828777 w 11237202"/>
              <a:gd name="connsiteY9505" fmla="*/ 54969 h 2631356"/>
              <a:gd name="connsiteX9506" fmla="*/ 4827026 w 11237202"/>
              <a:gd name="connsiteY9506" fmla="*/ 54855 h 2631356"/>
              <a:gd name="connsiteX9507" fmla="*/ 4827860 w 11237202"/>
              <a:gd name="connsiteY9507" fmla="*/ 54513 h 2631356"/>
              <a:gd name="connsiteX9508" fmla="*/ 6610339 w 11237202"/>
              <a:gd name="connsiteY9508" fmla="*/ 54399 h 2631356"/>
              <a:gd name="connsiteX9509" fmla="*/ 6611284 w 11237202"/>
              <a:gd name="connsiteY9509" fmla="*/ 54467 h 2631356"/>
              <a:gd name="connsiteX9510" fmla="*/ 6611062 w 11237202"/>
              <a:gd name="connsiteY9510" fmla="*/ 54627 h 2631356"/>
              <a:gd name="connsiteX9511" fmla="*/ 6610172 w 11237202"/>
              <a:gd name="connsiteY9511" fmla="*/ 54582 h 2631356"/>
              <a:gd name="connsiteX9512" fmla="*/ 6610339 w 11237202"/>
              <a:gd name="connsiteY9512" fmla="*/ 54399 h 2631356"/>
              <a:gd name="connsiteX9513" fmla="*/ 5714362 w 11237202"/>
              <a:gd name="connsiteY9513" fmla="*/ 52712 h 2631356"/>
              <a:gd name="connsiteX9514" fmla="*/ 5729561 w 11237202"/>
              <a:gd name="connsiteY9514" fmla="*/ 53692 h 2631356"/>
              <a:gd name="connsiteX9515" fmla="*/ 5724532 w 11237202"/>
              <a:gd name="connsiteY9515" fmla="*/ 56359 h 2631356"/>
              <a:gd name="connsiteX9516" fmla="*/ 5709361 w 11237202"/>
              <a:gd name="connsiteY9516" fmla="*/ 55402 h 2631356"/>
              <a:gd name="connsiteX9517" fmla="*/ 5714362 w 11237202"/>
              <a:gd name="connsiteY9517" fmla="*/ 52712 h 2631356"/>
              <a:gd name="connsiteX9518" fmla="*/ 4917666 w 11237202"/>
              <a:gd name="connsiteY9518" fmla="*/ 51936 h 2631356"/>
              <a:gd name="connsiteX9519" fmla="*/ 4919361 w 11237202"/>
              <a:gd name="connsiteY9519" fmla="*/ 52050 h 2631356"/>
              <a:gd name="connsiteX9520" fmla="*/ 4918582 w 11237202"/>
              <a:gd name="connsiteY9520" fmla="*/ 52369 h 2631356"/>
              <a:gd name="connsiteX9521" fmla="*/ 4916888 w 11237202"/>
              <a:gd name="connsiteY9521" fmla="*/ 52278 h 2631356"/>
              <a:gd name="connsiteX9522" fmla="*/ 4917666 w 11237202"/>
              <a:gd name="connsiteY9522" fmla="*/ 51936 h 2631356"/>
              <a:gd name="connsiteX9523" fmla="*/ 5629947 w 11237202"/>
              <a:gd name="connsiteY9523" fmla="*/ 51731 h 2631356"/>
              <a:gd name="connsiteX9524" fmla="*/ 5632253 w 11237202"/>
              <a:gd name="connsiteY9524" fmla="*/ 51890 h 2631356"/>
              <a:gd name="connsiteX9525" fmla="*/ 5631447 w 11237202"/>
              <a:gd name="connsiteY9525" fmla="*/ 52278 h 2631356"/>
              <a:gd name="connsiteX9526" fmla="*/ 5629252 w 11237202"/>
              <a:gd name="connsiteY9526" fmla="*/ 52119 h 2631356"/>
              <a:gd name="connsiteX9527" fmla="*/ 5629947 w 11237202"/>
              <a:gd name="connsiteY9527" fmla="*/ 51731 h 2631356"/>
              <a:gd name="connsiteX9528" fmla="*/ 5007222 w 11237202"/>
              <a:gd name="connsiteY9528" fmla="*/ 49930 h 2631356"/>
              <a:gd name="connsiteX9529" fmla="*/ 5008945 w 11237202"/>
              <a:gd name="connsiteY9529" fmla="*/ 50067 h 2631356"/>
              <a:gd name="connsiteX9530" fmla="*/ 5008167 w 11237202"/>
              <a:gd name="connsiteY9530" fmla="*/ 50386 h 2631356"/>
              <a:gd name="connsiteX9531" fmla="*/ 5006445 w 11237202"/>
              <a:gd name="connsiteY9531" fmla="*/ 50250 h 2631356"/>
              <a:gd name="connsiteX9532" fmla="*/ 5007222 w 11237202"/>
              <a:gd name="connsiteY9532" fmla="*/ 49930 h 2631356"/>
              <a:gd name="connsiteX9533" fmla="*/ 6319942 w 11237202"/>
              <a:gd name="connsiteY9533" fmla="*/ 49589 h 2631356"/>
              <a:gd name="connsiteX9534" fmla="*/ 6320776 w 11237202"/>
              <a:gd name="connsiteY9534" fmla="*/ 49634 h 2631356"/>
              <a:gd name="connsiteX9535" fmla="*/ 6320636 w 11237202"/>
              <a:gd name="connsiteY9535" fmla="*/ 49794 h 2631356"/>
              <a:gd name="connsiteX9536" fmla="*/ 6319664 w 11237202"/>
              <a:gd name="connsiteY9536" fmla="*/ 49749 h 2631356"/>
              <a:gd name="connsiteX9537" fmla="*/ 6319942 w 11237202"/>
              <a:gd name="connsiteY9537" fmla="*/ 49589 h 2631356"/>
              <a:gd name="connsiteX9538" fmla="*/ 5540724 w 11237202"/>
              <a:gd name="connsiteY9538" fmla="*/ 49543 h 2631356"/>
              <a:gd name="connsiteX9539" fmla="*/ 5544696 w 11237202"/>
              <a:gd name="connsiteY9539" fmla="*/ 49817 h 2631356"/>
              <a:gd name="connsiteX9540" fmla="*/ 5543252 w 11237202"/>
              <a:gd name="connsiteY9540" fmla="*/ 50501 h 2631356"/>
              <a:gd name="connsiteX9541" fmla="*/ 5539279 w 11237202"/>
              <a:gd name="connsiteY9541" fmla="*/ 50227 h 2631356"/>
              <a:gd name="connsiteX9542" fmla="*/ 5540724 w 11237202"/>
              <a:gd name="connsiteY9542" fmla="*/ 49543 h 2631356"/>
              <a:gd name="connsiteX9543" fmla="*/ 6023404 w 11237202"/>
              <a:gd name="connsiteY9543" fmla="*/ 49338 h 2631356"/>
              <a:gd name="connsiteX9544" fmla="*/ 6024349 w 11237202"/>
              <a:gd name="connsiteY9544" fmla="*/ 49383 h 2631356"/>
              <a:gd name="connsiteX9545" fmla="*/ 6023987 w 11237202"/>
              <a:gd name="connsiteY9545" fmla="*/ 49543 h 2631356"/>
              <a:gd name="connsiteX9546" fmla="*/ 6023154 w 11237202"/>
              <a:gd name="connsiteY9546" fmla="*/ 49498 h 2631356"/>
              <a:gd name="connsiteX9547" fmla="*/ 6023404 w 11237202"/>
              <a:gd name="connsiteY9547" fmla="*/ 49338 h 2631356"/>
              <a:gd name="connsiteX9548" fmla="*/ 5096806 w 11237202"/>
              <a:gd name="connsiteY9548" fmla="*/ 48609 h 2631356"/>
              <a:gd name="connsiteX9549" fmla="*/ 5097668 w 11237202"/>
              <a:gd name="connsiteY9549" fmla="*/ 48654 h 2631356"/>
              <a:gd name="connsiteX9550" fmla="*/ 5097251 w 11237202"/>
              <a:gd name="connsiteY9550" fmla="*/ 48814 h 2631356"/>
              <a:gd name="connsiteX9551" fmla="*/ 5096473 w 11237202"/>
              <a:gd name="connsiteY9551" fmla="*/ 48768 h 2631356"/>
              <a:gd name="connsiteX9552" fmla="*/ 5096806 w 11237202"/>
              <a:gd name="connsiteY9552" fmla="*/ 48609 h 2631356"/>
              <a:gd name="connsiteX9553" fmla="*/ 5452445 w 11237202"/>
              <a:gd name="connsiteY9553" fmla="*/ 48381 h 2631356"/>
              <a:gd name="connsiteX9554" fmla="*/ 5454669 w 11237202"/>
              <a:gd name="connsiteY9554" fmla="*/ 48541 h 2631356"/>
              <a:gd name="connsiteX9555" fmla="*/ 5453862 w 11237202"/>
              <a:gd name="connsiteY9555" fmla="*/ 48928 h 2631356"/>
              <a:gd name="connsiteX9556" fmla="*/ 5451750 w 11237202"/>
              <a:gd name="connsiteY9556" fmla="*/ 48791 h 2631356"/>
              <a:gd name="connsiteX9557" fmla="*/ 5452445 w 11237202"/>
              <a:gd name="connsiteY9557" fmla="*/ 48381 h 2631356"/>
              <a:gd name="connsiteX9558" fmla="*/ 5186057 w 11237202"/>
              <a:gd name="connsiteY9558" fmla="*/ 47720 h 2631356"/>
              <a:gd name="connsiteX9559" fmla="*/ 5186918 w 11237202"/>
              <a:gd name="connsiteY9559" fmla="*/ 47788 h 2631356"/>
              <a:gd name="connsiteX9560" fmla="*/ 5186501 w 11237202"/>
              <a:gd name="connsiteY9560" fmla="*/ 47970 h 2631356"/>
              <a:gd name="connsiteX9561" fmla="*/ 5185640 w 11237202"/>
              <a:gd name="connsiteY9561" fmla="*/ 47902 h 2631356"/>
              <a:gd name="connsiteX9562" fmla="*/ 5186057 w 11237202"/>
              <a:gd name="connsiteY9562" fmla="*/ 47720 h 2631356"/>
              <a:gd name="connsiteX9563" fmla="*/ 5363418 w 11237202"/>
              <a:gd name="connsiteY9563" fmla="*/ 47446 h 2631356"/>
              <a:gd name="connsiteX9564" fmla="*/ 5366419 w 11237202"/>
              <a:gd name="connsiteY9564" fmla="*/ 47651 h 2631356"/>
              <a:gd name="connsiteX9565" fmla="*/ 5365224 w 11237202"/>
              <a:gd name="connsiteY9565" fmla="*/ 48176 h 2631356"/>
              <a:gd name="connsiteX9566" fmla="*/ 5362195 w 11237202"/>
              <a:gd name="connsiteY9566" fmla="*/ 47994 h 2631356"/>
              <a:gd name="connsiteX9567" fmla="*/ 5363418 w 11237202"/>
              <a:gd name="connsiteY9567" fmla="*/ 47446 h 2631356"/>
              <a:gd name="connsiteX9568" fmla="*/ 6524061 w 11237202"/>
              <a:gd name="connsiteY9568" fmla="*/ 47081 h 2631356"/>
              <a:gd name="connsiteX9569" fmla="*/ 6524978 w 11237202"/>
              <a:gd name="connsiteY9569" fmla="*/ 47127 h 2631356"/>
              <a:gd name="connsiteX9570" fmla="*/ 6524673 w 11237202"/>
              <a:gd name="connsiteY9570" fmla="*/ 47287 h 2631356"/>
              <a:gd name="connsiteX9571" fmla="*/ 6523839 w 11237202"/>
              <a:gd name="connsiteY9571" fmla="*/ 47218 h 2631356"/>
              <a:gd name="connsiteX9572" fmla="*/ 6524061 w 11237202"/>
              <a:gd name="connsiteY9572" fmla="*/ 47081 h 2631356"/>
              <a:gd name="connsiteX9573" fmla="*/ 5273195 w 11237202"/>
              <a:gd name="connsiteY9573" fmla="*/ 46648 h 2631356"/>
              <a:gd name="connsiteX9574" fmla="*/ 5280530 w 11237202"/>
              <a:gd name="connsiteY9574" fmla="*/ 47126 h 2631356"/>
              <a:gd name="connsiteX9575" fmla="*/ 5277558 w 11237202"/>
              <a:gd name="connsiteY9575" fmla="*/ 48449 h 2631356"/>
              <a:gd name="connsiteX9576" fmla="*/ 5270194 w 11237202"/>
              <a:gd name="connsiteY9576" fmla="*/ 47970 h 2631356"/>
              <a:gd name="connsiteX9577" fmla="*/ 5273195 w 11237202"/>
              <a:gd name="connsiteY9577" fmla="*/ 46648 h 2631356"/>
              <a:gd name="connsiteX9578" fmla="*/ 4618600 w 11237202"/>
              <a:gd name="connsiteY9578" fmla="*/ 45167 h 2631356"/>
              <a:gd name="connsiteX9579" fmla="*/ 4619406 w 11237202"/>
              <a:gd name="connsiteY9579" fmla="*/ 45213 h 2631356"/>
              <a:gd name="connsiteX9580" fmla="*/ 4618905 w 11237202"/>
              <a:gd name="connsiteY9580" fmla="*/ 45395 h 2631356"/>
              <a:gd name="connsiteX9581" fmla="*/ 4618128 w 11237202"/>
              <a:gd name="connsiteY9581" fmla="*/ 45327 h 2631356"/>
              <a:gd name="connsiteX9582" fmla="*/ 4618600 w 11237202"/>
              <a:gd name="connsiteY9582" fmla="*/ 45167 h 2631356"/>
              <a:gd name="connsiteX9583" fmla="*/ 5935848 w 11237202"/>
              <a:gd name="connsiteY9583" fmla="*/ 45053 h 2631356"/>
              <a:gd name="connsiteX9584" fmla="*/ 5936765 w 11237202"/>
              <a:gd name="connsiteY9584" fmla="*/ 45098 h 2631356"/>
              <a:gd name="connsiteX9585" fmla="*/ 5936543 w 11237202"/>
              <a:gd name="connsiteY9585" fmla="*/ 45257 h 2631356"/>
              <a:gd name="connsiteX9586" fmla="*/ 5935654 w 11237202"/>
              <a:gd name="connsiteY9586" fmla="*/ 45189 h 2631356"/>
              <a:gd name="connsiteX9587" fmla="*/ 5935848 w 11237202"/>
              <a:gd name="connsiteY9587" fmla="*/ 45053 h 2631356"/>
              <a:gd name="connsiteX9588" fmla="*/ 4707518 w 11237202"/>
              <a:gd name="connsiteY9588" fmla="*/ 41406 h 2631356"/>
              <a:gd name="connsiteX9589" fmla="*/ 4708323 w 11237202"/>
              <a:gd name="connsiteY9589" fmla="*/ 41474 h 2631356"/>
              <a:gd name="connsiteX9590" fmla="*/ 4707934 w 11237202"/>
              <a:gd name="connsiteY9590" fmla="*/ 41634 h 2631356"/>
              <a:gd name="connsiteX9591" fmla="*/ 4707100 w 11237202"/>
              <a:gd name="connsiteY9591" fmla="*/ 41588 h 2631356"/>
              <a:gd name="connsiteX9592" fmla="*/ 4707518 w 11237202"/>
              <a:gd name="connsiteY9592" fmla="*/ 41406 h 2631356"/>
              <a:gd name="connsiteX9593" fmla="*/ 5848015 w 11237202"/>
              <a:gd name="connsiteY9593" fmla="*/ 41132 h 2631356"/>
              <a:gd name="connsiteX9594" fmla="*/ 5850210 w 11237202"/>
              <a:gd name="connsiteY9594" fmla="*/ 41292 h 2631356"/>
              <a:gd name="connsiteX9595" fmla="*/ 5849571 w 11237202"/>
              <a:gd name="connsiteY9595" fmla="*/ 41679 h 2631356"/>
              <a:gd name="connsiteX9596" fmla="*/ 5847320 w 11237202"/>
              <a:gd name="connsiteY9596" fmla="*/ 41542 h 2631356"/>
              <a:gd name="connsiteX9597" fmla="*/ 5848015 w 11237202"/>
              <a:gd name="connsiteY9597" fmla="*/ 41132 h 2631356"/>
              <a:gd name="connsiteX9598" fmla="*/ 6438006 w 11237202"/>
              <a:gd name="connsiteY9598" fmla="*/ 40266 h 2631356"/>
              <a:gd name="connsiteX9599" fmla="*/ 6438951 w 11237202"/>
              <a:gd name="connsiteY9599" fmla="*/ 40335 h 2631356"/>
              <a:gd name="connsiteX9600" fmla="*/ 6438784 w 11237202"/>
              <a:gd name="connsiteY9600" fmla="*/ 40494 h 2631356"/>
              <a:gd name="connsiteX9601" fmla="*/ 6437784 w 11237202"/>
              <a:gd name="connsiteY9601" fmla="*/ 40425 h 2631356"/>
              <a:gd name="connsiteX9602" fmla="*/ 6438006 w 11237202"/>
              <a:gd name="connsiteY9602" fmla="*/ 40266 h 2631356"/>
              <a:gd name="connsiteX9603" fmla="*/ 5761071 w 11237202"/>
              <a:gd name="connsiteY9603" fmla="*/ 38123 h 2631356"/>
              <a:gd name="connsiteX9604" fmla="*/ 5761961 w 11237202"/>
              <a:gd name="connsiteY9604" fmla="*/ 38168 h 2631356"/>
              <a:gd name="connsiteX9605" fmla="*/ 5761682 w 11237202"/>
              <a:gd name="connsiteY9605" fmla="*/ 38305 h 2631356"/>
              <a:gd name="connsiteX9606" fmla="*/ 5760765 w 11237202"/>
              <a:gd name="connsiteY9606" fmla="*/ 38260 h 2631356"/>
              <a:gd name="connsiteX9607" fmla="*/ 5761071 w 11237202"/>
              <a:gd name="connsiteY9607" fmla="*/ 38123 h 2631356"/>
              <a:gd name="connsiteX9608" fmla="*/ 4795989 w 11237202"/>
              <a:gd name="connsiteY9608" fmla="*/ 38123 h 2631356"/>
              <a:gd name="connsiteX9609" fmla="*/ 4797684 w 11237202"/>
              <a:gd name="connsiteY9609" fmla="*/ 38237 h 2631356"/>
              <a:gd name="connsiteX9610" fmla="*/ 4796850 w 11237202"/>
              <a:gd name="connsiteY9610" fmla="*/ 38556 h 2631356"/>
              <a:gd name="connsiteX9611" fmla="*/ 4795155 w 11237202"/>
              <a:gd name="connsiteY9611" fmla="*/ 38465 h 2631356"/>
              <a:gd name="connsiteX9612" fmla="*/ 4795989 w 11237202"/>
              <a:gd name="connsiteY9612" fmla="*/ 38123 h 2631356"/>
              <a:gd name="connsiteX9613" fmla="*/ 4884740 w 11237202"/>
              <a:gd name="connsiteY9613" fmla="*/ 35547 h 2631356"/>
              <a:gd name="connsiteX9614" fmla="*/ 4885462 w 11237202"/>
              <a:gd name="connsiteY9614" fmla="*/ 35615 h 2631356"/>
              <a:gd name="connsiteX9615" fmla="*/ 4885129 w 11237202"/>
              <a:gd name="connsiteY9615" fmla="*/ 35752 h 2631356"/>
              <a:gd name="connsiteX9616" fmla="*/ 4884294 w 11237202"/>
              <a:gd name="connsiteY9616" fmla="*/ 35706 h 2631356"/>
              <a:gd name="connsiteX9617" fmla="*/ 4884740 w 11237202"/>
              <a:gd name="connsiteY9617" fmla="*/ 35547 h 2631356"/>
              <a:gd name="connsiteX9618" fmla="*/ 5673265 w 11237202"/>
              <a:gd name="connsiteY9618" fmla="*/ 35319 h 2631356"/>
              <a:gd name="connsiteX9619" fmla="*/ 5675488 w 11237202"/>
              <a:gd name="connsiteY9619" fmla="*/ 35433 h 2631356"/>
              <a:gd name="connsiteX9620" fmla="*/ 5674738 w 11237202"/>
              <a:gd name="connsiteY9620" fmla="*/ 35843 h 2631356"/>
              <a:gd name="connsiteX9621" fmla="*/ 5672543 w 11237202"/>
              <a:gd name="connsiteY9621" fmla="*/ 35684 h 2631356"/>
              <a:gd name="connsiteX9622" fmla="*/ 5673265 w 11237202"/>
              <a:gd name="connsiteY9622" fmla="*/ 35319 h 2631356"/>
              <a:gd name="connsiteX9623" fmla="*/ 6060276 w 11237202"/>
              <a:gd name="connsiteY9623" fmla="*/ 33564 h 2631356"/>
              <a:gd name="connsiteX9624" fmla="*/ 6061165 w 11237202"/>
              <a:gd name="connsiteY9624" fmla="*/ 33632 h 2631356"/>
              <a:gd name="connsiteX9625" fmla="*/ 6060888 w 11237202"/>
              <a:gd name="connsiteY9625" fmla="*/ 33769 h 2631356"/>
              <a:gd name="connsiteX9626" fmla="*/ 6059998 w 11237202"/>
              <a:gd name="connsiteY9626" fmla="*/ 33723 h 2631356"/>
              <a:gd name="connsiteX9627" fmla="*/ 6060276 w 11237202"/>
              <a:gd name="connsiteY9627" fmla="*/ 33564 h 2631356"/>
              <a:gd name="connsiteX9628" fmla="*/ 4972878 w 11237202"/>
              <a:gd name="connsiteY9628" fmla="*/ 33427 h 2631356"/>
              <a:gd name="connsiteX9629" fmla="*/ 4973712 w 11237202"/>
              <a:gd name="connsiteY9629" fmla="*/ 33472 h 2631356"/>
              <a:gd name="connsiteX9630" fmla="*/ 4973267 w 11237202"/>
              <a:gd name="connsiteY9630" fmla="*/ 33632 h 2631356"/>
              <a:gd name="connsiteX9631" fmla="*/ 4972434 w 11237202"/>
              <a:gd name="connsiteY9631" fmla="*/ 33564 h 2631356"/>
              <a:gd name="connsiteX9632" fmla="*/ 4972878 w 11237202"/>
              <a:gd name="connsiteY9632" fmla="*/ 33427 h 2631356"/>
              <a:gd name="connsiteX9633" fmla="*/ 5586098 w 11237202"/>
              <a:gd name="connsiteY9633" fmla="*/ 33290 h 2631356"/>
              <a:gd name="connsiteX9634" fmla="*/ 5587849 w 11237202"/>
              <a:gd name="connsiteY9634" fmla="*/ 33382 h 2631356"/>
              <a:gd name="connsiteX9635" fmla="*/ 5587210 w 11237202"/>
              <a:gd name="connsiteY9635" fmla="*/ 33701 h 2631356"/>
              <a:gd name="connsiteX9636" fmla="*/ 5585515 w 11237202"/>
              <a:gd name="connsiteY9636" fmla="*/ 33587 h 2631356"/>
              <a:gd name="connsiteX9637" fmla="*/ 5586098 w 11237202"/>
              <a:gd name="connsiteY9637" fmla="*/ 33290 h 2631356"/>
              <a:gd name="connsiteX9638" fmla="*/ 5060906 w 11237202"/>
              <a:gd name="connsiteY9638" fmla="*/ 31832 h 2631356"/>
              <a:gd name="connsiteX9639" fmla="*/ 5061767 w 11237202"/>
              <a:gd name="connsiteY9639" fmla="*/ 31900 h 2631356"/>
              <a:gd name="connsiteX9640" fmla="*/ 5061350 w 11237202"/>
              <a:gd name="connsiteY9640" fmla="*/ 32059 h 2631356"/>
              <a:gd name="connsiteX9641" fmla="*/ 5060544 w 11237202"/>
              <a:gd name="connsiteY9641" fmla="*/ 31968 h 2631356"/>
              <a:gd name="connsiteX9642" fmla="*/ 5060906 w 11237202"/>
              <a:gd name="connsiteY9642" fmla="*/ 31832 h 2631356"/>
              <a:gd name="connsiteX9643" fmla="*/ 5498683 w 11237202"/>
              <a:gd name="connsiteY9643" fmla="*/ 31694 h 2631356"/>
              <a:gd name="connsiteX9644" fmla="*/ 5500406 w 11237202"/>
              <a:gd name="connsiteY9644" fmla="*/ 31808 h 2631356"/>
              <a:gd name="connsiteX9645" fmla="*/ 5499794 w 11237202"/>
              <a:gd name="connsiteY9645" fmla="*/ 32105 h 2631356"/>
              <a:gd name="connsiteX9646" fmla="*/ 5498099 w 11237202"/>
              <a:gd name="connsiteY9646" fmla="*/ 31968 h 2631356"/>
              <a:gd name="connsiteX9647" fmla="*/ 5498683 w 11237202"/>
              <a:gd name="connsiteY9647" fmla="*/ 31694 h 2631356"/>
              <a:gd name="connsiteX9648" fmla="*/ 5148794 w 11237202"/>
              <a:gd name="connsiteY9648" fmla="*/ 30760 h 2631356"/>
              <a:gd name="connsiteX9649" fmla="*/ 5149601 w 11237202"/>
              <a:gd name="connsiteY9649" fmla="*/ 30828 h 2631356"/>
              <a:gd name="connsiteX9650" fmla="*/ 5149239 w 11237202"/>
              <a:gd name="connsiteY9650" fmla="*/ 30965 h 2631356"/>
              <a:gd name="connsiteX9651" fmla="*/ 5148350 w 11237202"/>
              <a:gd name="connsiteY9651" fmla="*/ 30919 h 2631356"/>
              <a:gd name="connsiteX9652" fmla="*/ 5148794 w 11237202"/>
              <a:gd name="connsiteY9652" fmla="*/ 30760 h 2631356"/>
              <a:gd name="connsiteX9653" fmla="*/ 5236462 w 11237202"/>
              <a:gd name="connsiteY9653" fmla="*/ 30236 h 2631356"/>
              <a:gd name="connsiteX9654" fmla="*/ 5237323 w 11237202"/>
              <a:gd name="connsiteY9654" fmla="*/ 30304 h 2631356"/>
              <a:gd name="connsiteX9655" fmla="*/ 5236906 w 11237202"/>
              <a:gd name="connsiteY9655" fmla="*/ 30464 h 2631356"/>
              <a:gd name="connsiteX9656" fmla="*/ 5236128 w 11237202"/>
              <a:gd name="connsiteY9656" fmla="*/ 30373 h 2631356"/>
              <a:gd name="connsiteX9657" fmla="*/ 5236462 w 11237202"/>
              <a:gd name="connsiteY9657" fmla="*/ 30236 h 2631356"/>
              <a:gd name="connsiteX9658" fmla="*/ 5973971 w 11237202"/>
              <a:gd name="connsiteY9658" fmla="*/ 29324 h 2631356"/>
              <a:gd name="connsiteX9659" fmla="*/ 5974889 w 11237202"/>
              <a:gd name="connsiteY9659" fmla="*/ 29392 h 2631356"/>
              <a:gd name="connsiteX9660" fmla="*/ 5974639 w 11237202"/>
              <a:gd name="connsiteY9660" fmla="*/ 29530 h 2631356"/>
              <a:gd name="connsiteX9661" fmla="*/ 5973693 w 11237202"/>
              <a:gd name="connsiteY9661" fmla="*/ 29461 h 2631356"/>
              <a:gd name="connsiteX9662" fmla="*/ 5973971 w 11237202"/>
              <a:gd name="connsiteY9662" fmla="*/ 29324 h 2631356"/>
              <a:gd name="connsiteX9663" fmla="*/ 5887861 w 11237202"/>
              <a:gd name="connsiteY9663" fmla="*/ 25563 h 2631356"/>
              <a:gd name="connsiteX9664" fmla="*/ 5888750 w 11237202"/>
              <a:gd name="connsiteY9664" fmla="*/ 25631 h 2631356"/>
              <a:gd name="connsiteX9665" fmla="*/ 5888416 w 11237202"/>
              <a:gd name="connsiteY9665" fmla="*/ 25791 h 2631356"/>
              <a:gd name="connsiteX9666" fmla="*/ 5887555 w 11237202"/>
              <a:gd name="connsiteY9666" fmla="*/ 25723 h 2631356"/>
              <a:gd name="connsiteX9667" fmla="*/ 5887861 w 11237202"/>
              <a:gd name="connsiteY9667" fmla="*/ 25563 h 2631356"/>
              <a:gd name="connsiteX9668" fmla="*/ 5801723 w 11237202"/>
              <a:gd name="connsiteY9668" fmla="*/ 22325 h 2631356"/>
              <a:gd name="connsiteX9669" fmla="*/ 5802612 w 11237202"/>
              <a:gd name="connsiteY9669" fmla="*/ 22371 h 2631356"/>
              <a:gd name="connsiteX9670" fmla="*/ 5802306 w 11237202"/>
              <a:gd name="connsiteY9670" fmla="*/ 22531 h 2631356"/>
              <a:gd name="connsiteX9671" fmla="*/ 5801445 w 11237202"/>
              <a:gd name="connsiteY9671" fmla="*/ 22485 h 2631356"/>
              <a:gd name="connsiteX9672" fmla="*/ 5801723 w 11237202"/>
              <a:gd name="connsiteY9672" fmla="*/ 22325 h 2631356"/>
              <a:gd name="connsiteX9673" fmla="*/ 5715668 w 11237202"/>
              <a:gd name="connsiteY9673" fmla="*/ 19590 h 2631356"/>
              <a:gd name="connsiteX9674" fmla="*/ 5716501 w 11237202"/>
              <a:gd name="connsiteY9674" fmla="*/ 19658 h 2631356"/>
              <a:gd name="connsiteX9675" fmla="*/ 5716251 w 11237202"/>
              <a:gd name="connsiteY9675" fmla="*/ 19818 h 2631356"/>
              <a:gd name="connsiteX9676" fmla="*/ 5715307 w 11237202"/>
              <a:gd name="connsiteY9676" fmla="*/ 19749 h 2631356"/>
              <a:gd name="connsiteX9677" fmla="*/ 5715668 w 11237202"/>
              <a:gd name="connsiteY9677" fmla="*/ 19590 h 2631356"/>
              <a:gd name="connsiteX9678" fmla="*/ 4852479 w 11237202"/>
              <a:gd name="connsiteY9678" fmla="*/ 19590 h 2631356"/>
              <a:gd name="connsiteX9679" fmla="*/ 4853285 w 11237202"/>
              <a:gd name="connsiteY9679" fmla="*/ 19658 h 2631356"/>
              <a:gd name="connsiteX9680" fmla="*/ 4852812 w 11237202"/>
              <a:gd name="connsiteY9680" fmla="*/ 19795 h 2631356"/>
              <a:gd name="connsiteX9681" fmla="*/ 4852062 w 11237202"/>
              <a:gd name="connsiteY9681" fmla="*/ 19749 h 2631356"/>
              <a:gd name="connsiteX9682" fmla="*/ 4852479 w 11237202"/>
              <a:gd name="connsiteY9682" fmla="*/ 19590 h 2631356"/>
              <a:gd name="connsiteX9683" fmla="*/ 4939367 w 11237202"/>
              <a:gd name="connsiteY9683" fmla="*/ 17356 h 2631356"/>
              <a:gd name="connsiteX9684" fmla="*/ 4940202 w 11237202"/>
              <a:gd name="connsiteY9684" fmla="*/ 17402 h 2631356"/>
              <a:gd name="connsiteX9685" fmla="*/ 4939756 w 11237202"/>
              <a:gd name="connsiteY9685" fmla="*/ 17561 h 2631356"/>
              <a:gd name="connsiteX9686" fmla="*/ 4939006 w 11237202"/>
              <a:gd name="connsiteY9686" fmla="*/ 17516 h 2631356"/>
              <a:gd name="connsiteX9687" fmla="*/ 4939367 w 11237202"/>
              <a:gd name="connsiteY9687" fmla="*/ 17356 h 2631356"/>
              <a:gd name="connsiteX9688" fmla="*/ 5026061 w 11237202"/>
              <a:gd name="connsiteY9688" fmla="*/ 15624 h 2631356"/>
              <a:gd name="connsiteX9689" fmla="*/ 5026894 w 11237202"/>
              <a:gd name="connsiteY9689" fmla="*/ 15692 h 2631356"/>
              <a:gd name="connsiteX9690" fmla="*/ 5026533 w 11237202"/>
              <a:gd name="connsiteY9690" fmla="*/ 15852 h 2631356"/>
              <a:gd name="connsiteX9691" fmla="*/ 5025728 w 11237202"/>
              <a:gd name="connsiteY9691" fmla="*/ 15783 h 2631356"/>
              <a:gd name="connsiteX9692" fmla="*/ 5026061 w 11237202"/>
              <a:gd name="connsiteY9692" fmla="*/ 15624 h 2631356"/>
              <a:gd name="connsiteX9693" fmla="*/ 5112644 w 11237202"/>
              <a:gd name="connsiteY9693" fmla="*/ 14416 h 2631356"/>
              <a:gd name="connsiteX9694" fmla="*/ 5113423 w 11237202"/>
              <a:gd name="connsiteY9694" fmla="*/ 14461 h 2631356"/>
              <a:gd name="connsiteX9695" fmla="*/ 5113089 w 11237202"/>
              <a:gd name="connsiteY9695" fmla="*/ 14621 h 2631356"/>
              <a:gd name="connsiteX9696" fmla="*/ 5112255 w 11237202"/>
              <a:gd name="connsiteY9696" fmla="*/ 14530 h 2631356"/>
              <a:gd name="connsiteX9697" fmla="*/ 5112644 w 11237202"/>
              <a:gd name="connsiteY9697" fmla="*/ 14416 h 2631356"/>
              <a:gd name="connsiteX9698" fmla="*/ 6010927 w 11237202"/>
              <a:gd name="connsiteY9698" fmla="*/ 14052 h 2631356"/>
              <a:gd name="connsiteX9699" fmla="*/ 6011873 w 11237202"/>
              <a:gd name="connsiteY9699" fmla="*/ 14119 h 2631356"/>
              <a:gd name="connsiteX9700" fmla="*/ 6011595 w 11237202"/>
              <a:gd name="connsiteY9700" fmla="*/ 14256 h 2631356"/>
              <a:gd name="connsiteX9701" fmla="*/ 6010733 w 11237202"/>
              <a:gd name="connsiteY9701" fmla="*/ 14211 h 2631356"/>
              <a:gd name="connsiteX9702" fmla="*/ 6010927 w 11237202"/>
              <a:gd name="connsiteY9702" fmla="*/ 14052 h 2631356"/>
              <a:gd name="connsiteX9703" fmla="*/ 5199087 w 11237202"/>
              <a:gd name="connsiteY9703" fmla="*/ 13664 h 2631356"/>
              <a:gd name="connsiteX9704" fmla="*/ 5199866 w 11237202"/>
              <a:gd name="connsiteY9704" fmla="*/ 13732 h 2631356"/>
              <a:gd name="connsiteX9705" fmla="*/ 5199449 w 11237202"/>
              <a:gd name="connsiteY9705" fmla="*/ 13869 h 2631356"/>
              <a:gd name="connsiteX9706" fmla="*/ 5198671 w 11237202"/>
              <a:gd name="connsiteY9706" fmla="*/ 13823 h 2631356"/>
              <a:gd name="connsiteX9707" fmla="*/ 5199087 w 11237202"/>
              <a:gd name="connsiteY9707" fmla="*/ 13664 h 2631356"/>
              <a:gd name="connsiteX9708" fmla="*/ 5926012 w 11237202"/>
              <a:gd name="connsiteY9708" fmla="*/ 10313 h 2631356"/>
              <a:gd name="connsiteX9709" fmla="*/ 5926846 w 11237202"/>
              <a:gd name="connsiteY9709" fmla="*/ 10359 h 2631356"/>
              <a:gd name="connsiteX9710" fmla="*/ 5926651 w 11237202"/>
              <a:gd name="connsiteY9710" fmla="*/ 10518 h 2631356"/>
              <a:gd name="connsiteX9711" fmla="*/ 5925762 w 11237202"/>
              <a:gd name="connsiteY9711" fmla="*/ 10450 h 2631356"/>
              <a:gd name="connsiteX9712" fmla="*/ 5926012 w 11237202"/>
              <a:gd name="connsiteY9712" fmla="*/ 10313 h 2631356"/>
              <a:gd name="connsiteX9713" fmla="*/ 5841152 w 11237202"/>
              <a:gd name="connsiteY9713" fmla="*/ 7031 h 2631356"/>
              <a:gd name="connsiteX9714" fmla="*/ 5842041 w 11237202"/>
              <a:gd name="connsiteY9714" fmla="*/ 7076 h 2631356"/>
              <a:gd name="connsiteX9715" fmla="*/ 5841763 w 11237202"/>
              <a:gd name="connsiteY9715" fmla="*/ 7236 h 2631356"/>
              <a:gd name="connsiteX9716" fmla="*/ 5840873 w 11237202"/>
              <a:gd name="connsiteY9716" fmla="*/ 7167 h 2631356"/>
              <a:gd name="connsiteX9717" fmla="*/ 5841152 w 11237202"/>
              <a:gd name="connsiteY9717" fmla="*/ 7031 h 2631356"/>
              <a:gd name="connsiteX9718" fmla="*/ 4992300 w 11237202"/>
              <a:gd name="connsiteY9718" fmla="*/ 9 h 2631356"/>
              <a:gd name="connsiteX9719" fmla="*/ 4993190 w 11237202"/>
              <a:gd name="connsiteY9719" fmla="*/ 55 h 2631356"/>
              <a:gd name="connsiteX9720" fmla="*/ 4992746 w 11237202"/>
              <a:gd name="connsiteY9720" fmla="*/ 192 h 2631356"/>
              <a:gd name="connsiteX9721" fmla="*/ 4991911 w 11237202"/>
              <a:gd name="connsiteY9721" fmla="*/ 146 h 2631356"/>
              <a:gd name="connsiteX9722" fmla="*/ 4992300 w 11237202"/>
              <a:gd name="connsiteY9722" fmla="*/ 9 h 2631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</a:cxnLst>
            <a:rect l="l" t="t" r="r" b="b"/>
            <a:pathLst>
              <a:path w="11237202" h="2631356">
                <a:moveTo>
                  <a:pt x="5857743" y="2627251"/>
                </a:moveTo>
                <a:lnTo>
                  <a:pt x="5865601" y="2631356"/>
                </a:lnTo>
                <a:lnTo>
                  <a:pt x="5820742" y="2631356"/>
                </a:lnTo>
                <a:lnTo>
                  <a:pt x="5825674" y="2628000"/>
                </a:lnTo>
                <a:cubicBezTo>
                  <a:pt x="5835830" y="2625094"/>
                  <a:pt x="5847361" y="2625014"/>
                  <a:pt x="5857743" y="2627251"/>
                </a:cubicBezTo>
                <a:close/>
                <a:moveTo>
                  <a:pt x="8637807" y="2625413"/>
                </a:moveTo>
                <a:lnTo>
                  <a:pt x="8653615" y="2631356"/>
                </a:lnTo>
                <a:lnTo>
                  <a:pt x="8603992" y="2631356"/>
                </a:lnTo>
                <a:lnTo>
                  <a:pt x="8607607" y="2626131"/>
                </a:lnTo>
                <a:cubicBezTo>
                  <a:pt x="8615400" y="2623373"/>
                  <a:pt x="8626370" y="2623299"/>
                  <a:pt x="8637807" y="2625413"/>
                </a:cubicBezTo>
                <a:close/>
                <a:moveTo>
                  <a:pt x="3472283" y="2615383"/>
                </a:moveTo>
                <a:cubicBezTo>
                  <a:pt x="3476726" y="2616488"/>
                  <a:pt x="3479768" y="2618745"/>
                  <a:pt x="3480408" y="2621914"/>
                </a:cubicBezTo>
                <a:lnTo>
                  <a:pt x="3469322" y="2631356"/>
                </a:lnTo>
                <a:lnTo>
                  <a:pt x="3437320" y="2631356"/>
                </a:lnTo>
                <a:lnTo>
                  <a:pt x="3455761" y="2615759"/>
                </a:lnTo>
                <a:cubicBezTo>
                  <a:pt x="3461999" y="2614323"/>
                  <a:pt x="3467841" y="2614277"/>
                  <a:pt x="3472283" y="2615383"/>
                </a:cubicBezTo>
                <a:close/>
                <a:moveTo>
                  <a:pt x="1495525" y="2610647"/>
                </a:moveTo>
                <a:cubicBezTo>
                  <a:pt x="1498345" y="2611451"/>
                  <a:pt x="1499686" y="2613092"/>
                  <a:pt x="1498838" y="2615371"/>
                </a:cubicBezTo>
                <a:cubicBezTo>
                  <a:pt x="1497532" y="2620067"/>
                  <a:pt x="1488168" y="2625561"/>
                  <a:pt x="1477998" y="2627749"/>
                </a:cubicBezTo>
                <a:cubicBezTo>
                  <a:pt x="1467801" y="2629915"/>
                  <a:pt x="1460687" y="2627840"/>
                  <a:pt x="1462215" y="2623121"/>
                </a:cubicBezTo>
                <a:cubicBezTo>
                  <a:pt x="1463716" y="2618563"/>
                  <a:pt x="1473191" y="2613092"/>
                  <a:pt x="1483333" y="2610949"/>
                </a:cubicBezTo>
                <a:cubicBezTo>
                  <a:pt x="1488404" y="2609878"/>
                  <a:pt x="1492705" y="2609844"/>
                  <a:pt x="1495525" y="2610647"/>
                </a:cubicBezTo>
                <a:close/>
                <a:moveTo>
                  <a:pt x="2330277" y="2609012"/>
                </a:moveTo>
                <a:cubicBezTo>
                  <a:pt x="2336963" y="2610819"/>
                  <a:pt x="2340881" y="2614494"/>
                  <a:pt x="2340436" y="2619612"/>
                </a:cubicBezTo>
                <a:lnTo>
                  <a:pt x="2331045" y="2631356"/>
                </a:lnTo>
                <a:lnTo>
                  <a:pt x="2267111" y="2631356"/>
                </a:lnTo>
                <a:lnTo>
                  <a:pt x="2275513" y="2621116"/>
                </a:lnTo>
                <a:cubicBezTo>
                  <a:pt x="2282883" y="2616198"/>
                  <a:pt x="2292769" y="2611987"/>
                  <a:pt x="2303508" y="2609627"/>
                </a:cubicBezTo>
                <a:cubicBezTo>
                  <a:pt x="2314136" y="2607268"/>
                  <a:pt x="2323591" y="2607205"/>
                  <a:pt x="2330277" y="2609012"/>
                </a:cubicBezTo>
                <a:close/>
                <a:moveTo>
                  <a:pt x="10340236" y="2605866"/>
                </a:moveTo>
                <a:cubicBezTo>
                  <a:pt x="10341736" y="2605114"/>
                  <a:pt x="10345989" y="2605820"/>
                  <a:pt x="10349323" y="2607416"/>
                </a:cubicBezTo>
                <a:cubicBezTo>
                  <a:pt x="10353073" y="2609056"/>
                  <a:pt x="10354519" y="2611017"/>
                  <a:pt x="10352491" y="2611769"/>
                </a:cubicBezTo>
                <a:cubicBezTo>
                  <a:pt x="10350823" y="2612545"/>
                  <a:pt x="10346601" y="2611838"/>
                  <a:pt x="10343155" y="2610151"/>
                </a:cubicBezTo>
                <a:cubicBezTo>
                  <a:pt x="10339793" y="2608601"/>
                  <a:pt x="10338570" y="2606640"/>
                  <a:pt x="10340236" y="2605866"/>
                </a:cubicBezTo>
                <a:close/>
                <a:moveTo>
                  <a:pt x="207015" y="2593123"/>
                </a:moveTo>
                <a:cubicBezTo>
                  <a:pt x="208682" y="2592781"/>
                  <a:pt x="209683" y="2593055"/>
                  <a:pt x="209210" y="2593738"/>
                </a:cubicBezTo>
                <a:cubicBezTo>
                  <a:pt x="208766" y="2594354"/>
                  <a:pt x="207238" y="2595129"/>
                  <a:pt x="205460" y="2595472"/>
                </a:cubicBezTo>
                <a:cubicBezTo>
                  <a:pt x="203986" y="2595790"/>
                  <a:pt x="203153" y="2595472"/>
                  <a:pt x="203736" y="2594787"/>
                </a:cubicBezTo>
                <a:cubicBezTo>
                  <a:pt x="204042" y="2594149"/>
                  <a:pt x="205570" y="2593420"/>
                  <a:pt x="207015" y="2593123"/>
                </a:cubicBezTo>
                <a:close/>
                <a:moveTo>
                  <a:pt x="6145721" y="2592724"/>
                </a:moveTo>
                <a:cubicBezTo>
                  <a:pt x="6156168" y="2594912"/>
                  <a:pt x="6165629" y="2599380"/>
                  <a:pt x="6171589" y="2605614"/>
                </a:cubicBezTo>
                <a:cubicBezTo>
                  <a:pt x="6177675" y="2611872"/>
                  <a:pt x="6179037" y="2618745"/>
                  <a:pt x="6176390" y="2624792"/>
                </a:cubicBezTo>
                <a:lnTo>
                  <a:pt x="6167502" y="2631356"/>
                </a:lnTo>
                <a:lnTo>
                  <a:pt x="6108221" y="2631356"/>
                </a:lnTo>
                <a:lnTo>
                  <a:pt x="6098789" y="2626587"/>
                </a:lnTo>
                <a:cubicBezTo>
                  <a:pt x="6086925" y="2614004"/>
                  <a:pt x="6093842" y="2599186"/>
                  <a:pt x="6113932" y="2593511"/>
                </a:cubicBezTo>
                <a:cubicBezTo>
                  <a:pt x="6123838" y="2590627"/>
                  <a:pt x="6135273" y="2590536"/>
                  <a:pt x="6145721" y="2592724"/>
                </a:cubicBezTo>
                <a:close/>
                <a:moveTo>
                  <a:pt x="9834189" y="2590456"/>
                </a:moveTo>
                <a:cubicBezTo>
                  <a:pt x="9838774" y="2588678"/>
                  <a:pt x="9848386" y="2590342"/>
                  <a:pt x="9856168" y="2594331"/>
                </a:cubicBezTo>
                <a:cubicBezTo>
                  <a:pt x="9863865" y="2598229"/>
                  <a:pt x="9866589" y="2602834"/>
                  <a:pt x="9862085" y="2604612"/>
                </a:cubicBezTo>
                <a:cubicBezTo>
                  <a:pt x="9857585" y="2606481"/>
                  <a:pt x="9847776" y="2604795"/>
                  <a:pt x="9840024" y="2600874"/>
                </a:cubicBezTo>
                <a:cubicBezTo>
                  <a:pt x="9832270" y="2596884"/>
                  <a:pt x="9829547" y="2592279"/>
                  <a:pt x="9834189" y="2590456"/>
                </a:cubicBezTo>
                <a:close/>
                <a:moveTo>
                  <a:pt x="7274802" y="2580600"/>
                </a:moveTo>
                <a:cubicBezTo>
                  <a:pt x="7289351" y="2583476"/>
                  <a:pt x="7303557" y="2589317"/>
                  <a:pt x="7314089" y="2597455"/>
                </a:cubicBezTo>
                <a:cubicBezTo>
                  <a:pt x="7324564" y="2605696"/>
                  <a:pt x="7329205" y="2614722"/>
                  <a:pt x="7328197" y="2622658"/>
                </a:cubicBezTo>
                <a:lnTo>
                  <a:pt x="7318976" y="2631356"/>
                </a:lnTo>
                <a:lnTo>
                  <a:pt x="7241452" y="2631356"/>
                </a:lnTo>
                <a:lnTo>
                  <a:pt x="7226867" y="2624968"/>
                </a:lnTo>
                <a:cubicBezTo>
                  <a:pt x="7206221" y="2608464"/>
                  <a:pt x="7209222" y="2589066"/>
                  <a:pt x="7233452" y="2581544"/>
                </a:cubicBezTo>
                <a:cubicBezTo>
                  <a:pt x="7245358" y="2577816"/>
                  <a:pt x="7260252" y="2577725"/>
                  <a:pt x="7274802" y="2580600"/>
                </a:cubicBezTo>
                <a:close/>
                <a:moveTo>
                  <a:pt x="3204914" y="2576628"/>
                </a:moveTo>
                <a:cubicBezTo>
                  <a:pt x="3208836" y="2577605"/>
                  <a:pt x="3211490" y="2579594"/>
                  <a:pt x="3211934" y="2582364"/>
                </a:cubicBezTo>
                <a:cubicBezTo>
                  <a:pt x="3212740" y="2587834"/>
                  <a:pt x="3204459" y="2594400"/>
                  <a:pt x="3193456" y="2596975"/>
                </a:cubicBezTo>
                <a:cubicBezTo>
                  <a:pt x="3182286" y="2599574"/>
                  <a:pt x="3172671" y="2597158"/>
                  <a:pt x="3171949" y="2591595"/>
                </a:cubicBezTo>
                <a:cubicBezTo>
                  <a:pt x="3171171" y="2586011"/>
                  <a:pt x="3179368" y="2579491"/>
                  <a:pt x="3190288" y="2576961"/>
                </a:cubicBezTo>
                <a:cubicBezTo>
                  <a:pt x="3195804" y="2575685"/>
                  <a:pt x="3200993" y="2575651"/>
                  <a:pt x="3204914" y="2576628"/>
                </a:cubicBezTo>
                <a:close/>
                <a:moveTo>
                  <a:pt x="9321887" y="2571993"/>
                </a:moveTo>
                <a:cubicBezTo>
                  <a:pt x="9326554" y="2570192"/>
                  <a:pt x="9336309" y="2571902"/>
                  <a:pt x="9343228" y="2575776"/>
                </a:cubicBezTo>
                <a:cubicBezTo>
                  <a:pt x="9350396" y="2579652"/>
                  <a:pt x="9352674" y="2584279"/>
                  <a:pt x="9347978" y="2586057"/>
                </a:cubicBezTo>
                <a:cubicBezTo>
                  <a:pt x="9343062" y="2587880"/>
                  <a:pt x="9333475" y="2586149"/>
                  <a:pt x="9326305" y="2582250"/>
                </a:cubicBezTo>
                <a:cubicBezTo>
                  <a:pt x="9319164" y="2578352"/>
                  <a:pt x="9317136" y="2573771"/>
                  <a:pt x="9321887" y="2571993"/>
                </a:cubicBezTo>
                <a:close/>
                <a:moveTo>
                  <a:pt x="754742" y="2567365"/>
                </a:moveTo>
                <a:cubicBezTo>
                  <a:pt x="757632" y="2566772"/>
                  <a:pt x="759549" y="2567273"/>
                  <a:pt x="758965" y="2568550"/>
                </a:cubicBezTo>
                <a:cubicBezTo>
                  <a:pt x="758104" y="2569940"/>
                  <a:pt x="755270" y="2571377"/>
                  <a:pt x="752242" y="2572014"/>
                </a:cubicBezTo>
                <a:cubicBezTo>
                  <a:pt x="749379" y="2572585"/>
                  <a:pt x="747323" y="2572037"/>
                  <a:pt x="748129" y="2570716"/>
                </a:cubicBezTo>
                <a:cubicBezTo>
                  <a:pt x="749018" y="2569439"/>
                  <a:pt x="751825" y="2567934"/>
                  <a:pt x="754742" y="2567365"/>
                </a:cubicBezTo>
                <a:close/>
                <a:moveTo>
                  <a:pt x="8049333" y="2564621"/>
                </a:moveTo>
                <a:cubicBezTo>
                  <a:pt x="8072945" y="2564186"/>
                  <a:pt x="8101740" y="2572038"/>
                  <a:pt x="8122203" y="2585647"/>
                </a:cubicBezTo>
                <a:cubicBezTo>
                  <a:pt x="8135902" y="2594788"/>
                  <a:pt x="8143286" y="2604829"/>
                  <a:pt x="8144148" y="2613659"/>
                </a:cubicBezTo>
                <a:lnTo>
                  <a:pt x="8129482" y="2631356"/>
                </a:lnTo>
                <a:lnTo>
                  <a:pt x="8069251" y="2631356"/>
                </a:lnTo>
                <a:lnTo>
                  <a:pt x="8031426" y="2616328"/>
                </a:lnTo>
                <a:cubicBezTo>
                  <a:pt x="8004639" y="2597888"/>
                  <a:pt x="8002945" y="2576233"/>
                  <a:pt x="8027952" y="2567911"/>
                </a:cubicBezTo>
                <a:cubicBezTo>
                  <a:pt x="8034169" y="2565831"/>
                  <a:pt x="8041464" y="2564766"/>
                  <a:pt x="8049333" y="2564621"/>
                </a:cubicBezTo>
                <a:close/>
                <a:moveTo>
                  <a:pt x="6422981" y="2552177"/>
                </a:moveTo>
                <a:cubicBezTo>
                  <a:pt x="6432936" y="2554212"/>
                  <a:pt x="6442106" y="2558350"/>
                  <a:pt x="6448232" y="2564105"/>
                </a:cubicBezTo>
                <a:cubicBezTo>
                  <a:pt x="6460236" y="2575754"/>
                  <a:pt x="6455207" y="2589499"/>
                  <a:pt x="6436896" y="2594901"/>
                </a:cubicBezTo>
                <a:cubicBezTo>
                  <a:pt x="6418195" y="2600373"/>
                  <a:pt x="6393409" y="2595290"/>
                  <a:pt x="6381378" y="2583503"/>
                </a:cubicBezTo>
                <a:cubicBezTo>
                  <a:pt x="6369291" y="2571878"/>
                  <a:pt x="6374792" y="2558155"/>
                  <a:pt x="6393020" y="2552867"/>
                </a:cubicBezTo>
                <a:cubicBezTo>
                  <a:pt x="6402287" y="2550212"/>
                  <a:pt x="6413027" y="2550143"/>
                  <a:pt x="6422981" y="2552177"/>
                </a:cubicBezTo>
                <a:close/>
                <a:moveTo>
                  <a:pt x="2116057" y="2543339"/>
                </a:moveTo>
                <a:cubicBezTo>
                  <a:pt x="2121861" y="2544912"/>
                  <a:pt x="2125091" y="2548115"/>
                  <a:pt x="2124368" y="2552593"/>
                </a:cubicBezTo>
                <a:cubicBezTo>
                  <a:pt x="2123090" y="2561575"/>
                  <a:pt x="2106418" y="2572220"/>
                  <a:pt x="2086995" y="2576392"/>
                </a:cubicBezTo>
                <a:cubicBezTo>
                  <a:pt x="2067795" y="2580563"/>
                  <a:pt x="2053123" y="2576597"/>
                  <a:pt x="2054735" y="2567570"/>
                </a:cubicBezTo>
                <a:cubicBezTo>
                  <a:pt x="2056291" y="2558589"/>
                  <a:pt x="2073019" y="2547989"/>
                  <a:pt x="2092303" y="2543863"/>
                </a:cubicBezTo>
                <a:cubicBezTo>
                  <a:pt x="2101876" y="2541823"/>
                  <a:pt x="2110253" y="2541766"/>
                  <a:pt x="2116057" y="2543339"/>
                </a:cubicBezTo>
                <a:close/>
                <a:moveTo>
                  <a:pt x="2951497" y="2531505"/>
                </a:moveTo>
                <a:cubicBezTo>
                  <a:pt x="2954575" y="2532294"/>
                  <a:pt x="2956534" y="2533890"/>
                  <a:pt x="2956631" y="2536089"/>
                </a:cubicBezTo>
                <a:cubicBezTo>
                  <a:pt x="2957104" y="2540512"/>
                  <a:pt x="2949934" y="2545778"/>
                  <a:pt x="2940960" y="2547852"/>
                </a:cubicBezTo>
                <a:cubicBezTo>
                  <a:pt x="2931790" y="2549926"/>
                  <a:pt x="2924149" y="2547988"/>
                  <a:pt x="2923760" y="2543498"/>
                </a:cubicBezTo>
                <a:cubicBezTo>
                  <a:pt x="2923482" y="2539076"/>
                  <a:pt x="2930540" y="2533810"/>
                  <a:pt x="2939653" y="2531758"/>
                </a:cubicBezTo>
                <a:cubicBezTo>
                  <a:pt x="2944224" y="2530733"/>
                  <a:pt x="2948421" y="2530716"/>
                  <a:pt x="2951497" y="2531505"/>
                </a:cubicBezTo>
                <a:close/>
                <a:moveTo>
                  <a:pt x="8801413" y="2529548"/>
                </a:moveTo>
                <a:cubicBezTo>
                  <a:pt x="8813227" y="2531673"/>
                  <a:pt x="8825689" y="2535987"/>
                  <a:pt x="8836011" y="2541993"/>
                </a:cubicBezTo>
                <a:cubicBezTo>
                  <a:pt x="8856909" y="2554098"/>
                  <a:pt x="8861380" y="2568550"/>
                  <a:pt x="8845737" y="2574203"/>
                </a:cubicBezTo>
                <a:cubicBezTo>
                  <a:pt x="8830009" y="2579856"/>
                  <a:pt x="8800333" y="2574454"/>
                  <a:pt x="8779521" y="2562235"/>
                </a:cubicBezTo>
                <a:cubicBezTo>
                  <a:pt x="8758822" y="2550086"/>
                  <a:pt x="8754959" y="2535770"/>
                  <a:pt x="8770714" y="2530232"/>
                </a:cubicBezTo>
                <a:cubicBezTo>
                  <a:pt x="8778437" y="2527485"/>
                  <a:pt x="8789601" y="2527422"/>
                  <a:pt x="8801413" y="2529548"/>
                </a:cubicBezTo>
                <a:close/>
                <a:moveTo>
                  <a:pt x="1347942" y="2518099"/>
                </a:moveTo>
                <a:cubicBezTo>
                  <a:pt x="1353355" y="2519666"/>
                  <a:pt x="1355890" y="2522846"/>
                  <a:pt x="1354264" y="2527268"/>
                </a:cubicBezTo>
                <a:cubicBezTo>
                  <a:pt x="1351236" y="2536022"/>
                  <a:pt x="1332312" y="2546530"/>
                  <a:pt x="1312223" y="2550679"/>
                </a:cubicBezTo>
                <a:cubicBezTo>
                  <a:pt x="1292050" y="2554827"/>
                  <a:pt x="1278407" y="2550907"/>
                  <a:pt x="1282019" y="2542017"/>
                </a:cubicBezTo>
                <a:cubicBezTo>
                  <a:pt x="1285214" y="2533149"/>
                  <a:pt x="1304277" y="2522686"/>
                  <a:pt x="1324365" y="2518606"/>
                </a:cubicBezTo>
                <a:cubicBezTo>
                  <a:pt x="1334244" y="2516578"/>
                  <a:pt x="1342531" y="2516532"/>
                  <a:pt x="1347942" y="2518099"/>
                </a:cubicBezTo>
                <a:close/>
                <a:moveTo>
                  <a:pt x="7507890" y="2512445"/>
                </a:moveTo>
                <a:cubicBezTo>
                  <a:pt x="7522397" y="2515203"/>
                  <a:pt x="7536700" y="2520817"/>
                  <a:pt x="7547412" y="2528636"/>
                </a:cubicBezTo>
                <a:cubicBezTo>
                  <a:pt x="7569141" y="2544455"/>
                  <a:pt x="7568058" y="2563421"/>
                  <a:pt x="7544801" y="2570807"/>
                </a:cubicBezTo>
                <a:cubicBezTo>
                  <a:pt x="7521682" y="2578306"/>
                  <a:pt x="7485087" y="2571217"/>
                  <a:pt x="7463552" y="2555123"/>
                </a:cubicBezTo>
                <a:cubicBezTo>
                  <a:pt x="7442268" y="2539258"/>
                  <a:pt x="7444019" y="2520589"/>
                  <a:pt x="7467136" y="2513385"/>
                </a:cubicBezTo>
                <a:cubicBezTo>
                  <a:pt x="7478668" y="2509784"/>
                  <a:pt x="7493381" y="2509687"/>
                  <a:pt x="7507890" y="2512445"/>
                </a:cubicBezTo>
                <a:close/>
                <a:moveTo>
                  <a:pt x="6688520" y="2502496"/>
                </a:moveTo>
                <a:cubicBezTo>
                  <a:pt x="6699061" y="2504576"/>
                  <a:pt x="6708981" y="2508816"/>
                  <a:pt x="6715761" y="2514754"/>
                </a:cubicBezTo>
                <a:cubicBezTo>
                  <a:pt x="6729321" y="2526676"/>
                  <a:pt x="6725125" y="2540900"/>
                  <a:pt x="6706285" y="2546484"/>
                </a:cubicBezTo>
                <a:cubicBezTo>
                  <a:pt x="6687391" y="2552069"/>
                  <a:pt x="6661132" y="2546758"/>
                  <a:pt x="6647684" y="2534722"/>
                </a:cubicBezTo>
                <a:cubicBezTo>
                  <a:pt x="6634208" y="2522686"/>
                  <a:pt x="6638708" y="2508667"/>
                  <a:pt x="6657548" y="2503196"/>
                </a:cubicBezTo>
                <a:cubicBezTo>
                  <a:pt x="6666815" y="2500496"/>
                  <a:pt x="6677978" y="2500416"/>
                  <a:pt x="6688520" y="2502496"/>
                </a:cubicBezTo>
                <a:close/>
                <a:moveTo>
                  <a:pt x="4984587" y="2493278"/>
                </a:moveTo>
                <a:cubicBezTo>
                  <a:pt x="4991557" y="2494819"/>
                  <a:pt x="4997330" y="2497942"/>
                  <a:pt x="5000275" y="2502285"/>
                </a:cubicBezTo>
                <a:cubicBezTo>
                  <a:pt x="5006027" y="2510969"/>
                  <a:pt x="4997775" y="2521364"/>
                  <a:pt x="4982159" y="2525399"/>
                </a:cubicBezTo>
                <a:cubicBezTo>
                  <a:pt x="4966348" y="2529502"/>
                  <a:pt x="4948815" y="2525627"/>
                  <a:pt x="4943229" y="2516873"/>
                </a:cubicBezTo>
                <a:cubicBezTo>
                  <a:pt x="4937867" y="2508097"/>
                  <a:pt x="4945841" y="2497794"/>
                  <a:pt x="4961708" y="2493759"/>
                </a:cubicBezTo>
                <a:cubicBezTo>
                  <a:pt x="4969446" y="2491776"/>
                  <a:pt x="4977615" y="2491736"/>
                  <a:pt x="4984587" y="2493278"/>
                </a:cubicBezTo>
                <a:close/>
                <a:moveTo>
                  <a:pt x="4697899" y="2491765"/>
                </a:moveTo>
                <a:cubicBezTo>
                  <a:pt x="4705981" y="2493577"/>
                  <a:pt x="4712434" y="2497247"/>
                  <a:pt x="4715352" y="2502330"/>
                </a:cubicBezTo>
                <a:cubicBezTo>
                  <a:pt x="4721298" y="2512611"/>
                  <a:pt x="4710850" y="2524875"/>
                  <a:pt x="4691928" y="2529661"/>
                </a:cubicBezTo>
                <a:cubicBezTo>
                  <a:pt x="4672978" y="2534426"/>
                  <a:pt x="4652638" y="2529935"/>
                  <a:pt x="4647052" y="2519518"/>
                </a:cubicBezTo>
                <a:cubicBezTo>
                  <a:pt x="4641245" y="2509214"/>
                  <a:pt x="4651915" y="2497064"/>
                  <a:pt x="4670672" y="2492346"/>
                </a:cubicBezTo>
                <a:cubicBezTo>
                  <a:pt x="4680106" y="2489998"/>
                  <a:pt x="4689816" y="2489953"/>
                  <a:pt x="4697899" y="2491765"/>
                </a:cubicBezTo>
                <a:close/>
                <a:moveTo>
                  <a:pt x="10849647" y="2490134"/>
                </a:moveTo>
                <a:cubicBezTo>
                  <a:pt x="10850480" y="2489838"/>
                  <a:pt x="10851870" y="2490043"/>
                  <a:pt x="10853454" y="2490750"/>
                </a:cubicBezTo>
                <a:cubicBezTo>
                  <a:pt x="10855039" y="2491365"/>
                  <a:pt x="10855427" y="2492095"/>
                  <a:pt x="10854955" y="2492345"/>
                </a:cubicBezTo>
                <a:cubicBezTo>
                  <a:pt x="10854287" y="2492642"/>
                  <a:pt x="10852481" y="2492345"/>
                  <a:pt x="10851315" y="2491753"/>
                </a:cubicBezTo>
                <a:cubicBezTo>
                  <a:pt x="10849675" y="2491114"/>
                  <a:pt x="10849175" y="2490454"/>
                  <a:pt x="10849647" y="2490134"/>
                </a:cubicBezTo>
                <a:close/>
                <a:moveTo>
                  <a:pt x="4406505" y="2490041"/>
                </a:moveTo>
                <a:cubicBezTo>
                  <a:pt x="4412270" y="2491360"/>
                  <a:pt x="4416758" y="2494033"/>
                  <a:pt x="4418647" y="2497726"/>
                </a:cubicBezTo>
                <a:cubicBezTo>
                  <a:pt x="4422233" y="2505180"/>
                  <a:pt x="4413952" y="2514070"/>
                  <a:pt x="4399864" y="2517535"/>
                </a:cubicBezTo>
                <a:cubicBezTo>
                  <a:pt x="4385693" y="2521044"/>
                  <a:pt x="4371549" y="2517671"/>
                  <a:pt x="4367687" y="2510194"/>
                </a:cubicBezTo>
                <a:cubicBezTo>
                  <a:pt x="4364380" y="2502740"/>
                  <a:pt x="4372661" y="2493919"/>
                  <a:pt x="4386693" y="2490477"/>
                </a:cubicBezTo>
                <a:cubicBezTo>
                  <a:pt x="4393696" y="2488756"/>
                  <a:pt x="4400739" y="2488722"/>
                  <a:pt x="4406505" y="2490041"/>
                </a:cubicBezTo>
                <a:close/>
                <a:moveTo>
                  <a:pt x="10395644" y="2489086"/>
                </a:moveTo>
                <a:cubicBezTo>
                  <a:pt x="10397032" y="2488538"/>
                  <a:pt x="10400368" y="2489017"/>
                  <a:pt x="10403118" y="2490271"/>
                </a:cubicBezTo>
                <a:cubicBezTo>
                  <a:pt x="10405952" y="2491502"/>
                  <a:pt x="10406703" y="2492938"/>
                  <a:pt x="10405509" y="2493530"/>
                </a:cubicBezTo>
                <a:cubicBezTo>
                  <a:pt x="10403924" y="2494101"/>
                  <a:pt x="10400952" y="2493576"/>
                  <a:pt x="10398033" y="2492323"/>
                </a:cubicBezTo>
                <a:cubicBezTo>
                  <a:pt x="10395282" y="2491092"/>
                  <a:pt x="10394117" y="2489633"/>
                  <a:pt x="10395644" y="2489086"/>
                </a:cubicBezTo>
                <a:close/>
                <a:moveTo>
                  <a:pt x="9922548" y="2480971"/>
                </a:moveTo>
                <a:cubicBezTo>
                  <a:pt x="9925941" y="2479717"/>
                  <a:pt x="9933164" y="2480948"/>
                  <a:pt x="9938889" y="2483683"/>
                </a:cubicBezTo>
                <a:cubicBezTo>
                  <a:pt x="9944585" y="2486419"/>
                  <a:pt x="9946557" y="2489724"/>
                  <a:pt x="9943278" y="2491046"/>
                </a:cubicBezTo>
                <a:cubicBezTo>
                  <a:pt x="9940112" y="2492323"/>
                  <a:pt x="9932748" y="2491046"/>
                  <a:pt x="9927107" y="2488311"/>
                </a:cubicBezTo>
                <a:cubicBezTo>
                  <a:pt x="9921576" y="2485530"/>
                  <a:pt x="9919494" y="2482270"/>
                  <a:pt x="9922548" y="2480971"/>
                </a:cubicBezTo>
                <a:close/>
                <a:moveTo>
                  <a:pt x="8239514" y="2479854"/>
                </a:moveTo>
                <a:cubicBezTo>
                  <a:pt x="8263332" y="2479428"/>
                  <a:pt x="8292884" y="2487160"/>
                  <a:pt x="8314181" y="2500598"/>
                </a:cubicBezTo>
                <a:cubicBezTo>
                  <a:pt x="8343051" y="2518674"/>
                  <a:pt x="8346526" y="2540375"/>
                  <a:pt x="8321766" y="2548855"/>
                </a:cubicBezTo>
                <a:cubicBezTo>
                  <a:pt x="8296646" y="2557403"/>
                  <a:pt x="8253051" y="2549288"/>
                  <a:pt x="8224432" y="2530915"/>
                </a:cubicBezTo>
                <a:cubicBezTo>
                  <a:pt x="8195866" y="2512679"/>
                  <a:pt x="8193200" y="2491319"/>
                  <a:pt x="8218124" y="2483091"/>
                </a:cubicBezTo>
                <a:cubicBezTo>
                  <a:pt x="8224272" y="2481045"/>
                  <a:pt x="8231573" y="2479997"/>
                  <a:pt x="8239514" y="2479854"/>
                </a:cubicBezTo>
                <a:close/>
                <a:moveTo>
                  <a:pt x="5276936" y="2479073"/>
                </a:moveTo>
                <a:cubicBezTo>
                  <a:pt x="5286061" y="2481028"/>
                  <a:pt x="5293771" y="2485005"/>
                  <a:pt x="5297925" y="2490567"/>
                </a:cubicBezTo>
                <a:cubicBezTo>
                  <a:pt x="5306095" y="2501669"/>
                  <a:pt x="5296981" y="2514981"/>
                  <a:pt x="5277169" y="2520155"/>
                </a:cubicBezTo>
                <a:cubicBezTo>
                  <a:pt x="5257413" y="2525399"/>
                  <a:pt x="5234572" y="2520429"/>
                  <a:pt x="5226513" y="2509192"/>
                </a:cubicBezTo>
                <a:cubicBezTo>
                  <a:pt x="5218317" y="2497953"/>
                  <a:pt x="5227931" y="2484824"/>
                  <a:pt x="5247465" y="2479717"/>
                </a:cubicBezTo>
                <a:cubicBezTo>
                  <a:pt x="5257274" y="2477187"/>
                  <a:pt x="5267811" y="2477119"/>
                  <a:pt x="5276936" y="2479073"/>
                </a:cubicBezTo>
                <a:close/>
                <a:moveTo>
                  <a:pt x="2716555" y="2478335"/>
                </a:moveTo>
                <a:cubicBezTo>
                  <a:pt x="2719536" y="2479102"/>
                  <a:pt x="2721404" y="2480652"/>
                  <a:pt x="2721473" y="2482795"/>
                </a:cubicBezTo>
                <a:cubicBezTo>
                  <a:pt x="2721473" y="2487080"/>
                  <a:pt x="2714277" y="2492163"/>
                  <a:pt x="2705107" y="2494169"/>
                </a:cubicBezTo>
                <a:cubicBezTo>
                  <a:pt x="2696049" y="2496152"/>
                  <a:pt x="2688547" y="2494260"/>
                  <a:pt x="2688463" y="2489975"/>
                </a:cubicBezTo>
                <a:cubicBezTo>
                  <a:pt x="2688686" y="2485689"/>
                  <a:pt x="2695855" y="2480560"/>
                  <a:pt x="2704968" y="2478577"/>
                </a:cubicBezTo>
                <a:cubicBezTo>
                  <a:pt x="2709484" y="2477586"/>
                  <a:pt x="2713576" y="2477568"/>
                  <a:pt x="2716555" y="2478335"/>
                </a:cubicBezTo>
                <a:close/>
                <a:moveTo>
                  <a:pt x="4124833" y="2474981"/>
                </a:moveTo>
                <a:cubicBezTo>
                  <a:pt x="4130480" y="2476286"/>
                  <a:pt x="4134754" y="2478931"/>
                  <a:pt x="4136336" y="2482589"/>
                </a:cubicBezTo>
                <a:cubicBezTo>
                  <a:pt x="4139477" y="2489975"/>
                  <a:pt x="4130530" y="2498774"/>
                  <a:pt x="4116247" y="2502193"/>
                </a:cubicBezTo>
                <a:cubicBezTo>
                  <a:pt x="4101881" y="2505612"/>
                  <a:pt x="4087850" y="2502376"/>
                  <a:pt x="4084821" y="2494967"/>
                </a:cubicBezTo>
                <a:cubicBezTo>
                  <a:pt x="4081875" y="2487536"/>
                  <a:pt x="4091156" y="2478760"/>
                  <a:pt x="4105077" y="2475409"/>
                </a:cubicBezTo>
                <a:cubicBezTo>
                  <a:pt x="4112162" y="2473710"/>
                  <a:pt x="4119185" y="2473677"/>
                  <a:pt x="4124833" y="2474981"/>
                </a:cubicBezTo>
                <a:close/>
                <a:moveTo>
                  <a:pt x="645680" y="2471032"/>
                </a:moveTo>
                <a:cubicBezTo>
                  <a:pt x="648709" y="2470463"/>
                  <a:pt x="650292" y="2471032"/>
                  <a:pt x="649681" y="2472217"/>
                </a:cubicBezTo>
                <a:cubicBezTo>
                  <a:pt x="649153" y="2473472"/>
                  <a:pt x="646236" y="2474839"/>
                  <a:pt x="643151" y="2475455"/>
                </a:cubicBezTo>
                <a:cubicBezTo>
                  <a:pt x="640373" y="2475979"/>
                  <a:pt x="638400" y="2475523"/>
                  <a:pt x="639373" y="2474224"/>
                </a:cubicBezTo>
                <a:cubicBezTo>
                  <a:pt x="639928" y="2473039"/>
                  <a:pt x="642957" y="2471556"/>
                  <a:pt x="645680" y="2471032"/>
                </a:cubicBezTo>
                <a:close/>
                <a:moveTo>
                  <a:pt x="1929085" y="2468724"/>
                </a:moveTo>
                <a:cubicBezTo>
                  <a:pt x="1935719" y="2470508"/>
                  <a:pt x="1939310" y="2474132"/>
                  <a:pt x="1938171" y="2479170"/>
                </a:cubicBezTo>
                <a:cubicBezTo>
                  <a:pt x="1936143" y="2489291"/>
                  <a:pt x="1916331" y="2501395"/>
                  <a:pt x="1893740" y="2506159"/>
                </a:cubicBezTo>
                <a:cubicBezTo>
                  <a:pt x="1871039" y="2510901"/>
                  <a:pt x="1854478" y="2506365"/>
                  <a:pt x="1856895" y="2496107"/>
                </a:cubicBezTo>
                <a:cubicBezTo>
                  <a:pt x="1859230" y="2485941"/>
                  <a:pt x="1879264" y="2473973"/>
                  <a:pt x="1901743" y="2469322"/>
                </a:cubicBezTo>
                <a:cubicBezTo>
                  <a:pt x="1912775" y="2466997"/>
                  <a:pt x="1922451" y="2466941"/>
                  <a:pt x="1929085" y="2468724"/>
                </a:cubicBezTo>
                <a:close/>
                <a:moveTo>
                  <a:pt x="5563502" y="2460293"/>
                </a:moveTo>
                <a:cubicBezTo>
                  <a:pt x="5573249" y="2462318"/>
                  <a:pt x="5581668" y="2466450"/>
                  <a:pt x="5586405" y="2472217"/>
                </a:cubicBezTo>
                <a:cubicBezTo>
                  <a:pt x="5595992" y="2483843"/>
                  <a:pt x="5587600" y="2497748"/>
                  <a:pt x="5567260" y="2503218"/>
                </a:cubicBezTo>
                <a:cubicBezTo>
                  <a:pt x="5546726" y="2508644"/>
                  <a:pt x="5522468" y="2503492"/>
                  <a:pt x="5512854" y="2491685"/>
                </a:cubicBezTo>
                <a:cubicBezTo>
                  <a:pt x="5503489" y="2480081"/>
                  <a:pt x="5512438" y="2466313"/>
                  <a:pt x="5532638" y="2461002"/>
                </a:cubicBezTo>
                <a:cubicBezTo>
                  <a:pt x="5542683" y="2458347"/>
                  <a:pt x="5553756" y="2458267"/>
                  <a:pt x="5563502" y="2460293"/>
                </a:cubicBezTo>
                <a:close/>
                <a:moveTo>
                  <a:pt x="3849242" y="2453676"/>
                </a:moveTo>
                <a:cubicBezTo>
                  <a:pt x="3854040" y="2454796"/>
                  <a:pt x="3857540" y="2457070"/>
                  <a:pt x="3858582" y="2460227"/>
                </a:cubicBezTo>
                <a:cubicBezTo>
                  <a:pt x="3860916" y="2466632"/>
                  <a:pt x="3852525" y="2474224"/>
                  <a:pt x="3839743" y="2477165"/>
                </a:cubicBezTo>
                <a:cubicBezTo>
                  <a:pt x="3827212" y="2480150"/>
                  <a:pt x="3815290" y="2477324"/>
                  <a:pt x="3813124" y="2470918"/>
                </a:cubicBezTo>
                <a:cubicBezTo>
                  <a:pt x="3810928" y="2464535"/>
                  <a:pt x="3819598" y="2456990"/>
                  <a:pt x="3832130" y="2454049"/>
                </a:cubicBezTo>
                <a:cubicBezTo>
                  <a:pt x="3838354" y="2452591"/>
                  <a:pt x="3844446" y="2452557"/>
                  <a:pt x="3849242" y="2453676"/>
                </a:cubicBezTo>
                <a:close/>
                <a:moveTo>
                  <a:pt x="9439700" y="2452844"/>
                </a:moveTo>
                <a:cubicBezTo>
                  <a:pt x="9451680" y="2454876"/>
                  <a:pt x="9464697" y="2459019"/>
                  <a:pt x="9475964" y="2464809"/>
                </a:cubicBezTo>
                <a:cubicBezTo>
                  <a:pt x="9498221" y="2476320"/>
                  <a:pt x="9505195" y="2490134"/>
                  <a:pt x="9490831" y="2495583"/>
                </a:cubicBezTo>
                <a:cubicBezTo>
                  <a:pt x="9476354" y="2500985"/>
                  <a:pt x="9446594" y="2495879"/>
                  <a:pt x="9424170" y="2484185"/>
                </a:cubicBezTo>
                <a:cubicBezTo>
                  <a:pt x="9401635" y="2472514"/>
                  <a:pt x="9395326" y="2458837"/>
                  <a:pt x="9409666" y="2453548"/>
                </a:cubicBezTo>
                <a:cubicBezTo>
                  <a:pt x="9416779" y="2450892"/>
                  <a:pt x="9427719" y="2450813"/>
                  <a:pt x="9439700" y="2452844"/>
                </a:cubicBezTo>
                <a:close/>
                <a:moveTo>
                  <a:pt x="6938905" y="2450297"/>
                </a:moveTo>
                <a:cubicBezTo>
                  <a:pt x="6948285" y="2452118"/>
                  <a:pt x="6957239" y="2455816"/>
                  <a:pt x="6963645" y="2460956"/>
                </a:cubicBezTo>
                <a:cubicBezTo>
                  <a:pt x="6976287" y="2471306"/>
                  <a:pt x="6973509" y="2483547"/>
                  <a:pt x="6957115" y="2488402"/>
                </a:cubicBezTo>
                <a:cubicBezTo>
                  <a:pt x="6940860" y="2493235"/>
                  <a:pt x="6917519" y="2488698"/>
                  <a:pt x="6904904" y="2478258"/>
                </a:cubicBezTo>
                <a:cubicBezTo>
                  <a:pt x="6892372" y="2467886"/>
                  <a:pt x="6895400" y="2455623"/>
                  <a:pt x="6911600" y="2450904"/>
                </a:cubicBezTo>
                <a:cubicBezTo>
                  <a:pt x="6919714" y="2448533"/>
                  <a:pt x="6929523" y="2448476"/>
                  <a:pt x="6938905" y="2450297"/>
                </a:cubicBezTo>
                <a:close/>
                <a:moveTo>
                  <a:pt x="1179153" y="2442310"/>
                </a:moveTo>
                <a:cubicBezTo>
                  <a:pt x="1186044" y="2440943"/>
                  <a:pt x="1190769" y="2442219"/>
                  <a:pt x="1189351" y="2445228"/>
                </a:cubicBezTo>
                <a:cubicBezTo>
                  <a:pt x="1188240" y="2448282"/>
                  <a:pt x="1181515" y="2451793"/>
                  <a:pt x="1174458" y="2453229"/>
                </a:cubicBezTo>
                <a:cubicBezTo>
                  <a:pt x="1167539" y="2454574"/>
                  <a:pt x="1162704" y="2453343"/>
                  <a:pt x="1164121" y="2450266"/>
                </a:cubicBezTo>
                <a:cubicBezTo>
                  <a:pt x="1165315" y="2447234"/>
                  <a:pt x="1172013" y="2443701"/>
                  <a:pt x="1179153" y="2442310"/>
                </a:cubicBezTo>
                <a:close/>
                <a:moveTo>
                  <a:pt x="7722752" y="2439073"/>
                </a:moveTo>
                <a:cubicBezTo>
                  <a:pt x="7737702" y="2441826"/>
                  <a:pt x="7752644" y="2447439"/>
                  <a:pt x="7764064" y="2455280"/>
                </a:cubicBezTo>
                <a:cubicBezTo>
                  <a:pt x="7786988" y="2471031"/>
                  <a:pt x="7787293" y="2489952"/>
                  <a:pt x="7764064" y="2497383"/>
                </a:cubicBezTo>
                <a:cubicBezTo>
                  <a:pt x="7740835" y="2504814"/>
                  <a:pt x="7703267" y="2497725"/>
                  <a:pt x="7680288" y="2481745"/>
                </a:cubicBezTo>
                <a:cubicBezTo>
                  <a:pt x="7657697" y="2465834"/>
                  <a:pt x="7658391" y="2447165"/>
                  <a:pt x="7681399" y="2440030"/>
                </a:cubicBezTo>
                <a:cubicBezTo>
                  <a:pt x="7692847" y="2436429"/>
                  <a:pt x="7707803" y="2436320"/>
                  <a:pt x="7722752" y="2439073"/>
                </a:cubicBezTo>
                <a:close/>
                <a:moveTo>
                  <a:pt x="5841447" y="2438769"/>
                </a:moveTo>
                <a:cubicBezTo>
                  <a:pt x="5849481" y="2440401"/>
                  <a:pt x="5856545" y="2443723"/>
                  <a:pt x="5860713" y="2448351"/>
                </a:cubicBezTo>
                <a:cubicBezTo>
                  <a:pt x="5869328" y="2457765"/>
                  <a:pt x="5863381" y="2468935"/>
                  <a:pt x="5847070" y="2473288"/>
                </a:cubicBezTo>
                <a:cubicBezTo>
                  <a:pt x="5831093" y="2477688"/>
                  <a:pt x="5811142" y="2473493"/>
                  <a:pt x="5802723" y="2464034"/>
                </a:cubicBezTo>
                <a:cubicBezTo>
                  <a:pt x="5794026" y="2454688"/>
                  <a:pt x="5800528" y="2443632"/>
                  <a:pt x="5816366" y="2439324"/>
                </a:cubicBezTo>
                <a:cubicBezTo>
                  <a:pt x="5824411" y="2437193"/>
                  <a:pt x="5833413" y="2437135"/>
                  <a:pt x="5841447" y="2438769"/>
                </a:cubicBezTo>
                <a:close/>
                <a:moveTo>
                  <a:pt x="8945227" y="2434241"/>
                </a:moveTo>
                <a:cubicBezTo>
                  <a:pt x="8956829" y="2436258"/>
                  <a:pt x="8969152" y="2440362"/>
                  <a:pt x="8979558" y="2446095"/>
                </a:cubicBezTo>
                <a:cubicBezTo>
                  <a:pt x="9000063" y="2457492"/>
                  <a:pt x="9005232" y="2471215"/>
                  <a:pt x="8990088" y="2476572"/>
                </a:cubicBezTo>
                <a:cubicBezTo>
                  <a:pt x="8975056" y="2481929"/>
                  <a:pt x="8946047" y="2476845"/>
                  <a:pt x="8925430" y="2465265"/>
                </a:cubicBezTo>
                <a:cubicBezTo>
                  <a:pt x="8904702" y="2453685"/>
                  <a:pt x="8900284" y="2440145"/>
                  <a:pt x="8915232" y="2434902"/>
                </a:cubicBezTo>
                <a:cubicBezTo>
                  <a:pt x="8922747" y="2432292"/>
                  <a:pt x="8933627" y="2432224"/>
                  <a:pt x="8945227" y="2434241"/>
                </a:cubicBezTo>
                <a:close/>
                <a:moveTo>
                  <a:pt x="3584384" y="2424185"/>
                </a:moveTo>
                <a:cubicBezTo>
                  <a:pt x="3588636" y="2425185"/>
                  <a:pt x="3591664" y="2427219"/>
                  <a:pt x="3592470" y="2430023"/>
                </a:cubicBezTo>
                <a:cubicBezTo>
                  <a:pt x="3593832" y="2435654"/>
                  <a:pt x="3585773" y="2442424"/>
                  <a:pt x="3574354" y="2445045"/>
                </a:cubicBezTo>
                <a:cubicBezTo>
                  <a:pt x="3562766" y="2447713"/>
                  <a:pt x="3552292" y="2445182"/>
                  <a:pt x="3550763" y="2439529"/>
                </a:cubicBezTo>
                <a:cubicBezTo>
                  <a:pt x="3549262" y="2433853"/>
                  <a:pt x="3557542" y="2427105"/>
                  <a:pt x="3568962" y="2424552"/>
                </a:cubicBezTo>
                <a:cubicBezTo>
                  <a:pt x="3574659" y="2423219"/>
                  <a:pt x="3580133" y="2423185"/>
                  <a:pt x="3584384" y="2424185"/>
                </a:cubicBezTo>
                <a:close/>
                <a:moveTo>
                  <a:pt x="2499345" y="2419603"/>
                </a:moveTo>
                <a:cubicBezTo>
                  <a:pt x="2502196" y="2420330"/>
                  <a:pt x="2503877" y="2421817"/>
                  <a:pt x="2503710" y="2423891"/>
                </a:cubicBezTo>
                <a:cubicBezTo>
                  <a:pt x="2503682" y="2428063"/>
                  <a:pt x="2496292" y="2432987"/>
                  <a:pt x="2487289" y="2434970"/>
                </a:cubicBezTo>
                <a:cubicBezTo>
                  <a:pt x="2477980" y="2436885"/>
                  <a:pt x="2470922" y="2435084"/>
                  <a:pt x="2471145" y="2430798"/>
                </a:cubicBezTo>
                <a:cubicBezTo>
                  <a:pt x="2471450" y="2426718"/>
                  <a:pt x="2478703" y="2421795"/>
                  <a:pt x="2487955" y="2419880"/>
                </a:cubicBezTo>
                <a:cubicBezTo>
                  <a:pt x="2492471" y="2418911"/>
                  <a:pt x="2496493" y="2418877"/>
                  <a:pt x="2499345" y="2419603"/>
                </a:cubicBezTo>
                <a:close/>
                <a:moveTo>
                  <a:pt x="6113932" y="2405849"/>
                </a:moveTo>
                <a:cubicBezTo>
                  <a:pt x="6122004" y="2407462"/>
                  <a:pt x="6129298" y="2410739"/>
                  <a:pt x="6134022" y="2415320"/>
                </a:cubicBezTo>
                <a:cubicBezTo>
                  <a:pt x="6143025" y="2424484"/>
                  <a:pt x="6137995" y="2435449"/>
                  <a:pt x="6122212" y="2439688"/>
                </a:cubicBezTo>
                <a:cubicBezTo>
                  <a:pt x="6106625" y="2443997"/>
                  <a:pt x="6086562" y="2439894"/>
                  <a:pt x="6077393" y="2430685"/>
                </a:cubicBezTo>
                <a:cubicBezTo>
                  <a:pt x="6068363" y="2421429"/>
                  <a:pt x="6073809" y="2410556"/>
                  <a:pt x="6089174" y="2406362"/>
                </a:cubicBezTo>
                <a:cubicBezTo>
                  <a:pt x="6097010" y="2404288"/>
                  <a:pt x="6105860" y="2404236"/>
                  <a:pt x="6113932" y="2405849"/>
                </a:cubicBezTo>
                <a:close/>
                <a:moveTo>
                  <a:pt x="8436177" y="2399225"/>
                </a:moveTo>
                <a:cubicBezTo>
                  <a:pt x="8451786" y="2401969"/>
                  <a:pt x="8467952" y="2407548"/>
                  <a:pt x="8481040" y="2415320"/>
                </a:cubicBezTo>
                <a:cubicBezTo>
                  <a:pt x="8507519" y="2431072"/>
                  <a:pt x="8511466" y="2449833"/>
                  <a:pt x="8489680" y="2457242"/>
                </a:cubicBezTo>
                <a:cubicBezTo>
                  <a:pt x="8467758" y="2464649"/>
                  <a:pt x="8428384" y="2457674"/>
                  <a:pt x="8402236" y="2441672"/>
                </a:cubicBezTo>
                <a:cubicBezTo>
                  <a:pt x="8376145" y="2425921"/>
                  <a:pt x="8372978" y="2407320"/>
                  <a:pt x="8394651" y="2400139"/>
                </a:cubicBezTo>
                <a:cubicBezTo>
                  <a:pt x="8405517" y="2396572"/>
                  <a:pt x="8420568" y="2396481"/>
                  <a:pt x="8436177" y="2399225"/>
                </a:cubicBezTo>
                <a:close/>
                <a:moveTo>
                  <a:pt x="1750834" y="2397412"/>
                </a:moveTo>
                <a:cubicBezTo>
                  <a:pt x="1755926" y="2398749"/>
                  <a:pt x="1758587" y="2401473"/>
                  <a:pt x="1757558" y="2405268"/>
                </a:cubicBezTo>
                <a:cubicBezTo>
                  <a:pt x="1755336" y="2412950"/>
                  <a:pt x="1739525" y="2422068"/>
                  <a:pt x="1722019" y="2425601"/>
                </a:cubicBezTo>
                <a:cubicBezTo>
                  <a:pt x="1704430" y="2429180"/>
                  <a:pt x="1691954" y="2425783"/>
                  <a:pt x="1694038" y="2418079"/>
                </a:cubicBezTo>
                <a:cubicBezTo>
                  <a:pt x="1696289" y="2410420"/>
                  <a:pt x="1712211" y="2401393"/>
                  <a:pt x="1729521" y="2397882"/>
                </a:cubicBezTo>
                <a:cubicBezTo>
                  <a:pt x="1738219" y="2396127"/>
                  <a:pt x="1745742" y="2396076"/>
                  <a:pt x="1750834" y="2397412"/>
                </a:cubicBezTo>
                <a:close/>
                <a:moveTo>
                  <a:pt x="7174249" y="2390468"/>
                </a:moveTo>
                <a:cubicBezTo>
                  <a:pt x="7183610" y="2392218"/>
                  <a:pt x="7192675" y="2395785"/>
                  <a:pt x="7199246" y="2400777"/>
                </a:cubicBezTo>
                <a:cubicBezTo>
                  <a:pt x="7212334" y="2410784"/>
                  <a:pt x="7210361" y="2422660"/>
                  <a:pt x="7194745" y="2427311"/>
                </a:cubicBezTo>
                <a:cubicBezTo>
                  <a:pt x="7179157" y="2431984"/>
                  <a:pt x="7155677" y="2427539"/>
                  <a:pt x="7142729" y="2417463"/>
                </a:cubicBezTo>
                <a:cubicBezTo>
                  <a:pt x="7129669" y="2407410"/>
                  <a:pt x="7131865" y="2395649"/>
                  <a:pt x="7147481" y="2391066"/>
                </a:cubicBezTo>
                <a:cubicBezTo>
                  <a:pt x="7155232" y="2388787"/>
                  <a:pt x="7164889" y="2388719"/>
                  <a:pt x="7174249" y="2390468"/>
                </a:cubicBezTo>
                <a:close/>
                <a:moveTo>
                  <a:pt x="3331714" y="2387579"/>
                </a:moveTo>
                <a:cubicBezTo>
                  <a:pt x="3335396" y="2388462"/>
                  <a:pt x="3337918" y="2390246"/>
                  <a:pt x="3338390" y="2392708"/>
                </a:cubicBezTo>
                <a:cubicBezTo>
                  <a:pt x="3339529" y="2397677"/>
                  <a:pt x="3331721" y="2403535"/>
                  <a:pt x="3321440" y="2405838"/>
                </a:cubicBezTo>
                <a:cubicBezTo>
                  <a:pt x="3311131" y="2408162"/>
                  <a:pt x="3301740" y="2406020"/>
                  <a:pt x="3301100" y="2401005"/>
                </a:cubicBezTo>
                <a:cubicBezTo>
                  <a:pt x="3300128" y="2396013"/>
                  <a:pt x="3307714" y="2390109"/>
                  <a:pt x="3318078" y="2387852"/>
                </a:cubicBezTo>
                <a:cubicBezTo>
                  <a:pt x="3323191" y="2386713"/>
                  <a:pt x="3328032" y="2386696"/>
                  <a:pt x="3331714" y="2387579"/>
                </a:cubicBezTo>
                <a:close/>
                <a:moveTo>
                  <a:pt x="555846" y="2375703"/>
                </a:moveTo>
                <a:cubicBezTo>
                  <a:pt x="557292" y="2375429"/>
                  <a:pt x="558208" y="2375634"/>
                  <a:pt x="557736" y="2376205"/>
                </a:cubicBezTo>
                <a:cubicBezTo>
                  <a:pt x="557485" y="2376797"/>
                  <a:pt x="556069" y="2377481"/>
                  <a:pt x="554596" y="2377731"/>
                </a:cubicBezTo>
                <a:cubicBezTo>
                  <a:pt x="553235" y="2378028"/>
                  <a:pt x="552290" y="2377777"/>
                  <a:pt x="552679" y="2377162"/>
                </a:cubicBezTo>
                <a:cubicBezTo>
                  <a:pt x="553068" y="2376569"/>
                  <a:pt x="554596" y="2375953"/>
                  <a:pt x="555846" y="2375703"/>
                </a:cubicBezTo>
                <a:close/>
                <a:moveTo>
                  <a:pt x="10430322" y="2373446"/>
                </a:moveTo>
                <a:cubicBezTo>
                  <a:pt x="10432600" y="2372512"/>
                  <a:pt x="10438268" y="2373401"/>
                  <a:pt x="10442743" y="2375429"/>
                </a:cubicBezTo>
                <a:cubicBezTo>
                  <a:pt x="10447381" y="2377458"/>
                  <a:pt x="10449188" y="2379829"/>
                  <a:pt x="10446910" y="2380740"/>
                </a:cubicBezTo>
                <a:cubicBezTo>
                  <a:pt x="10444576" y="2381653"/>
                  <a:pt x="10438990" y="2380831"/>
                  <a:pt x="10434350" y="2378803"/>
                </a:cubicBezTo>
                <a:cubicBezTo>
                  <a:pt x="10429848" y="2376797"/>
                  <a:pt x="10428072" y="2374358"/>
                  <a:pt x="10430322" y="2373446"/>
                </a:cubicBezTo>
                <a:close/>
                <a:moveTo>
                  <a:pt x="9989932" y="2372010"/>
                </a:moveTo>
                <a:cubicBezTo>
                  <a:pt x="9993072" y="2370824"/>
                  <a:pt x="10000158" y="2371941"/>
                  <a:pt x="10005576" y="2374540"/>
                </a:cubicBezTo>
                <a:cubicBezTo>
                  <a:pt x="10011217" y="2377161"/>
                  <a:pt x="10013357" y="2380262"/>
                  <a:pt x="10010188" y="2381447"/>
                </a:cubicBezTo>
                <a:cubicBezTo>
                  <a:pt x="10007048" y="2382678"/>
                  <a:pt x="10000185" y="2381515"/>
                  <a:pt x="9994462" y="2378871"/>
                </a:cubicBezTo>
                <a:cubicBezTo>
                  <a:pt x="9988989" y="2376250"/>
                  <a:pt x="9986792" y="2373241"/>
                  <a:pt x="9989932" y="2372010"/>
                </a:cubicBezTo>
                <a:close/>
                <a:moveTo>
                  <a:pt x="10859124" y="2371965"/>
                </a:moveTo>
                <a:cubicBezTo>
                  <a:pt x="10859761" y="2371714"/>
                  <a:pt x="10861374" y="2371965"/>
                  <a:pt x="10862762" y="2372512"/>
                </a:cubicBezTo>
                <a:cubicBezTo>
                  <a:pt x="10864236" y="2373104"/>
                  <a:pt x="10864736" y="2373765"/>
                  <a:pt x="10864125" y="2374016"/>
                </a:cubicBezTo>
                <a:cubicBezTo>
                  <a:pt x="10863513" y="2374289"/>
                  <a:pt x="10861900" y="2374107"/>
                  <a:pt x="10860512" y="2373446"/>
                </a:cubicBezTo>
                <a:cubicBezTo>
                  <a:pt x="10859150" y="2372945"/>
                  <a:pt x="10858483" y="2372238"/>
                  <a:pt x="10859124" y="2371965"/>
                </a:cubicBezTo>
                <a:close/>
                <a:moveTo>
                  <a:pt x="7918990" y="2364704"/>
                </a:moveTo>
                <a:cubicBezTo>
                  <a:pt x="7933255" y="2367246"/>
                  <a:pt x="7947649" y="2372409"/>
                  <a:pt x="7958818" y="2379600"/>
                </a:cubicBezTo>
                <a:cubicBezTo>
                  <a:pt x="7981188" y="2394144"/>
                  <a:pt x="7982216" y="2411514"/>
                  <a:pt x="7960819" y="2418307"/>
                </a:cubicBezTo>
                <a:cubicBezTo>
                  <a:pt x="7939341" y="2425168"/>
                  <a:pt x="7903718" y="2418672"/>
                  <a:pt x="7881350" y="2403968"/>
                </a:cubicBezTo>
                <a:cubicBezTo>
                  <a:pt x="7859343" y="2389380"/>
                  <a:pt x="7858760" y="2372170"/>
                  <a:pt x="7879934" y="2365536"/>
                </a:cubicBezTo>
                <a:cubicBezTo>
                  <a:pt x="7890590" y="2362242"/>
                  <a:pt x="7904726" y="2362163"/>
                  <a:pt x="7918990" y="2364704"/>
                </a:cubicBezTo>
                <a:close/>
                <a:moveTo>
                  <a:pt x="6377314" y="2363396"/>
                </a:moveTo>
                <a:cubicBezTo>
                  <a:pt x="6386706" y="2365229"/>
                  <a:pt x="6395299" y="2368944"/>
                  <a:pt x="6400884" y="2374107"/>
                </a:cubicBezTo>
                <a:cubicBezTo>
                  <a:pt x="6412499" y="2384570"/>
                  <a:pt x="6407413" y="2396902"/>
                  <a:pt x="6389963" y="2401758"/>
                </a:cubicBezTo>
                <a:cubicBezTo>
                  <a:pt x="6372180" y="2406659"/>
                  <a:pt x="6348895" y="2402077"/>
                  <a:pt x="6337642" y="2391500"/>
                </a:cubicBezTo>
                <a:cubicBezTo>
                  <a:pt x="6326360" y="2381083"/>
                  <a:pt x="6331529" y="2368773"/>
                  <a:pt x="6348950" y="2363986"/>
                </a:cubicBezTo>
                <a:cubicBezTo>
                  <a:pt x="6357731" y="2361615"/>
                  <a:pt x="6367922" y="2361564"/>
                  <a:pt x="6377314" y="2363396"/>
                </a:cubicBezTo>
                <a:close/>
                <a:moveTo>
                  <a:pt x="1058143" y="2354344"/>
                </a:moveTo>
                <a:cubicBezTo>
                  <a:pt x="1065035" y="2352999"/>
                  <a:pt x="1069620" y="2354207"/>
                  <a:pt x="1068175" y="2357102"/>
                </a:cubicBezTo>
                <a:cubicBezTo>
                  <a:pt x="1066980" y="2359951"/>
                  <a:pt x="1060089" y="2363348"/>
                  <a:pt x="1053309" y="2364693"/>
                </a:cubicBezTo>
                <a:cubicBezTo>
                  <a:pt x="1046334" y="2365992"/>
                  <a:pt x="1041805" y="2364739"/>
                  <a:pt x="1043194" y="2361889"/>
                </a:cubicBezTo>
                <a:cubicBezTo>
                  <a:pt x="1044528" y="2358994"/>
                  <a:pt x="1051224" y="2355643"/>
                  <a:pt x="1058143" y="2354344"/>
                </a:cubicBezTo>
                <a:close/>
                <a:moveTo>
                  <a:pt x="2304939" y="2353431"/>
                </a:moveTo>
                <a:cubicBezTo>
                  <a:pt x="2308760" y="2354383"/>
                  <a:pt x="2311011" y="2356327"/>
                  <a:pt x="2310732" y="2359039"/>
                </a:cubicBezTo>
                <a:cubicBezTo>
                  <a:pt x="2310038" y="2364464"/>
                  <a:pt x="2299729" y="2370915"/>
                  <a:pt x="2287392" y="2373491"/>
                </a:cubicBezTo>
                <a:cubicBezTo>
                  <a:pt x="2275249" y="2376021"/>
                  <a:pt x="2265801" y="2373628"/>
                  <a:pt x="2266385" y="2368157"/>
                </a:cubicBezTo>
                <a:cubicBezTo>
                  <a:pt x="2267190" y="2362686"/>
                  <a:pt x="2277638" y="2356212"/>
                  <a:pt x="2289726" y="2353773"/>
                </a:cubicBezTo>
                <a:cubicBezTo>
                  <a:pt x="2295728" y="2352519"/>
                  <a:pt x="2301118" y="2352480"/>
                  <a:pt x="2304939" y="2353431"/>
                </a:cubicBezTo>
                <a:close/>
                <a:moveTo>
                  <a:pt x="9535637" y="2350676"/>
                </a:moveTo>
                <a:cubicBezTo>
                  <a:pt x="9547314" y="2352589"/>
                  <a:pt x="9559991" y="2356487"/>
                  <a:pt x="9570966" y="2361934"/>
                </a:cubicBezTo>
                <a:cubicBezTo>
                  <a:pt x="9593168" y="2372831"/>
                  <a:pt x="9600059" y="2385869"/>
                  <a:pt x="9586470" y="2390952"/>
                </a:cubicBezTo>
                <a:cubicBezTo>
                  <a:pt x="9572773" y="2396082"/>
                  <a:pt x="9543319" y="2391204"/>
                  <a:pt x="9521285" y="2380193"/>
                </a:cubicBezTo>
                <a:cubicBezTo>
                  <a:pt x="9499360" y="2369206"/>
                  <a:pt x="9492692" y="2356349"/>
                  <a:pt x="9506308" y="2351335"/>
                </a:cubicBezTo>
                <a:cubicBezTo>
                  <a:pt x="9513282" y="2348839"/>
                  <a:pt x="9523958" y="2348765"/>
                  <a:pt x="9535637" y="2350676"/>
                </a:cubicBezTo>
                <a:close/>
                <a:moveTo>
                  <a:pt x="3094693" y="2343294"/>
                </a:moveTo>
                <a:cubicBezTo>
                  <a:pt x="3098260" y="2344148"/>
                  <a:pt x="3100608" y="2345887"/>
                  <a:pt x="3100899" y="2348303"/>
                </a:cubicBezTo>
                <a:cubicBezTo>
                  <a:pt x="3101427" y="2353113"/>
                  <a:pt x="3093619" y="2358879"/>
                  <a:pt x="3083088" y="2361091"/>
                </a:cubicBezTo>
                <a:cubicBezTo>
                  <a:pt x="3072751" y="2363348"/>
                  <a:pt x="3063971" y="2361227"/>
                  <a:pt x="3063249" y="2356349"/>
                </a:cubicBezTo>
                <a:cubicBezTo>
                  <a:pt x="3062692" y="2351563"/>
                  <a:pt x="3070918" y="2345795"/>
                  <a:pt x="3081170" y="2343585"/>
                </a:cubicBezTo>
                <a:cubicBezTo>
                  <a:pt x="3086340" y="2342468"/>
                  <a:pt x="3091126" y="2342439"/>
                  <a:pt x="3094693" y="2343294"/>
                </a:cubicBezTo>
                <a:close/>
                <a:moveTo>
                  <a:pt x="9069537" y="2338906"/>
                </a:moveTo>
                <a:cubicBezTo>
                  <a:pt x="9080902" y="2340798"/>
                  <a:pt x="9093026" y="2344656"/>
                  <a:pt x="9103293" y="2350058"/>
                </a:cubicBezTo>
                <a:cubicBezTo>
                  <a:pt x="9123827" y="2360908"/>
                  <a:pt x="9128910" y="2373834"/>
                  <a:pt x="9114823" y="2378894"/>
                </a:cubicBezTo>
                <a:cubicBezTo>
                  <a:pt x="9100235" y="2383955"/>
                  <a:pt x="9071616" y="2379145"/>
                  <a:pt x="9051219" y="2368203"/>
                </a:cubicBezTo>
                <a:cubicBezTo>
                  <a:pt x="9030629" y="2357284"/>
                  <a:pt x="9026240" y="2344519"/>
                  <a:pt x="9040327" y="2339549"/>
                </a:cubicBezTo>
                <a:cubicBezTo>
                  <a:pt x="9047564" y="2337088"/>
                  <a:pt x="9058173" y="2337014"/>
                  <a:pt x="9069537" y="2338906"/>
                </a:cubicBezTo>
                <a:close/>
                <a:moveTo>
                  <a:pt x="7392787" y="2326106"/>
                </a:moveTo>
                <a:cubicBezTo>
                  <a:pt x="7402068" y="2327787"/>
                  <a:pt x="7411162" y="2331218"/>
                  <a:pt x="7417927" y="2336016"/>
                </a:cubicBezTo>
                <a:cubicBezTo>
                  <a:pt x="7431375" y="2345613"/>
                  <a:pt x="7430236" y="2357102"/>
                  <a:pt x="7415343" y="2361569"/>
                </a:cubicBezTo>
                <a:cubicBezTo>
                  <a:pt x="7400310" y="2366060"/>
                  <a:pt x="7376970" y="2361820"/>
                  <a:pt x="7363548" y="2352155"/>
                </a:cubicBezTo>
                <a:cubicBezTo>
                  <a:pt x="7350017" y="2342444"/>
                  <a:pt x="7351600" y="2331092"/>
                  <a:pt x="7366522" y="2326692"/>
                </a:cubicBezTo>
                <a:cubicBezTo>
                  <a:pt x="7374038" y="2324493"/>
                  <a:pt x="7383506" y="2324425"/>
                  <a:pt x="7392787" y="2326106"/>
                </a:cubicBezTo>
                <a:close/>
                <a:moveTo>
                  <a:pt x="1604017" y="2316763"/>
                </a:moveTo>
                <a:cubicBezTo>
                  <a:pt x="1609831" y="2318293"/>
                  <a:pt x="1612763" y="2321404"/>
                  <a:pt x="1611429" y="2325735"/>
                </a:cubicBezTo>
                <a:cubicBezTo>
                  <a:pt x="1608706" y="2334420"/>
                  <a:pt x="1589783" y="2344815"/>
                  <a:pt x="1569249" y="2348850"/>
                </a:cubicBezTo>
                <a:cubicBezTo>
                  <a:pt x="1548521" y="2352930"/>
                  <a:pt x="1533849" y="2349123"/>
                  <a:pt x="1536850" y="2340347"/>
                </a:cubicBezTo>
                <a:cubicBezTo>
                  <a:pt x="1539629" y="2331571"/>
                  <a:pt x="1558579" y="2321313"/>
                  <a:pt x="1579308" y="2317278"/>
                </a:cubicBezTo>
                <a:cubicBezTo>
                  <a:pt x="1589506" y="2315284"/>
                  <a:pt x="1598203" y="2315232"/>
                  <a:pt x="1604017" y="2316763"/>
                </a:cubicBezTo>
                <a:close/>
                <a:moveTo>
                  <a:pt x="6627712" y="2315783"/>
                </a:moveTo>
                <a:cubicBezTo>
                  <a:pt x="6637882" y="2317706"/>
                  <a:pt x="6647378" y="2321622"/>
                  <a:pt x="6653824" y="2327081"/>
                </a:cubicBezTo>
                <a:cubicBezTo>
                  <a:pt x="6666856" y="2338090"/>
                  <a:pt x="6662549" y="2351130"/>
                  <a:pt x="6644155" y="2356259"/>
                </a:cubicBezTo>
                <a:cubicBezTo>
                  <a:pt x="6625787" y="2361411"/>
                  <a:pt x="6600419" y="2356532"/>
                  <a:pt x="6587443" y="2345454"/>
                </a:cubicBezTo>
                <a:cubicBezTo>
                  <a:pt x="6574772" y="2334421"/>
                  <a:pt x="6579190" y="2321496"/>
                  <a:pt x="6597557" y="2316436"/>
                </a:cubicBezTo>
                <a:cubicBezTo>
                  <a:pt x="6606698" y="2313928"/>
                  <a:pt x="6617542" y="2313860"/>
                  <a:pt x="6627712" y="2315783"/>
                </a:cubicBezTo>
                <a:close/>
                <a:moveTo>
                  <a:pt x="4745199" y="2313463"/>
                </a:moveTo>
                <a:cubicBezTo>
                  <a:pt x="4754052" y="2315330"/>
                  <a:pt x="4761173" y="2319125"/>
                  <a:pt x="4764507" y="2324414"/>
                </a:cubicBezTo>
                <a:cubicBezTo>
                  <a:pt x="4771203" y="2335104"/>
                  <a:pt x="4759867" y="2347847"/>
                  <a:pt x="4739276" y="2352816"/>
                </a:cubicBezTo>
                <a:cubicBezTo>
                  <a:pt x="4718520" y="2357854"/>
                  <a:pt x="4696235" y="2353068"/>
                  <a:pt x="4689816" y="2342308"/>
                </a:cubicBezTo>
                <a:cubicBezTo>
                  <a:pt x="4683370" y="2331617"/>
                  <a:pt x="4694845" y="2318988"/>
                  <a:pt x="4715491" y="2314087"/>
                </a:cubicBezTo>
                <a:cubicBezTo>
                  <a:pt x="4725759" y="2311660"/>
                  <a:pt x="4736345" y="2311597"/>
                  <a:pt x="4745199" y="2313463"/>
                </a:cubicBezTo>
                <a:close/>
                <a:moveTo>
                  <a:pt x="8587559" y="2312218"/>
                </a:moveTo>
                <a:cubicBezTo>
                  <a:pt x="8602919" y="2314823"/>
                  <a:pt x="8618972" y="2320117"/>
                  <a:pt x="8632116" y="2327491"/>
                </a:cubicBezTo>
                <a:cubicBezTo>
                  <a:pt x="8658485" y="2342468"/>
                  <a:pt x="8663180" y="2360293"/>
                  <a:pt x="8642312" y="2367269"/>
                </a:cubicBezTo>
                <a:cubicBezTo>
                  <a:pt x="8621251" y="2374312"/>
                  <a:pt x="8582821" y="2367702"/>
                  <a:pt x="8556425" y="2352497"/>
                </a:cubicBezTo>
                <a:cubicBezTo>
                  <a:pt x="8530222" y="2337498"/>
                  <a:pt x="8526249" y="2319923"/>
                  <a:pt x="8547171" y="2313084"/>
                </a:cubicBezTo>
                <a:cubicBezTo>
                  <a:pt x="8557536" y="2309699"/>
                  <a:pt x="8572201" y="2309614"/>
                  <a:pt x="8587559" y="2312218"/>
                </a:cubicBezTo>
                <a:close/>
                <a:moveTo>
                  <a:pt x="5019614" y="2311990"/>
                </a:moveTo>
                <a:cubicBezTo>
                  <a:pt x="5028645" y="2313865"/>
                  <a:pt x="5036106" y="2317678"/>
                  <a:pt x="5039900" y="2322978"/>
                </a:cubicBezTo>
                <a:cubicBezTo>
                  <a:pt x="5047290" y="2333668"/>
                  <a:pt x="5037176" y="2346388"/>
                  <a:pt x="5016919" y="2351357"/>
                </a:cubicBezTo>
                <a:cubicBezTo>
                  <a:pt x="4996358" y="2356349"/>
                  <a:pt x="4974017" y="2351631"/>
                  <a:pt x="4966681" y="2340803"/>
                </a:cubicBezTo>
                <a:cubicBezTo>
                  <a:pt x="4959429" y="2330112"/>
                  <a:pt x="4969822" y="2317529"/>
                  <a:pt x="4989911" y="2312628"/>
                </a:cubicBezTo>
                <a:cubicBezTo>
                  <a:pt x="4999984" y="2310178"/>
                  <a:pt x="5010583" y="2310115"/>
                  <a:pt x="5019614" y="2311990"/>
                </a:cubicBezTo>
                <a:close/>
                <a:moveTo>
                  <a:pt x="4468629" y="2311717"/>
                </a:moveTo>
                <a:cubicBezTo>
                  <a:pt x="4475290" y="2313142"/>
                  <a:pt x="4480515" y="2316037"/>
                  <a:pt x="4482751" y="2320083"/>
                </a:cubicBezTo>
                <a:cubicBezTo>
                  <a:pt x="4486864" y="2328221"/>
                  <a:pt x="4477638" y="2337886"/>
                  <a:pt x="4461494" y="2341670"/>
                </a:cubicBezTo>
                <a:cubicBezTo>
                  <a:pt x="4445490" y="2345454"/>
                  <a:pt x="4428846" y="2341829"/>
                  <a:pt x="4424539" y="2333645"/>
                </a:cubicBezTo>
                <a:cubicBezTo>
                  <a:pt x="4420371" y="2325485"/>
                  <a:pt x="4429985" y="2315911"/>
                  <a:pt x="4445879" y="2312172"/>
                </a:cubicBezTo>
                <a:cubicBezTo>
                  <a:pt x="4453867" y="2310338"/>
                  <a:pt x="4461967" y="2310292"/>
                  <a:pt x="4468629" y="2311717"/>
                </a:cubicBezTo>
                <a:close/>
                <a:moveTo>
                  <a:pt x="4182018" y="2305425"/>
                </a:moveTo>
                <a:cubicBezTo>
                  <a:pt x="4189715" y="2303625"/>
                  <a:pt x="4197661" y="2305334"/>
                  <a:pt x="4199439" y="2309232"/>
                </a:cubicBezTo>
                <a:cubicBezTo>
                  <a:pt x="4201135" y="2313084"/>
                  <a:pt x="4196133" y="2317757"/>
                  <a:pt x="4188353" y="2319490"/>
                </a:cubicBezTo>
                <a:cubicBezTo>
                  <a:pt x="4180545" y="2321291"/>
                  <a:pt x="4172848" y="2319604"/>
                  <a:pt x="4171042" y="2315729"/>
                </a:cubicBezTo>
                <a:cubicBezTo>
                  <a:pt x="4169430" y="2311808"/>
                  <a:pt x="4174126" y="2307226"/>
                  <a:pt x="4182018" y="2305425"/>
                </a:cubicBezTo>
                <a:close/>
                <a:moveTo>
                  <a:pt x="5296126" y="2299573"/>
                </a:moveTo>
                <a:cubicBezTo>
                  <a:pt x="5306734" y="2301726"/>
                  <a:pt x="5315723" y="2306109"/>
                  <a:pt x="5320627" y="2312218"/>
                </a:cubicBezTo>
                <a:cubicBezTo>
                  <a:pt x="5330380" y="2324482"/>
                  <a:pt x="5319599" y="2339162"/>
                  <a:pt x="5296536" y="2344906"/>
                </a:cubicBezTo>
                <a:cubicBezTo>
                  <a:pt x="5273473" y="2350650"/>
                  <a:pt x="5247215" y="2345203"/>
                  <a:pt x="5237711" y="2332779"/>
                </a:cubicBezTo>
                <a:cubicBezTo>
                  <a:pt x="5228181" y="2320424"/>
                  <a:pt x="5239240" y="2305903"/>
                  <a:pt x="5261913" y="2300296"/>
                </a:cubicBezTo>
                <a:cubicBezTo>
                  <a:pt x="5273292" y="2297492"/>
                  <a:pt x="5285518" y="2297418"/>
                  <a:pt x="5296126" y="2299573"/>
                </a:cubicBezTo>
                <a:close/>
                <a:moveTo>
                  <a:pt x="2872573" y="2293700"/>
                </a:moveTo>
                <a:cubicBezTo>
                  <a:pt x="2875842" y="2294478"/>
                  <a:pt x="2877912" y="2296056"/>
                  <a:pt x="2877967" y="2298244"/>
                </a:cubicBezTo>
                <a:cubicBezTo>
                  <a:pt x="2878467" y="2302621"/>
                  <a:pt x="2870659" y="2307933"/>
                  <a:pt x="2861017" y="2309938"/>
                </a:cubicBezTo>
                <a:cubicBezTo>
                  <a:pt x="2851348" y="2311967"/>
                  <a:pt x="2843178" y="2310030"/>
                  <a:pt x="2842817" y="2305630"/>
                </a:cubicBezTo>
                <a:cubicBezTo>
                  <a:pt x="2842539" y="2301185"/>
                  <a:pt x="2850208" y="2295988"/>
                  <a:pt x="2859989" y="2293959"/>
                </a:cubicBezTo>
                <a:cubicBezTo>
                  <a:pt x="2864838" y="2292945"/>
                  <a:pt x="2869305" y="2292923"/>
                  <a:pt x="2872573" y="2293700"/>
                </a:cubicBezTo>
                <a:close/>
                <a:moveTo>
                  <a:pt x="8096265" y="2286648"/>
                </a:moveTo>
                <a:cubicBezTo>
                  <a:pt x="8110270" y="2289064"/>
                  <a:pt x="8124552" y="2293982"/>
                  <a:pt x="8135848" y="2300866"/>
                </a:cubicBezTo>
                <a:cubicBezTo>
                  <a:pt x="8158410" y="2314771"/>
                  <a:pt x="8160494" y="2331343"/>
                  <a:pt x="8139877" y="2337817"/>
                </a:cubicBezTo>
                <a:cubicBezTo>
                  <a:pt x="8119259" y="2344336"/>
                  <a:pt x="8084025" y="2338136"/>
                  <a:pt x="8061601" y="2324094"/>
                </a:cubicBezTo>
                <a:cubicBezTo>
                  <a:pt x="8039205" y="2310121"/>
                  <a:pt x="8037927" y="2293777"/>
                  <a:pt x="8058351" y="2287439"/>
                </a:cubicBezTo>
                <a:cubicBezTo>
                  <a:pt x="8068534" y="2284317"/>
                  <a:pt x="8082260" y="2284231"/>
                  <a:pt x="8096265" y="2286648"/>
                </a:cubicBezTo>
                <a:close/>
                <a:moveTo>
                  <a:pt x="2125258" y="2286018"/>
                </a:moveTo>
                <a:cubicBezTo>
                  <a:pt x="2128953" y="2286938"/>
                  <a:pt x="2131065" y="2288808"/>
                  <a:pt x="2130676" y="2291406"/>
                </a:cubicBezTo>
                <a:cubicBezTo>
                  <a:pt x="2129704" y="2296649"/>
                  <a:pt x="2119145" y="2302895"/>
                  <a:pt x="2107196" y="2305289"/>
                </a:cubicBezTo>
                <a:cubicBezTo>
                  <a:pt x="2095081" y="2307705"/>
                  <a:pt x="2085912" y="2305403"/>
                  <a:pt x="2086940" y="2300114"/>
                </a:cubicBezTo>
                <a:cubicBezTo>
                  <a:pt x="2087774" y="2294917"/>
                  <a:pt x="2098166" y="2288716"/>
                  <a:pt x="2110336" y="2286323"/>
                </a:cubicBezTo>
                <a:cubicBezTo>
                  <a:pt x="2116283" y="2285126"/>
                  <a:pt x="2121562" y="2285098"/>
                  <a:pt x="2125258" y="2286018"/>
                </a:cubicBezTo>
                <a:close/>
                <a:moveTo>
                  <a:pt x="5565029" y="2285702"/>
                </a:moveTo>
                <a:cubicBezTo>
                  <a:pt x="5574261" y="2287536"/>
                  <a:pt x="5582208" y="2291270"/>
                  <a:pt x="5586710" y="2296467"/>
                </a:cubicBezTo>
                <a:cubicBezTo>
                  <a:pt x="5596130" y="2306952"/>
                  <a:pt x="5587905" y="2319512"/>
                  <a:pt x="5568565" y="2324413"/>
                </a:cubicBezTo>
                <a:cubicBezTo>
                  <a:pt x="5549227" y="2329337"/>
                  <a:pt x="5525941" y="2324641"/>
                  <a:pt x="5516966" y="2314041"/>
                </a:cubicBezTo>
                <a:cubicBezTo>
                  <a:pt x="5508213" y="2303555"/>
                  <a:pt x="5516466" y="2291110"/>
                  <a:pt x="5535638" y="2286322"/>
                </a:cubicBezTo>
                <a:cubicBezTo>
                  <a:pt x="5545279" y="2283929"/>
                  <a:pt x="5555797" y="2283867"/>
                  <a:pt x="5565029" y="2285702"/>
                </a:cubicBezTo>
                <a:close/>
                <a:moveTo>
                  <a:pt x="3922492" y="2285502"/>
                </a:moveTo>
                <a:cubicBezTo>
                  <a:pt x="3928327" y="2284248"/>
                  <a:pt x="3933801" y="2285434"/>
                  <a:pt x="3934634" y="2288192"/>
                </a:cubicBezTo>
                <a:cubicBezTo>
                  <a:pt x="3935690" y="2290927"/>
                  <a:pt x="3931967" y="2294164"/>
                  <a:pt x="3926381" y="2295463"/>
                </a:cubicBezTo>
                <a:cubicBezTo>
                  <a:pt x="3920630" y="2296740"/>
                  <a:pt x="3915239" y="2295487"/>
                  <a:pt x="3914266" y="2292751"/>
                </a:cubicBezTo>
                <a:cubicBezTo>
                  <a:pt x="3913183" y="2289993"/>
                  <a:pt x="3917073" y="2286801"/>
                  <a:pt x="3922492" y="2285502"/>
                </a:cubicBezTo>
                <a:close/>
                <a:moveTo>
                  <a:pt x="486214" y="2278185"/>
                </a:moveTo>
                <a:cubicBezTo>
                  <a:pt x="489772" y="2277547"/>
                  <a:pt x="492050" y="2278094"/>
                  <a:pt x="491133" y="2279484"/>
                </a:cubicBezTo>
                <a:cubicBezTo>
                  <a:pt x="490132" y="2280829"/>
                  <a:pt x="486631" y="2282493"/>
                  <a:pt x="483186" y="2283109"/>
                </a:cubicBezTo>
                <a:cubicBezTo>
                  <a:pt x="479740" y="2283747"/>
                  <a:pt x="477491" y="2283132"/>
                  <a:pt x="478350" y="2281763"/>
                </a:cubicBezTo>
                <a:cubicBezTo>
                  <a:pt x="479377" y="2280396"/>
                  <a:pt x="482964" y="2278778"/>
                  <a:pt x="486214" y="2278185"/>
                </a:cubicBezTo>
                <a:close/>
                <a:moveTo>
                  <a:pt x="955971" y="2267061"/>
                </a:moveTo>
                <a:cubicBezTo>
                  <a:pt x="960723" y="2266171"/>
                  <a:pt x="963752" y="2266969"/>
                  <a:pt x="962835" y="2268884"/>
                </a:cubicBezTo>
                <a:cubicBezTo>
                  <a:pt x="961780" y="2270822"/>
                  <a:pt x="957139" y="2273078"/>
                  <a:pt x="952471" y="2273944"/>
                </a:cubicBezTo>
                <a:cubicBezTo>
                  <a:pt x="947663" y="2274834"/>
                  <a:pt x="944691" y="2274036"/>
                  <a:pt x="945607" y="2272075"/>
                </a:cubicBezTo>
                <a:cubicBezTo>
                  <a:pt x="946608" y="2270161"/>
                  <a:pt x="951221" y="2267927"/>
                  <a:pt x="955971" y="2267061"/>
                </a:cubicBezTo>
                <a:close/>
                <a:moveTo>
                  <a:pt x="10043061" y="2266627"/>
                </a:moveTo>
                <a:cubicBezTo>
                  <a:pt x="10045311" y="2265761"/>
                  <a:pt x="10050619" y="2266558"/>
                  <a:pt x="10054925" y="2268473"/>
                </a:cubicBezTo>
                <a:cubicBezTo>
                  <a:pt x="10059121" y="2270389"/>
                  <a:pt x="10060537" y="2272622"/>
                  <a:pt x="10058316" y="2273511"/>
                </a:cubicBezTo>
                <a:cubicBezTo>
                  <a:pt x="10056066" y="2274355"/>
                  <a:pt x="10050674" y="2273511"/>
                  <a:pt x="10046506" y="2271665"/>
                </a:cubicBezTo>
                <a:cubicBezTo>
                  <a:pt x="10042255" y="2269750"/>
                  <a:pt x="10040616" y="2267471"/>
                  <a:pt x="10043061" y="2266627"/>
                </a:cubicBezTo>
                <a:close/>
                <a:moveTo>
                  <a:pt x="10456078" y="2263983"/>
                </a:moveTo>
                <a:cubicBezTo>
                  <a:pt x="10457495" y="2263368"/>
                  <a:pt x="10461525" y="2263983"/>
                  <a:pt x="10464665" y="2265351"/>
                </a:cubicBezTo>
                <a:cubicBezTo>
                  <a:pt x="10467721" y="2266696"/>
                  <a:pt x="10469055" y="2268292"/>
                  <a:pt x="10467527" y="2268907"/>
                </a:cubicBezTo>
                <a:cubicBezTo>
                  <a:pt x="10465972" y="2269545"/>
                  <a:pt x="10462054" y="2268930"/>
                  <a:pt x="10458914" y="2267562"/>
                </a:cubicBezTo>
                <a:cubicBezTo>
                  <a:pt x="10455745" y="2266217"/>
                  <a:pt x="10454412" y="2264621"/>
                  <a:pt x="10456078" y="2263983"/>
                </a:cubicBezTo>
                <a:close/>
                <a:moveTo>
                  <a:pt x="6864218" y="2261675"/>
                </a:moveTo>
                <a:cubicBezTo>
                  <a:pt x="6875673" y="2263784"/>
                  <a:pt x="6886538" y="2268064"/>
                  <a:pt x="6894151" y="2274013"/>
                </a:cubicBezTo>
                <a:cubicBezTo>
                  <a:pt x="6909323" y="2286026"/>
                  <a:pt x="6905738" y="2300341"/>
                  <a:pt x="6885732" y="2305949"/>
                </a:cubicBezTo>
                <a:cubicBezTo>
                  <a:pt x="6865559" y="2311580"/>
                  <a:pt x="6836855" y="2306245"/>
                  <a:pt x="6821739" y="2294096"/>
                </a:cubicBezTo>
                <a:cubicBezTo>
                  <a:pt x="6806845" y="2282014"/>
                  <a:pt x="6810763" y="2267835"/>
                  <a:pt x="6830742" y="2262365"/>
                </a:cubicBezTo>
                <a:cubicBezTo>
                  <a:pt x="6840718" y="2259629"/>
                  <a:pt x="6852763" y="2259567"/>
                  <a:pt x="6864218" y="2261675"/>
                </a:cubicBezTo>
                <a:close/>
                <a:moveTo>
                  <a:pt x="5831066" y="2260747"/>
                </a:moveTo>
                <a:cubicBezTo>
                  <a:pt x="5840631" y="2262605"/>
                  <a:pt x="5849044" y="2266388"/>
                  <a:pt x="5854072" y="2271666"/>
                </a:cubicBezTo>
                <a:cubicBezTo>
                  <a:pt x="5864271" y="2282265"/>
                  <a:pt x="5856907" y="2294962"/>
                  <a:pt x="5837762" y="2299931"/>
                </a:cubicBezTo>
                <a:cubicBezTo>
                  <a:pt x="5818395" y="2304901"/>
                  <a:pt x="5794526" y="2300114"/>
                  <a:pt x="5784356" y="2289423"/>
                </a:cubicBezTo>
                <a:cubicBezTo>
                  <a:pt x="5774575" y="2278800"/>
                  <a:pt x="5782077" y="2266217"/>
                  <a:pt x="5801139" y="2261385"/>
                </a:cubicBezTo>
                <a:cubicBezTo>
                  <a:pt x="5810782" y="2258957"/>
                  <a:pt x="5821500" y="2258888"/>
                  <a:pt x="5831066" y="2260747"/>
                </a:cubicBezTo>
                <a:close/>
                <a:moveTo>
                  <a:pt x="7593823" y="2257034"/>
                </a:moveTo>
                <a:cubicBezTo>
                  <a:pt x="7603541" y="2258741"/>
                  <a:pt x="7613155" y="2262217"/>
                  <a:pt x="7620407" y="2267061"/>
                </a:cubicBezTo>
                <a:cubicBezTo>
                  <a:pt x="7635161" y="2276817"/>
                  <a:pt x="7634828" y="2288466"/>
                  <a:pt x="7619295" y="2293070"/>
                </a:cubicBezTo>
                <a:cubicBezTo>
                  <a:pt x="7603986" y="2297606"/>
                  <a:pt x="7579616" y="2293276"/>
                  <a:pt x="7565112" y="2283428"/>
                </a:cubicBezTo>
                <a:cubicBezTo>
                  <a:pt x="7550552" y="2273603"/>
                  <a:pt x="7551552" y="2262069"/>
                  <a:pt x="7566613" y="2257624"/>
                </a:cubicBezTo>
                <a:cubicBezTo>
                  <a:pt x="7574282" y="2255390"/>
                  <a:pt x="7584105" y="2255328"/>
                  <a:pt x="7593823" y="2257034"/>
                </a:cubicBezTo>
                <a:close/>
                <a:moveTo>
                  <a:pt x="3672440" y="2256324"/>
                </a:moveTo>
                <a:cubicBezTo>
                  <a:pt x="3678053" y="2255070"/>
                  <a:pt x="3683332" y="2256278"/>
                  <a:pt x="3684139" y="2258945"/>
                </a:cubicBezTo>
                <a:cubicBezTo>
                  <a:pt x="3685111" y="2261635"/>
                  <a:pt x="3681054" y="2264804"/>
                  <a:pt x="3675246" y="2266080"/>
                </a:cubicBezTo>
                <a:cubicBezTo>
                  <a:pt x="3669744" y="2267311"/>
                  <a:pt x="3664243" y="2266171"/>
                  <a:pt x="3663604" y="2263459"/>
                </a:cubicBezTo>
                <a:cubicBezTo>
                  <a:pt x="3662604" y="2260723"/>
                  <a:pt x="3666688" y="2257555"/>
                  <a:pt x="3672440" y="2256324"/>
                </a:cubicBezTo>
                <a:close/>
                <a:moveTo>
                  <a:pt x="9613838" y="2250127"/>
                </a:moveTo>
                <a:cubicBezTo>
                  <a:pt x="9625221" y="2251925"/>
                  <a:pt x="9637641" y="2255584"/>
                  <a:pt x="9648352" y="2260655"/>
                </a:cubicBezTo>
                <a:cubicBezTo>
                  <a:pt x="9670219" y="2270981"/>
                  <a:pt x="9677166" y="2283200"/>
                  <a:pt x="9663912" y="2287987"/>
                </a:cubicBezTo>
                <a:cubicBezTo>
                  <a:pt x="9650657" y="2292796"/>
                  <a:pt x="9622234" y="2288261"/>
                  <a:pt x="9600614" y="2277843"/>
                </a:cubicBezTo>
                <a:cubicBezTo>
                  <a:pt x="9579163" y="2267562"/>
                  <a:pt x="9572440" y="2255435"/>
                  <a:pt x="9585555" y="2250762"/>
                </a:cubicBezTo>
                <a:cubicBezTo>
                  <a:pt x="9592113" y="2248391"/>
                  <a:pt x="9602456" y="2248329"/>
                  <a:pt x="9613838" y="2250127"/>
                </a:cubicBezTo>
                <a:close/>
                <a:moveTo>
                  <a:pt x="2655952" y="2240459"/>
                </a:moveTo>
                <a:cubicBezTo>
                  <a:pt x="2663205" y="2239000"/>
                  <a:pt x="2669124" y="2240391"/>
                  <a:pt x="2668985" y="2243605"/>
                </a:cubicBezTo>
                <a:cubicBezTo>
                  <a:pt x="2669012" y="2246819"/>
                  <a:pt x="2663205" y="2250603"/>
                  <a:pt x="2655952" y="2252130"/>
                </a:cubicBezTo>
                <a:cubicBezTo>
                  <a:pt x="2648701" y="2253566"/>
                  <a:pt x="2642782" y="2252176"/>
                  <a:pt x="2642699" y="2248962"/>
                </a:cubicBezTo>
                <a:cubicBezTo>
                  <a:pt x="2642782" y="2245702"/>
                  <a:pt x="2648645" y="2241918"/>
                  <a:pt x="2655952" y="2240459"/>
                </a:cubicBezTo>
                <a:close/>
                <a:moveTo>
                  <a:pt x="1467475" y="2239322"/>
                </a:moveTo>
                <a:cubicBezTo>
                  <a:pt x="1472178" y="2240550"/>
                  <a:pt x="1474442" y="2243046"/>
                  <a:pt x="1473191" y="2246522"/>
                </a:cubicBezTo>
                <a:cubicBezTo>
                  <a:pt x="1470802" y="2253475"/>
                  <a:pt x="1454880" y="2261726"/>
                  <a:pt x="1437763" y="2265009"/>
                </a:cubicBezTo>
                <a:cubicBezTo>
                  <a:pt x="1420730" y="2268246"/>
                  <a:pt x="1409032" y="2265192"/>
                  <a:pt x="1411644" y="2258171"/>
                </a:cubicBezTo>
                <a:cubicBezTo>
                  <a:pt x="1414395" y="2251127"/>
                  <a:pt x="1430261" y="2242943"/>
                  <a:pt x="1447128" y="2239729"/>
                </a:cubicBezTo>
                <a:cubicBezTo>
                  <a:pt x="1455631" y="2238134"/>
                  <a:pt x="1462771" y="2238094"/>
                  <a:pt x="1467475" y="2239322"/>
                </a:cubicBezTo>
                <a:close/>
                <a:moveTo>
                  <a:pt x="9172205" y="2236621"/>
                </a:moveTo>
                <a:cubicBezTo>
                  <a:pt x="9187672" y="2239108"/>
                  <a:pt x="9204226" y="2244175"/>
                  <a:pt x="9218217" y="2251241"/>
                </a:cubicBezTo>
                <a:cubicBezTo>
                  <a:pt x="9246697" y="2265533"/>
                  <a:pt x="9254422" y="2282630"/>
                  <a:pt x="9234998" y="2289332"/>
                </a:cubicBezTo>
                <a:cubicBezTo>
                  <a:pt x="9215687" y="2296033"/>
                  <a:pt x="9176730" y="2289651"/>
                  <a:pt x="9148416" y="2275130"/>
                </a:cubicBezTo>
                <a:cubicBezTo>
                  <a:pt x="9120352" y="2260792"/>
                  <a:pt x="9113517" y="2243992"/>
                  <a:pt x="9132716" y="2237472"/>
                </a:cubicBezTo>
                <a:cubicBezTo>
                  <a:pt x="9142358" y="2234224"/>
                  <a:pt x="9156737" y="2234133"/>
                  <a:pt x="9172205" y="2236621"/>
                </a:cubicBezTo>
                <a:close/>
                <a:moveTo>
                  <a:pt x="6088677" y="2229269"/>
                </a:moveTo>
                <a:cubicBezTo>
                  <a:pt x="6098281" y="2231101"/>
                  <a:pt x="6106916" y="2234828"/>
                  <a:pt x="6112376" y="2240026"/>
                </a:cubicBezTo>
                <a:cubicBezTo>
                  <a:pt x="6123380" y="2250398"/>
                  <a:pt x="6117128" y="2262821"/>
                  <a:pt x="6098483" y="2267676"/>
                </a:cubicBezTo>
                <a:cubicBezTo>
                  <a:pt x="6079699" y="2272554"/>
                  <a:pt x="6055719" y="2267950"/>
                  <a:pt x="6044883" y="2257419"/>
                </a:cubicBezTo>
                <a:cubicBezTo>
                  <a:pt x="6034212" y="2246933"/>
                  <a:pt x="6040436" y="2234646"/>
                  <a:pt x="6059165" y="2229882"/>
                </a:cubicBezTo>
                <a:cubicBezTo>
                  <a:pt x="6068501" y="2227500"/>
                  <a:pt x="6079073" y="2227437"/>
                  <a:pt x="6088677" y="2229269"/>
                </a:cubicBezTo>
                <a:close/>
                <a:moveTo>
                  <a:pt x="8719706" y="2223084"/>
                </a:moveTo>
                <a:cubicBezTo>
                  <a:pt x="8735628" y="2225699"/>
                  <a:pt x="8752362" y="2231010"/>
                  <a:pt x="8766130" y="2238407"/>
                </a:cubicBezTo>
                <a:cubicBezTo>
                  <a:pt x="8793751" y="2253384"/>
                  <a:pt x="8799447" y="2271278"/>
                  <a:pt x="8778106" y="2278276"/>
                </a:cubicBezTo>
                <a:cubicBezTo>
                  <a:pt x="8756876" y="2285320"/>
                  <a:pt x="8716947" y="2278687"/>
                  <a:pt x="8689190" y="2263505"/>
                </a:cubicBezTo>
                <a:cubicBezTo>
                  <a:pt x="8661625" y="2248414"/>
                  <a:pt x="8657011" y="2230793"/>
                  <a:pt x="8678157" y="2223932"/>
                </a:cubicBezTo>
                <a:cubicBezTo>
                  <a:pt x="8688675" y="2220547"/>
                  <a:pt x="8703784" y="2220468"/>
                  <a:pt x="8719706" y="2223084"/>
                </a:cubicBezTo>
                <a:close/>
                <a:moveTo>
                  <a:pt x="3445757" y="2217242"/>
                </a:moveTo>
                <a:cubicBezTo>
                  <a:pt x="3449030" y="2217989"/>
                  <a:pt x="3451315" y="2219499"/>
                  <a:pt x="3451870" y="2221607"/>
                </a:cubicBezTo>
                <a:cubicBezTo>
                  <a:pt x="3452982" y="2225802"/>
                  <a:pt x="3446396" y="2230794"/>
                  <a:pt x="3437227" y="2232732"/>
                </a:cubicBezTo>
                <a:cubicBezTo>
                  <a:pt x="3427919" y="2234692"/>
                  <a:pt x="3419805" y="2232845"/>
                  <a:pt x="3418666" y="2228651"/>
                </a:cubicBezTo>
                <a:cubicBezTo>
                  <a:pt x="3417749" y="2224434"/>
                  <a:pt x="3424306" y="2219442"/>
                  <a:pt x="3433726" y="2217459"/>
                </a:cubicBezTo>
                <a:cubicBezTo>
                  <a:pt x="3438228" y="2216512"/>
                  <a:pt x="3442486" y="2216496"/>
                  <a:pt x="3445757" y="2217242"/>
                </a:cubicBezTo>
                <a:close/>
                <a:moveTo>
                  <a:pt x="1966653" y="2214375"/>
                </a:moveTo>
                <a:cubicBezTo>
                  <a:pt x="1970578" y="2215350"/>
                  <a:pt x="1972752" y="2217321"/>
                  <a:pt x="1972293" y="2220034"/>
                </a:cubicBezTo>
                <a:cubicBezTo>
                  <a:pt x="1970960" y="2225641"/>
                  <a:pt x="1959400" y="2232184"/>
                  <a:pt x="1945979" y="2234760"/>
                </a:cubicBezTo>
                <a:cubicBezTo>
                  <a:pt x="1932892" y="2237358"/>
                  <a:pt x="1923167" y="2234896"/>
                  <a:pt x="1924306" y="2229312"/>
                </a:cubicBezTo>
                <a:cubicBezTo>
                  <a:pt x="1925556" y="2223795"/>
                  <a:pt x="1937309" y="2217230"/>
                  <a:pt x="1950508" y="2214700"/>
                </a:cubicBezTo>
                <a:cubicBezTo>
                  <a:pt x="1957052" y="2213423"/>
                  <a:pt x="1962728" y="2213401"/>
                  <a:pt x="1966653" y="2214375"/>
                </a:cubicBezTo>
                <a:close/>
                <a:moveTo>
                  <a:pt x="7084210" y="2206673"/>
                </a:moveTo>
                <a:cubicBezTo>
                  <a:pt x="7094832" y="2208562"/>
                  <a:pt x="7105036" y="2212409"/>
                  <a:pt x="7112386" y="2217777"/>
                </a:cubicBezTo>
                <a:cubicBezTo>
                  <a:pt x="7127113" y="2228581"/>
                  <a:pt x="7124806" y="2241507"/>
                  <a:pt x="7106690" y="2246590"/>
                </a:cubicBezTo>
                <a:cubicBezTo>
                  <a:pt x="7088490" y="2251628"/>
                  <a:pt x="7062065" y="2246773"/>
                  <a:pt x="7047282" y="2235854"/>
                </a:cubicBezTo>
                <a:cubicBezTo>
                  <a:pt x="7032832" y="2225003"/>
                  <a:pt x="7035723" y="2212238"/>
                  <a:pt x="7053534" y="2207314"/>
                </a:cubicBezTo>
                <a:cubicBezTo>
                  <a:pt x="7062550" y="2204852"/>
                  <a:pt x="7073588" y="2204784"/>
                  <a:pt x="7084210" y="2206673"/>
                </a:cubicBezTo>
                <a:close/>
                <a:moveTo>
                  <a:pt x="8254528" y="2205818"/>
                </a:moveTo>
                <a:cubicBezTo>
                  <a:pt x="8268862" y="2208209"/>
                  <a:pt x="8283562" y="2213082"/>
                  <a:pt x="8295203" y="2219875"/>
                </a:cubicBezTo>
                <a:cubicBezTo>
                  <a:pt x="8319071" y="2233643"/>
                  <a:pt x="8321766" y="2250033"/>
                  <a:pt x="8301260" y="2256506"/>
                </a:cubicBezTo>
                <a:cubicBezTo>
                  <a:pt x="8280559" y="2262957"/>
                  <a:pt x="8244688" y="2256848"/>
                  <a:pt x="8220929" y="2242898"/>
                </a:cubicBezTo>
                <a:cubicBezTo>
                  <a:pt x="8197645" y="2229106"/>
                  <a:pt x="8195478" y="2212899"/>
                  <a:pt x="8216039" y="2206654"/>
                </a:cubicBezTo>
                <a:cubicBezTo>
                  <a:pt x="8226223" y="2203519"/>
                  <a:pt x="8240194" y="2203428"/>
                  <a:pt x="8254528" y="2205818"/>
                </a:cubicBezTo>
                <a:close/>
                <a:moveTo>
                  <a:pt x="6337680" y="2187890"/>
                </a:moveTo>
                <a:cubicBezTo>
                  <a:pt x="6349062" y="2189991"/>
                  <a:pt x="6359495" y="2194265"/>
                  <a:pt x="6366317" y="2200225"/>
                </a:cubicBezTo>
                <a:cubicBezTo>
                  <a:pt x="6380044" y="2212170"/>
                  <a:pt x="6373847" y="2226508"/>
                  <a:pt x="6352535" y="2232161"/>
                </a:cubicBezTo>
                <a:cubicBezTo>
                  <a:pt x="6331112" y="2237746"/>
                  <a:pt x="6302520" y="2232389"/>
                  <a:pt x="6288987" y="2220308"/>
                </a:cubicBezTo>
                <a:cubicBezTo>
                  <a:pt x="6275705" y="2208226"/>
                  <a:pt x="6282290" y="2194071"/>
                  <a:pt x="6303353" y="2188600"/>
                </a:cubicBezTo>
                <a:cubicBezTo>
                  <a:pt x="6313967" y="2185865"/>
                  <a:pt x="6326298" y="2185790"/>
                  <a:pt x="6337680" y="2187890"/>
                </a:cubicBezTo>
                <a:close/>
                <a:moveTo>
                  <a:pt x="7776713" y="2186839"/>
                </a:moveTo>
                <a:cubicBezTo>
                  <a:pt x="7785784" y="2188383"/>
                  <a:pt x="7794906" y="2191528"/>
                  <a:pt x="7802019" y="2195916"/>
                </a:cubicBezTo>
                <a:cubicBezTo>
                  <a:pt x="7815940" y="2204738"/>
                  <a:pt x="7816080" y="2215247"/>
                  <a:pt x="7802047" y="2219373"/>
                </a:cubicBezTo>
                <a:cubicBezTo>
                  <a:pt x="7788182" y="2223522"/>
                  <a:pt x="7765396" y="2219601"/>
                  <a:pt x="7751586" y="2210688"/>
                </a:cubicBezTo>
                <a:cubicBezTo>
                  <a:pt x="7737639" y="2201821"/>
                  <a:pt x="7737666" y="2191403"/>
                  <a:pt x="7751698" y="2187369"/>
                </a:cubicBezTo>
                <a:cubicBezTo>
                  <a:pt x="7758616" y="2185351"/>
                  <a:pt x="7767640" y="2185294"/>
                  <a:pt x="7776713" y="2186839"/>
                </a:cubicBezTo>
                <a:close/>
                <a:moveTo>
                  <a:pt x="433641" y="2183175"/>
                </a:moveTo>
                <a:cubicBezTo>
                  <a:pt x="436865" y="2182582"/>
                  <a:pt x="438948" y="2183084"/>
                  <a:pt x="438003" y="2184406"/>
                </a:cubicBezTo>
                <a:cubicBezTo>
                  <a:pt x="437144" y="2185705"/>
                  <a:pt x="433809" y="2187186"/>
                  <a:pt x="430252" y="2187802"/>
                </a:cubicBezTo>
                <a:cubicBezTo>
                  <a:pt x="426807" y="2188395"/>
                  <a:pt x="424862" y="2187848"/>
                  <a:pt x="425779" y="2186525"/>
                </a:cubicBezTo>
                <a:cubicBezTo>
                  <a:pt x="426751" y="2185249"/>
                  <a:pt x="430115" y="2183767"/>
                  <a:pt x="433641" y="2183175"/>
                </a:cubicBezTo>
                <a:close/>
                <a:moveTo>
                  <a:pt x="2469783" y="2179595"/>
                </a:moveTo>
                <a:cubicBezTo>
                  <a:pt x="2477952" y="2177908"/>
                  <a:pt x="2484704" y="2179504"/>
                  <a:pt x="2484538" y="2183083"/>
                </a:cubicBezTo>
                <a:cubicBezTo>
                  <a:pt x="2484370" y="2186707"/>
                  <a:pt x="2477424" y="2191016"/>
                  <a:pt x="2468977" y="2192657"/>
                </a:cubicBezTo>
                <a:cubicBezTo>
                  <a:pt x="2460502" y="2194366"/>
                  <a:pt x="2453695" y="2192771"/>
                  <a:pt x="2454000" y="2189124"/>
                </a:cubicBezTo>
                <a:cubicBezTo>
                  <a:pt x="2454278" y="2185499"/>
                  <a:pt x="2461335" y="2181214"/>
                  <a:pt x="2469783" y="2179595"/>
                </a:cubicBezTo>
                <a:close/>
                <a:moveTo>
                  <a:pt x="874308" y="2176701"/>
                </a:moveTo>
                <a:cubicBezTo>
                  <a:pt x="880810" y="2175492"/>
                  <a:pt x="885061" y="2176610"/>
                  <a:pt x="883616" y="2179208"/>
                </a:cubicBezTo>
                <a:cubicBezTo>
                  <a:pt x="882061" y="2181761"/>
                  <a:pt x="875586" y="2184793"/>
                  <a:pt x="869112" y="2186001"/>
                </a:cubicBezTo>
                <a:cubicBezTo>
                  <a:pt x="862387" y="2187186"/>
                  <a:pt x="858303" y="2186046"/>
                  <a:pt x="859692" y="2183493"/>
                </a:cubicBezTo>
                <a:cubicBezTo>
                  <a:pt x="861081" y="2180895"/>
                  <a:pt x="867584" y="2177908"/>
                  <a:pt x="874308" y="2176701"/>
                </a:cubicBezTo>
                <a:close/>
                <a:moveTo>
                  <a:pt x="3222420" y="2174637"/>
                </a:moveTo>
                <a:cubicBezTo>
                  <a:pt x="3225883" y="2175401"/>
                  <a:pt x="3228231" y="2176951"/>
                  <a:pt x="3228606" y="2179094"/>
                </a:cubicBezTo>
                <a:cubicBezTo>
                  <a:pt x="3229300" y="2183493"/>
                  <a:pt x="3222131" y="2188668"/>
                  <a:pt x="3212295" y="2190719"/>
                </a:cubicBezTo>
                <a:cubicBezTo>
                  <a:pt x="3202403" y="2192725"/>
                  <a:pt x="3193762" y="2190833"/>
                  <a:pt x="3193150" y="2186433"/>
                </a:cubicBezTo>
                <a:cubicBezTo>
                  <a:pt x="3192455" y="2182057"/>
                  <a:pt x="3199819" y="2176929"/>
                  <a:pt x="3209544" y="2174900"/>
                </a:cubicBezTo>
                <a:cubicBezTo>
                  <a:pt x="3214379" y="2173896"/>
                  <a:pt x="3218957" y="2173874"/>
                  <a:pt x="3222420" y="2174637"/>
                </a:cubicBezTo>
                <a:close/>
                <a:moveTo>
                  <a:pt x="1350295" y="2160277"/>
                </a:moveTo>
                <a:cubicBezTo>
                  <a:pt x="1353973" y="2161229"/>
                  <a:pt x="1355737" y="2163149"/>
                  <a:pt x="1354709" y="2165804"/>
                </a:cubicBezTo>
                <a:cubicBezTo>
                  <a:pt x="1352319" y="2171230"/>
                  <a:pt x="1339760" y="2177521"/>
                  <a:pt x="1326256" y="2179961"/>
                </a:cubicBezTo>
                <a:cubicBezTo>
                  <a:pt x="1312780" y="2182468"/>
                  <a:pt x="1303610" y="2180166"/>
                  <a:pt x="1305861" y="2174763"/>
                </a:cubicBezTo>
                <a:cubicBezTo>
                  <a:pt x="1308139" y="2169406"/>
                  <a:pt x="1320782" y="2163024"/>
                  <a:pt x="1334398" y="2160562"/>
                </a:cubicBezTo>
                <a:cubicBezTo>
                  <a:pt x="1341025" y="2159343"/>
                  <a:pt x="1346617" y="2159325"/>
                  <a:pt x="1350295" y="2160277"/>
                </a:cubicBezTo>
                <a:close/>
                <a:moveTo>
                  <a:pt x="10071178" y="2159901"/>
                </a:moveTo>
                <a:cubicBezTo>
                  <a:pt x="10075737" y="2158259"/>
                  <a:pt x="10085906" y="2159832"/>
                  <a:pt x="10094158" y="2163411"/>
                </a:cubicBezTo>
                <a:cubicBezTo>
                  <a:pt x="10102412" y="2166921"/>
                  <a:pt x="10105635" y="2171139"/>
                  <a:pt x="10101050" y="2172825"/>
                </a:cubicBezTo>
                <a:cubicBezTo>
                  <a:pt x="10096575" y="2174489"/>
                  <a:pt x="10086267" y="2172893"/>
                  <a:pt x="10077932" y="2169337"/>
                </a:cubicBezTo>
                <a:cubicBezTo>
                  <a:pt x="10069735" y="2165782"/>
                  <a:pt x="10066846" y="2161541"/>
                  <a:pt x="10071178" y="2159901"/>
                </a:cubicBezTo>
                <a:close/>
                <a:moveTo>
                  <a:pt x="10469332" y="2158602"/>
                </a:moveTo>
                <a:cubicBezTo>
                  <a:pt x="10469777" y="2158373"/>
                  <a:pt x="10471280" y="2158578"/>
                  <a:pt x="10472362" y="2159057"/>
                </a:cubicBezTo>
                <a:cubicBezTo>
                  <a:pt x="10473723" y="2159604"/>
                  <a:pt x="10474142" y="2160151"/>
                  <a:pt x="10473807" y="2160425"/>
                </a:cubicBezTo>
                <a:cubicBezTo>
                  <a:pt x="10473084" y="2160630"/>
                  <a:pt x="10471696" y="2160471"/>
                  <a:pt x="10470361" y="2159947"/>
                </a:cubicBezTo>
                <a:cubicBezTo>
                  <a:pt x="10469167" y="2159399"/>
                  <a:pt x="10468722" y="2158829"/>
                  <a:pt x="10469332" y="2158602"/>
                </a:cubicBezTo>
                <a:close/>
                <a:moveTo>
                  <a:pt x="9678101" y="2155758"/>
                </a:moveTo>
                <a:cubicBezTo>
                  <a:pt x="9686565" y="2157052"/>
                  <a:pt x="9695839" y="2159684"/>
                  <a:pt x="9703925" y="2163342"/>
                </a:cubicBezTo>
                <a:cubicBezTo>
                  <a:pt x="9720098" y="2170728"/>
                  <a:pt x="9725239" y="2179527"/>
                  <a:pt x="9715734" y="2182924"/>
                </a:cubicBezTo>
                <a:cubicBezTo>
                  <a:pt x="9705844" y="2186411"/>
                  <a:pt x="9684724" y="2183129"/>
                  <a:pt x="9668610" y="2175720"/>
                </a:cubicBezTo>
                <a:cubicBezTo>
                  <a:pt x="9652604" y="2168312"/>
                  <a:pt x="9647325" y="2159605"/>
                  <a:pt x="9657132" y="2156208"/>
                </a:cubicBezTo>
                <a:cubicBezTo>
                  <a:pt x="9661981" y="2154510"/>
                  <a:pt x="9669637" y="2154465"/>
                  <a:pt x="9678101" y="2155758"/>
                </a:cubicBezTo>
                <a:close/>
                <a:moveTo>
                  <a:pt x="4788351" y="2151820"/>
                </a:moveTo>
                <a:cubicBezTo>
                  <a:pt x="4798170" y="2153792"/>
                  <a:pt x="4806131" y="2157793"/>
                  <a:pt x="4809854" y="2163366"/>
                </a:cubicBezTo>
                <a:cubicBezTo>
                  <a:pt x="4817274" y="2174558"/>
                  <a:pt x="4805103" y="2187939"/>
                  <a:pt x="4782262" y="2193159"/>
                </a:cubicBezTo>
                <a:cubicBezTo>
                  <a:pt x="4759505" y="2198447"/>
                  <a:pt x="4735080" y="2193455"/>
                  <a:pt x="4727661" y="2182172"/>
                </a:cubicBezTo>
                <a:cubicBezTo>
                  <a:pt x="4720631" y="2170865"/>
                  <a:pt x="4733108" y="2157598"/>
                  <a:pt x="4755698" y="2152447"/>
                </a:cubicBezTo>
                <a:cubicBezTo>
                  <a:pt x="4766854" y="2149905"/>
                  <a:pt x="4778532" y="2149848"/>
                  <a:pt x="4788351" y="2151820"/>
                </a:cubicBezTo>
                <a:close/>
                <a:moveTo>
                  <a:pt x="5049631" y="2150318"/>
                </a:moveTo>
                <a:cubicBezTo>
                  <a:pt x="5059565" y="2152276"/>
                  <a:pt x="5067741" y="2156254"/>
                  <a:pt x="5071881" y="2161792"/>
                </a:cubicBezTo>
                <a:cubicBezTo>
                  <a:pt x="5080440" y="2173030"/>
                  <a:pt x="5069242" y="2186388"/>
                  <a:pt x="5046846" y="2191586"/>
                </a:cubicBezTo>
                <a:cubicBezTo>
                  <a:pt x="5024561" y="2196829"/>
                  <a:pt x="4999525" y="2191882"/>
                  <a:pt x="4991550" y="2180530"/>
                </a:cubicBezTo>
                <a:cubicBezTo>
                  <a:pt x="4983464" y="2169315"/>
                  <a:pt x="4994829" y="2156094"/>
                  <a:pt x="5016837" y="2150964"/>
                </a:cubicBezTo>
                <a:cubicBezTo>
                  <a:pt x="5028007" y="2148423"/>
                  <a:pt x="5039698" y="2148361"/>
                  <a:pt x="5049631" y="2150318"/>
                </a:cubicBezTo>
                <a:close/>
                <a:moveTo>
                  <a:pt x="7288230" y="2146890"/>
                </a:moveTo>
                <a:cubicBezTo>
                  <a:pt x="7298257" y="2148623"/>
                  <a:pt x="7308031" y="2152150"/>
                  <a:pt x="7315228" y="2157074"/>
                </a:cubicBezTo>
                <a:cubicBezTo>
                  <a:pt x="7329621" y="2166944"/>
                  <a:pt x="7327982" y="2178752"/>
                  <a:pt x="7311365" y="2183357"/>
                </a:cubicBezTo>
                <a:cubicBezTo>
                  <a:pt x="7294944" y="2187984"/>
                  <a:pt x="7269769" y="2183630"/>
                  <a:pt x="7255486" y="2173623"/>
                </a:cubicBezTo>
                <a:cubicBezTo>
                  <a:pt x="7241426" y="2163684"/>
                  <a:pt x="7243178" y="2152014"/>
                  <a:pt x="7259710" y="2147477"/>
                </a:cubicBezTo>
                <a:cubicBezTo>
                  <a:pt x="7267921" y="2145221"/>
                  <a:pt x="7278202" y="2145158"/>
                  <a:pt x="7288230" y="2146890"/>
                </a:cubicBezTo>
                <a:close/>
                <a:moveTo>
                  <a:pt x="4528523" y="2146711"/>
                </a:moveTo>
                <a:cubicBezTo>
                  <a:pt x="4537699" y="2148571"/>
                  <a:pt x="4544910" y="2152366"/>
                  <a:pt x="4548077" y="2157666"/>
                </a:cubicBezTo>
                <a:cubicBezTo>
                  <a:pt x="4554274" y="2168380"/>
                  <a:pt x="4541687" y="2181076"/>
                  <a:pt x="4519651" y="2186046"/>
                </a:cubicBezTo>
                <a:cubicBezTo>
                  <a:pt x="4497367" y="2191061"/>
                  <a:pt x="4474527" y="2186320"/>
                  <a:pt x="4468497" y="2175492"/>
                </a:cubicBezTo>
                <a:cubicBezTo>
                  <a:pt x="4462356" y="2164801"/>
                  <a:pt x="4475388" y="2152218"/>
                  <a:pt x="4497173" y="2147363"/>
                </a:cubicBezTo>
                <a:cubicBezTo>
                  <a:pt x="4508204" y="2144924"/>
                  <a:pt x="4519347" y="2144850"/>
                  <a:pt x="4528523" y="2146711"/>
                </a:cubicBezTo>
                <a:close/>
                <a:moveTo>
                  <a:pt x="4262609" y="2143916"/>
                </a:moveTo>
                <a:cubicBezTo>
                  <a:pt x="4266691" y="2144759"/>
                  <a:pt x="4269852" y="2146474"/>
                  <a:pt x="4271185" y="2148868"/>
                </a:cubicBezTo>
                <a:cubicBezTo>
                  <a:pt x="4273463" y="2153632"/>
                  <a:pt x="4267268" y="2159354"/>
                  <a:pt x="4257069" y="2161587"/>
                </a:cubicBezTo>
                <a:cubicBezTo>
                  <a:pt x="4247011" y="2163821"/>
                  <a:pt x="4236979" y="2161656"/>
                  <a:pt x="4234563" y="2156892"/>
                </a:cubicBezTo>
                <a:cubicBezTo>
                  <a:pt x="4232173" y="2152059"/>
                  <a:pt x="4238480" y="2146406"/>
                  <a:pt x="4248511" y="2144195"/>
                </a:cubicBezTo>
                <a:cubicBezTo>
                  <a:pt x="4253526" y="2143101"/>
                  <a:pt x="4258528" y="2143073"/>
                  <a:pt x="4262609" y="2143916"/>
                </a:cubicBezTo>
                <a:close/>
                <a:moveTo>
                  <a:pt x="1809270" y="2143761"/>
                </a:moveTo>
                <a:cubicBezTo>
                  <a:pt x="1819106" y="2141961"/>
                  <a:pt x="1826275" y="2143716"/>
                  <a:pt x="1825108" y="2147705"/>
                </a:cubicBezTo>
                <a:cubicBezTo>
                  <a:pt x="1824024" y="2151740"/>
                  <a:pt x="1815132" y="2156504"/>
                  <a:pt x="1805185" y="2158396"/>
                </a:cubicBezTo>
                <a:cubicBezTo>
                  <a:pt x="1795460" y="2160265"/>
                  <a:pt x="1788179" y="2158487"/>
                  <a:pt x="1789319" y="2154430"/>
                </a:cubicBezTo>
                <a:cubicBezTo>
                  <a:pt x="1790430" y="2150418"/>
                  <a:pt x="1799377" y="2145654"/>
                  <a:pt x="1809270" y="2143761"/>
                </a:cubicBezTo>
                <a:close/>
                <a:moveTo>
                  <a:pt x="9260292" y="2143707"/>
                </a:moveTo>
                <a:cubicBezTo>
                  <a:pt x="9275075" y="2146024"/>
                  <a:pt x="9290990" y="2150725"/>
                  <a:pt x="9304632" y="2157279"/>
                </a:cubicBezTo>
                <a:cubicBezTo>
                  <a:pt x="9332001" y="2170455"/>
                  <a:pt x="9339783" y="2186252"/>
                  <a:pt x="9321416" y="2192406"/>
                </a:cubicBezTo>
                <a:cubicBezTo>
                  <a:pt x="9303244" y="2198629"/>
                  <a:pt x="9266010" y="2192748"/>
                  <a:pt x="9238751" y="2179345"/>
                </a:cubicBezTo>
                <a:cubicBezTo>
                  <a:pt x="9211743" y="2166100"/>
                  <a:pt x="9204740" y="2150486"/>
                  <a:pt x="9222745" y="2144445"/>
                </a:cubicBezTo>
                <a:cubicBezTo>
                  <a:pt x="9231860" y="2141459"/>
                  <a:pt x="9245509" y="2141390"/>
                  <a:pt x="9260292" y="2143707"/>
                </a:cubicBezTo>
                <a:close/>
                <a:moveTo>
                  <a:pt x="6573713" y="2142177"/>
                </a:moveTo>
                <a:cubicBezTo>
                  <a:pt x="6586074" y="2144406"/>
                  <a:pt x="6597613" y="2148925"/>
                  <a:pt x="6605366" y="2155205"/>
                </a:cubicBezTo>
                <a:cubicBezTo>
                  <a:pt x="6620926" y="2167879"/>
                  <a:pt x="6615563" y="2183038"/>
                  <a:pt x="6592972" y="2188965"/>
                </a:cubicBezTo>
                <a:cubicBezTo>
                  <a:pt x="6570521" y="2194936"/>
                  <a:pt x="6539511" y="2189329"/>
                  <a:pt x="6524145" y="2176450"/>
                </a:cubicBezTo>
                <a:cubicBezTo>
                  <a:pt x="6508779" y="2163685"/>
                  <a:pt x="6514725" y="2148686"/>
                  <a:pt x="6537121" y="2142896"/>
                </a:cubicBezTo>
                <a:cubicBezTo>
                  <a:pt x="6548166" y="2140013"/>
                  <a:pt x="6561351" y="2139950"/>
                  <a:pt x="6573713" y="2142177"/>
                </a:cubicBezTo>
                <a:close/>
                <a:moveTo>
                  <a:pt x="5310405" y="2141188"/>
                </a:moveTo>
                <a:cubicBezTo>
                  <a:pt x="5320495" y="2143146"/>
                  <a:pt x="5329059" y="2147112"/>
                  <a:pt x="5333742" y="2152629"/>
                </a:cubicBezTo>
                <a:cubicBezTo>
                  <a:pt x="5342995" y="2163798"/>
                  <a:pt x="5333103" y="2177065"/>
                  <a:pt x="5311012" y="2182217"/>
                </a:cubicBezTo>
                <a:cubicBezTo>
                  <a:pt x="5289145" y="2187483"/>
                  <a:pt x="5264192" y="2182513"/>
                  <a:pt x="5254967" y="2171253"/>
                </a:cubicBezTo>
                <a:cubicBezTo>
                  <a:pt x="5245965" y="2160060"/>
                  <a:pt x="5256106" y="2146930"/>
                  <a:pt x="5277919" y="2141801"/>
                </a:cubicBezTo>
                <a:cubicBezTo>
                  <a:pt x="5288700" y="2139282"/>
                  <a:pt x="5300315" y="2139231"/>
                  <a:pt x="5310405" y="2141188"/>
                </a:cubicBezTo>
                <a:close/>
                <a:moveTo>
                  <a:pt x="8833243" y="2134077"/>
                </a:moveTo>
                <a:cubicBezTo>
                  <a:pt x="8849586" y="2136678"/>
                  <a:pt x="8866884" y="2141972"/>
                  <a:pt x="8881334" y="2149346"/>
                </a:cubicBezTo>
                <a:cubicBezTo>
                  <a:pt x="8910565" y="2164322"/>
                  <a:pt x="8916984" y="2182103"/>
                  <a:pt x="8895253" y="2189124"/>
                </a:cubicBezTo>
                <a:cubicBezTo>
                  <a:pt x="8873719" y="2196190"/>
                  <a:pt x="8832512" y="2189534"/>
                  <a:pt x="8803448" y="2174375"/>
                </a:cubicBezTo>
                <a:cubicBezTo>
                  <a:pt x="8774772" y="2159330"/>
                  <a:pt x="8769215" y="2141732"/>
                  <a:pt x="8790888" y="2134962"/>
                </a:cubicBezTo>
                <a:cubicBezTo>
                  <a:pt x="8801515" y="2131566"/>
                  <a:pt x="8816901" y="2131474"/>
                  <a:pt x="8833243" y="2134077"/>
                </a:cubicBezTo>
                <a:close/>
                <a:moveTo>
                  <a:pt x="3013732" y="2126927"/>
                </a:moveTo>
                <a:cubicBezTo>
                  <a:pt x="3017066" y="2127674"/>
                  <a:pt x="3019234" y="2129196"/>
                  <a:pt x="3019428" y="2131315"/>
                </a:cubicBezTo>
                <a:cubicBezTo>
                  <a:pt x="3019956" y="2135509"/>
                  <a:pt x="3012453" y="2140616"/>
                  <a:pt x="3002729" y="2142553"/>
                </a:cubicBezTo>
                <a:cubicBezTo>
                  <a:pt x="2992947" y="2144536"/>
                  <a:pt x="2984695" y="2142645"/>
                  <a:pt x="2984111" y="2138381"/>
                </a:cubicBezTo>
                <a:cubicBezTo>
                  <a:pt x="2983917" y="2134164"/>
                  <a:pt x="2991419" y="2129127"/>
                  <a:pt x="3001034" y="2127189"/>
                </a:cubicBezTo>
                <a:cubicBezTo>
                  <a:pt x="3005897" y="2126210"/>
                  <a:pt x="3010398" y="2126181"/>
                  <a:pt x="3013732" y="2126927"/>
                </a:cubicBezTo>
                <a:close/>
                <a:moveTo>
                  <a:pt x="8394276" y="2124835"/>
                </a:moveTo>
                <a:cubicBezTo>
                  <a:pt x="8408356" y="2127121"/>
                  <a:pt x="8422937" y="2131771"/>
                  <a:pt x="8434774" y="2138244"/>
                </a:cubicBezTo>
                <a:cubicBezTo>
                  <a:pt x="8458393" y="2151260"/>
                  <a:pt x="8461923" y="2166853"/>
                  <a:pt x="8441971" y="2172984"/>
                </a:cubicBezTo>
                <a:cubicBezTo>
                  <a:pt x="8422215" y="2179116"/>
                  <a:pt x="8386871" y="2173326"/>
                  <a:pt x="8363252" y="2160082"/>
                </a:cubicBezTo>
                <a:cubicBezTo>
                  <a:pt x="8339856" y="2146952"/>
                  <a:pt x="8337077" y="2131588"/>
                  <a:pt x="8356778" y="2125616"/>
                </a:cubicBezTo>
                <a:cubicBezTo>
                  <a:pt x="8366615" y="2122630"/>
                  <a:pt x="8380196" y="2122550"/>
                  <a:pt x="8394276" y="2124835"/>
                </a:cubicBezTo>
                <a:close/>
                <a:moveTo>
                  <a:pt x="5568285" y="2124679"/>
                </a:moveTo>
                <a:cubicBezTo>
                  <a:pt x="5578500" y="2126608"/>
                  <a:pt x="5587350" y="2130529"/>
                  <a:pt x="5592379" y="2135988"/>
                </a:cubicBezTo>
                <a:cubicBezTo>
                  <a:pt x="5602410" y="2147022"/>
                  <a:pt x="5593463" y="2160152"/>
                  <a:pt x="5572318" y="2165303"/>
                </a:cubicBezTo>
                <a:cubicBezTo>
                  <a:pt x="5550838" y="2170455"/>
                  <a:pt x="5525414" y="2165577"/>
                  <a:pt x="5515466" y="2154407"/>
                </a:cubicBezTo>
                <a:cubicBezTo>
                  <a:pt x="5505546" y="2143374"/>
                  <a:pt x="5514938" y="2130381"/>
                  <a:pt x="5536000" y="2125320"/>
                </a:cubicBezTo>
                <a:cubicBezTo>
                  <a:pt x="5546490" y="2122813"/>
                  <a:pt x="5558070" y="2122750"/>
                  <a:pt x="5568285" y="2124679"/>
                </a:cubicBezTo>
                <a:close/>
                <a:moveTo>
                  <a:pt x="2301786" y="2117684"/>
                </a:moveTo>
                <a:cubicBezTo>
                  <a:pt x="2307649" y="2116567"/>
                  <a:pt x="2312317" y="2117660"/>
                  <a:pt x="2311956" y="2120122"/>
                </a:cubicBezTo>
                <a:cubicBezTo>
                  <a:pt x="2311706" y="2122584"/>
                  <a:pt x="2306704" y="2125479"/>
                  <a:pt x="2300674" y="2126619"/>
                </a:cubicBezTo>
                <a:cubicBezTo>
                  <a:pt x="2294756" y="2127759"/>
                  <a:pt x="2290115" y="2126710"/>
                  <a:pt x="2290477" y="2124226"/>
                </a:cubicBezTo>
                <a:cubicBezTo>
                  <a:pt x="2290783" y="2121764"/>
                  <a:pt x="2295812" y="2118824"/>
                  <a:pt x="2301786" y="2117684"/>
                </a:cubicBezTo>
                <a:close/>
                <a:moveTo>
                  <a:pt x="7941544" y="2114718"/>
                </a:moveTo>
                <a:cubicBezTo>
                  <a:pt x="7949686" y="2116066"/>
                  <a:pt x="7957902" y="2118813"/>
                  <a:pt x="7964349" y="2122653"/>
                </a:cubicBezTo>
                <a:cubicBezTo>
                  <a:pt x="7977270" y="2130312"/>
                  <a:pt x="7977992" y="2139499"/>
                  <a:pt x="7965710" y="2143055"/>
                </a:cubicBezTo>
                <a:cubicBezTo>
                  <a:pt x="7953428" y="2146657"/>
                  <a:pt x="7932978" y="2143283"/>
                  <a:pt x="7920308" y="2135510"/>
                </a:cubicBezTo>
                <a:cubicBezTo>
                  <a:pt x="7907415" y="2127782"/>
                  <a:pt x="7907026" y="2118710"/>
                  <a:pt x="7919196" y="2115177"/>
                </a:cubicBezTo>
                <a:cubicBezTo>
                  <a:pt x="7925336" y="2113421"/>
                  <a:pt x="7933402" y="2113370"/>
                  <a:pt x="7941544" y="2114718"/>
                </a:cubicBezTo>
                <a:close/>
                <a:moveTo>
                  <a:pt x="4027296" y="2112840"/>
                </a:moveTo>
                <a:cubicBezTo>
                  <a:pt x="4035861" y="2114624"/>
                  <a:pt x="4042225" y="2118242"/>
                  <a:pt x="4044419" y="2123269"/>
                </a:cubicBezTo>
                <a:cubicBezTo>
                  <a:pt x="4048948" y="2133481"/>
                  <a:pt x="4034804" y="2145654"/>
                  <a:pt x="4012548" y="2150372"/>
                </a:cubicBezTo>
                <a:cubicBezTo>
                  <a:pt x="3990430" y="2155136"/>
                  <a:pt x="3969145" y="2150623"/>
                  <a:pt x="3965005" y="2140320"/>
                </a:cubicBezTo>
                <a:cubicBezTo>
                  <a:pt x="3960643" y="2130130"/>
                  <a:pt x="3975119" y="2118071"/>
                  <a:pt x="3996959" y="2113421"/>
                </a:cubicBezTo>
                <a:cubicBezTo>
                  <a:pt x="4007963" y="2111108"/>
                  <a:pt x="4018730" y="2111056"/>
                  <a:pt x="4027296" y="2112840"/>
                </a:cubicBezTo>
                <a:close/>
                <a:moveTo>
                  <a:pt x="5820426" y="2101024"/>
                </a:moveTo>
                <a:cubicBezTo>
                  <a:pt x="5830718" y="2102924"/>
                  <a:pt x="5839804" y="2106799"/>
                  <a:pt x="5845237" y="2112213"/>
                </a:cubicBezTo>
                <a:cubicBezTo>
                  <a:pt x="5856351" y="2123017"/>
                  <a:pt x="5848460" y="2136011"/>
                  <a:pt x="5827592" y="2141117"/>
                </a:cubicBezTo>
                <a:cubicBezTo>
                  <a:pt x="5806891" y="2146154"/>
                  <a:pt x="5781299" y="2141322"/>
                  <a:pt x="5770519" y="2130380"/>
                </a:cubicBezTo>
                <a:cubicBezTo>
                  <a:pt x="5759710" y="2119439"/>
                  <a:pt x="5767934" y="2106628"/>
                  <a:pt x="5788386" y="2101682"/>
                </a:cubicBezTo>
                <a:cubicBezTo>
                  <a:pt x="5798639" y="2099197"/>
                  <a:pt x="5810135" y="2099123"/>
                  <a:pt x="5820426" y="2101024"/>
                </a:cubicBezTo>
                <a:close/>
                <a:moveTo>
                  <a:pt x="6794994" y="2093504"/>
                </a:moveTo>
                <a:cubicBezTo>
                  <a:pt x="6807075" y="2095607"/>
                  <a:pt x="6818488" y="2099892"/>
                  <a:pt x="6826352" y="2105875"/>
                </a:cubicBezTo>
                <a:cubicBezTo>
                  <a:pt x="6842245" y="2117889"/>
                  <a:pt x="6838245" y="2132318"/>
                  <a:pt x="6816848" y="2137949"/>
                </a:cubicBezTo>
                <a:cubicBezTo>
                  <a:pt x="6795481" y="2143602"/>
                  <a:pt x="6765193" y="2138245"/>
                  <a:pt x="6749410" y="2126050"/>
                </a:cubicBezTo>
                <a:cubicBezTo>
                  <a:pt x="6733628" y="2113922"/>
                  <a:pt x="6738602" y="2099675"/>
                  <a:pt x="6759635" y="2094228"/>
                </a:cubicBezTo>
                <a:cubicBezTo>
                  <a:pt x="6770167" y="2091481"/>
                  <a:pt x="6782914" y="2091401"/>
                  <a:pt x="6794994" y="2093504"/>
                </a:cubicBezTo>
                <a:close/>
                <a:moveTo>
                  <a:pt x="396157" y="2090899"/>
                </a:moveTo>
                <a:cubicBezTo>
                  <a:pt x="397521" y="2090649"/>
                  <a:pt x="398242" y="2090899"/>
                  <a:pt x="397825" y="2091378"/>
                </a:cubicBezTo>
                <a:cubicBezTo>
                  <a:pt x="397659" y="2091834"/>
                  <a:pt x="396130" y="2092427"/>
                  <a:pt x="394796" y="2092654"/>
                </a:cubicBezTo>
                <a:cubicBezTo>
                  <a:pt x="393546" y="2092883"/>
                  <a:pt x="392714" y="2092678"/>
                  <a:pt x="393184" y="2092199"/>
                </a:cubicBezTo>
                <a:cubicBezTo>
                  <a:pt x="393434" y="2091675"/>
                  <a:pt x="394825" y="2091127"/>
                  <a:pt x="396157" y="2090899"/>
                </a:cubicBezTo>
                <a:close/>
                <a:moveTo>
                  <a:pt x="3787595" y="2087386"/>
                </a:moveTo>
                <a:cubicBezTo>
                  <a:pt x="3794945" y="2088922"/>
                  <a:pt x="3800300" y="2092051"/>
                  <a:pt x="3801926" y="2096416"/>
                </a:cubicBezTo>
                <a:cubicBezTo>
                  <a:pt x="3805065" y="2105237"/>
                  <a:pt x="3791894" y="2115701"/>
                  <a:pt x="3772389" y="2119827"/>
                </a:cubicBezTo>
                <a:cubicBezTo>
                  <a:pt x="3752827" y="2123953"/>
                  <a:pt x="3734348" y="2120032"/>
                  <a:pt x="3731487" y="2111118"/>
                </a:cubicBezTo>
                <a:cubicBezTo>
                  <a:pt x="3728569" y="2102297"/>
                  <a:pt x="3741823" y="2091948"/>
                  <a:pt x="3761302" y="2087914"/>
                </a:cubicBezTo>
                <a:cubicBezTo>
                  <a:pt x="3770902" y="2085907"/>
                  <a:pt x="3780245" y="2085850"/>
                  <a:pt x="3787595" y="2087386"/>
                </a:cubicBezTo>
                <a:close/>
                <a:moveTo>
                  <a:pt x="810455" y="2086477"/>
                </a:moveTo>
                <a:cubicBezTo>
                  <a:pt x="819457" y="2084905"/>
                  <a:pt x="825153" y="2086386"/>
                  <a:pt x="823125" y="2089737"/>
                </a:cubicBezTo>
                <a:cubicBezTo>
                  <a:pt x="821180" y="2093157"/>
                  <a:pt x="812122" y="2097214"/>
                  <a:pt x="803230" y="2098764"/>
                </a:cubicBezTo>
                <a:cubicBezTo>
                  <a:pt x="794060" y="2100359"/>
                  <a:pt x="788530" y="2098855"/>
                  <a:pt x="790448" y="2095436"/>
                </a:cubicBezTo>
                <a:cubicBezTo>
                  <a:pt x="792559" y="2092040"/>
                  <a:pt x="801313" y="2088005"/>
                  <a:pt x="810455" y="2086477"/>
                </a:cubicBezTo>
                <a:close/>
                <a:moveTo>
                  <a:pt x="3201" y="2085246"/>
                </a:moveTo>
                <a:cubicBezTo>
                  <a:pt x="4728" y="2085018"/>
                  <a:pt x="5311" y="2085246"/>
                  <a:pt x="5062" y="2085702"/>
                </a:cubicBezTo>
                <a:cubicBezTo>
                  <a:pt x="4560" y="2086158"/>
                  <a:pt x="3090" y="2086773"/>
                  <a:pt x="1839" y="2086978"/>
                </a:cubicBezTo>
                <a:cubicBezTo>
                  <a:pt x="671" y="2087206"/>
                  <a:pt x="-301" y="2086978"/>
                  <a:pt x="88" y="2086545"/>
                </a:cubicBezTo>
                <a:cubicBezTo>
                  <a:pt x="479" y="2086021"/>
                  <a:pt x="1867" y="2085451"/>
                  <a:pt x="3201" y="2085246"/>
                </a:cubicBezTo>
                <a:close/>
                <a:moveTo>
                  <a:pt x="7475381" y="2082585"/>
                </a:moveTo>
                <a:cubicBezTo>
                  <a:pt x="7485301" y="2084243"/>
                  <a:pt x="7495048" y="2087628"/>
                  <a:pt x="7502314" y="2092358"/>
                </a:cubicBezTo>
                <a:cubicBezTo>
                  <a:pt x="7517041" y="2101863"/>
                  <a:pt x="7516235" y="2113193"/>
                  <a:pt x="7500230" y="2117615"/>
                </a:cubicBezTo>
                <a:cubicBezTo>
                  <a:pt x="7484253" y="2122038"/>
                  <a:pt x="7459523" y="2117866"/>
                  <a:pt x="7444879" y="2108246"/>
                </a:cubicBezTo>
                <a:cubicBezTo>
                  <a:pt x="7430486" y="2098718"/>
                  <a:pt x="7431597" y="2087480"/>
                  <a:pt x="7447408" y="2083171"/>
                </a:cubicBezTo>
                <a:cubicBezTo>
                  <a:pt x="7455369" y="2080995"/>
                  <a:pt x="7465462" y="2080926"/>
                  <a:pt x="7475381" y="2082585"/>
                </a:cubicBezTo>
                <a:close/>
                <a:moveTo>
                  <a:pt x="1264032" y="2074533"/>
                </a:moveTo>
                <a:cubicBezTo>
                  <a:pt x="1268952" y="2075758"/>
                  <a:pt x="1271225" y="2078260"/>
                  <a:pt x="1269710" y="2081759"/>
                </a:cubicBezTo>
                <a:cubicBezTo>
                  <a:pt x="1266597" y="2088780"/>
                  <a:pt x="1249231" y="2097077"/>
                  <a:pt x="1230920" y="2100359"/>
                </a:cubicBezTo>
                <a:cubicBezTo>
                  <a:pt x="1212692" y="2103619"/>
                  <a:pt x="1200410" y="2100564"/>
                  <a:pt x="1203689" y="2093498"/>
                </a:cubicBezTo>
                <a:cubicBezTo>
                  <a:pt x="1206857" y="2086454"/>
                  <a:pt x="1224418" y="2078157"/>
                  <a:pt x="1242452" y="2074966"/>
                </a:cubicBezTo>
                <a:cubicBezTo>
                  <a:pt x="1251538" y="2073359"/>
                  <a:pt x="1259110" y="2073307"/>
                  <a:pt x="1264032" y="2074533"/>
                </a:cubicBezTo>
                <a:close/>
                <a:moveTo>
                  <a:pt x="2824575" y="2072530"/>
                </a:moveTo>
                <a:cubicBezTo>
                  <a:pt x="2828590" y="2073421"/>
                  <a:pt x="2831175" y="2075228"/>
                  <a:pt x="2831314" y="2077747"/>
                </a:cubicBezTo>
                <a:cubicBezTo>
                  <a:pt x="2831564" y="2082807"/>
                  <a:pt x="2821866" y="2088803"/>
                  <a:pt x="2810001" y="2091150"/>
                </a:cubicBezTo>
                <a:cubicBezTo>
                  <a:pt x="2798053" y="2093498"/>
                  <a:pt x="2788132" y="2091264"/>
                  <a:pt x="2787966" y="2086204"/>
                </a:cubicBezTo>
                <a:cubicBezTo>
                  <a:pt x="2787661" y="2081121"/>
                  <a:pt x="2797108" y="2075125"/>
                  <a:pt x="2809251" y="2072800"/>
                </a:cubicBezTo>
                <a:cubicBezTo>
                  <a:pt x="2815114" y="2071660"/>
                  <a:pt x="2820560" y="2071638"/>
                  <a:pt x="2824575" y="2072530"/>
                </a:cubicBezTo>
                <a:close/>
                <a:moveTo>
                  <a:pt x="6064753" y="2070661"/>
                </a:moveTo>
                <a:cubicBezTo>
                  <a:pt x="6075058" y="2072521"/>
                  <a:pt x="6084283" y="2076310"/>
                  <a:pt x="6090063" y="2081599"/>
                </a:cubicBezTo>
                <a:cubicBezTo>
                  <a:pt x="6101872" y="2092245"/>
                  <a:pt x="6095064" y="2104964"/>
                  <a:pt x="6074975" y="2109911"/>
                </a:cubicBezTo>
                <a:cubicBezTo>
                  <a:pt x="6054802" y="2114903"/>
                  <a:pt x="6028961" y="2110184"/>
                  <a:pt x="6017513" y="2099379"/>
                </a:cubicBezTo>
                <a:cubicBezTo>
                  <a:pt x="6006092" y="2088711"/>
                  <a:pt x="6013067" y="2076174"/>
                  <a:pt x="6032962" y="2071295"/>
                </a:cubicBezTo>
                <a:cubicBezTo>
                  <a:pt x="6043063" y="2068868"/>
                  <a:pt x="6054448" y="2068800"/>
                  <a:pt x="6064753" y="2070661"/>
                </a:cubicBezTo>
                <a:close/>
                <a:moveTo>
                  <a:pt x="1706337" y="2064842"/>
                </a:moveTo>
                <a:cubicBezTo>
                  <a:pt x="1710508" y="2065853"/>
                  <a:pt x="1712642" y="2067910"/>
                  <a:pt x="1711738" y="2070771"/>
                </a:cubicBezTo>
                <a:cubicBezTo>
                  <a:pt x="1709960" y="2076516"/>
                  <a:pt x="1696761" y="2083399"/>
                  <a:pt x="1682062" y="2086066"/>
                </a:cubicBezTo>
                <a:cubicBezTo>
                  <a:pt x="1667252" y="2088734"/>
                  <a:pt x="1657026" y="2086226"/>
                  <a:pt x="1658861" y="2080413"/>
                </a:cubicBezTo>
                <a:cubicBezTo>
                  <a:pt x="1660722" y="2074646"/>
                  <a:pt x="1674115" y="2067831"/>
                  <a:pt x="1688703" y="2065186"/>
                </a:cubicBezTo>
                <a:cubicBezTo>
                  <a:pt x="1695956" y="2063864"/>
                  <a:pt x="1702165" y="2063830"/>
                  <a:pt x="1706337" y="2064842"/>
                </a:cubicBezTo>
                <a:close/>
                <a:moveTo>
                  <a:pt x="10093102" y="2059693"/>
                </a:moveTo>
                <a:cubicBezTo>
                  <a:pt x="10097298" y="2058165"/>
                  <a:pt x="10107246" y="2059647"/>
                  <a:pt x="10115166" y="2062953"/>
                </a:cubicBezTo>
                <a:cubicBezTo>
                  <a:pt x="10123307" y="2066281"/>
                  <a:pt x="10126308" y="2070270"/>
                  <a:pt x="10121972" y="2071819"/>
                </a:cubicBezTo>
                <a:cubicBezTo>
                  <a:pt x="10117722" y="2073324"/>
                  <a:pt x="10107524" y="2071888"/>
                  <a:pt x="10099550" y="2068515"/>
                </a:cubicBezTo>
                <a:cubicBezTo>
                  <a:pt x="10091492" y="2065186"/>
                  <a:pt x="10088740" y="2061198"/>
                  <a:pt x="10093102" y="2059693"/>
                </a:cubicBezTo>
                <a:close/>
                <a:moveTo>
                  <a:pt x="10461219" y="2053310"/>
                </a:moveTo>
                <a:cubicBezTo>
                  <a:pt x="10463359" y="2052513"/>
                  <a:pt x="10468221" y="2053287"/>
                  <a:pt x="10472558" y="2054952"/>
                </a:cubicBezTo>
                <a:cubicBezTo>
                  <a:pt x="10476698" y="2056570"/>
                  <a:pt x="10478560" y="2058553"/>
                  <a:pt x="10476363" y="2059351"/>
                </a:cubicBezTo>
                <a:cubicBezTo>
                  <a:pt x="10474168" y="2060126"/>
                  <a:pt x="10469279" y="2059351"/>
                  <a:pt x="10465167" y="2057732"/>
                </a:cubicBezTo>
                <a:cubicBezTo>
                  <a:pt x="10460749" y="2056023"/>
                  <a:pt x="10459165" y="2054085"/>
                  <a:pt x="10461219" y="2053310"/>
                </a:cubicBezTo>
                <a:close/>
                <a:moveTo>
                  <a:pt x="3563662" y="2052271"/>
                </a:moveTo>
                <a:cubicBezTo>
                  <a:pt x="3571234" y="2053863"/>
                  <a:pt x="3576591" y="2057106"/>
                  <a:pt x="3577966" y="2061630"/>
                </a:cubicBezTo>
                <a:cubicBezTo>
                  <a:pt x="3580661" y="2070703"/>
                  <a:pt x="3566129" y="2081440"/>
                  <a:pt x="3545400" y="2085703"/>
                </a:cubicBezTo>
                <a:cubicBezTo>
                  <a:pt x="3524588" y="2089943"/>
                  <a:pt x="3505748" y="2085931"/>
                  <a:pt x="3503442" y="2076812"/>
                </a:cubicBezTo>
                <a:cubicBezTo>
                  <a:pt x="3500830" y="2067672"/>
                  <a:pt x="3515530" y="2056935"/>
                  <a:pt x="3536064" y="2052809"/>
                </a:cubicBezTo>
                <a:cubicBezTo>
                  <a:pt x="3546303" y="2050735"/>
                  <a:pt x="3556091" y="2050678"/>
                  <a:pt x="3563662" y="2052271"/>
                </a:cubicBezTo>
                <a:close/>
                <a:moveTo>
                  <a:pt x="2152655" y="2050871"/>
                </a:moveTo>
                <a:cubicBezTo>
                  <a:pt x="2158518" y="2049799"/>
                  <a:pt x="2162964" y="2050848"/>
                  <a:pt x="2162658" y="2053242"/>
                </a:cubicBezTo>
                <a:cubicBezTo>
                  <a:pt x="2162103" y="2055612"/>
                  <a:pt x="2157101" y="2058394"/>
                  <a:pt x="2151322" y="2059465"/>
                </a:cubicBezTo>
                <a:cubicBezTo>
                  <a:pt x="2145403" y="2060513"/>
                  <a:pt x="2140818" y="2059510"/>
                  <a:pt x="2141346" y="2057139"/>
                </a:cubicBezTo>
                <a:cubicBezTo>
                  <a:pt x="2141596" y="2054769"/>
                  <a:pt x="2146654" y="2051988"/>
                  <a:pt x="2152655" y="2050871"/>
                </a:cubicBezTo>
                <a:close/>
                <a:moveTo>
                  <a:pt x="9330905" y="2050373"/>
                </a:moveTo>
                <a:cubicBezTo>
                  <a:pt x="9346152" y="2052678"/>
                  <a:pt x="9362649" y="2057356"/>
                  <a:pt x="9376793" y="2063864"/>
                </a:cubicBezTo>
                <a:cubicBezTo>
                  <a:pt x="9405275" y="2077063"/>
                  <a:pt x="9413500" y="2092792"/>
                  <a:pt x="9394828" y="2098923"/>
                </a:cubicBezTo>
                <a:cubicBezTo>
                  <a:pt x="9376238" y="2105147"/>
                  <a:pt x="9337977" y="2099311"/>
                  <a:pt x="9309579" y="2085907"/>
                </a:cubicBezTo>
                <a:cubicBezTo>
                  <a:pt x="9281487" y="2072709"/>
                  <a:pt x="9273900" y="2057139"/>
                  <a:pt x="9292517" y="2051122"/>
                </a:cubicBezTo>
                <a:cubicBezTo>
                  <a:pt x="9301659" y="2048136"/>
                  <a:pt x="9315657" y="2048067"/>
                  <a:pt x="9330905" y="2050373"/>
                </a:cubicBezTo>
                <a:close/>
                <a:moveTo>
                  <a:pt x="9717870" y="2048982"/>
                </a:moveTo>
                <a:cubicBezTo>
                  <a:pt x="9732544" y="2051156"/>
                  <a:pt x="9748660" y="2055578"/>
                  <a:pt x="9762832" y="2061722"/>
                </a:cubicBezTo>
                <a:cubicBezTo>
                  <a:pt x="9791259" y="2074168"/>
                  <a:pt x="9800956" y="2089030"/>
                  <a:pt x="9784061" y="2094843"/>
                </a:cubicBezTo>
                <a:cubicBezTo>
                  <a:pt x="9767332" y="2100724"/>
                  <a:pt x="9730322" y="2095162"/>
                  <a:pt x="9701980" y="2082533"/>
                </a:cubicBezTo>
                <a:cubicBezTo>
                  <a:pt x="9673888" y="2070110"/>
                  <a:pt x="9664774" y="2055384"/>
                  <a:pt x="9681558" y="2049732"/>
                </a:cubicBezTo>
                <a:cubicBezTo>
                  <a:pt x="9689963" y="2046882"/>
                  <a:pt x="9703195" y="2046808"/>
                  <a:pt x="9717870" y="2048982"/>
                </a:cubicBezTo>
                <a:close/>
                <a:moveTo>
                  <a:pt x="8929819" y="2046991"/>
                </a:moveTo>
                <a:cubicBezTo>
                  <a:pt x="8945818" y="2049453"/>
                  <a:pt x="8962788" y="2054462"/>
                  <a:pt x="8977002" y="2061449"/>
                </a:cubicBezTo>
                <a:cubicBezTo>
                  <a:pt x="9005649" y="2075558"/>
                  <a:pt x="9012345" y="2092427"/>
                  <a:pt x="8991701" y="2099037"/>
                </a:cubicBezTo>
                <a:cubicBezTo>
                  <a:pt x="8970832" y="2105694"/>
                  <a:pt x="8930515" y="2099379"/>
                  <a:pt x="8901839" y="2085064"/>
                </a:cubicBezTo>
                <a:cubicBezTo>
                  <a:pt x="8873607" y="2070908"/>
                  <a:pt x="8867549" y="2054222"/>
                  <a:pt x="8888473" y="2047816"/>
                </a:cubicBezTo>
                <a:cubicBezTo>
                  <a:pt x="8898797" y="2044614"/>
                  <a:pt x="8913822" y="2044529"/>
                  <a:pt x="8929819" y="2046991"/>
                </a:cubicBezTo>
                <a:close/>
                <a:moveTo>
                  <a:pt x="8515371" y="2040644"/>
                </a:moveTo>
                <a:cubicBezTo>
                  <a:pt x="8530777" y="2043052"/>
                  <a:pt x="8546797" y="2047954"/>
                  <a:pt x="8559787" y="2054792"/>
                </a:cubicBezTo>
                <a:cubicBezTo>
                  <a:pt x="8586212" y="2068628"/>
                  <a:pt x="8590491" y="2085109"/>
                  <a:pt x="8569346" y="2091583"/>
                </a:cubicBezTo>
                <a:cubicBezTo>
                  <a:pt x="8547977" y="2098080"/>
                  <a:pt x="8509187" y="2091925"/>
                  <a:pt x="8483096" y="2077929"/>
                </a:cubicBezTo>
                <a:cubicBezTo>
                  <a:pt x="8457281" y="2064069"/>
                  <a:pt x="8453532" y="2047725"/>
                  <a:pt x="8474622" y="2041456"/>
                </a:cubicBezTo>
                <a:cubicBezTo>
                  <a:pt x="8485166" y="2038323"/>
                  <a:pt x="8499962" y="2038237"/>
                  <a:pt x="8515371" y="2040644"/>
                </a:cubicBezTo>
                <a:close/>
                <a:moveTo>
                  <a:pt x="7001465" y="2039732"/>
                </a:moveTo>
                <a:cubicBezTo>
                  <a:pt x="7013452" y="2041764"/>
                  <a:pt x="7024914" y="2045901"/>
                  <a:pt x="7033056" y="2051669"/>
                </a:cubicBezTo>
                <a:cubicBezTo>
                  <a:pt x="7049644" y="2063294"/>
                  <a:pt x="7046337" y="2077222"/>
                  <a:pt x="7025775" y="2082670"/>
                </a:cubicBezTo>
                <a:cubicBezTo>
                  <a:pt x="7005186" y="2088141"/>
                  <a:pt x="6974954" y="2082920"/>
                  <a:pt x="6958865" y="2071159"/>
                </a:cubicBezTo>
                <a:cubicBezTo>
                  <a:pt x="6942638" y="2059464"/>
                  <a:pt x="6946250" y="2045719"/>
                  <a:pt x="6966729" y="2040430"/>
                </a:cubicBezTo>
                <a:cubicBezTo>
                  <a:pt x="6976968" y="2037775"/>
                  <a:pt x="6989479" y="2037701"/>
                  <a:pt x="7001465" y="2039732"/>
                </a:cubicBezTo>
                <a:close/>
                <a:moveTo>
                  <a:pt x="8087972" y="2038582"/>
                </a:moveTo>
                <a:cubicBezTo>
                  <a:pt x="8096480" y="2039946"/>
                  <a:pt x="8105156" y="2042733"/>
                  <a:pt x="8112062" y="2046631"/>
                </a:cubicBezTo>
                <a:cubicBezTo>
                  <a:pt x="8125955" y="2054381"/>
                  <a:pt x="8127012" y="2063705"/>
                  <a:pt x="8114453" y="2067329"/>
                </a:cubicBezTo>
                <a:cubicBezTo>
                  <a:pt x="8102032" y="2070976"/>
                  <a:pt x="8080497" y="2067511"/>
                  <a:pt x="8066909" y="2059669"/>
                </a:cubicBezTo>
                <a:cubicBezTo>
                  <a:pt x="8053155" y="2051851"/>
                  <a:pt x="8052349" y="2042619"/>
                  <a:pt x="8064880" y="2039063"/>
                </a:cubicBezTo>
                <a:cubicBezTo>
                  <a:pt x="8071119" y="2037273"/>
                  <a:pt x="8079462" y="2037216"/>
                  <a:pt x="8087972" y="2038582"/>
                </a:cubicBezTo>
                <a:close/>
                <a:moveTo>
                  <a:pt x="6299303" y="2033171"/>
                </a:moveTo>
                <a:cubicBezTo>
                  <a:pt x="6310077" y="2035063"/>
                  <a:pt x="6319914" y="2038927"/>
                  <a:pt x="6326304" y="2044329"/>
                </a:cubicBezTo>
                <a:cubicBezTo>
                  <a:pt x="6339280" y="2055225"/>
                  <a:pt x="6333362" y="2068196"/>
                  <a:pt x="6312800" y="2073302"/>
                </a:cubicBezTo>
                <a:cubicBezTo>
                  <a:pt x="6292488" y="2078385"/>
                  <a:pt x="6265396" y="2073530"/>
                  <a:pt x="6252670" y="2062520"/>
                </a:cubicBezTo>
                <a:cubicBezTo>
                  <a:pt x="6240055" y="2051601"/>
                  <a:pt x="6246390" y="2038813"/>
                  <a:pt x="6266674" y="2033843"/>
                </a:cubicBezTo>
                <a:cubicBezTo>
                  <a:pt x="6276816" y="2031359"/>
                  <a:pt x="6288528" y="2031279"/>
                  <a:pt x="6299303" y="2033171"/>
                </a:cubicBezTo>
                <a:close/>
                <a:moveTo>
                  <a:pt x="7645085" y="2016790"/>
                </a:moveTo>
                <a:cubicBezTo>
                  <a:pt x="7654140" y="2018262"/>
                  <a:pt x="7663143" y="2021260"/>
                  <a:pt x="7669951" y="2025431"/>
                </a:cubicBezTo>
                <a:cubicBezTo>
                  <a:pt x="7683677" y="2033843"/>
                  <a:pt x="7683344" y="2043804"/>
                  <a:pt x="7669256" y="2047725"/>
                </a:cubicBezTo>
                <a:cubicBezTo>
                  <a:pt x="7655002" y="2051646"/>
                  <a:pt x="7632466" y="2047998"/>
                  <a:pt x="7618740" y="2039496"/>
                </a:cubicBezTo>
                <a:cubicBezTo>
                  <a:pt x="7605264" y="2031085"/>
                  <a:pt x="7605709" y="2021146"/>
                  <a:pt x="7619908" y="2017293"/>
                </a:cubicBezTo>
                <a:cubicBezTo>
                  <a:pt x="7626923" y="2015367"/>
                  <a:pt x="7636030" y="2015316"/>
                  <a:pt x="7645085" y="2016790"/>
                </a:cubicBezTo>
                <a:close/>
                <a:moveTo>
                  <a:pt x="2648558" y="2016593"/>
                </a:moveTo>
                <a:cubicBezTo>
                  <a:pt x="2652062" y="2017362"/>
                  <a:pt x="2654244" y="2018923"/>
                  <a:pt x="2654286" y="2021100"/>
                </a:cubicBezTo>
                <a:cubicBezTo>
                  <a:pt x="2654258" y="2025523"/>
                  <a:pt x="2645450" y="2030788"/>
                  <a:pt x="2634834" y="2032817"/>
                </a:cubicBezTo>
                <a:cubicBezTo>
                  <a:pt x="2624026" y="2034846"/>
                  <a:pt x="2615357" y="2032954"/>
                  <a:pt x="2615273" y="2028508"/>
                </a:cubicBezTo>
                <a:cubicBezTo>
                  <a:pt x="2615357" y="2024063"/>
                  <a:pt x="2624220" y="2018889"/>
                  <a:pt x="2634891" y="2016838"/>
                </a:cubicBezTo>
                <a:cubicBezTo>
                  <a:pt x="2640226" y="2015846"/>
                  <a:pt x="2645054" y="2015823"/>
                  <a:pt x="2648558" y="2016593"/>
                </a:cubicBezTo>
                <a:close/>
                <a:moveTo>
                  <a:pt x="3352239" y="2012159"/>
                </a:moveTo>
                <a:cubicBezTo>
                  <a:pt x="3359592" y="2013709"/>
                  <a:pt x="3364649" y="2016860"/>
                  <a:pt x="3365732" y="2021237"/>
                </a:cubicBezTo>
                <a:cubicBezTo>
                  <a:pt x="3367705" y="2030036"/>
                  <a:pt x="3352534" y="2040590"/>
                  <a:pt x="3331999" y="2044716"/>
                </a:cubicBezTo>
                <a:cubicBezTo>
                  <a:pt x="3311187" y="2048842"/>
                  <a:pt x="3292820" y="2044943"/>
                  <a:pt x="3291042" y="2036008"/>
                </a:cubicBezTo>
                <a:cubicBezTo>
                  <a:pt x="3289208" y="2027187"/>
                  <a:pt x="3304574" y="2016701"/>
                  <a:pt x="3324970" y="2012689"/>
                </a:cubicBezTo>
                <a:cubicBezTo>
                  <a:pt x="3335237" y="2010660"/>
                  <a:pt x="3344885" y="2010609"/>
                  <a:pt x="3352239" y="2012159"/>
                </a:cubicBezTo>
                <a:close/>
                <a:moveTo>
                  <a:pt x="4824289" y="2008506"/>
                </a:moveTo>
                <a:cubicBezTo>
                  <a:pt x="4833237" y="2010227"/>
                  <a:pt x="4840476" y="2013715"/>
                  <a:pt x="4843921" y="2018547"/>
                </a:cubicBezTo>
                <a:cubicBezTo>
                  <a:pt x="4850812" y="2028281"/>
                  <a:pt x="4839892" y="2039930"/>
                  <a:pt x="4819219" y="2044489"/>
                </a:cubicBezTo>
                <a:cubicBezTo>
                  <a:pt x="4798573" y="2049070"/>
                  <a:pt x="4776121" y="2044716"/>
                  <a:pt x="4769397" y="2034869"/>
                </a:cubicBezTo>
                <a:cubicBezTo>
                  <a:pt x="4762701" y="2025067"/>
                  <a:pt x="4773899" y="2013509"/>
                  <a:pt x="4794405" y="2009065"/>
                </a:cubicBezTo>
                <a:cubicBezTo>
                  <a:pt x="4804686" y="2006831"/>
                  <a:pt x="4815341" y="2006785"/>
                  <a:pt x="4824289" y="2008506"/>
                </a:cubicBezTo>
                <a:close/>
                <a:moveTo>
                  <a:pt x="5074532" y="2005991"/>
                </a:moveTo>
                <a:cubicBezTo>
                  <a:pt x="5084074" y="2007783"/>
                  <a:pt x="5092014" y="2011425"/>
                  <a:pt x="5096112" y="2016496"/>
                </a:cubicBezTo>
                <a:cubicBezTo>
                  <a:pt x="5104198" y="2026708"/>
                  <a:pt x="5093500" y="2038858"/>
                  <a:pt x="5072270" y="2043622"/>
                </a:cubicBezTo>
                <a:cubicBezTo>
                  <a:pt x="5050904" y="2048409"/>
                  <a:pt x="5027201" y="2043896"/>
                  <a:pt x="5019171" y="2033569"/>
                </a:cubicBezTo>
                <a:cubicBezTo>
                  <a:pt x="5011279" y="2023312"/>
                  <a:pt x="5022310" y="2011253"/>
                  <a:pt x="5043345" y="2006580"/>
                </a:cubicBezTo>
                <a:cubicBezTo>
                  <a:pt x="5053848" y="2004256"/>
                  <a:pt x="5064991" y="2004199"/>
                  <a:pt x="5074532" y="2005991"/>
                </a:cubicBezTo>
                <a:close/>
                <a:moveTo>
                  <a:pt x="4575291" y="2004448"/>
                </a:moveTo>
                <a:cubicBezTo>
                  <a:pt x="4583270" y="2005993"/>
                  <a:pt x="4589563" y="2009133"/>
                  <a:pt x="4592258" y="2013509"/>
                </a:cubicBezTo>
                <a:cubicBezTo>
                  <a:pt x="4597816" y="2022331"/>
                  <a:pt x="4587062" y="2032749"/>
                  <a:pt x="4567973" y="2036875"/>
                </a:cubicBezTo>
                <a:cubicBezTo>
                  <a:pt x="4548800" y="2041001"/>
                  <a:pt x="4528988" y="2037103"/>
                  <a:pt x="4523709" y="2028235"/>
                </a:cubicBezTo>
                <a:cubicBezTo>
                  <a:pt x="4518262" y="2019413"/>
                  <a:pt x="4529377" y="2008996"/>
                  <a:pt x="4548217" y="2004961"/>
                </a:cubicBezTo>
                <a:cubicBezTo>
                  <a:pt x="4557651" y="2002955"/>
                  <a:pt x="4567313" y="2002904"/>
                  <a:pt x="4575291" y="2004448"/>
                </a:cubicBezTo>
                <a:close/>
                <a:moveTo>
                  <a:pt x="760050" y="2002636"/>
                </a:moveTo>
                <a:cubicBezTo>
                  <a:pt x="763189" y="2002135"/>
                  <a:pt x="764968" y="2002613"/>
                  <a:pt x="764329" y="2003798"/>
                </a:cubicBezTo>
                <a:cubicBezTo>
                  <a:pt x="763578" y="2004916"/>
                  <a:pt x="760356" y="2006306"/>
                  <a:pt x="757410" y="2006831"/>
                </a:cubicBezTo>
                <a:cubicBezTo>
                  <a:pt x="754215" y="2007378"/>
                  <a:pt x="752380" y="2006831"/>
                  <a:pt x="752964" y="2005714"/>
                </a:cubicBezTo>
                <a:cubicBezTo>
                  <a:pt x="753715" y="2004528"/>
                  <a:pt x="756854" y="2003184"/>
                  <a:pt x="760050" y="2002636"/>
                </a:cubicBezTo>
                <a:close/>
                <a:moveTo>
                  <a:pt x="374873" y="1999035"/>
                </a:moveTo>
                <a:cubicBezTo>
                  <a:pt x="376206" y="1998830"/>
                  <a:pt x="376847" y="1998989"/>
                  <a:pt x="376540" y="1999445"/>
                </a:cubicBezTo>
                <a:cubicBezTo>
                  <a:pt x="376206" y="1999878"/>
                  <a:pt x="374873" y="2000471"/>
                  <a:pt x="373621" y="2000699"/>
                </a:cubicBezTo>
                <a:cubicBezTo>
                  <a:pt x="372343" y="2000904"/>
                  <a:pt x="371650" y="2000653"/>
                  <a:pt x="371899" y="2000243"/>
                </a:cubicBezTo>
                <a:cubicBezTo>
                  <a:pt x="372179" y="1999719"/>
                  <a:pt x="373595" y="1999240"/>
                  <a:pt x="374873" y="1999035"/>
                </a:cubicBezTo>
                <a:close/>
                <a:moveTo>
                  <a:pt x="5322478" y="1998290"/>
                </a:moveTo>
                <a:cubicBezTo>
                  <a:pt x="5331421" y="1999946"/>
                  <a:pt x="5339020" y="2003320"/>
                  <a:pt x="5343133" y="2008038"/>
                </a:cubicBezTo>
                <a:cubicBezTo>
                  <a:pt x="5351469" y="2017499"/>
                  <a:pt x="5342577" y="2028782"/>
                  <a:pt x="5323155" y="2033204"/>
                </a:cubicBezTo>
                <a:cubicBezTo>
                  <a:pt x="5303815" y="2037627"/>
                  <a:pt x="5281392" y="2033432"/>
                  <a:pt x="5273417" y="2023859"/>
                </a:cubicBezTo>
                <a:cubicBezTo>
                  <a:pt x="5265164" y="2014330"/>
                  <a:pt x="5274306" y="2003160"/>
                  <a:pt x="5293757" y="1998852"/>
                </a:cubicBezTo>
                <a:cubicBezTo>
                  <a:pt x="5303246" y="1996698"/>
                  <a:pt x="5313533" y="1996635"/>
                  <a:pt x="5322478" y="1998290"/>
                </a:cubicBezTo>
                <a:close/>
                <a:moveTo>
                  <a:pt x="1187004" y="1992826"/>
                </a:moveTo>
                <a:cubicBezTo>
                  <a:pt x="1191588" y="1993951"/>
                  <a:pt x="1193658" y="1996242"/>
                  <a:pt x="1192130" y="1999445"/>
                </a:cubicBezTo>
                <a:cubicBezTo>
                  <a:pt x="1189045" y="2005828"/>
                  <a:pt x="1172597" y="2013441"/>
                  <a:pt x="1155369" y="2016450"/>
                </a:cubicBezTo>
                <a:cubicBezTo>
                  <a:pt x="1138085" y="2019413"/>
                  <a:pt x="1126832" y="2016633"/>
                  <a:pt x="1130055" y="2010136"/>
                </a:cubicBezTo>
                <a:cubicBezTo>
                  <a:pt x="1133223" y="2003730"/>
                  <a:pt x="1149812" y="1996139"/>
                  <a:pt x="1166788" y="1993199"/>
                </a:cubicBezTo>
                <a:cubicBezTo>
                  <a:pt x="1175319" y="1991740"/>
                  <a:pt x="1182419" y="1991700"/>
                  <a:pt x="1187004" y="1992826"/>
                </a:cubicBezTo>
                <a:close/>
                <a:moveTo>
                  <a:pt x="6520581" y="1992624"/>
                </a:moveTo>
                <a:cubicBezTo>
                  <a:pt x="6530411" y="1994317"/>
                  <a:pt x="6539525" y="1997759"/>
                  <a:pt x="6545652" y="2002546"/>
                </a:cubicBezTo>
                <a:cubicBezTo>
                  <a:pt x="6558017" y="2012165"/>
                  <a:pt x="6553404" y="2023700"/>
                  <a:pt x="6535453" y="2028190"/>
                </a:cubicBezTo>
                <a:cubicBezTo>
                  <a:pt x="6517225" y="2032726"/>
                  <a:pt x="6492635" y="2028440"/>
                  <a:pt x="6480547" y="2018684"/>
                </a:cubicBezTo>
                <a:cubicBezTo>
                  <a:pt x="6468488" y="2009020"/>
                  <a:pt x="6473156" y="1997599"/>
                  <a:pt x="6491218" y="1993199"/>
                </a:cubicBezTo>
                <a:cubicBezTo>
                  <a:pt x="6500207" y="1990988"/>
                  <a:pt x="6510751" y="1990931"/>
                  <a:pt x="6520581" y="1992624"/>
                </a:cubicBezTo>
                <a:close/>
                <a:moveTo>
                  <a:pt x="4334128" y="1990116"/>
                </a:moveTo>
                <a:cubicBezTo>
                  <a:pt x="4342582" y="1991769"/>
                  <a:pt x="4349126" y="1995125"/>
                  <a:pt x="4351737" y="1999787"/>
                </a:cubicBezTo>
                <a:cubicBezTo>
                  <a:pt x="4356878" y="2009178"/>
                  <a:pt x="4344236" y="2020416"/>
                  <a:pt x="4323534" y="2024839"/>
                </a:cubicBezTo>
                <a:cubicBezTo>
                  <a:pt x="4302666" y="2029261"/>
                  <a:pt x="4281660" y="2025044"/>
                  <a:pt x="4276631" y="2015538"/>
                </a:cubicBezTo>
                <a:cubicBezTo>
                  <a:pt x="4271768" y="2006101"/>
                  <a:pt x="4284494" y="1994977"/>
                  <a:pt x="4305056" y="1990669"/>
                </a:cubicBezTo>
                <a:cubicBezTo>
                  <a:pt x="4315309" y="1988515"/>
                  <a:pt x="4325674" y="1988464"/>
                  <a:pt x="4334128" y="1990116"/>
                </a:cubicBezTo>
                <a:close/>
                <a:moveTo>
                  <a:pt x="8230" y="1990030"/>
                </a:moveTo>
                <a:cubicBezTo>
                  <a:pt x="9563" y="1989848"/>
                  <a:pt x="10064" y="1990076"/>
                  <a:pt x="9676" y="1990555"/>
                </a:cubicBezTo>
                <a:cubicBezTo>
                  <a:pt x="9286" y="1991010"/>
                  <a:pt x="8063" y="1991489"/>
                  <a:pt x="6702" y="1991694"/>
                </a:cubicBezTo>
                <a:cubicBezTo>
                  <a:pt x="5422" y="1991877"/>
                  <a:pt x="4647" y="1991740"/>
                  <a:pt x="4951" y="1991284"/>
                </a:cubicBezTo>
                <a:cubicBezTo>
                  <a:pt x="5451" y="1990783"/>
                  <a:pt x="6702" y="1990258"/>
                  <a:pt x="8230" y="1990030"/>
                </a:cubicBezTo>
                <a:close/>
                <a:moveTo>
                  <a:pt x="1602788" y="1988669"/>
                </a:moveTo>
                <a:cubicBezTo>
                  <a:pt x="1606852" y="1989632"/>
                  <a:pt x="1608887" y="1991592"/>
                  <a:pt x="1607928" y="1994316"/>
                </a:cubicBezTo>
                <a:cubicBezTo>
                  <a:pt x="1605983" y="1999810"/>
                  <a:pt x="1592673" y="2006306"/>
                  <a:pt x="1578391" y="2008836"/>
                </a:cubicBezTo>
                <a:cubicBezTo>
                  <a:pt x="1564108" y="2011413"/>
                  <a:pt x="1554077" y="2008996"/>
                  <a:pt x="1555912" y="2003503"/>
                </a:cubicBezTo>
                <a:cubicBezTo>
                  <a:pt x="1557967" y="1997986"/>
                  <a:pt x="1571194" y="1991490"/>
                  <a:pt x="1585476" y="1989005"/>
                </a:cubicBezTo>
                <a:cubicBezTo>
                  <a:pt x="1592632" y="1987740"/>
                  <a:pt x="1598724" y="1987706"/>
                  <a:pt x="1602788" y="1988669"/>
                </a:cubicBezTo>
                <a:close/>
                <a:moveTo>
                  <a:pt x="7191849" y="1982805"/>
                </a:moveTo>
                <a:cubicBezTo>
                  <a:pt x="7203290" y="1984685"/>
                  <a:pt x="7214363" y="1988515"/>
                  <a:pt x="7222394" y="1993860"/>
                </a:cubicBezTo>
                <a:cubicBezTo>
                  <a:pt x="7238481" y="2004620"/>
                  <a:pt x="7236342" y="2017453"/>
                  <a:pt x="7217197" y="2022469"/>
                </a:cubicBezTo>
                <a:cubicBezTo>
                  <a:pt x="7198136" y="2027483"/>
                  <a:pt x="7169431" y="2022742"/>
                  <a:pt x="7153649" y="2011846"/>
                </a:cubicBezTo>
                <a:cubicBezTo>
                  <a:pt x="7137644" y="2001041"/>
                  <a:pt x="7140339" y="1988344"/>
                  <a:pt x="7159095" y="1983443"/>
                </a:cubicBezTo>
                <a:cubicBezTo>
                  <a:pt x="7168598" y="1980992"/>
                  <a:pt x="7180407" y="1980924"/>
                  <a:pt x="7191849" y="1982805"/>
                </a:cubicBezTo>
                <a:close/>
                <a:moveTo>
                  <a:pt x="5569340" y="1980825"/>
                </a:moveTo>
                <a:cubicBezTo>
                  <a:pt x="5579083" y="1982571"/>
                  <a:pt x="5587530" y="1986133"/>
                  <a:pt x="5592378" y="1991102"/>
                </a:cubicBezTo>
                <a:cubicBezTo>
                  <a:pt x="5601992" y="2001201"/>
                  <a:pt x="5593490" y="2013191"/>
                  <a:pt x="5573178" y="2017864"/>
                </a:cubicBezTo>
                <a:cubicBezTo>
                  <a:pt x="5552755" y="2022560"/>
                  <a:pt x="5528525" y="2018069"/>
                  <a:pt x="5518828" y="2007902"/>
                </a:cubicBezTo>
                <a:cubicBezTo>
                  <a:pt x="5509574" y="1997849"/>
                  <a:pt x="5518439" y="1985996"/>
                  <a:pt x="5538528" y="1981437"/>
                </a:cubicBezTo>
                <a:cubicBezTo>
                  <a:pt x="5548559" y="1979146"/>
                  <a:pt x="5559598" y="1979078"/>
                  <a:pt x="5569340" y="1980825"/>
                </a:cubicBezTo>
                <a:close/>
                <a:moveTo>
                  <a:pt x="2022586" y="1979294"/>
                </a:moveTo>
                <a:cubicBezTo>
                  <a:pt x="2031867" y="1977585"/>
                  <a:pt x="2038897" y="1979225"/>
                  <a:pt x="2038008" y="1982804"/>
                </a:cubicBezTo>
                <a:cubicBezTo>
                  <a:pt x="2037174" y="1986429"/>
                  <a:pt x="2029033" y="1990760"/>
                  <a:pt x="2019891" y="1992424"/>
                </a:cubicBezTo>
                <a:cubicBezTo>
                  <a:pt x="2010555" y="1994110"/>
                  <a:pt x="2003608" y="1992492"/>
                  <a:pt x="2004386" y="1988868"/>
                </a:cubicBezTo>
                <a:cubicBezTo>
                  <a:pt x="2005164" y="1985266"/>
                  <a:pt x="2013527" y="1980935"/>
                  <a:pt x="2022586" y="1979294"/>
                </a:cubicBezTo>
                <a:close/>
                <a:moveTo>
                  <a:pt x="3147038" y="1972547"/>
                </a:moveTo>
                <a:cubicBezTo>
                  <a:pt x="3151575" y="1973504"/>
                  <a:pt x="3154624" y="1975442"/>
                  <a:pt x="3155082" y="1978132"/>
                </a:cubicBezTo>
                <a:cubicBezTo>
                  <a:pt x="3155749" y="1983557"/>
                  <a:pt x="3145996" y="1990008"/>
                  <a:pt x="3132964" y="1992538"/>
                </a:cubicBezTo>
                <a:cubicBezTo>
                  <a:pt x="3120015" y="1995046"/>
                  <a:pt x="3108790" y="1992629"/>
                  <a:pt x="3107956" y="1987204"/>
                </a:cubicBezTo>
                <a:cubicBezTo>
                  <a:pt x="3107012" y="1981802"/>
                  <a:pt x="3117015" y="1975328"/>
                  <a:pt x="3130074" y="1972843"/>
                </a:cubicBezTo>
                <a:cubicBezTo>
                  <a:pt x="3136479" y="1971612"/>
                  <a:pt x="3142502" y="1971590"/>
                  <a:pt x="3147038" y="1972547"/>
                </a:cubicBezTo>
                <a:close/>
                <a:moveTo>
                  <a:pt x="4097574" y="1971301"/>
                </a:moveTo>
                <a:cubicBezTo>
                  <a:pt x="4105209" y="1972803"/>
                  <a:pt x="4110940" y="1975863"/>
                  <a:pt x="4113024" y="1980137"/>
                </a:cubicBezTo>
                <a:cubicBezTo>
                  <a:pt x="4117080" y="1988753"/>
                  <a:pt x="4104771" y="1999012"/>
                  <a:pt x="4085320" y="2003024"/>
                </a:cubicBezTo>
                <a:cubicBezTo>
                  <a:pt x="4065814" y="2007036"/>
                  <a:pt x="4046836" y="2003229"/>
                  <a:pt x="4043001" y="1994521"/>
                </a:cubicBezTo>
                <a:cubicBezTo>
                  <a:pt x="4039000" y="1985882"/>
                  <a:pt x="4051421" y="1975806"/>
                  <a:pt x="4070705" y="1971817"/>
                </a:cubicBezTo>
                <a:cubicBezTo>
                  <a:pt x="4080402" y="1969857"/>
                  <a:pt x="4089940" y="1969800"/>
                  <a:pt x="4097574" y="1971301"/>
                </a:cubicBezTo>
                <a:close/>
                <a:moveTo>
                  <a:pt x="8622392" y="1969658"/>
                </a:moveTo>
                <a:cubicBezTo>
                  <a:pt x="8630996" y="1970962"/>
                  <a:pt x="8639991" y="1973618"/>
                  <a:pt x="8647424" y="1977311"/>
                </a:cubicBezTo>
                <a:cubicBezTo>
                  <a:pt x="8662207" y="1984787"/>
                  <a:pt x="8664793" y="1993678"/>
                  <a:pt x="8653205" y="1997143"/>
                </a:cubicBezTo>
                <a:cubicBezTo>
                  <a:pt x="8641562" y="2000630"/>
                  <a:pt x="8619834" y="1997303"/>
                  <a:pt x="8605217" y="1989780"/>
                </a:cubicBezTo>
                <a:cubicBezTo>
                  <a:pt x="8590656" y="1982371"/>
                  <a:pt x="8588100" y="1973527"/>
                  <a:pt x="8599716" y="1970107"/>
                </a:cubicBezTo>
                <a:cubicBezTo>
                  <a:pt x="8605580" y="1968398"/>
                  <a:pt x="8613789" y="1968352"/>
                  <a:pt x="8622392" y="1969658"/>
                </a:cubicBezTo>
                <a:close/>
                <a:moveTo>
                  <a:pt x="8216740" y="1962386"/>
                </a:moveTo>
                <a:cubicBezTo>
                  <a:pt x="8225174" y="1963679"/>
                  <a:pt x="8233823" y="1966323"/>
                  <a:pt x="8240714" y="1970016"/>
                </a:cubicBezTo>
                <a:cubicBezTo>
                  <a:pt x="8254357" y="1977447"/>
                  <a:pt x="8255746" y="1986291"/>
                  <a:pt x="8243659" y="1989734"/>
                </a:cubicBezTo>
                <a:cubicBezTo>
                  <a:pt x="8231600" y="1993222"/>
                  <a:pt x="8210594" y="1989893"/>
                  <a:pt x="8196783" y="1982439"/>
                </a:cubicBezTo>
                <a:cubicBezTo>
                  <a:pt x="8183252" y="1974985"/>
                  <a:pt x="8182084" y="1966232"/>
                  <a:pt x="8194060" y="1962858"/>
                </a:cubicBezTo>
                <a:cubicBezTo>
                  <a:pt x="8200090" y="1961149"/>
                  <a:pt x="8208307" y="1961092"/>
                  <a:pt x="8216740" y="1962386"/>
                </a:cubicBezTo>
                <a:close/>
                <a:moveTo>
                  <a:pt x="9009547" y="1960816"/>
                </a:moveTo>
                <a:cubicBezTo>
                  <a:pt x="9025170" y="1963149"/>
                  <a:pt x="9041815" y="1967897"/>
                  <a:pt x="9055804" y="1974507"/>
                </a:cubicBezTo>
                <a:cubicBezTo>
                  <a:pt x="9084035" y="1987842"/>
                  <a:pt x="9091064" y="2003731"/>
                  <a:pt x="9070975" y="2010022"/>
                </a:cubicBezTo>
                <a:cubicBezTo>
                  <a:pt x="9050914" y="2016268"/>
                  <a:pt x="9011623" y="2010341"/>
                  <a:pt x="8983502" y="1996846"/>
                </a:cubicBezTo>
                <a:cubicBezTo>
                  <a:pt x="8955633" y="1983421"/>
                  <a:pt x="8949408" y="1967646"/>
                  <a:pt x="8969415" y="1961605"/>
                </a:cubicBezTo>
                <a:cubicBezTo>
                  <a:pt x="8979321" y="1958562"/>
                  <a:pt x="8993922" y="1958482"/>
                  <a:pt x="9009547" y="1960816"/>
                </a:cubicBezTo>
                <a:close/>
                <a:moveTo>
                  <a:pt x="9751597" y="1958055"/>
                </a:moveTo>
                <a:cubicBezTo>
                  <a:pt x="9764180" y="1959856"/>
                  <a:pt x="9778032" y="1963531"/>
                  <a:pt x="9790230" y="1968671"/>
                </a:cubicBezTo>
                <a:cubicBezTo>
                  <a:pt x="9814598" y="1978998"/>
                  <a:pt x="9823018" y="1991353"/>
                  <a:pt x="9808708" y="1996185"/>
                </a:cubicBezTo>
                <a:cubicBezTo>
                  <a:pt x="9794313" y="2001018"/>
                  <a:pt x="9762637" y="1996413"/>
                  <a:pt x="9738242" y="1985973"/>
                </a:cubicBezTo>
                <a:cubicBezTo>
                  <a:pt x="9713957" y="1975578"/>
                  <a:pt x="9706093" y="1963429"/>
                  <a:pt x="9720570" y="1958687"/>
                </a:cubicBezTo>
                <a:cubicBezTo>
                  <a:pt x="9727697" y="1956328"/>
                  <a:pt x="9739012" y="1956254"/>
                  <a:pt x="9751597" y="1958055"/>
                </a:cubicBezTo>
                <a:close/>
                <a:moveTo>
                  <a:pt x="5809377" y="1957747"/>
                </a:moveTo>
                <a:cubicBezTo>
                  <a:pt x="5819193" y="1959479"/>
                  <a:pt x="5827870" y="1962995"/>
                  <a:pt x="5833121" y="1967897"/>
                </a:cubicBezTo>
                <a:cubicBezTo>
                  <a:pt x="5843458" y="1977767"/>
                  <a:pt x="5835955" y="1989575"/>
                  <a:pt x="5816033" y="1994179"/>
                </a:cubicBezTo>
                <a:cubicBezTo>
                  <a:pt x="5796304" y="1998829"/>
                  <a:pt x="5771796" y="1994430"/>
                  <a:pt x="5761654" y="1984423"/>
                </a:cubicBezTo>
                <a:cubicBezTo>
                  <a:pt x="5751512" y="1974530"/>
                  <a:pt x="5759237" y="1962836"/>
                  <a:pt x="5778799" y="1958300"/>
                </a:cubicBezTo>
                <a:cubicBezTo>
                  <a:pt x="5788607" y="1956066"/>
                  <a:pt x="5799562" y="1956015"/>
                  <a:pt x="5809377" y="1957747"/>
                </a:cubicBezTo>
                <a:close/>
                <a:moveTo>
                  <a:pt x="2492086" y="1956188"/>
                </a:moveTo>
                <a:cubicBezTo>
                  <a:pt x="2495472" y="1956938"/>
                  <a:pt x="2497486" y="1958460"/>
                  <a:pt x="2497347" y="1960579"/>
                </a:cubicBezTo>
                <a:cubicBezTo>
                  <a:pt x="2497152" y="1964797"/>
                  <a:pt x="2488455" y="1969880"/>
                  <a:pt x="2477674" y="1971817"/>
                </a:cubicBezTo>
                <a:cubicBezTo>
                  <a:pt x="2466921" y="1973823"/>
                  <a:pt x="2458529" y="1971931"/>
                  <a:pt x="2458779" y="1967645"/>
                </a:cubicBezTo>
                <a:cubicBezTo>
                  <a:pt x="2459141" y="1963451"/>
                  <a:pt x="2468060" y="1958390"/>
                  <a:pt x="2478591" y="1956430"/>
                </a:cubicBezTo>
                <a:cubicBezTo>
                  <a:pt x="2483940" y="1955462"/>
                  <a:pt x="2488698" y="1955439"/>
                  <a:pt x="2492086" y="1956188"/>
                </a:cubicBezTo>
                <a:close/>
                <a:moveTo>
                  <a:pt x="10106009" y="1955422"/>
                </a:moveTo>
                <a:cubicBezTo>
                  <a:pt x="10114644" y="1956636"/>
                  <a:pt x="10124265" y="1959109"/>
                  <a:pt x="10132782" y="1962562"/>
                </a:cubicBezTo>
                <a:cubicBezTo>
                  <a:pt x="10150178" y="1969492"/>
                  <a:pt x="10156707" y="1977767"/>
                  <a:pt x="10147481" y="1980981"/>
                </a:cubicBezTo>
                <a:cubicBezTo>
                  <a:pt x="10138007" y="1984218"/>
                  <a:pt x="10116417" y="1981163"/>
                  <a:pt x="10099327" y="1974165"/>
                </a:cubicBezTo>
                <a:cubicBezTo>
                  <a:pt x="10082182" y="1967213"/>
                  <a:pt x="10075931" y="1959052"/>
                  <a:pt x="10085157" y="1955838"/>
                </a:cubicBezTo>
                <a:cubicBezTo>
                  <a:pt x="10089726" y="1954253"/>
                  <a:pt x="10097374" y="1954208"/>
                  <a:pt x="10106009" y="1955422"/>
                </a:cubicBezTo>
                <a:close/>
                <a:moveTo>
                  <a:pt x="9383872" y="1955189"/>
                </a:moveTo>
                <a:cubicBezTo>
                  <a:pt x="9401905" y="1957810"/>
                  <a:pt x="9421446" y="1963156"/>
                  <a:pt x="9438285" y="1970632"/>
                </a:cubicBezTo>
                <a:cubicBezTo>
                  <a:pt x="9472240" y="1985768"/>
                  <a:pt x="9482466" y="2003868"/>
                  <a:pt x="9460765" y="2010980"/>
                </a:cubicBezTo>
                <a:cubicBezTo>
                  <a:pt x="9438785" y="2018091"/>
                  <a:pt x="9393215" y="2011344"/>
                  <a:pt x="9359456" y="1995935"/>
                </a:cubicBezTo>
                <a:cubicBezTo>
                  <a:pt x="9325834" y="1980731"/>
                  <a:pt x="9316691" y="1962950"/>
                  <a:pt x="9338505" y="1956089"/>
                </a:cubicBezTo>
                <a:cubicBezTo>
                  <a:pt x="9349313" y="1952670"/>
                  <a:pt x="9365839" y="1952567"/>
                  <a:pt x="9383872" y="1955189"/>
                </a:cubicBezTo>
                <a:close/>
                <a:moveTo>
                  <a:pt x="10447716" y="1954197"/>
                </a:moveTo>
                <a:cubicBezTo>
                  <a:pt x="10449745" y="1953444"/>
                  <a:pt x="10454635" y="1954128"/>
                  <a:pt x="10458747" y="1955678"/>
                </a:cubicBezTo>
                <a:cubicBezTo>
                  <a:pt x="10462832" y="1957228"/>
                  <a:pt x="10464444" y="1959075"/>
                  <a:pt x="10462358" y="1959804"/>
                </a:cubicBezTo>
                <a:cubicBezTo>
                  <a:pt x="10460386" y="1960556"/>
                  <a:pt x="10455413" y="1959850"/>
                  <a:pt x="10451383" y="1958322"/>
                </a:cubicBezTo>
                <a:cubicBezTo>
                  <a:pt x="10447381" y="1956726"/>
                  <a:pt x="10445744" y="1954903"/>
                  <a:pt x="10447716" y="1954197"/>
                </a:cubicBezTo>
                <a:close/>
                <a:moveTo>
                  <a:pt x="7797154" y="1947503"/>
                </a:moveTo>
                <a:cubicBezTo>
                  <a:pt x="7806098" y="1948914"/>
                  <a:pt x="7815038" y="1951781"/>
                  <a:pt x="7821859" y="1955769"/>
                </a:cubicBezTo>
                <a:cubicBezTo>
                  <a:pt x="7835642" y="1963771"/>
                  <a:pt x="7835920" y="1973321"/>
                  <a:pt x="7822388" y="1977106"/>
                </a:cubicBezTo>
                <a:cubicBezTo>
                  <a:pt x="7808744" y="1980821"/>
                  <a:pt x="7786266" y="1977265"/>
                  <a:pt x="7772733" y="1969173"/>
                </a:cubicBezTo>
                <a:cubicBezTo>
                  <a:pt x="7758979" y="1961149"/>
                  <a:pt x="7759006" y="1951643"/>
                  <a:pt x="7772428" y="1947973"/>
                </a:cubicBezTo>
                <a:cubicBezTo>
                  <a:pt x="7779263" y="1946138"/>
                  <a:pt x="7788210" y="1946093"/>
                  <a:pt x="7797154" y="1947503"/>
                </a:cubicBezTo>
                <a:close/>
                <a:moveTo>
                  <a:pt x="3872160" y="1944489"/>
                </a:moveTo>
                <a:cubicBezTo>
                  <a:pt x="3879624" y="1945956"/>
                  <a:pt x="3885105" y="1948954"/>
                  <a:pt x="3886786" y="1953148"/>
                </a:cubicBezTo>
                <a:cubicBezTo>
                  <a:pt x="3890315" y="1961628"/>
                  <a:pt x="3877116" y="1971680"/>
                  <a:pt x="3857749" y="1975624"/>
                </a:cubicBezTo>
                <a:cubicBezTo>
                  <a:pt x="3838048" y="1979568"/>
                  <a:pt x="3819571" y="1975875"/>
                  <a:pt x="3816263" y="1967304"/>
                </a:cubicBezTo>
                <a:cubicBezTo>
                  <a:pt x="3812984" y="1958847"/>
                  <a:pt x="3826350" y="1948886"/>
                  <a:pt x="3845634" y="1945010"/>
                </a:cubicBezTo>
                <a:cubicBezTo>
                  <a:pt x="3855249" y="1943084"/>
                  <a:pt x="3864697" y="1943022"/>
                  <a:pt x="3872160" y="1944489"/>
                </a:cubicBezTo>
                <a:close/>
                <a:moveTo>
                  <a:pt x="6729818" y="1943223"/>
                </a:moveTo>
                <a:cubicBezTo>
                  <a:pt x="6740804" y="1945050"/>
                  <a:pt x="6751148" y="1948772"/>
                  <a:pt x="6758275" y="1953969"/>
                </a:cubicBezTo>
                <a:cubicBezTo>
                  <a:pt x="6772557" y="1964431"/>
                  <a:pt x="6768445" y="1976878"/>
                  <a:pt x="6748827" y="1981801"/>
                </a:cubicBezTo>
                <a:cubicBezTo>
                  <a:pt x="6729404" y="1986703"/>
                  <a:pt x="6701728" y="1982075"/>
                  <a:pt x="6687780" y="1971498"/>
                </a:cubicBezTo>
                <a:cubicBezTo>
                  <a:pt x="6673525" y="1960967"/>
                  <a:pt x="6678166" y="1948612"/>
                  <a:pt x="6697505" y="1943848"/>
                </a:cubicBezTo>
                <a:cubicBezTo>
                  <a:pt x="6707203" y="1941465"/>
                  <a:pt x="6718832" y="1941397"/>
                  <a:pt x="6729818" y="1943223"/>
                </a:cubicBezTo>
                <a:close/>
                <a:moveTo>
                  <a:pt x="10779486" y="1942753"/>
                </a:moveTo>
                <a:cubicBezTo>
                  <a:pt x="10779875" y="1942593"/>
                  <a:pt x="10781432" y="1942753"/>
                  <a:pt x="10782626" y="1943232"/>
                </a:cubicBezTo>
                <a:cubicBezTo>
                  <a:pt x="10783710" y="1943642"/>
                  <a:pt x="10784433" y="1944212"/>
                  <a:pt x="10783849" y="1944417"/>
                </a:cubicBezTo>
                <a:cubicBezTo>
                  <a:pt x="10783294" y="1944576"/>
                  <a:pt x="10781875" y="1944417"/>
                  <a:pt x="10780571" y="1943938"/>
                </a:cubicBezTo>
                <a:cubicBezTo>
                  <a:pt x="10779376" y="1943483"/>
                  <a:pt x="10778903" y="1942958"/>
                  <a:pt x="10779486" y="1942753"/>
                </a:cubicBezTo>
                <a:close/>
                <a:moveTo>
                  <a:pt x="6041330" y="1928139"/>
                </a:moveTo>
                <a:cubicBezTo>
                  <a:pt x="6051121" y="1929834"/>
                  <a:pt x="6059901" y="1933282"/>
                  <a:pt x="6065389" y="1938080"/>
                </a:cubicBezTo>
                <a:cubicBezTo>
                  <a:pt x="6076531" y="1947814"/>
                  <a:pt x="6070001" y="1959371"/>
                  <a:pt x="6050801" y="1963861"/>
                </a:cubicBezTo>
                <a:cubicBezTo>
                  <a:pt x="6031601" y="1968421"/>
                  <a:pt x="6006926" y="1964135"/>
                  <a:pt x="5996033" y="1954310"/>
                </a:cubicBezTo>
                <a:cubicBezTo>
                  <a:pt x="5985225" y="1944576"/>
                  <a:pt x="5992005" y="1933156"/>
                  <a:pt x="6011205" y="1928711"/>
                </a:cubicBezTo>
                <a:cubicBezTo>
                  <a:pt x="6020736" y="1926501"/>
                  <a:pt x="6031538" y="1926444"/>
                  <a:pt x="6041330" y="1928139"/>
                </a:cubicBezTo>
                <a:close/>
                <a:moveTo>
                  <a:pt x="7365772" y="1921002"/>
                </a:moveTo>
                <a:cubicBezTo>
                  <a:pt x="7377512" y="1922882"/>
                  <a:pt x="7388987" y="1926706"/>
                  <a:pt x="7397504" y="1932040"/>
                </a:cubicBezTo>
                <a:cubicBezTo>
                  <a:pt x="7414620" y="1942799"/>
                  <a:pt x="7413147" y="1955633"/>
                  <a:pt x="7394059" y="1960602"/>
                </a:cubicBezTo>
                <a:cubicBezTo>
                  <a:pt x="7374691" y="1965686"/>
                  <a:pt x="7345320" y="1960967"/>
                  <a:pt x="7328454" y="1950025"/>
                </a:cubicBezTo>
                <a:cubicBezTo>
                  <a:pt x="7311505" y="1939198"/>
                  <a:pt x="7313367" y="1926546"/>
                  <a:pt x="7332455" y="1921623"/>
                </a:cubicBezTo>
                <a:cubicBezTo>
                  <a:pt x="7342027" y="1919184"/>
                  <a:pt x="7354032" y="1919121"/>
                  <a:pt x="7365772" y="1921002"/>
                </a:cubicBezTo>
                <a:close/>
                <a:moveTo>
                  <a:pt x="2969426" y="1920616"/>
                </a:moveTo>
                <a:cubicBezTo>
                  <a:pt x="2974539" y="1921690"/>
                  <a:pt x="2977874" y="1923879"/>
                  <a:pt x="2978249" y="1926934"/>
                </a:cubicBezTo>
                <a:cubicBezTo>
                  <a:pt x="2978916" y="1933020"/>
                  <a:pt x="2967106" y="1940314"/>
                  <a:pt x="2952185" y="1943118"/>
                </a:cubicBezTo>
                <a:cubicBezTo>
                  <a:pt x="2936763" y="1945967"/>
                  <a:pt x="2924204" y="1943255"/>
                  <a:pt x="2923592" y="1937146"/>
                </a:cubicBezTo>
                <a:cubicBezTo>
                  <a:pt x="2923121" y="1930991"/>
                  <a:pt x="2934846" y="1923787"/>
                  <a:pt x="2949934" y="1920984"/>
                </a:cubicBezTo>
                <a:cubicBezTo>
                  <a:pt x="2957423" y="1919582"/>
                  <a:pt x="2964314" y="1919542"/>
                  <a:pt x="2969426" y="1920616"/>
                </a:cubicBezTo>
                <a:close/>
                <a:moveTo>
                  <a:pt x="727455" y="1916174"/>
                </a:moveTo>
                <a:cubicBezTo>
                  <a:pt x="730567" y="1915673"/>
                  <a:pt x="732373" y="1916151"/>
                  <a:pt x="731623" y="1917245"/>
                </a:cubicBezTo>
                <a:cubicBezTo>
                  <a:pt x="730929" y="1918271"/>
                  <a:pt x="728039" y="1919616"/>
                  <a:pt x="724871" y="1920095"/>
                </a:cubicBezTo>
                <a:cubicBezTo>
                  <a:pt x="721898" y="1920573"/>
                  <a:pt x="719981" y="1920095"/>
                  <a:pt x="720564" y="1919046"/>
                </a:cubicBezTo>
                <a:cubicBezTo>
                  <a:pt x="721343" y="1917952"/>
                  <a:pt x="724510" y="1916653"/>
                  <a:pt x="727455" y="1916174"/>
                </a:cubicBezTo>
                <a:close/>
                <a:moveTo>
                  <a:pt x="1499144" y="1915353"/>
                </a:moveTo>
                <a:cubicBezTo>
                  <a:pt x="1508564" y="1913689"/>
                  <a:pt x="1514871" y="1915194"/>
                  <a:pt x="1513621" y="1918682"/>
                </a:cubicBezTo>
                <a:cubicBezTo>
                  <a:pt x="1512259" y="1922123"/>
                  <a:pt x="1503562" y="1926295"/>
                  <a:pt x="1494087" y="1927891"/>
                </a:cubicBezTo>
                <a:cubicBezTo>
                  <a:pt x="1484751" y="1929509"/>
                  <a:pt x="1478137" y="1927959"/>
                  <a:pt x="1479693" y="1924494"/>
                </a:cubicBezTo>
                <a:cubicBezTo>
                  <a:pt x="1481055" y="1921006"/>
                  <a:pt x="1489669" y="1916904"/>
                  <a:pt x="1499144" y="1915353"/>
                </a:cubicBezTo>
                <a:close/>
                <a:moveTo>
                  <a:pt x="1123487" y="1912991"/>
                </a:moveTo>
                <a:cubicBezTo>
                  <a:pt x="1127124" y="1913883"/>
                  <a:pt x="1128694" y="1915684"/>
                  <a:pt x="1127332" y="1918180"/>
                </a:cubicBezTo>
                <a:cubicBezTo>
                  <a:pt x="1124776" y="1923149"/>
                  <a:pt x="1111605" y="1929099"/>
                  <a:pt x="1097656" y="1931401"/>
                </a:cubicBezTo>
                <a:cubicBezTo>
                  <a:pt x="1083791" y="1933703"/>
                  <a:pt x="1074760" y="1931515"/>
                  <a:pt x="1077455" y="1926500"/>
                </a:cubicBezTo>
                <a:cubicBezTo>
                  <a:pt x="1080067" y="1921508"/>
                  <a:pt x="1093572" y="1915558"/>
                  <a:pt x="1107242" y="1913256"/>
                </a:cubicBezTo>
                <a:cubicBezTo>
                  <a:pt x="1114147" y="1912116"/>
                  <a:pt x="1119851" y="1912100"/>
                  <a:pt x="1123487" y="1912991"/>
                </a:cubicBezTo>
                <a:close/>
                <a:moveTo>
                  <a:pt x="3657525" y="1912239"/>
                </a:moveTo>
                <a:cubicBezTo>
                  <a:pt x="3664395" y="1913598"/>
                  <a:pt x="3669286" y="1916380"/>
                  <a:pt x="3670606" y="1920277"/>
                </a:cubicBezTo>
                <a:cubicBezTo>
                  <a:pt x="3673245" y="1928141"/>
                  <a:pt x="3660465" y="1937442"/>
                  <a:pt x="3641958" y="1941089"/>
                </a:cubicBezTo>
                <a:cubicBezTo>
                  <a:pt x="3623286" y="1944760"/>
                  <a:pt x="3606169" y="1941294"/>
                  <a:pt x="3603640" y="1933384"/>
                </a:cubicBezTo>
                <a:cubicBezTo>
                  <a:pt x="3601057" y="1925543"/>
                  <a:pt x="3614033" y="1916288"/>
                  <a:pt x="3632566" y="1912732"/>
                </a:cubicBezTo>
                <a:cubicBezTo>
                  <a:pt x="3641805" y="1910943"/>
                  <a:pt x="3650655" y="1910880"/>
                  <a:pt x="3657525" y="1912239"/>
                </a:cubicBezTo>
                <a:close/>
                <a:moveTo>
                  <a:pt x="1910634" y="1908561"/>
                </a:moveTo>
                <a:cubicBezTo>
                  <a:pt x="1919859" y="1906965"/>
                  <a:pt x="1926362" y="1908469"/>
                  <a:pt x="1925639" y="1911866"/>
                </a:cubicBezTo>
                <a:cubicBezTo>
                  <a:pt x="1924777" y="1915331"/>
                  <a:pt x="1916775" y="1919434"/>
                  <a:pt x="1907522" y="1921030"/>
                </a:cubicBezTo>
                <a:cubicBezTo>
                  <a:pt x="1898352" y="1922625"/>
                  <a:pt x="1891740" y="1921098"/>
                  <a:pt x="1892629" y="1917656"/>
                </a:cubicBezTo>
                <a:cubicBezTo>
                  <a:pt x="1893518" y="1914191"/>
                  <a:pt x="1901715" y="1910134"/>
                  <a:pt x="1910634" y="1908561"/>
                </a:cubicBezTo>
                <a:close/>
                <a:moveTo>
                  <a:pt x="368703" y="1907945"/>
                </a:moveTo>
                <a:cubicBezTo>
                  <a:pt x="371706" y="1907467"/>
                  <a:pt x="373595" y="1907945"/>
                  <a:pt x="372844" y="1909017"/>
                </a:cubicBezTo>
                <a:cubicBezTo>
                  <a:pt x="371955" y="1910088"/>
                  <a:pt x="368649" y="1911388"/>
                  <a:pt x="365703" y="1911866"/>
                </a:cubicBezTo>
                <a:cubicBezTo>
                  <a:pt x="362480" y="1912367"/>
                  <a:pt x="360591" y="1911912"/>
                  <a:pt x="361479" y="1910817"/>
                </a:cubicBezTo>
                <a:cubicBezTo>
                  <a:pt x="362342" y="1909746"/>
                  <a:pt x="365592" y="1908447"/>
                  <a:pt x="368703" y="1907945"/>
                </a:cubicBezTo>
                <a:close/>
                <a:moveTo>
                  <a:pt x="25096" y="1897642"/>
                </a:moveTo>
                <a:cubicBezTo>
                  <a:pt x="26513" y="1897460"/>
                  <a:pt x="27096" y="1897642"/>
                  <a:pt x="26763" y="1898075"/>
                </a:cubicBezTo>
                <a:cubicBezTo>
                  <a:pt x="26457" y="1898531"/>
                  <a:pt x="24957" y="1899032"/>
                  <a:pt x="23790" y="1899237"/>
                </a:cubicBezTo>
                <a:cubicBezTo>
                  <a:pt x="22568" y="1899420"/>
                  <a:pt x="21927" y="1899237"/>
                  <a:pt x="22151" y="1898781"/>
                </a:cubicBezTo>
                <a:cubicBezTo>
                  <a:pt x="22707" y="1898326"/>
                  <a:pt x="23985" y="1897847"/>
                  <a:pt x="25096" y="1897642"/>
                </a:cubicBezTo>
                <a:close/>
                <a:moveTo>
                  <a:pt x="2340409" y="1895134"/>
                </a:moveTo>
                <a:cubicBezTo>
                  <a:pt x="2348022" y="1893767"/>
                  <a:pt x="2354052" y="1895043"/>
                  <a:pt x="2353802" y="1898052"/>
                </a:cubicBezTo>
                <a:cubicBezTo>
                  <a:pt x="2353329" y="1901061"/>
                  <a:pt x="2346828" y="1904594"/>
                  <a:pt x="2339075" y="1906007"/>
                </a:cubicBezTo>
                <a:cubicBezTo>
                  <a:pt x="2331267" y="1907398"/>
                  <a:pt x="2325376" y="1906099"/>
                  <a:pt x="2325793" y="1903044"/>
                </a:cubicBezTo>
                <a:cubicBezTo>
                  <a:pt x="2325960" y="1900081"/>
                  <a:pt x="2332740" y="1896502"/>
                  <a:pt x="2340409" y="1895134"/>
                </a:cubicBezTo>
                <a:close/>
                <a:moveTo>
                  <a:pt x="6922979" y="1892715"/>
                </a:moveTo>
                <a:cubicBezTo>
                  <a:pt x="6933177" y="1894371"/>
                  <a:pt x="6942887" y="1897744"/>
                  <a:pt x="6949696" y="1902452"/>
                </a:cubicBezTo>
                <a:cubicBezTo>
                  <a:pt x="6963533" y="1911866"/>
                  <a:pt x="6960421" y="1923173"/>
                  <a:pt x="6942637" y="1927618"/>
                </a:cubicBezTo>
                <a:cubicBezTo>
                  <a:pt x="6925077" y="1932040"/>
                  <a:pt x="6899513" y="1927823"/>
                  <a:pt x="6885925" y="1918294"/>
                </a:cubicBezTo>
                <a:cubicBezTo>
                  <a:pt x="6872282" y="1908766"/>
                  <a:pt x="6875756" y="1897596"/>
                  <a:pt x="6893345" y="1893288"/>
                </a:cubicBezTo>
                <a:cubicBezTo>
                  <a:pt x="6902097" y="1891123"/>
                  <a:pt x="6912781" y="1891060"/>
                  <a:pt x="6922979" y="1892715"/>
                </a:cubicBezTo>
                <a:close/>
                <a:moveTo>
                  <a:pt x="6263104" y="1892558"/>
                </a:moveTo>
                <a:cubicBezTo>
                  <a:pt x="6272934" y="1894211"/>
                  <a:pt x="6281915" y="1897574"/>
                  <a:pt x="6287765" y="1902246"/>
                </a:cubicBezTo>
                <a:cubicBezTo>
                  <a:pt x="6299213" y="1911729"/>
                  <a:pt x="6293767" y="1922990"/>
                  <a:pt x="6275010" y="1927435"/>
                </a:cubicBezTo>
                <a:cubicBezTo>
                  <a:pt x="6256254" y="1931880"/>
                  <a:pt x="6231746" y="1927663"/>
                  <a:pt x="6220271" y="1918111"/>
                </a:cubicBezTo>
                <a:cubicBezTo>
                  <a:pt x="6208906" y="1908629"/>
                  <a:pt x="6214741" y="1897482"/>
                  <a:pt x="6233358" y="1893129"/>
                </a:cubicBezTo>
                <a:cubicBezTo>
                  <a:pt x="6242597" y="1890963"/>
                  <a:pt x="6253274" y="1890906"/>
                  <a:pt x="6263104" y="1892558"/>
                </a:cubicBezTo>
                <a:close/>
                <a:moveTo>
                  <a:pt x="8710082" y="1888139"/>
                </a:moveTo>
                <a:cubicBezTo>
                  <a:pt x="8718476" y="1889379"/>
                  <a:pt x="8727284" y="1891898"/>
                  <a:pt x="8734535" y="1895408"/>
                </a:cubicBezTo>
                <a:cubicBezTo>
                  <a:pt x="8748985" y="1902452"/>
                  <a:pt x="8751791" y="1910840"/>
                  <a:pt x="8740593" y="1914100"/>
                </a:cubicBezTo>
                <a:cubicBezTo>
                  <a:pt x="8729311" y="1917383"/>
                  <a:pt x="8708417" y="1914305"/>
                  <a:pt x="8693885" y="1907193"/>
                </a:cubicBezTo>
                <a:cubicBezTo>
                  <a:pt x="8679491" y="1900104"/>
                  <a:pt x="8676933" y="1891761"/>
                  <a:pt x="8688104" y="1888546"/>
                </a:cubicBezTo>
                <a:cubicBezTo>
                  <a:pt x="8693704" y="1886939"/>
                  <a:pt x="8701685" y="1886900"/>
                  <a:pt x="8710082" y="1888139"/>
                </a:cubicBezTo>
                <a:close/>
                <a:moveTo>
                  <a:pt x="8327303" y="1882511"/>
                </a:moveTo>
                <a:cubicBezTo>
                  <a:pt x="8337515" y="1884039"/>
                  <a:pt x="8348040" y="1887156"/>
                  <a:pt x="8356472" y="1891510"/>
                </a:cubicBezTo>
                <a:cubicBezTo>
                  <a:pt x="8373450" y="1900286"/>
                  <a:pt x="8375534" y="1910658"/>
                  <a:pt x="8361001" y="1914783"/>
                </a:cubicBezTo>
                <a:cubicBezTo>
                  <a:pt x="8346664" y="1918864"/>
                  <a:pt x="8321045" y="1915011"/>
                  <a:pt x="8304179" y="1906121"/>
                </a:cubicBezTo>
                <a:cubicBezTo>
                  <a:pt x="8287312" y="1897368"/>
                  <a:pt x="8285479" y="1887042"/>
                  <a:pt x="8300011" y="1883053"/>
                </a:cubicBezTo>
                <a:cubicBezTo>
                  <a:pt x="8307193" y="1881047"/>
                  <a:pt x="8317092" y="1880984"/>
                  <a:pt x="8327303" y="1882511"/>
                </a:cubicBezTo>
                <a:close/>
                <a:moveTo>
                  <a:pt x="4853587" y="1881015"/>
                </a:moveTo>
                <a:cubicBezTo>
                  <a:pt x="4859919" y="1882175"/>
                  <a:pt x="4865052" y="1884534"/>
                  <a:pt x="4867512" y="1887817"/>
                </a:cubicBezTo>
                <a:cubicBezTo>
                  <a:pt x="4872459" y="1894382"/>
                  <a:pt x="4864955" y="1902246"/>
                  <a:pt x="4850368" y="1905323"/>
                </a:cubicBezTo>
                <a:cubicBezTo>
                  <a:pt x="4835557" y="1908401"/>
                  <a:pt x="4819803" y="1905483"/>
                  <a:pt x="4815107" y="1898827"/>
                </a:cubicBezTo>
                <a:cubicBezTo>
                  <a:pt x="4810132" y="1892216"/>
                  <a:pt x="4817996" y="1884443"/>
                  <a:pt x="4832474" y="1881412"/>
                </a:cubicBezTo>
                <a:cubicBezTo>
                  <a:pt x="4839726" y="1879896"/>
                  <a:pt x="4847255" y="1879856"/>
                  <a:pt x="4853587" y="1881015"/>
                </a:cubicBezTo>
                <a:close/>
                <a:moveTo>
                  <a:pt x="5091581" y="1880468"/>
                </a:moveTo>
                <a:cubicBezTo>
                  <a:pt x="5097390" y="1881514"/>
                  <a:pt x="5102224" y="1883634"/>
                  <a:pt x="5104697" y="1886586"/>
                </a:cubicBezTo>
                <a:cubicBezTo>
                  <a:pt x="5109672" y="1892467"/>
                  <a:pt x="5103308" y="1899579"/>
                  <a:pt x="5090248" y="1902360"/>
                </a:cubicBezTo>
                <a:cubicBezTo>
                  <a:pt x="5077383" y="1905095"/>
                  <a:pt x="5063018" y="1902520"/>
                  <a:pt x="5058155" y="1896525"/>
                </a:cubicBezTo>
                <a:cubicBezTo>
                  <a:pt x="5053237" y="1890575"/>
                  <a:pt x="5059851" y="1883509"/>
                  <a:pt x="5072632" y="1880796"/>
                </a:cubicBezTo>
                <a:cubicBezTo>
                  <a:pt x="5078995" y="1879451"/>
                  <a:pt x="5085774" y="1879423"/>
                  <a:pt x="5091581" y="1880468"/>
                </a:cubicBezTo>
                <a:close/>
                <a:moveTo>
                  <a:pt x="4613637" y="1878249"/>
                </a:moveTo>
                <a:cubicBezTo>
                  <a:pt x="4618468" y="1879149"/>
                  <a:pt x="4622337" y="1880979"/>
                  <a:pt x="4624157" y="1883531"/>
                </a:cubicBezTo>
                <a:cubicBezTo>
                  <a:pt x="4627548" y="1888569"/>
                  <a:pt x="4620933" y="1894655"/>
                  <a:pt x="4609542" y="1897003"/>
                </a:cubicBezTo>
                <a:cubicBezTo>
                  <a:pt x="4598121" y="1899374"/>
                  <a:pt x="4586146" y="1897140"/>
                  <a:pt x="4582839" y="1892011"/>
                </a:cubicBezTo>
                <a:cubicBezTo>
                  <a:pt x="4579421" y="1886905"/>
                  <a:pt x="4586006" y="1880887"/>
                  <a:pt x="4597344" y="1878539"/>
                </a:cubicBezTo>
                <a:cubicBezTo>
                  <a:pt x="4603012" y="1877377"/>
                  <a:pt x="4608806" y="1877348"/>
                  <a:pt x="4613637" y="1878249"/>
                </a:cubicBezTo>
                <a:close/>
                <a:moveTo>
                  <a:pt x="7931693" y="1876733"/>
                </a:moveTo>
                <a:cubicBezTo>
                  <a:pt x="7940446" y="1878073"/>
                  <a:pt x="7949302" y="1880797"/>
                  <a:pt x="7956152" y="1884580"/>
                </a:cubicBezTo>
                <a:cubicBezTo>
                  <a:pt x="7970128" y="1892262"/>
                  <a:pt x="7970823" y="1901381"/>
                  <a:pt x="7957624" y="1904959"/>
                </a:cubicBezTo>
                <a:cubicBezTo>
                  <a:pt x="7944509" y="1908515"/>
                  <a:pt x="7922474" y="1905119"/>
                  <a:pt x="7908748" y="1897414"/>
                </a:cubicBezTo>
                <a:cubicBezTo>
                  <a:pt x="7894938" y="1889755"/>
                  <a:pt x="7894688" y="1880705"/>
                  <a:pt x="7907859" y="1877194"/>
                </a:cubicBezTo>
                <a:cubicBezTo>
                  <a:pt x="7914291" y="1875439"/>
                  <a:pt x="7922940" y="1875394"/>
                  <a:pt x="7931693" y="1876733"/>
                </a:cubicBezTo>
                <a:close/>
                <a:moveTo>
                  <a:pt x="9073202" y="1875135"/>
                </a:moveTo>
                <a:cubicBezTo>
                  <a:pt x="9088981" y="1877406"/>
                  <a:pt x="9105833" y="1882028"/>
                  <a:pt x="9120074" y="1888456"/>
                </a:cubicBezTo>
                <a:cubicBezTo>
                  <a:pt x="9148473" y="1901494"/>
                  <a:pt x="9156086" y="1917018"/>
                  <a:pt x="9135829" y="1923105"/>
                </a:cubicBezTo>
                <a:cubicBezTo>
                  <a:pt x="9115879" y="1929236"/>
                  <a:pt x="9076340" y="1923423"/>
                  <a:pt x="9047746" y="1910248"/>
                </a:cubicBezTo>
                <a:cubicBezTo>
                  <a:pt x="9019348" y="1897209"/>
                  <a:pt x="9012929" y="1881822"/>
                  <a:pt x="9032769" y="1875918"/>
                </a:cubicBezTo>
                <a:cubicBezTo>
                  <a:pt x="9042716" y="1872943"/>
                  <a:pt x="9057422" y="1872864"/>
                  <a:pt x="9073202" y="1875135"/>
                </a:cubicBezTo>
                <a:close/>
                <a:moveTo>
                  <a:pt x="9774500" y="1873054"/>
                </a:moveTo>
                <a:cubicBezTo>
                  <a:pt x="9782777" y="1874202"/>
                  <a:pt x="9791870" y="1876544"/>
                  <a:pt x="9799817" y="1879815"/>
                </a:cubicBezTo>
                <a:cubicBezTo>
                  <a:pt x="9815850" y="1886358"/>
                  <a:pt x="9821213" y="1894131"/>
                  <a:pt x="9811765" y="1897209"/>
                </a:cubicBezTo>
                <a:cubicBezTo>
                  <a:pt x="9802457" y="1900263"/>
                  <a:pt x="9781978" y="1897390"/>
                  <a:pt x="9765917" y="1890757"/>
                </a:cubicBezTo>
                <a:cubicBezTo>
                  <a:pt x="9750052" y="1884193"/>
                  <a:pt x="9744826" y="1876442"/>
                  <a:pt x="9754080" y="1873455"/>
                </a:cubicBezTo>
                <a:cubicBezTo>
                  <a:pt x="9758762" y="1871951"/>
                  <a:pt x="9766223" y="1871905"/>
                  <a:pt x="9774500" y="1873054"/>
                </a:cubicBezTo>
                <a:close/>
                <a:moveTo>
                  <a:pt x="3460480" y="1871479"/>
                </a:moveTo>
                <a:cubicBezTo>
                  <a:pt x="3468104" y="1873000"/>
                  <a:pt x="3473391" y="1876089"/>
                  <a:pt x="3474572" y="1880386"/>
                </a:cubicBezTo>
                <a:cubicBezTo>
                  <a:pt x="3477100" y="1889071"/>
                  <a:pt x="3461985" y="1899443"/>
                  <a:pt x="3440755" y="1903455"/>
                </a:cubicBezTo>
                <a:cubicBezTo>
                  <a:pt x="3419527" y="1907557"/>
                  <a:pt x="3400520" y="1903659"/>
                  <a:pt x="3398270" y="1894929"/>
                </a:cubicBezTo>
                <a:cubicBezTo>
                  <a:pt x="3396130" y="1886221"/>
                  <a:pt x="3411413" y="1875941"/>
                  <a:pt x="3432363" y="1871974"/>
                </a:cubicBezTo>
                <a:cubicBezTo>
                  <a:pt x="3442895" y="1870003"/>
                  <a:pt x="3452857" y="1869957"/>
                  <a:pt x="3460480" y="1871479"/>
                </a:cubicBezTo>
                <a:close/>
                <a:moveTo>
                  <a:pt x="5332836" y="1868318"/>
                </a:moveTo>
                <a:cubicBezTo>
                  <a:pt x="5340383" y="1869649"/>
                  <a:pt x="5346774" y="1872362"/>
                  <a:pt x="5350219" y="1876146"/>
                </a:cubicBezTo>
                <a:cubicBezTo>
                  <a:pt x="5357249" y="1883736"/>
                  <a:pt x="5349747" y="1892786"/>
                  <a:pt x="5333603" y="1896342"/>
                </a:cubicBezTo>
                <a:cubicBezTo>
                  <a:pt x="5317180" y="1899875"/>
                  <a:pt x="5298481" y="1896502"/>
                  <a:pt x="5291507" y="1888865"/>
                </a:cubicBezTo>
                <a:cubicBezTo>
                  <a:pt x="5284754" y="1881206"/>
                  <a:pt x="5292423" y="1872248"/>
                  <a:pt x="5308512" y="1868782"/>
                </a:cubicBezTo>
                <a:cubicBezTo>
                  <a:pt x="5316584" y="1867039"/>
                  <a:pt x="5325288" y="1866988"/>
                  <a:pt x="5332836" y="1868318"/>
                </a:cubicBezTo>
                <a:close/>
                <a:moveTo>
                  <a:pt x="9425029" y="1867324"/>
                </a:moveTo>
                <a:cubicBezTo>
                  <a:pt x="9442580" y="1869809"/>
                  <a:pt x="9461599" y="1874858"/>
                  <a:pt x="9477965" y="1881890"/>
                </a:cubicBezTo>
                <a:cubicBezTo>
                  <a:pt x="9511197" y="1896137"/>
                  <a:pt x="9521311" y="1913142"/>
                  <a:pt x="9500306" y="1919821"/>
                </a:cubicBezTo>
                <a:cubicBezTo>
                  <a:pt x="9479188" y="1926546"/>
                  <a:pt x="9434896" y="1920186"/>
                  <a:pt x="9401886" y="1905711"/>
                </a:cubicBezTo>
                <a:cubicBezTo>
                  <a:pt x="9369182" y="1891418"/>
                  <a:pt x="9359844" y="1874641"/>
                  <a:pt x="9380908" y="1868144"/>
                </a:cubicBezTo>
                <a:cubicBezTo>
                  <a:pt x="9391398" y="1864919"/>
                  <a:pt x="9407479" y="1864839"/>
                  <a:pt x="9425029" y="1867324"/>
                </a:cubicBezTo>
                <a:close/>
                <a:moveTo>
                  <a:pt x="10094548" y="1867119"/>
                </a:moveTo>
                <a:cubicBezTo>
                  <a:pt x="10100021" y="1865273"/>
                  <a:pt x="10112693" y="1867051"/>
                  <a:pt x="10122973" y="1871017"/>
                </a:cubicBezTo>
                <a:cubicBezTo>
                  <a:pt x="10133201" y="1875006"/>
                  <a:pt x="10136949" y="1879748"/>
                  <a:pt x="10131588" y="1881617"/>
                </a:cubicBezTo>
                <a:cubicBezTo>
                  <a:pt x="10125974" y="1883463"/>
                  <a:pt x="10113220" y="1881708"/>
                  <a:pt x="10103079" y="1877696"/>
                </a:cubicBezTo>
                <a:cubicBezTo>
                  <a:pt x="10092770" y="1873684"/>
                  <a:pt x="10089046" y="1868942"/>
                  <a:pt x="10094548" y="1867119"/>
                </a:cubicBezTo>
                <a:close/>
                <a:moveTo>
                  <a:pt x="4384606" y="1862791"/>
                </a:moveTo>
                <a:cubicBezTo>
                  <a:pt x="4390716" y="1863939"/>
                  <a:pt x="4395446" y="1866276"/>
                  <a:pt x="4397363" y="1869535"/>
                </a:cubicBezTo>
                <a:cubicBezTo>
                  <a:pt x="4401309" y="1876032"/>
                  <a:pt x="4392445" y="1883759"/>
                  <a:pt x="4377468" y="1886814"/>
                </a:cubicBezTo>
                <a:cubicBezTo>
                  <a:pt x="4362436" y="1889846"/>
                  <a:pt x="4347236" y="1886950"/>
                  <a:pt x="4343512" y="1880386"/>
                </a:cubicBezTo>
                <a:cubicBezTo>
                  <a:pt x="4339678" y="1873820"/>
                  <a:pt x="4348764" y="1866161"/>
                  <a:pt x="4363575" y="1863175"/>
                </a:cubicBezTo>
                <a:cubicBezTo>
                  <a:pt x="4371008" y="1861682"/>
                  <a:pt x="4378497" y="1861643"/>
                  <a:pt x="4384606" y="1862791"/>
                </a:cubicBezTo>
                <a:close/>
                <a:moveTo>
                  <a:pt x="2815117" y="1861292"/>
                </a:moveTo>
                <a:cubicBezTo>
                  <a:pt x="2822401" y="1862799"/>
                  <a:pt x="2827020" y="1865877"/>
                  <a:pt x="2827229" y="1870173"/>
                </a:cubicBezTo>
                <a:cubicBezTo>
                  <a:pt x="2827756" y="1878790"/>
                  <a:pt x="2810418" y="1889070"/>
                  <a:pt x="2788411" y="1893105"/>
                </a:cubicBezTo>
                <a:cubicBezTo>
                  <a:pt x="2766348" y="1897140"/>
                  <a:pt x="2748148" y="1893333"/>
                  <a:pt x="2747926" y="1884580"/>
                </a:cubicBezTo>
                <a:cubicBezTo>
                  <a:pt x="2747787" y="1875941"/>
                  <a:pt x="2765265" y="1865774"/>
                  <a:pt x="2787022" y="1861830"/>
                </a:cubicBezTo>
                <a:cubicBezTo>
                  <a:pt x="2797886" y="1859847"/>
                  <a:pt x="2807834" y="1859784"/>
                  <a:pt x="2815117" y="1861292"/>
                </a:cubicBezTo>
                <a:close/>
                <a:moveTo>
                  <a:pt x="7522527" y="1858229"/>
                </a:moveTo>
                <a:cubicBezTo>
                  <a:pt x="7533659" y="1859950"/>
                  <a:pt x="7544648" y="1863461"/>
                  <a:pt x="7552970" y="1868373"/>
                </a:cubicBezTo>
                <a:cubicBezTo>
                  <a:pt x="7569420" y="1878243"/>
                  <a:pt x="7568781" y="1889982"/>
                  <a:pt x="7550941" y="1894633"/>
                </a:cubicBezTo>
                <a:cubicBezTo>
                  <a:pt x="7533102" y="1899238"/>
                  <a:pt x="7505343" y="1894906"/>
                  <a:pt x="7488866" y="1884922"/>
                </a:cubicBezTo>
                <a:cubicBezTo>
                  <a:pt x="7472528" y="1874961"/>
                  <a:pt x="7473834" y="1863335"/>
                  <a:pt x="7491228" y="1858821"/>
                </a:cubicBezTo>
                <a:cubicBezTo>
                  <a:pt x="7500120" y="1856576"/>
                  <a:pt x="7511394" y="1856508"/>
                  <a:pt x="7522527" y="1858229"/>
                </a:cubicBezTo>
                <a:close/>
                <a:moveTo>
                  <a:pt x="10417207" y="1856222"/>
                </a:moveTo>
                <a:cubicBezTo>
                  <a:pt x="10420957" y="1854855"/>
                  <a:pt x="10430487" y="1856108"/>
                  <a:pt x="10438129" y="1859049"/>
                </a:cubicBezTo>
                <a:cubicBezTo>
                  <a:pt x="10446021" y="1861967"/>
                  <a:pt x="10449076" y="1865409"/>
                  <a:pt x="10445354" y="1866754"/>
                </a:cubicBezTo>
                <a:cubicBezTo>
                  <a:pt x="10441436" y="1868122"/>
                  <a:pt x="10432071" y="1866822"/>
                  <a:pt x="10424013" y="1863927"/>
                </a:cubicBezTo>
                <a:cubicBezTo>
                  <a:pt x="10416317" y="1860987"/>
                  <a:pt x="10413205" y="1857568"/>
                  <a:pt x="10417207" y="1856222"/>
                </a:cubicBezTo>
                <a:close/>
                <a:moveTo>
                  <a:pt x="6472122" y="1852661"/>
                </a:moveTo>
                <a:cubicBezTo>
                  <a:pt x="6481270" y="1854154"/>
                  <a:pt x="6489746" y="1857203"/>
                  <a:pt x="6495386" y="1861466"/>
                </a:cubicBezTo>
                <a:cubicBezTo>
                  <a:pt x="6506778" y="1870083"/>
                  <a:pt x="6502193" y="1880249"/>
                  <a:pt x="6485327" y="1884261"/>
                </a:cubicBezTo>
                <a:cubicBezTo>
                  <a:pt x="6468544" y="1888273"/>
                  <a:pt x="6445732" y="1884489"/>
                  <a:pt x="6434450" y="1875827"/>
                </a:cubicBezTo>
                <a:cubicBezTo>
                  <a:pt x="6423419" y="1867187"/>
                  <a:pt x="6427920" y="1857112"/>
                  <a:pt x="6444814" y="1853191"/>
                </a:cubicBezTo>
                <a:cubicBezTo>
                  <a:pt x="6453150" y="1851231"/>
                  <a:pt x="6462973" y="1851168"/>
                  <a:pt x="6472122" y="1852661"/>
                </a:cubicBezTo>
                <a:close/>
                <a:moveTo>
                  <a:pt x="5567836" y="1852274"/>
                </a:moveTo>
                <a:cubicBezTo>
                  <a:pt x="5575450" y="1853596"/>
                  <a:pt x="5582042" y="1856281"/>
                  <a:pt x="5585766" y="1860007"/>
                </a:cubicBezTo>
                <a:cubicBezTo>
                  <a:pt x="5593379" y="1867552"/>
                  <a:pt x="5586711" y="1876511"/>
                  <a:pt x="5570761" y="1880021"/>
                </a:cubicBezTo>
                <a:cubicBezTo>
                  <a:pt x="5554839" y="1883509"/>
                  <a:pt x="5535861" y="1880181"/>
                  <a:pt x="5528442" y="1872590"/>
                </a:cubicBezTo>
                <a:cubicBezTo>
                  <a:pt x="5521106" y="1865068"/>
                  <a:pt x="5527886" y="1856178"/>
                  <a:pt x="5543781" y="1852712"/>
                </a:cubicBezTo>
                <a:cubicBezTo>
                  <a:pt x="5551589" y="1850991"/>
                  <a:pt x="5560223" y="1850952"/>
                  <a:pt x="5567836" y="1852274"/>
                </a:cubicBezTo>
                <a:close/>
                <a:moveTo>
                  <a:pt x="10735834" y="1846238"/>
                </a:moveTo>
                <a:cubicBezTo>
                  <a:pt x="10736361" y="1846078"/>
                  <a:pt x="10737724" y="1846238"/>
                  <a:pt x="10738917" y="1846671"/>
                </a:cubicBezTo>
                <a:cubicBezTo>
                  <a:pt x="10740084" y="1847082"/>
                  <a:pt x="10740640" y="1847583"/>
                  <a:pt x="10740084" y="1847766"/>
                </a:cubicBezTo>
                <a:cubicBezTo>
                  <a:pt x="10739613" y="1847926"/>
                  <a:pt x="10738055" y="1847766"/>
                  <a:pt x="10737057" y="1847355"/>
                </a:cubicBezTo>
                <a:cubicBezTo>
                  <a:pt x="10735916" y="1846922"/>
                  <a:pt x="10735250" y="1846444"/>
                  <a:pt x="10735834" y="1846238"/>
                </a:cubicBezTo>
                <a:close/>
                <a:moveTo>
                  <a:pt x="4156732" y="1845888"/>
                </a:moveTo>
                <a:cubicBezTo>
                  <a:pt x="4161373" y="1846763"/>
                  <a:pt x="4164859" y="1848540"/>
                  <a:pt x="4166151" y="1851002"/>
                </a:cubicBezTo>
                <a:cubicBezTo>
                  <a:pt x="4168708" y="1855995"/>
                  <a:pt x="4161316" y="1861898"/>
                  <a:pt x="4149619" y="1864224"/>
                </a:cubicBezTo>
                <a:cubicBezTo>
                  <a:pt x="4137976" y="1866526"/>
                  <a:pt x="4126500" y="1864315"/>
                  <a:pt x="4123972" y="1859323"/>
                </a:cubicBezTo>
                <a:cubicBezTo>
                  <a:pt x="4121443" y="1854353"/>
                  <a:pt x="4128946" y="1848473"/>
                  <a:pt x="4140393" y="1846192"/>
                </a:cubicBezTo>
                <a:cubicBezTo>
                  <a:pt x="4146299" y="1845042"/>
                  <a:pt x="4152091" y="1845013"/>
                  <a:pt x="4156732" y="1845888"/>
                </a:cubicBezTo>
                <a:close/>
                <a:moveTo>
                  <a:pt x="1816660" y="1836688"/>
                </a:moveTo>
                <a:cubicBezTo>
                  <a:pt x="1825525" y="1835183"/>
                  <a:pt x="1831998" y="1836619"/>
                  <a:pt x="1831082" y="1839878"/>
                </a:cubicBezTo>
                <a:cubicBezTo>
                  <a:pt x="1830165" y="1843183"/>
                  <a:pt x="1822051" y="1847082"/>
                  <a:pt x="1813049" y="1848632"/>
                </a:cubicBezTo>
                <a:cubicBezTo>
                  <a:pt x="1804212" y="1850159"/>
                  <a:pt x="1797738" y="1848677"/>
                  <a:pt x="1798655" y="1845418"/>
                </a:cubicBezTo>
                <a:cubicBezTo>
                  <a:pt x="1799655" y="1842112"/>
                  <a:pt x="1807769" y="1838192"/>
                  <a:pt x="1816660" y="1836688"/>
                </a:cubicBezTo>
                <a:close/>
                <a:moveTo>
                  <a:pt x="1446137" y="1836121"/>
                </a:moveTo>
                <a:cubicBezTo>
                  <a:pt x="1449461" y="1836882"/>
                  <a:pt x="1451073" y="1838420"/>
                  <a:pt x="1450184" y="1840563"/>
                </a:cubicBezTo>
                <a:cubicBezTo>
                  <a:pt x="1448433" y="1844894"/>
                  <a:pt x="1437068" y="1850023"/>
                  <a:pt x="1425092" y="1852029"/>
                </a:cubicBezTo>
                <a:cubicBezTo>
                  <a:pt x="1412950" y="1854035"/>
                  <a:pt x="1404669" y="1852120"/>
                  <a:pt x="1406725" y="1847789"/>
                </a:cubicBezTo>
                <a:cubicBezTo>
                  <a:pt x="1408560" y="1843458"/>
                  <a:pt x="1419701" y="1838351"/>
                  <a:pt x="1431817" y="1836346"/>
                </a:cubicBezTo>
                <a:cubicBezTo>
                  <a:pt x="1437777" y="1835377"/>
                  <a:pt x="1442813" y="1835360"/>
                  <a:pt x="1446137" y="1836121"/>
                </a:cubicBezTo>
                <a:close/>
                <a:moveTo>
                  <a:pt x="7101178" y="1835368"/>
                </a:moveTo>
                <a:cubicBezTo>
                  <a:pt x="7112422" y="1837149"/>
                  <a:pt x="7123279" y="1840757"/>
                  <a:pt x="7131114" y="1845759"/>
                </a:cubicBezTo>
                <a:cubicBezTo>
                  <a:pt x="7146619" y="1855903"/>
                  <a:pt x="7144313" y="1868030"/>
                  <a:pt x="7125196" y="1872749"/>
                </a:cubicBezTo>
                <a:cubicBezTo>
                  <a:pt x="7106079" y="1877491"/>
                  <a:pt x="7077875" y="1872977"/>
                  <a:pt x="7062454" y="1862696"/>
                </a:cubicBezTo>
                <a:cubicBezTo>
                  <a:pt x="7046949" y="1852552"/>
                  <a:pt x="7049977" y="1840562"/>
                  <a:pt x="7068928" y="1835935"/>
                </a:cubicBezTo>
                <a:cubicBezTo>
                  <a:pt x="7078306" y="1833633"/>
                  <a:pt x="7089935" y="1833587"/>
                  <a:pt x="7101178" y="1835368"/>
                </a:cubicBezTo>
                <a:close/>
                <a:moveTo>
                  <a:pt x="709950" y="1830579"/>
                </a:moveTo>
                <a:cubicBezTo>
                  <a:pt x="714118" y="1829894"/>
                  <a:pt x="716619" y="1830533"/>
                  <a:pt x="715703" y="1831969"/>
                </a:cubicBezTo>
                <a:cubicBezTo>
                  <a:pt x="714730" y="1833405"/>
                  <a:pt x="710646" y="1835115"/>
                  <a:pt x="706505" y="1835730"/>
                </a:cubicBezTo>
                <a:cubicBezTo>
                  <a:pt x="702309" y="1836437"/>
                  <a:pt x="699753" y="1835776"/>
                  <a:pt x="700726" y="1834339"/>
                </a:cubicBezTo>
                <a:cubicBezTo>
                  <a:pt x="701754" y="1832926"/>
                  <a:pt x="705866" y="1831217"/>
                  <a:pt x="709950" y="1830579"/>
                </a:cubicBezTo>
                <a:close/>
                <a:moveTo>
                  <a:pt x="11031761" y="1830509"/>
                </a:moveTo>
                <a:cubicBezTo>
                  <a:pt x="11032316" y="1830350"/>
                  <a:pt x="11033678" y="1830509"/>
                  <a:pt x="11035013" y="1830920"/>
                </a:cubicBezTo>
                <a:cubicBezTo>
                  <a:pt x="11036123" y="1831353"/>
                  <a:pt x="11036762" y="1831831"/>
                  <a:pt x="11036262" y="1832014"/>
                </a:cubicBezTo>
                <a:cubicBezTo>
                  <a:pt x="11035623" y="1832197"/>
                  <a:pt x="11034290" y="1832014"/>
                  <a:pt x="11033177" y="1831604"/>
                </a:cubicBezTo>
                <a:cubicBezTo>
                  <a:pt x="11031983" y="1831193"/>
                  <a:pt x="11031399" y="1830714"/>
                  <a:pt x="11031761" y="1830509"/>
                </a:cubicBezTo>
                <a:close/>
                <a:moveTo>
                  <a:pt x="3271439" y="1830279"/>
                </a:moveTo>
                <a:cubicBezTo>
                  <a:pt x="3277594" y="1831501"/>
                  <a:pt x="3281804" y="1833997"/>
                  <a:pt x="3282679" y="1837485"/>
                </a:cubicBezTo>
                <a:cubicBezTo>
                  <a:pt x="3284041" y="1844460"/>
                  <a:pt x="3271258" y="1852780"/>
                  <a:pt x="3253642" y="1856040"/>
                </a:cubicBezTo>
                <a:cubicBezTo>
                  <a:pt x="3236219" y="1859277"/>
                  <a:pt x="3220853" y="1856223"/>
                  <a:pt x="3219659" y="1849156"/>
                </a:cubicBezTo>
                <a:cubicBezTo>
                  <a:pt x="3218186" y="1842135"/>
                  <a:pt x="3231190" y="1833929"/>
                  <a:pt x="3248529" y="1830714"/>
                </a:cubicBezTo>
                <a:cubicBezTo>
                  <a:pt x="3257185" y="1829108"/>
                  <a:pt x="3265285" y="1829056"/>
                  <a:pt x="3271439" y="1830279"/>
                </a:cubicBezTo>
                <a:close/>
                <a:moveTo>
                  <a:pt x="5796408" y="1830276"/>
                </a:moveTo>
                <a:cubicBezTo>
                  <a:pt x="5803633" y="1831513"/>
                  <a:pt x="5809989" y="1834020"/>
                  <a:pt x="5813783" y="1837508"/>
                </a:cubicBezTo>
                <a:cubicBezTo>
                  <a:pt x="5821478" y="1844460"/>
                  <a:pt x="5815950" y="1852780"/>
                  <a:pt x="5801112" y="1856040"/>
                </a:cubicBezTo>
                <a:cubicBezTo>
                  <a:pt x="5786551" y="1859278"/>
                  <a:pt x="5768518" y="1856223"/>
                  <a:pt x="5761071" y="1849202"/>
                </a:cubicBezTo>
                <a:cubicBezTo>
                  <a:pt x="5753513" y="1842181"/>
                  <a:pt x="5759210" y="1833884"/>
                  <a:pt x="5773825" y="1830669"/>
                </a:cubicBezTo>
                <a:cubicBezTo>
                  <a:pt x="5781091" y="1829074"/>
                  <a:pt x="5789184" y="1829039"/>
                  <a:pt x="5796408" y="1830276"/>
                </a:cubicBezTo>
                <a:close/>
                <a:moveTo>
                  <a:pt x="1084769" y="1830011"/>
                </a:moveTo>
                <a:cubicBezTo>
                  <a:pt x="1089063" y="1831023"/>
                  <a:pt x="1090945" y="1833074"/>
                  <a:pt x="1089375" y="1835935"/>
                </a:cubicBezTo>
                <a:cubicBezTo>
                  <a:pt x="1086263" y="1841657"/>
                  <a:pt x="1070314" y="1848518"/>
                  <a:pt x="1053976" y="1851162"/>
                </a:cubicBezTo>
                <a:cubicBezTo>
                  <a:pt x="1037498" y="1853829"/>
                  <a:pt x="1026828" y="1851299"/>
                  <a:pt x="1030134" y="1845532"/>
                </a:cubicBezTo>
                <a:cubicBezTo>
                  <a:pt x="1033330" y="1839788"/>
                  <a:pt x="1049140" y="1832995"/>
                  <a:pt x="1065701" y="1830327"/>
                </a:cubicBezTo>
                <a:cubicBezTo>
                  <a:pt x="1073774" y="1829028"/>
                  <a:pt x="1080477" y="1829000"/>
                  <a:pt x="1084769" y="1830011"/>
                </a:cubicBezTo>
                <a:close/>
                <a:moveTo>
                  <a:pt x="2220426" y="1828595"/>
                </a:moveTo>
                <a:cubicBezTo>
                  <a:pt x="2229735" y="1826976"/>
                  <a:pt x="2236904" y="1828504"/>
                  <a:pt x="2236320" y="1831900"/>
                </a:cubicBezTo>
                <a:cubicBezTo>
                  <a:pt x="2235654" y="1835411"/>
                  <a:pt x="2227846" y="1839559"/>
                  <a:pt x="2218620" y="1841109"/>
                </a:cubicBezTo>
                <a:cubicBezTo>
                  <a:pt x="2209200" y="1842751"/>
                  <a:pt x="2202087" y="1841200"/>
                  <a:pt x="2202671" y="1837713"/>
                </a:cubicBezTo>
                <a:cubicBezTo>
                  <a:pt x="2203310" y="1834271"/>
                  <a:pt x="2211146" y="1830167"/>
                  <a:pt x="2220426" y="1828595"/>
                </a:cubicBezTo>
                <a:close/>
                <a:moveTo>
                  <a:pt x="374066" y="1820867"/>
                </a:moveTo>
                <a:cubicBezTo>
                  <a:pt x="376485" y="1820479"/>
                  <a:pt x="377847" y="1820867"/>
                  <a:pt x="377290" y="1821643"/>
                </a:cubicBezTo>
                <a:cubicBezTo>
                  <a:pt x="376623" y="1822463"/>
                  <a:pt x="374066" y="1823443"/>
                  <a:pt x="371650" y="1823808"/>
                </a:cubicBezTo>
                <a:cubicBezTo>
                  <a:pt x="369288" y="1824218"/>
                  <a:pt x="367788" y="1823831"/>
                  <a:pt x="368399" y="1823010"/>
                </a:cubicBezTo>
                <a:cubicBezTo>
                  <a:pt x="369179" y="1822212"/>
                  <a:pt x="371539" y="1821277"/>
                  <a:pt x="374066" y="1820867"/>
                </a:cubicBezTo>
                <a:close/>
                <a:moveTo>
                  <a:pt x="3946406" y="1816277"/>
                </a:moveTo>
                <a:cubicBezTo>
                  <a:pt x="3952633" y="1817460"/>
                  <a:pt x="3957225" y="1819865"/>
                  <a:pt x="3958753" y="1823215"/>
                </a:cubicBezTo>
                <a:cubicBezTo>
                  <a:pt x="3961754" y="1829894"/>
                  <a:pt x="3951167" y="1837919"/>
                  <a:pt x="3935107" y="1841018"/>
                </a:cubicBezTo>
                <a:cubicBezTo>
                  <a:pt x="3918852" y="1844141"/>
                  <a:pt x="3903374" y="1841155"/>
                  <a:pt x="3900540" y="1834408"/>
                </a:cubicBezTo>
                <a:cubicBezTo>
                  <a:pt x="3897539" y="1827684"/>
                  <a:pt x="3908265" y="1819750"/>
                  <a:pt x="3924242" y="1816673"/>
                </a:cubicBezTo>
                <a:cubicBezTo>
                  <a:pt x="3932315" y="1815135"/>
                  <a:pt x="3940178" y="1815095"/>
                  <a:pt x="3946406" y="1816277"/>
                </a:cubicBezTo>
                <a:close/>
                <a:moveTo>
                  <a:pt x="2658422" y="1810347"/>
                </a:moveTo>
                <a:cubicBezTo>
                  <a:pt x="2662601" y="1811197"/>
                  <a:pt x="2665206" y="1812923"/>
                  <a:pt x="2665178" y="1815328"/>
                </a:cubicBezTo>
                <a:cubicBezTo>
                  <a:pt x="2665095" y="1820184"/>
                  <a:pt x="2654731" y="1825951"/>
                  <a:pt x="2642060" y="1828230"/>
                </a:cubicBezTo>
                <a:cubicBezTo>
                  <a:pt x="2629389" y="1830510"/>
                  <a:pt x="2619275" y="1828344"/>
                  <a:pt x="2619275" y="1823466"/>
                </a:cubicBezTo>
                <a:cubicBezTo>
                  <a:pt x="2619302" y="1818634"/>
                  <a:pt x="2629611" y="1812889"/>
                  <a:pt x="2642226" y="1810633"/>
                </a:cubicBezTo>
                <a:cubicBezTo>
                  <a:pt x="2648493" y="1809528"/>
                  <a:pt x="2654244" y="1809499"/>
                  <a:pt x="2658422" y="1810347"/>
                </a:cubicBezTo>
                <a:close/>
                <a:moveTo>
                  <a:pt x="8421779" y="1806795"/>
                </a:moveTo>
                <a:cubicBezTo>
                  <a:pt x="8431289" y="1808171"/>
                  <a:pt x="8441125" y="1810975"/>
                  <a:pt x="8449057" y="1814895"/>
                </a:cubicBezTo>
                <a:cubicBezTo>
                  <a:pt x="8465034" y="1822805"/>
                  <a:pt x="8467341" y="1832220"/>
                  <a:pt x="8454087" y="1835867"/>
                </a:cubicBezTo>
                <a:cubicBezTo>
                  <a:pt x="8440721" y="1839560"/>
                  <a:pt x="8417047" y="1836117"/>
                  <a:pt x="8400958" y="1828117"/>
                </a:cubicBezTo>
                <a:cubicBezTo>
                  <a:pt x="8385258" y="1820184"/>
                  <a:pt x="8383065" y="1810883"/>
                  <a:pt x="8396458" y="1807259"/>
                </a:cubicBezTo>
                <a:cubicBezTo>
                  <a:pt x="8403085" y="1805469"/>
                  <a:pt x="8412268" y="1805418"/>
                  <a:pt x="8421779" y="1806795"/>
                </a:cubicBezTo>
                <a:close/>
                <a:moveTo>
                  <a:pt x="6668148" y="1806780"/>
                </a:moveTo>
                <a:cubicBezTo>
                  <a:pt x="6677248" y="1808234"/>
                  <a:pt x="6685779" y="1811191"/>
                  <a:pt x="6691642" y="1815328"/>
                </a:cubicBezTo>
                <a:cubicBezTo>
                  <a:pt x="6703257" y="1823649"/>
                  <a:pt x="6699617" y="1833496"/>
                  <a:pt x="6683250" y="1837348"/>
                </a:cubicBezTo>
                <a:cubicBezTo>
                  <a:pt x="6666884" y="1841224"/>
                  <a:pt x="6644238" y="1837622"/>
                  <a:pt x="6632540" y="1829211"/>
                </a:cubicBezTo>
                <a:cubicBezTo>
                  <a:pt x="6620953" y="1820844"/>
                  <a:pt x="6624954" y="1811066"/>
                  <a:pt x="6641237" y="1807259"/>
                </a:cubicBezTo>
                <a:cubicBezTo>
                  <a:pt x="6649379" y="1805378"/>
                  <a:pt x="6659048" y="1805327"/>
                  <a:pt x="6668148" y="1806780"/>
                </a:cubicBezTo>
                <a:close/>
                <a:moveTo>
                  <a:pt x="8779899" y="1802623"/>
                </a:moveTo>
                <a:cubicBezTo>
                  <a:pt x="8791319" y="1804244"/>
                  <a:pt x="8803336" y="1807544"/>
                  <a:pt x="8813256" y="1812160"/>
                </a:cubicBezTo>
                <a:cubicBezTo>
                  <a:pt x="8833263" y="1821437"/>
                  <a:pt x="8837403" y="1832584"/>
                  <a:pt x="8822202" y="1836893"/>
                </a:cubicBezTo>
                <a:cubicBezTo>
                  <a:pt x="8807115" y="1841224"/>
                  <a:pt x="8778549" y="1837098"/>
                  <a:pt x="8758766" y="1827706"/>
                </a:cubicBezTo>
                <a:cubicBezTo>
                  <a:pt x="8738870" y="1818382"/>
                  <a:pt x="8735092" y="1807396"/>
                  <a:pt x="8750125" y="1803156"/>
                </a:cubicBezTo>
                <a:cubicBezTo>
                  <a:pt x="8757656" y="1801059"/>
                  <a:pt x="8768478" y="1801002"/>
                  <a:pt x="8779899" y="1802623"/>
                </a:cubicBezTo>
                <a:close/>
                <a:moveTo>
                  <a:pt x="6017059" y="1801551"/>
                </a:moveTo>
                <a:cubicBezTo>
                  <a:pt x="6024126" y="1802722"/>
                  <a:pt x="6030461" y="1805093"/>
                  <a:pt x="6034324" y="1808375"/>
                </a:cubicBezTo>
                <a:cubicBezTo>
                  <a:pt x="6042077" y="1814986"/>
                  <a:pt x="6037380" y="1822919"/>
                  <a:pt x="6023515" y="1826042"/>
                </a:cubicBezTo>
                <a:cubicBezTo>
                  <a:pt x="6009705" y="1829119"/>
                  <a:pt x="5992144" y="1826155"/>
                  <a:pt x="5984336" y="1819477"/>
                </a:cubicBezTo>
                <a:cubicBezTo>
                  <a:pt x="5976611" y="1812843"/>
                  <a:pt x="5981613" y="1804979"/>
                  <a:pt x="5995395" y="1801924"/>
                </a:cubicBezTo>
                <a:cubicBezTo>
                  <a:pt x="6002189" y="1800408"/>
                  <a:pt x="6009990" y="1800380"/>
                  <a:pt x="6017059" y="1801551"/>
                </a:cubicBezTo>
                <a:close/>
                <a:moveTo>
                  <a:pt x="8048404" y="1799078"/>
                </a:moveTo>
                <a:cubicBezTo>
                  <a:pt x="8060825" y="1800910"/>
                  <a:pt x="8073454" y="1804637"/>
                  <a:pt x="8083386" y="1809834"/>
                </a:cubicBezTo>
                <a:cubicBezTo>
                  <a:pt x="8103310" y="1820343"/>
                  <a:pt x="8104782" y="1832880"/>
                  <a:pt x="8086414" y="1837804"/>
                </a:cubicBezTo>
                <a:cubicBezTo>
                  <a:pt x="8068187" y="1842728"/>
                  <a:pt x="8037010" y="1838055"/>
                  <a:pt x="8017226" y="1827409"/>
                </a:cubicBezTo>
                <a:cubicBezTo>
                  <a:pt x="7997386" y="1816878"/>
                  <a:pt x="7996442" y="1804501"/>
                  <a:pt x="8014670" y="1799690"/>
                </a:cubicBezTo>
                <a:cubicBezTo>
                  <a:pt x="8023771" y="1797309"/>
                  <a:pt x="8035983" y="1797246"/>
                  <a:pt x="8048404" y="1799078"/>
                </a:cubicBezTo>
                <a:close/>
                <a:moveTo>
                  <a:pt x="7662118" y="1791570"/>
                </a:moveTo>
                <a:cubicBezTo>
                  <a:pt x="7673778" y="1793319"/>
                  <a:pt x="7685413" y="1796887"/>
                  <a:pt x="7694319" y="1801879"/>
                </a:cubicBezTo>
                <a:cubicBezTo>
                  <a:pt x="7712019" y="1811886"/>
                  <a:pt x="7711824" y="1823876"/>
                  <a:pt x="7693541" y="1828572"/>
                </a:cubicBezTo>
                <a:cubicBezTo>
                  <a:pt x="7675452" y="1833291"/>
                  <a:pt x="7646137" y="1828800"/>
                  <a:pt x="7628660" y="1818656"/>
                </a:cubicBezTo>
                <a:cubicBezTo>
                  <a:pt x="7610904" y="1808603"/>
                  <a:pt x="7611655" y="1796773"/>
                  <a:pt x="7629771" y="1792168"/>
                </a:cubicBezTo>
                <a:cubicBezTo>
                  <a:pt x="7638773" y="1789889"/>
                  <a:pt x="7650458" y="1789821"/>
                  <a:pt x="7662118" y="1791570"/>
                </a:cubicBezTo>
                <a:close/>
                <a:moveTo>
                  <a:pt x="9121338" y="1789701"/>
                </a:moveTo>
                <a:cubicBezTo>
                  <a:pt x="9138177" y="1792049"/>
                  <a:pt x="9156212" y="1796831"/>
                  <a:pt x="9171508" y="1803497"/>
                </a:cubicBezTo>
                <a:cubicBezTo>
                  <a:pt x="9202296" y="1816970"/>
                  <a:pt x="9210438" y="1833086"/>
                  <a:pt x="9189263" y="1839446"/>
                </a:cubicBezTo>
                <a:cubicBezTo>
                  <a:pt x="9167951" y="1845783"/>
                  <a:pt x="9125438" y="1839788"/>
                  <a:pt x="9094734" y="1826111"/>
                </a:cubicBezTo>
                <a:cubicBezTo>
                  <a:pt x="9064336" y="1812502"/>
                  <a:pt x="9057194" y="1796636"/>
                  <a:pt x="9078341" y="1790505"/>
                </a:cubicBezTo>
                <a:cubicBezTo>
                  <a:pt x="9088857" y="1787439"/>
                  <a:pt x="9104501" y="1787354"/>
                  <a:pt x="9121338" y="1789701"/>
                </a:cubicBezTo>
                <a:close/>
                <a:moveTo>
                  <a:pt x="3741483" y="1785498"/>
                </a:moveTo>
                <a:cubicBezTo>
                  <a:pt x="3746811" y="1786515"/>
                  <a:pt x="3750659" y="1788578"/>
                  <a:pt x="3751826" y="1791439"/>
                </a:cubicBezTo>
                <a:cubicBezTo>
                  <a:pt x="3753966" y="1797228"/>
                  <a:pt x="3744351" y="1804068"/>
                  <a:pt x="3730069" y="1806780"/>
                </a:cubicBezTo>
                <a:cubicBezTo>
                  <a:pt x="3715927" y="1809447"/>
                  <a:pt x="3702644" y="1806894"/>
                  <a:pt x="3700421" y="1801081"/>
                </a:cubicBezTo>
                <a:cubicBezTo>
                  <a:pt x="3698448" y="1795337"/>
                  <a:pt x="3708090" y="1788498"/>
                  <a:pt x="3722262" y="1785831"/>
                </a:cubicBezTo>
                <a:cubicBezTo>
                  <a:pt x="3729348" y="1784509"/>
                  <a:pt x="3736156" y="1784480"/>
                  <a:pt x="3741483" y="1785498"/>
                </a:cubicBezTo>
                <a:close/>
                <a:moveTo>
                  <a:pt x="9452685" y="1781712"/>
                </a:moveTo>
                <a:cubicBezTo>
                  <a:pt x="9469775" y="1784048"/>
                  <a:pt x="9488356" y="1788806"/>
                  <a:pt x="9504444" y="1795451"/>
                </a:cubicBezTo>
                <a:cubicBezTo>
                  <a:pt x="9536650" y="1808854"/>
                  <a:pt x="9546514" y="1824857"/>
                  <a:pt x="9526146" y="1831148"/>
                </a:cubicBezTo>
                <a:cubicBezTo>
                  <a:pt x="9505836" y="1837486"/>
                  <a:pt x="9462792" y="1831513"/>
                  <a:pt x="9430588" y="1817927"/>
                </a:cubicBezTo>
                <a:cubicBezTo>
                  <a:pt x="9398579" y="1804410"/>
                  <a:pt x="9389604" y="1788636"/>
                  <a:pt x="9409887" y="1782503"/>
                </a:cubicBezTo>
                <a:cubicBezTo>
                  <a:pt x="9420003" y="1779460"/>
                  <a:pt x="9435597" y="1779375"/>
                  <a:pt x="9452685" y="1781712"/>
                </a:cubicBezTo>
                <a:close/>
                <a:moveTo>
                  <a:pt x="3103976" y="1781187"/>
                </a:moveTo>
                <a:cubicBezTo>
                  <a:pt x="3110332" y="1782440"/>
                  <a:pt x="3114584" y="1784988"/>
                  <a:pt x="3115208" y="1788544"/>
                </a:cubicBezTo>
                <a:cubicBezTo>
                  <a:pt x="3116126" y="1795678"/>
                  <a:pt x="3102232" y="1804182"/>
                  <a:pt x="3083865" y="1807509"/>
                </a:cubicBezTo>
                <a:cubicBezTo>
                  <a:pt x="3065526" y="1810838"/>
                  <a:pt x="3049660" y="1807669"/>
                  <a:pt x="3048743" y="1800466"/>
                </a:cubicBezTo>
                <a:cubicBezTo>
                  <a:pt x="3047771" y="1793331"/>
                  <a:pt x="3061942" y="1784897"/>
                  <a:pt x="3080114" y="1781591"/>
                </a:cubicBezTo>
                <a:cubicBezTo>
                  <a:pt x="3089159" y="1779973"/>
                  <a:pt x="3097619" y="1779933"/>
                  <a:pt x="3103976" y="1781187"/>
                </a:cubicBezTo>
                <a:close/>
                <a:moveTo>
                  <a:pt x="9777722" y="1779853"/>
                </a:moveTo>
                <a:cubicBezTo>
                  <a:pt x="9789112" y="1781386"/>
                  <a:pt x="9801651" y="1784509"/>
                  <a:pt x="9812655" y="1788863"/>
                </a:cubicBezTo>
                <a:cubicBezTo>
                  <a:pt x="9834716" y="1797571"/>
                  <a:pt x="9842245" y="1808011"/>
                  <a:pt x="9829381" y="1812114"/>
                </a:cubicBezTo>
                <a:cubicBezTo>
                  <a:pt x="9816460" y="1816194"/>
                  <a:pt x="9788062" y="1812320"/>
                  <a:pt x="9765972" y="1803497"/>
                </a:cubicBezTo>
                <a:cubicBezTo>
                  <a:pt x="9743964" y="1794676"/>
                  <a:pt x="9736796" y="1784372"/>
                  <a:pt x="9749689" y="1780383"/>
                </a:cubicBezTo>
                <a:cubicBezTo>
                  <a:pt x="9756095" y="1778377"/>
                  <a:pt x="9766334" y="1778320"/>
                  <a:pt x="9777722" y="1779853"/>
                </a:cubicBezTo>
                <a:close/>
                <a:moveTo>
                  <a:pt x="10086241" y="1778765"/>
                </a:moveTo>
                <a:cubicBezTo>
                  <a:pt x="10090185" y="1777488"/>
                  <a:pt x="10099160" y="1778674"/>
                  <a:pt x="10106524" y="1781431"/>
                </a:cubicBezTo>
                <a:cubicBezTo>
                  <a:pt x="10113777" y="1784190"/>
                  <a:pt x="10116554" y="1787473"/>
                  <a:pt x="10112665" y="1788749"/>
                </a:cubicBezTo>
                <a:cubicBezTo>
                  <a:pt x="10108718" y="1790026"/>
                  <a:pt x="10099576" y="1788795"/>
                  <a:pt x="10092214" y="1786036"/>
                </a:cubicBezTo>
                <a:cubicBezTo>
                  <a:pt x="10084963" y="1783279"/>
                  <a:pt x="10082321" y="1780064"/>
                  <a:pt x="10086241" y="1778765"/>
                </a:cubicBezTo>
                <a:close/>
                <a:moveTo>
                  <a:pt x="7262447" y="1775878"/>
                </a:moveTo>
                <a:cubicBezTo>
                  <a:pt x="7274270" y="1777687"/>
                  <a:pt x="7285774" y="1781364"/>
                  <a:pt x="7294165" y="1786469"/>
                </a:cubicBezTo>
                <a:cubicBezTo>
                  <a:pt x="7311004" y="1796796"/>
                  <a:pt x="7309059" y="1809151"/>
                  <a:pt x="7289553" y="1813915"/>
                </a:cubicBezTo>
                <a:cubicBezTo>
                  <a:pt x="7270047" y="1818793"/>
                  <a:pt x="7240398" y="1814189"/>
                  <a:pt x="7223727" y="1803725"/>
                </a:cubicBezTo>
                <a:cubicBezTo>
                  <a:pt x="7207193" y="1793376"/>
                  <a:pt x="7209360" y="1781181"/>
                  <a:pt x="7228811" y="1776485"/>
                </a:cubicBezTo>
                <a:cubicBezTo>
                  <a:pt x="7238481" y="1774126"/>
                  <a:pt x="7250624" y="1774069"/>
                  <a:pt x="7262447" y="1775878"/>
                </a:cubicBezTo>
                <a:close/>
                <a:moveTo>
                  <a:pt x="10393421" y="1768028"/>
                </a:moveTo>
                <a:cubicBezTo>
                  <a:pt x="10394866" y="1767571"/>
                  <a:pt x="10398200" y="1768005"/>
                  <a:pt x="10400784" y="1768940"/>
                </a:cubicBezTo>
                <a:cubicBezTo>
                  <a:pt x="10403340" y="1769943"/>
                  <a:pt x="10404674" y="1771151"/>
                  <a:pt x="10403173" y="1771561"/>
                </a:cubicBezTo>
                <a:cubicBezTo>
                  <a:pt x="10401924" y="1772040"/>
                  <a:pt x="10398616" y="1771607"/>
                  <a:pt x="10395893" y="1770604"/>
                </a:cubicBezTo>
                <a:cubicBezTo>
                  <a:pt x="10393253" y="1769624"/>
                  <a:pt x="10392142" y="1768461"/>
                  <a:pt x="10393421" y="1768028"/>
                </a:cubicBezTo>
                <a:close/>
                <a:moveTo>
                  <a:pt x="6226874" y="1767256"/>
                </a:moveTo>
                <a:cubicBezTo>
                  <a:pt x="6233512" y="1768324"/>
                  <a:pt x="6239527" y="1770501"/>
                  <a:pt x="6243390" y="1773545"/>
                </a:cubicBezTo>
                <a:cubicBezTo>
                  <a:pt x="6251114" y="1779608"/>
                  <a:pt x="6247252" y="1786880"/>
                  <a:pt x="6234553" y="1789683"/>
                </a:cubicBezTo>
                <a:cubicBezTo>
                  <a:pt x="6222105" y="1792510"/>
                  <a:pt x="6205516" y="1789843"/>
                  <a:pt x="6197903" y="1783688"/>
                </a:cubicBezTo>
                <a:cubicBezTo>
                  <a:pt x="6190206" y="1777579"/>
                  <a:pt x="6194263" y="1770421"/>
                  <a:pt x="6206629" y="1767617"/>
                </a:cubicBezTo>
                <a:cubicBezTo>
                  <a:pt x="6212977" y="1766227"/>
                  <a:pt x="6220237" y="1766187"/>
                  <a:pt x="6226874" y="1767256"/>
                </a:cubicBezTo>
                <a:close/>
                <a:moveTo>
                  <a:pt x="1739108" y="1766455"/>
                </a:moveTo>
                <a:cubicBezTo>
                  <a:pt x="1744471" y="1765543"/>
                  <a:pt x="1748583" y="1766364"/>
                  <a:pt x="1747973" y="1768348"/>
                </a:cubicBezTo>
                <a:cubicBezTo>
                  <a:pt x="1747250" y="1770285"/>
                  <a:pt x="1742332" y="1772587"/>
                  <a:pt x="1736802" y="1773521"/>
                </a:cubicBezTo>
                <a:cubicBezTo>
                  <a:pt x="1731356" y="1774434"/>
                  <a:pt x="1727410" y="1773590"/>
                  <a:pt x="1728049" y="1771629"/>
                </a:cubicBezTo>
                <a:cubicBezTo>
                  <a:pt x="1728744" y="1769624"/>
                  <a:pt x="1733690" y="1767367"/>
                  <a:pt x="1739108" y="1766455"/>
                </a:cubicBezTo>
                <a:close/>
                <a:moveTo>
                  <a:pt x="4868539" y="1765407"/>
                </a:moveTo>
                <a:cubicBezTo>
                  <a:pt x="4875708" y="1763971"/>
                  <a:pt x="4883545" y="1765315"/>
                  <a:pt x="4885963" y="1768439"/>
                </a:cubicBezTo>
                <a:cubicBezTo>
                  <a:pt x="4888518" y="1771539"/>
                  <a:pt x="4884740" y="1775300"/>
                  <a:pt x="4877431" y="1776736"/>
                </a:cubicBezTo>
                <a:cubicBezTo>
                  <a:pt x="4870179" y="1778172"/>
                  <a:pt x="4862510" y="1776804"/>
                  <a:pt x="4859954" y="1773681"/>
                </a:cubicBezTo>
                <a:cubicBezTo>
                  <a:pt x="4857675" y="1770558"/>
                  <a:pt x="4861288" y="1766843"/>
                  <a:pt x="4868539" y="1765407"/>
                </a:cubicBezTo>
                <a:close/>
                <a:moveTo>
                  <a:pt x="5099502" y="1764928"/>
                </a:moveTo>
                <a:cubicBezTo>
                  <a:pt x="5104670" y="1763857"/>
                  <a:pt x="5110672" y="1764882"/>
                  <a:pt x="5112644" y="1767230"/>
                </a:cubicBezTo>
                <a:cubicBezTo>
                  <a:pt x="5114617" y="1769601"/>
                  <a:pt x="5112228" y="1772359"/>
                  <a:pt x="5106782" y="1773431"/>
                </a:cubicBezTo>
                <a:cubicBezTo>
                  <a:pt x="5101503" y="1774524"/>
                  <a:pt x="5095528" y="1773476"/>
                  <a:pt x="5093611" y="1771151"/>
                </a:cubicBezTo>
                <a:cubicBezTo>
                  <a:pt x="5091638" y="1768803"/>
                  <a:pt x="5094167" y="1766022"/>
                  <a:pt x="5099502" y="1764928"/>
                </a:cubicBezTo>
                <a:close/>
                <a:moveTo>
                  <a:pt x="1392276" y="1760277"/>
                </a:moveTo>
                <a:cubicBezTo>
                  <a:pt x="1395201" y="1760927"/>
                  <a:pt x="1396584" y="1762250"/>
                  <a:pt x="1395750" y="1764084"/>
                </a:cubicBezTo>
                <a:cubicBezTo>
                  <a:pt x="1394110" y="1767755"/>
                  <a:pt x="1384052" y="1772154"/>
                  <a:pt x="1373438" y="1773886"/>
                </a:cubicBezTo>
                <a:cubicBezTo>
                  <a:pt x="1362628" y="1775596"/>
                  <a:pt x="1355376" y="1773978"/>
                  <a:pt x="1357210" y="1770285"/>
                </a:cubicBezTo>
                <a:cubicBezTo>
                  <a:pt x="1358961" y="1766615"/>
                  <a:pt x="1368936" y="1762215"/>
                  <a:pt x="1379550" y="1760505"/>
                </a:cubicBezTo>
                <a:cubicBezTo>
                  <a:pt x="1384886" y="1759651"/>
                  <a:pt x="1389352" y="1759628"/>
                  <a:pt x="1392276" y="1760277"/>
                </a:cubicBezTo>
                <a:close/>
                <a:moveTo>
                  <a:pt x="4641135" y="1760050"/>
                </a:moveTo>
                <a:cubicBezTo>
                  <a:pt x="4648276" y="1758613"/>
                  <a:pt x="4655973" y="1759958"/>
                  <a:pt x="4658140" y="1763059"/>
                </a:cubicBezTo>
                <a:cubicBezTo>
                  <a:pt x="4660279" y="1766181"/>
                  <a:pt x="4656307" y="1769897"/>
                  <a:pt x="4648971" y="1771333"/>
                </a:cubicBezTo>
                <a:cubicBezTo>
                  <a:pt x="4641857" y="1772769"/>
                  <a:pt x="4634161" y="1771402"/>
                  <a:pt x="4631937" y="1768256"/>
                </a:cubicBezTo>
                <a:cubicBezTo>
                  <a:pt x="4629798" y="1765155"/>
                  <a:pt x="4633855" y="1761486"/>
                  <a:pt x="4641135" y="1760050"/>
                </a:cubicBezTo>
                <a:close/>
                <a:moveTo>
                  <a:pt x="2139835" y="1756322"/>
                </a:moveTo>
                <a:cubicBezTo>
                  <a:pt x="2144854" y="1757388"/>
                  <a:pt x="2147696" y="1759548"/>
                  <a:pt x="2147181" y="1762534"/>
                </a:cubicBezTo>
                <a:cubicBezTo>
                  <a:pt x="2146042" y="1768575"/>
                  <a:pt x="2131760" y="1775733"/>
                  <a:pt x="2115060" y="1778559"/>
                </a:cubicBezTo>
                <a:cubicBezTo>
                  <a:pt x="2098305" y="1781363"/>
                  <a:pt x="2085857" y="1778719"/>
                  <a:pt x="2087024" y="1772655"/>
                </a:cubicBezTo>
                <a:cubicBezTo>
                  <a:pt x="2088246" y="1766614"/>
                  <a:pt x="2102667" y="1759457"/>
                  <a:pt x="2119423" y="1756676"/>
                </a:cubicBezTo>
                <a:cubicBezTo>
                  <a:pt x="2127620" y="1755286"/>
                  <a:pt x="2134817" y="1755257"/>
                  <a:pt x="2139835" y="1756322"/>
                </a:cubicBezTo>
                <a:close/>
                <a:moveTo>
                  <a:pt x="6849858" y="1754910"/>
                </a:moveTo>
                <a:cubicBezTo>
                  <a:pt x="6859986" y="1756483"/>
                  <a:pt x="6869573" y="1759685"/>
                  <a:pt x="6876256" y="1764153"/>
                </a:cubicBezTo>
                <a:cubicBezTo>
                  <a:pt x="6889704" y="1773134"/>
                  <a:pt x="6886314" y="1783871"/>
                  <a:pt x="6868753" y="1788043"/>
                </a:cubicBezTo>
                <a:cubicBezTo>
                  <a:pt x="6850970" y="1792214"/>
                  <a:pt x="6825573" y="1788248"/>
                  <a:pt x="6812235" y="1779175"/>
                </a:cubicBezTo>
                <a:cubicBezTo>
                  <a:pt x="6799037" y="1770171"/>
                  <a:pt x="6802427" y="1759549"/>
                  <a:pt x="6820211" y="1755445"/>
                </a:cubicBezTo>
                <a:cubicBezTo>
                  <a:pt x="6829061" y="1753394"/>
                  <a:pt x="6839730" y="1753337"/>
                  <a:pt x="6849858" y="1754910"/>
                </a:cubicBezTo>
                <a:close/>
                <a:moveTo>
                  <a:pt x="10684734" y="1753895"/>
                </a:moveTo>
                <a:cubicBezTo>
                  <a:pt x="10685262" y="1753781"/>
                  <a:pt x="10686624" y="1753895"/>
                  <a:pt x="10687820" y="1754328"/>
                </a:cubicBezTo>
                <a:cubicBezTo>
                  <a:pt x="10688792" y="1754647"/>
                  <a:pt x="10689264" y="1755149"/>
                  <a:pt x="10688957" y="1755308"/>
                </a:cubicBezTo>
                <a:cubicBezTo>
                  <a:pt x="10688290" y="1755491"/>
                  <a:pt x="10686985" y="1755308"/>
                  <a:pt x="10685873" y="1754944"/>
                </a:cubicBezTo>
                <a:cubicBezTo>
                  <a:pt x="10684652" y="1754556"/>
                  <a:pt x="10684262" y="1754101"/>
                  <a:pt x="10684734" y="1753895"/>
                </a:cubicBezTo>
                <a:close/>
                <a:moveTo>
                  <a:pt x="5339776" y="1751787"/>
                </a:moveTo>
                <a:cubicBezTo>
                  <a:pt x="5344398" y="1752579"/>
                  <a:pt x="5348303" y="1754180"/>
                  <a:pt x="5350386" y="1756403"/>
                </a:cubicBezTo>
                <a:cubicBezTo>
                  <a:pt x="5354804" y="1760848"/>
                  <a:pt x="5350219" y="1766113"/>
                  <a:pt x="5340161" y="1768233"/>
                </a:cubicBezTo>
                <a:cubicBezTo>
                  <a:pt x="5330296" y="1770285"/>
                  <a:pt x="5318793" y="1768348"/>
                  <a:pt x="5314653" y="1763857"/>
                </a:cubicBezTo>
                <a:cubicBezTo>
                  <a:pt x="5310401" y="1759389"/>
                  <a:pt x="5314931" y="1754101"/>
                  <a:pt x="5324850" y="1752026"/>
                </a:cubicBezTo>
                <a:cubicBezTo>
                  <a:pt x="5329810" y="1751012"/>
                  <a:pt x="5335152" y="1750995"/>
                  <a:pt x="5339776" y="1751787"/>
                </a:cubicBezTo>
                <a:close/>
                <a:moveTo>
                  <a:pt x="1056393" y="1750148"/>
                </a:moveTo>
                <a:cubicBezTo>
                  <a:pt x="1060561" y="1751103"/>
                  <a:pt x="1062367" y="1753040"/>
                  <a:pt x="1060838" y="1755719"/>
                </a:cubicBezTo>
                <a:cubicBezTo>
                  <a:pt x="1057698" y="1761121"/>
                  <a:pt x="1042110" y="1767640"/>
                  <a:pt x="1026272" y="1770125"/>
                </a:cubicBezTo>
                <a:cubicBezTo>
                  <a:pt x="1010433" y="1772655"/>
                  <a:pt x="1000097" y="1770239"/>
                  <a:pt x="1003264" y="1764791"/>
                </a:cubicBezTo>
                <a:cubicBezTo>
                  <a:pt x="1006433" y="1759388"/>
                  <a:pt x="1021910" y="1752937"/>
                  <a:pt x="1037776" y="1750475"/>
                </a:cubicBezTo>
                <a:cubicBezTo>
                  <a:pt x="1045695" y="1749222"/>
                  <a:pt x="1052225" y="1749193"/>
                  <a:pt x="1056393" y="1750148"/>
                </a:cubicBezTo>
                <a:close/>
                <a:moveTo>
                  <a:pt x="704670" y="1748652"/>
                </a:moveTo>
                <a:cubicBezTo>
                  <a:pt x="706866" y="1748287"/>
                  <a:pt x="708366" y="1748652"/>
                  <a:pt x="707783" y="1749382"/>
                </a:cubicBezTo>
                <a:cubicBezTo>
                  <a:pt x="707199" y="1750156"/>
                  <a:pt x="704976" y="1751092"/>
                  <a:pt x="702669" y="1751456"/>
                </a:cubicBezTo>
                <a:cubicBezTo>
                  <a:pt x="700363" y="1751798"/>
                  <a:pt x="698863" y="1751479"/>
                  <a:pt x="699447" y="1750704"/>
                </a:cubicBezTo>
                <a:cubicBezTo>
                  <a:pt x="700113" y="1749951"/>
                  <a:pt x="702364" y="1748994"/>
                  <a:pt x="704670" y="1748652"/>
                </a:cubicBezTo>
                <a:close/>
                <a:moveTo>
                  <a:pt x="2534272" y="1748288"/>
                </a:moveTo>
                <a:cubicBezTo>
                  <a:pt x="2539131" y="1749268"/>
                  <a:pt x="2542070" y="1751274"/>
                  <a:pt x="2541862" y="1754078"/>
                </a:cubicBezTo>
                <a:cubicBezTo>
                  <a:pt x="2541694" y="1759708"/>
                  <a:pt x="2529218" y="1766365"/>
                  <a:pt x="2514075" y="1768963"/>
                </a:cubicBezTo>
                <a:cubicBezTo>
                  <a:pt x="2498875" y="1771584"/>
                  <a:pt x="2486788" y="1769100"/>
                  <a:pt x="2487122" y="1763492"/>
                </a:cubicBezTo>
                <a:cubicBezTo>
                  <a:pt x="2487483" y="1757816"/>
                  <a:pt x="2499960" y="1751206"/>
                  <a:pt x="2515158" y="1748652"/>
                </a:cubicBezTo>
                <a:cubicBezTo>
                  <a:pt x="2522633" y="1747353"/>
                  <a:pt x="2529413" y="1747307"/>
                  <a:pt x="2534272" y="1748288"/>
                </a:cubicBezTo>
                <a:close/>
                <a:moveTo>
                  <a:pt x="3552420" y="1747686"/>
                </a:moveTo>
                <a:cubicBezTo>
                  <a:pt x="3557578" y="1748681"/>
                  <a:pt x="3561197" y="1750692"/>
                  <a:pt x="3562073" y="1753484"/>
                </a:cubicBezTo>
                <a:cubicBezTo>
                  <a:pt x="3564046" y="1759092"/>
                  <a:pt x="3554069" y="1765748"/>
                  <a:pt x="3539760" y="1768370"/>
                </a:cubicBezTo>
                <a:cubicBezTo>
                  <a:pt x="3525588" y="1770946"/>
                  <a:pt x="3512612" y="1768529"/>
                  <a:pt x="3510918" y="1762853"/>
                </a:cubicBezTo>
                <a:cubicBezTo>
                  <a:pt x="3509083" y="1757269"/>
                  <a:pt x="3519336" y="1750589"/>
                  <a:pt x="3533535" y="1747991"/>
                </a:cubicBezTo>
                <a:cubicBezTo>
                  <a:pt x="3540565" y="1746715"/>
                  <a:pt x="3547262" y="1746692"/>
                  <a:pt x="3552420" y="1747686"/>
                </a:cubicBezTo>
                <a:close/>
                <a:moveTo>
                  <a:pt x="4418648" y="1747604"/>
                </a:moveTo>
                <a:cubicBezTo>
                  <a:pt x="4425983" y="1746190"/>
                  <a:pt x="4433458" y="1747558"/>
                  <a:pt x="4435459" y="1750635"/>
                </a:cubicBezTo>
                <a:cubicBezTo>
                  <a:pt x="4437293" y="1753667"/>
                  <a:pt x="4433042" y="1757360"/>
                  <a:pt x="4425706" y="1758796"/>
                </a:cubicBezTo>
                <a:cubicBezTo>
                  <a:pt x="4418369" y="1760210"/>
                  <a:pt x="4410868" y="1758819"/>
                  <a:pt x="4408811" y="1755765"/>
                </a:cubicBezTo>
                <a:cubicBezTo>
                  <a:pt x="4406839" y="1752687"/>
                  <a:pt x="4411201" y="1748994"/>
                  <a:pt x="4418648" y="1747604"/>
                </a:cubicBezTo>
                <a:close/>
                <a:moveTo>
                  <a:pt x="5552644" y="1738417"/>
                </a:moveTo>
                <a:cubicBezTo>
                  <a:pt x="5559423" y="1737027"/>
                  <a:pt x="5567482" y="1738372"/>
                  <a:pt x="5570594" y="1741426"/>
                </a:cubicBezTo>
                <a:cubicBezTo>
                  <a:pt x="5573761" y="1744526"/>
                  <a:pt x="5570927" y="1748151"/>
                  <a:pt x="5564231" y="1749564"/>
                </a:cubicBezTo>
                <a:cubicBezTo>
                  <a:pt x="5557395" y="1750978"/>
                  <a:pt x="5549337" y="1749656"/>
                  <a:pt x="5546169" y="1746555"/>
                </a:cubicBezTo>
                <a:cubicBezTo>
                  <a:pt x="5542974" y="1743501"/>
                  <a:pt x="5545864" y="1739854"/>
                  <a:pt x="5552644" y="1738417"/>
                </a:cubicBezTo>
                <a:close/>
                <a:moveTo>
                  <a:pt x="10963517" y="1737756"/>
                </a:moveTo>
                <a:cubicBezTo>
                  <a:pt x="10963905" y="1737619"/>
                  <a:pt x="10965183" y="1737756"/>
                  <a:pt x="10966379" y="1738121"/>
                </a:cubicBezTo>
                <a:cubicBezTo>
                  <a:pt x="10967629" y="1738509"/>
                  <a:pt x="10968074" y="1738987"/>
                  <a:pt x="10967406" y="1739147"/>
                </a:cubicBezTo>
                <a:cubicBezTo>
                  <a:pt x="10967074" y="1739306"/>
                  <a:pt x="10965767" y="1739192"/>
                  <a:pt x="10964489" y="1738736"/>
                </a:cubicBezTo>
                <a:cubicBezTo>
                  <a:pt x="10963433" y="1738371"/>
                  <a:pt x="10962905" y="1737938"/>
                  <a:pt x="10963517" y="1737756"/>
                </a:cubicBezTo>
                <a:close/>
                <a:moveTo>
                  <a:pt x="390740" y="1736548"/>
                </a:moveTo>
                <a:cubicBezTo>
                  <a:pt x="392073" y="1736388"/>
                  <a:pt x="392545" y="1736548"/>
                  <a:pt x="392269" y="1736935"/>
                </a:cubicBezTo>
                <a:cubicBezTo>
                  <a:pt x="392185" y="1737300"/>
                  <a:pt x="390851" y="1737710"/>
                  <a:pt x="389712" y="1737892"/>
                </a:cubicBezTo>
                <a:cubicBezTo>
                  <a:pt x="388515" y="1738075"/>
                  <a:pt x="387877" y="1737915"/>
                  <a:pt x="388071" y="1737573"/>
                </a:cubicBezTo>
                <a:cubicBezTo>
                  <a:pt x="388489" y="1737163"/>
                  <a:pt x="389655" y="1736707"/>
                  <a:pt x="390740" y="1736548"/>
                </a:cubicBezTo>
                <a:close/>
                <a:moveTo>
                  <a:pt x="8499960" y="1730742"/>
                </a:moveTo>
                <a:cubicBezTo>
                  <a:pt x="8509230" y="1732046"/>
                  <a:pt x="8518872" y="1734713"/>
                  <a:pt x="8526722" y="1738440"/>
                </a:cubicBezTo>
                <a:cubicBezTo>
                  <a:pt x="8542559" y="1745940"/>
                  <a:pt x="8544921" y="1754807"/>
                  <a:pt x="8532165" y="1758294"/>
                </a:cubicBezTo>
                <a:cubicBezTo>
                  <a:pt x="8519356" y="1761806"/>
                  <a:pt x="8496156" y="1758477"/>
                  <a:pt x="8480567" y="1750954"/>
                </a:cubicBezTo>
                <a:cubicBezTo>
                  <a:pt x="8464757" y="1743433"/>
                  <a:pt x="8462535" y="1734611"/>
                  <a:pt x="8475426" y="1731214"/>
                </a:cubicBezTo>
                <a:cubicBezTo>
                  <a:pt x="8481790" y="1729493"/>
                  <a:pt x="8490688" y="1729436"/>
                  <a:pt x="8499960" y="1730742"/>
                </a:cubicBezTo>
                <a:close/>
                <a:moveTo>
                  <a:pt x="2953550" y="1728337"/>
                </a:moveTo>
                <a:cubicBezTo>
                  <a:pt x="2960041" y="1729613"/>
                  <a:pt x="2964245" y="1732206"/>
                  <a:pt x="2964689" y="1735819"/>
                </a:cubicBezTo>
                <a:cubicBezTo>
                  <a:pt x="2965494" y="1743113"/>
                  <a:pt x="2950601" y="1751752"/>
                  <a:pt x="2931234" y="1755126"/>
                </a:cubicBezTo>
                <a:cubicBezTo>
                  <a:pt x="2912005" y="1758523"/>
                  <a:pt x="2895917" y="1755286"/>
                  <a:pt x="2895167" y="1747968"/>
                </a:cubicBezTo>
                <a:cubicBezTo>
                  <a:pt x="2894639" y="1740674"/>
                  <a:pt x="2909561" y="1732057"/>
                  <a:pt x="2928678" y="1728753"/>
                </a:cubicBezTo>
                <a:cubicBezTo>
                  <a:pt x="2938278" y="1727100"/>
                  <a:pt x="2947058" y="1727060"/>
                  <a:pt x="2953550" y="1728337"/>
                </a:cubicBezTo>
                <a:close/>
                <a:moveTo>
                  <a:pt x="6424909" y="1727022"/>
                </a:moveTo>
                <a:cubicBezTo>
                  <a:pt x="6431512" y="1728057"/>
                  <a:pt x="6437591" y="1730166"/>
                  <a:pt x="6441509" y="1733106"/>
                </a:cubicBezTo>
                <a:cubicBezTo>
                  <a:pt x="6449594" y="1739032"/>
                  <a:pt x="6446204" y="1746053"/>
                  <a:pt x="6434006" y="1748834"/>
                </a:cubicBezTo>
                <a:cubicBezTo>
                  <a:pt x="6421807" y="1751593"/>
                  <a:pt x="6405441" y="1748971"/>
                  <a:pt x="6397300" y="1742999"/>
                </a:cubicBezTo>
                <a:cubicBezTo>
                  <a:pt x="6389435" y="1737072"/>
                  <a:pt x="6392937" y="1730074"/>
                  <a:pt x="6405164" y="1727384"/>
                </a:cubicBezTo>
                <a:cubicBezTo>
                  <a:pt x="6411179" y="1726028"/>
                  <a:pt x="6418306" y="1725988"/>
                  <a:pt x="6424909" y="1727022"/>
                </a:cubicBezTo>
                <a:close/>
                <a:moveTo>
                  <a:pt x="8148438" y="1725912"/>
                </a:moveTo>
                <a:cubicBezTo>
                  <a:pt x="8161543" y="1727790"/>
                  <a:pt x="8174914" y="1731613"/>
                  <a:pt x="8185446" y="1736959"/>
                </a:cubicBezTo>
                <a:cubicBezTo>
                  <a:pt x="8206870" y="1747649"/>
                  <a:pt x="8208843" y="1760483"/>
                  <a:pt x="8189754" y="1765520"/>
                </a:cubicBezTo>
                <a:cubicBezTo>
                  <a:pt x="8170580" y="1770536"/>
                  <a:pt x="8137847" y="1765749"/>
                  <a:pt x="8116731" y="1754898"/>
                </a:cubicBezTo>
                <a:cubicBezTo>
                  <a:pt x="8095640" y="1744116"/>
                  <a:pt x="8094084" y="1731464"/>
                  <a:pt x="8113034" y="1726541"/>
                </a:cubicBezTo>
                <a:cubicBezTo>
                  <a:pt x="8122497" y="1724103"/>
                  <a:pt x="8135334" y="1724034"/>
                  <a:pt x="8148438" y="1725912"/>
                </a:cubicBezTo>
                <a:close/>
                <a:moveTo>
                  <a:pt x="4217759" y="1725264"/>
                </a:moveTo>
                <a:cubicBezTo>
                  <a:pt x="4222225" y="1726061"/>
                  <a:pt x="4225628" y="1727692"/>
                  <a:pt x="4226921" y="1729960"/>
                </a:cubicBezTo>
                <a:cubicBezTo>
                  <a:pt x="4229449" y="1734542"/>
                  <a:pt x="4222530" y="1739944"/>
                  <a:pt x="4211333" y="1742041"/>
                </a:cubicBezTo>
                <a:cubicBezTo>
                  <a:pt x="4200301" y="1744184"/>
                  <a:pt x="4189243" y="1742178"/>
                  <a:pt x="4186714" y="1737596"/>
                </a:cubicBezTo>
                <a:cubicBezTo>
                  <a:pt x="4184130" y="1733060"/>
                  <a:pt x="4191160" y="1727635"/>
                  <a:pt x="4202219" y="1725561"/>
                </a:cubicBezTo>
                <a:cubicBezTo>
                  <a:pt x="4207763" y="1724500"/>
                  <a:pt x="4213292" y="1724466"/>
                  <a:pt x="4217759" y="1725264"/>
                </a:cubicBezTo>
                <a:close/>
                <a:moveTo>
                  <a:pt x="7784626" y="1724040"/>
                </a:moveTo>
                <a:cubicBezTo>
                  <a:pt x="7796540" y="1725772"/>
                  <a:pt x="7808494" y="1729300"/>
                  <a:pt x="7817720" y="1734223"/>
                </a:cubicBezTo>
                <a:cubicBezTo>
                  <a:pt x="7836198" y="1744207"/>
                  <a:pt x="7836392" y="1756061"/>
                  <a:pt x="7818192" y="1760689"/>
                </a:cubicBezTo>
                <a:cubicBezTo>
                  <a:pt x="7799770" y="1765339"/>
                  <a:pt x="7770038" y="1760962"/>
                  <a:pt x="7751698" y="1750864"/>
                </a:cubicBezTo>
                <a:cubicBezTo>
                  <a:pt x="7733416" y="1740902"/>
                  <a:pt x="7733610" y="1729162"/>
                  <a:pt x="7751782" y="1724627"/>
                </a:cubicBezTo>
                <a:cubicBezTo>
                  <a:pt x="7760840" y="1722370"/>
                  <a:pt x="7772712" y="1722307"/>
                  <a:pt x="7784626" y="1724040"/>
                </a:cubicBezTo>
                <a:close/>
                <a:moveTo>
                  <a:pt x="8835436" y="1721381"/>
                </a:moveTo>
                <a:cubicBezTo>
                  <a:pt x="8847975" y="1723121"/>
                  <a:pt x="8861257" y="1726655"/>
                  <a:pt x="8872357" y="1731578"/>
                </a:cubicBezTo>
                <a:cubicBezTo>
                  <a:pt x="8894614" y="1741472"/>
                  <a:pt x="8899451" y="1753348"/>
                  <a:pt x="8882751" y="1757975"/>
                </a:cubicBezTo>
                <a:cubicBezTo>
                  <a:pt x="8866410" y="1762648"/>
                  <a:pt x="8834872" y="1758203"/>
                  <a:pt x="8812672" y="1748151"/>
                </a:cubicBezTo>
                <a:cubicBezTo>
                  <a:pt x="8790693" y="1738212"/>
                  <a:pt x="8786303" y="1726495"/>
                  <a:pt x="8802975" y="1721936"/>
                </a:cubicBezTo>
                <a:cubicBezTo>
                  <a:pt x="8811102" y="1719691"/>
                  <a:pt x="8822898" y="1719639"/>
                  <a:pt x="8835436" y="1721381"/>
                </a:cubicBezTo>
                <a:close/>
                <a:moveTo>
                  <a:pt x="11232908" y="1720819"/>
                </a:moveTo>
                <a:cubicBezTo>
                  <a:pt x="11233241" y="1720683"/>
                  <a:pt x="11234657" y="1720819"/>
                  <a:pt x="11235798" y="1721229"/>
                </a:cubicBezTo>
                <a:cubicBezTo>
                  <a:pt x="11236936" y="1721572"/>
                  <a:pt x="11237466" y="1722050"/>
                  <a:pt x="11237075" y="1722210"/>
                </a:cubicBezTo>
                <a:cubicBezTo>
                  <a:pt x="11236631" y="1722369"/>
                  <a:pt x="11235325" y="1722210"/>
                  <a:pt x="11234102" y="1721822"/>
                </a:cubicBezTo>
                <a:cubicBezTo>
                  <a:pt x="11232963" y="1721457"/>
                  <a:pt x="11232407" y="1721024"/>
                  <a:pt x="11232908" y="1720819"/>
                </a:cubicBezTo>
                <a:close/>
                <a:moveTo>
                  <a:pt x="5772685" y="1716397"/>
                </a:moveTo>
                <a:cubicBezTo>
                  <a:pt x="5778410" y="1715189"/>
                  <a:pt x="5785328" y="1716306"/>
                  <a:pt x="5788468" y="1718973"/>
                </a:cubicBezTo>
                <a:cubicBezTo>
                  <a:pt x="5791469" y="1721572"/>
                  <a:pt x="5789301" y="1724740"/>
                  <a:pt x="5783411" y="1725971"/>
                </a:cubicBezTo>
                <a:cubicBezTo>
                  <a:pt x="5777659" y="1727202"/>
                  <a:pt x="5770518" y="1726040"/>
                  <a:pt x="5767656" y="1723441"/>
                </a:cubicBezTo>
                <a:cubicBezTo>
                  <a:pt x="5764599" y="1720729"/>
                  <a:pt x="5766906" y="1717628"/>
                  <a:pt x="5772685" y="1716397"/>
                </a:cubicBezTo>
                <a:close/>
                <a:moveTo>
                  <a:pt x="7406975" y="1714149"/>
                </a:moveTo>
                <a:cubicBezTo>
                  <a:pt x="7419295" y="1715975"/>
                  <a:pt x="7431417" y="1719691"/>
                  <a:pt x="7440406" y="1724876"/>
                </a:cubicBezTo>
                <a:cubicBezTo>
                  <a:pt x="7458217" y="1735294"/>
                  <a:pt x="7457023" y="1747786"/>
                  <a:pt x="7436960" y="1752686"/>
                </a:cubicBezTo>
                <a:cubicBezTo>
                  <a:pt x="7417065" y="1757542"/>
                  <a:pt x="7386111" y="1752915"/>
                  <a:pt x="7368328" y="1742361"/>
                </a:cubicBezTo>
                <a:cubicBezTo>
                  <a:pt x="7350489" y="1731875"/>
                  <a:pt x="7352433" y="1719542"/>
                  <a:pt x="7372357" y="1714755"/>
                </a:cubicBezTo>
                <a:cubicBezTo>
                  <a:pt x="7382138" y="1712385"/>
                  <a:pt x="7394656" y="1712323"/>
                  <a:pt x="7406975" y="1714149"/>
                </a:cubicBezTo>
                <a:close/>
                <a:moveTo>
                  <a:pt x="9155336" y="1705672"/>
                </a:moveTo>
                <a:cubicBezTo>
                  <a:pt x="9173640" y="1708157"/>
                  <a:pt x="9193277" y="1713205"/>
                  <a:pt x="9210046" y="1720249"/>
                </a:cubicBezTo>
                <a:cubicBezTo>
                  <a:pt x="9243671" y="1734451"/>
                  <a:pt x="9252672" y="1751479"/>
                  <a:pt x="9229859" y="1758158"/>
                </a:cubicBezTo>
                <a:cubicBezTo>
                  <a:pt x="9206796" y="1764836"/>
                  <a:pt x="9160559" y="1758500"/>
                  <a:pt x="9126967" y="1744047"/>
                </a:cubicBezTo>
                <a:cubicBezTo>
                  <a:pt x="9093706" y="1729754"/>
                  <a:pt x="9085703" y="1712932"/>
                  <a:pt x="9108625" y="1706481"/>
                </a:cubicBezTo>
                <a:cubicBezTo>
                  <a:pt x="9120060" y="1703267"/>
                  <a:pt x="9137031" y="1703187"/>
                  <a:pt x="9155336" y="1705672"/>
                </a:cubicBezTo>
                <a:close/>
                <a:moveTo>
                  <a:pt x="3379716" y="1704213"/>
                </a:moveTo>
                <a:cubicBezTo>
                  <a:pt x="3385141" y="1705227"/>
                  <a:pt x="3388878" y="1707291"/>
                  <a:pt x="3389628" y="1710174"/>
                </a:cubicBezTo>
                <a:cubicBezTo>
                  <a:pt x="3391018" y="1716009"/>
                  <a:pt x="3380153" y="1722939"/>
                  <a:pt x="3364926" y="1725628"/>
                </a:cubicBezTo>
                <a:cubicBezTo>
                  <a:pt x="3349811" y="1728342"/>
                  <a:pt x="3336362" y="1725765"/>
                  <a:pt x="3335111" y="1719907"/>
                </a:cubicBezTo>
                <a:cubicBezTo>
                  <a:pt x="3333555" y="1714117"/>
                  <a:pt x="3344725" y="1707233"/>
                  <a:pt x="3359675" y="1704543"/>
                </a:cubicBezTo>
                <a:cubicBezTo>
                  <a:pt x="3367177" y="1703233"/>
                  <a:pt x="3374290" y="1703199"/>
                  <a:pt x="3379716" y="1704213"/>
                </a:cubicBezTo>
                <a:close/>
                <a:moveTo>
                  <a:pt x="7014421" y="1703190"/>
                </a:moveTo>
                <a:cubicBezTo>
                  <a:pt x="7023358" y="1704544"/>
                  <a:pt x="7031916" y="1707291"/>
                  <a:pt x="7037973" y="1711108"/>
                </a:cubicBezTo>
                <a:cubicBezTo>
                  <a:pt x="7050171" y="1718859"/>
                  <a:pt x="7047976" y="1728000"/>
                  <a:pt x="7032555" y="1731602"/>
                </a:cubicBezTo>
                <a:cubicBezTo>
                  <a:pt x="7017161" y="1735226"/>
                  <a:pt x="6995043" y="1731807"/>
                  <a:pt x="6982761" y="1724011"/>
                </a:cubicBezTo>
                <a:cubicBezTo>
                  <a:pt x="6970840" y="1716306"/>
                  <a:pt x="6973397" y="1707165"/>
                  <a:pt x="6988597" y="1703632"/>
                </a:cubicBezTo>
                <a:cubicBezTo>
                  <a:pt x="6996169" y="1701877"/>
                  <a:pt x="7005484" y="1701837"/>
                  <a:pt x="7014421" y="1703190"/>
                </a:cubicBezTo>
                <a:close/>
                <a:moveTo>
                  <a:pt x="4012593" y="1699845"/>
                </a:moveTo>
                <a:cubicBezTo>
                  <a:pt x="4016799" y="1700600"/>
                  <a:pt x="4019939" y="1702139"/>
                  <a:pt x="4021023" y="1704293"/>
                </a:cubicBezTo>
                <a:cubicBezTo>
                  <a:pt x="4023051" y="1708579"/>
                  <a:pt x="4016160" y="1713684"/>
                  <a:pt x="4005574" y="1715668"/>
                </a:cubicBezTo>
                <a:cubicBezTo>
                  <a:pt x="3994737" y="1717628"/>
                  <a:pt x="3984289" y="1715759"/>
                  <a:pt x="3982371" y="1711474"/>
                </a:cubicBezTo>
                <a:cubicBezTo>
                  <a:pt x="3980343" y="1707120"/>
                  <a:pt x="3987150" y="1702059"/>
                  <a:pt x="3997765" y="1700099"/>
                </a:cubicBezTo>
                <a:cubicBezTo>
                  <a:pt x="4003114" y="1699119"/>
                  <a:pt x="4008387" y="1699091"/>
                  <a:pt x="4012593" y="1699845"/>
                </a:cubicBezTo>
                <a:close/>
                <a:moveTo>
                  <a:pt x="9466204" y="1695771"/>
                </a:moveTo>
                <a:cubicBezTo>
                  <a:pt x="9484766" y="1698230"/>
                  <a:pt x="9504932" y="1703233"/>
                  <a:pt x="9522312" y="1710220"/>
                </a:cubicBezTo>
                <a:cubicBezTo>
                  <a:pt x="9557463" y="1724330"/>
                  <a:pt x="9568439" y="1741198"/>
                  <a:pt x="9546320" y="1747855"/>
                </a:cubicBezTo>
                <a:cubicBezTo>
                  <a:pt x="9524063" y="1754534"/>
                  <a:pt x="9477328" y="1748219"/>
                  <a:pt x="9442286" y="1733858"/>
                </a:cubicBezTo>
                <a:cubicBezTo>
                  <a:pt x="9407555" y="1719657"/>
                  <a:pt x="9397607" y="1702994"/>
                  <a:pt x="9419725" y="1696588"/>
                </a:cubicBezTo>
                <a:cubicBezTo>
                  <a:pt x="9430688" y="1693397"/>
                  <a:pt x="9447644" y="1693312"/>
                  <a:pt x="9466204" y="1695771"/>
                </a:cubicBezTo>
                <a:close/>
                <a:moveTo>
                  <a:pt x="2033284" y="1695334"/>
                </a:moveTo>
                <a:cubicBezTo>
                  <a:pt x="2039481" y="1694309"/>
                  <a:pt x="2044149" y="1695289"/>
                  <a:pt x="2043676" y="1697522"/>
                </a:cubicBezTo>
                <a:cubicBezTo>
                  <a:pt x="2043176" y="1699734"/>
                  <a:pt x="2037646" y="1702378"/>
                  <a:pt x="2031395" y="1703427"/>
                </a:cubicBezTo>
                <a:cubicBezTo>
                  <a:pt x="2025088" y="1704453"/>
                  <a:pt x="2020280" y="1703472"/>
                  <a:pt x="2020864" y="1701261"/>
                </a:cubicBezTo>
                <a:cubicBezTo>
                  <a:pt x="2021530" y="1698982"/>
                  <a:pt x="2027005" y="1696337"/>
                  <a:pt x="2033284" y="1695334"/>
                </a:cubicBezTo>
                <a:close/>
                <a:moveTo>
                  <a:pt x="1678450" y="1694947"/>
                </a:moveTo>
                <a:cubicBezTo>
                  <a:pt x="1682174" y="1694354"/>
                  <a:pt x="1684869" y="1694924"/>
                  <a:pt x="1684285" y="1696223"/>
                </a:cubicBezTo>
                <a:cubicBezTo>
                  <a:pt x="1683841" y="1697523"/>
                  <a:pt x="1680423" y="1699028"/>
                  <a:pt x="1676616" y="1699620"/>
                </a:cubicBezTo>
                <a:cubicBezTo>
                  <a:pt x="1673116" y="1700213"/>
                  <a:pt x="1670365" y="1699666"/>
                  <a:pt x="1670836" y="1698344"/>
                </a:cubicBezTo>
                <a:cubicBezTo>
                  <a:pt x="1671281" y="1697067"/>
                  <a:pt x="1674699" y="1695517"/>
                  <a:pt x="1678450" y="1694947"/>
                </a:cubicBezTo>
                <a:close/>
                <a:moveTo>
                  <a:pt x="9773450" y="1694710"/>
                </a:moveTo>
                <a:cubicBezTo>
                  <a:pt x="9784465" y="1696155"/>
                  <a:pt x="9796594" y="1699084"/>
                  <a:pt x="9807236" y="1703153"/>
                </a:cubicBezTo>
                <a:cubicBezTo>
                  <a:pt x="9828575" y="1711382"/>
                  <a:pt x="9835965" y="1721184"/>
                  <a:pt x="9823546" y="1725014"/>
                </a:cubicBezTo>
                <a:cubicBezTo>
                  <a:pt x="9811070" y="1728866"/>
                  <a:pt x="9783395" y="1725173"/>
                  <a:pt x="9761999" y="1716876"/>
                </a:cubicBezTo>
                <a:cubicBezTo>
                  <a:pt x="9740937" y="1708670"/>
                  <a:pt x="9733824" y="1698959"/>
                  <a:pt x="9746355" y="1695175"/>
                </a:cubicBezTo>
                <a:cubicBezTo>
                  <a:pt x="9752539" y="1693306"/>
                  <a:pt x="9762437" y="1693266"/>
                  <a:pt x="9773450" y="1694710"/>
                </a:cubicBezTo>
                <a:close/>
                <a:moveTo>
                  <a:pt x="5984170" y="1688063"/>
                </a:moveTo>
                <a:cubicBezTo>
                  <a:pt x="5988949" y="1687059"/>
                  <a:pt x="5994811" y="1687994"/>
                  <a:pt x="5997617" y="1690228"/>
                </a:cubicBezTo>
                <a:cubicBezTo>
                  <a:pt x="6000368" y="1692439"/>
                  <a:pt x="5998618" y="1695060"/>
                  <a:pt x="5993867" y="1696087"/>
                </a:cubicBezTo>
                <a:cubicBezTo>
                  <a:pt x="5988949" y="1697135"/>
                  <a:pt x="5982947" y="1696155"/>
                  <a:pt x="5980251" y="1693921"/>
                </a:cubicBezTo>
                <a:cubicBezTo>
                  <a:pt x="5977556" y="1691710"/>
                  <a:pt x="5979223" y="1689089"/>
                  <a:pt x="5984170" y="1688063"/>
                </a:cubicBezTo>
                <a:close/>
                <a:moveTo>
                  <a:pt x="10067022" y="1685866"/>
                </a:moveTo>
                <a:cubicBezTo>
                  <a:pt x="10074870" y="1686866"/>
                  <a:pt x="10083615" y="1688906"/>
                  <a:pt x="10091381" y="1691755"/>
                </a:cubicBezTo>
                <a:cubicBezTo>
                  <a:pt x="10107052" y="1697522"/>
                  <a:pt x="10112777" y="1704315"/>
                  <a:pt x="10104357" y="1707005"/>
                </a:cubicBezTo>
                <a:cubicBezTo>
                  <a:pt x="10095854" y="1709695"/>
                  <a:pt x="10076237" y="1707164"/>
                  <a:pt x="10060787" y="1701374"/>
                </a:cubicBezTo>
                <a:cubicBezTo>
                  <a:pt x="10045311" y="1695630"/>
                  <a:pt x="10039505" y="1688837"/>
                  <a:pt x="10048061" y="1686215"/>
                </a:cubicBezTo>
                <a:cubicBezTo>
                  <a:pt x="10052228" y="1684905"/>
                  <a:pt x="10059176" y="1684865"/>
                  <a:pt x="10067022" y="1685866"/>
                </a:cubicBezTo>
                <a:close/>
                <a:moveTo>
                  <a:pt x="1355341" y="1684452"/>
                </a:moveTo>
                <a:cubicBezTo>
                  <a:pt x="1358176" y="1685071"/>
                  <a:pt x="1359503" y="1686319"/>
                  <a:pt x="1358627" y="1688040"/>
                </a:cubicBezTo>
                <a:cubicBezTo>
                  <a:pt x="1356904" y="1691573"/>
                  <a:pt x="1347095" y="1695744"/>
                  <a:pt x="1336704" y="1697317"/>
                </a:cubicBezTo>
                <a:cubicBezTo>
                  <a:pt x="1326395" y="1698959"/>
                  <a:pt x="1319420" y="1697432"/>
                  <a:pt x="1321059" y="1693899"/>
                </a:cubicBezTo>
                <a:cubicBezTo>
                  <a:pt x="1322949" y="1690411"/>
                  <a:pt x="1332646" y="1686216"/>
                  <a:pt x="1343011" y="1684643"/>
                </a:cubicBezTo>
                <a:cubicBezTo>
                  <a:pt x="1348166" y="1683845"/>
                  <a:pt x="1352507" y="1683835"/>
                  <a:pt x="1355341" y="1684452"/>
                </a:cubicBezTo>
                <a:close/>
                <a:moveTo>
                  <a:pt x="2430486" y="1683019"/>
                </a:moveTo>
                <a:cubicBezTo>
                  <a:pt x="2436655" y="1684250"/>
                  <a:pt x="2440344" y="1686752"/>
                  <a:pt x="2440052" y="1690228"/>
                </a:cubicBezTo>
                <a:cubicBezTo>
                  <a:pt x="2439468" y="1697294"/>
                  <a:pt x="2423074" y="1705684"/>
                  <a:pt x="2403623" y="1708943"/>
                </a:cubicBezTo>
                <a:cubicBezTo>
                  <a:pt x="2383923" y="1712203"/>
                  <a:pt x="2368835" y="1709079"/>
                  <a:pt x="2369418" y="1701991"/>
                </a:cubicBezTo>
                <a:cubicBezTo>
                  <a:pt x="2370196" y="1694992"/>
                  <a:pt x="2386563" y="1686695"/>
                  <a:pt x="2406040" y="1683435"/>
                </a:cubicBezTo>
                <a:cubicBezTo>
                  <a:pt x="2415669" y="1681828"/>
                  <a:pt x="2424318" y="1681788"/>
                  <a:pt x="2430486" y="1683019"/>
                </a:cubicBezTo>
                <a:close/>
                <a:moveTo>
                  <a:pt x="6608683" y="1682858"/>
                </a:moveTo>
                <a:cubicBezTo>
                  <a:pt x="6614827" y="1683794"/>
                  <a:pt x="6620565" y="1685704"/>
                  <a:pt x="6624454" y="1688359"/>
                </a:cubicBezTo>
                <a:cubicBezTo>
                  <a:pt x="6632096" y="1693716"/>
                  <a:pt x="6629428" y="1700121"/>
                  <a:pt x="6618397" y="1702561"/>
                </a:cubicBezTo>
                <a:cubicBezTo>
                  <a:pt x="6607283" y="1705068"/>
                  <a:pt x="6591999" y="1702720"/>
                  <a:pt x="6584248" y="1697318"/>
                </a:cubicBezTo>
                <a:cubicBezTo>
                  <a:pt x="6576717" y="1691938"/>
                  <a:pt x="6579440" y="1685623"/>
                  <a:pt x="6590471" y="1683185"/>
                </a:cubicBezTo>
                <a:cubicBezTo>
                  <a:pt x="6595987" y="1681954"/>
                  <a:pt x="6602538" y="1681920"/>
                  <a:pt x="6608683" y="1682858"/>
                </a:cubicBezTo>
                <a:close/>
                <a:moveTo>
                  <a:pt x="10350795" y="1679582"/>
                </a:moveTo>
                <a:cubicBezTo>
                  <a:pt x="10352603" y="1678990"/>
                  <a:pt x="10357103" y="1679537"/>
                  <a:pt x="10360770" y="1680837"/>
                </a:cubicBezTo>
                <a:cubicBezTo>
                  <a:pt x="10364412" y="1682090"/>
                  <a:pt x="10365745" y="1683595"/>
                  <a:pt x="10363828" y="1684165"/>
                </a:cubicBezTo>
                <a:cubicBezTo>
                  <a:pt x="10362021" y="1684780"/>
                  <a:pt x="10357632" y="1684256"/>
                  <a:pt x="10353963" y="1682934"/>
                </a:cubicBezTo>
                <a:cubicBezTo>
                  <a:pt x="10350464" y="1681680"/>
                  <a:pt x="10348880" y="1680152"/>
                  <a:pt x="10350795" y="1679582"/>
                </a:cubicBezTo>
                <a:close/>
                <a:moveTo>
                  <a:pt x="1020242" y="1678033"/>
                </a:moveTo>
                <a:cubicBezTo>
                  <a:pt x="1025716" y="1677166"/>
                  <a:pt x="1029245" y="1677964"/>
                  <a:pt x="1028050" y="1679833"/>
                </a:cubicBezTo>
                <a:cubicBezTo>
                  <a:pt x="1027133" y="1681635"/>
                  <a:pt x="1021799" y="1683845"/>
                  <a:pt x="1016158" y="1684689"/>
                </a:cubicBezTo>
                <a:cubicBezTo>
                  <a:pt x="1010489" y="1685509"/>
                  <a:pt x="1006988" y="1684689"/>
                  <a:pt x="1008182" y="1682866"/>
                </a:cubicBezTo>
                <a:cubicBezTo>
                  <a:pt x="1009239" y="1681018"/>
                  <a:pt x="1014518" y="1678899"/>
                  <a:pt x="1020242" y="1678033"/>
                </a:cubicBezTo>
                <a:close/>
                <a:moveTo>
                  <a:pt x="2819404" y="1673137"/>
                </a:moveTo>
                <a:cubicBezTo>
                  <a:pt x="2825729" y="1674357"/>
                  <a:pt x="2829758" y="1676847"/>
                  <a:pt x="2829980" y="1680335"/>
                </a:cubicBezTo>
                <a:cubicBezTo>
                  <a:pt x="2830341" y="1687310"/>
                  <a:pt x="2815198" y="1695585"/>
                  <a:pt x="2796358" y="1698867"/>
                </a:cubicBezTo>
                <a:cubicBezTo>
                  <a:pt x="2777186" y="1702127"/>
                  <a:pt x="2761430" y="1699072"/>
                  <a:pt x="2761236" y="1692029"/>
                </a:cubicBezTo>
                <a:cubicBezTo>
                  <a:pt x="2761013" y="1684984"/>
                  <a:pt x="2776074" y="1676779"/>
                  <a:pt x="2795051" y="1673565"/>
                </a:cubicBezTo>
                <a:cubicBezTo>
                  <a:pt x="2804458" y="1671969"/>
                  <a:pt x="2813078" y="1671918"/>
                  <a:pt x="2819404" y="1673137"/>
                </a:cubicBezTo>
                <a:close/>
                <a:moveTo>
                  <a:pt x="3806787" y="1671308"/>
                </a:moveTo>
                <a:cubicBezTo>
                  <a:pt x="3813262" y="1670123"/>
                  <a:pt x="3819292" y="1671216"/>
                  <a:pt x="3820597" y="1673816"/>
                </a:cubicBezTo>
                <a:cubicBezTo>
                  <a:pt x="3821625" y="1676368"/>
                  <a:pt x="3817263" y="1679377"/>
                  <a:pt x="3810706" y="1680540"/>
                </a:cubicBezTo>
                <a:cubicBezTo>
                  <a:pt x="3804203" y="1681725"/>
                  <a:pt x="3798036" y="1680631"/>
                  <a:pt x="3796951" y="1678056"/>
                </a:cubicBezTo>
                <a:cubicBezTo>
                  <a:pt x="3795868" y="1675480"/>
                  <a:pt x="3800202" y="1672470"/>
                  <a:pt x="3806787" y="1671308"/>
                </a:cubicBezTo>
                <a:close/>
                <a:moveTo>
                  <a:pt x="712534" y="1667433"/>
                </a:moveTo>
                <a:cubicBezTo>
                  <a:pt x="715119" y="1667023"/>
                  <a:pt x="717063" y="1667410"/>
                  <a:pt x="716480" y="1668321"/>
                </a:cubicBezTo>
                <a:cubicBezTo>
                  <a:pt x="715785" y="1669233"/>
                  <a:pt x="713062" y="1670305"/>
                  <a:pt x="710062" y="1670715"/>
                </a:cubicBezTo>
                <a:cubicBezTo>
                  <a:pt x="707282" y="1671149"/>
                  <a:pt x="705615" y="1670715"/>
                  <a:pt x="706172" y="1669826"/>
                </a:cubicBezTo>
                <a:cubicBezTo>
                  <a:pt x="706922" y="1668914"/>
                  <a:pt x="709589" y="1667843"/>
                  <a:pt x="712534" y="1667433"/>
                </a:cubicBezTo>
                <a:close/>
                <a:moveTo>
                  <a:pt x="4901188" y="1657289"/>
                </a:moveTo>
                <a:cubicBezTo>
                  <a:pt x="4902856" y="1656970"/>
                  <a:pt x="4904717" y="1657266"/>
                  <a:pt x="4905301" y="1657995"/>
                </a:cubicBezTo>
                <a:cubicBezTo>
                  <a:pt x="4905940" y="1658725"/>
                  <a:pt x="4904940" y="1659545"/>
                  <a:pt x="4903217" y="1659865"/>
                </a:cubicBezTo>
                <a:cubicBezTo>
                  <a:pt x="4901495" y="1660207"/>
                  <a:pt x="4899633" y="1659910"/>
                  <a:pt x="4899132" y="1659204"/>
                </a:cubicBezTo>
                <a:cubicBezTo>
                  <a:pt x="4898493" y="1658474"/>
                  <a:pt x="4899382" y="1657631"/>
                  <a:pt x="4901188" y="1657289"/>
                </a:cubicBezTo>
                <a:close/>
                <a:moveTo>
                  <a:pt x="3223875" y="1656178"/>
                </a:moveTo>
                <a:cubicBezTo>
                  <a:pt x="3229641" y="1657255"/>
                  <a:pt x="3233538" y="1659455"/>
                  <a:pt x="3234274" y="1662532"/>
                </a:cubicBezTo>
                <a:cubicBezTo>
                  <a:pt x="3235385" y="1668687"/>
                  <a:pt x="3223132" y="1676027"/>
                  <a:pt x="3206709" y="1678899"/>
                </a:cubicBezTo>
                <a:cubicBezTo>
                  <a:pt x="3190233" y="1681749"/>
                  <a:pt x="3175923" y="1679036"/>
                  <a:pt x="3174783" y="1672812"/>
                </a:cubicBezTo>
                <a:cubicBezTo>
                  <a:pt x="3173533" y="1666636"/>
                  <a:pt x="3185759" y="1659364"/>
                  <a:pt x="3202264" y="1656560"/>
                </a:cubicBezTo>
                <a:cubicBezTo>
                  <a:pt x="3210475" y="1655147"/>
                  <a:pt x="3218109" y="1655101"/>
                  <a:pt x="3223875" y="1656178"/>
                </a:cubicBezTo>
                <a:close/>
                <a:moveTo>
                  <a:pt x="7890328" y="1654494"/>
                </a:moveTo>
                <a:cubicBezTo>
                  <a:pt x="7903357" y="1656338"/>
                  <a:pt x="7916486" y="1660094"/>
                  <a:pt x="7926670" y="1665336"/>
                </a:cubicBezTo>
                <a:cubicBezTo>
                  <a:pt x="7947176" y="1675891"/>
                  <a:pt x="7948010" y="1688473"/>
                  <a:pt x="7928198" y="1693397"/>
                </a:cubicBezTo>
                <a:cubicBezTo>
                  <a:pt x="7908553" y="1698366"/>
                  <a:pt x="7875793" y="1693693"/>
                  <a:pt x="7855426" y="1683002"/>
                </a:cubicBezTo>
                <a:cubicBezTo>
                  <a:pt x="7835363" y="1672380"/>
                  <a:pt x="7834919" y="1659911"/>
                  <a:pt x="7854592" y="1655124"/>
                </a:cubicBezTo>
                <a:cubicBezTo>
                  <a:pt x="7864372" y="1652719"/>
                  <a:pt x="7877300" y="1652651"/>
                  <a:pt x="7890328" y="1654494"/>
                </a:cubicBezTo>
                <a:close/>
                <a:moveTo>
                  <a:pt x="8232531" y="1654345"/>
                </a:moveTo>
                <a:cubicBezTo>
                  <a:pt x="8245313" y="1656126"/>
                  <a:pt x="8258414" y="1659751"/>
                  <a:pt x="8268861" y="1664811"/>
                </a:cubicBezTo>
                <a:cubicBezTo>
                  <a:pt x="8289897" y="1674978"/>
                  <a:pt x="8292342" y="1687105"/>
                  <a:pt x="8273919" y="1691869"/>
                </a:cubicBezTo>
                <a:cubicBezTo>
                  <a:pt x="8255468" y="1696656"/>
                  <a:pt x="8223346" y="1692143"/>
                  <a:pt x="8202395" y="1681862"/>
                </a:cubicBezTo>
                <a:cubicBezTo>
                  <a:pt x="8181612" y="1671604"/>
                  <a:pt x="8179750" y="1659591"/>
                  <a:pt x="8198116" y="1654941"/>
                </a:cubicBezTo>
                <a:cubicBezTo>
                  <a:pt x="8207285" y="1652627"/>
                  <a:pt x="8219749" y="1652565"/>
                  <a:pt x="8232531" y="1654345"/>
                </a:cubicBezTo>
                <a:close/>
                <a:moveTo>
                  <a:pt x="418804" y="1654143"/>
                </a:moveTo>
                <a:cubicBezTo>
                  <a:pt x="419999" y="1653983"/>
                  <a:pt x="420637" y="1654143"/>
                  <a:pt x="420443" y="1654462"/>
                </a:cubicBezTo>
                <a:cubicBezTo>
                  <a:pt x="420027" y="1654827"/>
                  <a:pt x="418832" y="1655237"/>
                  <a:pt x="417776" y="1655419"/>
                </a:cubicBezTo>
                <a:cubicBezTo>
                  <a:pt x="416720" y="1655557"/>
                  <a:pt x="415970" y="1655442"/>
                  <a:pt x="416332" y="1655078"/>
                </a:cubicBezTo>
                <a:cubicBezTo>
                  <a:pt x="416553" y="1654713"/>
                  <a:pt x="417719" y="1654280"/>
                  <a:pt x="418804" y="1654143"/>
                </a:cubicBezTo>
                <a:close/>
                <a:moveTo>
                  <a:pt x="6183760" y="1653346"/>
                </a:moveTo>
                <a:cubicBezTo>
                  <a:pt x="6188372" y="1652365"/>
                  <a:pt x="6194458" y="1653277"/>
                  <a:pt x="6197319" y="1655465"/>
                </a:cubicBezTo>
                <a:cubicBezTo>
                  <a:pt x="6200126" y="1657631"/>
                  <a:pt x="6198792" y="1660183"/>
                  <a:pt x="6193930" y="1661209"/>
                </a:cubicBezTo>
                <a:cubicBezTo>
                  <a:pt x="6189317" y="1662167"/>
                  <a:pt x="6183260" y="1661255"/>
                  <a:pt x="6180536" y="1659044"/>
                </a:cubicBezTo>
                <a:cubicBezTo>
                  <a:pt x="6177703" y="1656902"/>
                  <a:pt x="6179036" y="1654348"/>
                  <a:pt x="6183760" y="1653346"/>
                </a:cubicBezTo>
                <a:close/>
                <a:moveTo>
                  <a:pt x="7534248" y="1651759"/>
                </a:moveTo>
                <a:cubicBezTo>
                  <a:pt x="7546356" y="1653506"/>
                  <a:pt x="7558318" y="1657050"/>
                  <a:pt x="7567196" y="1661985"/>
                </a:cubicBezTo>
                <a:cubicBezTo>
                  <a:pt x="7585480" y="1671992"/>
                  <a:pt x="7584702" y="1683891"/>
                  <a:pt x="7565362" y="1688564"/>
                </a:cubicBezTo>
                <a:cubicBezTo>
                  <a:pt x="7546190" y="1693214"/>
                  <a:pt x="7515763" y="1688792"/>
                  <a:pt x="7497841" y="1678648"/>
                </a:cubicBezTo>
                <a:cubicBezTo>
                  <a:pt x="7480001" y="1668664"/>
                  <a:pt x="7481141" y="1656879"/>
                  <a:pt x="7500425" y="1652320"/>
                </a:cubicBezTo>
                <a:cubicBezTo>
                  <a:pt x="7509886" y="1650063"/>
                  <a:pt x="7522140" y="1650012"/>
                  <a:pt x="7534248" y="1651759"/>
                </a:cubicBezTo>
                <a:close/>
                <a:moveTo>
                  <a:pt x="4681730" y="1651089"/>
                </a:moveTo>
                <a:cubicBezTo>
                  <a:pt x="4684732" y="1650519"/>
                  <a:pt x="4688039" y="1651089"/>
                  <a:pt x="4689039" y="1652320"/>
                </a:cubicBezTo>
                <a:cubicBezTo>
                  <a:pt x="4689844" y="1653574"/>
                  <a:pt x="4688316" y="1655032"/>
                  <a:pt x="4685176" y="1655625"/>
                </a:cubicBezTo>
                <a:cubicBezTo>
                  <a:pt x="4681953" y="1656172"/>
                  <a:pt x="4678869" y="1655648"/>
                  <a:pt x="4677869" y="1654417"/>
                </a:cubicBezTo>
                <a:cubicBezTo>
                  <a:pt x="4676951" y="1653163"/>
                  <a:pt x="4678730" y="1651636"/>
                  <a:pt x="4681730" y="1651089"/>
                </a:cubicBezTo>
                <a:close/>
                <a:moveTo>
                  <a:pt x="8561249" y="1649904"/>
                </a:moveTo>
                <a:cubicBezTo>
                  <a:pt x="8574264" y="1651676"/>
                  <a:pt x="8587851" y="1655284"/>
                  <a:pt x="8598965" y="1660321"/>
                </a:cubicBezTo>
                <a:cubicBezTo>
                  <a:pt x="8621251" y="1670465"/>
                  <a:pt x="8624946" y="1682569"/>
                  <a:pt x="8607164" y="1687333"/>
                </a:cubicBezTo>
                <a:cubicBezTo>
                  <a:pt x="8589325" y="1692097"/>
                  <a:pt x="8556758" y="1687584"/>
                  <a:pt x="8534472" y="1677304"/>
                </a:cubicBezTo>
                <a:cubicBezTo>
                  <a:pt x="8512466" y="1667114"/>
                  <a:pt x="8509214" y="1655124"/>
                  <a:pt x="8526971" y="1650496"/>
                </a:cubicBezTo>
                <a:cubicBezTo>
                  <a:pt x="8535793" y="1648194"/>
                  <a:pt x="8548235" y="1648131"/>
                  <a:pt x="8561249" y="1649904"/>
                </a:cubicBezTo>
                <a:close/>
                <a:moveTo>
                  <a:pt x="7163493" y="1645874"/>
                </a:moveTo>
                <a:cubicBezTo>
                  <a:pt x="7172961" y="1647265"/>
                  <a:pt x="7182102" y="1650097"/>
                  <a:pt x="7188632" y="1654052"/>
                </a:cubicBezTo>
                <a:cubicBezTo>
                  <a:pt x="7201942" y="1661985"/>
                  <a:pt x="7200025" y="1671422"/>
                  <a:pt x="7184132" y="1675115"/>
                </a:cubicBezTo>
                <a:cubicBezTo>
                  <a:pt x="7168237" y="1678831"/>
                  <a:pt x="7144674" y="1675297"/>
                  <a:pt x="7131476" y="1667296"/>
                </a:cubicBezTo>
                <a:cubicBezTo>
                  <a:pt x="7118416" y="1659341"/>
                  <a:pt x="7120639" y="1649949"/>
                  <a:pt x="7136394" y="1646348"/>
                </a:cubicBezTo>
                <a:cubicBezTo>
                  <a:pt x="7144229" y="1644535"/>
                  <a:pt x="7154025" y="1644484"/>
                  <a:pt x="7163493" y="1645874"/>
                </a:cubicBezTo>
                <a:close/>
                <a:moveTo>
                  <a:pt x="5341633" y="1645777"/>
                </a:moveTo>
                <a:cubicBezTo>
                  <a:pt x="5343661" y="1645344"/>
                  <a:pt x="5345995" y="1645777"/>
                  <a:pt x="5346940" y="1646643"/>
                </a:cubicBezTo>
                <a:cubicBezTo>
                  <a:pt x="5347774" y="1647555"/>
                  <a:pt x="5346801" y="1648558"/>
                  <a:pt x="5344689" y="1648969"/>
                </a:cubicBezTo>
                <a:cubicBezTo>
                  <a:pt x="5342745" y="1649378"/>
                  <a:pt x="5340438" y="1649014"/>
                  <a:pt x="5339438" y="1648147"/>
                </a:cubicBezTo>
                <a:cubicBezTo>
                  <a:pt x="5338521" y="1647236"/>
                  <a:pt x="5339410" y="1646188"/>
                  <a:pt x="5341633" y="1645777"/>
                </a:cubicBezTo>
                <a:close/>
                <a:moveTo>
                  <a:pt x="8877742" y="1643920"/>
                </a:moveTo>
                <a:cubicBezTo>
                  <a:pt x="8889945" y="1645561"/>
                  <a:pt x="8902893" y="1648901"/>
                  <a:pt x="8913758" y="1653574"/>
                </a:cubicBezTo>
                <a:cubicBezTo>
                  <a:pt x="8935627" y="1662920"/>
                  <a:pt x="8940296" y="1674089"/>
                  <a:pt x="8924403" y="1678466"/>
                </a:cubicBezTo>
                <a:cubicBezTo>
                  <a:pt x="8908230" y="1682888"/>
                  <a:pt x="8877692" y="1678694"/>
                  <a:pt x="8856102" y="1669257"/>
                </a:cubicBezTo>
                <a:cubicBezTo>
                  <a:pt x="8834568" y="1659797"/>
                  <a:pt x="8830150" y="1648764"/>
                  <a:pt x="8846182" y="1644455"/>
                </a:cubicBezTo>
                <a:cubicBezTo>
                  <a:pt x="8854073" y="1642335"/>
                  <a:pt x="8865536" y="1642279"/>
                  <a:pt x="8877742" y="1643920"/>
                </a:cubicBezTo>
                <a:close/>
                <a:moveTo>
                  <a:pt x="4468775" y="1639737"/>
                </a:moveTo>
                <a:cubicBezTo>
                  <a:pt x="4470553" y="1639395"/>
                  <a:pt x="4472498" y="1639714"/>
                  <a:pt x="4472999" y="1640421"/>
                </a:cubicBezTo>
                <a:cubicBezTo>
                  <a:pt x="4473249" y="1641127"/>
                  <a:pt x="4472443" y="1641994"/>
                  <a:pt x="4470636" y="1642290"/>
                </a:cubicBezTo>
                <a:cubicBezTo>
                  <a:pt x="4468831" y="1642632"/>
                  <a:pt x="4467136" y="1642313"/>
                  <a:pt x="4466580" y="1641606"/>
                </a:cubicBezTo>
                <a:cubicBezTo>
                  <a:pt x="4466080" y="1640922"/>
                  <a:pt x="4467108" y="1640079"/>
                  <a:pt x="4468775" y="1639737"/>
                </a:cubicBezTo>
                <a:close/>
                <a:moveTo>
                  <a:pt x="6777836" y="1633312"/>
                </a:moveTo>
                <a:cubicBezTo>
                  <a:pt x="6784345" y="1634284"/>
                  <a:pt x="6790492" y="1636261"/>
                  <a:pt x="6794758" y="1639008"/>
                </a:cubicBezTo>
                <a:cubicBezTo>
                  <a:pt x="6803261" y="1644524"/>
                  <a:pt x="6800926" y="1651089"/>
                  <a:pt x="6789478" y="1653665"/>
                </a:cubicBezTo>
                <a:cubicBezTo>
                  <a:pt x="6777919" y="1656241"/>
                  <a:pt x="6761775" y="1653825"/>
                  <a:pt x="6753300" y="1648263"/>
                </a:cubicBezTo>
                <a:cubicBezTo>
                  <a:pt x="6744797" y="1642723"/>
                  <a:pt x="6747410" y="1636158"/>
                  <a:pt x="6758746" y="1633651"/>
                </a:cubicBezTo>
                <a:cubicBezTo>
                  <a:pt x="6764457" y="1632374"/>
                  <a:pt x="6771326" y="1632340"/>
                  <a:pt x="6777836" y="1633312"/>
                </a:cubicBezTo>
                <a:close/>
                <a:moveTo>
                  <a:pt x="3627509" y="1631849"/>
                </a:moveTo>
                <a:cubicBezTo>
                  <a:pt x="3637263" y="1630117"/>
                  <a:pt x="3646181" y="1631735"/>
                  <a:pt x="3647516" y="1635451"/>
                </a:cubicBezTo>
                <a:cubicBezTo>
                  <a:pt x="3648932" y="1639189"/>
                  <a:pt x="3642181" y="1643589"/>
                  <a:pt x="3632288" y="1645322"/>
                </a:cubicBezTo>
                <a:cubicBezTo>
                  <a:pt x="3622757" y="1647031"/>
                  <a:pt x="3613506" y="1645436"/>
                  <a:pt x="3612310" y="1641697"/>
                </a:cubicBezTo>
                <a:cubicBezTo>
                  <a:pt x="3610948" y="1637936"/>
                  <a:pt x="3617784" y="1633537"/>
                  <a:pt x="3627509" y="1631849"/>
                </a:cubicBezTo>
                <a:close/>
                <a:moveTo>
                  <a:pt x="9180233" y="1630981"/>
                </a:moveTo>
                <a:cubicBezTo>
                  <a:pt x="9194993" y="1632921"/>
                  <a:pt x="9210853" y="1636865"/>
                  <a:pt x="9224301" y="1642358"/>
                </a:cubicBezTo>
                <a:cubicBezTo>
                  <a:pt x="9251253" y="1653436"/>
                  <a:pt x="9258590" y="1666680"/>
                  <a:pt x="9240278" y="1671901"/>
                </a:cubicBezTo>
                <a:cubicBezTo>
                  <a:pt x="9221883" y="1677098"/>
                  <a:pt x="9184760" y="1672151"/>
                  <a:pt x="9157892" y="1660913"/>
                </a:cubicBezTo>
                <a:cubicBezTo>
                  <a:pt x="9131021" y="1649812"/>
                  <a:pt x="9124325" y="1636682"/>
                  <a:pt x="9142748" y="1631622"/>
                </a:cubicBezTo>
                <a:cubicBezTo>
                  <a:pt x="9151806" y="1629103"/>
                  <a:pt x="9165470" y="1629040"/>
                  <a:pt x="9180233" y="1630981"/>
                </a:cubicBezTo>
                <a:close/>
                <a:moveTo>
                  <a:pt x="5558729" y="1630527"/>
                </a:moveTo>
                <a:cubicBezTo>
                  <a:pt x="5559507" y="1630391"/>
                  <a:pt x="5560425" y="1630527"/>
                  <a:pt x="5560786" y="1630937"/>
                </a:cubicBezTo>
                <a:cubicBezTo>
                  <a:pt x="5561202" y="1631257"/>
                  <a:pt x="5560896" y="1631667"/>
                  <a:pt x="5560035" y="1631849"/>
                </a:cubicBezTo>
                <a:cubicBezTo>
                  <a:pt x="5559229" y="1631986"/>
                  <a:pt x="5558313" y="1631849"/>
                  <a:pt x="5557868" y="1631508"/>
                </a:cubicBezTo>
                <a:cubicBezTo>
                  <a:pt x="5557451" y="1631143"/>
                  <a:pt x="5557868" y="1630710"/>
                  <a:pt x="5558729" y="1630527"/>
                </a:cubicBezTo>
                <a:close/>
                <a:moveTo>
                  <a:pt x="1965624" y="1625285"/>
                </a:moveTo>
                <a:cubicBezTo>
                  <a:pt x="1974377" y="1623940"/>
                  <a:pt x="1980879" y="1625240"/>
                  <a:pt x="1979962" y="1628225"/>
                </a:cubicBezTo>
                <a:cubicBezTo>
                  <a:pt x="1979268" y="1631235"/>
                  <a:pt x="1971487" y="1634813"/>
                  <a:pt x="1962818" y="1636158"/>
                </a:cubicBezTo>
                <a:cubicBezTo>
                  <a:pt x="1954065" y="1637549"/>
                  <a:pt x="1947618" y="1636272"/>
                  <a:pt x="1948314" y="1633263"/>
                </a:cubicBezTo>
                <a:cubicBezTo>
                  <a:pt x="1949008" y="1630254"/>
                  <a:pt x="1956872" y="1626675"/>
                  <a:pt x="1965624" y="1625285"/>
                </a:cubicBezTo>
                <a:close/>
                <a:moveTo>
                  <a:pt x="1633602" y="1622823"/>
                </a:moveTo>
                <a:cubicBezTo>
                  <a:pt x="1637381" y="1622230"/>
                  <a:pt x="1640077" y="1622777"/>
                  <a:pt x="1639438" y="1624008"/>
                </a:cubicBezTo>
                <a:cubicBezTo>
                  <a:pt x="1639132" y="1625261"/>
                  <a:pt x="1635714" y="1626698"/>
                  <a:pt x="1631908" y="1627267"/>
                </a:cubicBezTo>
                <a:cubicBezTo>
                  <a:pt x="1628295" y="1627837"/>
                  <a:pt x="1625683" y="1627313"/>
                  <a:pt x="1626239" y="1626059"/>
                </a:cubicBezTo>
                <a:cubicBezTo>
                  <a:pt x="1626740" y="1624828"/>
                  <a:pt x="1630130" y="1623370"/>
                  <a:pt x="1633602" y="1622823"/>
                </a:cubicBezTo>
                <a:close/>
                <a:moveTo>
                  <a:pt x="2336776" y="1620272"/>
                </a:moveTo>
                <a:cubicBezTo>
                  <a:pt x="2342417" y="1621387"/>
                  <a:pt x="2345703" y="1623655"/>
                  <a:pt x="2345327" y="1626812"/>
                </a:cubicBezTo>
                <a:cubicBezTo>
                  <a:pt x="2344577" y="1633172"/>
                  <a:pt x="2329266" y="1640718"/>
                  <a:pt x="2311094" y="1643703"/>
                </a:cubicBezTo>
                <a:cubicBezTo>
                  <a:pt x="2292921" y="1646644"/>
                  <a:pt x="2278806" y="1643840"/>
                  <a:pt x="2279723" y="1637458"/>
                </a:cubicBezTo>
                <a:cubicBezTo>
                  <a:pt x="2280557" y="1631075"/>
                  <a:pt x="2296034" y="1623575"/>
                  <a:pt x="2314095" y="1620657"/>
                </a:cubicBezTo>
                <a:cubicBezTo>
                  <a:pt x="2323140" y="1619198"/>
                  <a:pt x="2331135" y="1619159"/>
                  <a:pt x="2336776" y="1620272"/>
                </a:cubicBezTo>
                <a:close/>
                <a:moveTo>
                  <a:pt x="4261681" y="1618013"/>
                </a:moveTo>
                <a:cubicBezTo>
                  <a:pt x="4267044" y="1617033"/>
                  <a:pt x="4272296" y="1617967"/>
                  <a:pt x="4273574" y="1620042"/>
                </a:cubicBezTo>
                <a:cubicBezTo>
                  <a:pt x="4274824" y="1622162"/>
                  <a:pt x="4271545" y="1624647"/>
                  <a:pt x="4266266" y="1625604"/>
                </a:cubicBezTo>
                <a:cubicBezTo>
                  <a:pt x="4260959" y="1626607"/>
                  <a:pt x="4255540" y="1625673"/>
                  <a:pt x="4254262" y="1623552"/>
                </a:cubicBezTo>
                <a:cubicBezTo>
                  <a:pt x="4253012" y="1621478"/>
                  <a:pt x="4256319" y="1618993"/>
                  <a:pt x="4261681" y="1618013"/>
                </a:cubicBezTo>
                <a:close/>
                <a:moveTo>
                  <a:pt x="2700276" y="1616808"/>
                </a:moveTo>
                <a:cubicBezTo>
                  <a:pt x="2705740" y="1617854"/>
                  <a:pt x="2709109" y="1619985"/>
                  <a:pt x="2709109" y="1622959"/>
                </a:cubicBezTo>
                <a:cubicBezTo>
                  <a:pt x="2709302" y="1628932"/>
                  <a:pt x="2695826" y="1636044"/>
                  <a:pt x="2679099" y="1638825"/>
                </a:cubicBezTo>
                <a:cubicBezTo>
                  <a:pt x="2662177" y="1641605"/>
                  <a:pt x="2648506" y="1638984"/>
                  <a:pt x="2648645" y="1632944"/>
                </a:cubicBezTo>
                <a:cubicBezTo>
                  <a:pt x="2648728" y="1626971"/>
                  <a:pt x="2662288" y="1619904"/>
                  <a:pt x="2678876" y="1617169"/>
                </a:cubicBezTo>
                <a:cubicBezTo>
                  <a:pt x="2687255" y="1615802"/>
                  <a:pt x="2694813" y="1615762"/>
                  <a:pt x="2700276" y="1616808"/>
                </a:cubicBezTo>
                <a:close/>
                <a:moveTo>
                  <a:pt x="9470633" y="1616283"/>
                </a:moveTo>
                <a:cubicBezTo>
                  <a:pt x="9487899" y="1618508"/>
                  <a:pt x="9506696" y="1623039"/>
                  <a:pt x="9522979" y="1629365"/>
                </a:cubicBezTo>
                <a:cubicBezTo>
                  <a:pt x="9555740" y="1642130"/>
                  <a:pt x="9565909" y="1657402"/>
                  <a:pt x="9545236" y="1663397"/>
                </a:cubicBezTo>
                <a:cubicBezTo>
                  <a:pt x="9524619" y="1669415"/>
                  <a:pt x="9481050" y="1663694"/>
                  <a:pt x="9448399" y="1650747"/>
                </a:cubicBezTo>
                <a:cubicBezTo>
                  <a:pt x="9416085" y="1637890"/>
                  <a:pt x="9406804" y="1622845"/>
                  <a:pt x="9427477" y="1617032"/>
                </a:cubicBezTo>
                <a:cubicBezTo>
                  <a:pt x="9437634" y="1614137"/>
                  <a:pt x="9453367" y="1614058"/>
                  <a:pt x="9470633" y="1616283"/>
                </a:cubicBezTo>
                <a:close/>
                <a:moveTo>
                  <a:pt x="6370707" y="1613545"/>
                </a:moveTo>
                <a:cubicBezTo>
                  <a:pt x="6375209" y="1612565"/>
                  <a:pt x="6381239" y="1613476"/>
                  <a:pt x="6384072" y="1615573"/>
                </a:cubicBezTo>
                <a:cubicBezTo>
                  <a:pt x="6387212" y="1617671"/>
                  <a:pt x="6385795" y="1620156"/>
                  <a:pt x="6381322" y="1621135"/>
                </a:cubicBezTo>
                <a:cubicBezTo>
                  <a:pt x="6376737" y="1622116"/>
                  <a:pt x="6370707" y="1621204"/>
                  <a:pt x="6367817" y="1619084"/>
                </a:cubicBezTo>
                <a:cubicBezTo>
                  <a:pt x="6364955" y="1616942"/>
                  <a:pt x="6366262" y="1614502"/>
                  <a:pt x="6370707" y="1613545"/>
                </a:cubicBezTo>
                <a:close/>
                <a:moveTo>
                  <a:pt x="1320059" y="1610901"/>
                </a:moveTo>
                <a:cubicBezTo>
                  <a:pt x="1328617" y="1609624"/>
                  <a:pt x="1334174" y="1610833"/>
                  <a:pt x="1332730" y="1613614"/>
                </a:cubicBezTo>
                <a:cubicBezTo>
                  <a:pt x="1331591" y="1616372"/>
                  <a:pt x="1323560" y="1619677"/>
                  <a:pt x="1315002" y="1620976"/>
                </a:cubicBezTo>
                <a:cubicBezTo>
                  <a:pt x="1306444" y="1622299"/>
                  <a:pt x="1300719" y="1621045"/>
                  <a:pt x="1302108" y="1618287"/>
                </a:cubicBezTo>
                <a:cubicBezTo>
                  <a:pt x="1303581" y="1615460"/>
                  <a:pt x="1311501" y="1612200"/>
                  <a:pt x="1320059" y="1610901"/>
                </a:cubicBezTo>
                <a:close/>
                <a:moveTo>
                  <a:pt x="10030224" y="1607733"/>
                </a:moveTo>
                <a:cubicBezTo>
                  <a:pt x="10034530" y="1606456"/>
                  <a:pt x="10044115" y="1607687"/>
                  <a:pt x="10051897" y="1610468"/>
                </a:cubicBezTo>
                <a:cubicBezTo>
                  <a:pt x="10059566" y="1613249"/>
                  <a:pt x="10062371" y="1616554"/>
                  <a:pt x="10058231" y="1617854"/>
                </a:cubicBezTo>
                <a:cubicBezTo>
                  <a:pt x="10054119" y="1619130"/>
                  <a:pt x="10044282" y="1617876"/>
                  <a:pt x="10036475" y="1615119"/>
                </a:cubicBezTo>
                <a:cubicBezTo>
                  <a:pt x="10028640" y="1612337"/>
                  <a:pt x="10025945" y="1609032"/>
                  <a:pt x="10030224" y="1607733"/>
                </a:cubicBezTo>
                <a:close/>
                <a:moveTo>
                  <a:pt x="5768212" y="1607709"/>
                </a:moveTo>
                <a:cubicBezTo>
                  <a:pt x="5768962" y="1607573"/>
                  <a:pt x="5770046" y="1607709"/>
                  <a:pt x="5770463" y="1608051"/>
                </a:cubicBezTo>
                <a:cubicBezTo>
                  <a:pt x="5770797" y="1608416"/>
                  <a:pt x="5770518" y="1608849"/>
                  <a:pt x="5769740" y="1609009"/>
                </a:cubicBezTo>
                <a:cubicBezTo>
                  <a:pt x="5769017" y="1609145"/>
                  <a:pt x="5767907" y="1608985"/>
                  <a:pt x="5767545" y="1608644"/>
                </a:cubicBezTo>
                <a:cubicBezTo>
                  <a:pt x="5767295" y="1608279"/>
                  <a:pt x="5767545" y="1607892"/>
                  <a:pt x="5768212" y="1607709"/>
                </a:cubicBezTo>
                <a:close/>
                <a:moveTo>
                  <a:pt x="9755520" y="1607698"/>
                </a:moveTo>
                <a:cubicBezTo>
                  <a:pt x="9769835" y="1609510"/>
                  <a:pt x="9785590" y="1613192"/>
                  <a:pt x="9799401" y="1618332"/>
                </a:cubicBezTo>
                <a:cubicBezTo>
                  <a:pt x="9827158" y="1628681"/>
                  <a:pt x="9836745" y="1641081"/>
                  <a:pt x="9820433" y="1645914"/>
                </a:cubicBezTo>
                <a:cubicBezTo>
                  <a:pt x="9803956" y="1650792"/>
                  <a:pt x="9768279" y="1646142"/>
                  <a:pt x="9740547" y="1635679"/>
                </a:cubicBezTo>
                <a:cubicBezTo>
                  <a:pt x="9712955" y="1625239"/>
                  <a:pt x="9703868" y="1613043"/>
                  <a:pt x="9720290" y="1608279"/>
                </a:cubicBezTo>
                <a:cubicBezTo>
                  <a:pt x="9728336" y="1605943"/>
                  <a:pt x="9741207" y="1605886"/>
                  <a:pt x="9755520" y="1607698"/>
                </a:cubicBezTo>
                <a:close/>
                <a:moveTo>
                  <a:pt x="3081670" y="1606610"/>
                </a:moveTo>
                <a:cubicBezTo>
                  <a:pt x="3086797" y="1607555"/>
                  <a:pt x="3090187" y="1609487"/>
                  <a:pt x="3090562" y="1612177"/>
                </a:cubicBezTo>
                <a:cubicBezTo>
                  <a:pt x="3091507" y="1617625"/>
                  <a:pt x="3080225" y="1624008"/>
                  <a:pt x="3065276" y="1626538"/>
                </a:cubicBezTo>
                <a:cubicBezTo>
                  <a:pt x="3050410" y="1629045"/>
                  <a:pt x="3037628" y="1626674"/>
                  <a:pt x="3036906" y="1621227"/>
                </a:cubicBezTo>
                <a:cubicBezTo>
                  <a:pt x="3036295" y="1615824"/>
                  <a:pt x="3047520" y="1609419"/>
                  <a:pt x="3062359" y="1606957"/>
                </a:cubicBezTo>
                <a:cubicBezTo>
                  <a:pt x="3069681" y="1605704"/>
                  <a:pt x="3076543" y="1605663"/>
                  <a:pt x="3081670" y="1606610"/>
                </a:cubicBezTo>
                <a:close/>
                <a:moveTo>
                  <a:pt x="1019298" y="1600437"/>
                </a:moveTo>
                <a:cubicBezTo>
                  <a:pt x="1025800" y="1599457"/>
                  <a:pt x="1029940" y="1600392"/>
                  <a:pt x="1028690" y="1602443"/>
                </a:cubicBezTo>
                <a:cubicBezTo>
                  <a:pt x="1027439" y="1604518"/>
                  <a:pt x="1021132" y="1606980"/>
                  <a:pt x="1014491" y="1607960"/>
                </a:cubicBezTo>
                <a:cubicBezTo>
                  <a:pt x="1008156" y="1608918"/>
                  <a:pt x="1004015" y="1608006"/>
                  <a:pt x="1005182" y="1605931"/>
                </a:cubicBezTo>
                <a:cubicBezTo>
                  <a:pt x="1006628" y="1603857"/>
                  <a:pt x="1012907" y="1601372"/>
                  <a:pt x="1019298" y="1600437"/>
                </a:cubicBezTo>
                <a:close/>
                <a:moveTo>
                  <a:pt x="10302892" y="1595515"/>
                </a:moveTo>
                <a:cubicBezTo>
                  <a:pt x="10304672" y="1594990"/>
                  <a:pt x="10308810" y="1595491"/>
                  <a:pt x="10312368" y="1596722"/>
                </a:cubicBezTo>
                <a:cubicBezTo>
                  <a:pt x="10315925" y="1597908"/>
                  <a:pt x="10317203" y="1599344"/>
                  <a:pt x="10315451" y="1599891"/>
                </a:cubicBezTo>
                <a:cubicBezTo>
                  <a:pt x="10313563" y="1600438"/>
                  <a:pt x="10309394" y="1599936"/>
                  <a:pt x="10305893" y="1598706"/>
                </a:cubicBezTo>
                <a:cubicBezTo>
                  <a:pt x="10302393" y="1597498"/>
                  <a:pt x="10301001" y="1596061"/>
                  <a:pt x="10302892" y="1595515"/>
                </a:cubicBezTo>
                <a:close/>
                <a:moveTo>
                  <a:pt x="4067898" y="1594922"/>
                </a:moveTo>
                <a:cubicBezTo>
                  <a:pt x="4069732" y="1594602"/>
                  <a:pt x="4071427" y="1594898"/>
                  <a:pt x="4071677" y="1595560"/>
                </a:cubicBezTo>
                <a:cubicBezTo>
                  <a:pt x="4072232" y="1596266"/>
                  <a:pt x="4071037" y="1597064"/>
                  <a:pt x="4069259" y="1597406"/>
                </a:cubicBezTo>
                <a:cubicBezTo>
                  <a:pt x="4067564" y="1597702"/>
                  <a:pt x="4065730" y="1597406"/>
                  <a:pt x="4065396" y="1596722"/>
                </a:cubicBezTo>
                <a:cubicBezTo>
                  <a:pt x="4064925" y="1596084"/>
                  <a:pt x="4066120" y="1595240"/>
                  <a:pt x="4067898" y="1594922"/>
                </a:cubicBezTo>
                <a:close/>
                <a:moveTo>
                  <a:pt x="3465374" y="1592003"/>
                </a:moveTo>
                <a:cubicBezTo>
                  <a:pt x="3471877" y="1590909"/>
                  <a:pt x="3477600" y="1591958"/>
                  <a:pt x="3478351" y="1594374"/>
                </a:cubicBezTo>
                <a:cubicBezTo>
                  <a:pt x="3479240" y="1596791"/>
                  <a:pt x="3474433" y="1599640"/>
                  <a:pt x="3468098" y="1600734"/>
                </a:cubicBezTo>
                <a:cubicBezTo>
                  <a:pt x="3461568" y="1601851"/>
                  <a:pt x="3455677" y="1600780"/>
                  <a:pt x="3454927" y="1598386"/>
                </a:cubicBezTo>
                <a:cubicBezTo>
                  <a:pt x="3454288" y="1595969"/>
                  <a:pt x="3458928" y="1593120"/>
                  <a:pt x="3465374" y="1592003"/>
                </a:cubicBezTo>
                <a:close/>
                <a:moveTo>
                  <a:pt x="731457" y="1588857"/>
                </a:moveTo>
                <a:cubicBezTo>
                  <a:pt x="734041" y="1588470"/>
                  <a:pt x="735819" y="1588812"/>
                  <a:pt x="735069" y="1589701"/>
                </a:cubicBezTo>
                <a:cubicBezTo>
                  <a:pt x="734541" y="1590567"/>
                  <a:pt x="731819" y="1591570"/>
                  <a:pt x="729039" y="1591957"/>
                </a:cubicBezTo>
                <a:cubicBezTo>
                  <a:pt x="726289" y="1592391"/>
                  <a:pt x="724649" y="1592003"/>
                  <a:pt x="725316" y="1591160"/>
                </a:cubicBezTo>
                <a:cubicBezTo>
                  <a:pt x="725844" y="1590248"/>
                  <a:pt x="728484" y="1589268"/>
                  <a:pt x="731457" y="1588857"/>
                </a:cubicBezTo>
                <a:close/>
                <a:moveTo>
                  <a:pt x="7644967" y="1588220"/>
                </a:moveTo>
                <a:cubicBezTo>
                  <a:pt x="7656884" y="1589884"/>
                  <a:pt x="7668743" y="1593269"/>
                  <a:pt x="7677703" y="1597976"/>
                </a:cubicBezTo>
                <a:cubicBezTo>
                  <a:pt x="7695598" y="1607459"/>
                  <a:pt x="7695376" y="1618857"/>
                  <a:pt x="7676787" y="1623301"/>
                </a:cubicBezTo>
                <a:cubicBezTo>
                  <a:pt x="7658141" y="1627723"/>
                  <a:pt x="7628355" y="1623507"/>
                  <a:pt x="7610404" y="1613909"/>
                </a:cubicBezTo>
                <a:cubicBezTo>
                  <a:pt x="7592621" y="1604359"/>
                  <a:pt x="7593315" y="1593120"/>
                  <a:pt x="7611877" y="1588789"/>
                </a:cubicBezTo>
                <a:cubicBezTo>
                  <a:pt x="7621074" y="1586613"/>
                  <a:pt x="7633050" y="1586556"/>
                  <a:pt x="7644967" y="1588220"/>
                </a:cubicBezTo>
                <a:close/>
                <a:moveTo>
                  <a:pt x="7295652" y="1586505"/>
                </a:moveTo>
                <a:cubicBezTo>
                  <a:pt x="7305600" y="1587912"/>
                  <a:pt x="7315297" y="1590785"/>
                  <a:pt x="7322452" y="1594808"/>
                </a:cubicBezTo>
                <a:cubicBezTo>
                  <a:pt x="7336846" y="1602945"/>
                  <a:pt x="7335178" y="1612611"/>
                  <a:pt x="7318812" y="1616371"/>
                </a:cubicBezTo>
                <a:cubicBezTo>
                  <a:pt x="7302446" y="1620179"/>
                  <a:pt x="7277549" y="1616554"/>
                  <a:pt x="7263322" y="1608371"/>
                </a:cubicBezTo>
                <a:cubicBezTo>
                  <a:pt x="7249151" y="1600255"/>
                  <a:pt x="7251013" y="1590682"/>
                  <a:pt x="7267351" y="1586989"/>
                </a:cubicBezTo>
                <a:cubicBezTo>
                  <a:pt x="7275506" y="1585154"/>
                  <a:pt x="7285705" y="1585097"/>
                  <a:pt x="7295652" y="1586505"/>
                </a:cubicBezTo>
                <a:close/>
                <a:moveTo>
                  <a:pt x="7979618" y="1585861"/>
                </a:moveTo>
                <a:cubicBezTo>
                  <a:pt x="7993046" y="1587707"/>
                  <a:pt x="8006640" y="1591457"/>
                  <a:pt x="8017226" y="1596677"/>
                </a:cubicBezTo>
                <a:cubicBezTo>
                  <a:pt x="8038539" y="1607231"/>
                  <a:pt x="8039844" y="1619791"/>
                  <a:pt x="8019839" y="1624737"/>
                </a:cubicBezTo>
                <a:cubicBezTo>
                  <a:pt x="7999638" y="1629707"/>
                  <a:pt x="7966127" y="1625011"/>
                  <a:pt x="7944870" y="1614342"/>
                </a:cubicBezTo>
                <a:cubicBezTo>
                  <a:pt x="7923836" y="1603743"/>
                  <a:pt x="7923086" y="1591297"/>
                  <a:pt x="7943008" y="1586465"/>
                </a:cubicBezTo>
                <a:cubicBezTo>
                  <a:pt x="7952928" y="1584071"/>
                  <a:pt x="7966190" y="1584014"/>
                  <a:pt x="7979618" y="1585861"/>
                </a:cubicBezTo>
                <a:close/>
                <a:moveTo>
                  <a:pt x="8300698" y="1581395"/>
                </a:moveTo>
                <a:cubicBezTo>
                  <a:pt x="8314550" y="1583261"/>
                  <a:pt x="8328825" y="1587057"/>
                  <a:pt x="8340217" y="1592345"/>
                </a:cubicBezTo>
                <a:cubicBezTo>
                  <a:pt x="8363307" y="1603036"/>
                  <a:pt x="8366059" y="1615801"/>
                  <a:pt x="8346497" y="1620794"/>
                </a:cubicBezTo>
                <a:cubicBezTo>
                  <a:pt x="8326574" y="1625808"/>
                  <a:pt x="8291759" y="1621044"/>
                  <a:pt x="8269083" y="1610216"/>
                </a:cubicBezTo>
                <a:cubicBezTo>
                  <a:pt x="8246410" y="1599526"/>
                  <a:pt x="8244019" y="1586874"/>
                  <a:pt x="8263720" y="1582019"/>
                </a:cubicBezTo>
                <a:cubicBezTo>
                  <a:pt x="8273417" y="1579591"/>
                  <a:pt x="8286846" y="1579528"/>
                  <a:pt x="8300698" y="1581395"/>
                </a:cubicBezTo>
                <a:close/>
                <a:moveTo>
                  <a:pt x="10563475" y="1581313"/>
                </a:moveTo>
                <a:cubicBezTo>
                  <a:pt x="10563891" y="1581130"/>
                  <a:pt x="10565308" y="1581313"/>
                  <a:pt x="10566335" y="1581609"/>
                </a:cubicBezTo>
                <a:cubicBezTo>
                  <a:pt x="10567364" y="1581997"/>
                  <a:pt x="10567727" y="1582339"/>
                  <a:pt x="10567309" y="1582521"/>
                </a:cubicBezTo>
                <a:cubicBezTo>
                  <a:pt x="10566698" y="1582680"/>
                  <a:pt x="10565474" y="1582566"/>
                  <a:pt x="10564363" y="1582202"/>
                </a:cubicBezTo>
                <a:cubicBezTo>
                  <a:pt x="10563419" y="1581837"/>
                  <a:pt x="10562974" y="1581449"/>
                  <a:pt x="10563475" y="1581313"/>
                </a:cubicBezTo>
                <a:close/>
                <a:moveTo>
                  <a:pt x="6931585" y="1579056"/>
                </a:moveTo>
                <a:cubicBezTo>
                  <a:pt x="6939491" y="1580202"/>
                  <a:pt x="6947014" y="1582521"/>
                  <a:pt x="6952252" y="1585735"/>
                </a:cubicBezTo>
                <a:cubicBezTo>
                  <a:pt x="6962783" y="1592209"/>
                  <a:pt x="6960449" y="1599959"/>
                  <a:pt x="6946834" y="1603014"/>
                </a:cubicBezTo>
                <a:cubicBezTo>
                  <a:pt x="6933246" y="1606045"/>
                  <a:pt x="6913684" y="1603174"/>
                  <a:pt x="6903125" y="1596631"/>
                </a:cubicBezTo>
                <a:cubicBezTo>
                  <a:pt x="6892483" y="1590112"/>
                  <a:pt x="6895150" y="1582430"/>
                  <a:pt x="6908627" y="1579420"/>
                </a:cubicBezTo>
                <a:cubicBezTo>
                  <a:pt x="6915393" y="1577939"/>
                  <a:pt x="6923680" y="1577910"/>
                  <a:pt x="6931585" y="1579056"/>
                </a:cubicBezTo>
                <a:close/>
                <a:moveTo>
                  <a:pt x="8610081" y="1577247"/>
                </a:moveTo>
                <a:cubicBezTo>
                  <a:pt x="8622071" y="1578834"/>
                  <a:pt x="8634588" y="1582065"/>
                  <a:pt x="8644814" y="1586579"/>
                </a:cubicBezTo>
                <a:cubicBezTo>
                  <a:pt x="8665598" y="1595651"/>
                  <a:pt x="8669154" y="1606456"/>
                  <a:pt x="8652928" y="1610719"/>
                </a:cubicBezTo>
                <a:cubicBezTo>
                  <a:pt x="8636477" y="1614981"/>
                  <a:pt x="8606552" y="1610924"/>
                  <a:pt x="8585932" y="1601760"/>
                </a:cubicBezTo>
                <a:cubicBezTo>
                  <a:pt x="8565400" y="1592620"/>
                  <a:pt x="8562258" y="1581928"/>
                  <a:pt x="8578513" y="1577780"/>
                </a:cubicBezTo>
                <a:cubicBezTo>
                  <a:pt x="8586628" y="1575717"/>
                  <a:pt x="8598089" y="1575659"/>
                  <a:pt x="8610081" y="1577247"/>
                </a:cubicBezTo>
                <a:close/>
                <a:moveTo>
                  <a:pt x="456483" y="1574428"/>
                </a:moveTo>
                <a:cubicBezTo>
                  <a:pt x="457620" y="1574269"/>
                  <a:pt x="458204" y="1574383"/>
                  <a:pt x="457982" y="1574748"/>
                </a:cubicBezTo>
                <a:cubicBezTo>
                  <a:pt x="457648" y="1575090"/>
                  <a:pt x="456760" y="1575478"/>
                  <a:pt x="455399" y="1575637"/>
                </a:cubicBezTo>
                <a:cubicBezTo>
                  <a:pt x="454398" y="1575797"/>
                  <a:pt x="453703" y="1575659"/>
                  <a:pt x="453981" y="1575318"/>
                </a:cubicBezTo>
                <a:cubicBezTo>
                  <a:pt x="454398" y="1574976"/>
                  <a:pt x="455290" y="1574588"/>
                  <a:pt x="456483" y="1574428"/>
                </a:cubicBezTo>
                <a:close/>
                <a:moveTo>
                  <a:pt x="6543346" y="1569231"/>
                </a:moveTo>
                <a:cubicBezTo>
                  <a:pt x="6547736" y="1568296"/>
                  <a:pt x="6553682" y="1569185"/>
                  <a:pt x="6556656" y="1571237"/>
                </a:cubicBezTo>
                <a:cubicBezTo>
                  <a:pt x="6559767" y="1573243"/>
                  <a:pt x="6558573" y="1575636"/>
                  <a:pt x="6554210" y="1576594"/>
                </a:cubicBezTo>
                <a:cubicBezTo>
                  <a:pt x="6549820" y="1577505"/>
                  <a:pt x="6543846" y="1576617"/>
                  <a:pt x="6540817" y="1574610"/>
                </a:cubicBezTo>
                <a:cubicBezTo>
                  <a:pt x="6537733" y="1572559"/>
                  <a:pt x="6538955" y="1570188"/>
                  <a:pt x="6543346" y="1569231"/>
                </a:cubicBezTo>
                <a:close/>
                <a:moveTo>
                  <a:pt x="8907003" y="1568206"/>
                </a:moveTo>
                <a:cubicBezTo>
                  <a:pt x="8918920" y="1569756"/>
                  <a:pt x="8931542" y="1572913"/>
                  <a:pt x="8942046" y="1577323"/>
                </a:cubicBezTo>
                <a:cubicBezTo>
                  <a:pt x="8963248" y="1586167"/>
                  <a:pt x="8968082" y="1596745"/>
                  <a:pt x="8952576" y="1600848"/>
                </a:cubicBezTo>
                <a:cubicBezTo>
                  <a:pt x="8937016" y="1604974"/>
                  <a:pt x="8907258" y="1601076"/>
                  <a:pt x="8886140" y="1592140"/>
                </a:cubicBezTo>
                <a:cubicBezTo>
                  <a:pt x="8864993" y="1583250"/>
                  <a:pt x="8860714" y="1572787"/>
                  <a:pt x="8876193" y="1568730"/>
                </a:cubicBezTo>
                <a:cubicBezTo>
                  <a:pt x="8883876" y="1566712"/>
                  <a:pt x="8895086" y="1566656"/>
                  <a:pt x="8907003" y="1568206"/>
                </a:cubicBezTo>
                <a:close/>
                <a:moveTo>
                  <a:pt x="3884952" y="1562415"/>
                </a:moveTo>
                <a:cubicBezTo>
                  <a:pt x="3887925" y="1561845"/>
                  <a:pt x="3891065" y="1562347"/>
                  <a:pt x="3891620" y="1563532"/>
                </a:cubicBezTo>
                <a:cubicBezTo>
                  <a:pt x="3892066" y="1564718"/>
                  <a:pt x="3889953" y="1566108"/>
                  <a:pt x="3886980" y="1566632"/>
                </a:cubicBezTo>
                <a:cubicBezTo>
                  <a:pt x="3883757" y="1567179"/>
                  <a:pt x="3880839" y="1566678"/>
                  <a:pt x="3880339" y="1565492"/>
                </a:cubicBezTo>
                <a:cubicBezTo>
                  <a:pt x="3879727" y="1564330"/>
                  <a:pt x="3881701" y="1562939"/>
                  <a:pt x="3884952" y="1562415"/>
                </a:cubicBezTo>
                <a:close/>
                <a:moveTo>
                  <a:pt x="2603555" y="1556050"/>
                </a:moveTo>
                <a:cubicBezTo>
                  <a:pt x="2609473" y="1557162"/>
                  <a:pt x="2613079" y="1559429"/>
                  <a:pt x="2612995" y="1562598"/>
                </a:cubicBezTo>
                <a:cubicBezTo>
                  <a:pt x="2612995" y="1569026"/>
                  <a:pt x="2597989" y="1576617"/>
                  <a:pt x="2579429" y="1579604"/>
                </a:cubicBezTo>
                <a:cubicBezTo>
                  <a:pt x="2561144" y="1582566"/>
                  <a:pt x="2546307" y="1579740"/>
                  <a:pt x="2546556" y="1573312"/>
                </a:cubicBezTo>
                <a:cubicBezTo>
                  <a:pt x="2546835" y="1566883"/>
                  <a:pt x="2562006" y="1559361"/>
                  <a:pt x="2580234" y="1556443"/>
                </a:cubicBezTo>
                <a:cubicBezTo>
                  <a:pt x="2589404" y="1554984"/>
                  <a:pt x="2597635" y="1554939"/>
                  <a:pt x="2603555" y="1556050"/>
                </a:cubicBezTo>
                <a:close/>
                <a:moveTo>
                  <a:pt x="2261311" y="1556030"/>
                </a:moveTo>
                <a:cubicBezTo>
                  <a:pt x="2266782" y="1557093"/>
                  <a:pt x="2269943" y="1559259"/>
                  <a:pt x="2269526" y="1562278"/>
                </a:cubicBezTo>
                <a:cubicBezTo>
                  <a:pt x="2268581" y="1568297"/>
                  <a:pt x="2253465" y="1575523"/>
                  <a:pt x="2235543" y="1578349"/>
                </a:cubicBezTo>
                <a:cubicBezTo>
                  <a:pt x="2217648" y="1581176"/>
                  <a:pt x="2204060" y="1578486"/>
                  <a:pt x="2205061" y="1572399"/>
                </a:cubicBezTo>
                <a:cubicBezTo>
                  <a:pt x="2206200" y="1566313"/>
                  <a:pt x="2221455" y="1559156"/>
                  <a:pt x="2239238" y="1556397"/>
                </a:cubicBezTo>
                <a:cubicBezTo>
                  <a:pt x="2248061" y="1555007"/>
                  <a:pt x="2255840" y="1554968"/>
                  <a:pt x="2261311" y="1556030"/>
                </a:cubicBezTo>
                <a:close/>
                <a:moveTo>
                  <a:pt x="1928231" y="1554982"/>
                </a:moveTo>
                <a:cubicBezTo>
                  <a:pt x="1931635" y="1555663"/>
                  <a:pt x="1933475" y="1557047"/>
                  <a:pt x="1933003" y="1558973"/>
                </a:cubicBezTo>
                <a:cubicBezTo>
                  <a:pt x="1931891" y="1562825"/>
                  <a:pt x="1921666" y="1567385"/>
                  <a:pt x="1910024" y="1569163"/>
                </a:cubicBezTo>
                <a:cubicBezTo>
                  <a:pt x="1898381" y="1570963"/>
                  <a:pt x="1890045" y="1569254"/>
                  <a:pt x="1891128" y="1565379"/>
                </a:cubicBezTo>
                <a:cubicBezTo>
                  <a:pt x="1892268" y="1561526"/>
                  <a:pt x="1902521" y="1556990"/>
                  <a:pt x="1914081" y="1555212"/>
                </a:cubicBezTo>
                <a:cubicBezTo>
                  <a:pt x="1919860" y="1554323"/>
                  <a:pt x="1924827" y="1554300"/>
                  <a:pt x="1928231" y="1554982"/>
                </a:cubicBezTo>
                <a:close/>
                <a:moveTo>
                  <a:pt x="9191063" y="1554013"/>
                </a:moveTo>
                <a:cubicBezTo>
                  <a:pt x="9205352" y="1555834"/>
                  <a:pt x="9220689" y="1559543"/>
                  <a:pt x="9233777" y="1564718"/>
                </a:cubicBezTo>
                <a:cubicBezTo>
                  <a:pt x="9260118" y="1575181"/>
                  <a:pt x="9267232" y="1587673"/>
                  <a:pt x="9249448" y="1592551"/>
                </a:cubicBezTo>
                <a:cubicBezTo>
                  <a:pt x="9231638" y="1597498"/>
                  <a:pt x="9195571" y="1592824"/>
                  <a:pt x="9169284" y="1582225"/>
                </a:cubicBezTo>
                <a:cubicBezTo>
                  <a:pt x="9143303" y="1571739"/>
                  <a:pt x="9136774" y="1559407"/>
                  <a:pt x="9154642" y="1554643"/>
                </a:cubicBezTo>
                <a:cubicBezTo>
                  <a:pt x="9163533" y="1552261"/>
                  <a:pt x="9176773" y="1552192"/>
                  <a:pt x="9191063" y="1554013"/>
                </a:cubicBezTo>
                <a:close/>
                <a:moveTo>
                  <a:pt x="2958694" y="1553129"/>
                </a:moveTo>
                <a:cubicBezTo>
                  <a:pt x="2963647" y="1554038"/>
                  <a:pt x="2966843" y="1555885"/>
                  <a:pt x="2967106" y="1558449"/>
                </a:cubicBezTo>
                <a:cubicBezTo>
                  <a:pt x="2967718" y="1563646"/>
                  <a:pt x="2956325" y="1569824"/>
                  <a:pt x="2941682" y="1572263"/>
                </a:cubicBezTo>
                <a:cubicBezTo>
                  <a:pt x="2927010" y="1574679"/>
                  <a:pt x="2914618" y="1572354"/>
                  <a:pt x="2914284" y="1567156"/>
                </a:cubicBezTo>
                <a:cubicBezTo>
                  <a:pt x="2913672" y="1561937"/>
                  <a:pt x="2925204" y="1555828"/>
                  <a:pt x="2939736" y="1553434"/>
                </a:cubicBezTo>
                <a:cubicBezTo>
                  <a:pt x="2947031" y="1552249"/>
                  <a:pt x="2953741" y="1552220"/>
                  <a:pt x="2958694" y="1553129"/>
                </a:cubicBezTo>
                <a:close/>
                <a:moveTo>
                  <a:pt x="1603705" y="1551473"/>
                </a:moveTo>
                <a:cubicBezTo>
                  <a:pt x="1607316" y="1550949"/>
                  <a:pt x="1609873" y="1551451"/>
                  <a:pt x="1609344" y="1552613"/>
                </a:cubicBezTo>
                <a:cubicBezTo>
                  <a:pt x="1608844" y="1553775"/>
                  <a:pt x="1605649" y="1555166"/>
                  <a:pt x="1602093" y="1555713"/>
                </a:cubicBezTo>
                <a:cubicBezTo>
                  <a:pt x="1598480" y="1556237"/>
                  <a:pt x="1595813" y="1555736"/>
                  <a:pt x="1596480" y="1554551"/>
                </a:cubicBezTo>
                <a:cubicBezTo>
                  <a:pt x="1596868" y="1553411"/>
                  <a:pt x="1600258" y="1551997"/>
                  <a:pt x="1603705" y="1551473"/>
                </a:cubicBezTo>
                <a:close/>
                <a:moveTo>
                  <a:pt x="3318718" y="1544407"/>
                </a:moveTo>
                <a:cubicBezTo>
                  <a:pt x="3327360" y="1542971"/>
                  <a:pt x="3335029" y="1544293"/>
                  <a:pt x="3335834" y="1547485"/>
                </a:cubicBezTo>
                <a:cubicBezTo>
                  <a:pt x="3336557" y="1550585"/>
                  <a:pt x="3330277" y="1554346"/>
                  <a:pt x="3321580" y="1555805"/>
                </a:cubicBezTo>
                <a:cubicBezTo>
                  <a:pt x="3312854" y="1557264"/>
                  <a:pt x="3305019" y="1555896"/>
                  <a:pt x="3304380" y="1552728"/>
                </a:cubicBezTo>
                <a:cubicBezTo>
                  <a:pt x="3303518" y="1549559"/>
                  <a:pt x="3310021" y="1545843"/>
                  <a:pt x="3318718" y="1544407"/>
                </a:cubicBezTo>
                <a:close/>
                <a:moveTo>
                  <a:pt x="1310834" y="1537545"/>
                </a:moveTo>
                <a:cubicBezTo>
                  <a:pt x="1319142" y="1536337"/>
                  <a:pt x="1324699" y="1537477"/>
                  <a:pt x="1323310" y="1540144"/>
                </a:cubicBezTo>
                <a:cubicBezTo>
                  <a:pt x="1322198" y="1542743"/>
                  <a:pt x="1314113" y="1545889"/>
                  <a:pt x="1305888" y="1547119"/>
                </a:cubicBezTo>
                <a:cubicBezTo>
                  <a:pt x="1297635" y="1548373"/>
                  <a:pt x="1292106" y="1547165"/>
                  <a:pt x="1293495" y="1544566"/>
                </a:cubicBezTo>
                <a:cubicBezTo>
                  <a:pt x="1294940" y="1541899"/>
                  <a:pt x="1302720" y="1538776"/>
                  <a:pt x="1310834" y="1537545"/>
                </a:cubicBezTo>
                <a:close/>
                <a:moveTo>
                  <a:pt x="9463444" y="1537526"/>
                </a:moveTo>
                <a:cubicBezTo>
                  <a:pt x="9480904" y="1539711"/>
                  <a:pt x="9499861" y="1544156"/>
                  <a:pt x="9516228" y="1550356"/>
                </a:cubicBezTo>
                <a:cubicBezTo>
                  <a:pt x="9549321" y="1562871"/>
                  <a:pt x="9559656" y="1577848"/>
                  <a:pt x="9538734" y="1583729"/>
                </a:cubicBezTo>
                <a:cubicBezTo>
                  <a:pt x="9517783" y="1589633"/>
                  <a:pt x="9474020" y="1584048"/>
                  <a:pt x="9440870" y="1571305"/>
                </a:cubicBezTo>
                <a:cubicBezTo>
                  <a:pt x="9408304" y="1558723"/>
                  <a:pt x="9398885" y="1543951"/>
                  <a:pt x="9419641" y="1538252"/>
                </a:cubicBezTo>
                <a:cubicBezTo>
                  <a:pt x="9430019" y="1535414"/>
                  <a:pt x="9445982" y="1535340"/>
                  <a:pt x="9463444" y="1537526"/>
                </a:cubicBezTo>
                <a:close/>
                <a:moveTo>
                  <a:pt x="9735285" y="1532873"/>
                </a:moveTo>
                <a:cubicBezTo>
                  <a:pt x="9746099" y="1534206"/>
                  <a:pt x="9757955" y="1536919"/>
                  <a:pt x="9768306" y="1540691"/>
                </a:cubicBezTo>
                <a:cubicBezTo>
                  <a:pt x="9789285" y="1548282"/>
                  <a:pt x="9796453" y="1557354"/>
                  <a:pt x="9784089" y="1560888"/>
                </a:cubicBezTo>
                <a:cubicBezTo>
                  <a:pt x="9771668" y="1564467"/>
                  <a:pt x="9744634" y="1561093"/>
                  <a:pt x="9723710" y="1553434"/>
                </a:cubicBezTo>
                <a:cubicBezTo>
                  <a:pt x="9703035" y="1545797"/>
                  <a:pt x="9696228" y="1536793"/>
                  <a:pt x="9708537" y="1533328"/>
                </a:cubicBezTo>
                <a:cubicBezTo>
                  <a:pt x="9714707" y="1531585"/>
                  <a:pt x="9724473" y="1531539"/>
                  <a:pt x="9735285" y="1532873"/>
                </a:cubicBezTo>
                <a:close/>
                <a:moveTo>
                  <a:pt x="7410900" y="1526582"/>
                </a:moveTo>
                <a:cubicBezTo>
                  <a:pt x="7420685" y="1527932"/>
                  <a:pt x="7430319" y="1530685"/>
                  <a:pt x="7437544" y="1534537"/>
                </a:cubicBezTo>
                <a:cubicBezTo>
                  <a:pt x="7451854" y="1542288"/>
                  <a:pt x="7450743" y="1551497"/>
                  <a:pt x="7434904" y="1555121"/>
                </a:cubicBezTo>
                <a:cubicBezTo>
                  <a:pt x="7419093" y="1558723"/>
                  <a:pt x="7394614" y="1555304"/>
                  <a:pt x="7380387" y="1547485"/>
                </a:cubicBezTo>
                <a:cubicBezTo>
                  <a:pt x="7366077" y="1539734"/>
                  <a:pt x="7367521" y="1530548"/>
                  <a:pt x="7383361" y="1527037"/>
                </a:cubicBezTo>
                <a:cubicBezTo>
                  <a:pt x="7391182" y="1525282"/>
                  <a:pt x="7401116" y="1525231"/>
                  <a:pt x="7410900" y="1526582"/>
                </a:cubicBezTo>
                <a:close/>
                <a:moveTo>
                  <a:pt x="1029468" y="1526079"/>
                </a:moveTo>
                <a:cubicBezTo>
                  <a:pt x="1034719" y="1525305"/>
                  <a:pt x="1038165" y="1526011"/>
                  <a:pt x="1037026" y="1527675"/>
                </a:cubicBezTo>
                <a:cubicBezTo>
                  <a:pt x="1035970" y="1529294"/>
                  <a:pt x="1030857" y="1531255"/>
                  <a:pt x="1025800" y="1531984"/>
                </a:cubicBezTo>
                <a:cubicBezTo>
                  <a:pt x="1020548" y="1532736"/>
                  <a:pt x="1017242" y="1531984"/>
                  <a:pt x="1018131" y="1530411"/>
                </a:cubicBezTo>
                <a:cubicBezTo>
                  <a:pt x="1019215" y="1528724"/>
                  <a:pt x="1024299" y="1526832"/>
                  <a:pt x="1029468" y="1526079"/>
                </a:cubicBezTo>
                <a:close/>
                <a:moveTo>
                  <a:pt x="9985126" y="1525624"/>
                </a:moveTo>
                <a:cubicBezTo>
                  <a:pt x="9991016" y="1523891"/>
                  <a:pt x="10004409" y="1525533"/>
                  <a:pt x="10015245" y="1529271"/>
                </a:cubicBezTo>
                <a:cubicBezTo>
                  <a:pt x="10026027" y="1533032"/>
                  <a:pt x="10029918" y="1537477"/>
                  <a:pt x="10023971" y="1539233"/>
                </a:cubicBezTo>
                <a:cubicBezTo>
                  <a:pt x="10017969" y="1540965"/>
                  <a:pt x="10004353" y="1539347"/>
                  <a:pt x="9993739" y="1535562"/>
                </a:cubicBezTo>
                <a:cubicBezTo>
                  <a:pt x="9982929" y="1531778"/>
                  <a:pt x="9979013" y="1527334"/>
                  <a:pt x="9985126" y="1525624"/>
                </a:cubicBezTo>
                <a:close/>
                <a:moveTo>
                  <a:pt x="3716982" y="1525510"/>
                </a:moveTo>
                <a:cubicBezTo>
                  <a:pt x="3719955" y="1524986"/>
                  <a:pt x="3722789" y="1525510"/>
                  <a:pt x="3723318" y="1526627"/>
                </a:cubicBezTo>
                <a:cubicBezTo>
                  <a:pt x="3723846" y="1527743"/>
                  <a:pt x="3721622" y="1529134"/>
                  <a:pt x="3718677" y="1529636"/>
                </a:cubicBezTo>
                <a:cubicBezTo>
                  <a:pt x="3715510" y="1530183"/>
                  <a:pt x="3712676" y="1529681"/>
                  <a:pt x="3712120" y="1528541"/>
                </a:cubicBezTo>
                <a:cubicBezTo>
                  <a:pt x="3711619" y="1527379"/>
                  <a:pt x="3713787" y="1526057"/>
                  <a:pt x="3716982" y="1525510"/>
                </a:cubicBezTo>
                <a:close/>
                <a:moveTo>
                  <a:pt x="7067907" y="1524177"/>
                </a:moveTo>
                <a:cubicBezTo>
                  <a:pt x="7075882" y="1525293"/>
                  <a:pt x="7083530" y="1527573"/>
                  <a:pt x="7088935" y="1530753"/>
                </a:cubicBezTo>
                <a:cubicBezTo>
                  <a:pt x="7100076" y="1537181"/>
                  <a:pt x="7098132" y="1544749"/>
                  <a:pt x="7084627" y="1547758"/>
                </a:cubicBezTo>
                <a:cubicBezTo>
                  <a:pt x="7071012" y="1550744"/>
                  <a:pt x="7051061" y="1547940"/>
                  <a:pt x="7040225" y="1541443"/>
                </a:cubicBezTo>
                <a:cubicBezTo>
                  <a:pt x="7029277" y="1535061"/>
                  <a:pt x="7031499" y="1527516"/>
                  <a:pt x="7044920" y="1524575"/>
                </a:cubicBezTo>
                <a:cubicBezTo>
                  <a:pt x="7051631" y="1523105"/>
                  <a:pt x="7059932" y="1523060"/>
                  <a:pt x="7067907" y="1524177"/>
                </a:cubicBezTo>
                <a:close/>
                <a:moveTo>
                  <a:pt x="7739184" y="1523789"/>
                </a:moveTo>
                <a:cubicBezTo>
                  <a:pt x="7751052" y="1525402"/>
                  <a:pt x="7762910" y="1528678"/>
                  <a:pt x="7771982" y="1533237"/>
                </a:cubicBezTo>
                <a:cubicBezTo>
                  <a:pt x="7790266" y="1542469"/>
                  <a:pt x="7790404" y="1553434"/>
                  <a:pt x="7771955" y="1557719"/>
                </a:cubicBezTo>
                <a:cubicBezTo>
                  <a:pt x="7753700" y="1562073"/>
                  <a:pt x="7723940" y="1557947"/>
                  <a:pt x="7705795" y="1548647"/>
                </a:cubicBezTo>
                <a:cubicBezTo>
                  <a:pt x="7687790" y="1539438"/>
                  <a:pt x="7688123" y="1528541"/>
                  <a:pt x="7706323" y="1524324"/>
                </a:cubicBezTo>
                <a:cubicBezTo>
                  <a:pt x="7715437" y="1522227"/>
                  <a:pt x="7727315" y="1522176"/>
                  <a:pt x="7739184" y="1523789"/>
                </a:cubicBezTo>
                <a:close/>
                <a:moveTo>
                  <a:pt x="6699560" y="1520655"/>
                </a:moveTo>
                <a:cubicBezTo>
                  <a:pt x="6704452" y="1519583"/>
                  <a:pt x="6711398" y="1520587"/>
                  <a:pt x="6715066" y="1522889"/>
                </a:cubicBezTo>
                <a:cubicBezTo>
                  <a:pt x="6718567" y="1525168"/>
                  <a:pt x="6717456" y="1527835"/>
                  <a:pt x="6712509" y="1528906"/>
                </a:cubicBezTo>
                <a:cubicBezTo>
                  <a:pt x="6707508" y="1529955"/>
                  <a:pt x="6700533" y="1528952"/>
                  <a:pt x="6697033" y="1526696"/>
                </a:cubicBezTo>
                <a:cubicBezTo>
                  <a:pt x="6693392" y="1524370"/>
                  <a:pt x="6694503" y="1521680"/>
                  <a:pt x="6699560" y="1520655"/>
                </a:cubicBezTo>
                <a:close/>
                <a:moveTo>
                  <a:pt x="8053315" y="1518406"/>
                </a:moveTo>
                <a:cubicBezTo>
                  <a:pt x="8066416" y="1520153"/>
                  <a:pt x="8079761" y="1523709"/>
                  <a:pt x="8090277" y="1528678"/>
                </a:cubicBezTo>
                <a:cubicBezTo>
                  <a:pt x="8111341" y="1538731"/>
                  <a:pt x="8113089" y="1550630"/>
                  <a:pt x="8093584" y="1555326"/>
                </a:cubicBezTo>
                <a:cubicBezTo>
                  <a:pt x="8074300" y="1559999"/>
                  <a:pt x="8041430" y="1555531"/>
                  <a:pt x="8020367" y="1545410"/>
                </a:cubicBezTo>
                <a:cubicBezTo>
                  <a:pt x="7999388" y="1535357"/>
                  <a:pt x="7998361" y="1523572"/>
                  <a:pt x="8017809" y="1518990"/>
                </a:cubicBezTo>
                <a:cubicBezTo>
                  <a:pt x="8027356" y="1516722"/>
                  <a:pt x="8040214" y="1516659"/>
                  <a:pt x="8053315" y="1518406"/>
                </a:cubicBezTo>
                <a:close/>
                <a:moveTo>
                  <a:pt x="10245762" y="1514204"/>
                </a:moveTo>
                <a:cubicBezTo>
                  <a:pt x="10248181" y="1513428"/>
                  <a:pt x="10254155" y="1514181"/>
                  <a:pt x="10258933" y="1515777"/>
                </a:cubicBezTo>
                <a:cubicBezTo>
                  <a:pt x="10263796" y="1517395"/>
                  <a:pt x="10265519" y="1519287"/>
                  <a:pt x="10263044" y="1520062"/>
                </a:cubicBezTo>
                <a:cubicBezTo>
                  <a:pt x="10260629" y="1520814"/>
                  <a:pt x="10254682" y="1520108"/>
                  <a:pt x="10249958" y="1518512"/>
                </a:cubicBezTo>
                <a:cubicBezTo>
                  <a:pt x="10245180" y="1516870"/>
                  <a:pt x="10243290" y="1514933"/>
                  <a:pt x="10245762" y="1514204"/>
                </a:cubicBezTo>
                <a:close/>
                <a:moveTo>
                  <a:pt x="760188" y="1513018"/>
                </a:moveTo>
                <a:cubicBezTo>
                  <a:pt x="762300" y="1512699"/>
                  <a:pt x="763495" y="1512973"/>
                  <a:pt x="763106" y="1513611"/>
                </a:cubicBezTo>
                <a:cubicBezTo>
                  <a:pt x="762550" y="1514249"/>
                  <a:pt x="760355" y="1515047"/>
                  <a:pt x="758465" y="1515320"/>
                </a:cubicBezTo>
                <a:cubicBezTo>
                  <a:pt x="756382" y="1515640"/>
                  <a:pt x="754964" y="1515344"/>
                  <a:pt x="755409" y="1514728"/>
                </a:cubicBezTo>
                <a:cubicBezTo>
                  <a:pt x="755993" y="1514067"/>
                  <a:pt x="758049" y="1513292"/>
                  <a:pt x="760188" y="1513018"/>
                </a:cubicBezTo>
                <a:close/>
                <a:moveTo>
                  <a:pt x="8354573" y="1511067"/>
                </a:moveTo>
                <a:cubicBezTo>
                  <a:pt x="8368275" y="1512859"/>
                  <a:pt x="8382398" y="1516506"/>
                  <a:pt x="8393763" y="1521589"/>
                </a:cubicBezTo>
                <a:cubicBezTo>
                  <a:pt x="8416880" y="1531847"/>
                  <a:pt x="8419910" y="1544157"/>
                  <a:pt x="8400598" y="1548921"/>
                </a:cubicBezTo>
                <a:cubicBezTo>
                  <a:pt x="8381204" y="1553776"/>
                  <a:pt x="8346746" y="1549195"/>
                  <a:pt x="8323934" y="1538777"/>
                </a:cubicBezTo>
                <a:cubicBezTo>
                  <a:pt x="8301121" y="1528473"/>
                  <a:pt x="8298649" y="1516369"/>
                  <a:pt x="8317905" y="1511673"/>
                </a:cubicBezTo>
                <a:cubicBezTo>
                  <a:pt x="8327590" y="1509337"/>
                  <a:pt x="8340871" y="1509275"/>
                  <a:pt x="8354573" y="1511067"/>
                </a:cubicBezTo>
                <a:close/>
                <a:moveTo>
                  <a:pt x="8644421" y="1503240"/>
                </a:moveTo>
                <a:cubicBezTo>
                  <a:pt x="8657442" y="1504915"/>
                  <a:pt x="8671059" y="1508323"/>
                  <a:pt x="8682214" y="1513064"/>
                </a:cubicBezTo>
                <a:cubicBezTo>
                  <a:pt x="8704720" y="1522592"/>
                  <a:pt x="8708916" y="1534036"/>
                  <a:pt x="8691356" y="1538481"/>
                </a:cubicBezTo>
                <a:cubicBezTo>
                  <a:pt x="8673684" y="1542971"/>
                  <a:pt x="8641144" y="1538686"/>
                  <a:pt x="8618721" y="1529044"/>
                </a:cubicBezTo>
                <a:cubicBezTo>
                  <a:pt x="8596519" y="1519492"/>
                  <a:pt x="8592630" y="1508163"/>
                  <a:pt x="8610192" y="1503809"/>
                </a:cubicBezTo>
                <a:cubicBezTo>
                  <a:pt x="8618971" y="1501621"/>
                  <a:pt x="8631399" y="1501564"/>
                  <a:pt x="8644421" y="1503240"/>
                </a:cubicBezTo>
                <a:close/>
                <a:moveTo>
                  <a:pt x="10494815" y="1500709"/>
                </a:moveTo>
                <a:cubicBezTo>
                  <a:pt x="10495397" y="1500595"/>
                  <a:pt x="10496591" y="1500709"/>
                  <a:pt x="10497648" y="1501074"/>
                </a:cubicBezTo>
                <a:cubicBezTo>
                  <a:pt x="10498537" y="1501393"/>
                  <a:pt x="10498759" y="1501781"/>
                  <a:pt x="10498426" y="1501894"/>
                </a:cubicBezTo>
                <a:cubicBezTo>
                  <a:pt x="10497869" y="1502031"/>
                  <a:pt x="10496897" y="1501917"/>
                  <a:pt x="10495842" y="1501576"/>
                </a:cubicBezTo>
                <a:cubicBezTo>
                  <a:pt x="10494758" y="1501256"/>
                  <a:pt x="10494370" y="1500891"/>
                  <a:pt x="10494815" y="1500709"/>
                </a:cubicBezTo>
                <a:close/>
                <a:moveTo>
                  <a:pt x="502805" y="1497518"/>
                </a:moveTo>
                <a:cubicBezTo>
                  <a:pt x="503858" y="1497404"/>
                  <a:pt x="504608" y="1497518"/>
                  <a:pt x="504164" y="1497883"/>
                </a:cubicBezTo>
                <a:cubicBezTo>
                  <a:pt x="503914" y="1498156"/>
                  <a:pt x="502857" y="1498497"/>
                  <a:pt x="501663" y="1498680"/>
                </a:cubicBezTo>
                <a:cubicBezTo>
                  <a:pt x="500635" y="1498817"/>
                  <a:pt x="500079" y="1498703"/>
                  <a:pt x="500330" y="1498384"/>
                </a:cubicBezTo>
                <a:cubicBezTo>
                  <a:pt x="500692" y="1498042"/>
                  <a:pt x="501804" y="1497677"/>
                  <a:pt x="502805" y="1497518"/>
                </a:cubicBezTo>
                <a:close/>
                <a:moveTo>
                  <a:pt x="2853192" y="1497383"/>
                </a:moveTo>
                <a:cubicBezTo>
                  <a:pt x="2858010" y="1498259"/>
                  <a:pt x="2861087" y="1500036"/>
                  <a:pt x="2861295" y="1502509"/>
                </a:cubicBezTo>
                <a:cubicBezTo>
                  <a:pt x="2861518" y="1507525"/>
                  <a:pt x="2850237" y="1513406"/>
                  <a:pt x="2835760" y="1515685"/>
                </a:cubicBezTo>
                <a:cubicBezTo>
                  <a:pt x="2821394" y="1518010"/>
                  <a:pt x="2809445" y="1515822"/>
                  <a:pt x="2809140" y="1510829"/>
                </a:cubicBezTo>
                <a:cubicBezTo>
                  <a:pt x="2808806" y="1505837"/>
                  <a:pt x="2820254" y="1499979"/>
                  <a:pt x="2834648" y="1497677"/>
                </a:cubicBezTo>
                <a:cubicBezTo>
                  <a:pt x="2841817" y="1496537"/>
                  <a:pt x="2848375" y="1496508"/>
                  <a:pt x="2853192" y="1497383"/>
                </a:cubicBezTo>
                <a:close/>
                <a:moveTo>
                  <a:pt x="3190038" y="1496310"/>
                </a:moveTo>
                <a:cubicBezTo>
                  <a:pt x="3196373" y="1495284"/>
                  <a:pt x="3201931" y="1496287"/>
                  <a:pt x="3202347" y="1498497"/>
                </a:cubicBezTo>
                <a:cubicBezTo>
                  <a:pt x="3202875" y="1500800"/>
                  <a:pt x="3198041" y="1503421"/>
                  <a:pt x="3191761" y="1504425"/>
                </a:cubicBezTo>
                <a:cubicBezTo>
                  <a:pt x="3185315" y="1505496"/>
                  <a:pt x="3179952" y="1504516"/>
                  <a:pt x="3179424" y="1502236"/>
                </a:cubicBezTo>
                <a:cubicBezTo>
                  <a:pt x="3178979" y="1499980"/>
                  <a:pt x="3183675" y="1497381"/>
                  <a:pt x="3190038" y="1496310"/>
                </a:cubicBezTo>
                <a:close/>
                <a:moveTo>
                  <a:pt x="2521618" y="1495424"/>
                </a:moveTo>
                <a:cubicBezTo>
                  <a:pt x="2527371" y="1496492"/>
                  <a:pt x="2530816" y="1498669"/>
                  <a:pt x="2530608" y="1501712"/>
                </a:cubicBezTo>
                <a:cubicBezTo>
                  <a:pt x="2530302" y="1507776"/>
                  <a:pt x="2515492" y="1515070"/>
                  <a:pt x="2497430" y="1517897"/>
                </a:cubicBezTo>
                <a:cubicBezTo>
                  <a:pt x="2479313" y="1520723"/>
                  <a:pt x="2465004" y="1518010"/>
                  <a:pt x="2465420" y="1511856"/>
                </a:cubicBezTo>
                <a:cubicBezTo>
                  <a:pt x="2465921" y="1505769"/>
                  <a:pt x="2480814" y="1498566"/>
                  <a:pt x="2498792" y="1495785"/>
                </a:cubicBezTo>
                <a:cubicBezTo>
                  <a:pt x="2507808" y="1494395"/>
                  <a:pt x="2515866" y="1494355"/>
                  <a:pt x="2521618" y="1495424"/>
                </a:cubicBezTo>
                <a:close/>
                <a:moveTo>
                  <a:pt x="8924306" y="1495412"/>
                </a:moveTo>
                <a:cubicBezTo>
                  <a:pt x="8935237" y="1496794"/>
                  <a:pt x="8946825" y="1499604"/>
                  <a:pt x="8956494" y="1503513"/>
                </a:cubicBezTo>
                <a:cubicBezTo>
                  <a:pt x="8975918" y="1511377"/>
                  <a:pt x="8980419" y="1520792"/>
                  <a:pt x="8966275" y="1524461"/>
                </a:cubicBezTo>
                <a:cubicBezTo>
                  <a:pt x="8952105" y="1528132"/>
                  <a:pt x="8924873" y="1524644"/>
                  <a:pt x="8905367" y="1516666"/>
                </a:cubicBezTo>
                <a:cubicBezTo>
                  <a:pt x="8886166" y="1508778"/>
                  <a:pt x="8881889" y="1499478"/>
                  <a:pt x="8896060" y="1495876"/>
                </a:cubicBezTo>
                <a:cubicBezTo>
                  <a:pt x="8903103" y="1494076"/>
                  <a:pt x="8913377" y="1494030"/>
                  <a:pt x="8924306" y="1495412"/>
                </a:cubicBezTo>
                <a:close/>
                <a:moveTo>
                  <a:pt x="1875901" y="1491522"/>
                </a:moveTo>
                <a:cubicBezTo>
                  <a:pt x="1880292" y="1490884"/>
                  <a:pt x="1883626" y="1491431"/>
                  <a:pt x="1883125" y="1492867"/>
                </a:cubicBezTo>
                <a:cubicBezTo>
                  <a:pt x="1882709" y="1494326"/>
                  <a:pt x="1878764" y="1496058"/>
                  <a:pt x="1874290" y="1496697"/>
                </a:cubicBezTo>
                <a:cubicBezTo>
                  <a:pt x="1869899" y="1497380"/>
                  <a:pt x="1866649" y="1496719"/>
                  <a:pt x="1867121" y="1495283"/>
                </a:cubicBezTo>
                <a:cubicBezTo>
                  <a:pt x="1867621" y="1493847"/>
                  <a:pt x="1871539" y="1492161"/>
                  <a:pt x="1875901" y="1491522"/>
                </a:cubicBezTo>
                <a:close/>
                <a:moveTo>
                  <a:pt x="2203366" y="1490865"/>
                </a:moveTo>
                <a:cubicBezTo>
                  <a:pt x="2208964" y="1491933"/>
                  <a:pt x="2212146" y="1494110"/>
                  <a:pt x="2211618" y="1497153"/>
                </a:cubicBezTo>
                <a:cubicBezTo>
                  <a:pt x="2210534" y="1503240"/>
                  <a:pt x="2194779" y="1510397"/>
                  <a:pt x="2176301" y="1513247"/>
                </a:cubicBezTo>
                <a:cubicBezTo>
                  <a:pt x="2158018" y="1516073"/>
                  <a:pt x="2144041" y="1513406"/>
                  <a:pt x="2145181" y="1507274"/>
                </a:cubicBezTo>
                <a:cubicBezTo>
                  <a:pt x="2146486" y="1501211"/>
                  <a:pt x="2162352" y="1494007"/>
                  <a:pt x="2180609" y="1491226"/>
                </a:cubicBezTo>
                <a:cubicBezTo>
                  <a:pt x="2189751" y="1489836"/>
                  <a:pt x="2197767" y="1489796"/>
                  <a:pt x="2203366" y="1490865"/>
                </a:cubicBezTo>
                <a:close/>
                <a:moveTo>
                  <a:pt x="3564851" y="1484000"/>
                </a:moveTo>
                <a:cubicBezTo>
                  <a:pt x="3567934" y="1483498"/>
                  <a:pt x="3570742" y="1483954"/>
                  <a:pt x="3571158" y="1485071"/>
                </a:cubicBezTo>
                <a:cubicBezTo>
                  <a:pt x="3571630" y="1486165"/>
                  <a:pt x="3569408" y="1487533"/>
                  <a:pt x="3566379" y="1488011"/>
                </a:cubicBezTo>
                <a:cubicBezTo>
                  <a:pt x="3563321" y="1488513"/>
                  <a:pt x="3560488" y="1488011"/>
                  <a:pt x="3560015" y="1486895"/>
                </a:cubicBezTo>
                <a:cubicBezTo>
                  <a:pt x="3559654" y="1485800"/>
                  <a:pt x="3561878" y="1484501"/>
                  <a:pt x="3564851" y="1484000"/>
                </a:cubicBezTo>
                <a:close/>
                <a:moveTo>
                  <a:pt x="1587421" y="1481288"/>
                </a:moveTo>
                <a:cubicBezTo>
                  <a:pt x="1590867" y="1480809"/>
                  <a:pt x="1593201" y="1481288"/>
                  <a:pt x="1592923" y="1482381"/>
                </a:cubicBezTo>
                <a:cubicBezTo>
                  <a:pt x="1592368" y="1483453"/>
                  <a:pt x="1589089" y="1484752"/>
                  <a:pt x="1585588" y="1485299"/>
                </a:cubicBezTo>
                <a:cubicBezTo>
                  <a:pt x="1582281" y="1485800"/>
                  <a:pt x="1579697" y="1485299"/>
                  <a:pt x="1580225" y="1484228"/>
                </a:cubicBezTo>
                <a:cubicBezTo>
                  <a:pt x="1580752" y="1483111"/>
                  <a:pt x="1584004" y="1481812"/>
                  <a:pt x="1587421" y="1481288"/>
                </a:cubicBezTo>
                <a:close/>
                <a:moveTo>
                  <a:pt x="9191858" y="1481179"/>
                </a:moveTo>
                <a:cubicBezTo>
                  <a:pt x="9204413" y="1482741"/>
                  <a:pt x="9217882" y="1485915"/>
                  <a:pt x="9229331" y="1490337"/>
                </a:cubicBezTo>
                <a:cubicBezTo>
                  <a:pt x="9252505" y="1499227"/>
                  <a:pt x="9258701" y="1509849"/>
                  <a:pt x="9243085" y="1513999"/>
                </a:cubicBezTo>
                <a:cubicBezTo>
                  <a:pt x="9227385" y="1518170"/>
                  <a:pt x="9195849" y="1514249"/>
                  <a:pt x="9172869" y="1505245"/>
                </a:cubicBezTo>
                <a:cubicBezTo>
                  <a:pt x="9150057" y="1496309"/>
                  <a:pt x="9144193" y="1485778"/>
                  <a:pt x="9159865" y="1481698"/>
                </a:cubicBezTo>
                <a:cubicBezTo>
                  <a:pt x="9167659" y="1479669"/>
                  <a:pt x="9179302" y="1479618"/>
                  <a:pt x="9191858" y="1481179"/>
                </a:cubicBezTo>
                <a:close/>
                <a:moveTo>
                  <a:pt x="7187584" y="1467710"/>
                </a:moveTo>
                <a:cubicBezTo>
                  <a:pt x="7195440" y="1468790"/>
                  <a:pt x="7203041" y="1470984"/>
                  <a:pt x="7208556" y="1474038"/>
                </a:cubicBezTo>
                <a:cubicBezTo>
                  <a:pt x="7219559" y="1480148"/>
                  <a:pt x="7218031" y="1487419"/>
                  <a:pt x="7204832" y="1490269"/>
                </a:cubicBezTo>
                <a:cubicBezTo>
                  <a:pt x="7191661" y="1493118"/>
                  <a:pt x="7172155" y="1490428"/>
                  <a:pt x="7161151" y="1484250"/>
                </a:cubicBezTo>
                <a:cubicBezTo>
                  <a:pt x="7150370" y="1478096"/>
                  <a:pt x="7152121" y="1470870"/>
                  <a:pt x="7165070" y="1468066"/>
                </a:cubicBezTo>
                <a:cubicBezTo>
                  <a:pt x="7171613" y="1466665"/>
                  <a:pt x="7179727" y="1466630"/>
                  <a:pt x="7187584" y="1467710"/>
                </a:cubicBezTo>
                <a:close/>
                <a:moveTo>
                  <a:pt x="6837049" y="1467656"/>
                </a:moveTo>
                <a:cubicBezTo>
                  <a:pt x="6844274" y="1466174"/>
                  <a:pt x="6854527" y="1467565"/>
                  <a:pt x="6860001" y="1470847"/>
                </a:cubicBezTo>
                <a:cubicBezTo>
                  <a:pt x="6865391" y="1474153"/>
                  <a:pt x="6864058" y="1478051"/>
                  <a:pt x="6856778" y="1479578"/>
                </a:cubicBezTo>
                <a:cubicBezTo>
                  <a:pt x="6849664" y="1481082"/>
                  <a:pt x="6839300" y="1479624"/>
                  <a:pt x="6833881" y="1476318"/>
                </a:cubicBezTo>
                <a:cubicBezTo>
                  <a:pt x="6828408" y="1473036"/>
                  <a:pt x="6829797" y="1469161"/>
                  <a:pt x="6837049" y="1467656"/>
                </a:cubicBezTo>
                <a:close/>
                <a:moveTo>
                  <a:pt x="1313890" y="1465923"/>
                </a:moveTo>
                <a:cubicBezTo>
                  <a:pt x="1322004" y="1464784"/>
                  <a:pt x="1327423" y="1465877"/>
                  <a:pt x="1326200" y="1468363"/>
                </a:cubicBezTo>
                <a:cubicBezTo>
                  <a:pt x="1324783" y="1470847"/>
                  <a:pt x="1317197" y="1473810"/>
                  <a:pt x="1309112" y="1474950"/>
                </a:cubicBezTo>
                <a:cubicBezTo>
                  <a:pt x="1301248" y="1476090"/>
                  <a:pt x="1295579" y="1474996"/>
                  <a:pt x="1297024" y="1472489"/>
                </a:cubicBezTo>
                <a:cubicBezTo>
                  <a:pt x="1298413" y="1470027"/>
                  <a:pt x="1306111" y="1467063"/>
                  <a:pt x="1313890" y="1465923"/>
                </a:cubicBezTo>
                <a:close/>
                <a:moveTo>
                  <a:pt x="7509987" y="1463416"/>
                </a:moveTo>
                <a:cubicBezTo>
                  <a:pt x="7521210" y="1464926"/>
                  <a:pt x="7532255" y="1467998"/>
                  <a:pt x="7540521" y="1472283"/>
                </a:cubicBezTo>
                <a:cubicBezTo>
                  <a:pt x="7557388" y="1480877"/>
                  <a:pt x="7556415" y="1491157"/>
                  <a:pt x="7538660" y="1495192"/>
                </a:cubicBezTo>
                <a:cubicBezTo>
                  <a:pt x="7520488" y="1499250"/>
                  <a:pt x="7492367" y="1495420"/>
                  <a:pt x="7475807" y="1486712"/>
                </a:cubicBezTo>
                <a:cubicBezTo>
                  <a:pt x="7459357" y="1478073"/>
                  <a:pt x="7460524" y="1467884"/>
                  <a:pt x="7478391" y="1463917"/>
                </a:cubicBezTo>
                <a:cubicBezTo>
                  <a:pt x="7487365" y="1461957"/>
                  <a:pt x="7498765" y="1461906"/>
                  <a:pt x="7509987" y="1463416"/>
                </a:cubicBezTo>
                <a:close/>
                <a:moveTo>
                  <a:pt x="9447237" y="1462441"/>
                </a:moveTo>
                <a:cubicBezTo>
                  <a:pt x="9464148" y="1464493"/>
                  <a:pt x="9482507" y="1468670"/>
                  <a:pt x="9498388" y="1474517"/>
                </a:cubicBezTo>
                <a:cubicBezTo>
                  <a:pt x="9530482" y="1486325"/>
                  <a:pt x="9540261" y="1500435"/>
                  <a:pt x="9520090" y="1505974"/>
                </a:cubicBezTo>
                <a:cubicBezTo>
                  <a:pt x="9499748" y="1511536"/>
                  <a:pt x="9457069" y="1506248"/>
                  <a:pt x="9425227" y="1494304"/>
                </a:cubicBezTo>
                <a:cubicBezTo>
                  <a:pt x="9393522" y="1482404"/>
                  <a:pt x="9384490" y="1468476"/>
                  <a:pt x="9404775" y="1463120"/>
                </a:cubicBezTo>
                <a:cubicBezTo>
                  <a:pt x="9414862" y="1460464"/>
                  <a:pt x="9430325" y="1460390"/>
                  <a:pt x="9447237" y="1462441"/>
                </a:cubicBezTo>
                <a:close/>
                <a:moveTo>
                  <a:pt x="6493330" y="1460635"/>
                </a:moveTo>
                <a:cubicBezTo>
                  <a:pt x="6494164" y="1460499"/>
                  <a:pt x="6495136" y="1460658"/>
                  <a:pt x="6495692" y="1460954"/>
                </a:cubicBezTo>
                <a:cubicBezTo>
                  <a:pt x="6496137" y="1461228"/>
                  <a:pt x="6495942" y="1461638"/>
                  <a:pt x="6495164" y="1461775"/>
                </a:cubicBezTo>
                <a:cubicBezTo>
                  <a:pt x="6494469" y="1461935"/>
                  <a:pt x="6493552" y="1461775"/>
                  <a:pt x="6492968" y="1461456"/>
                </a:cubicBezTo>
                <a:cubicBezTo>
                  <a:pt x="6492635" y="1461137"/>
                  <a:pt x="6492802" y="1460772"/>
                  <a:pt x="6493330" y="1460635"/>
                </a:cubicBezTo>
                <a:close/>
                <a:moveTo>
                  <a:pt x="7817580" y="1458694"/>
                </a:moveTo>
                <a:cubicBezTo>
                  <a:pt x="7829827" y="1460316"/>
                  <a:pt x="7842130" y="1463599"/>
                  <a:pt x="7851592" y="1468158"/>
                </a:cubicBezTo>
                <a:cubicBezTo>
                  <a:pt x="7870708" y="1477389"/>
                  <a:pt x="7871152" y="1488376"/>
                  <a:pt x="7852424" y="1492662"/>
                </a:cubicBezTo>
                <a:cubicBezTo>
                  <a:pt x="7833696" y="1496993"/>
                  <a:pt x="7802937" y="1492913"/>
                  <a:pt x="7784014" y="1483612"/>
                </a:cubicBezTo>
                <a:cubicBezTo>
                  <a:pt x="7765202" y="1474312"/>
                  <a:pt x="7765258" y="1463416"/>
                  <a:pt x="7783902" y="1459199"/>
                </a:cubicBezTo>
                <a:cubicBezTo>
                  <a:pt x="7793142" y="1457113"/>
                  <a:pt x="7805334" y="1457074"/>
                  <a:pt x="7817580" y="1458694"/>
                </a:cubicBezTo>
                <a:close/>
                <a:moveTo>
                  <a:pt x="1050808" y="1453250"/>
                </a:moveTo>
                <a:cubicBezTo>
                  <a:pt x="1055781" y="1452520"/>
                  <a:pt x="1059171" y="1453204"/>
                  <a:pt x="1058060" y="1454731"/>
                </a:cubicBezTo>
                <a:cubicBezTo>
                  <a:pt x="1057115" y="1456258"/>
                  <a:pt x="1052141" y="1458105"/>
                  <a:pt x="1047084" y="1458811"/>
                </a:cubicBezTo>
                <a:cubicBezTo>
                  <a:pt x="1041971" y="1459541"/>
                  <a:pt x="1038637" y="1458857"/>
                  <a:pt x="1039804" y="1457307"/>
                </a:cubicBezTo>
                <a:cubicBezTo>
                  <a:pt x="1040749" y="1455780"/>
                  <a:pt x="1045695" y="1453933"/>
                  <a:pt x="1050808" y="1453250"/>
                </a:cubicBezTo>
                <a:close/>
                <a:moveTo>
                  <a:pt x="8112226" y="1452164"/>
                </a:moveTo>
                <a:cubicBezTo>
                  <a:pt x="8124634" y="1453773"/>
                  <a:pt x="8137278" y="1457045"/>
                  <a:pt x="8147183" y="1461592"/>
                </a:cubicBezTo>
                <a:cubicBezTo>
                  <a:pt x="8167248" y="1470734"/>
                  <a:pt x="8169163" y="1481720"/>
                  <a:pt x="8151046" y="1485983"/>
                </a:cubicBezTo>
                <a:cubicBezTo>
                  <a:pt x="8132847" y="1490314"/>
                  <a:pt x="8101669" y="1486188"/>
                  <a:pt x="8081692" y="1476910"/>
                </a:cubicBezTo>
                <a:cubicBezTo>
                  <a:pt x="8061879" y="1467724"/>
                  <a:pt x="8060547" y="1456896"/>
                  <a:pt x="8078662" y="1452702"/>
                </a:cubicBezTo>
                <a:cubicBezTo>
                  <a:pt x="8087637" y="1450605"/>
                  <a:pt x="8099816" y="1450554"/>
                  <a:pt x="8112226" y="1452164"/>
                </a:cubicBezTo>
                <a:close/>
                <a:moveTo>
                  <a:pt x="9698507" y="1450212"/>
                </a:moveTo>
                <a:cubicBezTo>
                  <a:pt x="9714171" y="1452082"/>
                  <a:pt x="9731392" y="1455894"/>
                  <a:pt x="9746522" y="1461228"/>
                </a:cubicBezTo>
                <a:cubicBezTo>
                  <a:pt x="9776727" y="1471965"/>
                  <a:pt x="9787090" y="1484798"/>
                  <a:pt x="9769169" y="1489836"/>
                </a:cubicBezTo>
                <a:cubicBezTo>
                  <a:pt x="9750940" y="1494873"/>
                  <a:pt x="9711593" y="1490086"/>
                  <a:pt x="9681170" y="1479190"/>
                </a:cubicBezTo>
                <a:cubicBezTo>
                  <a:pt x="9651214" y="1468385"/>
                  <a:pt x="9641629" y="1455756"/>
                  <a:pt x="9659827" y="1450856"/>
                </a:cubicBezTo>
                <a:cubicBezTo>
                  <a:pt x="9668733" y="1448417"/>
                  <a:pt x="9682841" y="1448343"/>
                  <a:pt x="9698507" y="1450212"/>
                </a:cubicBezTo>
                <a:close/>
                <a:moveTo>
                  <a:pt x="9948695" y="1445026"/>
                </a:moveTo>
                <a:cubicBezTo>
                  <a:pt x="9956972" y="1446000"/>
                  <a:pt x="9966148" y="1447983"/>
                  <a:pt x="9974289" y="1450742"/>
                </a:cubicBezTo>
                <a:cubicBezTo>
                  <a:pt x="9990487" y="1456258"/>
                  <a:pt x="9996379" y="1462914"/>
                  <a:pt x="9987265" y="1465467"/>
                </a:cubicBezTo>
                <a:cubicBezTo>
                  <a:pt x="9978095" y="1468020"/>
                  <a:pt x="9957561" y="1465604"/>
                  <a:pt x="9941249" y="1459996"/>
                </a:cubicBezTo>
                <a:cubicBezTo>
                  <a:pt x="9924994" y="1454411"/>
                  <a:pt x="9919494" y="1447846"/>
                  <a:pt x="9928497" y="1445362"/>
                </a:cubicBezTo>
                <a:cubicBezTo>
                  <a:pt x="9933040" y="1444085"/>
                  <a:pt x="9940418" y="1444052"/>
                  <a:pt x="9948695" y="1445026"/>
                </a:cubicBezTo>
                <a:close/>
                <a:moveTo>
                  <a:pt x="8394671" y="1442222"/>
                </a:moveTo>
                <a:cubicBezTo>
                  <a:pt x="8408071" y="1443926"/>
                  <a:pt x="8421937" y="1447391"/>
                  <a:pt x="8433108" y="1452223"/>
                </a:cubicBezTo>
                <a:cubicBezTo>
                  <a:pt x="8455643" y="1461935"/>
                  <a:pt x="8458810" y="1473560"/>
                  <a:pt x="8440138" y="1478119"/>
                </a:cubicBezTo>
                <a:cubicBezTo>
                  <a:pt x="8421243" y="1482655"/>
                  <a:pt x="8387537" y="1478324"/>
                  <a:pt x="8365225" y="1468499"/>
                </a:cubicBezTo>
                <a:cubicBezTo>
                  <a:pt x="8343106" y="1458720"/>
                  <a:pt x="8340299" y="1447231"/>
                  <a:pt x="8359028" y="1442786"/>
                </a:cubicBezTo>
                <a:cubicBezTo>
                  <a:pt x="8368336" y="1440576"/>
                  <a:pt x="8381271" y="1440519"/>
                  <a:pt x="8394671" y="1442222"/>
                </a:cubicBezTo>
                <a:close/>
                <a:moveTo>
                  <a:pt x="2765077" y="1440040"/>
                </a:moveTo>
                <a:cubicBezTo>
                  <a:pt x="2769738" y="1440877"/>
                  <a:pt x="2772642" y="1442581"/>
                  <a:pt x="2772684" y="1444952"/>
                </a:cubicBezTo>
                <a:cubicBezTo>
                  <a:pt x="2773045" y="1449693"/>
                  <a:pt x="2761709" y="1455346"/>
                  <a:pt x="2747453" y="1457558"/>
                </a:cubicBezTo>
                <a:cubicBezTo>
                  <a:pt x="2733310" y="1459746"/>
                  <a:pt x="2721667" y="1457649"/>
                  <a:pt x="2721556" y="1452861"/>
                </a:cubicBezTo>
                <a:cubicBezTo>
                  <a:pt x="2721417" y="1448143"/>
                  <a:pt x="2732810" y="1442535"/>
                  <a:pt x="2746926" y="1440324"/>
                </a:cubicBezTo>
                <a:cubicBezTo>
                  <a:pt x="2753998" y="1439231"/>
                  <a:pt x="2760416" y="1439202"/>
                  <a:pt x="2765077" y="1440040"/>
                </a:cubicBezTo>
                <a:close/>
                <a:moveTo>
                  <a:pt x="3094373" y="1439974"/>
                </a:moveTo>
                <a:cubicBezTo>
                  <a:pt x="3098697" y="1440729"/>
                  <a:pt x="3101552" y="1442262"/>
                  <a:pt x="3101899" y="1444382"/>
                </a:cubicBezTo>
                <a:cubicBezTo>
                  <a:pt x="3102760" y="1448689"/>
                  <a:pt x="3093090" y="1453796"/>
                  <a:pt x="3080698" y="1455802"/>
                </a:cubicBezTo>
                <a:cubicBezTo>
                  <a:pt x="3067972" y="1457763"/>
                  <a:pt x="3057246" y="1455870"/>
                  <a:pt x="3056663" y="1451539"/>
                </a:cubicBezTo>
                <a:cubicBezTo>
                  <a:pt x="3055996" y="1447277"/>
                  <a:pt x="3065555" y="1442194"/>
                  <a:pt x="3078031" y="1440232"/>
                </a:cubicBezTo>
                <a:cubicBezTo>
                  <a:pt x="3084255" y="1439241"/>
                  <a:pt x="3090048" y="1439218"/>
                  <a:pt x="3094373" y="1439974"/>
                </a:cubicBezTo>
                <a:close/>
                <a:moveTo>
                  <a:pt x="797839" y="1439891"/>
                </a:moveTo>
                <a:cubicBezTo>
                  <a:pt x="798867" y="1439754"/>
                  <a:pt x="799506" y="1439891"/>
                  <a:pt x="799311" y="1440211"/>
                </a:cubicBezTo>
                <a:cubicBezTo>
                  <a:pt x="799061" y="1440506"/>
                  <a:pt x="798089" y="1440871"/>
                  <a:pt x="797005" y="1441008"/>
                </a:cubicBezTo>
                <a:cubicBezTo>
                  <a:pt x="796143" y="1441122"/>
                  <a:pt x="795393" y="1441008"/>
                  <a:pt x="795588" y="1440689"/>
                </a:cubicBezTo>
                <a:cubicBezTo>
                  <a:pt x="795866" y="1440416"/>
                  <a:pt x="796727" y="1440028"/>
                  <a:pt x="797839" y="1439891"/>
                </a:cubicBezTo>
                <a:close/>
                <a:moveTo>
                  <a:pt x="3430031" y="1439366"/>
                </a:moveTo>
                <a:cubicBezTo>
                  <a:pt x="3431836" y="1439070"/>
                  <a:pt x="3433560" y="1439344"/>
                  <a:pt x="3433699" y="1439959"/>
                </a:cubicBezTo>
                <a:cubicBezTo>
                  <a:pt x="3433949" y="1440529"/>
                  <a:pt x="3432698" y="1441282"/>
                  <a:pt x="3430836" y="1441578"/>
                </a:cubicBezTo>
                <a:cubicBezTo>
                  <a:pt x="3429197" y="1441874"/>
                  <a:pt x="3427502" y="1441555"/>
                  <a:pt x="3427307" y="1440985"/>
                </a:cubicBezTo>
                <a:cubicBezTo>
                  <a:pt x="3427141" y="1440370"/>
                  <a:pt x="3428364" y="1439663"/>
                  <a:pt x="3430031" y="1439366"/>
                </a:cubicBezTo>
                <a:close/>
                <a:moveTo>
                  <a:pt x="10190773" y="1438980"/>
                </a:moveTo>
                <a:cubicBezTo>
                  <a:pt x="10191690" y="1438683"/>
                  <a:pt x="10193996" y="1438980"/>
                  <a:pt x="10195746" y="1439549"/>
                </a:cubicBezTo>
                <a:cubicBezTo>
                  <a:pt x="10197637" y="1440165"/>
                  <a:pt x="10198441" y="1440917"/>
                  <a:pt x="10197412" y="1441190"/>
                </a:cubicBezTo>
                <a:cubicBezTo>
                  <a:pt x="10196497" y="1441442"/>
                  <a:pt x="10194023" y="1441190"/>
                  <a:pt x="10192329" y="1440575"/>
                </a:cubicBezTo>
                <a:cubicBezTo>
                  <a:pt x="10190467" y="1439983"/>
                  <a:pt x="10189773" y="1439253"/>
                  <a:pt x="10190773" y="1438980"/>
                </a:cubicBezTo>
                <a:close/>
                <a:moveTo>
                  <a:pt x="2454990" y="1434688"/>
                </a:moveTo>
                <a:cubicBezTo>
                  <a:pt x="2460252" y="1435657"/>
                  <a:pt x="2463364" y="1437623"/>
                  <a:pt x="2463170" y="1440347"/>
                </a:cubicBezTo>
                <a:cubicBezTo>
                  <a:pt x="2462753" y="1445841"/>
                  <a:pt x="2448887" y="1452360"/>
                  <a:pt x="2432077" y="1454936"/>
                </a:cubicBezTo>
                <a:cubicBezTo>
                  <a:pt x="2415099" y="1457512"/>
                  <a:pt x="2402067" y="1455072"/>
                  <a:pt x="2402706" y="1449556"/>
                </a:cubicBezTo>
                <a:cubicBezTo>
                  <a:pt x="2403206" y="1444039"/>
                  <a:pt x="2417155" y="1437520"/>
                  <a:pt x="2433910" y="1435013"/>
                </a:cubicBezTo>
                <a:cubicBezTo>
                  <a:pt x="2442316" y="1433747"/>
                  <a:pt x="2449728" y="1433719"/>
                  <a:pt x="2454990" y="1434688"/>
                </a:cubicBezTo>
                <a:close/>
                <a:moveTo>
                  <a:pt x="8667310" y="1433988"/>
                </a:moveTo>
                <a:cubicBezTo>
                  <a:pt x="8679117" y="1435464"/>
                  <a:pt x="8691466" y="1438467"/>
                  <a:pt x="8701607" y="1442649"/>
                </a:cubicBezTo>
                <a:cubicBezTo>
                  <a:pt x="8722143" y="1451061"/>
                  <a:pt x="8725783" y="1461091"/>
                  <a:pt x="8709916" y="1465034"/>
                </a:cubicBezTo>
                <a:cubicBezTo>
                  <a:pt x="8694024" y="1468978"/>
                  <a:pt x="8664540" y="1465285"/>
                  <a:pt x="8644117" y="1456737"/>
                </a:cubicBezTo>
                <a:cubicBezTo>
                  <a:pt x="8624001" y="1448280"/>
                  <a:pt x="8620444" y="1438318"/>
                  <a:pt x="8636283" y="1434488"/>
                </a:cubicBezTo>
                <a:cubicBezTo>
                  <a:pt x="8644243" y="1432562"/>
                  <a:pt x="8655505" y="1432511"/>
                  <a:pt x="8667310" y="1433988"/>
                </a:cubicBezTo>
                <a:close/>
                <a:moveTo>
                  <a:pt x="2149971" y="1430762"/>
                </a:moveTo>
                <a:cubicBezTo>
                  <a:pt x="2153266" y="1431377"/>
                  <a:pt x="2155115" y="1432631"/>
                  <a:pt x="2154712" y="1434375"/>
                </a:cubicBezTo>
                <a:cubicBezTo>
                  <a:pt x="2153989" y="1437862"/>
                  <a:pt x="2144653" y="1441988"/>
                  <a:pt x="2133900" y="1443607"/>
                </a:cubicBezTo>
                <a:cubicBezTo>
                  <a:pt x="2123062" y="1445225"/>
                  <a:pt x="2114644" y="1443675"/>
                  <a:pt x="2115561" y="1440187"/>
                </a:cubicBezTo>
                <a:cubicBezTo>
                  <a:pt x="2116283" y="1436699"/>
                  <a:pt x="2125647" y="1432573"/>
                  <a:pt x="2136540" y="1430978"/>
                </a:cubicBezTo>
                <a:cubicBezTo>
                  <a:pt x="2141930" y="1430169"/>
                  <a:pt x="2146674" y="1430146"/>
                  <a:pt x="2149971" y="1430762"/>
                </a:cubicBezTo>
                <a:close/>
                <a:moveTo>
                  <a:pt x="1853034" y="1424960"/>
                </a:moveTo>
                <a:cubicBezTo>
                  <a:pt x="1856256" y="1424459"/>
                  <a:pt x="1858702" y="1424938"/>
                  <a:pt x="1858368" y="1426009"/>
                </a:cubicBezTo>
                <a:cubicBezTo>
                  <a:pt x="1858091" y="1427081"/>
                  <a:pt x="1854978" y="1428312"/>
                  <a:pt x="1851644" y="1428790"/>
                </a:cubicBezTo>
                <a:cubicBezTo>
                  <a:pt x="1848310" y="1429269"/>
                  <a:pt x="1845836" y="1428835"/>
                  <a:pt x="1846336" y="1427764"/>
                </a:cubicBezTo>
                <a:cubicBezTo>
                  <a:pt x="1846670" y="1426670"/>
                  <a:pt x="1849560" y="1425417"/>
                  <a:pt x="1853034" y="1424960"/>
                </a:cubicBezTo>
                <a:close/>
                <a:moveTo>
                  <a:pt x="3800841" y="1423547"/>
                </a:moveTo>
                <a:cubicBezTo>
                  <a:pt x="3801785" y="1423410"/>
                  <a:pt x="3802508" y="1423547"/>
                  <a:pt x="3802703" y="1423867"/>
                </a:cubicBezTo>
                <a:cubicBezTo>
                  <a:pt x="3802842" y="1424140"/>
                  <a:pt x="3802425" y="1424505"/>
                  <a:pt x="3801396" y="1424641"/>
                </a:cubicBezTo>
                <a:cubicBezTo>
                  <a:pt x="3800646" y="1424778"/>
                  <a:pt x="3799896" y="1424664"/>
                  <a:pt x="3799703" y="1424345"/>
                </a:cubicBezTo>
                <a:cubicBezTo>
                  <a:pt x="3799452" y="1424026"/>
                  <a:pt x="3800174" y="1423684"/>
                  <a:pt x="3800841" y="1423547"/>
                </a:cubicBezTo>
                <a:close/>
                <a:moveTo>
                  <a:pt x="556791" y="1423433"/>
                </a:moveTo>
                <a:cubicBezTo>
                  <a:pt x="557847" y="1423296"/>
                  <a:pt x="558375" y="1423478"/>
                  <a:pt x="558180" y="1423752"/>
                </a:cubicBezTo>
                <a:cubicBezTo>
                  <a:pt x="557986" y="1424025"/>
                  <a:pt x="556902" y="1424413"/>
                  <a:pt x="555846" y="1424573"/>
                </a:cubicBezTo>
                <a:cubicBezTo>
                  <a:pt x="554762" y="1424664"/>
                  <a:pt x="554123" y="1424573"/>
                  <a:pt x="554540" y="1424254"/>
                </a:cubicBezTo>
                <a:cubicBezTo>
                  <a:pt x="554735" y="1423957"/>
                  <a:pt x="555846" y="1423592"/>
                  <a:pt x="556791" y="1423433"/>
                </a:cubicBezTo>
                <a:close/>
                <a:moveTo>
                  <a:pt x="8929493" y="1422667"/>
                </a:moveTo>
                <a:cubicBezTo>
                  <a:pt x="8940928" y="1424078"/>
                  <a:pt x="8953062" y="1426944"/>
                  <a:pt x="8963219" y="1430933"/>
                </a:cubicBezTo>
                <a:cubicBezTo>
                  <a:pt x="8983780" y="1438980"/>
                  <a:pt x="8988422" y="1448576"/>
                  <a:pt x="8973668" y="1452315"/>
                </a:cubicBezTo>
                <a:cubicBezTo>
                  <a:pt x="8958691" y="1456076"/>
                  <a:pt x="8930070" y="1452474"/>
                  <a:pt x="8909732" y="1444382"/>
                </a:cubicBezTo>
                <a:cubicBezTo>
                  <a:pt x="8889390" y="1436336"/>
                  <a:pt x="8885082" y="1426807"/>
                  <a:pt x="8899977" y="1423136"/>
                </a:cubicBezTo>
                <a:cubicBezTo>
                  <a:pt x="8907327" y="1421302"/>
                  <a:pt x="8918059" y="1421256"/>
                  <a:pt x="8929493" y="1422667"/>
                </a:cubicBezTo>
                <a:close/>
                <a:moveTo>
                  <a:pt x="6959671" y="1413585"/>
                </a:moveTo>
                <a:cubicBezTo>
                  <a:pt x="6967590" y="1411944"/>
                  <a:pt x="6979288" y="1413471"/>
                  <a:pt x="6985429" y="1417073"/>
                </a:cubicBezTo>
                <a:cubicBezTo>
                  <a:pt x="6991876" y="1420652"/>
                  <a:pt x="6990431" y="1424960"/>
                  <a:pt x="6982456" y="1426601"/>
                </a:cubicBezTo>
                <a:cubicBezTo>
                  <a:pt x="6974454" y="1428311"/>
                  <a:pt x="6962895" y="1426692"/>
                  <a:pt x="6956615" y="1423090"/>
                </a:cubicBezTo>
                <a:cubicBezTo>
                  <a:pt x="6950307" y="1419489"/>
                  <a:pt x="6951697" y="1415249"/>
                  <a:pt x="6959671" y="1413585"/>
                </a:cubicBezTo>
                <a:close/>
                <a:moveTo>
                  <a:pt x="6638042" y="1413266"/>
                </a:moveTo>
                <a:cubicBezTo>
                  <a:pt x="6638792" y="1413107"/>
                  <a:pt x="6639681" y="1413266"/>
                  <a:pt x="6640209" y="1413562"/>
                </a:cubicBezTo>
                <a:cubicBezTo>
                  <a:pt x="6640737" y="1413859"/>
                  <a:pt x="6640459" y="1414200"/>
                  <a:pt x="6639792" y="1414338"/>
                </a:cubicBezTo>
                <a:cubicBezTo>
                  <a:pt x="6639015" y="1414474"/>
                  <a:pt x="6638153" y="1414338"/>
                  <a:pt x="6637681" y="1414041"/>
                </a:cubicBezTo>
                <a:cubicBezTo>
                  <a:pt x="6637236" y="1413745"/>
                  <a:pt x="6637375" y="1413380"/>
                  <a:pt x="6638042" y="1413266"/>
                </a:cubicBezTo>
                <a:close/>
                <a:moveTo>
                  <a:pt x="1583948" y="1412514"/>
                </a:moveTo>
                <a:cubicBezTo>
                  <a:pt x="1587255" y="1412035"/>
                  <a:pt x="1589589" y="1412514"/>
                  <a:pt x="1589173" y="1413562"/>
                </a:cubicBezTo>
                <a:cubicBezTo>
                  <a:pt x="1588784" y="1414588"/>
                  <a:pt x="1585533" y="1415842"/>
                  <a:pt x="1582225" y="1416321"/>
                </a:cubicBezTo>
                <a:cubicBezTo>
                  <a:pt x="1578864" y="1416776"/>
                  <a:pt x="1576447" y="1416321"/>
                  <a:pt x="1576918" y="1415295"/>
                </a:cubicBezTo>
                <a:cubicBezTo>
                  <a:pt x="1577391" y="1414246"/>
                  <a:pt x="1580531" y="1412993"/>
                  <a:pt x="1583948" y="1412514"/>
                </a:cubicBezTo>
                <a:close/>
                <a:moveTo>
                  <a:pt x="7290042" y="1412176"/>
                </a:moveTo>
                <a:cubicBezTo>
                  <a:pt x="7296174" y="1412982"/>
                  <a:pt x="7302113" y="1414635"/>
                  <a:pt x="7306420" y="1416960"/>
                </a:cubicBezTo>
                <a:cubicBezTo>
                  <a:pt x="7315229" y="1421586"/>
                  <a:pt x="7314145" y="1427103"/>
                  <a:pt x="7304169" y="1429246"/>
                </a:cubicBezTo>
                <a:cubicBezTo>
                  <a:pt x="7294055" y="1431412"/>
                  <a:pt x="7278911" y="1429405"/>
                  <a:pt x="7270047" y="1424733"/>
                </a:cubicBezTo>
                <a:cubicBezTo>
                  <a:pt x="7261433" y="1420082"/>
                  <a:pt x="7262573" y="1414611"/>
                  <a:pt x="7272520" y="1412469"/>
                </a:cubicBezTo>
                <a:cubicBezTo>
                  <a:pt x="7277591" y="1411409"/>
                  <a:pt x="7283912" y="1411369"/>
                  <a:pt x="7290042" y="1412176"/>
                </a:cubicBezTo>
                <a:close/>
                <a:moveTo>
                  <a:pt x="10644304" y="1408001"/>
                </a:moveTo>
                <a:cubicBezTo>
                  <a:pt x="10644833" y="1407887"/>
                  <a:pt x="10645917" y="1408001"/>
                  <a:pt x="10646862" y="1408320"/>
                </a:cubicBezTo>
                <a:cubicBezTo>
                  <a:pt x="10647861" y="1408593"/>
                  <a:pt x="10648279" y="1408935"/>
                  <a:pt x="10647889" y="1409095"/>
                </a:cubicBezTo>
                <a:cubicBezTo>
                  <a:pt x="10647305" y="1409209"/>
                  <a:pt x="10646168" y="1409095"/>
                  <a:pt x="10645166" y="1408798"/>
                </a:cubicBezTo>
                <a:cubicBezTo>
                  <a:pt x="10644249" y="1408480"/>
                  <a:pt x="10643833" y="1408160"/>
                  <a:pt x="10644304" y="1408001"/>
                </a:cubicBezTo>
                <a:close/>
                <a:moveTo>
                  <a:pt x="9179427" y="1404815"/>
                </a:moveTo>
                <a:cubicBezTo>
                  <a:pt x="9194861" y="1406679"/>
                  <a:pt x="9211422" y="1410463"/>
                  <a:pt x="9225468" y="1415729"/>
                </a:cubicBezTo>
                <a:cubicBezTo>
                  <a:pt x="9253895" y="1426374"/>
                  <a:pt x="9261673" y="1439116"/>
                  <a:pt x="9242362" y="1444086"/>
                </a:cubicBezTo>
                <a:cubicBezTo>
                  <a:pt x="9223051" y="1449101"/>
                  <a:pt x="9184151" y="1444336"/>
                  <a:pt x="9155835" y="1433531"/>
                </a:cubicBezTo>
                <a:cubicBezTo>
                  <a:pt x="9127800" y="1422863"/>
                  <a:pt x="9120824" y="1410280"/>
                  <a:pt x="9140135" y="1405425"/>
                </a:cubicBezTo>
                <a:cubicBezTo>
                  <a:pt x="9149679" y="1403009"/>
                  <a:pt x="9163991" y="1402952"/>
                  <a:pt x="9179427" y="1404815"/>
                </a:cubicBezTo>
                <a:close/>
                <a:moveTo>
                  <a:pt x="7592565" y="1402208"/>
                </a:moveTo>
                <a:cubicBezTo>
                  <a:pt x="7603604" y="1403653"/>
                  <a:pt x="7614559" y="1406587"/>
                  <a:pt x="7622825" y="1410668"/>
                </a:cubicBezTo>
                <a:cubicBezTo>
                  <a:pt x="7639246" y="1418874"/>
                  <a:pt x="7638801" y="1428631"/>
                  <a:pt x="7621435" y="1432438"/>
                </a:cubicBezTo>
                <a:cubicBezTo>
                  <a:pt x="7603930" y="1436267"/>
                  <a:pt x="7576560" y="1432643"/>
                  <a:pt x="7559971" y="1424367"/>
                </a:cubicBezTo>
                <a:cubicBezTo>
                  <a:pt x="7543550" y="1416116"/>
                  <a:pt x="7544494" y="1406405"/>
                  <a:pt x="7561806" y="1402690"/>
                </a:cubicBezTo>
                <a:cubicBezTo>
                  <a:pt x="7570406" y="1400809"/>
                  <a:pt x="7581527" y="1400763"/>
                  <a:pt x="7592565" y="1402208"/>
                </a:cubicBezTo>
                <a:close/>
                <a:moveTo>
                  <a:pt x="1328283" y="1396147"/>
                </a:moveTo>
                <a:cubicBezTo>
                  <a:pt x="1336036" y="1395076"/>
                  <a:pt x="1341427" y="1396102"/>
                  <a:pt x="1340093" y="1398450"/>
                </a:cubicBezTo>
                <a:cubicBezTo>
                  <a:pt x="1338842" y="1400797"/>
                  <a:pt x="1331534" y="1403601"/>
                  <a:pt x="1323644" y="1404673"/>
                </a:cubicBezTo>
                <a:cubicBezTo>
                  <a:pt x="1315835" y="1405744"/>
                  <a:pt x="1310528" y="1404696"/>
                  <a:pt x="1311806" y="1402370"/>
                </a:cubicBezTo>
                <a:cubicBezTo>
                  <a:pt x="1313112" y="1400045"/>
                  <a:pt x="1320559" y="1397242"/>
                  <a:pt x="1328283" y="1396147"/>
                </a:cubicBezTo>
                <a:close/>
                <a:moveTo>
                  <a:pt x="7880698" y="1394805"/>
                </a:moveTo>
                <a:cubicBezTo>
                  <a:pt x="7892652" y="1396335"/>
                  <a:pt x="7904692" y="1399453"/>
                  <a:pt x="7914000" y="1403806"/>
                </a:cubicBezTo>
                <a:cubicBezTo>
                  <a:pt x="7932867" y="1412560"/>
                  <a:pt x="7933617" y="1423023"/>
                  <a:pt x="7915583" y="1427103"/>
                </a:cubicBezTo>
                <a:cubicBezTo>
                  <a:pt x="7897438" y="1431228"/>
                  <a:pt x="7867374" y="1427308"/>
                  <a:pt x="7848702" y="1418464"/>
                </a:cubicBezTo>
                <a:cubicBezTo>
                  <a:pt x="7830030" y="1409665"/>
                  <a:pt x="7829807" y="1399315"/>
                  <a:pt x="7847896" y="1395327"/>
                </a:cubicBezTo>
                <a:cubicBezTo>
                  <a:pt x="7856871" y="1393332"/>
                  <a:pt x="7868742" y="1393275"/>
                  <a:pt x="7880698" y="1394805"/>
                </a:cubicBezTo>
                <a:close/>
                <a:moveTo>
                  <a:pt x="9422301" y="1389838"/>
                </a:moveTo>
                <a:cubicBezTo>
                  <a:pt x="9438938" y="1391804"/>
                  <a:pt x="9456973" y="1395805"/>
                  <a:pt x="9472491" y="1401390"/>
                </a:cubicBezTo>
                <a:cubicBezTo>
                  <a:pt x="9503862" y="1412650"/>
                  <a:pt x="9513394" y="1426145"/>
                  <a:pt x="9493554" y="1431411"/>
                </a:cubicBezTo>
                <a:cubicBezTo>
                  <a:pt x="9473436" y="1436745"/>
                  <a:pt x="9431589" y="1431685"/>
                  <a:pt x="9400191" y="1420242"/>
                </a:cubicBezTo>
                <a:cubicBezTo>
                  <a:pt x="9369235" y="1408935"/>
                  <a:pt x="9360538" y="1395622"/>
                  <a:pt x="9380488" y="1390494"/>
                </a:cubicBezTo>
                <a:cubicBezTo>
                  <a:pt x="9390423" y="1387941"/>
                  <a:pt x="9405665" y="1387873"/>
                  <a:pt x="9422301" y="1389838"/>
                </a:cubicBezTo>
                <a:close/>
                <a:moveTo>
                  <a:pt x="3312465" y="1389103"/>
                </a:moveTo>
                <a:cubicBezTo>
                  <a:pt x="3316772" y="1388420"/>
                  <a:pt x="3320523" y="1389058"/>
                  <a:pt x="3320996" y="1390517"/>
                </a:cubicBezTo>
                <a:cubicBezTo>
                  <a:pt x="3321385" y="1391975"/>
                  <a:pt x="3318106" y="1393708"/>
                  <a:pt x="3313883" y="1394392"/>
                </a:cubicBezTo>
                <a:cubicBezTo>
                  <a:pt x="3309520" y="1395053"/>
                  <a:pt x="3305630" y="1394415"/>
                  <a:pt x="3305325" y="1392933"/>
                </a:cubicBezTo>
                <a:cubicBezTo>
                  <a:pt x="3304935" y="1391474"/>
                  <a:pt x="3308075" y="1389787"/>
                  <a:pt x="3312465" y="1389103"/>
                </a:cubicBezTo>
                <a:close/>
                <a:moveTo>
                  <a:pt x="2998436" y="1387016"/>
                </a:moveTo>
                <a:cubicBezTo>
                  <a:pt x="3002049" y="1387628"/>
                  <a:pt x="3004382" y="1388876"/>
                  <a:pt x="3004590" y="1390609"/>
                </a:cubicBezTo>
                <a:cubicBezTo>
                  <a:pt x="3005091" y="1394142"/>
                  <a:pt x="2996866" y="1398313"/>
                  <a:pt x="2986307" y="1399954"/>
                </a:cubicBezTo>
                <a:cubicBezTo>
                  <a:pt x="2975776" y="1401595"/>
                  <a:pt x="2966967" y="1400045"/>
                  <a:pt x="2966412" y="1396490"/>
                </a:cubicBezTo>
                <a:cubicBezTo>
                  <a:pt x="2965939" y="1393025"/>
                  <a:pt x="2974109" y="1388830"/>
                  <a:pt x="2984612" y="1387235"/>
                </a:cubicBezTo>
                <a:cubicBezTo>
                  <a:pt x="2989934" y="1386426"/>
                  <a:pt x="2994824" y="1386403"/>
                  <a:pt x="2998436" y="1387016"/>
                </a:cubicBezTo>
                <a:close/>
                <a:moveTo>
                  <a:pt x="8156811" y="1385120"/>
                </a:moveTo>
                <a:cubicBezTo>
                  <a:pt x="8169740" y="1386745"/>
                  <a:pt x="8182931" y="1390050"/>
                  <a:pt x="8193337" y="1394666"/>
                </a:cubicBezTo>
                <a:cubicBezTo>
                  <a:pt x="8214455" y="1403966"/>
                  <a:pt x="8216400" y="1415022"/>
                  <a:pt x="8197671" y="1419330"/>
                </a:cubicBezTo>
                <a:cubicBezTo>
                  <a:pt x="8178832" y="1423707"/>
                  <a:pt x="8146379" y="1419558"/>
                  <a:pt x="8125482" y="1410189"/>
                </a:cubicBezTo>
                <a:cubicBezTo>
                  <a:pt x="8104837" y="1400843"/>
                  <a:pt x="8103171" y="1389901"/>
                  <a:pt x="8121872" y="1385661"/>
                </a:cubicBezTo>
                <a:cubicBezTo>
                  <a:pt x="8131220" y="1383553"/>
                  <a:pt x="8143885" y="1383496"/>
                  <a:pt x="8156811" y="1385120"/>
                </a:cubicBezTo>
                <a:close/>
                <a:moveTo>
                  <a:pt x="2691131" y="1383069"/>
                </a:moveTo>
                <a:cubicBezTo>
                  <a:pt x="2694944" y="1383735"/>
                  <a:pt x="2697313" y="1385092"/>
                  <a:pt x="2697355" y="1386983"/>
                </a:cubicBezTo>
                <a:cubicBezTo>
                  <a:pt x="2697465" y="1390790"/>
                  <a:pt x="2687908" y="1395349"/>
                  <a:pt x="2676349" y="1397059"/>
                </a:cubicBezTo>
                <a:cubicBezTo>
                  <a:pt x="2664567" y="1398837"/>
                  <a:pt x="2655147" y="1397150"/>
                  <a:pt x="2655119" y="1393320"/>
                </a:cubicBezTo>
                <a:cubicBezTo>
                  <a:pt x="2655286" y="1389514"/>
                  <a:pt x="2664483" y="1385023"/>
                  <a:pt x="2676237" y="1383291"/>
                </a:cubicBezTo>
                <a:cubicBezTo>
                  <a:pt x="2682059" y="1382425"/>
                  <a:pt x="2687317" y="1382402"/>
                  <a:pt x="2691131" y="1383069"/>
                </a:cubicBezTo>
                <a:close/>
                <a:moveTo>
                  <a:pt x="1081623" y="1382903"/>
                </a:moveTo>
                <a:cubicBezTo>
                  <a:pt x="1085929" y="1382288"/>
                  <a:pt x="1088792" y="1382903"/>
                  <a:pt x="1088041" y="1384180"/>
                </a:cubicBezTo>
                <a:cubicBezTo>
                  <a:pt x="1087125" y="1385502"/>
                  <a:pt x="1082873" y="1387029"/>
                  <a:pt x="1078455" y="1387668"/>
                </a:cubicBezTo>
                <a:cubicBezTo>
                  <a:pt x="1074092" y="1388237"/>
                  <a:pt x="1071036" y="1387690"/>
                  <a:pt x="1072009" y="1386368"/>
                </a:cubicBezTo>
                <a:cubicBezTo>
                  <a:pt x="1072759" y="1385092"/>
                  <a:pt x="1077177" y="1383496"/>
                  <a:pt x="1081623" y="1382903"/>
                </a:cubicBezTo>
                <a:close/>
                <a:moveTo>
                  <a:pt x="9660205" y="1378415"/>
                </a:moveTo>
                <a:cubicBezTo>
                  <a:pt x="9674722" y="1380100"/>
                  <a:pt x="9690630" y="1383530"/>
                  <a:pt x="9704537" y="1388328"/>
                </a:cubicBezTo>
                <a:cubicBezTo>
                  <a:pt x="9732572" y="1397994"/>
                  <a:pt x="9742049" y="1409596"/>
                  <a:pt x="9725349" y="1414110"/>
                </a:cubicBezTo>
                <a:cubicBezTo>
                  <a:pt x="9708372" y="1418646"/>
                  <a:pt x="9671693" y="1414315"/>
                  <a:pt x="9643768" y="1404513"/>
                </a:cubicBezTo>
                <a:cubicBezTo>
                  <a:pt x="9616093" y="1394802"/>
                  <a:pt x="9607449" y="1383404"/>
                  <a:pt x="9624206" y="1378982"/>
                </a:cubicBezTo>
                <a:cubicBezTo>
                  <a:pt x="9632556" y="1376794"/>
                  <a:pt x="9645685" y="1376732"/>
                  <a:pt x="9660205" y="1378415"/>
                </a:cubicBezTo>
                <a:close/>
                <a:moveTo>
                  <a:pt x="8421805" y="1374327"/>
                </a:moveTo>
                <a:cubicBezTo>
                  <a:pt x="8435260" y="1375991"/>
                  <a:pt x="8449196" y="1379370"/>
                  <a:pt x="8460478" y="1384066"/>
                </a:cubicBezTo>
                <a:cubicBezTo>
                  <a:pt x="8483151" y="1393549"/>
                  <a:pt x="8486402" y="1404901"/>
                  <a:pt x="8467619" y="1409345"/>
                </a:cubicBezTo>
                <a:cubicBezTo>
                  <a:pt x="8448890" y="1413791"/>
                  <a:pt x="8414992" y="1409574"/>
                  <a:pt x="8392400" y="1399977"/>
                </a:cubicBezTo>
                <a:cubicBezTo>
                  <a:pt x="8370143" y="1390425"/>
                  <a:pt x="8367280" y="1379211"/>
                  <a:pt x="8386010" y="1374879"/>
                </a:cubicBezTo>
                <a:cubicBezTo>
                  <a:pt x="8395374" y="1372714"/>
                  <a:pt x="8408350" y="1372663"/>
                  <a:pt x="8421805" y="1374327"/>
                </a:cubicBezTo>
                <a:close/>
                <a:moveTo>
                  <a:pt x="2405450" y="1373218"/>
                </a:moveTo>
                <a:cubicBezTo>
                  <a:pt x="2410605" y="1374132"/>
                  <a:pt x="2413683" y="1375996"/>
                  <a:pt x="2413404" y="1378594"/>
                </a:cubicBezTo>
                <a:cubicBezTo>
                  <a:pt x="2412876" y="1383815"/>
                  <a:pt x="2399123" y="1390038"/>
                  <a:pt x="2382784" y="1392454"/>
                </a:cubicBezTo>
                <a:cubicBezTo>
                  <a:pt x="2366250" y="1394893"/>
                  <a:pt x="2353580" y="1392591"/>
                  <a:pt x="2354108" y="1387325"/>
                </a:cubicBezTo>
                <a:cubicBezTo>
                  <a:pt x="2354886" y="1382082"/>
                  <a:pt x="2368612" y="1375928"/>
                  <a:pt x="2385035" y="1373534"/>
                </a:cubicBezTo>
                <a:cubicBezTo>
                  <a:pt x="2393065" y="1372337"/>
                  <a:pt x="2400296" y="1372303"/>
                  <a:pt x="2405450" y="1373218"/>
                </a:cubicBezTo>
                <a:close/>
                <a:moveTo>
                  <a:pt x="9896263" y="1371857"/>
                </a:moveTo>
                <a:cubicBezTo>
                  <a:pt x="9904271" y="1372777"/>
                  <a:pt x="9913143" y="1374641"/>
                  <a:pt x="9920993" y="1377227"/>
                </a:cubicBezTo>
                <a:cubicBezTo>
                  <a:pt x="9936471" y="1382425"/>
                  <a:pt x="9942110" y="1388647"/>
                  <a:pt x="9933109" y="1391064"/>
                </a:cubicBezTo>
                <a:cubicBezTo>
                  <a:pt x="9924300" y="1393503"/>
                  <a:pt x="9904406" y="1391201"/>
                  <a:pt x="9888817" y="1385912"/>
                </a:cubicBezTo>
                <a:cubicBezTo>
                  <a:pt x="9873146" y="1380715"/>
                  <a:pt x="9867783" y="1374560"/>
                  <a:pt x="9876703" y="1372144"/>
                </a:cubicBezTo>
                <a:cubicBezTo>
                  <a:pt x="9881106" y="1370959"/>
                  <a:pt x="9888253" y="1370936"/>
                  <a:pt x="9896263" y="1371857"/>
                </a:cubicBezTo>
                <a:close/>
                <a:moveTo>
                  <a:pt x="2107336" y="1369271"/>
                </a:moveTo>
                <a:cubicBezTo>
                  <a:pt x="2113699" y="1368337"/>
                  <a:pt x="2118728" y="1369203"/>
                  <a:pt x="2118117" y="1371254"/>
                </a:cubicBezTo>
                <a:cubicBezTo>
                  <a:pt x="2117811" y="1373237"/>
                  <a:pt x="2112171" y="1375654"/>
                  <a:pt x="2105668" y="1376589"/>
                </a:cubicBezTo>
                <a:cubicBezTo>
                  <a:pt x="2099222" y="1377501"/>
                  <a:pt x="2094331" y="1376634"/>
                  <a:pt x="2094720" y="1374628"/>
                </a:cubicBezTo>
                <a:cubicBezTo>
                  <a:pt x="2095304" y="1372577"/>
                  <a:pt x="2100889" y="1370206"/>
                  <a:pt x="2107336" y="1369271"/>
                </a:cubicBezTo>
                <a:close/>
                <a:moveTo>
                  <a:pt x="844937" y="1368040"/>
                </a:moveTo>
                <a:cubicBezTo>
                  <a:pt x="847688" y="1367699"/>
                  <a:pt x="849077" y="1368018"/>
                  <a:pt x="848494" y="1368747"/>
                </a:cubicBezTo>
                <a:cubicBezTo>
                  <a:pt x="848022" y="1369454"/>
                  <a:pt x="845576" y="1370297"/>
                  <a:pt x="843103" y="1370639"/>
                </a:cubicBezTo>
                <a:cubicBezTo>
                  <a:pt x="840491" y="1370981"/>
                  <a:pt x="838935" y="1370662"/>
                  <a:pt x="839491" y="1369955"/>
                </a:cubicBezTo>
                <a:cubicBezTo>
                  <a:pt x="840130" y="1369226"/>
                  <a:pt x="842576" y="1368382"/>
                  <a:pt x="844937" y="1368040"/>
                </a:cubicBezTo>
                <a:close/>
                <a:moveTo>
                  <a:pt x="10117416" y="1362821"/>
                </a:moveTo>
                <a:cubicBezTo>
                  <a:pt x="10120639" y="1361886"/>
                  <a:pt x="10128419" y="1362775"/>
                  <a:pt x="10134642" y="1364758"/>
                </a:cubicBezTo>
                <a:cubicBezTo>
                  <a:pt x="10140869" y="1366765"/>
                  <a:pt x="10143286" y="1369158"/>
                  <a:pt x="10139868" y="1370070"/>
                </a:cubicBezTo>
                <a:cubicBezTo>
                  <a:pt x="10136618" y="1371005"/>
                  <a:pt x="10128808" y="1370138"/>
                  <a:pt x="10122585" y="1368132"/>
                </a:cubicBezTo>
                <a:cubicBezTo>
                  <a:pt x="10116276" y="1366126"/>
                  <a:pt x="10114110" y="1363733"/>
                  <a:pt x="10117416" y="1362821"/>
                </a:cubicBezTo>
                <a:close/>
                <a:moveTo>
                  <a:pt x="8677048" y="1362746"/>
                </a:moveTo>
                <a:cubicBezTo>
                  <a:pt x="8690605" y="1364393"/>
                  <a:pt x="8704818" y="1367745"/>
                  <a:pt x="8716531" y="1372417"/>
                </a:cubicBezTo>
                <a:cubicBezTo>
                  <a:pt x="8740037" y="1381764"/>
                  <a:pt x="8744539" y="1393001"/>
                  <a:pt x="8726449" y="1397446"/>
                </a:cubicBezTo>
                <a:cubicBezTo>
                  <a:pt x="8708140" y="1401869"/>
                  <a:pt x="8673989" y="1397675"/>
                  <a:pt x="8650537" y="1388168"/>
                </a:cubicBezTo>
                <a:cubicBezTo>
                  <a:pt x="8627280" y="1378709"/>
                  <a:pt x="8623362" y="1367607"/>
                  <a:pt x="8641507" y="1363299"/>
                </a:cubicBezTo>
                <a:cubicBezTo>
                  <a:pt x="8650592" y="1361157"/>
                  <a:pt x="8663492" y="1361100"/>
                  <a:pt x="8677048" y="1362746"/>
                </a:cubicBezTo>
                <a:close/>
                <a:moveTo>
                  <a:pt x="6764554" y="1362319"/>
                </a:moveTo>
                <a:cubicBezTo>
                  <a:pt x="6766221" y="1362000"/>
                  <a:pt x="6768527" y="1362319"/>
                  <a:pt x="6769861" y="1363049"/>
                </a:cubicBezTo>
                <a:cubicBezTo>
                  <a:pt x="6771028" y="1363733"/>
                  <a:pt x="6770611" y="1364553"/>
                  <a:pt x="6768916" y="1364918"/>
                </a:cubicBezTo>
                <a:cubicBezTo>
                  <a:pt x="6767360" y="1365214"/>
                  <a:pt x="6765026" y="1364941"/>
                  <a:pt x="6763720" y="1364257"/>
                </a:cubicBezTo>
                <a:cubicBezTo>
                  <a:pt x="6762609" y="1363527"/>
                  <a:pt x="6762942" y="1362661"/>
                  <a:pt x="6764554" y="1362319"/>
                </a:cubicBezTo>
                <a:close/>
                <a:moveTo>
                  <a:pt x="7073484" y="1362250"/>
                </a:moveTo>
                <a:cubicBezTo>
                  <a:pt x="7076653" y="1361590"/>
                  <a:pt x="7081348" y="1362205"/>
                  <a:pt x="7084127" y="1363641"/>
                </a:cubicBezTo>
                <a:cubicBezTo>
                  <a:pt x="7086628" y="1365077"/>
                  <a:pt x="7086155" y="1366764"/>
                  <a:pt x="7082960" y="1367425"/>
                </a:cubicBezTo>
                <a:cubicBezTo>
                  <a:pt x="7079709" y="1368109"/>
                  <a:pt x="7074929" y="1367493"/>
                  <a:pt x="7072290" y="1366057"/>
                </a:cubicBezTo>
                <a:cubicBezTo>
                  <a:pt x="7069761" y="1364622"/>
                  <a:pt x="7070123" y="1362912"/>
                  <a:pt x="7073484" y="1362250"/>
                </a:cubicBezTo>
                <a:close/>
                <a:moveTo>
                  <a:pt x="1843558" y="1358513"/>
                </a:moveTo>
                <a:cubicBezTo>
                  <a:pt x="1847892" y="1357920"/>
                  <a:pt x="1850782" y="1358467"/>
                  <a:pt x="1850309" y="1359766"/>
                </a:cubicBezTo>
                <a:cubicBezTo>
                  <a:pt x="1849782" y="1361065"/>
                  <a:pt x="1846169" y="1362570"/>
                  <a:pt x="1841890" y="1363140"/>
                </a:cubicBezTo>
                <a:cubicBezTo>
                  <a:pt x="1837695" y="1363733"/>
                  <a:pt x="1834805" y="1363186"/>
                  <a:pt x="1835250" y="1361886"/>
                </a:cubicBezTo>
                <a:cubicBezTo>
                  <a:pt x="1835638" y="1360610"/>
                  <a:pt x="1839445" y="1359105"/>
                  <a:pt x="1843558" y="1358513"/>
                </a:cubicBezTo>
                <a:close/>
                <a:moveTo>
                  <a:pt x="8924728" y="1353390"/>
                </a:moveTo>
                <a:cubicBezTo>
                  <a:pt x="8935878" y="1354718"/>
                  <a:pt x="8947715" y="1357419"/>
                  <a:pt x="8957664" y="1361180"/>
                </a:cubicBezTo>
                <a:cubicBezTo>
                  <a:pt x="8977418" y="1368770"/>
                  <a:pt x="8982060" y="1377820"/>
                  <a:pt x="8967610" y="1381376"/>
                </a:cubicBezTo>
                <a:cubicBezTo>
                  <a:pt x="8953217" y="1384910"/>
                  <a:pt x="8925152" y="1381535"/>
                  <a:pt x="8905396" y="1373900"/>
                </a:cubicBezTo>
                <a:cubicBezTo>
                  <a:pt x="8885805" y="1366263"/>
                  <a:pt x="8881499" y="1357304"/>
                  <a:pt x="8895921" y="1353839"/>
                </a:cubicBezTo>
                <a:cubicBezTo>
                  <a:pt x="8903117" y="1352107"/>
                  <a:pt x="8913578" y="1352062"/>
                  <a:pt x="8924728" y="1353390"/>
                </a:cubicBezTo>
                <a:close/>
                <a:moveTo>
                  <a:pt x="617643" y="1352243"/>
                </a:moveTo>
                <a:cubicBezTo>
                  <a:pt x="618644" y="1352084"/>
                  <a:pt x="619283" y="1352243"/>
                  <a:pt x="618921" y="1352540"/>
                </a:cubicBezTo>
                <a:cubicBezTo>
                  <a:pt x="618699" y="1352791"/>
                  <a:pt x="617866" y="1353133"/>
                  <a:pt x="616809" y="1353246"/>
                </a:cubicBezTo>
                <a:cubicBezTo>
                  <a:pt x="615809" y="1353383"/>
                  <a:pt x="615170" y="1353270"/>
                  <a:pt x="615337" y="1352973"/>
                </a:cubicBezTo>
                <a:cubicBezTo>
                  <a:pt x="615642" y="1352722"/>
                  <a:pt x="616698" y="1352357"/>
                  <a:pt x="617643" y="1352243"/>
                </a:cubicBezTo>
                <a:close/>
                <a:moveTo>
                  <a:pt x="7377015" y="1350617"/>
                </a:moveTo>
                <a:cubicBezTo>
                  <a:pt x="7385132" y="1351669"/>
                  <a:pt x="7393072" y="1353806"/>
                  <a:pt x="7398977" y="1356780"/>
                </a:cubicBezTo>
                <a:cubicBezTo>
                  <a:pt x="7410814" y="1362729"/>
                  <a:pt x="7409897" y="1369910"/>
                  <a:pt x="7396587" y="1372669"/>
                </a:cubicBezTo>
                <a:cubicBezTo>
                  <a:pt x="7383472" y="1375472"/>
                  <a:pt x="7362993" y="1372805"/>
                  <a:pt x="7351267" y="1366810"/>
                </a:cubicBezTo>
                <a:cubicBezTo>
                  <a:pt x="7339597" y="1360792"/>
                  <a:pt x="7340902" y="1353725"/>
                  <a:pt x="7353990" y="1350967"/>
                </a:cubicBezTo>
                <a:cubicBezTo>
                  <a:pt x="7360603" y="1349599"/>
                  <a:pt x="7368897" y="1349565"/>
                  <a:pt x="7377015" y="1350617"/>
                </a:cubicBezTo>
                <a:close/>
                <a:moveTo>
                  <a:pt x="10342794" y="1350078"/>
                </a:moveTo>
                <a:cubicBezTo>
                  <a:pt x="10343600" y="1349805"/>
                  <a:pt x="10345907" y="1350056"/>
                  <a:pt x="10347655" y="1350625"/>
                </a:cubicBezTo>
                <a:cubicBezTo>
                  <a:pt x="10349602" y="1351195"/>
                  <a:pt x="10350296" y="1351834"/>
                  <a:pt x="10349378" y="1352107"/>
                </a:cubicBezTo>
                <a:cubicBezTo>
                  <a:pt x="10348378" y="1352380"/>
                  <a:pt x="10346156" y="1352130"/>
                  <a:pt x="10344323" y="1351560"/>
                </a:cubicBezTo>
                <a:cubicBezTo>
                  <a:pt x="10342514" y="1350990"/>
                  <a:pt x="10341793" y="1350352"/>
                  <a:pt x="10342794" y="1350078"/>
                </a:cubicBezTo>
                <a:close/>
                <a:moveTo>
                  <a:pt x="1592034" y="1345427"/>
                </a:moveTo>
                <a:cubicBezTo>
                  <a:pt x="1595258" y="1344972"/>
                  <a:pt x="1597591" y="1345427"/>
                  <a:pt x="1597119" y="1346408"/>
                </a:cubicBezTo>
                <a:cubicBezTo>
                  <a:pt x="1596731" y="1347365"/>
                  <a:pt x="1593673" y="1348528"/>
                  <a:pt x="1590395" y="1348961"/>
                </a:cubicBezTo>
                <a:cubicBezTo>
                  <a:pt x="1587116" y="1349462"/>
                  <a:pt x="1584726" y="1349029"/>
                  <a:pt x="1585310" y="1348026"/>
                </a:cubicBezTo>
                <a:cubicBezTo>
                  <a:pt x="1585754" y="1347046"/>
                  <a:pt x="1588866" y="1345884"/>
                  <a:pt x="1592034" y="1345427"/>
                </a:cubicBezTo>
                <a:close/>
                <a:moveTo>
                  <a:pt x="7659437" y="1342656"/>
                </a:moveTo>
                <a:cubicBezTo>
                  <a:pt x="7669054" y="1343878"/>
                  <a:pt x="7678634" y="1346363"/>
                  <a:pt x="7685900" y="1349827"/>
                </a:cubicBezTo>
                <a:cubicBezTo>
                  <a:pt x="7700461" y="1356734"/>
                  <a:pt x="7700266" y="1365031"/>
                  <a:pt x="7685261" y="1368269"/>
                </a:cubicBezTo>
                <a:cubicBezTo>
                  <a:pt x="7670284" y="1371505"/>
                  <a:pt x="7646220" y="1368474"/>
                  <a:pt x="7631716" y="1361430"/>
                </a:cubicBezTo>
                <a:cubicBezTo>
                  <a:pt x="7617239" y="1354455"/>
                  <a:pt x="7617795" y="1346249"/>
                  <a:pt x="7632744" y="1343057"/>
                </a:cubicBezTo>
                <a:cubicBezTo>
                  <a:pt x="7640163" y="1341473"/>
                  <a:pt x="7649819" y="1341433"/>
                  <a:pt x="7659437" y="1342656"/>
                </a:cubicBezTo>
                <a:close/>
                <a:moveTo>
                  <a:pt x="3213129" y="1337996"/>
                </a:moveTo>
                <a:cubicBezTo>
                  <a:pt x="3217463" y="1337358"/>
                  <a:pt x="3221159" y="1337928"/>
                  <a:pt x="3221465" y="1339341"/>
                </a:cubicBezTo>
                <a:cubicBezTo>
                  <a:pt x="3221826" y="1340732"/>
                  <a:pt x="3218630" y="1342396"/>
                  <a:pt x="3214240" y="1343057"/>
                </a:cubicBezTo>
                <a:cubicBezTo>
                  <a:pt x="3210044" y="1343718"/>
                  <a:pt x="3206433" y="1343080"/>
                  <a:pt x="3206071" y="1341689"/>
                </a:cubicBezTo>
                <a:cubicBezTo>
                  <a:pt x="3205849" y="1340299"/>
                  <a:pt x="3208933" y="1338634"/>
                  <a:pt x="3213129" y="1337996"/>
                </a:cubicBezTo>
                <a:close/>
                <a:moveTo>
                  <a:pt x="3537230" y="1337199"/>
                </a:moveTo>
                <a:cubicBezTo>
                  <a:pt x="3538147" y="1337062"/>
                  <a:pt x="3538842" y="1337176"/>
                  <a:pt x="3539036" y="1337472"/>
                </a:cubicBezTo>
                <a:cubicBezTo>
                  <a:pt x="3539064" y="1337723"/>
                  <a:pt x="3538453" y="1338088"/>
                  <a:pt x="3537619" y="1338201"/>
                </a:cubicBezTo>
                <a:cubicBezTo>
                  <a:pt x="3536703" y="1338339"/>
                  <a:pt x="3536036" y="1338201"/>
                  <a:pt x="3536036" y="1337905"/>
                </a:cubicBezTo>
                <a:cubicBezTo>
                  <a:pt x="3535785" y="1337677"/>
                  <a:pt x="3536369" y="1337335"/>
                  <a:pt x="3537230" y="1337199"/>
                </a:cubicBezTo>
                <a:close/>
                <a:moveTo>
                  <a:pt x="9160868" y="1336407"/>
                </a:moveTo>
                <a:cubicBezTo>
                  <a:pt x="9175028" y="1338065"/>
                  <a:pt x="9190208" y="1341439"/>
                  <a:pt x="9203072" y="1346134"/>
                </a:cubicBezTo>
                <a:cubicBezTo>
                  <a:pt x="9229025" y="1355617"/>
                  <a:pt x="9235888" y="1366924"/>
                  <a:pt x="9218245" y="1371392"/>
                </a:cubicBezTo>
                <a:cubicBezTo>
                  <a:pt x="9200516" y="1375837"/>
                  <a:pt x="9164950" y="1371619"/>
                  <a:pt x="9139163" y="1362045"/>
                </a:cubicBezTo>
                <a:cubicBezTo>
                  <a:pt x="9113517" y="1352494"/>
                  <a:pt x="9107070" y="1341279"/>
                  <a:pt x="9124770" y="1336970"/>
                </a:cubicBezTo>
                <a:cubicBezTo>
                  <a:pt x="9133565" y="1334806"/>
                  <a:pt x="9146707" y="1334749"/>
                  <a:pt x="9160868" y="1336407"/>
                </a:cubicBezTo>
                <a:close/>
                <a:moveTo>
                  <a:pt x="2908588" y="1332959"/>
                </a:moveTo>
                <a:cubicBezTo>
                  <a:pt x="2916924" y="1331705"/>
                  <a:pt x="2923731" y="1332868"/>
                  <a:pt x="2924010" y="1335535"/>
                </a:cubicBezTo>
                <a:cubicBezTo>
                  <a:pt x="2924231" y="1338179"/>
                  <a:pt x="2917869" y="1341348"/>
                  <a:pt x="2909699" y="1342579"/>
                </a:cubicBezTo>
                <a:cubicBezTo>
                  <a:pt x="2901391" y="1343810"/>
                  <a:pt x="2894584" y="1342647"/>
                  <a:pt x="2894250" y="1340025"/>
                </a:cubicBezTo>
                <a:cubicBezTo>
                  <a:pt x="2894000" y="1337335"/>
                  <a:pt x="2900363" y="1334167"/>
                  <a:pt x="2908588" y="1332959"/>
                </a:cubicBezTo>
                <a:close/>
                <a:moveTo>
                  <a:pt x="7929462" y="1331646"/>
                </a:moveTo>
                <a:cubicBezTo>
                  <a:pt x="7941182" y="1333107"/>
                  <a:pt x="7953011" y="1336071"/>
                  <a:pt x="7962181" y="1340185"/>
                </a:cubicBezTo>
                <a:cubicBezTo>
                  <a:pt x="7980547" y="1348460"/>
                  <a:pt x="7981382" y="1358376"/>
                  <a:pt x="7963988" y="1362251"/>
                </a:cubicBezTo>
                <a:cubicBezTo>
                  <a:pt x="7946371" y="1366149"/>
                  <a:pt x="7917139" y="1362456"/>
                  <a:pt x="7898660" y="1354090"/>
                </a:cubicBezTo>
                <a:cubicBezTo>
                  <a:pt x="7880405" y="1345770"/>
                  <a:pt x="7879961" y="1335923"/>
                  <a:pt x="7897411" y="1332115"/>
                </a:cubicBezTo>
                <a:cubicBezTo>
                  <a:pt x="7906136" y="1330223"/>
                  <a:pt x="7917744" y="1330184"/>
                  <a:pt x="7929462" y="1331646"/>
                </a:cubicBezTo>
                <a:close/>
                <a:moveTo>
                  <a:pt x="1353014" y="1328194"/>
                </a:moveTo>
                <a:cubicBezTo>
                  <a:pt x="1361017" y="1327123"/>
                  <a:pt x="1366518" y="1328149"/>
                  <a:pt x="1365212" y="1330497"/>
                </a:cubicBezTo>
                <a:cubicBezTo>
                  <a:pt x="1363823" y="1332890"/>
                  <a:pt x="1356293" y="1335672"/>
                  <a:pt x="1348234" y="1336788"/>
                </a:cubicBezTo>
                <a:cubicBezTo>
                  <a:pt x="1340149" y="1337860"/>
                  <a:pt x="1334703" y="1336834"/>
                  <a:pt x="1336064" y="1334441"/>
                </a:cubicBezTo>
                <a:cubicBezTo>
                  <a:pt x="1337370" y="1332092"/>
                  <a:pt x="1344983" y="1329289"/>
                  <a:pt x="1353014" y="1328194"/>
                </a:cubicBezTo>
                <a:close/>
                <a:moveTo>
                  <a:pt x="9391266" y="1322869"/>
                </a:moveTo>
                <a:cubicBezTo>
                  <a:pt x="9405289" y="1324485"/>
                  <a:pt x="9420460" y="1327773"/>
                  <a:pt x="9433507" y="1332366"/>
                </a:cubicBezTo>
                <a:cubicBezTo>
                  <a:pt x="9459932" y="1341575"/>
                  <a:pt x="9467822" y="1352608"/>
                  <a:pt x="9450930" y="1356894"/>
                </a:cubicBezTo>
                <a:cubicBezTo>
                  <a:pt x="9433952" y="1361248"/>
                  <a:pt x="9398746" y="1357145"/>
                  <a:pt x="9372293" y="1347798"/>
                </a:cubicBezTo>
                <a:cubicBezTo>
                  <a:pt x="9346312" y="1338498"/>
                  <a:pt x="9339143" y="1327602"/>
                  <a:pt x="9355926" y="1323408"/>
                </a:cubicBezTo>
                <a:cubicBezTo>
                  <a:pt x="9364372" y="1321311"/>
                  <a:pt x="9377245" y="1321254"/>
                  <a:pt x="9391266" y="1322869"/>
                </a:cubicBezTo>
                <a:close/>
                <a:moveTo>
                  <a:pt x="2640941" y="1322157"/>
                </a:moveTo>
                <a:cubicBezTo>
                  <a:pt x="2645797" y="1322991"/>
                  <a:pt x="2648798" y="1324684"/>
                  <a:pt x="2648728" y="1327032"/>
                </a:cubicBezTo>
                <a:cubicBezTo>
                  <a:pt x="2648811" y="1331773"/>
                  <a:pt x="2636669" y="1337381"/>
                  <a:pt x="2621664" y="1339592"/>
                </a:cubicBezTo>
                <a:cubicBezTo>
                  <a:pt x="2606743" y="1341780"/>
                  <a:pt x="2594628" y="1339706"/>
                  <a:pt x="2594794" y="1334942"/>
                </a:cubicBezTo>
                <a:cubicBezTo>
                  <a:pt x="2594933" y="1330200"/>
                  <a:pt x="2607132" y="1324593"/>
                  <a:pt x="2622025" y="1322427"/>
                </a:cubicBezTo>
                <a:cubicBezTo>
                  <a:pt x="2629374" y="1321344"/>
                  <a:pt x="2636085" y="1321322"/>
                  <a:pt x="2640941" y="1322157"/>
                </a:cubicBezTo>
                <a:close/>
                <a:moveTo>
                  <a:pt x="8188228" y="1320758"/>
                </a:moveTo>
                <a:cubicBezTo>
                  <a:pt x="8200596" y="1322274"/>
                  <a:pt x="8213246" y="1325356"/>
                  <a:pt x="8223346" y="1329653"/>
                </a:cubicBezTo>
                <a:cubicBezTo>
                  <a:pt x="8243659" y="1338315"/>
                  <a:pt x="8245715" y="1348642"/>
                  <a:pt x="8227792" y="1352677"/>
                </a:cubicBezTo>
                <a:cubicBezTo>
                  <a:pt x="8209953" y="1356734"/>
                  <a:pt x="8178832" y="1352905"/>
                  <a:pt x="8158577" y="1344129"/>
                </a:cubicBezTo>
                <a:cubicBezTo>
                  <a:pt x="8138543" y="1335443"/>
                  <a:pt x="8136959" y="1325254"/>
                  <a:pt x="8154798" y="1321265"/>
                </a:cubicBezTo>
                <a:cubicBezTo>
                  <a:pt x="8163773" y="1319293"/>
                  <a:pt x="8175859" y="1319242"/>
                  <a:pt x="8188228" y="1320758"/>
                </a:cubicBezTo>
                <a:close/>
                <a:moveTo>
                  <a:pt x="1121469" y="1314404"/>
                </a:moveTo>
                <a:cubicBezTo>
                  <a:pt x="1126220" y="1313811"/>
                  <a:pt x="1129359" y="1314404"/>
                  <a:pt x="1128526" y="1315794"/>
                </a:cubicBezTo>
                <a:cubicBezTo>
                  <a:pt x="1127610" y="1317139"/>
                  <a:pt x="1123024" y="1318781"/>
                  <a:pt x="1118134" y="1319419"/>
                </a:cubicBezTo>
                <a:cubicBezTo>
                  <a:pt x="1113411" y="1320034"/>
                  <a:pt x="1110409" y="1319419"/>
                  <a:pt x="1111160" y="1318074"/>
                </a:cubicBezTo>
                <a:cubicBezTo>
                  <a:pt x="1112021" y="1316706"/>
                  <a:pt x="1116717" y="1315042"/>
                  <a:pt x="1121469" y="1314404"/>
                </a:cubicBezTo>
                <a:close/>
                <a:moveTo>
                  <a:pt x="2371099" y="1312019"/>
                </a:moveTo>
                <a:cubicBezTo>
                  <a:pt x="2376121" y="1312888"/>
                  <a:pt x="2379060" y="1314655"/>
                  <a:pt x="2378699" y="1317116"/>
                </a:cubicBezTo>
                <a:cubicBezTo>
                  <a:pt x="2378143" y="1322109"/>
                  <a:pt x="2364721" y="1328012"/>
                  <a:pt x="2348744" y="1330292"/>
                </a:cubicBezTo>
                <a:cubicBezTo>
                  <a:pt x="2332656" y="1332594"/>
                  <a:pt x="2320124" y="1330451"/>
                  <a:pt x="2320930" y="1325414"/>
                </a:cubicBezTo>
                <a:cubicBezTo>
                  <a:pt x="2321625" y="1320444"/>
                  <a:pt x="2335101" y="1314586"/>
                  <a:pt x="2350995" y="1312306"/>
                </a:cubicBezTo>
                <a:cubicBezTo>
                  <a:pt x="2358970" y="1311178"/>
                  <a:pt x="2366076" y="1311149"/>
                  <a:pt x="2371099" y="1312019"/>
                </a:cubicBezTo>
                <a:close/>
                <a:moveTo>
                  <a:pt x="9616061" y="1310466"/>
                </a:moveTo>
                <a:cubicBezTo>
                  <a:pt x="9628665" y="1311896"/>
                  <a:pt x="9642433" y="1314803"/>
                  <a:pt x="9654381" y="1318849"/>
                </a:cubicBezTo>
                <a:cubicBezTo>
                  <a:pt x="9678528" y="1327009"/>
                  <a:pt x="9686474" y="1336743"/>
                  <a:pt x="9671803" y="1340527"/>
                </a:cubicBezTo>
                <a:cubicBezTo>
                  <a:pt x="9657104" y="1344379"/>
                  <a:pt x="9625566" y="1340709"/>
                  <a:pt x="9601308" y="1332457"/>
                </a:cubicBezTo>
                <a:cubicBezTo>
                  <a:pt x="9577303" y="1324319"/>
                  <a:pt x="9570162" y="1314677"/>
                  <a:pt x="9584722" y="1310938"/>
                </a:cubicBezTo>
                <a:cubicBezTo>
                  <a:pt x="9592015" y="1309081"/>
                  <a:pt x="9603455" y="1309036"/>
                  <a:pt x="9616061" y="1310466"/>
                </a:cubicBezTo>
                <a:close/>
                <a:moveTo>
                  <a:pt x="8437071" y="1308639"/>
                </a:moveTo>
                <a:cubicBezTo>
                  <a:pt x="8450182" y="1310210"/>
                  <a:pt x="8463756" y="1313400"/>
                  <a:pt x="8474677" y="1317845"/>
                </a:cubicBezTo>
                <a:cubicBezTo>
                  <a:pt x="8496628" y="1326849"/>
                  <a:pt x="8500045" y="1337586"/>
                  <a:pt x="8481873" y="1341780"/>
                </a:cubicBezTo>
                <a:cubicBezTo>
                  <a:pt x="8463646" y="1345975"/>
                  <a:pt x="8430691" y="1341963"/>
                  <a:pt x="8408655" y="1332890"/>
                </a:cubicBezTo>
                <a:cubicBezTo>
                  <a:pt x="8386928" y="1323887"/>
                  <a:pt x="8384037" y="1313287"/>
                  <a:pt x="8402236" y="1309161"/>
                </a:cubicBezTo>
                <a:cubicBezTo>
                  <a:pt x="8411309" y="1307121"/>
                  <a:pt x="8423959" y="1307069"/>
                  <a:pt x="8437071" y="1308639"/>
                </a:cubicBezTo>
                <a:close/>
                <a:moveTo>
                  <a:pt x="2092219" y="1306539"/>
                </a:moveTo>
                <a:cubicBezTo>
                  <a:pt x="2097583" y="1305787"/>
                  <a:pt x="2101723" y="1306493"/>
                  <a:pt x="2101305" y="1308135"/>
                </a:cubicBezTo>
                <a:cubicBezTo>
                  <a:pt x="2100945" y="1309776"/>
                  <a:pt x="2096221" y="1311736"/>
                  <a:pt x="2090830" y="1312488"/>
                </a:cubicBezTo>
                <a:cubicBezTo>
                  <a:pt x="2085412" y="1313218"/>
                  <a:pt x="2081355" y="1312511"/>
                  <a:pt x="2081911" y="1310893"/>
                </a:cubicBezTo>
                <a:cubicBezTo>
                  <a:pt x="2082217" y="1309229"/>
                  <a:pt x="2086940" y="1307291"/>
                  <a:pt x="2092219" y="1306539"/>
                </a:cubicBezTo>
                <a:close/>
                <a:moveTo>
                  <a:pt x="7158734" y="1303393"/>
                </a:moveTo>
                <a:cubicBezTo>
                  <a:pt x="7165236" y="1302071"/>
                  <a:pt x="7174989" y="1303325"/>
                  <a:pt x="7180463" y="1306152"/>
                </a:cubicBezTo>
                <a:cubicBezTo>
                  <a:pt x="7185909" y="1309001"/>
                  <a:pt x="7185047" y="1312421"/>
                  <a:pt x="7178601" y="1313765"/>
                </a:cubicBezTo>
                <a:cubicBezTo>
                  <a:pt x="7172016" y="1315110"/>
                  <a:pt x="7162207" y="1313833"/>
                  <a:pt x="7156678" y="1310962"/>
                </a:cubicBezTo>
                <a:cubicBezTo>
                  <a:pt x="7151232" y="1308089"/>
                  <a:pt x="7152065" y="1304716"/>
                  <a:pt x="7158734" y="1303393"/>
                </a:cubicBezTo>
                <a:close/>
                <a:moveTo>
                  <a:pt x="898816" y="1299632"/>
                </a:moveTo>
                <a:cubicBezTo>
                  <a:pt x="901344" y="1299313"/>
                  <a:pt x="902872" y="1299586"/>
                  <a:pt x="902400" y="1300271"/>
                </a:cubicBezTo>
                <a:cubicBezTo>
                  <a:pt x="901761" y="1300931"/>
                  <a:pt x="899427" y="1301752"/>
                  <a:pt x="897010" y="1302072"/>
                </a:cubicBezTo>
                <a:cubicBezTo>
                  <a:pt x="894703" y="1302390"/>
                  <a:pt x="893175" y="1302072"/>
                  <a:pt x="893731" y="1301410"/>
                </a:cubicBezTo>
                <a:cubicBezTo>
                  <a:pt x="894120" y="1300749"/>
                  <a:pt x="896648" y="1299951"/>
                  <a:pt x="898816" y="1299632"/>
                </a:cubicBezTo>
                <a:close/>
                <a:moveTo>
                  <a:pt x="9836063" y="1299282"/>
                </a:moveTo>
                <a:cubicBezTo>
                  <a:pt x="9845948" y="1300390"/>
                  <a:pt x="9856848" y="1302641"/>
                  <a:pt x="9866450" y="1305764"/>
                </a:cubicBezTo>
                <a:cubicBezTo>
                  <a:pt x="9885706" y="1312010"/>
                  <a:pt x="9892402" y="1319532"/>
                  <a:pt x="9881288" y="1322450"/>
                </a:cubicBezTo>
                <a:cubicBezTo>
                  <a:pt x="9870198" y="1325345"/>
                  <a:pt x="9845442" y="1322564"/>
                  <a:pt x="9826240" y="1316295"/>
                </a:cubicBezTo>
                <a:cubicBezTo>
                  <a:pt x="9807096" y="1309958"/>
                  <a:pt x="9800650" y="1302527"/>
                  <a:pt x="9811765" y="1299655"/>
                </a:cubicBezTo>
                <a:cubicBezTo>
                  <a:pt x="9817308" y="1298208"/>
                  <a:pt x="9826177" y="1298174"/>
                  <a:pt x="9836063" y="1299282"/>
                </a:cubicBezTo>
                <a:close/>
                <a:moveTo>
                  <a:pt x="8677413" y="1297159"/>
                </a:moveTo>
                <a:cubicBezTo>
                  <a:pt x="8689968" y="1298641"/>
                  <a:pt x="8703138" y="1301661"/>
                  <a:pt x="8714003" y="1305878"/>
                </a:cubicBezTo>
                <a:cubicBezTo>
                  <a:pt x="8735897" y="1314312"/>
                  <a:pt x="8740094" y="1324433"/>
                  <a:pt x="8723172" y="1328422"/>
                </a:cubicBezTo>
                <a:cubicBezTo>
                  <a:pt x="8706194" y="1332389"/>
                  <a:pt x="8674519" y="1328605"/>
                  <a:pt x="8652899" y="1320034"/>
                </a:cubicBezTo>
                <a:cubicBezTo>
                  <a:pt x="8631254" y="1311509"/>
                  <a:pt x="8627613" y="1301547"/>
                  <a:pt x="8644537" y="1297672"/>
                </a:cubicBezTo>
                <a:cubicBezTo>
                  <a:pt x="8652928" y="1295734"/>
                  <a:pt x="8664861" y="1295677"/>
                  <a:pt x="8677413" y="1297159"/>
                </a:cubicBezTo>
                <a:close/>
                <a:moveTo>
                  <a:pt x="7432098" y="1295666"/>
                </a:moveTo>
                <a:cubicBezTo>
                  <a:pt x="7440517" y="1293956"/>
                  <a:pt x="7453771" y="1295575"/>
                  <a:pt x="7461497" y="1299382"/>
                </a:cubicBezTo>
                <a:cubicBezTo>
                  <a:pt x="7469305" y="1303188"/>
                  <a:pt x="7468665" y="1307702"/>
                  <a:pt x="7460301" y="1309434"/>
                </a:cubicBezTo>
                <a:cubicBezTo>
                  <a:pt x="7451577" y="1311212"/>
                  <a:pt x="7438378" y="1309548"/>
                  <a:pt x="7430654" y="1305741"/>
                </a:cubicBezTo>
                <a:cubicBezTo>
                  <a:pt x="7422790" y="1301912"/>
                  <a:pt x="7423567" y="1297421"/>
                  <a:pt x="7432098" y="1295666"/>
                </a:cubicBezTo>
                <a:close/>
                <a:moveTo>
                  <a:pt x="1846419" y="1293295"/>
                </a:moveTo>
                <a:cubicBezTo>
                  <a:pt x="1851977" y="1292520"/>
                  <a:pt x="1855839" y="1293227"/>
                  <a:pt x="1855311" y="1294846"/>
                </a:cubicBezTo>
                <a:cubicBezTo>
                  <a:pt x="1854783" y="1296486"/>
                  <a:pt x="1849838" y="1298401"/>
                  <a:pt x="1844391" y="1299153"/>
                </a:cubicBezTo>
                <a:cubicBezTo>
                  <a:pt x="1839000" y="1299906"/>
                  <a:pt x="1835082" y="1299177"/>
                  <a:pt x="1835611" y="1297581"/>
                </a:cubicBezTo>
                <a:cubicBezTo>
                  <a:pt x="1836139" y="1295939"/>
                  <a:pt x="1841085" y="1294025"/>
                  <a:pt x="1846419" y="1293295"/>
                </a:cubicBezTo>
                <a:close/>
                <a:moveTo>
                  <a:pt x="10046283" y="1292224"/>
                </a:moveTo>
                <a:cubicBezTo>
                  <a:pt x="10050089" y="1291221"/>
                  <a:pt x="10058731" y="1292133"/>
                  <a:pt x="10065623" y="1294321"/>
                </a:cubicBezTo>
                <a:cubicBezTo>
                  <a:pt x="10072431" y="1296487"/>
                  <a:pt x="10074792" y="1299017"/>
                  <a:pt x="10070986" y="1300020"/>
                </a:cubicBezTo>
                <a:cubicBezTo>
                  <a:pt x="10067291" y="1301023"/>
                  <a:pt x="10058786" y="1300111"/>
                  <a:pt x="10051979" y="1297923"/>
                </a:cubicBezTo>
                <a:cubicBezTo>
                  <a:pt x="10045144" y="1295735"/>
                  <a:pt x="10042616" y="1293204"/>
                  <a:pt x="10046283" y="1292224"/>
                </a:cubicBezTo>
                <a:close/>
                <a:moveTo>
                  <a:pt x="8910202" y="1285676"/>
                </a:moveTo>
                <a:cubicBezTo>
                  <a:pt x="8921629" y="1287009"/>
                  <a:pt x="8933737" y="1289717"/>
                  <a:pt x="8943853" y="1293477"/>
                </a:cubicBezTo>
                <a:cubicBezTo>
                  <a:pt x="8964332" y="1301023"/>
                  <a:pt x="8968803" y="1310072"/>
                  <a:pt x="8953993" y="1313606"/>
                </a:cubicBezTo>
                <a:cubicBezTo>
                  <a:pt x="8939239" y="1317139"/>
                  <a:pt x="8910592" y="1313788"/>
                  <a:pt x="8890335" y="1306152"/>
                </a:cubicBezTo>
                <a:cubicBezTo>
                  <a:pt x="8870107" y="1298538"/>
                  <a:pt x="8865773" y="1289603"/>
                  <a:pt x="8880638" y="1286115"/>
                </a:cubicBezTo>
                <a:cubicBezTo>
                  <a:pt x="8888030" y="1284382"/>
                  <a:pt x="8898776" y="1284343"/>
                  <a:pt x="8910202" y="1285676"/>
                </a:cubicBezTo>
                <a:close/>
                <a:moveTo>
                  <a:pt x="684664" y="1283858"/>
                </a:moveTo>
                <a:cubicBezTo>
                  <a:pt x="685609" y="1283698"/>
                  <a:pt x="686332" y="1283835"/>
                  <a:pt x="686137" y="1284086"/>
                </a:cubicBezTo>
                <a:cubicBezTo>
                  <a:pt x="685831" y="1284360"/>
                  <a:pt x="684831" y="1284679"/>
                  <a:pt x="683970" y="1284793"/>
                </a:cubicBezTo>
                <a:cubicBezTo>
                  <a:pt x="682997" y="1284929"/>
                  <a:pt x="682413" y="1284793"/>
                  <a:pt x="682580" y="1284542"/>
                </a:cubicBezTo>
                <a:cubicBezTo>
                  <a:pt x="682858" y="1284268"/>
                  <a:pt x="683636" y="1283972"/>
                  <a:pt x="684664" y="1283858"/>
                </a:cubicBezTo>
                <a:close/>
                <a:moveTo>
                  <a:pt x="3131242" y="1282901"/>
                </a:moveTo>
                <a:cubicBezTo>
                  <a:pt x="3139300" y="1281738"/>
                  <a:pt x="3146079" y="1282855"/>
                  <a:pt x="3146496" y="1285363"/>
                </a:cubicBezTo>
                <a:cubicBezTo>
                  <a:pt x="3147108" y="1287938"/>
                  <a:pt x="3141049" y="1290948"/>
                  <a:pt x="3133242" y="1292110"/>
                </a:cubicBezTo>
                <a:cubicBezTo>
                  <a:pt x="3125295" y="1293295"/>
                  <a:pt x="3118487" y="1292179"/>
                  <a:pt x="3117904" y="1289625"/>
                </a:cubicBezTo>
                <a:cubicBezTo>
                  <a:pt x="3117459" y="1287118"/>
                  <a:pt x="3123350" y="1284086"/>
                  <a:pt x="3131242" y="1282901"/>
                </a:cubicBezTo>
                <a:close/>
                <a:moveTo>
                  <a:pt x="7711714" y="1280160"/>
                </a:moveTo>
                <a:cubicBezTo>
                  <a:pt x="7722467" y="1281482"/>
                  <a:pt x="7733221" y="1284166"/>
                  <a:pt x="7741418" y="1287893"/>
                </a:cubicBezTo>
                <a:cubicBezTo>
                  <a:pt x="7757728" y="1295438"/>
                  <a:pt x="7757700" y="1304419"/>
                  <a:pt x="7740973" y="1307952"/>
                </a:cubicBezTo>
                <a:cubicBezTo>
                  <a:pt x="7724495" y="1311463"/>
                  <a:pt x="7697598" y="1308135"/>
                  <a:pt x="7681149" y="1300521"/>
                </a:cubicBezTo>
                <a:cubicBezTo>
                  <a:pt x="7665005" y="1292953"/>
                  <a:pt x="7665504" y="1284063"/>
                  <a:pt x="7682010" y="1280598"/>
                </a:cubicBezTo>
                <a:cubicBezTo>
                  <a:pt x="7690207" y="1278877"/>
                  <a:pt x="7700960" y="1278838"/>
                  <a:pt x="7711714" y="1280160"/>
                </a:cubicBezTo>
                <a:close/>
                <a:moveTo>
                  <a:pt x="10262130" y="1280142"/>
                </a:moveTo>
                <a:cubicBezTo>
                  <a:pt x="10263158" y="1279915"/>
                  <a:pt x="10265241" y="1280142"/>
                  <a:pt x="10267076" y="1280689"/>
                </a:cubicBezTo>
                <a:cubicBezTo>
                  <a:pt x="10268854" y="1281237"/>
                  <a:pt x="10269326" y="1281852"/>
                  <a:pt x="10268577" y="1282103"/>
                </a:cubicBezTo>
                <a:cubicBezTo>
                  <a:pt x="10267715" y="1282354"/>
                  <a:pt x="10265492" y="1282103"/>
                  <a:pt x="10263796" y="1281579"/>
                </a:cubicBezTo>
                <a:cubicBezTo>
                  <a:pt x="10262048" y="1281054"/>
                  <a:pt x="10261325" y="1280439"/>
                  <a:pt x="10262130" y="1280142"/>
                </a:cubicBezTo>
                <a:close/>
                <a:moveTo>
                  <a:pt x="1611235" y="1279413"/>
                </a:moveTo>
                <a:cubicBezTo>
                  <a:pt x="1615792" y="1278820"/>
                  <a:pt x="1619043" y="1279413"/>
                  <a:pt x="1618348" y="1280735"/>
                </a:cubicBezTo>
                <a:cubicBezTo>
                  <a:pt x="1617709" y="1282080"/>
                  <a:pt x="1613680" y="1283653"/>
                  <a:pt x="1609150" y="1284246"/>
                </a:cubicBezTo>
                <a:cubicBezTo>
                  <a:pt x="1604399" y="1284861"/>
                  <a:pt x="1601287" y="1284291"/>
                  <a:pt x="1601954" y="1282946"/>
                </a:cubicBezTo>
                <a:cubicBezTo>
                  <a:pt x="1602398" y="1281646"/>
                  <a:pt x="1606733" y="1280006"/>
                  <a:pt x="1611235" y="1279413"/>
                </a:cubicBezTo>
                <a:close/>
                <a:moveTo>
                  <a:pt x="2849292" y="1275356"/>
                </a:moveTo>
                <a:cubicBezTo>
                  <a:pt x="2859489" y="1273919"/>
                  <a:pt x="2867964" y="1275264"/>
                  <a:pt x="2868103" y="1278478"/>
                </a:cubicBezTo>
                <a:cubicBezTo>
                  <a:pt x="2868408" y="1281670"/>
                  <a:pt x="2860461" y="1285453"/>
                  <a:pt x="2850347" y="1286958"/>
                </a:cubicBezTo>
                <a:cubicBezTo>
                  <a:pt x="2840038" y="1288417"/>
                  <a:pt x="2831591" y="1287027"/>
                  <a:pt x="2831341" y="1283812"/>
                </a:cubicBezTo>
                <a:cubicBezTo>
                  <a:pt x="2831175" y="1280621"/>
                  <a:pt x="2839177" y="1276837"/>
                  <a:pt x="2849292" y="1275356"/>
                </a:cubicBezTo>
                <a:close/>
                <a:moveTo>
                  <a:pt x="9133471" y="1269463"/>
                </a:moveTo>
                <a:cubicBezTo>
                  <a:pt x="9147216" y="1271030"/>
                  <a:pt x="9161949" y="1274216"/>
                  <a:pt x="9174453" y="1278661"/>
                </a:cubicBezTo>
                <a:cubicBezTo>
                  <a:pt x="9199462" y="1287619"/>
                  <a:pt x="9206047" y="1298333"/>
                  <a:pt x="9188847" y="1302481"/>
                </a:cubicBezTo>
                <a:cubicBezTo>
                  <a:pt x="9171563" y="1306699"/>
                  <a:pt x="9137162" y="1302710"/>
                  <a:pt x="9112018" y="1293637"/>
                </a:cubicBezTo>
                <a:cubicBezTo>
                  <a:pt x="9087120" y="1284656"/>
                  <a:pt x="9081091" y="1274101"/>
                  <a:pt x="9098430" y="1269975"/>
                </a:cubicBezTo>
                <a:cubicBezTo>
                  <a:pt x="9106974" y="1267947"/>
                  <a:pt x="9119727" y="1267896"/>
                  <a:pt x="9133471" y="1269463"/>
                </a:cubicBezTo>
                <a:close/>
                <a:moveTo>
                  <a:pt x="7964373" y="1268725"/>
                </a:moveTo>
                <a:cubicBezTo>
                  <a:pt x="7976325" y="1270170"/>
                  <a:pt x="7988384" y="1273110"/>
                  <a:pt x="7997749" y="1277201"/>
                </a:cubicBezTo>
                <a:cubicBezTo>
                  <a:pt x="8016809" y="1285499"/>
                  <a:pt x="8017948" y="1295347"/>
                  <a:pt x="8000082" y="1299222"/>
                </a:cubicBezTo>
                <a:cubicBezTo>
                  <a:pt x="7982131" y="1303097"/>
                  <a:pt x="7952067" y="1299427"/>
                  <a:pt x="7933062" y="1291061"/>
                </a:cubicBezTo>
                <a:cubicBezTo>
                  <a:pt x="7914416" y="1282764"/>
                  <a:pt x="7913916" y="1273007"/>
                  <a:pt x="7931644" y="1269223"/>
                </a:cubicBezTo>
                <a:cubicBezTo>
                  <a:pt x="7940578" y="1267332"/>
                  <a:pt x="7952421" y="1267280"/>
                  <a:pt x="7964373" y="1268725"/>
                </a:cubicBezTo>
                <a:close/>
                <a:moveTo>
                  <a:pt x="10465388" y="1265622"/>
                </a:moveTo>
                <a:cubicBezTo>
                  <a:pt x="10465778" y="1265485"/>
                  <a:pt x="10466833" y="1265622"/>
                  <a:pt x="10467833" y="1265895"/>
                </a:cubicBezTo>
                <a:cubicBezTo>
                  <a:pt x="10468666" y="1266169"/>
                  <a:pt x="10468973" y="1266466"/>
                  <a:pt x="10468556" y="1266580"/>
                </a:cubicBezTo>
                <a:cubicBezTo>
                  <a:pt x="10468083" y="1266693"/>
                  <a:pt x="10467027" y="1266580"/>
                  <a:pt x="10466166" y="1266306"/>
                </a:cubicBezTo>
                <a:cubicBezTo>
                  <a:pt x="10465249" y="1266078"/>
                  <a:pt x="10464943" y="1265735"/>
                  <a:pt x="10465388" y="1265622"/>
                </a:cubicBezTo>
                <a:close/>
                <a:moveTo>
                  <a:pt x="2601273" y="1263653"/>
                </a:moveTo>
                <a:cubicBezTo>
                  <a:pt x="2605840" y="1264420"/>
                  <a:pt x="2608646" y="1265976"/>
                  <a:pt x="2608604" y="1268152"/>
                </a:cubicBezTo>
                <a:cubicBezTo>
                  <a:pt x="2608466" y="1272507"/>
                  <a:pt x="2596934" y="1277658"/>
                  <a:pt x="2582846" y="1279732"/>
                </a:cubicBezTo>
                <a:cubicBezTo>
                  <a:pt x="2568648" y="1281738"/>
                  <a:pt x="2557339" y="1279801"/>
                  <a:pt x="2557394" y="1275447"/>
                </a:cubicBezTo>
                <a:cubicBezTo>
                  <a:pt x="2557589" y="1271093"/>
                  <a:pt x="2569148" y="1265895"/>
                  <a:pt x="2583375" y="1263890"/>
                </a:cubicBezTo>
                <a:cubicBezTo>
                  <a:pt x="2590377" y="1262910"/>
                  <a:pt x="2596705" y="1262887"/>
                  <a:pt x="2601273" y="1263653"/>
                </a:cubicBezTo>
                <a:close/>
                <a:moveTo>
                  <a:pt x="1386914" y="1262659"/>
                </a:moveTo>
                <a:cubicBezTo>
                  <a:pt x="1394611" y="1261588"/>
                  <a:pt x="1399862" y="1262590"/>
                  <a:pt x="1398584" y="1264824"/>
                </a:cubicBezTo>
                <a:cubicBezTo>
                  <a:pt x="1397389" y="1267104"/>
                  <a:pt x="1390165" y="1269748"/>
                  <a:pt x="1382135" y="1270797"/>
                </a:cubicBezTo>
                <a:cubicBezTo>
                  <a:pt x="1374493" y="1271800"/>
                  <a:pt x="1369186" y="1270819"/>
                  <a:pt x="1370409" y="1268563"/>
                </a:cubicBezTo>
                <a:cubicBezTo>
                  <a:pt x="1371603" y="1266328"/>
                  <a:pt x="1379134" y="1263662"/>
                  <a:pt x="1386914" y="1262659"/>
                </a:cubicBezTo>
                <a:close/>
                <a:moveTo>
                  <a:pt x="8207184" y="1257581"/>
                </a:moveTo>
                <a:cubicBezTo>
                  <a:pt x="8219257" y="1259023"/>
                  <a:pt x="8231628" y="1261941"/>
                  <a:pt x="8241520" y="1265987"/>
                </a:cubicBezTo>
                <a:cubicBezTo>
                  <a:pt x="8261221" y="1274171"/>
                  <a:pt x="8263332" y="1283972"/>
                  <a:pt x="8246077" y="1287779"/>
                </a:cubicBezTo>
                <a:cubicBezTo>
                  <a:pt x="8228515" y="1291609"/>
                  <a:pt x="8198255" y="1287985"/>
                  <a:pt x="8178666" y="1279709"/>
                </a:cubicBezTo>
                <a:cubicBezTo>
                  <a:pt x="8158994" y="1271503"/>
                  <a:pt x="8157299" y="1261769"/>
                  <a:pt x="8174638" y="1258031"/>
                </a:cubicBezTo>
                <a:cubicBezTo>
                  <a:pt x="8183335" y="1256174"/>
                  <a:pt x="8195110" y="1256139"/>
                  <a:pt x="8207184" y="1257581"/>
                </a:cubicBezTo>
                <a:close/>
                <a:moveTo>
                  <a:pt x="6969202" y="1256686"/>
                </a:moveTo>
                <a:cubicBezTo>
                  <a:pt x="6970341" y="1256435"/>
                  <a:pt x="6972119" y="1256663"/>
                  <a:pt x="6973120" y="1257165"/>
                </a:cubicBezTo>
                <a:cubicBezTo>
                  <a:pt x="6974092" y="1257711"/>
                  <a:pt x="6973842" y="1258350"/>
                  <a:pt x="6972592" y="1258578"/>
                </a:cubicBezTo>
                <a:cubicBezTo>
                  <a:pt x="6971480" y="1258806"/>
                  <a:pt x="6969535" y="1258601"/>
                  <a:pt x="6968702" y="1258076"/>
                </a:cubicBezTo>
                <a:cubicBezTo>
                  <a:pt x="6967673" y="1257529"/>
                  <a:pt x="6967868" y="1256937"/>
                  <a:pt x="6969202" y="1256686"/>
                </a:cubicBezTo>
                <a:close/>
                <a:moveTo>
                  <a:pt x="2349690" y="1251997"/>
                </a:moveTo>
                <a:cubicBezTo>
                  <a:pt x="2354316" y="1252777"/>
                  <a:pt x="2357040" y="1254362"/>
                  <a:pt x="2356748" y="1256572"/>
                </a:cubicBezTo>
                <a:cubicBezTo>
                  <a:pt x="2356248" y="1261040"/>
                  <a:pt x="2343854" y="1266306"/>
                  <a:pt x="2329017" y="1268403"/>
                </a:cubicBezTo>
                <a:cubicBezTo>
                  <a:pt x="2314234" y="1270454"/>
                  <a:pt x="2302841" y="1268517"/>
                  <a:pt x="2303453" y="1264072"/>
                </a:cubicBezTo>
                <a:cubicBezTo>
                  <a:pt x="2304148" y="1259536"/>
                  <a:pt x="2316624" y="1254293"/>
                  <a:pt x="2331212" y="1252241"/>
                </a:cubicBezTo>
                <a:cubicBezTo>
                  <a:pt x="2338534" y="1251239"/>
                  <a:pt x="2345064" y="1251216"/>
                  <a:pt x="2349690" y="1251997"/>
                </a:cubicBezTo>
                <a:close/>
                <a:moveTo>
                  <a:pt x="9348618" y="1251771"/>
                </a:moveTo>
                <a:cubicBezTo>
                  <a:pt x="9365707" y="1253683"/>
                  <a:pt x="9384171" y="1257575"/>
                  <a:pt x="9399969" y="1263000"/>
                </a:cubicBezTo>
                <a:cubicBezTo>
                  <a:pt x="9431978" y="1273941"/>
                  <a:pt x="9441510" y="1287072"/>
                  <a:pt x="9420780" y="1292224"/>
                </a:cubicBezTo>
                <a:cubicBezTo>
                  <a:pt x="9399912" y="1297375"/>
                  <a:pt x="9356871" y="1292474"/>
                  <a:pt x="9324917" y="1281351"/>
                </a:cubicBezTo>
                <a:cubicBezTo>
                  <a:pt x="9293407" y="1270340"/>
                  <a:pt x="9284849" y="1257438"/>
                  <a:pt x="9305522" y="1252423"/>
                </a:cubicBezTo>
                <a:cubicBezTo>
                  <a:pt x="9315816" y="1249927"/>
                  <a:pt x="9331530" y="1249859"/>
                  <a:pt x="9348618" y="1251771"/>
                </a:cubicBezTo>
                <a:close/>
                <a:moveTo>
                  <a:pt x="10660198" y="1250121"/>
                </a:moveTo>
                <a:cubicBezTo>
                  <a:pt x="10661116" y="1249870"/>
                  <a:pt x="10663199" y="1250075"/>
                  <a:pt x="10665034" y="1250599"/>
                </a:cubicBezTo>
                <a:cubicBezTo>
                  <a:pt x="10666923" y="1251147"/>
                  <a:pt x="10667646" y="1251739"/>
                  <a:pt x="10666731" y="1252013"/>
                </a:cubicBezTo>
                <a:cubicBezTo>
                  <a:pt x="10665979" y="1252241"/>
                  <a:pt x="10663756" y="1252013"/>
                  <a:pt x="10662060" y="1251488"/>
                </a:cubicBezTo>
                <a:cubicBezTo>
                  <a:pt x="10660061" y="1250942"/>
                  <a:pt x="10659312" y="1250349"/>
                  <a:pt x="10660198" y="1250121"/>
                </a:cubicBezTo>
                <a:close/>
                <a:moveTo>
                  <a:pt x="1169012" y="1248867"/>
                </a:moveTo>
                <a:cubicBezTo>
                  <a:pt x="1173208" y="1248366"/>
                  <a:pt x="1175930" y="1248867"/>
                  <a:pt x="1175236" y="1250030"/>
                </a:cubicBezTo>
                <a:cubicBezTo>
                  <a:pt x="1174486" y="1251193"/>
                  <a:pt x="1170401" y="1252606"/>
                  <a:pt x="1166233" y="1253153"/>
                </a:cubicBezTo>
                <a:cubicBezTo>
                  <a:pt x="1162038" y="1253677"/>
                  <a:pt x="1159287" y="1253176"/>
                  <a:pt x="1160092" y="1251990"/>
                </a:cubicBezTo>
                <a:cubicBezTo>
                  <a:pt x="1160898" y="1250828"/>
                  <a:pt x="1164844" y="1249415"/>
                  <a:pt x="1169012" y="1248867"/>
                </a:cubicBezTo>
                <a:close/>
                <a:moveTo>
                  <a:pt x="7232618" y="1246816"/>
                </a:moveTo>
                <a:cubicBezTo>
                  <a:pt x="7238925" y="1245562"/>
                  <a:pt x="7248401" y="1246747"/>
                  <a:pt x="7253958" y="1249460"/>
                </a:cubicBezTo>
                <a:cubicBezTo>
                  <a:pt x="7259404" y="1252195"/>
                  <a:pt x="7258626" y="1255478"/>
                  <a:pt x="7252403" y="1256709"/>
                </a:cubicBezTo>
                <a:cubicBezTo>
                  <a:pt x="7245983" y="1257985"/>
                  <a:pt x="7236313" y="1256754"/>
                  <a:pt x="7230867" y="1254019"/>
                </a:cubicBezTo>
                <a:cubicBezTo>
                  <a:pt x="7225533" y="1251306"/>
                  <a:pt x="7226283" y="1248069"/>
                  <a:pt x="7232618" y="1246816"/>
                </a:cubicBezTo>
                <a:close/>
                <a:moveTo>
                  <a:pt x="8441083" y="1244593"/>
                </a:moveTo>
                <a:cubicBezTo>
                  <a:pt x="8454002" y="1246103"/>
                  <a:pt x="8467397" y="1249175"/>
                  <a:pt x="8478206" y="1253449"/>
                </a:cubicBezTo>
                <a:cubicBezTo>
                  <a:pt x="8500045" y="1262066"/>
                  <a:pt x="8503353" y="1272369"/>
                  <a:pt x="8485319" y="1276381"/>
                </a:cubicBezTo>
                <a:cubicBezTo>
                  <a:pt x="8467229" y="1280461"/>
                  <a:pt x="8434803" y="1276632"/>
                  <a:pt x="8413213" y="1267901"/>
                </a:cubicBezTo>
                <a:cubicBezTo>
                  <a:pt x="8391567" y="1259239"/>
                  <a:pt x="8388843" y="1249050"/>
                  <a:pt x="8406795" y="1245106"/>
                </a:cubicBezTo>
                <a:cubicBezTo>
                  <a:pt x="8415712" y="1243134"/>
                  <a:pt x="8428162" y="1243083"/>
                  <a:pt x="8441083" y="1244593"/>
                </a:cubicBezTo>
                <a:close/>
                <a:moveTo>
                  <a:pt x="2090524" y="1242850"/>
                </a:moveTo>
                <a:cubicBezTo>
                  <a:pt x="2098777" y="1241733"/>
                  <a:pt x="2105057" y="1242804"/>
                  <a:pt x="2104473" y="1245243"/>
                </a:cubicBezTo>
                <a:cubicBezTo>
                  <a:pt x="2103723" y="1247705"/>
                  <a:pt x="2096610" y="1250600"/>
                  <a:pt x="2088302" y="1251762"/>
                </a:cubicBezTo>
                <a:cubicBezTo>
                  <a:pt x="2080021" y="1252902"/>
                  <a:pt x="2073741" y="1251808"/>
                  <a:pt x="2074464" y="1249369"/>
                </a:cubicBezTo>
                <a:cubicBezTo>
                  <a:pt x="2075019" y="1246930"/>
                  <a:pt x="2082133" y="1244012"/>
                  <a:pt x="2090524" y="1242850"/>
                </a:cubicBezTo>
                <a:close/>
                <a:moveTo>
                  <a:pt x="9771309" y="1239749"/>
                </a:moveTo>
                <a:cubicBezTo>
                  <a:pt x="9775086" y="1238792"/>
                  <a:pt x="9783423" y="1239681"/>
                  <a:pt x="9789703" y="1241755"/>
                </a:cubicBezTo>
                <a:cubicBezTo>
                  <a:pt x="9796232" y="1243829"/>
                  <a:pt x="9798429" y="1246291"/>
                  <a:pt x="9794566" y="1247226"/>
                </a:cubicBezTo>
                <a:cubicBezTo>
                  <a:pt x="9790786" y="1248184"/>
                  <a:pt x="9782505" y="1247272"/>
                  <a:pt x="9776143" y="1245198"/>
                </a:cubicBezTo>
                <a:cubicBezTo>
                  <a:pt x="9769725" y="1243146"/>
                  <a:pt x="9767613" y="1240707"/>
                  <a:pt x="9771309" y="1239749"/>
                </a:cubicBezTo>
                <a:close/>
                <a:moveTo>
                  <a:pt x="3345810" y="1237720"/>
                </a:moveTo>
                <a:cubicBezTo>
                  <a:pt x="3348672" y="1237287"/>
                  <a:pt x="3351061" y="1237720"/>
                  <a:pt x="3351367" y="1238610"/>
                </a:cubicBezTo>
                <a:cubicBezTo>
                  <a:pt x="3351645" y="1239476"/>
                  <a:pt x="3349617" y="1240547"/>
                  <a:pt x="3346810" y="1240980"/>
                </a:cubicBezTo>
                <a:cubicBezTo>
                  <a:pt x="3344060" y="1241413"/>
                  <a:pt x="3341531" y="1241003"/>
                  <a:pt x="3341197" y="1240114"/>
                </a:cubicBezTo>
                <a:cubicBezTo>
                  <a:pt x="3340920" y="1239202"/>
                  <a:pt x="3342920" y="1238131"/>
                  <a:pt x="3345810" y="1237720"/>
                </a:cubicBezTo>
                <a:close/>
                <a:moveTo>
                  <a:pt x="9558800" y="1236361"/>
                </a:moveTo>
                <a:cubicBezTo>
                  <a:pt x="9577150" y="1238381"/>
                  <a:pt x="9597155" y="1242496"/>
                  <a:pt x="9614564" y="1248229"/>
                </a:cubicBezTo>
                <a:cubicBezTo>
                  <a:pt x="9649799" y="1259809"/>
                  <a:pt x="9661191" y="1273714"/>
                  <a:pt x="9639542" y="1279162"/>
                </a:cubicBezTo>
                <a:cubicBezTo>
                  <a:pt x="9617816" y="1284655"/>
                  <a:pt x="9571522" y="1279458"/>
                  <a:pt x="9536456" y="1267673"/>
                </a:cubicBezTo>
                <a:cubicBezTo>
                  <a:pt x="9501751" y="1255980"/>
                  <a:pt x="9491331" y="1242302"/>
                  <a:pt x="9512977" y="1237059"/>
                </a:cubicBezTo>
                <a:cubicBezTo>
                  <a:pt x="9523757" y="1234415"/>
                  <a:pt x="9540450" y="1234341"/>
                  <a:pt x="9558800" y="1236361"/>
                </a:cubicBezTo>
                <a:close/>
                <a:moveTo>
                  <a:pt x="959445" y="1233800"/>
                </a:moveTo>
                <a:cubicBezTo>
                  <a:pt x="961724" y="1233526"/>
                  <a:pt x="963308" y="1233800"/>
                  <a:pt x="962835" y="1234438"/>
                </a:cubicBezTo>
                <a:cubicBezTo>
                  <a:pt x="962419" y="1235053"/>
                  <a:pt x="960001" y="1235851"/>
                  <a:pt x="957723" y="1236148"/>
                </a:cubicBezTo>
                <a:cubicBezTo>
                  <a:pt x="955416" y="1236444"/>
                  <a:pt x="953888" y="1236148"/>
                  <a:pt x="954416" y="1235532"/>
                </a:cubicBezTo>
                <a:cubicBezTo>
                  <a:pt x="954944" y="1234871"/>
                  <a:pt x="957139" y="1234141"/>
                  <a:pt x="959445" y="1233800"/>
                </a:cubicBezTo>
                <a:close/>
                <a:moveTo>
                  <a:pt x="7502680" y="1233427"/>
                </a:moveTo>
                <a:cubicBezTo>
                  <a:pt x="7510477" y="1234381"/>
                  <a:pt x="7518181" y="1236319"/>
                  <a:pt x="7523933" y="1238997"/>
                </a:cubicBezTo>
                <a:cubicBezTo>
                  <a:pt x="7535520" y="1244445"/>
                  <a:pt x="7534936" y="1250850"/>
                  <a:pt x="7522321" y="1253358"/>
                </a:cubicBezTo>
                <a:cubicBezTo>
                  <a:pt x="7509845" y="1255911"/>
                  <a:pt x="7490366" y="1253518"/>
                  <a:pt x="7479113" y="1248069"/>
                </a:cubicBezTo>
                <a:cubicBezTo>
                  <a:pt x="7467665" y="1242644"/>
                  <a:pt x="7468471" y="1236216"/>
                  <a:pt x="7480864" y="1233754"/>
                </a:cubicBezTo>
                <a:cubicBezTo>
                  <a:pt x="7486991" y="1232500"/>
                  <a:pt x="7494882" y="1232472"/>
                  <a:pt x="7502680" y="1233427"/>
                </a:cubicBezTo>
                <a:close/>
                <a:moveTo>
                  <a:pt x="8667424" y="1232629"/>
                </a:moveTo>
                <a:cubicBezTo>
                  <a:pt x="8679823" y="1234051"/>
                  <a:pt x="8692841" y="1236946"/>
                  <a:pt x="8703610" y="1240980"/>
                </a:cubicBezTo>
                <a:cubicBezTo>
                  <a:pt x="8725144" y="1249141"/>
                  <a:pt x="8729172" y="1258852"/>
                  <a:pt x="8712529" y="1262681"/>
                </a:cubicBezTo>
                <a:cubicBezTo>
                  <a:pt x="8695746" y="1266466"/>
                  <a:pt x="8664626" y="1262841"/>
                  <a:pt x="8643147" y="1254612"/>
                </a:cubicBezTo>
                <a:cubicBezTo>
                  <a:pt x="8621861" y="1246451"/>
                  <a:pt x="8618250" y="1236832"/>
                  <a:pt x="8634950" y="1233116"/>
                </a:cubicBezTo>
                <a:cubicBezTo>
                  <a:pt x="8643243" y="1231258"/>
                  <a:pt x="8655023" y="1231207"/>
                  <a:pt x="8667424" y="1232629"/>
                </a:cubicBezTo>
                <a:close/>
                <a:moveTo>
                  <a:pt x="3067832" y="1229651"/>
                </a:moveTo>
                <a:cubicBezTo>
                  <a:pt x="3074362" y="1228739"/>
                  <a:pt x="3079948" y="1229628"/>
                  <a:pt x="3080364" y="1231657"/>
                </a:cubicBezTo>
                <a:cubicBezTo>
                  <a:pt x="3080642" y="1233708"/>
                  <a:pt x="3075668" y="1236148"/>
                  <a:pt x="3069166" y="1237082"/>
                </a:cubicBezTo>
                <a:cubicBezTo>
                  <a:pt x="3062581" y="1238040"/>
                  <a:pt x="3056940" y="1237128"/>
                  <a:pt x="3056579" y="1235077"/>
                </a:cubicBezTo>
                <a:cubicBezTo>
                  <a:pt x="3056274" y="1233025"/>
                  <a:pt x="3061219" y="1230608"/>
                  <a:pt x="3067832" y="1229651"/>
                </a:cubicBezTo>
                <a:close/>
                <a:moveTo>
                  <a:pt x="1860924" y="1228853"/>
                </a:moveTo>
                <a:cubicBezTo>
                  <a:pt x="1869343" y="1227737"/>
                  <a:pt x="1875373" y="1228808"/>
                  <a:pt x="1874567" y="1231224"/>
                </a:cubicBezTo>
                <a:cubicBezTo>
                  <a:pt x="1873706" y="1233663"/>
                  <a:pt x="1866204" y="1236558"/>
                  <a:pt x="1857895" y="1237653"/>
                </a:cubicBezTo>
                <a:cubicBezTo>
                  <a:pt x="1849504" y="1238769"/>
                  <a:pt x="1843418" y="1237698"/>
                  <a:pt x="1844280" y="1235282"/>
                </a:cubicBezTo>
                <a:cubicBezTo>
                  <a:pt x="1845197" y="1232865"/>
                  <a:pt x="1852644" y="1229970"/>
                  <a:pt x="1860924" y="1228853"/>
                </a:cubicBezTo>
                <a:close/>
                <a:moveTo>
                  <a:pt x="9978262" y="1226915"/>
                </a:moveTo>
                <a:cubicBezTo>
                  <a:pt x="9980318" y="1226414"/>
                  <a:pt x="9984902" y="1226893"/>
                  <a:pt x="9988570" y="1228032"/>
                </a:cubicBezTo>
                <a:cubicBezTo>
                  <a:pt x="9992349" y="1229195"/>
                  <a:pt x="9993599" y="1230517"/>
                  <a:pt x="9991571" y="1231064"/>
                </a:cubicBezTo>
                <a:cubicBezTo>
                  <a:pt x="9989597" y="1231611"/>
                  <a:pt x="9984930" y="1231087"/>
                  <a:pt x="9981096" y="1229948"/>
                </a:cubicBezTo>
                <a:cubicBezTo>
                  <a:pt x="9977456" y="1228808"/>
                  <a:pt x="9976094" y="1227440"/>
                  <a:pt x="9978262" y="1226915"/>
                </a:cubicBezTo>
                <a:close/>
                <a:moveTo>
                  <a:pt x="8887331" y="1221154"/>
                </a:moveTo>
                <a:cubicBezTo>
                  <a:pt x="8898441" y="1222408"/>
                  <a:pt x="8910230" y="1224955"/>
                  <a:pt x="8920095" y="1228511"/>
                </a:cubicBezTo>
                <a:cubicBezTo>
                  <a:pt x="8939712" y="1235669"/>
                  <a:pt x="8944186" y="1244216"/>
                  <a:pt x="8929625" y="1247545"/>
                </a:cubicBezTo>
                <a:cubicBezTo>
                  <a:pt x="8915093" y="1250896"/>
                  <a:pt x="8887363" y="1247704"/>
                  <a:pt x="8867635" y="1240478"/>
                </a:cubicBezTo>
                <a:cubicBezTo>
                  <a:pt x="8848156" y="1233321"/>
                  <a:pt x="8844100" y="1224864"/>
                  <a:pt x="8858632" y="1221558"/>
                </a:cubicBezTo>
                <a:cubicBezTo>
                  <a:pt x="8865787" y="1219940"/>
                  <a:pt x="8876220" y="1219900"/>
                  <a:pt x="8887331" y="1221154"/>
                </a:cubicBezTo>
                <a:close/>
                <a:moveTo>
                  <a:pt x="7749739" y="1220527"/>
                </a:moveTo>
                <a:cubicBezTo>
                  <a:pt x="7760006" y="1221753"/>
                  <a:pt x="7770300" y="1224249"/>
                  <a:pt x="7778206" y="1227736"/>
                </a:cubicBezTo>
                <a:cubicBezTo>
                  <a:pt x="7794045" y="1234780"/>
                  <a:pt x="7794045" y="1243169"/>
                  <a:pt x="7778318" y="1246428"/>
                </a:cubicBezTo>
                <a:cubicBezTo>
                  <a:pt x="7762368" y="1249711"/>
                  <a:pt x="7736638" y="1246588"/>
                  <a:pt x="7720966" y="1239498"/>
                </a:cubicBezTo>
                <a:cubicBezTo>
                  <a:pt x="7705267" y="1232432"/>
                  <a:pt x="7705545" y="1224158"/>
                  <a:pt x="7721439" y="1220943"/>
                </a:cubicBezTo>
                <a:cubicBezTo>
                  <a:pt x="7729233" y="1219348"/>
                  <a:pt x="7739472" y="1219302"/>
                  <a:pt x="7749739" y="1220527"/>
                </a:cubicBezTo>
                <a:close/>
                <a:moveTo>
                  <a:pt x="757132" y="1218253"/>
                </a:moveTo>
                <a:cubicBezTo>
                  <a:pt x="758021" y="1218117"/>
                  <a:pt x="758660" y="1218253"/>
                  <a:pt x="758465" y="1218504"/>
                </a:cubicBezTo>
                <a:cubicBezTo>
                  <a:pt x="758326" y="1218732"/>
                  <a:pt x="757298" y="1219005"/>
                  <a:pt x="756465" y="1219119"/>
                </a:cubicBezTo>
                <a:cubicBezTo>
                  <a:pt x="755520" y="1219279"/>
                  <a:pt x="754770" y="1219165"/>
                  <a:pt x="755104" y="1218891"/>
                </a:cubicBezTo>
                <a:cubicBezTo>
                  <a:pt x="755325" y="1218663"/>
                  <a:pt x="756270" y="1218344"/>
                  <a:pt x="757132" y="1218253"/>
                </a:cubicBezTo>
                <a:close/>
                <a:moveTo>
                  <a:pt x="2820189" y="1218145"/>
                </a:moveTo>
                <a:cubicBezTo>
                  <a:pt x="2823769" y="1218721"/>
                  <a:pt x="2826062" y="1219894"/>
                  <a:pt x="2826228" y="1221536"/>
                </a:cubicBezTo>
                <a:cubicBezTo>
                  <a:pt x="2826367" y="1224818"/>
                  <a:pt x="2817892" y="1228739"/>
                  <a:pt x="2807139" y="1230289"/>
                </a:cubicBezTo>
                <a:cubicBezTo>
                  <a:pt x="2796386" y="1231817"/>
                  <a:pt x="2787522" y="1230357"/>
                  <a:pt x="2787327" y="1227053"/>
                </a:cubicBezTo>
                <a:cubicBezTo>
                  <a:pt x="2787077" y="1223747"/>
                  <a:pt x="2795608" y="1219872"/>
                  <a:pt x="2806417" y="1218344"/>
                </a:cubicBezTo>
                <a:cubicBezTo>
                  <a:pt x="2811738" y="1217592"/>
                  <a:pt x="2816607" y="1217570"/>
                  <a:pt x="2820189" y="1218145"/>
                </a:cubicBezTo>
                <a:close/>
                <a:moveTo>
                  <a:pt x="1640633" y="1214834"/>
                </a:moveTo>
                <a:cubicBezTo>
                  <a:pt x="1647662" y="1213877"/>
                  <a:pt x="1652609" y="1214789"/>
                  <a:pt x="1651720" y="1216794"/>
                </a:cubicBezTo>
                <a:cubicBezTo>
                  <a:pt x="1650747" y="1218801"/>
                  <a:pt x="1644384" y="1221194"/>
                  <a:pt x="1637271" y="1222129"/>
                </a:cubicBezTo>
                <a:cubicBezTo>
                  <a:pt x="1630157" y="1223063"/>
                  <a:pt x="1625239" y="1222197"/>
                  <a:pt x="1626156" y="1220146"/>
                </a:cubicBezTo>
                <a:cubicBezTo>
                  <a:pt x="1626962" y="1218139"/>
                  <a:pt x="1633436" y="1215768"/>
                  <a:pt x="1640633" y="1214834"/>
                </a:cubicBezTo>
                <a:close/>
                <a:moveTo>
                  <a:pt x="10178769" y="1213558"/>
                </a:moveTo>
                <a:cubicBezTo>
                  <a:pt x="10179575" y="1213330"/>
                  <a:pt x="10181631" y="1213535"/>
                  <a:pt x="10183297" y="1214037"/>
                </a:cubicBezTo>
                <a:cubicBezTo>
                  <a:pt x="10184993" y="1214538"/>
                  <a:pt x="10185604" y="1215108"/>
                  <a:pt x="10184881" y="1215427"/>
                </a:cubicBezTo>
                <a:cubicBezTo>
                  <a:pt x="10183938" y="1215609"/>
                  <a:pt x="10181880" y="1215427"/>
                  <a:pt x="10180214" y="1214903"/>
                </a:cubicBezTo>
                <a:cubicBezTo>
                  <a:pt x="10178491" y="1214378"/>
                  <a:pt x="10177907" y="1213785"/>
                  <a:pt x="10178769" y="1213558"/>
                </a:cubicBezTo>
                <a:close/>
                <a:moveTo>
                  <a:pt x="7986536" y="1207913"/>
                </a:moveTo>
                <a:cubicBezTo>
                  <a:pt x="7998214" y="1209283"/>
                  <a:pt x="8010043" y="1212076"/>
                  <a:pt x="8019283" y="1215974"/>
                </a:cubicBezTo>
                <a:cubicBezTo>
                  <a:pt x="8037817" y="1223793"/>
                  <a:pt x="8038984" y="1233139"/>
                  <a:pt x="8021672" y="1236809"/>
                </a:cubicBezTo>
                <a:cubicBezTo>
                  <a:pt x="8004194" y="1240479"/>
                  <a:pt x="7975018" y="1236991"/>
                  <a:pt x="7956458" y="1229081"/>
                </a:cubicBezTo>
                <a:cubicBezTo>
                  <a:pt x="7938118" y="1221217"/>
                  <a:pt x="7937312" y="1211962"/>
                  <a:pt x="7954706" y="1208383"/>
                </a:cubicBezTo>
                <a:cubicBezTo>
                  <a:pt x="7963334" y="1206594"/>
                  <a:pt x="7974858" y="1206543"/>
                  <a:pt x="7986536" y="1207913"/>
                </a:cubicBezTo>
                <a:close/>
                <a:moveTo>
                  <a:pt x="2577029" y="1205320"/>
                </a:moveTo>
                <a:cubicBezTo>
                  <a:pt x="2581506" y="1206052"/>
                  <a:pt x="2584278" y="1207540"/>
                  <a:pt x="2584264" y="1209614"/>
                </a:cubicBezTo>
                <a:cubicBezTo>
                  <a:pt x="2584014" y="1213740"/>
                  <a:pt x="2572566" y="1218686"/>
                  <a:pt x="2558839" y="1220579"/>
                </a:cubicBezTo>
                <a:cubicBezTo>
                  <a:pt x="2545002" y="1222516"/>
                  <a:pt x="2533915" y="1220692"/>
                  <a:pt x="2534192" y="1216498"/>
                </a:cubicBezTo>
                <a:cubicBezTo>
                  <a:pt x="2534331" y="1212395"/>
                  <a:pt x="2545779" y="1207449"/>
                  <a:pt x="2559561" y="1205556"/>
                </a:cubicBezTo>
                <a:cubicBezTo>
                  <a:pt x="2566369" y="1204611"/>
                  <a:pt x="2572551" y="1204587"/>
                  <a:pt x="2577029" y="1205320"/>
                </a:cubicBezTo>
                <a:close/>
                <a:moveTo>
                  <a:pt x="9098072" y="1204411"/>
                </a:moveTo>
                <a:cubicBezTo>
                  <a:pt x="9111995" y="1205956"/>
                  <a:pt x="9126910" y="1209102"/>
                  <a:pt x="9139580" y="1213490"/>
                </a:cubicBezTo>
                <a:cubicBezTo>
                  <a:pt x="9164838" y="1222334"/>
                  <a:pt x="9171340" y="1232865"/>
                  <a:pt x="9153807" y="1236991"/>
                </a:cubicBezTo>
                <a:cubicBezTo>
                  <a:pt x="9136246" y="1241163"/>
                  <a:pt x="9101290" y="1237241"/>
                  <a:pt x="9075948" y="1228261"/>
                </a:cubicBezTo>
                <a:cubicBezTo>
                  <a:pt x="9050775" y="1219394"/>
                  <a:pt x="9044941" y="1208976"/>
                  <a:pt x="9062500" y="1204941"/>
                </a:cubicBezTo>
                <a:cubicBezTo>
                  <a:pt x="9071212" y="1202924"/>
                  <a:pt x="9084147" y="1202867"/>
                  <a:pt x="9098072" y="1204411"/>
                </a:cubicBezTo>
                <a:close/>
                <a:moveTo>
                  <a:pt x="7042920" y="1200837"/>
                </a:moveTo>
                <a:cubicBezTo>
                  <a:pt x="7046004" y="1200291"/>
                  <a:pt x="7050310" y="1200815"/>
                  <a:pt x="7052756" y="1202092"/>
                </a:cubicBezTo>
                <a:cubicBezTo>
                  <a:pt x="7055229" y="1203323"/>
                  <a:pt x="7054784" y="1204827"/>
                  <a:pt x="7051756" y="1205374"/>
                </a:cubicBezTo>
                <a:cubicBezTo>
                  <a:pt x="7048783" y="1205944"/>
                  <a:pt x="7044337" y="1205397"/>
                  <a:pt x="7041892" y="1204143"/>
                </a:cubicBezTo>
                <a:cubicBezTo>
                  <a:pt x="7039474" y="1202912"/>
                  <a:pt x="7039946" y="1201430"/>
                  <a:pt x="7042920" y="1200837"/>
                </a:cubicBezTo>
                <a:close/>
                <a:moveTo>
                  <a:pt x="10370969" y="1199014"/>
                </a:moveTo>
                <a:cubicBezTo>
                  <a:pt x="10371802" y="1198786"/>
                  <a:pt x="10373858" y="1199014"/>
                  <a:pt x="10375637" y="1199493"/>
                </a:cubicBezTo>
                <a:cubicBezTo>
                  <a:pt x="10377304" y="1199995"/>
                  <a:pt x="10377943" y="1200587"/>
                  <a:pt x="10377192" y="1200815"/>
                </a:cubicBezTo>
                <a:cubicBezTo>
                  <a:pt x="10376277" y="1201043"/>
                  <a:pt x="10374191" y="1200838"/>
                  <a:pt x="10372415" y="1200336"/>
                </a:cubicBezTo>
                <a:cubicBezTo>
                  <a:pt x="10370831" y="1199835"/>
                  <a:pt x="10370079" y="1199242"/>
                  <a:pt x="10370969" y="1199014"/>
                </a:cubicBezTo>
                <a:close/>
                <a:moveTo>
                  <a:pt x="1429316" y="1198878"/>
                </a:moveTo>
                <a:cubicBezTo>
                  <a:pt x="1437736" y="1197829"/>
                  <a:pt x="1443515" y="1198810"/>
                  <a:pt x="1442237" y="1201203"/>
                </a:cubicBezTo>
                <a:cubicBezTo>
                  <a:pt x="1440987" y="1203574"/>
                  <a:pt x="1433011" y="1206378"/>
                  <a:pt x="1424564" y="1207449"/>
                </a:cubicBezTo>
                <a:cubicBezTo>
                  <a:pt x="1416034" y="1208543"/>
                  <a:pt x="1410199" y="1207517"/>
                  <a:pt x="1411616" y="1205124"/>
                </a:cubicBezTo>
                <a:cubicBezTo>
                  <a:pt x="1412922" y="1202752"/>
                  <a:pt x="1420841" y="1199972"/>
                  <a:pt x="1429316" y="1198878"/>
                </a:cubicBezTo>
                <a:close/>
                <a:moveTo>
                  <a:pt x="8214774" y="1196328"/>
                </a:moveTo>
                <a:cubicBezTo>
                  <a:pt x="8226333" y="1197664"/>
                  <a:pt x="8238184" y="1200382"/>
                  <a:pt x="8247604" y="1204166"/>
                </a:cubicBezTo>
                <a:cubicBezTo>
                  <a:pt x="8266582" y="1211780"/>
                  <a:pt x="8268640" y="1220875"/>
                  <a:pt x="8252022" y="1224454"/>
                </a:cubicBezTo>
                <a:cubicBezTo>
                  <a:pt x="8235128" y="1228032"/>
                  <a:pt x="8206258" y="1224637"/>
                  <a:pt x="8187363" y="1216932"/>
                </a:cubicBezTo>
                <a:cubicBezTo>
                  <a:pt x="8168718" y="1209272"/>
                  <a:pt x="8167023" y="1200245"/>
                  <a:pt x="8183695" y="1196781"/>
                </a:cubicBezTo>
                <a:cubicBezTo>
                  <a:pt x="8191947" y="1195037"/>
                  <a:pt x="8203214" y="1194991"/>
                  <a:pt x="8214774" y="1196328"/>
                </a:cubicBezTo>
                <a:close/>
                <a:moveTo>
                  <a:pt x="2342336" y="1192699"/>
                </a:moveTo>
                <a:cubicBezTo>
                  <a:pt x="2346695" y="1193424"/>
                  <a:pt x="2349259" y="1194888"/>
                  <a:pt x="2348995" y="1196917"/>
                </a:cubicBezTo>
                <a:cubicBezTo>
                  <a:pt x="2348439" y="1200997"/>
                  <a:pt x="2336630" y="1205875"/>
                  <a:pt x="2322681" y="1207790"/>
                </a:cubicBezTo>
                <a:cubicBezTo>
                  <a:pt x="2308676" y="1209682"/>
                  <a:pt x="2297896" y="1207882"/>
                  <a:pt x="2298479" y="1203756"/>
                </a:cubicBezTo>
                <a:cubicBezTo>
                  <a:pt x="2299257" y="1199652"/>
                  <a:pt x="2310983" y="1194797"/>
                  <a:pt x="2324904" y="1192927"/>
                </a:cubicBezTo>
                <a:cubicBezTo>
                  <a:pt x="2331823" y="1191993"/>
                  <a:pt x="2337978" y="1191976"/>
                  <a:pt x="2342336" y="1192699"/>
                </a:cubicBezTo>
                <a:close/>
                <a:moveTo>
                  <a:pt x="7292526" y="1191173"/>
                </a:moveTo>
                <a:cubicBezTo>
                  <a:pt x="7297555" y="1190215"/>
                  <a:pt x="7305169" y="1191127"/>
                  <a:pt x="7309420" y="1193202"/>
                </a:cubicBezTo>
                <a:cubicBezTo>
                  <a:pt x="7313894" y="1195322"/>
                  <a:pt x="7313393" y="1197829"/>
                  <a:pt x="7308364" y="1198809"/>
                </a:cubicBezTo>
                <a:cubicBezTo>
                  <a:pt x="7303335" y="1199766"/>
                  <a:pt x="7295749" y="1198809"/>
                  <a:pt x="7291331" y="1196712"/>
                </a:cubicBezTo>
                <a:cubicBezTo>
                  <a:pt x="7287107" y="1194615"/>
                  <a:pt x="7287552" y="1192153"/>
                  <a:pt x="7292526" y="1191173"/>
                </a:cubicBezTo>
                <a:close/>
                <a:moveTo>
                  <a:pt x="9302466" y="1187788"/>
                </a:moveTo>
                <a:cubicBezTo>
                  <a:pt x="9319025" y="1189595"/>
                  <a:pt x="9336893" y="1193270"/>
                  <a:pt x="9352202" y="1198399"/>
                </a:cubicBezTo>
                <a:cubicBezTo>
                  <a:pt x="9383101" y="1208725"/>
                  <a:pt x="9391994" y="1221103"/>
                  <a:pt x="9371820" y="1225935"/>
                </a:cubicBezTo>
                <a:cubicBezTo>
                  <a:pt x="9351396" y="1230813"/>
                  <a:pt x="9309717" y="1226186"/>
                  <a:pt x="9278957" y="1215677"/>
                </a:cubicBezTo>
                <a:cubicBezTo>
                  <a:pt x="9248477" y="1205283"/>
                  <a:pt x="9240390" y="1193088"/>
                  <a:pt x="9260563" y="1188392"/>
                </a:cubicBezTo>
                <a:cubicBezTo>
                  <a:pt x="9270650" y="1186044"/>
                  <a:pt x="9285905" y="1185981"/>
                  <a:pt x="9302466" y="1187788"/>
                </a:cubicBezTo>
                <a:close/>
                <a:moveTo>
                  <a:pt x="3277871" y="1186660"/>
                </a:moveTo>
                <a:cubicBezTo>
                  <a:pt x="3279594" y="1186432"/>
                  <a:pt x="3280900" y="1186660"/>
                  <a:pt x="3281122" y="1187138"/>
                </a:cubicBezTo>
                <a:cubicBezTo>
                  <a:pt x="3281177" y="1187617"/>
                  <a:pt x="3279955" y="1188210"/>
                  <a:pt x="3278426" y="1188438"/>
                </a:cubicBezTo>
                <a:cubicBezTo>
                  <a:pt x="3276926" y="1188689"/>
                  <a:pt x="3275509" y="1188438"/>
                  <a:pt x="3275343" y="1187959"/>
                </a:cubicBezTo>
                <a:cubicBezTo>
                  <a:pt x="3275259" y="1187480"/>
                  <a:pt x="3276371" y="1186887"/>
                  <a:pt x="3277871" y="1186660"/>
                </a:cubicBezTo>
                <a:close/>
                <a:moveTo>
                  <a:pt x="1223251" y="1186454"/>
                </a:moveTo>
                <a:cubicBezTo>
                  <a:pt x="1225584" y="1186157"/>
                  <a:pt x="1226946" y="1186454"/>
                  <a:pt x="1226557" y="1187047"/>
                </a:cubicBezTo>
                <a:cubicBezTo>
                  <a:pt x="1226223" y="1187640"/>
                  <a:pt x="1224140" y="1188392"/>
                  <a:pt x="1221806" y="1188665"/>
                </a:cubicBezTo>
                <a:cubicBezTo>
                  <a:pt x="1219611" y="1188939"/>
                  <a:pt x="1218110" y="1188665"/>
                  <a:pt x="1218499" y="1188072"/>
                </a:cubicBezTo>
                <a:cubicBezTo>
                  <a:pt x="1218888" y="1187480"/>
                  <a:pt x="1220944" y="1186750"/>
                  <a:pt x="1223251" y="1186454"/>
                </a:cubicBezTo>
                <a:close/>
                <a:moveTo>
                  <a:pt x="8434726" y="1182077"/>
                </a:moveTo>
                <a:cubicBezTo>
                  <a:pt x="8447870" y="1183571"/>
                  <a:pt x="8461492" y="1186602"/>
                  <a:pt x="8472482" y="1190830"/>
                </a:cubicBezTo>
                <a:cubicBezTo>
                  <a:pt x="8494711" y="1199356"/>
                  <a:pt x="8498018" y="1209546"/>
                  <a:pt x="8479677" y="1213534"/>
                </a:cubicBezTo>
                <a:cubicBezTo>
                  <a:pt x="8461229" y="1217524"/>
                  <a:pt x="8428301" y="1213739"/>
                  <a:pt x="8406156" y="1205123"/>
                </a:cubicBezTo>
                <a:cubicBezTo>
                  <a:pt x="8384205" y="1196530"/>
                  <a:pt x="8381481" y="1186454"/>
                  <a:pt x="8399847" y="1182556"/>
                </a:cubicBezTo>
                <a:cubicBezTo>
                  <a:pt x="8408920" y="1180630"/>
                  <a:pt x="8421583" y="1180584"/>
                  <a:pt x="8434726" y="1182077"/>
                </a:cubicBezTo>
                <a:close/>
                <a:moveTo>
                  <a:pt x="7528268" y="1178749"/>
                </a:moveTo>
                <a:cubicBezTo>
                  <a:pt x="7536520" y="1177086"/>
                  <a:pt x="7549580" y="1178658"/>
                  <a:pt x="7557388" y="1182191"/>
                </a:cubicBezTo>
                <a:cubicBezTo>
                  <a:pt x="7565140" y="1185724"/>
                  <a:pt x="7564891" y="1189988"/>
                  <a:pt x="7556499" y="1191606"/>
                </a:cubicBezTo>
                <a:cubicBezTo>
                  <a:pt x="7548163" y="1193293"/>
                  <a:pt x="7535103" y="1191697"/>
                  <a:pt x="7527268" y="1188141"/>
                </a:cubicBezTo>
                <a:cubicBezTo>
                  <a:pt x="7519487" y="1184585"/>
                  <a:pt x="7519848" y="1180368"/>
                  <a:pt x="7528268" y="1178749"/>
                </a:cubicBezTo>
                <a:close/>
                <a:moveTo>
                  <a:pt x="2121208" y="1177878"/>
                </a:moveTo>
                <a:cubicBezTo>
                  <a:pt x="2126105" y="1178693"/>
                  <a:pt x="2128843" y="1180356"/>
                  <a:pt x="2128287" y="1182693"/>
                </a:cubicBezTo>
                <a:cubicBezTo>
                  <a:pt x="2127147" y="1187320"/>
                  <a:pt x="2113032" y="1192882"/>
                  <a:pt x="2096944" y="1195025"/>
                </a:cubicBezTo>
                <a:cubicBezTo>
                  <a:pt x="2080716" y="1197191"/>
                  <a:pt x="2068545" y="1195116"/>
                  <a:pt x="2069824" y="1190466"/>
                </a:cubicBezTo>
                <a:cubicBezTo>
                  <a:pt x="2070963" y="1185770"/>
                  <a:pt x="2085051" y="1180300"/>
                  <a:pt x="2101167" y="1178157"/>
                </a:cubicBezTo>
                <a:cubicBezTo>
                  <a:pt x="2109253" y="1177096"/>
                  <a:pt x="2116311" y="1177063"/>
                  <a:pt x="2121208" y="1177878"/>
                </a:cubicBezTo>
                <a:close/>
                <a:moveTo>
                  <a:pt x="3020985" y="1175170"/>
                </a:moveTo>
                <a:cubicBezTo>
                  <a:pt x="3027375" y="1174304"/>
                  <a:pt x="3032850" y="1175147"/>
                  <a:pt x="3033127" y="1177085"/>
                </a:cubicBezTo>
                <a:cubicBezTo>
                  <a:pt x="3033434" y="1179023"/>
                  <a:pt x="3028571" y="1181347"/>
                  <a:pt x="3022096" y="1182237"/>
                </a:cubicBezTo>
                <a:cubicBezTo>
                  <a:pt x="3015677" y="1183126"/>
                  <a:pt x="3010231" y="1182305"/>
                  <a:pt x="3009981" y="1180345"/>
                </a:cubicBezTo>
                <a:cubicBezTo>
                  <a:pt x="3009676" y="1178384"/>
                  <a:pt x="3014622" y="1176082"/>
                  <a:pt x="3020985" y="1175170"/>
                </a:cubicBezTo>
                <a:close/>
                <a:moveTo>
                  <a:pt x="9502935" y="1173837"/>
                </a:moveTo>
                <a:cubicBezTo>
                  <a:pt x="9519748" y="1175644"/>
                  <a:pt x="9538054" y="1179320"/>
                  <a:pt x="9553878" y="1184448"/>
                </a:cubicBezTo>
                <a:cubicBezTo>
                  <a:pt x="9585776" y="1194752"/>
                  <a:pt x="9596086" y="1207130"/>
                  <a:pt x="9576052" y="1211985"/>
                </a:cubicBezTo>
                <a:cubicBezTo>
                  <a:pt x="9556128" y="1216863"/>
                  <a:pt x="9513615" y="1212235"/>
                  <a:pt x="9481772" y="1201750"/>
                </a:cubicBezTo>
                <a:cubicBezTo>
                  <a:pt x="9450124" y="1191333"/>
                  <a:pt x="9440982" y="1179137"/>
                  <a:pt x="9460934" y="1174441"/>
                </a:cubicBezTo>
                <a:cubicBezTo>
                  <a:pt x="9470797" y="1172094"/>
                  <a:pt x="9486121" y="1172031"/>
                  <a:pt x="9502935" y="1173837"/>
                </a:cubicBezTo>
                <a:close/>
                <a:moveTo>
                  <a:pt x="8648572" y="1170606"/>
                </a:moveTo>
                <a:cubicBezTo>
                  <a:pt x="8660624" y="1171951"/>
                  <a:pt x="8673239" y="1174692"/>
                  <a:pt x="8683604" y="1178522"/>
                </a:cubicBezTo>
                <a:cubicBezTo>
                  <a:pt x="8704610" y="1186226"/>
                  <a:pt x="8708417" y="1195412"/>
                  <a:pt x="8692191" y="1199014"/>
                </a:cubicBezTo>
                <a:cubicBezTo>
                  <a:pt x="8675824" y="1202639"/>
                  <a:pt x="8645591" y="1199242"/>
                  <a:pt x="8624724" y="1191423"/>
                </a:cubicBezTo>
                <a:cubicBezTo>
                  <a:pt x="8604190" y="1183673"/>
                  <a:pt x="8600745" y="1174578"/>
                  <a:pt x="8616917" y="1171067"/>
                </a:cubicBezTo>
                <a:cubicBezTo>
                  <a:pt x="8625030" y="1169312"/>
                  <a:pt x="8636520" y="1169261"/>
                  <a:pt x="8648572" y="1170606"/>
                </a:cubicBezTo>
                <a:close/>
                <a:moveTo>
                  <a:pt x="1026328" y="1170224"/>
                </a:moveTo>
                <a:cubicBezTo>
                  <a:pt x="1029468" y="1169791"/>
                  <a:pt x="1031412" y="1170178"/>
                  <a:pt x="1030829" y="1171022"/>
                </a:cubicBezTo>
                <a:cubicBezTo>
                  <a:pt x="1030218" y="1171865"/>
                  <a:pt x="1027133" y="1172891"/>
                  <a:pt x="1023993" y="1173255"/>
                </a:cubicBezTo>
                <a:cubicBezTo>
                  <a:pt x="1020853" y="1173688"/>
                  <a:pt x="1018853" y="1173301"/>
                  <a:pt x="1019493" y="1172481"/>
                </a:cubicBezTo>
                <a:cubicBezTo>
                  <a:pt x="1020159" y="1171614"/>
                  <a:pt x="1023188" y="1170611"/>
                  <a:pt x="1026328" y="1170224"/>
                </a:cubicBezTo>
                <a:close/>
                <a:moveTo>
                  <a:pt x="1885182" y="1167967"/>
                </a:moveTo>
                <a:cubicBezTo>
                  <a:pt x="1893184" y="1166896"/>
                  <a:pt x="1899131" y="1167899"/>
                  <a:pt x="1898325" y="1170201"/>
                </a:cubicBezTo>
                <a:cubicBezTo>
                  <a:pt x="1897519" y="1172481"/>
                  <a:pt x="1890294" y="1175193"/>
                  <a:pt x="1882236" y="1176287"/>
                </a:cubicBezTo>
                <a:cubicBezTo>
                  <a:pt x="1874151" y="1177359"/>
                  <a:pt x="1868093" y="1176356"/>
                  <a:pt x="1868955" y="1174031"/>
                </a:cubicBezTo>
                <a:cubicBezTo>
                  <a:pt x="1869733" y="1171729"/>
                  <a:pt x="1877013" y="1169015"/>
                  <a:pt x="1885182" y="1167967"/>
                </a:cubicBezTo>
                <a:close/>
                <a:moveTo>
                  <a:pt x="9702738" y="1164724"/>
                </a:moveTo>
                <a:cubicBezTo>
                  <a:pt x="9715401" y="1166064"/>
                  <a:pt x="9729279" y="1168788"/>
                  <a:pt x="9741437" y="1172572"/>
                </a:cubicBezTo>
                <a:cubicBezTo>
                  <a:pt x="9766001" y="1180254"/>
                  <a:pt x="9774171" y="1189394"/>
                  <a:pt x="9759554" y="1192973"/>
                </a:cubicBezTo>
                <a:cubicBezTo>
                  <a:pt x="9745022" y="1196575"/>
                  <a:pt x="9713206" y="1193178"/>
                  <a:pt x="9688865" y="1185428"/>
                </a:cubicBezTo>
                <a:cubicBezTo>
                  <a:pt x="9664525" y="1177724"/>
                  <a:pt x="9656800" y="1168674"/>
                  <a:pt x="9671333" y="1165186"/>
                </a:cubicBezTo>
                <a:cubicBezTo>
                  <a:pt x="9678626" y="1163431"/>
                  <a:pt x="9690073" y="1163385"/>
                  <a:pt x="9702738" y="1164724"/>
                </a:cubicBezTo>
                <a:close/>
                <a:moveTo>
                  <a:pt x="7774522" y="1161775"/>
                </a:moveTo>
                <a:cubicBezTo>
                  <a:pt x="7784535" y="1162941"/>
                  <a:pt x="7794546" y="1165312"/>
                  <a:pt x="7802215" y="1168606"/>
                </a:cubicBezTo>
                <a:cubicBezTo>
                  <a:pt x="7817831" y="1175285"/>
                  <a:pt x="7817942" y="1183241"/>
                  <a:pt x="7802604" y="1186317"/>
                </a:cubicBezTo>
                <a:cubicBezTo>
                  <a:pt x="7787182" y="1189441"/>
                  <a:pt x="7762091" y="1186477"/>
                  <a:pt x="7746669" y="1179753"/>
                </a:cubicBezTo>
                <a:cubicBezTo>
                  <a:pt x="7731304" y="1173096"/>
                  <a:pt x="7731471" y="1165209"/>
                  <a:pt x="7746809" y="1162177"/>
                </a:cubicBezTo>
                <a:cubicBezTo>
                  <a:pt x="7754492" y="1160650"/>
                  <a:pt x="7764508" y="1160610"/>
                  <a:pt x="7774522" y="1161775"/>
                </a:cubicBezTo>
                <a:close/>
                <a:moveTo>
                  <a:pt x="2795041" y="1160722"/>
                </a:moveTo>
                <a:cubicBezTo>
                  <a:pt x="2799207" y="1161375"/>
                  <a:pt x="2801832" y="1162702"/>
                  <a:pt x="2801944" y="1164548"/>
                </a:cubicBezTo>
                <a:cubicBezTo>
                  <a:pt x="2802110" y="1168309"/>
                  <a:pt x="2792107" y="1172709"/>
                  <a:pt x="2779548" y="1174464"/>
                </a:cubicBezTo>
                <a:cubicBezTo>
                  <a:pt x="2767043" y="1176196"/>
                  <a:pt x="2756735" y="1174555"/>
                  <a:pt x="2756540" y="1170817"/>
                </a:cubicBezTo>
                <a:cubicBezTo>
                  <a:pt x="2756318" y="1167078"/>
                  <a:pt x="2766377" y="1162679"/>
                  <a:pt x="2778909" y="1160947"/>
                </a:cubicBezTo>
                <a:cubicBezTo>
                  <a:pt x="2785174" y="1160092"/>
                  <a:pt x="2790877" y="1160069"/>
                  <a:pt x="2795041" y="1160722"/>
                </a:cubicBezTo>
                <a:close/>
                <a:moveTo>
                  <a:pt x="9887678" y="1158826"/>
                </a:moveTo>
                <a:cubicBezTo>
                  <a:pt x="9893986" y="1157299"/>
                  <a:pt x="9907963" y="1158780"/>
                  <a:pt x="9918994" y="1162108"/>
                </a:cubicBezTo>
                <a:cubicBezTo>
                  <a:pt x="9930053" y="1165505"/>
                  <a:pt x="9933997" y="1169472"/>
                  <a:pt x="9927774" y="1171044"/>
                </a:cubicBezTo>
                <a:cubicBezTo>
                  <a:pt x="9921466" y="1172617"/>
                  <a:pt x="9907351" y="1171112"/>
                  <a:pt x="9896236" y="1167739"/>
                </a:cubicBezTo>
                <a:cubicBezTo>
                  <a:pt x="9885175" y="1164365"/>
                  <a:pt x="9881398" y="1160376"/>
                  <a:pt x="9887678" y="1158826"/>
                </a:cubicBezTo>
                <a:close/>
                <a:moveTo>
                  <a:pt x="8856339" y="1158596"/>
                </a:moveTo>
                <a:cubicBezTo>
                  <a:pt x="8867510" y="1159824"/>
                  <a:pt x="8879319" y="1162326"/>
                  <a:pt x="8889169" y="1165825"/>
                </a:cubicBezTo>
                <a:cubicBezTo>
                  <a:pt x="8908924" y="1172823"/>
                  <a:pt x="8913260" y="1181211"/>
                  <a:pt x="8898589" y="1184471"/>
                </a:cubicBezTo>
                <a:cubicBezTo>
                  <a:pt x="8884000" y="1187753"/>
                  <a:pt x="8856102" y="1184653"/>
                  <a:pt x="8836291" y="1177564"/>
                </a:cubicBezTo>
                <a:cubicBezTo>
                  <a:pt x="8816784" y="1170498"/>
                  <a:pt x="8812782" y="1162223"/>
                  <a:pt x="8827343" y="1159009"/>
                </a:cubicBezTo>
                <a:cubicBezTo>
                  <a:pt x="8834637" y="1157414"/>
                  <a:pt x="8845169" y="1157368"/>
                  <a:pt x="8856339" y="1158596"/>
                </a:cubicBezTo>
                <a:close/>
                <a:moveTo>
                  <a:pt x="6859528" y="1156045"/>
                </a:moveTo>
                <a:cubicBezTo>
                  <a:pt x="6860112" y="1155931"/>
                  <a:pt x="6860890" y="1156023"/>
                  <a:pt x="6861362" y="1156296"/>
                </a:cubicBezTo>
                <a:cubicBezTo>
                  <a:pt x="6861835" y="1156524"/>
                  <a:pt x="6861751" y="1156820"/>
                  <a:pt x="6861084" y="1156911"/>
                </a:cubicBezTo>
                <a:cubicBezTo>
                  <a:pt x="6860501" y="1157025"/>
                  <a:pt x="6859612" y="1156911"/>
                  <a:pt x="6859250" y="1156684"/>
                </a:cubicBezTo>
                <a:cubicBezTo>
                  <a:pt x="6858805" y="1156456"/>
                  <a:pt x="6858973" y="1156182"/>
                  <a:pt x="6859528" y="1156045"/>
                </a:cubicBezTo>
                <a:close/>
                <a:moveTo>
                  <a:pt x="834323" y="1155385"/>
                </a:moveTo>
                <a:cubicBezTo>
                  <a:pt x="835212" y="1155271"/>
                  <a:pt x="835767" y="1155385"/>
                  <a:pt x="835684" y="1155590"/>
                </a:cubicBezTo>
                <a:cubicBezTo>
                  <a:pt x="835351" y="1155863"/>
                  <a:pt x="834434" y="1156137"/>
                  <a:pt x="833572" y="1156251"/>
                </a:cubicBezTo>
                <a:cubicBezTo>
                  <a:pt x="832739" y="1156342"/>
                  <a:pt x="832127" y="1156251"/>
                  <a:pt x="832433" y="1155978"/>
                </a:cubicBezTo>
                <a:cubicBezTo>
                  <a:pt x="832572" y="1155795"/>
                  <a:pt x="833433" y="1155476"/>
                  <a:pt x="834323" y="1155385"/>
                </a:cubicBezTo>
                <a:close/>
                <a:moveTo>
                  <a:pt x="1695762" y="1150286"/>
                </a:moveTo>
                <a:cubicBezTo>
                  <a:pt x="1699582" y="1150933"/>
                  <a:pt x="1701541" y="1152249"/>
                  <a:pt x="1700735" y="1154084"/>
                </a:cubicBezTo>
                <a:cubicBezTo>
                  <a:pt x="1699068" y="1157823"/>
                  <a:pt x="1686870" y="1162177"/>
                  <a:pt x="1673560" y="1163910"/>
                </a:cubicBezTo>
                <a:cubicBezTo>
                  <a:pt x="1660222" y="1165641"/>
                  <a:pt x="1650720" y="1164000"/>
                  <a:pt x="1652359" y="1160285"/>
                </a:cubicBezTo>
                <a:cubicBezTo>
                  <a:pt x="1654165" y="1156569"/>
                  <a:pt x="1666252" y="1152193"/>
                  <a:pt x="1679617" y="1150506"/>
                </a:cubicBezTo>
                <a:cubicBezTo>
                  <a:pt x="1686258" y="1149663"/>
                  <a:pt x="1691941" y="1149640"/>
                  <a:pt x="1695762" y="1150286"/>
                </a:cubicBezTo>
                <a:close/>
                <a:moveTo>
                  <a:pt x="10090602" y="1149366"/>
                </a:moveTo>
                <a:cubicBezTo>
                  <a:pt x="10092104" y="1148979"/>
                  <a:pt x="10095550" y="1149366"/>
                  <a:pt x="10098410" y="1150187"/>
                </a:cubicBezTo>
                <a:cubicBezTo>
                  <a:pt x="10101218" y="1151030"/>
                  <a:pt x="10102302" y="1152011"/>
                  <a:pt x="10100662" y="1152398"/>
                </a:cubicBezTo>
                <a:cubicBezTo>
                  <a:pt x="10099188" y="1152808"/>
                  <a:pt x="10095771" y="1152421"/>
                  <a:pt x="10092880" y="1151600"/>
                </a:cubicBezTo>
                <a:cubicBezTo>
                  <a:pt x="10090158" y="1150757"/>
                  <a:pt x="10089074" y="1149777"/>
                  <a:pt x="10090602" y="1149366"/>
                </a:cubicBezTo>
                <a:close/>
                <a:moveTo>
                  <a:pt x="7996692" y="1147693"/>
                </a:moveTo>
                <a:cubicBezTo>
                  <a:pt x="8008780" y="1149076"/>
                  <a:pt x="8021047" y="1151896"/>
                  <a:pt x="8030675" y="1155840"/>
                </a:cubicBezTo>
                <a:cubicBezTo>
                  <a:pt x="8049792" y="1163750"/>
                  <a:pt x="8051154" y="1173164"/>
                  <a:pt x="8033093" y="1176857"/>
                </a:cubicBezTo>
                <a:cubicBezTo>
                  <a:pt x="8015059" y="1180573"/>
                  <a:pt x="7984744" y="1177062"/>
                  <a:pt x="7965627" y="1169061"/>
                </a:cubicBezTo>
                <a:cubicBezTo>
                  <a:pt x="7946538" y="1161083"/>
                  <a:pt x="7945843" y="1151782"/>
                  <a:pt x="7963792" y="1148180"/>
                </a:cubicBezTo>
                <a:cubicBezTo>
                  <a:pt x="7972699" y="1146368"/>
                  <a:pt x="7984606" y="1146311"/>
                  <a:pt x="7996692" y="1147693"/>
                </a:cubicBezTo>
                <a:close/>
                <a:moveTo>
                  <a:pt x="7105634" y="1147520"/>
                </a:moveTo>
                <a:cubicBezTo>
                  <a:pt x="7106773" y="1147315"/>
                  <a:pt x="7108523" y="1147520"/>
                  <a:pt x="7109440" y="1147999"/>
                </a:cubicBezTo>
                <a:cubicBezTo>
                  <a:pt x="7110413" y="1148478"/>
                  <a:pt x="7110246" y="1149025"/>
                  <a:pt x="7109051" y="1149275"/>
                </a:cubicBezTo>
                <a:cubicBezTo>
                  <a:pt x="7107884" y="1149480"/>
                  <a:pt x="7106106" y="1149275"/>
                  <a:pt x="7105189" y="1148797"/>
                </a:cubicBezTo>
                <a:cubicBezTo>
                  <a:pt x="7104272" y="1148318"/>
                  <a:pt x="7104411" y="1147771"/>
                  <a:pt x="7105634" y="1147520"/>
                </a:cubicBezTo>
                <a:close/>
                <a:moveTo>
                  <a:pt x="2569800" y="1146514"/>
                </a:moveTo>
                <a:cubicBezTo>
                  <a:pt x="2574906" y="1147326"/>
                  <a:pt x="2578012" y="1148979"/>
                  <a:pt x="2577956" y="1151281"/>
                </a:cubicBezTo>
                <a:cubicBezTo>
                  <a:pt x="2577762" y="1155954"/>
                  <a:pt x="2564674" y="1161470"/>
                  <a:pt x="2548780" y="1163636"/>
                </a:cubicBezTo>
                <a:cubicBezTo>
                  <a:pt x="2532720" y="1165801"/>
                  <a:pt x="2519966" y="1163750"/>
                  <a:pt x="2520326" y="1159077"/>
                </a:cubicBezTo>
                <a:cubicBezTo>
                  <a:pt x="2520660" y="1154427"/>
                  <a:pt x="2533804" y="1148933"/>
                  <a:pt x="2549641" y="1146790"/>
                </a:cubicBezTo>
                <a:cubicBezTo>
                  <a:pt x="2557589" y="1145731"/>
                  <a:pt x="2564695" y="1145702"/>
                  <a:pt x="2569800" y="1146514"/>
                </a:cubicBezTo>
                <a:close/>
                <a:moveTo>
                  <a:pt x="9056368" y="1142679"/>
                </a:moveTo>
                <a:cubicBezTo>
                  <a:pt x="9069900" y="1144141"/>
                  <a:pt x="9084355" y="1147109"/>
                  <a:pt x="9096539" y="1151235"/>
                </a:cubicBezTo>
                <a:cubicBezTo>
                  <a:pt x="9121075" y="1159579"/>
                  <a:pt x="9127159" y="1169563"/>
                  <a:pt x="9109989" y="1173506"/>
                </a:cubicBezTo>
                <a:cubicBezTo>
                  <a:pt x="9092844" y="1177404"/>
                  <a:pt x="9058805" y="1173689"/>
                  <a:pt x="9034382" y="1165232"/>
                </a:cubicBezTo>
                <a:cubicBezTo>
                  <a:pt x="9010124" y="1156843"/>
                  <a:pt x="9004567" y="1146973"/>
                  <a:pt x="9021738" y="1143166"/>
                </a:cubicBezTo>
                <a:cubicBezTo>
                  <a:pt x="9030227" y="1141263"/>
                  <a:pt x="9042835" y="1141217"/>
                  <a:pt x="9056368" y="1142679"/>
                </a:cubicBezTo>
                <a:close/>
                <a:moveTo>
                  <a:pt x="1493386" y="1136234"/>
                </a:moveTo>
                <a:cubicBezTo>
                  <a:pt x="1496511" y="1136767"/>
                  <a:pt x="1498032" y="1137855"/>
                  <a:pt x="1497198" y="1139382"/>
                </a:cubicBezTo>
                <a:cubicBezTo>
                  <a:pt x="1495615" y="1142483"/>
                  <a:pt x="1485140" y="1146107"/>
                  <a:pt x="1473913" y="1147497"/>
                </a:cubicBezTo>
                <a:cubicBezTo>
                  <a:pt x="1462549" y="1148911"/>
                  <a:pt x="1454852" y="1147588"/>
                  <a:pt x="1456603" y="1144488"/>
                </a:cubicBezTo>
                <a:cubicBezTo>
                  <a:pt x="1458270" y="1141457"/>
                  <a:pt x="1468773" y="1137832"/>
                  <a:pt x="1479943" y="1136419"/>
                </a:cubicBezTo>
                <a:cubicBezTo>
                  <a:pt x="1485528" y="1135724"/>
                  <a:pt x="1490259" y="1135701"/>
                  <a:pt x="1493386" y="1136234"/>
                </a:cubicBezTo>
                <a:close/>
                <a:moveTo>
                  <a:pt x="10276466" y="1136009"/>
                </a:moveTo>
                <a:cubicBezTo>
                  <a:pt x="10277274" y="1135826"/>
                  <a:pt x="10279385" y="1136009"/>
                  <a:pt x="10280996" y="1136464"/>
                </a:cubicBezTo>
                <a:cubicBezTo>
                  <a:pt x="10282690" y="1136966"/>
                  <a:pt x="10283190" y="1137535"/>
                  <a:pt x="10282386" y="1137718"/>
                </a:cubicBezTo>
                <a:cubicBezTo>
                  <a:pt x="10281524" y="1137923"/>
                  <a:pt x="10279552" y="1137741"/>
                  <a:pt x="10277911" y="1137262"/>
                </a:cubicBezTo>
                <a:cubicBezTo>
                  <a:pt x="10276300" y="1136783"/>
                  <a:pt x="10275633" y="1136236"/>
                  <a:pt x="10276466" y="1136009"/>
                </a:cubicBezTo>
                <a:close/>
                <a:moveTo>
                  <a:pt x="8211406" y="1135749"/>
                </a:moveTo>
                <a:cubicBezTo>
                  <a:pt x="8223396" y="1137103"/>
                  <a:pt x="8235669" y="1139850"/>
                  <a:pt x="8245409" y="1143668"/>
                </a:cubicBezTo>
                <a:cubicBezTo>
                  <a:pt x="8265027" y="1151350"/>
                  <a:pt x="8267138" y="1160536"/>
                  <a:pt x="8249882" y="1164161"/>
                </a:cubicBezTo>
                <a:cubicBezTo>
                  <a:pt x="8232517" y="1167763"/>
                  <a:pt x="8202506" y="1164366"/>
                  <a:pt x="8182945" y="1156547"/>
                </a:cubicBezTo>
                <a:cubicBezTo>
                  <a:pt x="8163577" y="1148842"/>
                  <a:pt x="8161854" y="1139702"/>
                  <a:pt x="8179109" y="1136191"/>
                </a:cubicBezTo>
                <a:cubicBezTo>
                  <a:pt x="8187710" y="1134436"/>
                  <a:pt x="8199416" y="1134396"/>
                  <a:pt x="8211406" y="1135749"/>
                </a:cubicBezTo>
                <a:close/>
                <a:moveTo>
                  <a:pt x="3227717" y="1134048"/>
                </a:moveTo>
                <a:cubicBezTo>
                  <a:pt x="3229217" y="1133843"/>
                  <a:pt x="3230607" y="1134025"/>
                  <a:pt x="3230746" y="1134504"/>
                </a:cubicBezTo>
                <a:cubicBezTo>
                  <a:pt x="3230940" y="1135005"/>
                  <a:pt x="3229662" y="1135530"/>
                  <a:pt x="3228161" y="1135758"/>
                </a:cubicBezTo>
                <a:cubicBezTo>
                  <a:pt x="3226661" y="1135940"/>
                  <a:pt x="3225244" y="1135758"/>
                  <a:pt x="3225077" y="1135302"/>
                </a:cubicBezTo>
                <a:cubicBezTo>
                  <a:pt x="3225049" y="1134801"/>
                  <a:pt x="3226049" y="1134253"/>
                  <a:pt x="3227717" y="1134048"/>
                </a:cubicBezTo>
                <a:close/>
                <a:moveTo>
                  <a:pt x="7329927" y="1132521"/>
                </a:moveTo>
                <a:cubicBezTo>
                  <a:pt x="7338235" y="1130925"/>
                  <a:pt x="7350850" y="1132429"/>
                  <a:pt x="7358159" y="1135780"/>
                </a:cubicBezTo>
                <a:cubicBezTo>
                  <a:pt x="7365494" y="1139199"/>
                  <a:pt x="7364771" y="1143234"/>
                  <a:pt x="7356408" y="1144807"/>
                </a:cubicBezTo>
                <a:cubicBezTo>
                  <a:pt x="7348100" y="1146425"/>
                  <a:pt x="7335512" y="1144898"/>
                  <a:pt x="7328176" y="1141479"/>
                </a:cubicBezTo>
                <a:cubicBezTo>
                  <a:pt x="7320841" y="1138128"/>
                  <a:pt x="7321702" y="1134070"/>
                  <a:pt x="7329927" y="1132521"/>
                </a:cubicBezTo>
                <a:close/>
                <a:moveTo>
                  <a:pt x="2353795" y="1132023"/>
                </a:moveTo>
                <a:cubicBezTo>
                  <a:pt x="2359443" y="1132932"/>
                  <a:pt x="2362763" y="1134778"/>
                  <a:pt x="2362415" y="1137353"/>
                </a:cubicBezTo>
                <a:cubicBezTo>
                  <a:pt x="2361694" y="1142528"/>
                  <a:pt x="2346355" y="1148683"/>
                  <a:pt x="2328350" y="1151099"/>
                </a:cubicBezTo>
                <a:cubicBezTo>
                  <a:pt x="2310177" y="1153492"/>
                  <a:pt x="2296089" y="1151213"/>
                  <a:pt x="2297007" y="1145993"/>
                </a:cubicBezTo>
                <a:cubicBezTo>
                  <a:pt x="2297867" y="1140796"/>
                  <a:pt x="2313205" y="1134686"/>
                  <a:pt x="2331211" y="1132316"/>
                </a:cubicBezTo>
                <a:cubicBezTo>
                  <a:pt x="2340172" y="1131142"/>
                  <a:pt x="2348148" y="1131114"/>
                  <a:pt x="2353795" y="1132023"/>
                </a:cubicBezTo>
                <a:close/>
                <a:moveTo>
                  <a:pt x="1284548" y="1125522"/>
                </a:moveTo>
                <a:cubicBezTo>
                  <a:pt x="1286743" y="1125249"/>
                  <a:pt x="1288244" y="1125500"/>
                  <a:pt x="1287799" y="1126069"/>
                </a:cubicBezTo>
                <a:cubicBezTo>
                  <a:pt x="1287465" y="1126685"/>
                  <a:pt x="1285465" y="1127369"/>
                  <a:pt x="1283186" y="1127620"/>
                </a:cubicBezTo>
                <a:cubicBezTo>
                  <a:pt x="1280991" y="1127893"/>
                  <a:pt x="1279657" y="1127620"/>
                  <a:pt x="1279964" y="1127050"/>
                </a:cubicBezTo>
                <a:cubicBezTo>
                  <a:pt x="1280352" y="1126480"/>
                  <a:pt x="1282326" y="1125819"/>
                  <a:pt x="1284548" y="1125522"/>
                </a:cubicBezTo>
                <a:close/>
                <a:moveTo>
                  <a:pt x="9249354" y="1124722"/>
                </a:moveTo>
                <a:cubicBezTo>
                  <a:pt x="9266953" y="1126594"/>
                  <a:pt x="9285917" y="1130401"/>
                  <a:pt x="9302186" y="1135712"/>
                </a:cubicBezTo>
                <a:cubicBezTo>
                  <a:pt x="9334782" y="1146426"/>
                  <a:pt x="9343950" y="1159237"/>
                  <a:pt x="9322222" y="1164275"/>
                </a:cubicBezTo>
                <a:cubicBezTo>
                  <a:pt x="9300410" y="1169358"/>
                  <a:pt x="9256145" y="1164548"/>
                  <a:pt x="9223496" y="1153652"/>
                </a:cubicBezTo>
                <a:cubicBezTo>
                  <a:pt x="9191292" y="1142870"/>
                  <a:pt x="9183040" y="1130241"/>
                  <a:pt x="9204713" y="1125341"/>
                </a:cubicBezTo>
                <a:cubicBezTo>
                  <a:pt x="9215522" y="1122913"/>
                  <a:pt x="9231755" y="1122850"/>
                  <a:pt x="9249354" y="1124722"/>
                </a:cubicBezTo>
                <a:close/>
                <a:moveTo>
                  <a:pt x="10457940" y="1122536"/>
                </a:moveTo>
                <a:cubicBezTo>
                  <a:pt x="10458275" y="1122422"/>
                  <a:pt x="10459304" y="1122514"/>
                  <a:pt x="10460192" y="1122765"/>
                </a:cubicBezTo>
                <a:cubicBezTo>
                  <a:pt x="10460941" y="1122993"/>
                  <a:pt x="10461360" y="1123266"/>
                  <a:pt x="10460774" y="1123358"/>
                </a:cubicBezTo>
                <a:cubicBezTo>
                  <a:pt x="10460443" y="1123471"/>
                  <a:pt x="10459386" y="1123380"/>
                  <a:pt x="10458634" y="1123152"/>
                </a:cubicBezTo>
                <a:cubicBezTo>
                  <a:pt x="10457801" y="1122924"/>
                  <a:pt x="10457497" y="1122627"/>
                  <a:pt x="10457940" y="1122536"/>
                </a:cubicBezTo>
                <a:close/>
                <a:moveTo>
                  <a:pt x="8419068" y="1122106"/>
                </a:moveTo>
                <a:cubicBezTo>
                  <a:pt x="8432046" y="1123545"/>
                  <a:pt x="8445460" y="1126469"/>
                  <a:pt x="8456282" y="1130538"/>
                </a:cubicBezTo>
                <a:cubicBezTo>
                  <a:pt x="8478094" y="1138721"/>
                  <a:pt x="8481261" y="1148500"/>
                  <a:pt x="8463173" y="1152330"/>
                </a:cubicBezTo>
                <a:cubicBezTo>
                  <a:pt x="8445001" y="1156159"/>
                  <a:pt x="8412491" y="1152512"/>
                  <a:pt x="8390789" y="1144237"/>
                </a:cubicBezTo>
                <a:cubicBezTo>
                  <a:pt x="8369171" y="1136009"/>
                  <a:pt x="8366476" y="1126320"/>
                  <a:pt x="8384482" y="1122582"/>
                </a:cubicBezTo>
                <a:cubicBezTo>
                  <a:pt x="8393553" y="1120713"/>
                  <a:pt x="8406092" y="1120667"/>
                  <a:pt x="8419068" y="1122106"/>
                </a:cubicBezTo>
                <a:close/>
                <a:moveTo>
                  <a:pt x="2990392" y="1120052"/>
                </a:moveTo>
                <a:cubicBezTo>
                  <a:pt x="2997700" y="1119048"/>
                  <a:pt x="3004035" y="1120006"/>
                  <a:pt x="3004341" y="1122194"/>
                </a:cubicBezTo>
                <a:cubicBezTo>
                  <a:pt x="3004758" y="1124405"/>
                  <a:pt x="2999033" y="1127027"/>
                  <a:pt x="2991448" y="1128030"/>
                </a:cubicBezTo>
                <a:cubicBezTo>
                  <a:pt x="2984085" y="1129056"/>
                  <a:pt x="2977749" y="1128098"/>
                  <a:pt x="2977444" y="1125864"/>
                </a:cubicBezTo>
                <a:cubicBezTo>
                  <a:pt x="2977026" y="1123676"/>
                  <a:pt x="2982834" y="1121077"/>
                  <a:pt x="2990392" y="1120052"/>
                </a:cubicBezTo>
                <a:close/>
                <a:moveTo>
                  <a:pt x="7570198" y="1117841"/>
                </a:moveTo>
                <a:cubicBezTo>
                  <a:pt x="7578346" y="1118781"/>
                  <a:pt x="7586411" y="1120690"/>
                  <a:pt x="7592510" y="1123357"/>
                </a:cubicBezTo>
                <a:cubicBezTo>
                  <a:pt x="7604597" y="1128691"/>
                  <a:pt x="7604097" y="1135051"/>
                  <a:pt x="7591315" y="1137513"/>
                </a:cubicBezTo>
                <a:cubicBezTo>
                  <a:pt x="7578450" y="1140021"/>
                  <a:pt x="7558138" y="1137650"/>
                  <a:pt x="7546051" y="1132248"/>
                </a:cubicBezTo>
                <a:cubicBezTo>
                  <a:pt x="7534019" y="1126891"/>
                  <a:pt x="7534686" y="1120576"/>
                  <a:pt x="7547384" y="1118137"/>
                </a:cubicBezTo>
                <a:cubicBezTo>
                  <a:pt x="7553817" y="1116929"/>
                  <a:pt x="7562049" y="1116900"/>
                  <a:pt x="7570198" y="1117841"/>
                </a:cubicBezTo>
                <a:close/>
                <a:moveTo>
                  <a:pt x="2149377" y="1116029"/>
                </a:moveTo>
                <a:cubicBezTo>
                  <a:pt x="2156011" y="1117116"/>
                  <a:pt x="2159741" y="1119322"/>
                  <a:pt x="2159018" y="1122376"/>
                </a:cubicBezTo>
                <a:cubicBezTo>
                  <a:pt x="2157546" y="1128531"/>
                  <a:pt x="2138734" y="1135849"/>
                  <a:pt x="2116645" y="1138721"/>
                </a:cubicBezTo>
                <a:cubicBezTo>
                  <a:pt x="2094693" y="1141593"/>
                  <a:pt x="2078076" y="1138881"/>
                  <a:pt x="2079772" y="1132657"/>
                </a:cubicBezTo>
                <a:cubicBezTo>
                  <a:pt x="2081439" y="1126457"/>
                  <a:pt x="2100528" y="1119208"/>
                  <a:pt x="2122313" y="1116381"/>
                </a:cubicBezTo>
                <a:cubicBezTo>
                  <a:pt x="2133206" y="1114968"/>
                  <a:pt x="2142743" y="1114940"/>
                  <a:pt x="2149377" y="1116029"/>
                </a:cubicBezTo>
                <a:close/>
                <a:moveTo>
                  <a:pt x="9439942" y="1110922"/>
                </a:moveTo>
                <a:cubicBezTo>
                  <a:pt x="9457979" y="1112809"/>
                  <a:pt x="9477548" y="1116644"/>
                  <a:pt x="9494444" y="1121989"/>
                </a:cubicBezTo>
                <a:cubicBezTo>
                  <a:pt x="9528704" y="1132817"/>
                  <a:pt x="9539179" y="1145764"/>
                  <a:pt x="9517477" y="1150848"/>
                </a:cubicBezTo>
                <a:cubicBezTo>
                  <a:pt x="9495804" y="1155954"/>
                  <a:pt x="9450263" y="1151099"/>
                  <a:pt x="9416195" y="1140088"/>
                </a:cubicBezTo>
                <a:cubicBezTo>
                  <a:pt x="9382546" y="1129215"/>
                  <a:pt x="9373016" y="1116473"/>
                  <a:pt x="9394632" y="1111549"/>
                </a:cubicBezTo>
                <a:cubicBezTo>
                  <a:pt x="9405400" y="1109099"/>
                  <a:pt x="9421905" y="1109036"/>
                  <a:pt x="9439942" y="1110922"/>
                </a:cubicBezTo>
                <a:close/>
                <a:moveTo>
                  <a:pt x="8621217" y="1110201"/>
                </a:moveTo>
                <a:cubicBezTo>
                  <a:pt x="8633497" y="1111532"/>
                  <a:pt x="8646342" y="1114250"/>
                  <a:pt x="8656872" y="1118045"/>
                </a:cubicBezTo>
                <a:cubicBezTo>
                  <a:pt x="8678047" y="1125705"/>
                  <a:pt x="8681824" y="1134823"/>
                  <a:pt x="8665181" y="1138379"/>
                </a:cubicBezTo>
                <a:cubicBezTo>
                  <a:pt x="8648510" y="1141980"/>
                  <a:pt x="8617776" y="1138561"/>
                  <a:pt x="8596576" y="1130833"/>
                </a:cubicBezTo>
                <a:cubicBezTo>
                  <a:pt x="8575681" y="1123174"/>
                  <a:pt x="8572290" y="1114147"/>
                  <a:pt x="8588935" y="1110683"/>
                </a:cubicBezTo>
                <a:cubicBezTo>
                  <a:pt x="8597215" y="1108927"/>
                  <a:pt x="8608935" y="1108870"/>
                  <a:pt x="8621217" y="1110201"/>
                </a:cubicBezTo>
                <a:close/>
                <a:moveTo>
                  <a:pt x="1097906" y="1109680"/>
                </a:moveTo>
                <a:cubicBezTo>
                  <a:pt x="1101018" y="1109315"/>
                  <a:pt x="1102991" y="1109657"/>
                  <a:pt x="1102380" y="1110455"/>
                </a:cubicBezTo>
                <a:cubicBezTo>
                  <a:pt x="1101851" y="1111230"/>
                  <a:pt x="1098851" y="1112210"/>
                  <a:pt x="1095822" y="1112575"/>
                </a:cubicBezTo>
                <a:cubicBezTo>
                  <a:pt x="1092793" y="1112985"/>
                  <a:pt x="1090737" y="1112575"/>
                  <a:pt x="1091376" y="1111800"/>
                </a:cubicBezTo>
                <a:cubicBezTo>
                  <a:pt x="1091932" y="1111025"/>
                  <a:pt x="1094905" y="1110044"/>
                  <a:pt x="1097906" y="1109680"/>
                </a:cubicBezTo>
                <a:close/>
                <a:moveTo>
                  <a:pt x="10634192" y="1108677"/>
                </a:moveTo>
                <a:cubicBezTo>
                  <a:pt x="10634523" y="1108586"/>
                  <a:pt x="10635552" y="1108677"/>
                  <a:pt x="10636303" y="1108905"/>
                </a:cubicBezTo>
                <a:cubicBezTo>
                  <a:pt x="10637218" y="1109156"/>
                  <a:pt x="10637553" y="1109429"/>
                  <a:pt x="10637108" y="1109498"/>
                </a:cubicBezTo>
                <a:cubicBezTo>
                  <a:pt x="10636720" y="1109611"/>
                  <a:pt x="10635719" y="1109520"/>
                  <a:pt x="10634829" y="1109270"/>
                </a:cubicBezTo>
                <a:cubicBezTo>
                  <a:pt x="10633968" y="1109065"/>
                  <a:pt x="10633635" y="1108814"/>
                  <a:pt x="10634192" y="1108677"/>
                </a:cubicBezTo>
                <a:close/>
                <a:moveTo>
                  <a:pt x="1934166" y="1106714"/>
                </a:moveTo>
                <a:cubicBezTo>
                  <a:pt x="1937720" y="1107298"/>
                  <a:pt x="1939644" y="1108483"/>
                  <a:pt x="1939115" y="1110136"/>
                </a:cubicBezTo>
                <a:cubicBezTo>
                  <a:pt x="1937949" y="1113441"/>
                  <a:pt x="1927390" y="1117408"/>
                  <a:pt x="1915246" y="1118980"/>
                </a:cubicBezTo>
                <a:cubicBezTo>
                  <a:pt x="1903243" y="1120508"/>
                  <a:pt x="1894407" y="1119026"/>
                  <a:pt x="1895463" y="1115675"/>
                </a:cubicBezTo>
                <a:cubicBezTo>
                  <a:pt x="1896685" y="1112347"/>
                  <a:pt x="1907411" y="1108426"/>
                  <a:pt x="1919443" y="1106899"/>
                </a:cubicBezTo>
                <a:cubicBezTo>
                  <a:pt x="1925431" y="1106147"/>
                  <a:pt x="1930613" y="1106129"/>
                  <a:pt x="1934166" y="1106714"/>
                </a:cubicBezTo>
                <a:close/>
                <a:moveTo>
                  <a:pt x="2783170" y="1104449"/>
                </a:moveTo>
                <a:cubicBezTo>
                  <a:pt x="2787626" y="1105132"/>
                  <a:pt x="2790426" y="1106523"/>
                  <a:pt x="2790467" y="1108472"/>
                </a:cubicBezTo>
                <a:cubicBezTo>
                  <a:pt x="2790773" y="1112369"/>
                  <a:pt x="2780103" y="1116974"/>
                  <a:pt x="2766654" y="1118775"/>
                </a:cubicBezTo>
                <a:cubicBezTo>
                  <a:pt x="2753150" y="1120598"/>
                  <a:pt x="2742064" y="1118912"/>
                  <a:pt x="2741980" y="1114968"/>
                </a:cubicBezTo>
                <a:cubicBezTo>
                  <a:pt x="2741869" y="1111093"/>
                  <a:pt x="2752566" y="1106443"/>
                  <a:pt x="2765932" y="1104665"/>
                </a:cubicBezTo>
                <a:cubicBezTo>
                  <a:pt x="2772600" y="1103787"/>
                  <a:pt x="2778714" y="1103765"/>
                  <a:pt x="2783170" y="1104449"/>
                </a:cubicBezTo>
                <a:close/>
                <a:moveTo>
                  <a:pt x="7786841" y="1104414"/>
                </a:moveTo>
                <a:cubicBezTo>
                  <a:pt x="7796608" y="1105525"/>
                  <a:pt x="7806396" y="1107776"/>
                  <a:pt x="7813912" y="1110910"/>
                </a:cubicBezTo>
                <a:cubicBezTo>
                  <a:pt x="7829084" y="1117225"/>
                  <a:pt x="7829278" y="1124793"/>
                  <a:pt x="7814329" y="1127688"/>
                </a:cubicBezTo>
                <a:cubicBezTo>
                  <a:pt x="7799436" y="1130628"/>
                  <a:pt x="7774845" y="1127825"/>
                  <a:pt x="7759868" y="1121465"/>
                </a:cubicBezTo>
                <a:cubicBezTo>
                  <a:pt x="7744974" y="1115128"/>
                  <a:pt x="7744918" y="1107674"/>
                  <a:pt x="7759896" y="1104756"/>
                </a:cubicBezTo>
                <a:cubicBezTo>
                  <a:pt x="7767328" y="1103332"/>
                  <a:pt x="7777074" y="1103302"/>
                  <a:pt x="7786841" y="1104414"/>
                </a:cubicBezTo>
                <a:close/>
                <a:moveTo>
                  <a:pt x="9628951" y="1100527"/>
                </a:moveTo>
                <a:cubicBezTo>
                  <a:pt x="9644316" y="1102106"/>
                  <a:pt x="9661148" y="1105326"/>
                  <a:pt x="9675833" y="1109839"/>
                </a:cubicBezTo>
                <a:cubicBezTo>
                  <a:pt x="9705452" y="1118912"/>
                  <a:pt x="9715123" y="1129762"/>
                  <a:pt x="9697284" y="1134025"/>
                </a:cubicBezTo>
                <a:cubicBezTo>
                  <a:pt x="9679334" y="1138265"/>
                  <a:pt x="9640710" y="1134230"/>
                  <a:pt x="9611257" y="1125043"/>
                </a:cubicBezTo>
                <a:cubicBezTo>
                  <a:pt x="9581831" y="1115903"/>
                  <a:pt x="9572912" y="1105212"/>
                  <a:pt x="9590863" y="1101063"/>
                </a:cubicBezTo>
                <a:cubicBezTo>
                  <a:pt x="9599685" y="1099011"/>
                  <a:pt x="9613585" y="1098949"/>
                  <a:pt x="9628951" y="1100527"/>
                </a:cubicBezTo>
                <a:close/>
                <a:moveTo>
                  <a:pt x="9810987" y="1098898"/>
                </a:moveTo>
                <a:cubicBezTo>
                  <a:pt x="9816211" y="1097644"/>
                  <a:pt x="9827852" y="1098852"/>
                  <a:pt x="9836855" y="1101565"/>
                </a:cubicBezTo>
                <a:cubicBezTo>
                  <a:pt x="9846055" y="1104278"/>
                  <a:pt x="9849221" y="1107515"/>
                  <a:pt x="9843915" y="1108791"/>
                </a:cubicBezTo>
                <a:cubicBezTo>
                  <a:pt x="9838689" y="1110044"/>
                  <a:pt x="9826909" y="1108837"/>
                  <a:pt x="9817795" y="1106101"/>
                </a:cubicBezTo>
                <a:cubicBezTo>
                  <a:pt x="9808792" y="1103389"/>
                  <a:pt x="9805652" y="1100175"/>
                  <a:pt x="9810987" y="1098898"/>
                </a:cubicBezTo>
                <a:close/>
                <a:moveTo>
                  <a:pt x="8817980" y="1098129"/>
                </a:moveTo>
                <a:cubicBezTo>
                  <a:pt x="8829559" y="1099371"/>
                  <a:pt x="8841779" y="1101895"/>
                  <a:pt x="8851907" y="1105417"/>
                </a:cubicBezTo>
                <a:cubicBezTo>
                  <a:pt x="8872330" y="1112484"/>
                  <a:pt x="8876804" y="1120941"/>
                  <a:pt x="8861521" y="1124269"/>
                </a:cubicBezTo>
                <a:cubicBezTo>
                  <a:pt x="8846293" y="1127574"/>
                  <a:pt x="8817090" y="1124405"/>
                  <a:pt x="8796862" y="1117271"/>
                </a:cubicBezTo>
                <a:cubicBezTo>
                  <a:pt x="8776495" y="1110158"/>
                  <a:pt x="8772659" y="1101770"/>
                  <a:pt x="8787887" y="1098533"/>
                </a:cubicBezTo>
                <a:cubicBezTo>
                  <a:pt x="8795459" y="1096926"/>
                  <a:pt x="8806399" y="1096886"/>
                  <a:pt x="8817980" y="1098129"/>
                </a:cubicBezTo>
                <a:close/>
                <a:moveTo>
                  <a:pt x="915710" y="1095205"/>
                </a:moveTo>
                <a:cubicBezTo>
                  <a:pt x="916515" y="1095114"/>
                  <a:pt x="917154" y="1095205"/>
                  <a:pt x="916904" y="1095433"/>
                </a:cubicBezTo>
                <a:cubicBezTo>
                  <a:pt x="916710" y="1095661"/>
                  <a:pt x="915960" y="1095957"/>
                  <a:pt x="915042" y="1096026"/>
                </a:cubicBezTo>
                <a:cubicBezTo>
                  <a:pt x="914153" y="1096140"/>
                  <a:pt x="913653" y="1096026"/>
                  <a:pt x="913764" y="1095797"/>
                </a:cubicBezTo>
                <a:cubicBezTo>
                  <a:pt x="913931" y="1095593"/>
                  <a:pt x="914848" y="1095319"/>
                  <a:pt x="915710" y="1095205"/>
                </a:cubicBezTo>
                <a:close/>
                <a:moveTo>
                  <a:pt x="7149787" y="1093085"/>
                </a:moveTo>
                <a:cubicBezTo>
                  <a:pt x="7150842" y="1092925"/>
                  <a:pt x="7152648" y="1093085"/>
                  <a:pt x="7153509" y="1093564"/>
                </a:cubicBezTo>
                <a:cubicBezTo>
                  <a:pt x="7154427" y="1093997"/>
                  <a:pt x="7154427" y="1094544"/>
                  <a:pt x="7153204" y="1094772"/>
                </a:cubicBezTo>
                <a:cubicBezTo>
                  <a:pt x="7152092" y="1094932"/>
                  <a:pt x="7150314" y="1094772"/>
                  <a:pt x="7149398" y="1094293"/>
                </a:cubicBezTo>
                <a:cubicBezTo>
                  <a:pt x="7148397" y="1093837"/>
                  <a:pt x="7148564" y="1093313"/>
                  <a:pt x="7149787" y="1093085"/>
                </a:cubicBezTo>
                <a:close/>
                <a:moveTo>
                  <a:pt x="7995810" y="1090121"/>
                </a:moveTo>
                <a:cubicBezTo>
                  <a:pt x="8007614" y="1091439"/>
                  <a:pt x="8019561" y="1094111"/>
                  <a:pt x="8028842" y="1097826"/>
                </a:cubicBezTo>
                <a:cubicBezTo>
                  <a:pt x="8047820" y="1105303"/>
                  <a:pt x="8048847" y="1114284"/>
                  <a:pt x="8031314" y="1117772"/>
                </a:cubicBezTo>
                <a:cubicBezTo>
                  <a:pt x="8013808" y="1121305"/>
                  <a:pt x="7984160" y="1117955"/>
                  <a:pt x="7965460" y="1110364"/>
                </a:cubicBezTo>
                <a:cubicBezTo>
                  <a:pt x="7947065" y="1102818"/>
                  <a:pt x="7946232" y="1093974"/>
                  <a:pt x="7963654" y="1090554"/>
                </a:cubicBezTo>
                <a:cubicBezTo>
                  <a:pt x="7972352" y="1088845"/>
                  <a:pt x="7984008" y="1088805"/>
                  <a:pt x="7995810" y="1090121"/>
                </a:cubicBezTo>
                <a:close/>
                <a:moveTo>
                  <a:pt x="10005799" y="1089871"/>
                </a:moveTo>
                <a:cubicBezTo>
                  <a:pt x="10006326" y="1089780"/>
                  <a:pt x="10007273" y="1089871"/>
                  <a:pt x="10008077" y="1090145"/>
                </a:cubicBezTo>
                <a:cubicBezTo>
                  <a:pt x="10008771" y="1090349"/>
                  <a:pt x="10009106" y="1090600"/>
                  <a:pt x="10008690" y="1090692"/>
                </a:cubicBezTo>
                <a:cubicBezTo>
                  <a:pt x="10008273" y="1090828"/>
                  <a:pt x="10007244" y="1090714"/>
                  <a:pt x="10006522" y="1090464"/>
                </a:cubicBezTo>
                <a:cubicBezTo>
                  <a:pt x="10005688" y="1090281"/>
                  <a:pt x="10005409" y="1089985"/>
                  <a:pt x="10005799" y="1089871"/>
                </a:cubicBezTo>
                <a:close/>
                <a:moveTo>
                  <a:pt x="2576355" y="1088528"/>
                </a:moveTo>
                <a:cubicBezTo>
                  <a:pt x="2582354" y="1089466"/>
                  <a:pt x="2585987" y="1091363"/>
                  <a:pt x="2585820" y="1093996"/>
                </a:cubicBezTo>
                <a:cubicBezTo>
                  <a:pt x="2585792" y="1099308"/>
                  <a:pt x="2570260" y="1105667"/>
                  <a:pt x="2551782" y="1108107"/>
                </a:cubicBezTo>
                <a:cubicBezTo>
                  <a:pt x="2532887" y="1110591"/>
                  <a:pt x="2517993" y="1108243"/>
                  <a:pt x="2518382" y="1102886"/>
                </a:cubicBezTo>
                <a:cubicBezTo>
                  <a:pt x="2518743" y="1097553"/>
                  <a:pt x="2534081" y="1091261"/>
                  <a:pt x="2552698" y="1088822"/>
                </a:cubicBezTo>
                <a:cubicBezTo>
                  <a:pt x="2561993" y="1087614"/>
                  <a:pt x="2570357" y="1087592"/>
                  <a:pt x="2576355" y="1088528"/>
                </a:cubicBezTo>
                <a:close/>
                <a:moveTo>
                  <a:pt x="1756774" y="1085879"/>
                </a:moveTo>
                <a:cubicBezTo>
                  <a:pt x="1763742" y="1087022"/>
                  <a:pt x="1767368" y="1089347"/>
                  <a:pt x="1766006" y="1092583"/>
                </a:cubicBezTo>
                <a:cubicBezTo>
                  <a:pt x="1763227" y="1099149"/>
                  <a:pt x="1741304" y="1106968"/>
                  <a:pt x="1717074" y="1110022"/>
                </a:cubicBezTo>
                <a:cubicBezTo>
                  <a:pt x="1692705" y="1113099"/>
                  <a:pt x="1675338" y="1110182"/>
                  <a:pt x="1678367" y="1103571"/>
                </a:cubicBezTo>
                <a:cubicBezTo>
                  <a:pt x="1681479" y="1097006"/>
                  <a:pt x="1703431" y="1089256"/>
                  <a:pt x="1727494" y="1086269"/>
                </a:cubicBezTo>
                <a:cubicBezTo>
                  <a:pt x="1739498" y="1084776"/>
                  <a:pt x="1749807" y="1084737"/>
                  <a:pt x="1756774" y="1085879"/>
                </a:cubicBezTo>
                <a:close/>
                <a:moveTo>
                  <a:pt x="9008533" y="1083425"/>
                </a:moveTo>
                <a:cubicBezTo>
                  <a:pt x="9021676" y="1084805"/>
                  <a:pt x="9035645" y="1087614"/>
                  <a:pt x="9047329" y="1091535"/>
                </a:cubicBezTo>
                <a:cubicBezTo>
                  <a:pt x="9070948" y="1099445"/>
                  <a:pt x="9076728" y="1108859"/>
                  <a:pt x="9059918" y="1112552"/>
                </a:cubicBezTo>
                <a:cubicBezTo>
                  <a:pt x="9043218" y="1116268"/>
                  <a:pt x="9010373" y="1112780"/>
                  <a:pt x="8986728" y="1104779"/>
                </a:cubicBezTo>
                <a:cubicBezTo>
                  <a:pt x="8963386" y="1096847"/>
                  <a:pt x="8958134" y="1087500"/>
                  <a:pt x="8974695" y="1083899"/>
                </a:cubicBezTo>
                <a:cubicBezTo>
                  <a:pt x="8983071" y="1082098"/>
                  <a:pt x="8995389" y="1082047"/>
                  <a:pt x="9008533" y="1083425"/>
                </a:cubicBezTo>
                <a:close/>
                <a:moveTo>
                  <a:pt x="3194595" y="1081231"/>
                </a:moveTo>
                <a:cubicBezTo>
                  <a:pt x="3196178" y="1081049"/>
                  <a:pt x="3197428" y="1081231"/>
                  <a:pt x="3197540" y="1081687"/>
                </a:cubicBezTo>
                <a:cubicBezTo>
                  <a:pt x="3197623" y="1082097"/>
                  <a:pt x="3196567" y="1082644"/>
                  <a:pt x="3195011" y="1082873"/>
                </a:cubicBezTo>
                <a:cubicBezTo>
                  <a:pt x="3193483" y="1083032"/>
                  <a:pt x="3192205" y="1082873"/>
                  <a:pt x="3192066" y="1082416"/>
                </a:cubicBezTo>
                <a:cubicBezTo>
                  <a:pt x="3192038" y="1081938"/>
                  <a:pt x="3193066" y="1081437"/>
                  <a:pt x="3194595" y="1081231"/>
                </a:cubicBezTo>
                <a:close/>
                <a:moveTo>
                  <a:pt x="1535739" y="1079248"/>
                </a:moveTo>
                <a:cubicBezTo>
                  <a:pt x="1543686" y="1078313"/>
                  <a:pt x="1549243" y="1079180"/>
                  <a:pt x="1548131" y="1081299"/>
                </a:cubicBezTo>
                <a:cubicBezTo>
                  <a:pt x="1546937" y="1083442"/>
                  <a:pt x="1539629" y="1085949"/>
                  <a:pt x="1531626" y="1086930"/>
                </a:cubicBezTo>
                <a:cubicBezTo>
                  <a:pt x="1523652" y="1087910"/>
                  <a:pt x="1518094" y="1086999"/>
                  <a:pt x="1519233" y="1084856"/>
                </a:cubicBezTo>
                <a:cubicBezTo>
                  <a:pt x="1520428" y="1082713"/>
                  <a:pt x="1527791" y="1080251"/>
                  <a:pt x="1535739" y="1079248"/>
                </a:cubicBezTo>
                <a:close/>
                <a:moveTo>
                  <a:pt x="8198385" y="1078068"/>
                </a:moveTo>
                <a:cubicBezTo>
                  <a:pt x="8210032" y="1079345"/>
                  <a:pt x="8221945" y="1081938"/>
                  <a:pt x="8231406" y="1085540"/>
                </a:cubicBezTo>
                <a:cubicBezTo>
                  <a:pt x="8250523" y="1092857"/>
                  <a:pt x="8252495" y="1101565"/>
                  <a:pt x="8235685" y="1104939"/>
                </a:cubicBezTo>
                <a:cubicBezTo>
                  <a:pt x="8218763" y="1108403"/>
                  <a:pt x="8189587" y="1105144"/>
                  <a:pt x="8170580" y="1097780"/>
                </a:cubicBezTo>
                <a:cubicBezTo>
                  <a:pt x="8151740" y="1090395"/>
                  <a:pt x="8150241" y="1081801"/>
                  <a:pt x="8166968" y="1078496"/>
                </a:cubicBezTo>
                <a:cubicBezTo>
                  <a:pt x="8175361" y="1076832"/>
                  <a:pt x="8186739" y="1076792"/>
                  <a:pt x="8198385" y="1078068"/>
                </a:cubicBezTo>
                <a:close/>
                <a:moveTo>
                  <a:pt x="7359936" y="1077926"/>
                </a:moveTo>
                <a:cubicBezTo>
                  <a:pt x="7367022" y="1076581"/>
                  <a:pt x="7378164" y="1077835"/>
                  <a:pt x="7384555" y="1080776"/>
                </a:cubicBezTo>
                <a:cubicBezTo>
                  <a:pt x="7390974" y="1083648"/>
                  <a:pt x="7390446" y="1087090"/>
                  <a:pt x="7383138" y="1088435"/>
                </a:cubicBezTo>
                <a:cubicBezTo>
                  <a:pt x="7375913" y="1089803"/>
                  <a:pt x="7364882" y="1088480"/>
                  <a:pt x="7358435" y="1085609"/>
                </a:cubicBezTo>
                <a:cubicBezTo>
                  <a:pt x="7352017" y="1082690"/>
                  <a:pt x="7352656" y="1079271"/>
                  <a:pt x="7359936" y="1077926"/>
                </a:cubicBezTo>
                <a:close/>
                <a:moveTo>
                  <a:pt x="10182021" y="1076467"/>
                </a:moveTo>
                <a:cubicBezTo>
                  <a:pt x="10182464" y="1076353"/>
                  <a:pt x="10183493" y="1076467"/>
                  <a:pt x="10184271" y="1076649"/>
                </a:cubicBezTo>
                <a:cubicBezTo>
                  <a:pt x="10185077" y="1076900"/>
                  <a:pt x="10185355" y="1077174"/>
                  <a:pt x="10184910" y="1077265"/>
                </a:cubicBezTo>
                <a:cubicBezTo>
                  <a:pt x="10184522" y="1077379"/>
                  <a:pt x="10183493" y="1077265"/>
                  <a:pt x="10182631" y="1077037"/>
                </a:cubicBezTo>
                <a:cubicBezTo>
                  <a:pt x="10181965" y="1076832"/>
                  <a:pt x="10181659" y="1076558"/>
                  <a:pt x="10182021" y="1076467"/>
                </a:cubicBezTo>
                <a:close/>
                <a:moveTo>
                  <a:pt x="2374666" y="1073723"/>
                </a:moveTo>
                <a:cubicBezTo>
                  <a:pt x="2381165" y="1074735"/>
                  <a:pt x="2384993" y="1076798"/>
                  <a:pt x="2384617" y="1079681"/>
                </a:cubicBezTo>
                <a:cubicBezTo>
                  <a:pt x="2383951" y="1085494"/>
                  <a:pt x="2366445" y="1092424"/>
                  <a:pt x="2345550" y="1095091"/>
                </a:cubicBezTo>
                <a:cubicBezTo>
                  <a:pt x="2324543" y="1097826"/>
                  <a:pt x="2308399" y="1095273"/>
                  <a:pt x="2309400" y="1089415"/>
                </a:cubicBezTo>
                <a:cubicBezTo>
                  <a:pt x="2310372" y="1083557"/>
                  <a:pt x="2327988" y="1076718"/>
                  <a:pt x="2348690" y="1074074"/>
                </a:cubicBezTo>
                <a:cubicBezTo>
                  <a:pt x="2358999" y="1072752"/>
                  <a:pt x="2368168" y="1072712"/>
                  <a:pt x="2374666" y="1073723"/>
                </a:cubicBezTo>
                <a:close/>
                <a:moveTo>
                  <a:pt x="1351069" y="1067646"/>
                </a:moveTo>
                <a:cubicBezTo>
                  <a:pt x="1351931" y="1067555"/>
                  <a:pt x="1352514" y="1067646"/>
                  <a:pt x="1352319" y="1067874"/>
                </a:cubicBezTo>
                <a:cubicBezTo>
                  <a:pt x="1352208" y="1068102"/>
                  <a:pt x="1351347" y="1068375"/>
                  <a:pt x="1350597" y="1068443"/>
                </a:cubicBezTo>
                <a:cubicBezTo>
                  <a:pt x="1349819" y="1068558"/>
                  <a:pt x="1349152" y="1068443"/>
                  <a:pt x="1349319" y="1068238"/>
                </a:cubicBezTo>
                <a:cubicBezTo>
                  <a:pt x="1349430" y="1068010"/>
                  <a:pt x="1350208" y="1067760"/>
                  <a:pt x="1351069" y="1067646"/>
                </a:cubicBezTo>
                <a:close/>
                <a:moveTo>
                  <a:pt x="9193444" y="1067549"/>
                </a:moveTo>
                <a:cubicBezTo>
                  <a:pt x="9209228" y="1069185"/>
                  <a:pt x="9226162" y="1072513"/>
                  <a:pt x="9240529" y="1077151"/>
                </a:cubicBezTo>
                <a:cubicBezTo>
                  <a:pt x="9269537" y="1086497"/>
                  <a:pt x="9277430" y="1097690"/>
                  <a:pt x="9257868" y="1102089"/>
                </a:cubicBezTo>
                <a:cubicBezTo>
                  <a:pt x="9238195" y="1106511"/>
                  <a:pt x="9198544" y="1102317"/>
                  <a:pt x="9169478" y="1092835"/>
                </a:cubicBezTo>
                <a:cubicBezTo>
                  <a:pt x="9140776" y="1083420"/>
                  <a:pt x="9133578" y="1072387"/>
                  <a:pt x="9153279" y="1068102"/>
                </a:cubicBezTo>
                <a:cubicBezTo>
                  <a:pt x="9163031" y="1065970"/>
                  <a:pt x="9177661" y="1065913"/>
                  <a:pt x="9193444" y="1067549"/>
                </a:cubicBezTo>
                <a:close/>
                <a:moveTo>
                  <a:pt x="2974914" y="1065274"/>
                </a:moveTo>
                <a:cubicBezTo>
                  <a:pt x="2983750" y="1064089"/>
                  <a:pt x="2991086" y="1065184"/>
                  <a:pt x="2991531" y="1067736"/>
                </a:cubicBezTo>
                <a:cubicBezTo>
                  <a:pt x="2991864" y="1070290"/>
                  <a:pt x="2985139" y="1073299"/>
                  <a:pt x="2976276" y="1074461"/>
                </a:cubicBezTo>
                <a:cubicBezTo>
                  <a:pt x="2967440" y="1075647"/>
                  <a:pt x="2960049" y="1074484"/>
                  <a:pt x="2959771" y="1071976"/>
                </a:cubicBezTo>
                <a:cubicBezTo>
                  <a:pt x="2959382" y="1069446"/>
                  <a:pt x="2966190" y="1066438"/>
                  <a:pt x="2974914" y="1065274"/>
                </a:cubicBezTo>
                <a:close/>
                <a:moveTo>
                  <a:pt x="8394783" y="1064571"/>
                </a:moveTo>
                <a:cubicBezTo>
                  <a:pt x="8407432" y="1065930"/>
                  <a:pt x="8420520" y="1068694"/>
                  <a:pt x="8431051" y="1072547"/>
                </a:cubicBezTo>
                <a:cubicBezTo>
                  <a:pt x="8452169" y="1080251"/>
                  <a:pt x="8455170" y="1089552"/>
                  <a:pt x="8437443" y="1093176"/>
                </a:cubicBezTo>
                <a:cubicBezTo>
                  <a:pt x="8419744" y="1096823"/>
                  <a:pt x="8388067" y="1093358"/>
                  <a:pt x="8367115" y="1085539"/>
                </a:cubicBezTo>
                <a:cubicBezTo>
                  <a:pt x="8346081" y="1077744"/>
                  <a:pt x="8343580" y="1068534"/>
                  <a:pt x="8361141" y="1065024"/>
                </a:cubicBezTo>
                <a:cubicBezTo>
                  <a:pt x="8369922" y="1063258"/>
                  <a:pt x="8382133" y="1063212"/>
                  <a:pt x="8394783" y="1064571"/>
                </a:cubicBezTo>
                <a:close/>
                <a:moveTo>
                  <a:pt x="7583913" y="1063873"/>
                </a:moveTo>
                <a:cubicBezTo>
                  <a:pt x="7590468" y="1064608"/>
                  <a:pt x="7596955" y="1066107"/>
                  <a:pt x="7601846" y="1068192"/>
                </a:cubicBezTo>
                <a:cubicBezTo>
                  <a:pt x="7611711" y="1072387"/>
                  <a:pt x="7611294" y="1077379"/>
                  <a:pt x="7601041" y="1079294"/>
                </a:cubicBezTo>
                <a:cubicBezTo>
                  <a:pt x="7590704" y="1081277"/>
                  <a:pt x="7574227" y="1079408"/>
                  <a:pt x="7564501" y="1075190"/>
                </a:cubicBezTo>
                <a:cubicBezTo>
                  <a:pt x="7554776" y="1070996"/>
                  <a:pt x="7555304" y="1066050"/>
                  <a:pt x="7565585" y="1064135"/>
                </a:cubicBezTo>
                <a:cubicBezTo>
                  <a:pt x="7570740" y="1063166"/>
                  <a:pt x="7577359" y="1063137"/>
                  <a:pt x="7583913" y="1063873"/>
                </a:cubicBezTo>
                <a:close/>
                <a:moveTo>
                  <a:pt x="10354657" y="1063110"/>
                </a:moveTo>
                <a:cubicBezTo>
                  <a:pt x="10355074" y="1062996"/>
                  <a:pt x="10356048" y="1063110"/>
                  <a:pt x="10356909" y="1063315"/>
                </a:cubicBezTo>
                <a:cubicBezTo>
                  <a:pt x="10357632" y="1063543"/>
                  <a:pt x="10357936" y="1063816"/>
                  <a:pt x="10357491" y="1063908"/>
                </a:cubicBezTo>
                <a:cubicBezTo>
                  <a:pt x="10357185" y="1063999"/>
                  <a:pt x="10356103" y="1063908"/>
                  <a:pt x="10355353" y="1063679"/>
                </a:cubicBezTo>
                <a:cubicBezTo>
                  <a:pt x="10354657" y="1063497"/>
                  <a:pt x="10354325" y="1063201"/>
                  <a:pt x="10354657" y="1063110"/>
                </a:cubicBezTo>
                <a:close/>
                <a:moveTo>
                  <a:pt x="2185283" y="1056941"/>
                </a:moveTo>
                <a:cubicBezTo>
                  <a:pt x="2193224" y="1058192"/>
                  <a:pt x="2197725" y="1060739"/>
                  <a:pt x="2196891" y="1064295"/>
                </a:cubicBezTo>
                <a:cubicBezTo>
                  <a:pt x="2195391" y="1071475"/>
                  <a:pt x="2172911" y="1080000"/>
                  <a:pt x="2146653" y="1083329"/>
                </a:cubicBezTo>
                <a:cubicBezTo>
                  <a:pt x="2120339" y="1086657"/>
                  <a:pt x="2100471" y="1083488"/>
                  <a:pt x="2102417" y="1076262"/>
                </a:cubicBezTo>
                <a:cubicBezTo>
                  <a:pt x="2104306" y="1069082"/>
                  <a:pt x="2127035" y="1060625"/>
                  <a:pt x="2153044" y="1057365"/>
                </a:cubicBezTo>
                <a:cubicBezTo>
                  <a:pt x="2165965" y="1055735"/>
                  <a:pt x="2177343" y="1055690"/>
                  <a:pt x="2185283" y="1056941"/>
                </a:cubicBezTo>
                <a:close/>
                <a:moveTo>
                  <a:pt x="9373950" y="1052330"/>
                </a:moveTo>
                <a:cubicBezTo>
                  <a:pt x="9391827" y="1054157"/>
                  <a:pt x="9411181" y="1057867"/>
                  <a:pt x="9427811" y="1063041"/>
                </a:cubicBezTo>
                <a:cubicBezTo>
                  <a:pt x="9461322" y="1073504"/>
                  <a:pt x="9471379" y="1085995"/>
                  <a:pt x="9449816" y="1090919"/>
                </a:cubicBezTo>
                <a:cubicBezTo>
                  <a:pt x="9428143" y="1095866"/>
                  <a:pt x="9383073" y="1091170"/>
                  <a:pt x="9349508" y="1080570"/>
                </a:cubicBezTo>
                <a:cubicBezTo>
                  <a:pt x="9316442" y="1070039"/>
                  <a:pt x="9307300" y="1057707"/>
                  <a:pt x="9328947" y="1052920"/>
                </a:cubicBezTo>
                <a:cubicBezTo>
                  <a:pt x="9339671" y="1050561"/>
                  <a:pt x="9356072" y="1050504"/>
                  <a:pt x="9373950" y="1052330"/>
                </a:cubicBezTo>
                <a:close/>
                <a:moveTo>
                  <a:pt x="1173707" y="1052236"/>
                </a:moveTo>
                <a:cubicBezTo>
                  <a:pt x="1175569" y="1052053"/>
                  <a:pt x="1176569" y="1052236"/>
                  <a:pt x="1176236" y="1052691"/>
                </a:cubicBezTo>
                <a:cubicBezTo>
                  <a:pt x="1175958" y="1053124"/>
                  <a:pt x="1174319" y="1053626"/>
                  <a:pt x="1172679" y="1053831"/>
                </a:cubicBezTo>
                <a:cubicBezTo>
                  <a:pt x="1170929" y="1054014"/>
                  <a:pt x="1169845" y="1053831"/>
                  <a:pt x="1170123" y="1053398"/>
                </a:cubicBezTo>
                <a:cubicBezTo>
                  <a:pt x="1170401" y="1052965"/>
                  <a:pt x="1172068" y="1052441"/>
                  <a:pt x="1173707" y="1052236"/>
                </a:cubicBezTo>
                <a:close/>
                <a:moveTo>
                  <a:pt x="8586222" y="1051971"/>
                </a:moveTo>
                <a:cubicBezTo>
                  <a:pt x="8598862" y="1053313"/>
                  <a:pt x="8612054" y="1056043"/>
                  <a:pt x="8622807" y="1059850"/>
                </a:cubicBezTo>
                <a:cubicBezTo>
                  <a:pt x="8644537" y="1067531"/>
                  <a:pt x="8648481" y="1076649"/>
                  <a:pt x="8631197" y="1080273"/>
                </a:cubicBezTo>
                <a:cubicBezTo>
                  <a:pt x="8613942" y="1083853"/>
                  <a:pt x="8582098" y="1080456"/>
                  <a:pt x="8560537" y="1072706"/>
                </a:cubicBezTo>
                <a:cubicBezTo>
                  <a:pt x="8538947" y="1065001"/>
                  <a:pt x="8535611" y="1055905"/>
                  <a:pt x="8552952" y="1052418"/>
                </a:cubicBezTo>
                <a:cubicBezTo>
                  <a:pt x="8561496" y="1050674"/>
                  <a:pt x="8573582" y="1050629"/>
                  <a:pt x="8586222" y="1051971"/>
                </a:cubicBezTo>
                <a:close/>
                <a:moveTo>
                  <a:pt x="2783438" y="1049854"/>
                </a:moveTo>
                <a:cubicBezTo>
                  <a:pt x="2787765" y="1050504"/>
                  <a:pt x="2790496" y="1051825"/>
                  <a:pt x="2790606" y="1053672"/>
                </a:cubicBezTo>
                <a:cubicBezTo>
                  <a:pt x="2790773" y="1057388"/>
                  <a:pt x="2780381" y="1061764"/>
                  <a:pt x="2767293" y="1063497"/>
                </a:cubicBezTo>
                <a:cubicBezTo>
                  <a:pt x="2754095" y="1065184"/>
                  <a:pt x="2743453" y="1063565"/>
                  <a:pt x="2743286" y="1059850"/>
                </a:cubicBezTo>
                <a:cubicBezTo>
                  <a:pt x="2743230" y="1056179"/>
                  <a:pt x="2753567" y="1051757"/>
                  <a:pt x="2766682" y="1050070"/>
                </a:cubicBezTo>
                <a:cubicBezTo>
                  <a:pt x="2773184" y="1049227"/>
                  <a:pt x="2779110" y="1049204"/>
                  <a:pt x="2783438" y="1049854"/>
                </a:cubicBezTo>
                <a:close/>
                <a:moveTo>
                  <a:pt x="7787714" y="1046401"/>
                </a:moveTo>
                <a:cubicBezTo>
                  <a:pt x="7799130" y="1047660"/>
                  <a:pt x="7810565" y="1050219"/>
                  <a:pt x="7819386" y="1053787"/>
                </a:cubicBezTo>
                <a:cubicBezTo>
                  <a:pt x="7837031" y="1060989"/>
                  <a:pt x="7837310" y="1069583"/>
                  <a:pt x="7819859" y="1072912"/>
                </a:cubicBezTo>
                <a:cubicBezTo>
                  <a:pt x="7802326" y="1076286"/>
                  <a:pt x="7773706" y="1073071"/>
                  <a:pt x="7756145" y="1065822"/>
                </a:cubicBezTo>
                <a:cubicBezTo>
                  <a:pt x="7738723" y="1058596"/>
                  <a:pt x="7738723" y="1050116"/>
                  <a:pt x="7756145" y="1046811"/>
                </a:cubicBezTo>
                <a:cubicBezTo>
                  <a:pt x="7764898" y="1045181"/>
                  <a:pt x="7776298" y="1045141"/>
                  <a:pt x="7787714" y="1046401"/>
                </a:cubicBezTo>
                <a:close/>
                <a:moveTo>
                  <a:pt x="1992498" y="1043862"/>
                </a:moveTo>
                <a:cubicBezTo>
                  <a:pt x="1999573" y="1044988"/>
                  <a:pt x="2003470" y="1047267"/>
                  <a:pt x="2002525" y="1050435"/>
                </a:cubicBezTo>
                <a:cubicBezTo>
                  <a:pt x="2000413" y="1056841"/>
                  <a:pt x="1979490" y="1064500"/>
                  <a:pt x="1955566" y="1067441"/>
                </a:cubicBezTo>
                <a:cubicBezTo>
                  <a:pt x="1931586" y="1070450"/>
                  <a:pt x="1914024" y="1067600"/>
                  <a:pt x="1916275" y="1061149"/>
                </a:cubicBezTo>
                <a:cubicBezTo>
                  <a:pt x="1918665" y="1054721"/>
                  <a:pt x="1939728" y="1047153"/>
                  <a:pt x="1963402" y="1044212"/>
                </a:cubicBezTo>
                <a:cubicBezTo>
                  <a:pt x="1975169" y="1042765"/>
                  <a:pt x="1985423" y="1042736"/>
                  <a:pt x="1992498" y="1043862"/>
                </a:cubicBezTo>
                <a:close/>
                <a:moveTo>
                  <a:pt x="8773747" y="1041138"/>
                </a:moveTo>
                <a:cubicBezTo>
                  <a:pt x="8784822" y="1042286"/>
                  <a:pt x="8796501" y="1044623"/>
                  <a:pt x="8806170" y="1047882"/>
                </a:cubicBezTo>
                <a:cubicBezTo>
                  <a:pt x="8825509" y="1054538"/>
                  <a:pt x="8829427" y="1062402"/>
                  <a:pt x="8814922" y="1065480"/>
                </a:cubicBezTo>
                <a:cubicBezTo>
                  <a:pt x="8800167" y="1068580"/>
                  <a:pt x="8772408" y="1065685"/>
                  <a:pt x="8753042" y="1058983"/>
                </a:cubicBezTo>
                <a:cubicBezTo>
                  <a:pt x="8733841" y="1052350"/>
                  <a:pt x="8730313" y="1044553"/>
                  <a:pt x="8744929" y="1041522"/>
                </a:cubicBezTo>
                <a:cubicBezTo>
                  <a:pt x="8752195" y="1040029"/>
                  <a:pt x="8762670" y="1039989"/>
                  <a:pt x="8773747" y="1041138"/>
                </a:cubicBezTo>
                <a:close/>
                <a:moveTo>
                  <a:pt x="9728850" y="1040906"/>
                </a:moveTo>
                <a:cubicBezTo>
                  <a:pt x="9734018" y="1039698"/>
                  <a:pt x="9745218" y="1040839"/>
                  <a:pt x="9754025" y="1043391"/>
                </a:cubicBezTo>
                <a:cubicBezTo>
                  <a:pt x="9762722" y="1045990"/>
                  <a:pt x="9765666" y="1049044"/>
                  <a:pt x="9760472" y="1050253"/>
                </a:cubicBezTo>
                <a:cubicBezTo>
                  <a:pt x="9755358" y="1051461"/>
                  <a:pt x="9743964" y="1050321"/>
                  <a:pt x="9735157" y="1047746"/>
                </a:cubicBezTo>
                <a:cubicBezTo>
                  <a:pt x="9726544" y="1045146"/>
                  <a:pt x="9723626" y="1042092"/>
                  <a:pt x="9728850" y="1040906"/>
                </a:cubicBezTo>
                <a:close/>
                <a:moveTo>
                  <a:pt x="9552513" y="1039836"/>
                </a:moveTo>
                <a:cubicBezTo>
                  <a:pt x="9570078" y="1041602"/>
                  <a:pt x="9589222" y="1045193"/>
                  <a:pt x="9605811" y="1050185"/>
                </a:cubicBezTo>
                <a:cubicBezTo>
                  <a:pt x="9639350" y="1060283"/>
                  <a:pt x="9650048" y="1072387"/>
                  <a:pt x="9629485" y="1077129"/>
                </a:cubicBezTo>
                <a:cubicBezTo>
                  <a:pt x="9608756" y="1081916"/>
                  <a:pt x="9564576" y="1077379"/>
                  <a:pt x="9531066" y="1067122"/>
                </a:cubicBezTo>
                <a:cubicBezTo>
                  <a:pt x="9498000" y="1056978"/>
                  <a:pt x="9487997" y="1045010"/>
                  <a:pt x="9508698" y="1040428"/>
                </a:cubicBezTo>
                <a:cubicBezTo>
                  <a:pt x="9518965" y="1038126"/>
                  <a:pt x="9534950" y="1038069"/>
                  <a:pt x="9552513" y="1039836"/>
                </a:cubicBezTo>
                <a:close/>
                <a:moveTo>
                  <a:pt x="7178741" y="1039402"/>
                </a:moveTo>
                <a:cubicBezTo>
                  <a:pt x="7179935" y="1039220"/>
                  <a:pt x="7181658" y="1039380"/>
                  <a:pt x="7182464" y="1039813"/>
                </a:cubicBezTo>
                <a:cubicBezTo>
                  <a:pt x="7183464" y="1040246"/>
                  <a:pt x="7183298" y="1040747"/>
                  <a:pt x="7182158" y="1040952"/>
                </a:cubicBezTo>
                <a:cubicBezTo>
                  <a:pt x="7181074" y="1041135"/>
                  <a:pt x="7179464" y="1040975"/>
                  <a:pt x="7178546" y="1040519"/>
                </a:cubicBezTo>
                <a:cubicBezTo>
                  <a:pt x="7177546" y="1040087"/>
                  <a:pt x="7177768" y="1039608"/>
                  <a:pt x="7178741" y="1039402"/>
                </a:cubicBezTo>
                <a:close/>
                <a:moveTo>
                  <a:pt x="1000737" y="1037692"/>
                </a:moveTo>
                <a:cubicBezTo>
                  <a:pt x="1001486" y="1037601"/>
                  <a:pt x="1002070" y="1037692"/>
                  <a:pt x="1001876" y="1037920"/>
                </a:cubicBezTo>
                <a:cubicBezTo>
                  <a:pt x="1001792" y="1038125"/>
                  <a:pt x="1000931" y="1038376"/>
                  <a:pt x="1000208" y="1038467"/>
                </a:cubicBezTo>
                <a:cubicBezTo>
                  <a:pt x="999319" y="1038559"/>
                  <a:pt x="998763" y="1038467"/>
                  <a:pt x="998819" y="1038239"/>
                </a:cubicBezTo>
                <a:cubicBezTo>
                  <a:pt x="998986" y="1038058"/>
                  <a:pt x="999903" y="1037829"/>
                  <a:pt x="1000737" y="1037692"/>
                </a:cubicBezTo>
                <a:close/>
                <a:moveTo>
                  <a:pt x="7984796" y="1034400"/>
                </a:moveTo>
                <a:cubicBezTo>
                  <a:pt x="7996261" y="1035642"/>
                  <a:pt x="8007875" y="1038172"/>
                  <a:pt x="8016976" y="1041705"/>
                </a:cubicBezTo>
                <a:cubicBezTo>
                  <a:pt x="8035148" y="1048771"/>
                  <a:pt x="8036261" y="1057296"/>
                  <a:pt x="8019144" y="1060602"/>
                </a:cubicBezTo>
                <a:cubicBezTo>
                  <a:pt x="8002055" y="1063908"/>
                  <a:pt x="7973240" y="1060739"/>
                  <a:pt x="7955207" y="1053581"/>
                </a:cubicBezTo>
                <a:cubicBezTo>
                  <a:pt x="7937118" y="1046446"/>
                  <a:pt x="7936562" y="1038058"/>
                  <a:pt x="7953512" y="1034821"/>
                </a:cubicBezTo>
                <a:cubicBezTo>
                  <a:pt x="7962014" y="1033203"/>
                  <a:pt x="7973331" y="1033157"/>
                  <a:pt x="7984796" y="1034400"/>
                </a:cubicBezTo>
                <a:close/>
                <a:moveTo>
                  <a:pt x="2592083" y="1033111"/>
                </a:moveTo>
                <a:cubicBezTo>
                  <a:pt x="2598317" y="1034056"/>
                  <a:pt x="2602131" y="1035972"/>
                  <a:pt x="2602047" y="1038627"/>
                </a:cubicBezTo>
                <a:cubicBezTo>
                  <a:pt x="2601908" y="1044007"/>
                  <a:pt x="2585987" y="1050412"/>
                  <a:pt x="2566703" y="1052874"/>
                </a:cubicBezTo>
                <a:cubicBezTo>
                  <a:pt x="2547252" y="1055381"/>
                  <a:pt x="2531664" y="1052988"/>
                  <a:pt x="2532025" y="1047586"/>
                </a:cubicBezTo>
                <a:cubicBezTo>
                  <a:pt x="2532359" y="1042229"/>
                  <a:pt x="2548308" y="1035846"/>
                  <a:pt x="2567592" y="1033407"/>
                </a:cubicBezTo>
                <a:cubicBezTo>
                  <a:pt x="2577193" y="1032187"/>
                  <a:pt x="2585848" y="1032165"/>
                  <a:pt x="2592083" y="1033111"/>
                </a:cubicBezTo>
                <a:close/>
                <a:moveTo>
                  <a:pt x="9913741" y="1031629"/>
                </a:moveTo>
                <a:cubicBezTo>
                  <a:pt x="9914853" y="1031378"/>
                  <a:pt x="9917187" y="1031629"/>
                  <a:pt x="9918992" y="1032130"/>
                </a:cubicBezTo>
                <a:cubicBezTo>
                  <a:pt x="9920772" y="1032678"/>
                  <a:pt x="9921521" y="1033293"/>
                  <a:pt x="9920494" y="1033566"/>
                </a:cubicBezTo>
                <a:cubicBezTo>
                  <a:pt x="9919410" y="1033818"/>
                  <a:pt x="9917020" y="1033566"/>
                  <a:pt x="9915241" y="1033042"/>
                </a:cubicBezTo>
                <a:cubicBezTo>
                  <a:pt x="9913381" y="1032495"/>
                  <a:pt x="9912712" y="1031880"/>
                  <a:pt x="9913741" y="1031629"/>
                </a:cubicBezTo>
                <a:close/>
                <a:moveTo>
                  <a:pt x="1810329" y="1029036"/>
                </a:moveTo>
                <a:cubicBezTo>
                  <a:pt x="1817487" y="1030176"/>
                  <a:pt x="1821246" y="1032495"/>
                  <a:pt x="1819940" y="1035732"/>
                </a:cubicBezTo>
                <a:cubicBezTo>
                  <a:pt x="1817217" y="1042274"/>
                  <a:pt x="1795071" y="1050048"/>
                  <a:pt x="1770174" y="1053102"/>
                </a:cubicBezTo>
                <a:cubicBezTo>
                  <a:pt x="1745333" y="1056179"/>
                  <a:pt x="1727466" y="1053284"/>
                  <a:pt x="1730411" y="1046674"/>
                </a:cubicBezTo>
                <a:cubicBezTo>
                  <a:pt x="1733356" y="1040132"/>
                  <a:pt x="1755752" y="1032426"/>
                  <a:pt x="1780316" y="1029418"/>
                </a:cubicBezTo>
                <a:cubicBezTo>
                  <a:pt x="1792612" y="1027936"/>
                  <a:pt x="1803171" y="1027896"/>
                  <a:pt x="1810329" y="1029036"/>
                </a:cubicBezTo>
                <a:close/>
                <a:moveTo>
                  <a:pt x="3177617" y="1028529"/>
                </a:moveTo>
                <a:cubicBezTo>
                  <a:pt x="3179507" y="1028278"/>
                  <a:pt x="3181007" y="1028506"/>
                  <a:pt x="3181174" y="1029031"/>
                </a:cubicBezTo>
                <a:cubicBezTo>
                  <a:pt x="3181341" y="1029578"/>
                  <a:pt x="3179979" y="1030193"/>
                  <a:pt x="3178090" y="1030444"/>
                </a:cubicBezTo>
                <a:cubicBezTo>
                  <a:pt x="3176255" y="1030695"/>
                  <a:pt x="3174672" y="1030466"/>
                  <a:pt x="3174477" y="1029919"/>
                </a:cubicBezTo>
                <a:cubicBezTo>
                  <a:pt x="3174311" y="1029395"/>
                  <a:pt x="3175700" y="1028780"/>
                  <a:pt x="3177617" y="1028529"/>
                </a:cubicBezTo>
                <a:close/>
                <a:moveTo>
                  <a:pt x="8955561" y="1027295"/>
                </a:moveTo>
                <a:cubicBezTo>
                  <a:pt x="8967762" y="1028541"/>
                  <a:pt x="8980725" y="1031083"/>
                  <a:pt x="8991590" y="1034638"/>
                </a:cubicBezTo>
                <a:cubicBezTo>
                  <a:pt x="9013403" y="1041818"/>
                  <a:pt x="9018486" y="1050367"/>
                  <a:pt x="9002787" y="1053718"/>
                </a:cubicBezTo>
                <a:cubicBezTo>
                  <a:pt x="8987005" y="1057069"/>
                  <a:pt x="8956496" y="1053855"/>
                  <a:pt x="8934766" y="1046628"/>
                </a:cubicBezTo>
                <a:cubicBezTo>
                  <a:pt x="8913037" y="1039448"/>
                  <a:pt x="8908397" y="1030991"/>
                  <a:pt x="8924096" y="1027731"/>
                </a:cubicBezTo>
                <a:cubicBezTo>
                  <a:pt x="8931918" y="1026102"/>
                  <a:pt x="8943358" y="1026051"/>
                  <a:pt x="8955561" y="1027295"/>
                </a:cubicBezTo>
                <a:close/>
                <a:moveTo>
                  <a:pt x="7380081" y="1026181"/>
                </a:moveTo>
                <a:cubicBezTo>
                  <a:pt x="7383889" y="1025497"/>
                  <a:pt x="7389696" y="1026158"/>
                  <a:pt x="7393085" y="1027617"/>
                </a:cubicBezTo>
                <a:cubicBezTo>
                  <a:pt x="7396531" y="1029099"/>
                  <a:pt x="7396170" y="1030854"/>
                  <a:pt x="7392363" y="1031515"/>
                </a:cubicBezTo>
                <a:cubicBezTo>
                  <a:pt x="7388612" y="1032222"/>
                  <a:pt x="7382777" y="1031583"/>
                  <a:pt x="7379359" y="1030125"/>
                </a:cubicBezTo>
                <a:cubicBezTo>
                  <a:pt x="7376052" y="1028620"/>
                  <a:pt x="7376302" y="1026865"/>
                  <a:pt x="7380081" y="1026181"/>
                </a:cubicBezTo>
                <a:close/>
                <a:moveTo>
                  <a:pt x="1598258" y="1023491"/>
                </a:moveTo>
                <a:cubicBezTo>
                  <a:pt x="1604621" y="1022716"/>
                  <a:pt x="1609150" y="1023468"/>
                  <a:pt x="1608345" y="1025155"/>
                </a:cubicBezTo>
                <a:cubicBezTo>
                  <a:pt x="1607484" y="1026865"/>
                  <a:pt x="1601509" y="1028848"/>
                  <a:pt x="1595007" y="1029646"/>
                </a:cubicBezTo>
                <a:cubicBezTo>
                  <a:pt x="1588421" y="1030420"/>
                  <a:pt x="1583976" y="1029668"/>
                  <a:pt x="1584837" y="1027982"/>
                </a:cubicBezTo>
                <a:cubicBezTo>
                  <a:pt x="1585699" y="1026294"/>
                  <a:pt x="1591756" y="1024266"/>
                  <a:pt x="1598258" y="1023491"/>
                </a:cubicBezTo>
                <a:close/>
                <a:moveTo>
                  <a:pt x="8176377" y="1022398"/>
                </a:moveTo>
                <a:cubicBezTo>
                  <a:pt x="8187725" y="1023611"/>
                  <a:pt x="8199325" y="1026079"/>
                  <a:pt x="8208481" y="1029509"/>
                </a:cubicBezTo>
                <a:cubicBezTo>
                  <a:pt x="8226988" y="1036440"/>
                  <a:pt x="8228821" y="1044668"/>
                  <a:pt x="8212371" y="1047905"/>
                </a:cubicBezTo>
                <a:cubicBezTo>
                  <a:pt x="8195948" y="1051142"/>
                  <a:pt x="8167552" y="1048088"/>
                  <a:pt x="8149129" y="1041112"/>
                </a:cubicBezTo>
                <a:cubicBezTo>
                  <a:pt x="8130928" y="1034137"/>
                  <a:pt x="8129428" y="1025976"/>
                  <a:pt x="8145795" y="1022807"/>
                </a:cubicBezTo>
                <a:cubicBezTo>
                  <a:pt x="8153937" y="1021224"/>
                  <a:pt x="8165030" y="1021184"/>
                  <a:pt x="8176377" y="1022398"/>
                </a:cubicBezTo>
                <a:close/>
                <a:moveTo>
                  <a:pt x="2403592" y="1018091"/>
                </a:moveTo>
                <a:cubicBezTo>
                  <a:pt x="2410431" y="1019126"/>
                  <a:pt x="2414488" y="1021235"/>
                  <a:pt x="2414155" y="1024175"/>
                </a:cubicBezTo>
                <a:cubicBezTo>
                  <a:pt x="2413460" y="1030101"/>
                  <a:pt x="2395204" y="1037168"/>
                  <a:pt x="2373308" y="1039927"/>
                </a:cubicBezTo>
                <a:cubicBezTo>
                  <a:pt x="2351551" y="1042684"/>
                  <a:pt x="2334379" y="1040063"/>
                  <a:pt x="2335380" y="1034113"/>
                </a:cubicBezTo>
                <a:cubicBezTo>
                  <a:pt x="2336352" y="1028141"/>
                  <a:pt x="2354747" y="1021143"/>
                  <a:pt x="2376337" y="1018453"/>
                </a:cubicBezTo>
                <a:cubicBezTo>
                  <a:pt x="2387132" y="1017097"/>
                  <a:pt x="2396753" y="1017057"/>
                  <a:pt x="2403592" y="1018091"/>
                </a:cubicBezTo>
                <a:close/>
                <a:moveTo>
                  <a:pt x="2974025" y="1012026"/>
                </a:moveTo>
                <a:cubicBezTo>
                  <a:pt x="2982862" y="1010886"/>
                  <a:pt x="2990475" y="1011957"/>
                  <a:pt x="2990809" y="1014465"/>
                </a:cubicBezTo>
                <a:cubicBezTo>
                  <a:pt x="2991198" y="1016949"/>
                  <a:pt x="2984306" y="1019958"/>
                  <a:pt x="2975387" y="1021098"/>
                </a:cubicBezTo>
                <a:cubicBezTo>
                  <a:pt x="2966412" y="1022283"/>
                  <a:pt x="2958882" y="1021167"/>
                  <a:pt x="2958520" y="1018659"/>
                </a:cubicBezTo>
                <a:cubicBezTo>
                  <a:pt x="2958159" y="1016151"/>
                  <a:pt x="2965134" y="1013188"/>
                  <a:pt x="2974025" y="1012026"/>
                </a:cubicBezTo>
                <a:close/>
                <a:moveTo>
                  <a:pt x="1423035" y="1011614"/>
                </a:moveTo>
                <a:cubicBezTo>
                  <a:pt x="1423731" y="1011524"/>
                  <a:pt x="1424453" y="1011592"/>
                  <a:pt x="1424342" y="1011820"/>
                </a:cubicBezTo>
                <a:cubicBezTo>
                  <a:pt x="1424231" y="1012026"/>
                  <a:pt x="1423425" y="1012299"/>
                  <a:pt x="1422619" y="1012344"/>
                </a:cubicBezTo>
                <a:cubicBezTo>
                  <a:pt x="1421757" y="1012481"/>
                  <a:pt x="1421230" y="1012367"/>
                  <a:pt x="1421396" y="1012139"/>
                </a:cubicBezTo>
                <a:cubicBezTo>
                  <a:pt x="1421425" y="1011957"/>
                  <a:pt x="1422230" y="1011706"/>
                  <a:pt x="1423035" y="1011614"/>
                </a:cubicBezTo>
                <a:close/>
                <a:moveTo>
                  <a:pt x="9131534" y="1010982"/>
                </a:moveTo>
                <a:cubicBezTo>
                  <a:pt x="9147202" y="1012567"/>
                  <a:pt x="9163978" y="1015786"/>
                  <a:pt x="9178177" y="1020277"/>
                </a:cubicBezTo>
                <a:cubicBezTo>
                  <a:pt x="9206796" y="1029349"/>
                  <a:pt x="9214299" y="1040245"/>
                  <a:pt x="9194820" y="1044486"/>
                </a:cubicBezTo>
                <a:cubicBezTo>
                  <a:pt x="9175064" y="1048748"/>
                  <a:pt x="9135580" y="1044691"/>
                  <a:pt x="9107016" y="1035481"/>
                </a:cubicBezTo>
                <a:cubicBezTo>
                  <a:pt x="9078729" y="1026340"/>
                  <a:pt x="9071783" y="1015649"/>
                  <a:pt x="9091537" y="1011501"/>
                </a:cubicBezTo>
                <a:cubicBezTo>
                  <a:pt x="9101304" y="1009449"/>
                  <a:pt x="9115865" y="1009398"/>
                  <a:pt x="9131534" y="1010982"/>
                </a:cubicBezTo>
                <a:close/>
                <a:moveTo>
                  <a:pt x="7567918" y="1009951"/>
                </a:moveTo>
                <a:cubicBezTo>
                  <a:pt x="7577866" y="1008105"/>
                  <a:pt x="7593648" y="1009860"/>
                  <a:pt x="7603208" y="1013803"/>
                </a:cubicBezTo>
                <a:cubicBezTo>
                  <a:pt x="7612794" y="1017815"/>
                  <a:pt x="7612405" y="1022534"/>
                  <a:pt x="7602346" y="1024357"/>
                </a:cubicBezTo>
                <a:cubicBezTo>
                  <a:pt x="7592287" y="1026204"/>
                  <a:pt x="7576393" y="1024471"/>
                  <a:pt x="7566918" y="1020460"/>
                </a:cubicBezTo>
                <a:cubicBezTo>
                  <a:pt x="7557387" y="1016471"/>
                  <a:pt x="7557916" y="1011775"/>
                  <a:pt x="7567918" y="1009951"/>
                </a:cubicBezTo>
                <a:close/>
                <a:moveTo>
                  <a:pt x="8362419" y="1008193"/>
                </a:moveTo>
                <a:cubicBezTo>
                  <a:pt x="8375527" y="1009569"/>
                  <a:pt x="8389066" y="1012367"/>
                  <a:pt x="8399958" y="1016265"/>
                </a:cubicBezTo>
                <a:cubicBezTo>
                  <a:pt x="8421994" y="1024152"/>
                  <a:pt x="8424910" y="1033589"/>
                  <a:pt x="8406460" y="1037259"/>
                </a:cubicBezTo>
                <a:cubicBezTo>
                  <a:pt x="8387900" y="1040952"/>
                  <a:pt x="8354945" y="1037465"/>
                  <a:pt x="8333104" y="1029463"/>
                </a:cubicBezTo>
                <a:cubicBezTo>
                  <a:pt x="8311431" y="1021554"/>
                  <a:pt x="8309041" y="1012253"/>
                  <a:pt x="8327464" y="1008651"/>
                </a:cubicBezTo>
                <a:cubicBezTo>
                  <a:pt x="8336634" y="1006862"/>
                  <a:pt x="8349311" y="1006817"/>
                  <a:pt x="8362419" y="1008193"/>
                </a:cubicBezTo>
                <a:close/>
                <a:moveTo>
                  <a:pt x="10251015" y="1006577"/>
                </a:moveTo>
                <a:cubicBezTo>
                  <a:pt x="10251458" y="1006485"/>
                  <a:pt x="10252375" y="1006577"/>
                  <a:pt x="10253155" y="1006782"/>
                </a:cubicBezTo>
                <a:cubicBezTo>
                  <a:pt x="10253820" y="1006964"/>
                  <a:pt x="10254237" y="1007192"/>
                  <a:pt x="10253765" y="1007307"/>
                </a:cubicBezTo>
                <a:cubicBezTo>
                  <a:pt x="10253404" y="1007397"/>
                  <a:pt x="10252375" y="1007307"/>
                  <a:pt x="10251709" y="1007102"/>
                </a:cubicBezTo>
                <a:cubicBezTo>
                  <a:pt x="10251015" y="1006919"/>
                  <a:pt x="10250597" y="1006668"/>
                  <a:pt x="10251015" y="1006577"/>
                </a:cubicBezTo>
                <a:close/>
                <a:moveTo>
                  <a:pt x="2223483" y="1002349"/>
                </a:moveTo>
                <a:cubicBezTo>
                  <a:pt x="2231263" y="1003534"/>
                  <a:pt x="2235723" y="1005950"/>
                  <a:pt x="2235042" y="1009312"/>
                </a:cubicBezTo>
                <a:cubicBezTo>
                  <a:pt x="2233542" y="1016105"/>
                  <a:pt x="2211757" y="1024175"/>
                  <a:pt x="2186277" y="1027366"/>
                </a:cubicBezTo>
                <a:cubicBezTo>
                  <a:pt x="2160797" y="1030535"/>
                  <a:pt x="2141402" y="1027525"/>
                  <a:pt x="2143125" y="1020664"/>
                </a:cubicBezTo>
                <a:cubicBezTo>
                  <a:pt x="2144875" y="1013849"/>
                  <a:pt x="2166715" y="1005847"/>
                  <a:pt x="2192001" y="1002770"/>
                </a:cubicBezTo>
                <a:cubicBezTo>
                  <a:pt x="2204602" y="1001209"/>
                  <a:pt x="2215702" y="1001163"/>
                  <a:pt x="2223483" y="1002349"/>
                </a:cubicBezTo>
                <a:close/>
                <a:moveTo>
                  <a:pt x="9304997" y="997334"/>
                </a:moveTo>
                <a:cubicBezTo>
                  <a:pt x="9321777" y="999004"/>
                  <a:pt x="9339881" y="1002405"/>
                  <a:pt x="9355371" y="1007147"/>
                </a:cubicBezTo>
                <a:cubicBezTo>
                  <a:pt x="9386743" y="1016744"/>
                  <a:pt x="9395828" y="1028232"/>
                  <a:pt x="9375266" y="1032701"/>
                </a:cubicBezTo>
                <a:cubicBezTo>
                  <a:pt x="9354593" y="1037237"/>
                  <a:pt x="9312302" y="1032974"/>
                  <a:pt x="9281042" y="1023218"/>
                </a:cubicBezTo>
                <a:cubicBezTo>
                  <a:pt x="9250255" y="1013598"/>
                  <a:pt x="9242001" y="1002246"/>
                  <a:pt x="9262563" y="997914"/>
                </a:cubicBezTo>
                <a:cubicBezTo>
                  <a:pt x="9272761" y="995726"/>
                  <a:pt x="9288219" y="995664"/>
                  <a:pt x="9304997" y="997334"/>
                </a:cubicBezTo>
                <a:close/>
                <a:moveTo>
                  <a:pt x="1253816" y="997140"/>
                </a:moveTo>
                <a:cubicBezTo>
                  <a:pt x="1254678" y="997049"/>
                  <a:pt x="1255150" y="997140"/>
                  <a:pt x="1255011" y="997345"/>
                </a:cubicBezTo>
                <a:cubicBezTo>
                  <a:pt x="1255011" y="997505"/>
                  <a:pt x="1254150" y="997779"/>
                  <a:pt x="1253400" y="997869"/>
                </a:cubicBezTo>
                <a:cubicBezTo>
                  <a:pt x="1252566" y="997960"/>
                  <a:pt x="1252010" y="997869"/>
                  <a:pt x="1252149" y="997687"/>
                </a:cubicBezTo>
                <a:cubicBezTo>
                  <a:pt x="1252288" y="997482"/>
                  <a:pt x="1253066" y="997231"/>
                  <a:pt x="1253816" y="997140"/>
                </a:cubicBezTo>
                <a:close/>
                <a:moveTo>
                  <a:pt x="8544770" y="996883"/>
                </a:moveTo>
                <a:cubicBezTo>
                  <a:pt x="8557057" y="998160"/>
                  <a:pt x="8569873" y="1000753"/>
                  <a:pt x="8580377" y="1004366"/>
                </a:cubicBezTo>
                <a:cubicBezTo>
                  <a:pt x="8601327" y="1011614"/>
                  <a:pt x="8604829" y="1020277"/>
                  <a:pt x="8587961" y="1023673"/>
                </a:cubicBezTo>
                <a:cubicBezTo>
                  <a:pt x="8571122" y="1027092"/>
                  <a:pt x="8540254" y="1023856"/>
                  <a:pt x="8519385" y="1016516"/>
                </a:cubicBezTo>
                <a:cubicBezTo>
                  <a:pt x="8498516" y="1009176"/>
                  <a:pt x="8495462" y="1000627"/>
                  <a:pt x="8512327" y="997299"/>
                </a:cubicBezTo>
                <a:cubicBezTo>
                  <a:pt x="8520720" y="995647"/>
                  <a:pt x="8532480" y="995607"/>
                  <a:pt x="8544770" y="996883"/>
                </a:cubicBezTo>
                <a:close/>
                <a:moveTo>
                  <a:pt x="2797115" y="996188"/>
                </a:moveTo>
                <a:cubicBezTo>
                  <a:pt x="2801589" y="996838"/>
                  <a:pt x="2804416" y="998166"/>
                  <a:pt x="2804555" y="1000035"/>
                </a:cubicBezTo>
                <a:cubicBezTo>
                  <a:pt x="2804750" y="1003750"/>
                  <a:pt x="2794080" y="1008127"/>
                  <a:pt x="2780492" y="1009883"/>
                </a:cubicBezTo>
                <a:cubicBezTo>
                  <a:pt x="2767043" y="1011615"/>
                  <a:pt x="2755984" y="1009996"/>
                  <a:pt x="2755790" y="1006236"/>
                </a:cubicBezTo>
                <a:cubicBezTo>
                  <a:pt x="2755595" y="1002497"/>
                  <a:pt x="2766377" y="998120"/>
                  <a:pt x="2779798" y="996411"/>
                </a:cubicBezTo>
                <a:cubicBezTo>
                  <a:pt x="2786523" y="995568"/>
                  <a:pt x="2792642" y="995539"/>
                  <a:pt x="2797115" y="996188"/>
                </a:cubicBezTo>
                <a:close/>
                <a:moveTo>
                  <a:pt x="7777876" y="994396"/>
                </a:moveTo>
                <a:cubicBezTo>
                  <a:pt x="7787327" y="995408"/>
                  <a:pt x="7796796" y="997470"/>
                  <a:pt x="7804076" y="1000354"/>
                </a:cubicBezTo>
                <a:cubicBezTo>
                  <a:pt x="7818664" y="1006167"/>
                  <a:pt x="7818830" y="1013051"/>
                  <a:pt x="7804298" y="1015740"/>
                </a:cubicBezTo>
                <a:cubicBezTo>
                  <a:pt x="7789682" y="1018454"/>
                  <a:pt x="7766174" y="1015900"/>
                  <a:pt x="7751698" y="1010065"/>
                </a:cubicBezTo>
                <a:cubicBezTo>
                  <a:pt x="7737222" y="1004252"/>
                  <a:pt x="7737444" y="997413"/>
                  <a:pt x="7751782" y="994746"/>
                </a:cubicBezTo>
                <a:cubicBezTo>
                  <a:pt x="7758992" y="993424"/>
                  <a:pt x="7768425" y="993385"/>
                  <a:pt x="7777876" y="994396"/>
                </a:cubicBezTo>
                <a:close/>
                <a:moveTo>
                  <a:pt x="9483178" y="993692"/>
                </a:moveTo>
                <a:cubicBezTo>
                  <a:pt x="9491621" y="994519"/>
                  <a:pt x="9500791" y="996205"/>
                  <a:pt x="9508670" y="998553"/>
                </a:cubicBezTo>
                <a:cubicBezTo>
                  <a:pt x="9524535" y="1003295"/>
                  <a:pt x="9529398" y="1008971"/>
                  <a:pt x="9519478" y="1011181"/>
                </a:cubicBezTo>
                <a:cubicBezTo>
                  <a:pt x="9509335" y="1013393"/>
                  <a:pt x="9488275" y="1011296"/>
                  <a:pt x="9472379" y="1006509"/>
                </a:cubicBezTo>
                <a:cubicBezTo>
                  <a:pt x="9456624" y="1001767"/>
                  <a:pt x="9451874" y="996160"/>
                  <a:pt x="9462043" y="993994"/>
                </a:cubicBezTo>
                <a:cubicBezTo>
                  <a:pt x="9467018" y="992901"/>
                  <a:pt x="9474734" y="992866"/>
                  <a:pt x="9483178" y="993692"/>
                </a:cubicBezTo>
                <a:close/>
                <a:moveTo>
                  <a:pt x="9653770" y="988341"/>
                </a:moveTo>
                <a:cubicBezTo>
                  <a:pt x="9655773" y="987931"/>
                  <a:pt x="9659940" y="988318"/>
                  <a:pt x="9663051" y="989229"/>
                </a:cubicBezTo>
                <a:cubicBezTo>
                  <a:pt x="9666246" y="990141"/>
                  <a:pt x="9667191" y="991236"/>
                  <a:pt x="9665329" y="991669"/>
                </a:cubicBezTo>
                <a:cubicBezTo>
                  <a:pt x="9663355" y="992102"/>
                  <a:pt x="9659300" y="991714"/>
                  <a:pt x="9656048" y="990780"/>
                </a:cubicBezTo>
                <a:cubicBezTo>
                  <a:pt x="9652910" y="989845"/>
                  <a:pt x="9651965" y="988796"/>
                  <a:pt x="9653770" y="988341"/>
                </a:cubicBezTo>
                <a:close/>
                <a:moveTo>
                  <a:pt x="2049349" y="986614"/>
                </a:moveTo>
                <a:cubicBezTo>
                  <a:pt x="2058022" y="987948"/>
                  <a:pt x="2062808" y="990655"/>
                  <a:pt x="2061655" y="994427"/>
                </a:cubicBezTo>
                <a:cubicBezTo>
                  <a:pt x="2059543" y="1002018"/>
                  <a:pt x="2033980" y="1011114"/>
                  <a:pt x="2004915" y="1014693"/>
                </a:cubicBezTo>
                <a:cubicBezTo>
                  <a:pt x="1975683" y="1018248"/>
                  <a:pt x="1954037" y="1014875"/>
                  <a:pt x="1956733" y="1007170"/>
                </a:cubicBezTo>
                <a:cubicBezTo>
                  <a:pt x="1959400" y="999534"/>
                  <a:pt x="1984852" y="990530"/>
                  <a:pt x="2013723" y="987042"/>
                </a:cubicBezTo>
                <a:cubicBezTo>
                  <a:pt x="2028116" y="985321"/>
                  <a:pt x="2040676" y="985281"/>
                  <a:pt x="2049349" y="986614"/>
                </a:cubicBezTo>
                <a:close/>
                <a:moveTo>
                  <a:pt x="7191661" y="985856"/>
                </a:moveTo>
                <a:cubicBezTo>
                  <a:pt x="7194106" y="985423"/>
                  <a:pt x="7197607" y="985833"/>
                  <a:pt x="7199719" y="986767"/>
                </a:cubicBezTo>
                <a:cubicBezTo>
                  <a:pt x="7201720" y="987657"/>
                  <a:pt x="7201497" y="988750"/>
                  <a:pt x="7199080" y="989139"/>
                </a:cubicBezTo>
                <a:cubicBezTo>
                  <a:pt x="7196524" y="989595"/>
                  <a:pt x="7192967" y="989207"/>
                  <a:pt x="7190967" y="988272"/>
                </a:cubicBezTo>
                <a:cubicBezTo>
                  <a:pt x="7188938" y="987360"/>
                  <a:pt x="7189299" y="986289"/>
                  <a:pt x="7191661" y="985856"/>
                </a:cubicBezTo>
                <a:close/>
                <a:moveTo>
                  <a:pt x="8722768" y="984819"/>
                </a:moveTo>
                <a:cubicBezTo>
                  <a:pt x="8734932" y="986062"/>
                  <a:pt x="8747720" y="988581"/>
                  <a:pt x="8758265" y="992080"/>
                </a:cubicBezTo>
                <a:cubicBezTo>
                  <a:pt x="8779550" y="999169"/>
                  <a:pt x="8783690" y="1007626"/>
                  <a:pt x="8767545" y="1010908"/>
                </a:cubicBezTo>
                <a:cubicBezTo>
                  <a:pt x="8751180" y="1014236"/>
                  <a:pt x="8720699" y="1011091"/>
                  <a:pt x="8699581" y="1003933"/>
                </a:cubicBezTo>
                <a:cubicBezTo>
                  <a:pt x="8678629" y="996821"/>
                  <a:pt x="8674822" y="988478"/>
                  <a:pt x="8691023" y="985218"/>
                </a:cubicBezTo>
                <a:cubicBezTo>
                  <a:pt x="8699067" y="983611"/>
                  <a:pt x="8710605" y="983578"/>
                  <a:pt x="8722768" y="984819"/>
                </a:cubicBezTo>
                <a:close/>
                <a:moveTo>
                  <a:pt x="1088792" y="982733"/>
                </a:moveTo>
                <a:cubicBezTo>
                  <a:pt x="1089681" y="982642"/>
                  <a:pt x="1090237" y="982710"/>
                  <a:pt x="1090069" y="982915"/>
                </a:cubicBezTo>
                <a:cubicBezTo>
                  <a:pt x="1089876" y="983143"/>
                  <a:pt x="1089098" y="983371"/>
                  <a:pt x="1088319" y="983486"/>
                </a:cubicBezTo>
                <a:cubicBezTo>
                  <a:pt x="1087541" y="983553"/>
                  <a:pt x="1086986" y="983486"/>
                  <a:pt x="1087013" y="983257"/>
                </a:cubicBezTo>
                <a:cubicBezTo>
                  <a:pt x="1087152" y="983098"/>
                  <a:pt x="1087958" y="982824"/>
                  <a:pt x="1088792" y="982733"/>
                </a:cubicBezTo>
                <a:close/>
                <a:moveTo>
                  <a:pt x="7964251" y="980029"/>
                </a:moveTo>
                <a:cubicBezTo>
                  <a:pt x="7975916" y="981263"/>
                  <a:pt x="7987731" y="983771"/>
                  <a:pt x="7996942" y="987270"/>
                </a:cubicBezTo>
                <a:cubicBezTo>
                  <a:pt x="8015449" y="994336"/>
                  <a:pt x="8016450" y="1002702"/>
                  <a:pt x="7999056" y="1005984"/>
                </a:cubicBezTo>
                <a:cubicBezTo>
                  <a:pt x="7981632" y="1009290"/>
                  <a:pt x="7952346" y="1006167"/>
                  <a:pt x="7933922" y="999031"/>
                </a:cubicBezTo>
                <a:cubicBezTo>
                  <a:pt x="7915750" y="991988"/>
                  <a:pt x="7915028" y="983668"/>
                  <a:pt x="7932477" y="980431"/>
                </a:cubicBezTo>
                <a:cubicBezTo>
                  <a:pt x="7941077" y="978835"/>
                  <a:pt x="7952588" y="978795"/>
                  <a:pt x="7964251" y="980029"/>
                </a:cubicBezTo>
                <a:close/>
                <a:moveTo>
                  <a:pt x="2618135" y="979560"/>
                </a:moveTo>
                <a:cubicBezTo>
                  <a:pt x="2624478" y="980483"/>
                  <a:pt x="2628361" y="982369"/>
                  <a:pt x="2628306" y="985013"/>
                </a:cubicBezTo>
                <a:cubicBezTo>
                  <a:pt x="2628194" y="990301"/>
                  <a:pt x="2612245" y="996570"/>
                  <a:pt x="2592738" y="999055"/>
                </a:cubicBezTo>
                <a:cubicBezTo>
                  <a:pt x="2572955" y="1001517"/>
                  <a:pt x="2557171" y="999169"/>
                  <a:pt x="2557505" y="993857"/>
                </a:cubicBezTo>
                <a:cubicBezTo>
                  <a:pt x="2557755" y="988546"/>
                  <a:pt x="2573788" y="982277"/>
                  <a:pt x="2593211" y="979884"/>
                </a:cubicBezTo>
                <a:cubicBezTo>
                  <a:pt x="2602992" y="978676"/>
                  <a:pt x="2611793" y="978636"/>
                  <a:pt x="2618135" y="979560"/>
                </a:cubicBezTo>
                <a:close/>
                <a:moveTo>
                  <a:pt x="9824075" y="977217"/>
                </a:moveTo>
                <a:cubicBezTo>
                  <a:pt x="9824520" y="977149"/>
                  <a:pt x="9825463" y="977217"/>
                  <a:pt x="9826104" y="977400"/>
                </a:cubicBezTo>
                <a:cubicBezTo>
                  <a:pt x="9826909" y="977604"/>
                  <a:pt x="9827103" y="977856"/>
                  <a:pt x="9826713" y="977946"/>
                </a:cubicBezTo>
                <a:cubicBezTo>
                  <a:pt x="9826297" y="978038"/>
                  <a:pt x="9825408" y="977969"/>
                  <a:pt x="9824686" y="977742"/>
                </a:cubicBezTo>
                <a:cubicBezTo>
                  <a:pt x="9823936" y="977559"/>
                  <a:pt x="9823740" y="977308"/>
                  <a:pt x="9824075" y="977217"/>
                </a:cubicBezTo>
                <a:close/>
                <a:moveTo>
                  <a:pt x="3175701" y="976054"/>
                </a:moveTo>
                <a:cubicBezTo>
                  <a:pt x="3178979" y="975621"/>
                  <a:pt x="3181731" y="976031"/>
                  <a:pt x="3181869" y="976920"/>
                </a:cubicBezTo>
                <a:cubicBezTo>
                  <a:pt x="3182258" y="977832"/>
                  <a:pt x="3179869" y="978903"/>
                  <a:pt x="3176562" y="979314"/>
                </a:cubicBezTo>
                <a:cubicBezTo>
                  <a:pt x="3173255" y="979724"/>
                  <a:pt x="3170477" y="979336"/>
                  <a:pt x="3170282" y="978448"/>
                </a:cubicBezTo>
                <a:cubicBezTo>
                  <a:pt x="3170088" y="977513"/>
                  <a:pt x="3172477" y="976465"/>
                  <a:pt x="3175701" y="976054"/>
                </a:cubicBezTo>
                <a:close/>
                <a:moveTo>
                  <a:pt x="1867448" y="975408"/>
                </a:moveTo>
                <a:cubicBezTo>
                  <a:pt x="1874214" y="976460"/>
                  <a:pt x="1877805" y="978597"/>
                  <a:pt x="1876624" y="981571"/>
                </a:cubicBezTo>
                <a:cubicBezTo>
                  <a:pt x="1874262" y="987543"/>
                  <a:pt x="1853561" y="994655"/>
                  <a:pt x="1830304" y="997459"/>
                </a:cubicBezTo>
                <a:cubicBezTo>
                  <a:pt x="1807019" y="1000263"/>
                  <a:pt x="1790124" y="997619"/>
                  <a:pt x="1792764" y="991578"/>
                </a:cubicBezTo>
                <a:cubicBezTo>
                  <a:pt x="1795237" y="985605"/>
                  <a:pt x="1816160" y="978471"/>
                  <a:pt x="1839224" y="975758"/>
                </a:cubicBezTo>
                <a:cubicBezTo>
                  <a:pt x="1850741" y="974390"/>
                  <a:pt x="1860681" y="974357"/>
                  <a:pt x="1867448" y="975408"/>
                </a:cubicBezTo>
                <a:close/>
                <a:moveTo>
                  <a:pt x="8897797" y="973920"/>
                </a:moveTo>
                <a:cubicBezTo>
                  <a:pt x="8908772" y="975023"/>
                  <a:pt x="8920387" y="977263"/>
                  <a:pt x="8930070" y="980385"/>
                </a:cubicBezTo>
                <a:cubicBezTo>
                  <a:pt x="8949575" y="986677"/>
                  <a:pt x="8953911" y="994177"/>
                  <a:pt x="8939657" y="997094"/>
                </a:cubicBezTo>
                <a:cubicBezTo>
                  <a:pt x="8925430" y="1000035"/>
                  <a:pt x="8897948" y="997254"/>
                  <a:pt x="8878525" y="990917"/>
                </a:cubicBezTo>
                <a:cubicBezTo>
                  <a:pt x="8859242" y="984579"/>
                  <a:pt x="8855241" y="977149"/>
                  <a:pt x="8869358" y="974276"/>
                </a:cubicBezTo>
                <a:cubicBezTo>
                  <a:pt x="8876485" y="972852"/>
                  <a:pt x="8886821" y="972818"/>
                  <a:pt x="8897797" y="973920"/>
                </a:cubicBezTo>
                <a:close/>
                <a:moveTo>
                  <a:pt x="7378581" y="971792"/>
                </a:moveTo>
                <a:cubicBezTo>
                  <a:pt x="7384695" y="970720"/>
                  <a:pt x="7393947" y="971746"/>
                  <a:pt x="7399393" y="974049"/>
                </a:cubicBezTo>
                <a:cubicBezTo>
                  <a:pt x="7404812" y="976373"/>
                  <a:pt x="7404229" y="979132"/>
                  <a:pt x="7398254" y="980203"/>
                </a:cubicBezTo>
                <a:cubicBezTo>
                  <a:pt x="7392142" y="981251"/>
                  <a:pt x="7382833" y="980249"/>
                  <a:pt x="7377387" y="977901"/>
                </a:cubicBezTo>
                <a:cubicBezTo>
                  <a:pt x="7371996" y="975598"/>
                  <a:pt x="7372607" y="972840"/>
                  <a:pt x="7378581" y="971792"/>
                </a:cubicBezTo>
                <a:close/>
                <a:moveTo>
                  <a:pt x="8145884" y="967917"/>
                </a:moveTo>
                <a:cubicBezTo>
                  <a:pt x="8157771" y="969148"/>
                  <a:pt x="8169926" y="971655"/>
                  <a:pt x="8179554" y="975166"/>
                </a:cubicBezTo>
                <a:cubicBezTo>
                  <a:pt x="8198839" y="982232"/>
                  <a:pt x="8200672" y="990644"/>
                  <a:pt x="8183335" y="993926"/>
                </a:cubicBezTo>
                <a:cubicBezTo>
                  <a:pt x="8166051" y="997231"/>
                  <a:pt x="8136208" y="994131"/>
                  <a:pt x="8117009" y="986996"/>
                </a:cubicBezTo>
                <a:cubicBezTo>
                  <a:pt x="8098030" y="979906"/>
                  <a:pt x="8096614" y="971563"/>
                  <a:pt x="8113840" y="968327"/>
                </a:cubicBezTo>
                <a:cubicBezTo>
                  <a:pt x="8122384" y="966731"/>
                  <a:pt x="8133999" y="966686"/>
                  <a:pt x="8145884" y="967917"/>
                </a:cubicBezTo>
                <a:close/>
                <a:moveTo>
                  <a:pt x="9986902" y="964907"/>
                </a:moveTo>
                <a:cubicBezTo>
                  <a:pt x="9987347" y="964816"/>
                  <a:pt x="9988376" y="964907"/>
                  <a:pt x="9988960" y="965090"/>
                </a:cubicBezTo>
                <a:cubicBezTo>
                  <a:pt x="9989738" y="965295"/>
                  <a:pt x="9990016" y="965546"/>
                  <a:pt x="9989544" y="965614"/>
                </a:cubicBezTo>
                <a:cubicBezTo>
                  <a:pt x="9989154" y="965728"/>
                  <a:pt x="9988266" y="965637"/>
                  <a:pt x="9987486" y="965409"/>
                </a:cubicBezTo>
                <a:cubicBezTo>
                  <a:pt x="9986847" y="965249"/>
                  <a:pt x="9986543" y="964999"/>
                  <a:pt x="9986902" y="964907"/>
                </a:cubicBezTo>
                <a:close/>
                <a:moveTo>
                  <a:pt x="2441358" y="964558"/>
                </a:moveTo>
                <a:cubicBezTo>
                  <a:pt x="2448388" y="965592"/>
                  <a:pt x="2452570" y="967700"/>
                  <a:pt x="2452250" y="970652"/>
                </a:cubicBezTo>
                <a:cubicBezTo>
                  <a:pt x="2451611" y="976556"/>
                  <a:pt x="2433078" y="983623"/>
                  <a:pt x="2410737" y="986381"/>
                </a:cubicBezTo>
                <a:cubicBezTo>
                  <a:pt x="2388257" y="989162"/>
                  <a:pt x="2370808" y="986518"/>
                  <a:pt x="2371614" y="980545"/>
                </a:cubicBezTo>
                <a:cubicBezTo>
                  <a:pt x="2372420" y="974642"/>
                  <a:pt x="2391175" y="967621"/>
                  <a:pt x="2413377" y="964907"/>
                </a:cubicBezTo>
                <a:cubicBezTo>
                  <a:pt x="2424450" y="963563"/>
                  <a:pt x="2434328" y="963523"/>
                  <a:pt x="2441358" y="964558"/>
                </a:cubicBezTo>
                <a:close/>
                <a:moveTo>
                  <a:pt x="1698259" y="961409"/>
                </a:moveTo>
                <a:cubicBezTo>
                  <a:pt x="1704890" y="962445"/>
                  <a:pt x="1708280" y="964554"/>
                  <a:pt x="1706876" y="967483"/>
                </a:cubicBezTo>
                <a:cubicBezTo>
                  <a:pt x="1704125" y="973387"/>
                  <a:pt x="1682868" y="980408"/>
                  <a:pt x="1659556" y="983166"/>
                </a:cubicBezTo>
                <a:cubicBezTo>
                  <a:pt x="1636159" y="985924"/>
                  <a:pt x="1619626" y="983326"/>
                  <a:pt x="1622711" y="977377"/>
                </a:cubicBezTo>
                <a:cubicBezTo>
                  <a:pt x="1625712" y="971427"/>
                  <a:pt x="1647107" y="964451"/>
                  <a:pt x="1670197" y="961761"/>
                </a:cubicBezTo>
                <a:cubicBezTo>
                  <a:pt x="1681757" y="960405"/>
                  <a:pt x="1691628" y="960371"/>
                  <a:pt x="1698259" y="961409"/>
                </a:cubicBezTo>
                <a:close/>
                <a:moveTo>
                  <a:pt x="2986196" y="959254"/>
                </a:moveTo>
                <a:cubicBezTo>
                  <a:pt x="2996700" y="957909"/>
                  <a:pt x="3005563" y="959185"/>
                  <a:pt x="3006036" y="962035"/>
                </a:cubicBezTo>
                <a:cubicBezTo>
                  <a:pt x="3006620" y="964953"/>
                  <a:pt x="2998423" y="968349"/>
                  <a:pt x="2987947" y="969718"/>
                </a:cubicBezTo>
                <a:cubicBezTo>
                  <a:pt x="2977444" y="971039"/>
                  <a:pt x="2968468" y="969763"/>
                  <a:pt x="2968024" y="966890"/>
                </a:cubicBezTo>
                <a:cubicBezTo>
                  <a:pt x="2967551" y="963996"/>
                  <a:pt x="2975693" y="960599"/>
                  <a:pt x="2986196" y="959254"/>
                </a:cubicBezTo>
                <a:close/>
                <a:moveTo>
                  <a:pt x="9066655" y="958821"/>
                </a:moveTo>
                <a:cubicBezTo>
                  <a:pt x="9080471" y="960189"/>
                  <a:pt x="9095233" y="962970"/>
                  <a:pt x="9107711" y="966844"/>
                </a:cubicBezTo>
                <a:cubicBezTo>
                  <a:pt x="9132689" y="974641"/>
                  <a:pt x="9138996" y="983964"/>
                  <a:pt x="9121436" y="987611"/>
                </a:cubicBezTo>
                <a:cubicBezTo>
                  <a:pt x="9103958" y="991281"/>
                  <a:pt x="9069364" y="987816"/>
                  <a:pt x="9044467" y="979906"/>
                </a:cubicBezTo>
                <a:cubicBezTo>
                  <a:pt x="9019625" y="972065"/>
                  <a:pt x="9013846" y="962833"/>
                  <a:pt x="9031268" y="959277"/>
                </a:cubicBezTo>
                <a:cubicBezTo>
                  <a:pt x="9039966" y="957499"/>
                  <a:pt x="9052838" y="957454"/>
                  <a:pt x="9066655" y="958821"/>
                </a:cubicBezTo>
                <a:close/>
                <a:moveTo>
                  <a:pt x="7557722" y="956929"/>
                </a:moveTo>
                <a:cubicBezTo>
                  <a:pt x="7568224" y="955060"/>
                  <a:pt x="7584896" y="956838"/>
                  <a:pt x="7594817" y="960873"/>
                </a:cubicBezTo>
                <a:cubicBezTo>
                  <a:pt x="7604847" y="964976"/>
                  <a:pt x="7604431" y="969809"/>
                  <a:pt x="7593816" y="971701"/>
                </a:cubicBezTo>
                <a:cubicBezTo>
                  <a:pt x="7583340" y="973592"/>
                  <a:pt x="7566640" y="971814"/>
                  <a:pt x="7556526" y="967688"/>
                </a:cubicBezTo>
                <a:cubicBezTo>
                  <a:pt x="7546662" y="963608"/>
                  <a:pt x="7547107" y="958798"/>
                  <a:pt x="7557722" y="956929"/>
                </a:cubicBezTo>
                <a:close/>
                <a:moveTo>
                  <a:pt x="1500255" y="956565"/>
                </a:moveTo>
                <a:cubicBezTo>
                  <a:pt x="1504145" y="956109"/>
                  <a:pt x="1506952" y="956519"/>
                  <a:pt x="1506396" y="957522"/>
                </a:cubicBezTo>
                <a:cubicBezTo>
                  <a:pt x="1505813" y="958525"/>
                  <a:pt x="1502255" y="959664"/>
                  <a:pt x="1498143" y="960143"/>
                </a:cubicBezTo>
                <a:cubicBezTo>
                  <a:pt x="1494226" y="960600"/>
                  <a:pt x="1491530" y="960166"/>
                  <a:pt x="1492086" y="959186"/>
                </a:cubicBezTo>
                <a:cubicBezTo>
                  <a:pt x="1492669" y="958183"/>
                  <a:pt x="1496282" y="957043"/>
                  <a:pt x="1500255" y="956565"/>
                </a:cubicBezTo>
                <a:close/>
                <a:moveTo>
                  <a:pt x="8323371" y="955630"/>
                </a:moveTo>
                <a:cubicBezTo>
                  <a:pt x="8335632" y="956890"/>
                  <a:pt x="8348261" y="959448"/>
                  <a:pt x="8358363" y="963015"/>
                </a:cubicBezTo>
                <a:cubicBezTo>
                  <a:pt x="8378674" y="970150"/>
                  <a:pt x="8381369" y="978721"/>
                  <a:pt x="8364030" y="982072"/>
                </a:cubicBezTo>
                <a:cubicBezTo>
                  <a:pt x="8346581" y="985446"/>
                  <a:pt x="8315878" y="982232"/>
                  <a:pt x="8295675" y="974983"/>
                </a:cubicBezTo>
                <a:cubicBezTo>
                  <a:pt x="8275447" y="967780"/>
                  <a:pt x="8273252" y="959323"/>
                  <a:pt x="8290591" y="956040"/>
                </a:cubicBezTo>
                <a:cubicBezTo>
                  <a:pt x="8299219" y="954410"/>
                  <a:pt x="8311111" y="954371"/>
                  <a:pt x="8323371" y="955630"/>
                </a:cubicBezTo>
                <a:close/>
                <a:moveTo>
                  <a:pt x="2272287" y="948823"/>
                </a:moveTo>
                <a:cubicBezTo>
                  <a:pt x="2280473" y="950039"/>
                  <a:pt x="2285211" y="952518"/>
                  <a:pt x="2284558" y="955971"/>
                </a:cubicBezTo>
                <a:cubicBezTo>
                  <a:pt x="2283280" y="962878"/>
                  <a:pt x="2260634" y="971154"/>
                  <a:pt x="2234014" y="974390"/>
                </a:cubicBezTo>
                <a:cubicBezTo>
                  <a:pt x="2207228" y="977650"/>
                  <a:pt x="2186888" y="974550"/>
                  <a:pt x="2188500" y="967574"/>
                </a:cubicBezTo>
                <a:cubicBezTo>
                  <a:pt x="2190167" y="960599"/>
                  <a:pt x="2212896" y="952393"/>
                  <a:pt x="2239321" y="949247"/>
                </a:cubicBezTo>
                <a:cubicBezTo>
                  <a:pt x="2252465" y="947652"/>
                  <a:pt x="2264100" y="947606"/>
                  <a:pt x="2272287" y="948823"/>
                </a:cubicBezTo>
                <a:close/>
                <a:moveTo>
                  <a:pt x="9232211" y="944232"/>
                </a:moveTo>
                <a:cubicBezTo>
                  <a:pt x="9248498" y="945816"/>
                  <a:pt x="9266010" y="949042"/>
                  <a:pt x="9280929" y="953555"/>
                </a:cubicBezTo>
                <a:cubicBezTo>
                  <a:pt x="9311108" y="962628"/>
                  <a:pt x="9319498" y="973524"/>
                  <a:pt x="9299326" y="977787"/>
                </a:cubicBezTo>
                <a:cubicBezTo>
                  <a:pt x="9279153" y="982095"/>
                  <a:pt x="9238113" y="978015"/>
                  <a:pt x="9208019" y="968760"/>
                </a:cubicBezTo>
                <a:cubicBezTo>
                  <a:pt x="9178259" y="959618"/>
                  <a:pt x="9170758" y="948928"/>
                  <a:pt x="9190847" y="944756"/>
                </a:cubicBezTo>
                <a:cubicBezTo>
                  <a:pt x="9200865" y="942704"/>
                  <a:pt x="9215926" y="942647"/>
                  <a:pt x="9232211" y="944232"/>
                </a:cubicBezTo>
                <a:close/>
                <a:moveTo>
                  <a:pt x="1337732" y="944049"/>
                </a:moveTo>
                <a:cubicBezTo>
                  <a:pt x="1338565" y="943959"/>
                  <a:pt x="1339149" y="944049"/>
                  <a:pt x="1339010" y="944254"/>
                </a:cubicBezTo>
                <a:cubicBezTo>
                  <a:pt x="1338843" y="944437"/>
                  <a:pt x="1338093" y="944688"/>
                  <a:pt x="1337231" y="944756"/>
                </a:cubicBezTo>
                <a:cubicBezTo>
                  <a:pt x="1336481" y="944847"/>
                  <a:pt x="1335926" y="944756"/>
                  <a:pt x="1336008" y="944597"/>
                </a:cubicBezTo>
                <a:cubicBezTo>
                  <a:pt x="1336147" y="944392"/>
                  <a:pt x="1336926" y="944140"/>
                  <a:pt x="1337732" y="944049"/>
                </a:cubicBezTo>
                <a:close/>
                <a:moveTo>
                  <a:pt x="2823634" y="943543"/>
                </a:moveTo>
                <a:cubicBezTo>
                  <a:pt x="2828618" y="944244"/>
                  <a:pt x="2831800" y="945669"/>
                  <a:pt x="2832008" y="947652"/>
                </a:cubicBezTo>
                <a:cubicBezTo>
                  <a:pt x="2832314" y="951686"/>
                  <a:pt x="2820449" y="956496"/>
                  <a:pt x="2805444" y="958365"/>
                </a:cubicBezTo>
                <a:cubicBezTo>
                  <a:pt x="2790467" y="960212"/>
                  <a:pt x="2778186" y="958457"/>
                  <a:pt x="2777935" y="954399"/>
                </a:cubicBezTo>
                <a:cubicBezTo>
                  <a:pt x="2777713" y="950364"/>
                  <a:pt x="2789550" y="945600"/>
                  <a:pt x="2804443" y="943777"/>
                </a:cubicBezTo>
                <a:cubicBezTo>
                  <a:pt x="2811863" y="942865"/>
                  <a:pt x="2818650" y="942842"/>
                  <a:pt x="2823634" y="943543"/>
                </a:cubicBezTo>
                <a:close/>
                <a:moveTo>
                  <a:pt x="8496791" y="943175"/>
                </a:moveTo>
                <a:cubicBezTo>
                  <a:pt x="8509577" y="944466"/>
                  <a:pt x="8522872" y="947093"/>
                  <a:pt x="8533668" y="950752"/>
                </a:cubicBezTo>
                <a:cubicBezTo>
                  <a:pt x="8555451" y="958160"/>
                  <a:pt x="8558897" y="967005"/>
                  <a:pt x="8541281" y="970424"/>
                </a:cubicBezTo>
                <a:cubicBezTo>
                  <a:pt x="8523525" y="973889"/>
                  <a:pt x="8491375" y="970629"/>
                  <a:pt x="8469759" y="963130"/>
                </a:cubicBezTo>
                <a:cubicBezTo>
                  <a:pt x="8448279" y="955721"/>
                  <a:pt x="8445252" y="947013"/>
                  <a:pt x="8462979" y="943617"/>
                </a:cubicBezTo>
                <a:cubicBezTo>
                  <a:pt x="8471733" y="941930"/>
                  <a:pt x="8484006" y="941884"/>
                  <a:pt x="8496791" y="943175"/>
                </a:cubicBezTo>
                <a:close/>
                <a:moveTo>
                  <a:pt x="7758263" y="941010"/>
                </a:moveTo>
                <a:cubicBezTo>
                  <a:pt x="7768586" y="942089"/>
                  <a:pt x="7778902" y="944289"/>
                  <a:pt x="7786822" y="947355"/>
                </a:cubicBezTo>
                <a:cubicBezTo>
                  <a:pt x="7802854" y="953555"/>
                  <a:pt x="7802882" y="960918"/>
                  <a:pt x="7786988" y="963790"/>
                </a:cubicBezTo>
                <a:cubicBezTo>
                  <a:pt x="7771066" y="966708"/>
                  <a:pt x="7745252" y="963927"/>
                  <a:pt x="7729359" y="957681"/>
                </a:cubicBezTo>
                <a:cubicBezTo>
                  <a:pt x="7713632" y="951458"/>
                  <a:pt x="7713937" y="944186"/>
                  <a:pt x="7729664" y="941383"/>
                </a:cubicBezTo>
                <a:cubicBezTo>
                  <a:pt x="7737612" y="939969"/>
                  <a:pt x="7747941" y="939930"/>
                  <a:pt x="7758263" y="941010"/>
                </a:cubicBezTo>
                <a:close/>
                <a:moveTo>
                  <a:pt x="9398694" y="935223"/>
                </a:moveTo>
                <a:cubicBezTo>
                  <a:pt x="9412187" y="936522"/>
                  <a:pt x="9426783" y="939160"/>
                  <a:pt x="9439342" y="942819"/>
                </a:cubicBezTo>
                <a:cubicBezTo>
                  <a:pt x="9464768" y="950250"/>
                  <a:pt x="9472379" y="959140"/>
                  <a:pt x="9456014" y="962628"/>
                </a:cubicBezTo>
                <a:cubicBezTo>
                  <a:pt x="9439704" y="966116"/>
                  <a:pt x="9405775" y="962788"/>
                  <a:pt x="9380490" y="955243"/>
                </a:cubicBezTo>
                <a:cubicBezTo>
                  <a:pt x="9355511" y="947834"/>
                  <a:pt x="9348423" y="939035"/>
                  <a:pt x="9364652" y="935661"/>
                </a:cubicBezTo>
                <a:cubicBezTo>
                  <a:pt x="9372806" y="933963"/>
                  <a:pt x="9385200" y="933924"/>
                  <a:pt x="9398694" y="935223"/>
                </a:cubicBezTo>
                <a:close/>
                <a:moveTo>
                  <a:pt x="7193272" y="934681"/>
                </a:moveTo>
                <a:cubicBezTo>
                  <a:pt x="7195662" y="934271"/>
                  <a:pt x="7199219" y="934636"/>
                  <a:pt x="7201164" y="935524"/>
                </a:cubicBezTo>
                <a:cubicBezTo>
                  <a:pt x="7203164" y="936390"/>
                  <a:pt x="7202887" y="937416"/>
                  <a:pt x="7200497" y="937827"/>
                </a:cubicBezTo>
                <a:cubicBezTo>
                  <a:pt x="7198107" y="938237"/>
                  <a:pt x="7194606" y="937850"/>
                  <a:pt x="7192550" y="936983"/>
                </a:cubicBezTo>
                <a:cubicBezTo>
                  <a:pt x="7190605" y="936117"/>
                  <a:pt x="7190883" y="935091"/>
                  <a:pt x="7193272" y="934681"/>
                </a:cubicBezTo>
                <a:close/>
                <a:moveTo>
                  <a:pt x="2106301" y="933935"/>
                </a:moveTo>
                <a:cubicBezTo>
                  <a:pt x="2115116" y="935251"/>
                  <a:pt x="2120035" y="937930"/>
                  <a:pt x="2118978" y="941657"/>
                </a:cubicBezTo>
                <a:cubicBezTo>
                  <a:pt x="2116950" y="949156"/>
                  <a:pt x="2091498" y="958160"/>
                  <a:pt x="2062015" y="961648"/>
                </a:cubicBezTo>
                <a:cubicBezTo>
                  <a:pt x="2032423" y="965181"/>
                  <a:pt x="2010472" y="961853"/>
                  <a:pt x="2013056" y="954240"/>
                </a:cubicBezTo>
                <a:cubicBezTo>
                  <a:pt x="2015501" y="946694"/>
                  <a:pt x="2041204" y="937804"/>
                  <a:pt x="2070241" y="934385"/>
                </a:cubicBezTo>
                <a:cubicBezTo>
                  <a:pt x="2084774" y="932664"/>
                  <a:pt x="2097486" y="932618"/>
                  <a:pt x="2106301" y="933935"/>
                </a:cubicBezTo>
                <a:close/>
                <a:moveTo>
                  <a:pt x="9560963" y="933724"/>
                </a:moveTo>
                <a:cubicBezTo>
                  <a:pt x="9564882" y="932903"/>
                  <a:pt x="9573357" y="933678"/>
                  <a:pt x="9579720" y="935524"/>
                </a:cubicBezTo>
                <a:cubicBezTo>
                  <a:pt x="9586139" y="937371"/>
                  <a:pt x="9588222" y="939514"/>
                  <a:pt x="9584167" y="940402"/>
                </a:cubicBezTo>
                <a:cubicBezTo>
                  <a:pt x="9580247" y="941245"/>
                  <a:pt x="9571856" y="940448"/>
                  <a:pt x="9565409" y="938579"/>
                </a:cubicBezTo>
                <a:cubicBezTo>
                  <a:pt x="9559019" y="936733"/>
                  <a:pt x="9556963" y="934590"/>
                  <a:pt x="9560963" y="933724"/>
                </a:cubicBezTo>
                <a:close/>
                <a:moveTo>
                  <a:pt x="8667230" y="932091"/>
                </a:moveTo>
                <a:cubicBezTo>
                  <a:pt x="8679366" y="933302"/>
                  <a:pt x="8692077" y="935764"/>
                  <a:pt x="8702497" y="939195"/>
                </a:cubicBezTo>
                <a:cubicBezTo>
                  <a:pt x="8723644" y="946124"/>
                  <a:pt x="8727673" y="954353"/>
                  <a:pt x="8711223" y="957590"/>
                </a:cubicBezTo>
                <a:cubicBezTo>
                  <a:pt x="8694939" y="960804"/>
                  <a:pt x="8664402" y="957773"/>
                  <a:pt x="8643451" y="950752"/>
                </a:cubicBezTo>
                <a:cubicBezTo>
                  <a:pt x="8622611" y="943822"/>
                  <a:pt x="8619083" y="935661"/>
                  <a:pt x="8635421" y="932493"/>
                </a:cubicBezTo>
                <a:cubicBezTo>
                  <a:pt x="8643536" y="930920"/>
                  <a:pt x="8655096" y="930881"/>
                  <a:pt x="8667230" y="932091"/>
                </a:cubicBezTo>
                <a:close/>
                <a:moveTo>
                  <a:pt x="1179793" y="930258"/>
                </a:moveTo>
                <a:cubicBezTo>
                  <a:pt x="1180487" y="930167"/>
                  <a:pt x="1181016" y="930236"/>
                  <a:pt x="1180905" y="930441"/>
                </a:cubicBezTo>
                <a:cubicBezTo>
                  <a:pt x="1180710" y="930624"/>
                  <a:pt x="1179988" y="930874"/>
                  <a:pt x="1179154" y="930920"/>
                </a:cubicBezTo>
                <a:cubicBezTo>
                  <a:pt x="1178404" y="931011"/>
                  <a:pt x="1177904" y="930920"/>
                  <a:pt x="1178042" y="930760"/>
                </a:cubicBezTo>
                <a:cubicBezTo>
                  <a:pt x="1178154" y="930555"/>
                  <a:pt x="1178820" y="930350"/>
                  <a:pt x="1179793" y="930258"/>
                </a:cubicBezTo>
                <a:close/>
                <a:moveTo>
                  <a:pt x="2653216" y="928148"/>
                </a:moveTo>
                <a:cubicBezTo>
                  <a:pt x="2659399" y="929028"/>
                  <a:pt x="2663219" y="930818"/>
                  <a:pt x="2663233" y="933313"/>
                </a:cubicBezTo>
                <a:cubicBezTo>
                  <a:pt x="2663205" y="938374"/>
                  <a:pt x="2647839" y="944346"/>
                  <a:pt x="2628694" y="946672"/>
                </a:cubicBezTo>
                <a:cubicBezTo>
                  <a:pt x="2609605" y="949019"/>
                  <a:pt x="2594155" y="946808"/>
                  <a:pt x="2594350" y="941748"/>
                </a:cubicBezTo>
                <a:cubicBezTo>
                  <a:pt x="2594600" y="936687"/>
                  <a:pt x="2610105" y="930761"/>
                  <a:pt x="2629028" y="928435"/>
                </a:cubicBezTo>
                <a:cubicBezTo>
                  <a:pt x="2638490" y="927296"/>
                  <a:pt x="2647034" y="927267"/>
                  <a:pt x="2653216" y="928148"/>
                </a:cubicBezTo>
                <a:close/>
                <a:moveTo>
                  <a:pt x="7935183" y="927769"/>
                </a:moveTo>
                <a:cubicBezTo>
                  <a:pt x="7947017" y="928994"/>
                  <a:pt x="7958972" y="931479"/>
                  <a:pt x="7968266" y="934931"/>
                </a:cubicBezTo>
                <a:cubicBezTo>
                  <a:pt x="7986966" y="941907"/>
                  <a:pt x="7987912" y="950250"/>
                  <a:pt x="7970212" y="953509"/>
                </a:cubicBezTo>
                <a:cubicBezTo>
                  <a:pt x="7952428" y="956769"/>
                  <a:pt x="7922724" y="953669"/>
                  <a:pt x="7904024" y="946602"/>
                </a:cubicBezTo>
                <a:cubicBezTo>
                  <a:pt x="7885712" y="939605"/>
                  <a:pt x="7885046" y="931353"/>
                  <a:pt x="7902828" y="928162"/>
                </a:cubicBezTo>
                <a:cubicBezTo>
                  <a:pt x="7911637" y="926577"/>
                  <a:pt x="7923350" y="926544"/>
                  <a:pt x="7935183" y="927769"/>
                </a:cubicBezTo>
                <a:close/>
                <a:moveTo>
                  <a:pt x="3187926" y="924970"/>
                </a:moveTo>
                <a:cubicBezTo>
                  <a:pt x="3192121" y="924446"/>
                  <a:pt x="3195761" y="924948"/>
                  <a:pt x="3196095" y="926111"/>
                </a:cubicBezTo>
                <a:cubicBezTo>
                  <a:pt x="3196484" y="927250"/>
                  <a:pt x="3193205" y="928595"/>
                  <a:pt x="3189038" y="929142"/>
                </a:cubicBezTo>
                <a:cubicBezTo>
                  <a:pt x="3184786" y="929666"/>
                  <a:pt x="3181174" y="929165"/>
                  <a:pt x="3180785" y="928048"/>
                </a:cubicBezTo>
                <a:cubicBezTo>
                  <a:pt x="3180507" y="926885"/>
                  <a:pt x="3183674" y="925494"/>
                  <a:pt x="3187926" y="924970"/>
                </a:cubicBezTo>
                <a:close/>
                <a:moveTo>
                  <a:pt x="9729906" y="924469"/>
                </a:moveTo>
                <a:cubicBezTo>
                  <a:pt x="9730739" y="924332"/>
                  <a:pt x="9732462" y="924469"/>
                  <a:pt x="9733795" y="924856"/>
                </a:cubicBezTo>
                <a:cubicBezTo>
                  <a:pt x="9735214" y="925244"/>
                  <a:pt x="9735712" y="925677"/>
                  <a:pt x="9734851" y="925882"/>
                </a:cubicBezTo>
                <a:cubicBezTo>
                  <a:pt x="9734046" y="926042"/>
                  <a:pt x="9732240" y="925882"/>
                  <a:pt x="9730906" y="925495"/>
                </a:cubicBezTo>
                <a:cubicBezTo>
                  <a:pt x="9729518" y="925107"/>
                  <a:pt x="9729016" y="924651"/>
                  <a:pt x="9729906" y="924469"/>
                </a:cubicBezTo>
                <a:close/>
                <a:moveTo>
                  <a:pt x="7372274" y="922030"/>
                </a:moveTo>
                <a:cubicBezTo>
                  <a:pt x="7376331" y="921323"/>
                  <a:pt x="7382499" y="921961"/>
                  <a:pt x="7386195" y="923511"/>
                </a:cubicBezTo>
                <a:cubicBezTo>
                  <a:pt x="7389946" y="925039"/>
                  <a:pt x="7389557" y="926863"/>
                  <a:pt x="7385528" y="927569"/>
                </a:cubicBezTo>
                <a:cubicBezTo>
                  <a:pt x="7381360" y="928275"/>
                  <a:pt x="7375080" y="927592"/>
                  <a:pt x="7371413" y="926065"/>
                </a:cubicBezTo>
                <a:cubicBezTo>
                  <a:pt x="7367716" y="924537"/>
                  <a:pt x="7368050" y="922737"/>
                  <a:pt x="7372274" y="922030"/>
                </a:cubicBezTo>
                <a:close/>
                <a:moveTo>
                  <a:pt x="8834012" y="920155"/>
                </a:moveTo>
                <a:cubicBezTo>
                  <a:pt x="8846357" y="921369"/>
                  <a:pt x="8859381" y="923842"/>
                  <a:pt x="8870191" y="927296"/>
                </a:cubicBezTo>
                <a:cubicBezTo>
                  <a:pt x="8892030" y="934203"/>
                  <a:pt x="8896781" y="942455"/>
                  <a:pt x="8880470" y="945691"/>
                </a:cubicBezTo>
                <a:cubicBezTo>
                  <a:pt x="8864328" y="948929"/>
                  <a:pt x="8833429" y="945896"/>
                  <a:pt x="8811643" y="938875"/>
                </a:cubicBezTo>
                <a:cubicBezTo>
                  <a:pt x="8789941" y="931923"/>
                  <a:pt x="8785774" y="923740"/>
                  <a:pt x="8801917" y="920571"/>
                </a:cubicBezTo>
                <a:cubicBezTo>
                  <a:pt x="8810004" y="918987"/>
                  <a:pt x="8821668" y="918942"/>
                  <a:pt x="8834012" y="920155"/>
                </a:cubicBezTo>
                <a:close/>
                <a:moveTo>
                  <a:pt x="1943715" y="919502"/>
                </a:moveTo>
                <a:cubicBezTo>
                  <a:pt x="1952940" y="920884"/>
                  <a:pt x="1957942" y="923693"/>
                  <a:pt x="1956538" y="927614"/>
                </a:cubicBezTo>
                <a:cubicBezTo>
                  <a:pt x="1953677" y="935502"/>
                  <a:pt x="1925918" y="944916"/>
                  <a:pt x="1894547" y="948631"/>
                </a:cubicBezTo>
                <a:cubicBezTo>
                  <a:pt x="1863009" y="952324"/>
                  <a:pt x="1840029" y="948837"/>
                  <a:pt x="1843253" y="940812"/>
                </a:cubicBezTo>
                <a:cubicBezTo>
                  <a:pt x="1846587" y="932880"/>
                  <a:pt x="1874541" y="923557"/>
                  <a:pt x="1905550" y="919955"/>
                </a:cubicBezTo>
                <a:cubicBezTo>
                  <a:pt x="1921041" y="918166"/>
                  <a:pt x="1934490" y="918120"/>
                  <a:pt x="1943715" y="919502"/>
                </a:cubicBezTo>
                <a:close/>
                <a:moveTo>
                  <a:pt x="8108159" y="916528"/>
                </a:moveTo>
                <a:cubicBezTo>
                  <a:pt x="8119716" y="917699"/>
                  <a:pt x="8131512" y="920081"/>
                  <a:pt x="8140793" y="923397"/>
                </a:cubicBezTo>
                <a:cubicBezTo>
                  <a:pt x="8159522" y="930122"/>
                  <a:pt x="8161078" y="938123"/>
                  <a:pt x="8144211" y="941224"/>
                </a:cubicBezTo>
                <a:cubicBezTo>
                  <a:pt x="8127317" y="944392"/>
                  <a:pt x="8098390" y="941405"/>
                  <a:pt x="8079775" y="934612"/>
                </a:cubicBezTo>
                <a:cubicBezTo>
                  <a:pt x="8061352" y="927911"/>
                  <a:pt x="8060102" y="919978"/>
                  <a:pt x="8076941" y="916923"/>
                </a:cubicBezTo>
                <a:cubicBezTo>
                  <a:pt x="8085277" y="915397"/>
                  <a:pt x="8096599" y="915357"/>
                  <a:pt x="8108159" y="916528"/>
                </a:cubicBezTo>
                <a:close/>
                <a:moveTo>
                  <a:pt x="1760865" y="913114"/>
                </a:moveTo>
                <a:cubicBezTo>
                  <a:pt x="1765491" y="913817"/>
                  <a:pt x="1767894" y="915248"/>
                  <a:pt x="1767005" y="917242"/>
                </a:cubicBezTo>
                <a:cubicBezTo>
                  <a:pt x="1765227" y="921209"/>
                  <a:pt x="1750639" y="925973"/>
                  <a:pt x="1734607" y="927842"/>
                </a:cubicBezTo>
                <a:cubicBezTo>
                  <a:pt x="1718491" y="929689"/>
                  <a:pt x="1706875" y="927933"/>
                  <a:pt x="1708960" y="923899"/>
                </a:cubicBezTo>
                <a:cubicBezTo>
                  <a:pt x="1710849" y="919910"/>
                  <a:pt x="1725409" y="915168"/>
                  <a:pt x="1741387" y="913344"/>
                </a:cubicBezTo>
                <a:cubicBezTo>
                  <a:pt x="1749390" y="912432"/>
                  <a:pt x="1756238" y="912410"/>
                  <a:pt x="1760865" y="913114"/>
                </a:cubicBezTo>
                <a:close/>
                <a:moveTo>
                  <a:pt x="9888289" y="913071"/>
                </a:moveTo>
                <a:cubicBezTo>
                  <a:pt x="9888650" y="912980"/>
                  <a:pt x="9889568" y="913071"/>
                  <a:pt x="9890291" y="913254"/>
                </a:cubicBezTo>
                <a:cubicBezTo>
                  <a:pt x="9890902" y="913459"/>
                  <a:pt x="9891124" y="913687"/>
                  <a:pt x="9890734" y="913778"/>
                </a:cubicBezTo>
                <a:cubicBezTo>
                  <a:pt x="9890373" y="913846"/>
                  <a:pt x="9889430" y="913755"/>
                  <a:pt x="9888846" y="913573"/>
                </a:cubicBezTo>
                <a:cubicBezTo>
                  <a:pt x="9888123" y="913413"/>
                  <a:pt x="9887901" y="913163"/>
                  <a:pt x="9888289" y="913071"/>
                </a:cubicBezTo>
                <a:close/>
                <a:moveTo>
                  <a:pt x="2487591" y="913026"/>
                </a:moveTo>
                <a:cubicBezTo>
                  <a:pt x="2494812" y="914064"/>
                  <a:pt x="2499140" y="916172"/>
                  <a:pt x="2498904" y="919112"/>
                </a:cubicBezTo>
                <a:cubicBezTo>
                  <a:pt x="2498404" y="925016"/>
                  <a:pt x="2479592" y="932037"/>
                  <a:pt x="2456668" y="934818"/>
                </a:cubicBezTo>
                <a:cubicBezTo>
                  <a:pt x="2433827" y="937577"/>
                  <a:pt x="2415849" y="934977"/>
                  <a:pt x="2416599" y="928982"/>
                </a:cubicBezTo>
                <a:cubicBezTo>
                  <a:pt x="2417378" y="923056"/>
                  <a:pt x="2436328" y="916081"/>
                  <a:pt x="2458919" y="913368"/>
                </a:cubicBezTo>
                <a:cubicBezTo>
                  <a:pt x="2470256" y="912023"/>
                  <a:pt x="2480370" y="911989"/>
                  <a:pt x="2487591" y="913026"/>
                </a:cubicBezTo>
                <a:close/>
                <a:moveTo>
                  <a:pt x="3010787" y="908945"/>
                </a:moveTo>
                <a:cubicBezTo>
                  <a:pt x="3020984" y="907668"/>
                  <a:pt x="3029626" y="908877"/>
                  <a:pt x="3030154" y="911612"/>
                </a:cubicBezTo>
                <a:cubicBezTo>
                  <a:pt x="3030710" y="914325"/>
                  <a:pt x="3022763" y="917608"/>
                  <a:pt x="3012565" y="918839"/>
                </a:cubicBezTo>
                <a:cubicBezTo>
                  <a:pt x="3002340" y="920137"/>
                  <a:pt x="2993587" y="918930"/>
                  <a:pt x="2993059" y="916171"/>
                </a:cubicBezTo>
                <a:cubicBezTo>
                  <a:pt x="2992670" y="913436"/>
                  <a:pt x="3000561" y="910176"/>
                  <a:pt x="3010787" y="908945"/>
                </a:cubicBezTo>
                <a:close/>
                <a:moveTo>
                  <a:pt x="7542022" y="907692"/>
                </a:moveTo>
                <a:cubicBezTo>
                  <a:pt x="7550303" y="906278"/>
                  <a:pt x="7563306" y="907600"/>
                  <a:pt x="7571059" y="910723"/>
                </a:cubicBezTo>
                <a:cubicBezTo>
                  <a:pt x="7578922" y="913823"/>
                  <a:pt x="7578645" y="917516"/>
                  <a:pt x="7570364" y="918975"/>
                </a:cubicBezTo>
                <a:cubicBezTo>
                  <a:pt x="7562056" y="920411"/>
                  <a:pt x="7548912" y="919044"/>
                  <a:pt x="7541105" y="915898"/>
                </a:cubicBezTo>
                <a:cubicBezTo>
                  <a:pt x="7533325" y="912821"/>
                  <a:pt x="7533741" y="909128"/>
                  <a:pt x="7542022" y="907692"/>
                </a:cubicBezTo>
                <a:close/>
                <a:moveTo>
                  <a:pt x="8996137" y="905745"/>
                </a:moveTo>
                <a:cubicBezTo>
                  <a:pt x="9011242" y="907202"/>
                  <a:pt x="9027308" y="910165"/>
                  <a:pt x="9040827" y="914302"/>
                </a:cubicBezTo>
                <a:cubicBezTo>
                  <a:pt x="9068059" y="922645"/>
                  <a:pt x="9074699" y="932652"/>
                  <a:pt x="9055332" y="936550"/>
                </a:cubicBezTo>
                <a:cubicBezTo>
                  <a:pt x="9035770" y="940494"/>
                  <a:pt x="8997899" y="936778"/>
                  <a:pt x="8970722" y="928275"/>
                </a:cubicBezTo>
                <a:cubicBezTo>
                  <a:pt x="8943908" y="919910"/>
                  <a:pt x="8937879" y="910040"/>
                  <a:pt x="8957219" y="906232"/>
                </a:cubicBezTo>
                <a:cubicBezTo>
                  <a:pt x="8966888" y="904340"/>
                  <a:pt x="8981030" y="904289"/>
                  <a:pt x="8996137" y="905745"/>
                </a:cubicBezTo>
                <a:close/>
                <a:moveTo>
                  <a:pt x="1580642" y="905025"/>
                </a:moveTo>
                <a:cubicBezTo>
                  <a:pt x="1585282" y="904523"/>
                  <a:pt x="1588534" y="904979"/>
                  <a:pt x="1587950" y="906142"/>
                </a:cubicBezTo>
                <a:cubicBezTo>
                  <a:pt x="1587338" y="907236"/>
                  <a:pt x="1583059" y="908581"/>
                  <a:pt x="1578419" y="909105"/>
                </a:cubicBezTo>
                <a:cubicBezTo>
                  <a:pt x="1573806" y="909629"/>
                  <a:pt x="1570527" y="909150"/>
                  <a:pt x="1571166" y="907988"/>
                </a:cubicBezTo>
                <a:cubicBezTo>
                  <a:pt x="1571861" y="906894"/>
                  <a:pt x="1576057" y="905526"/>
                  <a:pt x="1580642" y="905025"/>
                </a:cubicBezTo>
                <a:close/>
                <a:moveTo>
                  <a:pt x="8277659" y="904654"/>
                </a:moveTo>
                <a:cubicBezTo>
                  <a:pt x="8289562" y="905846"/>
                  <a:pt x="8301803" y="908274"/>
                  <a:pt x="8311570" y="911658"/>
                </a:cubicBezTo>
                <a:cubicBezTo>
                  <a:pt x="8331243" y="918496"/>
                  <a:pt x="8333605" y="926589"/>
                  <a:pt x="8316515" y="929780"/>
                </a:cubicBezTo>
                <a:cubicBezTo>
                  <a:pt x="8299566" y="932972"/>
                  <a:pt x="8269779" y="929963"/>
                  <a:pt x="8250078" y="923056"/>
                </a:cubicBezTo>
                <a:cubicBezTo>
                  <a:pt x="8230628" y="916217"/>
                  <a:pt x="8228905" y="908193"/>
                  <a:pt x="8245770" y="905071"/>
                </a:cubicBezTo>
                <a:cubicBezTo>
                  <a:pt x="8254190" y="903509"/>
                  <a:pt x="8265756" y="903464"/>
                  <a:pt x="8277659" y="904654"/>
                </a:cubicBezTo>
                <a:close/>
                <a:moveTo>
                  <a:pt x="2321938" y="899733"/>
                </a:moveTo>
                <a:cubicBezTo>
                  <a:pt x="2329051" y="900750"/>
                  <a:pt x="2333198" y="902825"/>
                  <a:pt x="2332656" y="905731"/>
                </a:cubicBezTo>
                <a:cubicBezTo>
                  <a:pt x="2331740" y="911566"/>
                  <a:pt x="2312316" y="918519"/>
                  <a:pt x="2289448" y="921209"/>
                </a:cubicBezTo>
                <a:cubicBezTo>
                  <a:pt x="2266469" y="923967"/>
                  <a:pt x="2248686" y="921368"/>
                  <a:pt x="2250046" y="915487"/>
                </a:cubicBezTo>
                <a:cubicBezTo>
                  <a:pt x="2251297" y="909652"/>
                  <a:pt x="2270720" y="902768"/>
                  <a:pt x="2293422" y="900078"/>
                </a:cubicBezTo>
                <a:cubicBezTo>
                  <a:pt x="2304745" y="898756"/>
                  <a:pt x="2314824" y="898716"/>
                  <a:pt x="2321938" y="899733"/>
                </a:cubicBezTo>
                <a:close/>
                <a:moveTo>
                  <a:pt x="7008992" y="897479"/>
                </a:moveTo>
                <a:cubicBezTo>
                  <a:pt x="7009603" y="897388"/>
                  <a:pt x="7010299" y="897457"/>
                  <a:pt x="7010688" y="897662"/>
                </a:cubicBezTo>
                <a:cubicBezTo>
                  <a:pt x="7011215" y="897821"/>
                  <a:pt x="7011049" y="898050"/>
                  <a:pt x="7010521" y="898141"/>
                </a:cubicBezTo>
                <a:cubicBezTo>
                  <a:pt x="7009937" y="898209"/>
                  <a:pt x="7009215" y="898141"/>
                  <a:pt x="7008826" y="897958"/>
                </a:cubicBezTo>
                <a:cubicBezTo>
                  <a:pt x="7008409" y="897776"/>
                  <a:pt x="7008437" y="897548"/>
                  <a:pt x="7008992" y="897479"/>
                </a:cubicBezTo>
                <a:close/>
                <a:moveTo>
                  <a:pt x="9155865" y="892682"/>
                </a:moveTo>
                <a:cubicBezTo>
                  <a:pt x="9172536" y="894271"/>
                  <a:pt x="9190416" y="897503"/>
                  <a:pt x="9205602" y="902016"/>
                </a:cubicBezTo>
                <a:cubicBezTo>
                  <a:pt x="9236166" y="911088"/>
                  <a:pt x="9244336" y="922007"/>
                  <a:pt x="9223496" y="926270"/>
                </a:cubicBezTo>
                <a:cubicBezTo>
                  <a:pt x="9202713" y="930578"/>
                  <a:pt x="9160644" y="926475"/>
                  <a:pt x="9130133" y="917266"/>
                </a:cubicBezTo>
                <a:cubicBezTo>
                  <a:pt x="9099875" y="908079"/>
                  <a:pt x="9092511" y="897365"/>
                  <a:pt x="9113378" y="893194"/>
                </a:cubicBezTo>
                <a:cubicBezTo>
                  <a:pt x="9123729" y="891143"/>
                  <a:pt x="9139192" y="891091"/>
                  <a:pt x="9155865" y="892682"/>
                </a:cubicBezTo>
                <a:close/>
                <a:moveTo>
                  <a:pt x="2860993" y="892547"/>
                </a:moveTo>
                <a:cubicBezTo>
                  <a:pt x="2866568" y="893313"/>
                  <a:pt x="2870145" y="894869"/>
                  <a:pt x="2870381" y="897046"/>
                </a:cubicBezTo>
                <a:cubicBezTo>
                  <a:pt x="2870854" y="901445"/>
                  <a:pt x="2857711" y="906620"/>
                  <a:pt x="2841066" y="908649"/>
                </a:cubicBezTo>
                <a:cubicBezTo>
                  <a:pt x="2824339" y="910700"/>
                  <a:pt x="2810446" y="908763"/>
                  <a:pt x="2810084" y="904363"/>
                </a:cubicBezTo>
                <a:cubicBezTo>
                  <a:pt x="2809862" y="899964"/>
                  <a:pt x="2823005" y="894789"/>
                  <a:pt x="2839622" y="892783"/>
                </a:cubicBezTo>
                <a:cubicBezTo>
                  <a:pt x="2847847" y="891803"/>
                  <a:pt x="2855418" y="891781"/>
                  <a:pt x="2860993" y="892547"/>
                </a:cubicBezTo>
                <a:close/>
                <a:moveTo>
                  <a:pt x="8443577" y="892351"/>
                </a:moveTo>
                <a:cubicBezTo>
                  <a:pt x="8456337" y="893610"/>
                  <a:pt x="8469536" y="896169"/>
                  <a:pt x="8480207" y="899735"/>
                </a:cubicBezTo>
                <a:cubicBezTo>
                  <a:pt x="8501742" y="906962"/>
                  <a:pt x="8505131" y="915556"/>
                  <a:pt x="8487292" y="918884"/>
                </a:cubicBezTo>
                <a:cubicBezTo>
                  <a:pt x="8469481" y="922280"/>
                  <a:pt x="8437443" y="919066"/>
                  <a:pt x="8416020" y="911794"/>
                </a:cubicBezTo>
                <a:cubicBezTo>
                  <a:pt x="8394568" y="904546"/>
                  <a:pt x="8391873" y="896021"/>
                  <a:pt x="8409573" y="892761"/>
                </a:cubicBezTo>
                <a:cubicBezTo>
                  <a:pt x="8418493" y="891131"/>
                  <a:pt x="8430816" y="891091"/>
                  <a:pt x="8443577" y="892351"/>
                </a:cubicBezTo>
                <a:close/>
                <a:moveTo>
                  <a:pt x="7729633" y="892322"/>
                </a:moveTo>
                <a:cubicBezTo>
                  <a:pt x="7738416" y="893217"/>
                  <a:pt x="7747197" y="895040"/>
                  <a:pt x="7753894" y="897593"/>
                </a:cubicBezTo>
                <a:cubicBezTo>
                  <a:pt x="7767258" y="902699"/>
                  <a:pt x="7767370" y="908809"/>
                  <a:pt x="7753754" y="911225"/>
                </a:cubicBezTo>
                <a:cubicBezTo>
                  <a:pt x="7740195" y="913618"/>
                  <a:pt x="7718300" y="911339"/>
                  <a:pt x="7704962" y="906164"/>
                </a:cubicBezTo>
                <a:cubicBezTo>
                  <a:pt x="7691624" y="901012"/>
                  <a:pt x="7691902" y="894995"/>
                  <a:pt x="7705351" y="892624"/>
                </a:cubicBezTo>
                <a:cubicBezTo>
                  <a:pt x="7712061" y="891462"/>
                  <a:pt x="7720849" y="891427"/>
                  <a:pt x="7729633" y="892322"/>
                </a:cubicBezTo>
                <a:close/>
                <a:moveTo>
                  <a:pt x="9320488" y="889549"/>
                </a:moveTo>
                <a:cubicBezTo>
                  <a:pt x="9328959" y="890345"/>
                  <a:pt x="9338101" y="891963"/>
                  <a:pt x="9345924" y="894220"/>
                </a:cubicBezTo>
                <a:cubicBezTo>
                  <a:pt x="9361595" y="898802"/>
                  <a:pt x="9366124" y="904204"/>
                  <a:pt x="9355761" y="906278"/>
                </a:cubicBezTo>
                <a:cubicBezTo>
                  <a:pt x="9345451" y="908444"/>
                  <a:pt x="9324333" y="906438"/>
                  <a:pt x="9308662" y="901856"/>
                </a:cubicBezTo>
                <a:cubicBezTo>
                  <a:pt x="9292934" y="897297"/>
                  <a:pt x="9288738" y="891917"/>
                  <a:pt x="9299075" y="889820"/>
                </a:cubicBezTo>
                <a:cubicBezTo>
                  <a:pt x="9304215" y="888783"/>
                  <a:pt x="9312015" y="888754"/>
                  <a:pt x="9320488" y="889549"/>
                </a:cubicBezTo>
                <a:close/>
                <a:moveTo>
                  <a:pt x="7184242" y="885786"/>
                </a:moveTo>
                <a:cubicBezTo>
                  <a:pt x="7185520" y="885580"/>
                  <a:pt x="7187409" y="885763"/>
                  <a:pt x="7188521" y="886219"/>
                </a:cubicBezTo>
                <a:cubicBezTo>
                  <a:pt x="7189521" y="886674"/>
                  <a:pt x="7189465" y="887222"/>
                  <a:pt x="7188160" y="887472"/>
                </a:cubicBezTo>
                <a:cubicBezTo>
                  <a:pt x="7186909" y="887655"/>
                  <a:pt x="7184909" y="887472"/>
                  <a:pt x="7183797" y="886994"/>
                </a:cubicBezTo>
                <a:cubicBezTo>
                  <a:pt x="7182741" y="886538"/>
                  <a:pt x="7183019" y="885991"/>
                  <a:pt x="7184242" y="885786"/>
                </a:cubicBezTo>
                <a:close/>
                <a:moveTo>
                  <a:pt x="9478744" y="885102"/>
                </a:moveTo>
                <a:cubicBezTo>
                  <a:pt x="9480633" y="884691"/>
                  <a:pt x="9484355" y="885079"/>
                  <a:pt x="9487329" y="885900"/>
                </a:cubicBezTo>
                <a:cubicBezTo>
                  <a:pt x="9490302" y="886698"/>
                  <a:pt x="9491137" y="887700"/>
                  <a:pt x="9489303" y="888110"/>
                </a:cubicBezTo>
                <a:cubicBezTo>
                  <a:pt x="9487495" y="888498"/>
                  <a:pt x="9483579" y="888110"/>
                  <a:pt x="9480633" y="887290"/>
                </a:cubicBezTo>
                <a:cubicBezTo>
                  <a:pt x="9477687" y="886469"/>
                  <a:pt x="9476881" y="885489"/>
                  <a:pt x="9478744" y="885102"/>
                </a:cubicBezTo>
                <a:close/>
                <a:moveTo>
                  <a:pt x="2166836" y="884316"/>
                </a:moveTo>
                <a:cubicBezTo>
                  <a:pt x="2175252" y="885535"/>
                  <a:pt x="2180025" y="888020"/>
                  <a:pt x="2179163" y="891484"/>
                </a:cubicBezTo>
                <a:cubicBezTo>
                  <a:pt x="2177413" y="898437"/>
                  <a:pt x="2153489" y="906711"/>
                  <a:pt x="2125674" y="909994"/>
                </a:cubicBezTo>
                <a:cubicBezTo>
                  <a:pt x="2097721" y="913254"/>
                  <a:pt x="2076715" y="910154"/>
                  <a:pt x="2078909" y="903110"/>
                </a:cubicBezTo>
                <a:cubicBezTo>
                  <a:pt x="2080965" y="896134"/>
                  <a:pt x="2105112" y="887929"/>
                  <a:pt x="2132649" y="884737"/>
                </a:cubicBezTo>
                <a:cubicBezTo>
                  <a:pt x="2146362" y="883142"/>
                  <a:pt x="2158420" y="883096"/>
                  <a:pt x="2166836" y="884316"/>
                </a:cubicBezTo>
                <a:close/>
                <a:moveTo>
                  <a:pt x="8606578" y="880865"/>
                </a:moveTo>
                <a:cubicBezTo>
                  <a:pt x="8619554" y="882133"/>
                  <a:pt x="8633129" y="884703"/>
                  <a:pt x="8644257" y="888270"/>
                </a:cubicBezTo>
                <a:cubicBezTo>
                  <a:pt x="8666488" y="895450"/>
                  <a:pt x="8670543" y="904090"/>
                  <a:pt x="8652928" y="907464"/>
                </a:cubicBezTo>
                <a:cubicBezTo>
                  <a:pt x="8635254" y="910814"/>
                  <a:pt x="8602689" y="907600"/>
                  <a:pt x="8580514" y="900328"/>
                </a:cubicBezTo>
                <a:cubicBezTo>
                  <a:pt x="8558452" y="893080"/>
                  <a:pt x="8554953" y="884577"/>
                  <a:pt x="8572484" y="881272"/>
                </a:cubicBezTo>
                <a:cubicBezTo>
                  <a:pt x="8581222" y="879631"/>
                  <a:pt x="8593602" y="879597"/>
                  <a:pt x="8606578" y="880865"/>
                </a:cubicBezTo>
                <a:close/>
                <a:moveTo>
                  <a:pt x="1272822" y="880155"/>
                </a:moveTo>
                <a:cubicBezTo>
                  <a:pt x="1273655" y="880064"/>
                  <a:pt x="1274128" y="880155"/>
                  <a:pt x="1274100" y="880337"/>
                </a:cubicBezTo>
                <a:cubicBezTo>
                  <a:pt x="1273961" y="880543"/>
                  <a:pt x="1273127" y="880724"/>
                  <a:pt x="1272405" y="880816"/>
                </a:cubicBezTo>
                <a:cubicBezTo>
                  <a:pt x="1271627" y="880907"/>
                  <a:pt x="1271071" y="880816"/>
                  <a:pt x="1271154" y="880633"/>
                </a:cubicBezTo>
                <a:cubicBezTo>
                  <a:pt x="1271322" y="880474"/>
                  <a:pt x="1272099" y="880246"/>
                  <a:pt x="1272822" y="880155"/>
                </a:cubicBezTo>
                <a:close/>
                <a:moveTo>
                  <a:pt x="2696410" y="879006"/>
                </a:moveTo>
                <a:cubicBezTo>
                  <a:pt x="2702231" y="879813"/>
                  <a:pt x="2705843" y="881454"/>
                  <a:pt x="2705857" y="883733"/>
                </a:cubicBezTo>
                <a:cubicBezTo>
                  <a:pt x="2706024" y="888316"/>
                  <a:pt x="2691630" y="893809"/>
                  <a:pt x="2673874" y="895906"/>
                </a:cubicBezTo>
                <a:cubicBezTo>
                  <a:pt x="2655980" y="898072"/>
                  <a:pt x="2641476" y="896020"/>
                  <a:pt x="2641503" y="891416"/>
                </a:cubicBezTo>
                <a:cubicBezTo>
                  <a:pt x="2641615" y="886811"/>
                  <a:pt x="2655952" y="881386"/>
                  <a:pt x="2673708" y="879288"/>
                </a:cubicBezTo>
                <a:cubicBezTo>
                  <a:pt x="2682558" y="878229"/>
                  <a:pt x="2690589" y="878200"/>
                  <a:pt x="2696410" y="879006"/>
                </a:cubicBezTo>
                <a:close/>
                <a:moveTo>
                  <a:pt x="7898248" y="877442"/>
                </a:moveTo>
                <a:cubicBezTo>
                  <a:pt x="7910380" y="878668"/>
                  <a:pt x="7922628" y="881158"/>
                  <a:pt x="7932172" y="884623"/>
                </a:cubicBezTo>
                <a:cubicBezTo>
                  <a:pt x="7951316" y="891644"/>
                  <a:pt x="7952150" y="899987"/>
                  <a:pt x="7933700" y="903247"/>
                </a:cubicBezTo>
                <a:cubicBezTo>
                  <a:pt x="7915333" y="906507"/>
                  <a:pt x="7884962" y="903429"/>
                  <a:pt x="7865846" y="896317"/>
                </a:cubicBezTo>
                <a:cubicBezTo>
                  <a:pt x="7847062" y="889296"/>
                  <a:pt x="7846646" y="881067"/>
                  <a:pt x="7865012" y="877853"/>
                </a:cubicBezTo>
                <a:cubicBezTo>
                  <a:pt x="7874098" y="876257"/>
                  <a:pt x="7886116" y="876217"/>
                  <a:pt x="7898248" y="877442"/>
                </a:cubicBezTo>
                <a:close/>
                <a:moveTo>
                  <a:pt x="9637099" y="874912"/>
                </a:moveTo>
                <a:cubicBezTo>
                  <a:pt x="9637403" y="874821"/>
                  <a:pt x="9638321" y="874912"/>
                  <a:pt x="9639016" y="875094"/>
                </a:cubicBezTo>
                <a:cubicBezTo>
                  <a:pt x="9639681" y="875254"/>
                  <a:pt x="9639906" y="875527"/>
                  <a:pt x="9639542" y="875573"/>
                </a:cubicBezTo>
                <a:cubicBezTo>
                  <a:pt x="9639099" y="875664"/>
                  <a:pt x="9638238" y="875573"/>
                  <a:pt x="9637488" y="875390"/>
                </a:cubicBezTo>
                <a:cubicBezTo>
                  <a:pt x="9636876" y="875231"/>
                  <a:pt x="9636680" y="875003"/>
                  <a:pt x="9637099" y="874912"/>
                </a:cubicBezTo>
                <a:close/>
                <a:moveTo>
                  <a:pt x="3212934" y="874798"/>
                </a:moveTo>
                <a:cubicBezTo>
                  <a:pt x="3219435" y="874023"/>
                  <a:pt x="3225049" y="874753"/>
                  <a:pt x="3225604" y="876462"/>
                </a:cubicBezTo>
                <a:cubicBezTo>
                  <a:pt x="3226105" y="878195"/>
                  <a:pt x="3221242" y="880246"/>
                  <a:pt x="3214712" y="881044"/>
                </a:cubicBezTo>
                <a:cubicBezTo>
                  <a:pt x="3208266" y="881842"/>
                  <a:pt x="3202625" y="881089"/>
                  <a:pt x="3202069" y="879357"/>
                </a:cubicBezTo>
                <a:cubicBezTo>
                  <a:pt x="3201625" y="877624"/>
                  <a:pt x="3206543" y="875573"/>
                  <a:pt x="3212934" y="874798"/>
                </a:cubicBezTo>
                <a:close/>
                <a:moveTo>
                  <a:pt x="7350017" y="872018"/>
                </a:moveTo>
                <a:cubicBezTo>
                  <a:pt x="7355296" y="871128"/>
                  <a:pt x="7363271" y="871949"/>
                  <a:pt x="7367967" y="873841"/>
                </a:cubicBezTo>
                <a:cubicBezTo>
                  <a:pt x="7372607" y="875755"/>
                  <a:pt x="7372246" y="878013"/>
                  <a:pt x="7366856" y="878901"/>
                </a:cubicBezTo>
                <a:cubicBezTo>
                  <a:pt x="7361659" y="879790"/>
                  <a:pt x="7353518" y="878947"/>
                  <a:pt x="7348878" y="877032"/>
                </a:cubicBezTo>
                <a:cubicBezTo>
                  <a:pt x="7344237" y="875140"/>
                  <a:pt x="7344710" y="872860"/>
                  <a:pt x="7350017" y="872018"/>
                </a:cubicBezTo>
                <a:close/>
                <a:moveTo>
                  <a:pt x="8767391" y="870655"/>
                </a:moveTo>
                <a:cubicBezTo>
                  <a:pt x="8779382" y="871806"/>
                  <a:pt x="8792012" y="874148"/>
                  <a:pt x="8802501" y="877419"/>
                </a:cubicBezTo>
                <a:cubicBezTo>
                  <a:pt x="8823480" y="883984"/>
                  <a:pt x="8827870" y="891825"/>
                  <a:pt x="8811949" y="894903"/>
                </a:cubicBezTo>
                <a:cubicBezTo>
                  <a:pt x="8795972" y="897980"/>
                  <a:pt x="8765908" y="895063"/>
                  <a:pt x="8744984" y="888429"/>
                </a:cubicBezTo>
                <a:cubicBezTo>
                  <a:pt x="8724170" y="881819"/>
                  <a:pt x="8720226" y="874045"/>
                  <a:pt x="8736093" y="871036"/>
                </a:cubicBezTo>
                <a:cubicBezTo>
                  <a:pt x="8744039" y="869543"/>
                  <a:pt x="8755397" y="869504"/>
                  <a:pt x="8767391" y="870655"/>
                </a:cubicBezTo>
                <a:close/>
                <a:moveTo>
                  <a:pt x="2013094" y="869951"/>
                </a:moveTo>
                <a:cubicBezTo>
                  <a:pt x="2022232" y="871276"/>
                  <a:pt x="2027255" y="873977"/>
                  <a:pt x="2026004" y="877738"/>
                </a:cubicBezTo>
                <a:cubicBezTo>
                  <a:pt x="2023476" y="885329"/>
                  <a:pt x="1996439" y="894379"/>
                  <a:pt x="1965569" y="897958"/>
                </a:cubicBezTo>
                <a:cubicBezTo>
                  <a:pt x="1934587" y="901514"/>
                  <a:pt x="1911801" y="898163"/>
                  <a:pt x="1914775" y="890481"/>
                </a:cubicBezTo>
                <a:cubicBezTo>
                  <a:pt x="1917720" y="882845"/>
                  <a:pt x="1944951" y="873840"/>
                  <a:pt x="1975489" y="870422"/>
                </a:cubicBezTo>
                <a:cubicBezTo>
                  <a:pt x="1990702" y="868678"/>
                  <a:pt x="2003955" y="868626"/>
                  <a:pt x="2013094" y="869951"/>
                </a:cubicBezTo>
                <a:close/>
                <a:moveTo>
                  <a:pt x="1830054" y="866299"/>
                </a:moveTo>
                <a:cubicBezTo>
                  <a:pt x="1833097" y="866740"/>
                  <a:pt x="1834722" y="867641"/>
                  <a:pt x="1834194" y="868894"/>
                </a:cubicBezTo>
                <a:cubicBezTo>
                  <a:pt x="1832999" y="871401"/>
                  <a:pt x="1823774" y="874434"/>
                  <a:pt x="1813270" y="875619"/>
                </a:cubicBezTo>
                <a:cubicBezTo>
                  <a:pt x="1802850" y="876782"/>
                  <a:pt x="1795403" y="875665"/>
                  <a:pt x="1796543" y="873134"/>
                </a:cubicBezTo>
                <a:cubicBezTo>
                  <a:pt x="1797738" y="870604"/>
                  <a:pt x="1807019" y="867618"/>
                  <a:pt x="1817411" y="866456"/>
                </a:cubicBezTo>
                <a:cubicBezTo>
                  <a:pt x="1822551" y="865874"/>
                  <a:pt x="1827011" y="865857"/>
                  <a:pt x="1830054" y="866299"/>
                </a:cubicBezTo>
                <a:close/>
                <a:moveTo>
                  <a:pt x="8063557" y="866284"/>
                </a:moveTo>
                <a:cubicBezTo>
                  <a:pt x="8075752" y="867498"/>
                  <a:pt x="8088151" y="869965"/>
                  <a:pt x="8097892" y="873407"/>
                </a:cubicBezTo>
                <a:cubicBezTo>
                  <a:pt x="8117564" y="880337"/>
                  <a:pt x="8119036" y="888589"/>
                  <a:pt x="8101058" y="891803"/>
                </a:cubicBezTo>
                <a:cubicBezTo>
                  <a:pt x="8083054" y="895040"/>
                  <a:pt x="8052432" y="891986"/>
                  <a:pt x="8032925" y="884988"/>
                </a:cubicBezTo>
                <a:cubicBezTo>
                  <a:pt x="8013587" y="878035"/>
                  <a:pt x="8012530" y="869874"/>
                  <a:pt x="8030453" y="866683"/>
                </a:cubicBezTo>
                <a:cubicBezTo>
                  <a:pt x="8039372" y="865110"/>
                  <a:pt x="8051362" y="865070"/>
                  <a:pt x="8063557" y="866284"/>
                </a:cubicBezTo>
                <a:close/>
                <a:moveTo>
                  <a:pt x="2535998" y="865572"/>
                </a:moveTo>
                <a:cubicBezTo>
                  <a:pt x="2542041" y="866415"/>
                  <a:pt x="2545710" y="868131"/>
                  <a:pt x="2545557" y="870513"/>
                </a:cubicBezTo>
                <a:cubicBezTo>
                  <a:pt x="2545279" y="875300"/>
                  <a:pt x="2529691" y="881021"/>
                  <a:pt x="2510740" y="883278"/>
                </a:cubicBezTo>
                <a:cubicBezTo>
                  <a:pt x="2491678" y="885512"/>
                  <a:pt x="2476674" y="883392"/>
                  <a:pt x="2477119" y="878560"/>
                </a:cubicBezTo>
                <a:cubicBezTo>
                  <a:pt x="2477674" y="873727"/>
                  <a:pt x="2493262" y="868073"/>
                  <a:pt x="2512185" y="865863"/>
                </a:cubicBezTo>
                <a:cubicBezTo>
                  <a:pt x="2521535" y="864757"/>
                  <a:pt x="2529954" y="864729"/>
                  <a:pt x="2535998" y="865572"/>
                </a:cubicBezTo>
                <a:close/>
                <a:moveTo>
                  <a:pt x="3062304" y="859030"/>
                </a:moveTo>
                <a:cubicBezTo>
                  <a:pt x="3066562" y="859595"/>
                  <a:pt x="3069375" y="860745"/>
                  <a:pt x="3069722" y="862352"/>
                </a:cubicBezTo>
                <a:cubicBezTo>
                  <a:pt x="3070390" y="865589"/>
                  <a:pt x="3060886" y="869418"/>
                  <a:pt x="3048577" y="870923"/>
                </a:cubicBezTo>
                <a:cubicBezTo>
                  <a:pt x="3036101" y="872427"/>
                  <a:pt x="3025514" y="871014"/>
                  <a:pt x="3024903" y="867754"/>
                </a:cubicBezTo>
                <a:cubicBezTo>
                  <a:pt x="3024430" y="864518"/>
                  <a:pt x="3033878" y="860688"/>
                  <a:pt x="3046216" y="859229"/>
                </a:cubicBezTo>
                <a:cubicBezTo>
                  <a:pt x="3052342" y="858488"/>
                  <a:pt x="3058046" y="858466"/>
                  <a:pt x="3062304" y="859030"/>
                </a:cubicBezTo>
                <a:close/>
                <a:moveTo>
                  <a:pt x="7510067" y="857679"/>
                </a:moveTo>
                <a:cubicBezTo>
                  <a:pt x="7520181" y="855992"/>
                  <a:pt x="7535797" y="857587"/>
                  <a:pt x="7545272" y="861258"/>
                </a:cubicBezTo>
                <a:cubicBezTo>
                  <a:pt x="7554692" y="864950"/>
                  <a:pt x="7554192" y="869326"/>
                  <a:pt x="7544162" y="871014"/>
                </a:cubicBezTo>
                <a:cubicBezTo>
                  <a:pt x="7534074" y="872723"/>
                  <a:pt x="7518153" y="871105"/>
                  <a:pt x="7508845" y="867412"/>
                </a:cubicBezTo>
                <a:cubicBezTo>
                  <a:pt x="7499397" y="863696"/>
                  <a:pt x="7500091" y="859365"/>
                  <a:pt x="7510067" y="857679"/>
                </a:cubicBezTo>
                <a:close/>
                <a:moveTo>
                  <a:pt x="8923667" y="857013"/>
                </a:moveTo>
                <a:cubicBezTo>
                  <a:pt x="8938162" y="858380"/>
                  <a:pt x="8953536" y="861167"/>
                  <a:pt x="8966359" y="865065"/>
                </a:cubicBezTo>
                <a:cubicBezTo>
                  <a:pt x="8992395" y="872929"/>
                  <a:pt x="8998426" y="882298"/>
                  <a:pt x="8979586" y="885968"/>
                </a:cubicBezTo>
                <a:cubicBezTo>
                  <a:pt x="8960718" y="889684"/>
                  <a:pt x="8924150" y="886173"/>
                  <a:pt x="8898422" y="878217"/>
                </a:cubicBezTo>
                <a:cubicBezTo>
                  <a:pt x="8872662" y="870330"/>
                  <a:pt x="8867382" y="861053"/>
                  <a:pt x="8886250" y="857474"/>
                </a:cubicBezTo>
                <a:cubicBezTo>
                  <a:pt x="8895559" y="855696"/>
                  <a:pt x="8909175" y="855645"/>
                  <a:pt x="8923667" y="857013"/>
                </a:cubicBezTo>
                <a:close/>
                <a:moveTo>
                  <a:pt x="1663862" y="856972"/>
                </a:moveTo>
                <a:cubicBezTo>
                  <a:pt x="1666446" y="856675"/>
                  <a:pt x="1668308" y="856949"/>
                  <a:pt x="1668003" y="857565"/>
                </a:cubicBezTo>
                <a:cubicBezTo>
                  <a:pt x="1667641" y="858180"/>
                  <a:pt x="1665279" y="858910"/>
                  <a:pt x="1662723" y="859229"/>
                </a:cubicBezTo>
                <a:cubicBezTo>
                  <a:pt x="1660083" y="859503"/>
                  <a:pt x="1658360" y="859229"/>
                  <a:pt x="1658583" y="858636"/>
                </a:cubicBezTo>
                <a:cubicBezTo>
                  <a:pt x="1658944" y="857998"/>
                  <a:pt x="1661333" y="857268"/>
                  <a:pt x="1663862" y="856972"/>
                </a:cubicBezTo>
                <a:close/>
                <a:moveTo>
                  <a:pt x="8225988" y="855591"/>
                </a:moveTo>
                <a:cubicBezTo>
                  <a:pt x="8237901" y="856756"/>
                  <a:pt x="8250107" y="859127"/>
                  <a:pt x="8259776" y="862421"/>
                </a:cubicBezTo>
                <a:cubicBezTo>
                  <a:pt x="8279338" y="869077"/>
                  <a:pt x="8281394" y="877010"/>
                  <a:pt x="8264471" y="880132"/>
                </a:cubicBezTo>
                <a:cubicBezTo>
                  <a:pt x="8247216" y="883256"/>
                  <a:pt x="8217346" y="880292"/>
                  <a:pt x="8197977" y="873544"/>
                </a:cubicBezTo>
                <a:cubicBezTo>
                  <a:pt x="8178556" y="866866"/>
                  <a:pt x="8176860" y="859002"/>
                  <a:pt x="8193949" y="855993"/>
                </a:cubicBezTo>
                <a:cubicBezTo>
                  <a:pt x="8202451" y="854465"/>
                  <a:pt x="8214074" y="854426"/>
                  <a:pt x="8225988" y="855591"/>
                </a:cubicBezTo>
                <a:close/>
                <a:moveTo>
                  <a:pt x="977812" y="854237"/>
                </a:moveTo>
                <a:cubicBezTo>
                  <a:pt x="978590" y="854123"/>
                  <a:pt x="979090" y="854237"/>
                  <a:pt x="978924" y="854373"/>
                </a:cubicBezTo>
                <a:cubicBezTo>
                  <a:pt x="978756" y="854579"/>
                  <a:pt x="978062" y="854807"/>
                  <a:pt x="977145" y="854898"/>
                </a:cubicBezTo>
                <a:cubicBezTo>
                  <a:pt x="976423" y="854966"/>
                  <a:pt x="975922" y="854898"/>
                  <a:pt x="976117" y="854716"/>
                </a:cubicBezTo>
                <a:cubicBezTo>
                  <a:pt x="976312" y="854533"/>
                  <a:pt x="977089" y="854305"/>
                  <a:pt x="977812" y="854237"/>
                </a:cubicBezTo>
                <a:close/>
                <a:moveTo>
                  <a:pt x="2384572" y="850456"/>
                </a:moveTo>
                <a:cubicBezTo>
                  <a:pt x="2392077" y="851502"/>
                  <a:pt x="2396509" y="853633"/>
                  <a:pt x="2396121" y="856608"/>
                </a:cubicBezTo>
                <a:cubicBezTo>
                  <a:pt x="2395231" y="862580"/>
                  <a:pt x="2375141" y="869737"/>
                  <a:pt x="2351106" y="872519"/>
                </a:cubicBezTo>
                <a:cubicBezTo>
                  <a:pt x="2327016" y="875322"/>
                  <a:pt x="2308231" y="872656"/>
                  <a:pt x="2309315" y="866615"/>
                </a:cubicBezTo>
                <a:cubicBezTo>
                  <a:pt x="2310511" y="860620"/>
                  <a:pt x="2330767" y="853530"/>
                  <a:pt x="2354580" y="850818"/>
                </a:cubicBezTo>
                <a:cubicBezTo>
                  <a:pt x="2366486" y="849450"/>
                  <a:pt x="2377065" y="849411"/>
                  <a:pt x="2384572" y="850456"/>
                </a:cubicBezTo>
                <a:close/>
                <a:moveTo>
                  <a:pt x="2902698" y="845537"/>
                </a:moveTo>
                <a:cubicBezTo>
                  <a:pt x="2907435" y="846179"/>
                  <a:pt x="2910464" y="847478"/>
                  <a:pt x="2910672" y="849268"/>
                </a:cubicBezTo>
                <a:cubicBezTo>
                  <a:pt x="2911172" y="852869"/>
                  <a:pt x="2900168" y="857178"/>
                  <a:pt x="2885969" y="858887"/>
                </a:cubicBezTo>
                <a:cubicBezTo>
                  <a:pt x="2871826" y="860574"/>
                  <a:pt x="2859989" y="859001"/>
                  <a:pt x="2859628" y="855331"/>
                </a:cubicBezTo>
                <a:cubicBezTo>
                  <a:pt x="2859239" y="851730"/>
                  <a:pt x="2870382" y="847421"/>
                  <a:pt x="2884470" y="845757"/>
                </a:cubicBezTo>
                <a:cubicBezTo>
                  <a:pt x="2891514" y="844914"/>
                  <a:pt x="2897960" y="844896"/>
                  <a:pt x="2902698" y="845537"/>
                </a:cubicBezTo>
                <a:close/>
                <a:moveTo>
                  <a:pt x="9077082" y="843705"/>
                </a:moveTo>
                <a:cubicBezTo>
                  <a:pt x="9093948" y="845278"/>
                  <a:pt x="9111974" y="848481"/>
                  <a:pt x="9127216" y="852960"/>
                </a:cubicBezTo>
                <a:cubicBezTo>
                  <a:pt x="9158031" y="861942"/>
                  <a:pt x="9165699" y="872746"/>
                  <a:pt x="9144414" y="876964"/>
                </a:cubicBezTo>
                <a:cubicBezTo>
                  <a:pt x="9123047" y="881226"/>
                  <a:pt x="9080507" y="877169"/>
                  <a:pt x="9049885" y="868028"/>
                </a:cubicBezTo>
                <a:cubicBezTo>
                  <a:pt x="9019625" y="858955"/>
                  <a:pt x="9012623" y="848356"/>
                  <a:pt x="9033908" y="844230"/>
                </a:cubicBezTo>
                <a:cubicBezTo>
                  <a:pt x="9044510" y="842190"/>
                  <a:pt x="9060215" y="842133"/>
                  <a:pt x="9077082" y="843705"/>
                </a:cubicBezTo>
                <a:close/>
                <a:moveTo>
                  <a:pt x="8384999" y="843144"/>
                </a:moveTo>
                <a:cubicBezTo>
                  <a:pt x="8398381" y="844435"/>
                  <a:pt x="8412225" y="847056"/>
                  <a:pt x="8423411" y="850703"/>
                </a:cubicBezTo>
                <a:cubicBezTo>
                  <a:pt x="8445834" y="858089"/>
                  <a:pt x="8448974" y="866911"/>
                  <a:pt x="8430218" y="870307"/>
                </a:cubicBezTo>
                <a:cubicBezTo>
                  <a:pt x="8411378" y="873818"/>
                  <a:pt x="8377784" y="870489"/>
                  <a:pt x="8355443" y="863058"/>
                </a:cubicBezTo>
                <a:cubicBezTo>
                  <a:pt x="8333325" y="855627"/>
                  <a:pt x="8330659" y="846919"/>
                  <a:pt x="8349359" y="843569"/>
                </a:cubicBezTo>
                <a:cubicBezTo>
                  <a:pt x="8358695" y="841893"/>
                  <a:pt x="8371616" y="841854"/>
                  <a:pt x="8384999" y="843144"/>
                </a:cubicBezTo>
                <a:close/>
                <a:moveTo>
                  <a:pt x="7692934" y="842384"/>
                </a:moveTo>
                <a:cubicBezTo>
                  <a:pt x="7703190" y="843409"/>
                  <a:pt x="7713409" y="845495"/>
                  <a:pt x="7721162" y="848401"/>
                </a:cubicBezTo>
                <a:cubicBezTo>
                  <a:pt x="7736778" y="854237"/>
                  <a:pt x="7736611" y="861212"/>
                  <a:pt x="7720717" y="863948"/>
                </a:cubicBezTo>
                <a:cubicBezTo>
                  <a:pt x="7704795" y="866683"/>
                  <a:pt x="7679176" y="864107"/>
                  <a:pt x="7663588" y="858180"/>
                </a:cubicBezTo>
                <a:cubicBezTo>
                  <a:pt x="7648083" y="852322"/>
                  <a:pt x="7648639" y="845393"/>
                  <a:pt x="7664477" y="842726"/>
                </a:cubicBezTo>
                <a:cubicBezTo>
                  <a:pt x="7672382" y="841392"/>
                  <a:pt x="7682678" y="841358"/>
                  <a:pt x="7692934" y="842384"/>
                </a:cubicBezTo>
                <a:close/>
                <a:moveTo>
                  <a:pt x="3412468" y="842383"/>
                </a:moveTo>
                <a:cubicBezTo>
                  <a:pt x="3413775" y="842246"/>
                  <a:pt x="3414998" y="842383"/>
                  <a:pt x="3415053" y="842770"/>
                </a:cubicBezTo>
                <a:cubicBezTo>
                  <a:pt x="3415192" y="843113"/>
                  <a:pt x="3414275" y="843546"/>
                  <a:pt x="3412941" y="843682"/>
                </a:cubicBezTo>
                <a:cubicBezTo>
                  <a:pt x="3411552" y="843842"/>
                  <a:pt x="3410496" y="843682"/>
                  <a:pt x="3410246" y="843340"/>
                </a:cubicBezTo>
                <a:cubicBezTo>
                  <a:pt x="3410162" y="842975"/>
                  <a:pt x="3411080" y="842565"/>
                  <a:pt x="3412468" y="842383"/>
                </a:cubicBezTo>
                <a:close/>
                <a:moveTo>
                  <a:pt x="7163347" y="838508"/>
                </a:moveTo>
                <a:cubicBezTo>
                  <a:pt x="7163847" y="838439"/>
                  <a:pt x="7164597" y="838508"/>
                  <a:pt x="7165042" y="838667"/>
                </a:cubicBezTo>
                <a:cubicBezTo>
                  <a:pt x="7165486" y="838850"/>
                  <a:pt x="7165459" y="839055"/>
                  <a:pt x="7164875" y="839168"/>
                </a:cubicBezTo>
                <a:cubicBezTo>
                  <a:pt x="7164319" y="839237"/>
                  <a:pt x="7163653" y="839168"/>
                  <a:pt x="7163180" y="838987"/>
                </a:cubicBezTo>
                <a:cubicBezTo>
                  <a:pt x="7162708" y="838804"/>
                  <a:pt x="7162819" y="838599"/>
                  <a:pt x="7163347" y="838508"/>
                </a:cubicBezTo>
                <a:close/>
                <a:moveTo>
                  <a:pt x="9388908" y="837072"/>
                </a:moveTo>
                <a:cubicBezTo>
                  <a:pt x="9390743" y="836707"/>
                  <a:pt x="9394550" y="837049"/>
                  <a:pt x="9397384" y="837847"/>
                </a:cubicBezTo>
                <a:cubicBezTo>
                  <a:pt x="9400218" y="838645"/>
                  <a:pt x="9401051" y="839557"/>
                  <a:pt x="9399189" y="839921"/>
                </a:cubicBezTo>
                <a:cubicBezTo>
                  <a:pt x="9397327" y="840309"/>
                  <a:pt x="9393522" y="839967"/>
                  <a:pt x="9390743" y="839169"/>
                </a:cubicBezTo>
                <a:cubicBezTo>
                  <a:pt x="9387907" y="838371"/>
                  <a:pt x="9387046" y="837460"/>
                  <a:pt x="9388908" y="837072"/>
                </a:cubicBezTo>
                <a:close/>
                <a:moveTo>
                  <a:pt x="9232791" y="836939"/>
                </a:moveTo>
                <a:cubicBezTo>
                  <a:pt x="9245525" y="838116"/>
                  <a:pt x="9259217" y="840503"/>
                  <a:pt x="9270872" y="843820"/>
                </a:cubicBezTo>
                <a:cubicBezTo>
                  <a:pt x="9294436" y="850521"/>
                  <a:pt x="9300798" y="858523"/>
                  <a:pt x="9285155" y="861645"/>
                </a:cubicBezTo>
                <a:cubicBezTo>
                  <a:pt x="9269317" y="864792"/>
                  <a:pt x="9237391" y="861828"/>
                  <a:pt x="9214021" y="855035"/>
                </a:cubicBezTo>
                <a:cubicBezTo>
                  <a:pt x="9190819" y="848310"/>
                  <a:pt x="9184874" y="840400"/>
                  <a:pt x="9200461" y="837323"/>
                </a:cubicBezTo>
                <a:cubicBezTo>
                  <a:pt x="9208284" y="835796"/>
                  <a:pt x="9220059" y="835762"/>
                  <a:pt x="9232791" y="836939"/>
                </a:cubicBezTo>
                <a:close/>
                <a:moveTo>
                  <a:pt x="2235358" y="836018"/>
                </a:moveTo>
                <a:cubicBezTo>
                  <a:pt x="2243920" y="837226"/>
                  <a:pt x="2248838" y="839682"/>
                  <a:pt x="2248102" y="843090"/>
                </a:cubicBezTo>
                <a:cubicBezTo>
                  <a:pt x="2246657" y="849952"/>
                  <a:pt x="2222677" y="858158"/>
                  <a:pt x="2194557" y="861372"/>
                </a:cubicBezTo>
                <a:cubicBezTo>
                  <a:pt x="2166493" y="864586"/>
                  <a:pt x="2144986" y="861577"/>
                  <a:pt x="2146903" y="854579"/>
                </a:cubicBezTo>
                <a:cubicBezTo>
                  <a:pt x="2148765" y="847695"/>
                  <a:pt x="2172995" y="839580"/>
                  <a:pt x="2200754" y="836434"/>
                </a:cubicBezTo>
                <a:cubicBezTo>
                  <a:pt x="2214592" y="834850"/>
                  <a:pt x="2226797" y="834810"/>
                  <a:pt x="2235358" y="836018"/>
                </a:cubicBezTo>
                <a:close/>
                <a:moveTo>
                  <a:pt x="8543027" y="834913"/>
                </a:moveTo>
                <a:cubicBezTo>
                  <a:pt x="8553848" y="835944"/>
                  <a:pt x="8565108" y="838041"/>
                  <a:pt x="8574236" y="840970"/>
                </a:cubicBezTo>
                <a:cubicBezTo>
                  <a:pt x="8592798" y="846874"/>
                  <a:pt x="8595882" y="853895"/>
                  <a:pt x="8581016" y="856631"/>
                </a:cubicBezTo>
                <a:cubicBezTo>
                  <a:pt x="8566206" y="859366"/>
                  <a:pt x="8539086" y="856790"/>
                  <a:pt x="8520663" y="850818"/>
                </a:cubicBezTo>
                <a:cubicBezTo>
                  <a:pt x="8502297" y="844914"/>
                  <a:pt x="8499602" y="837938"/>
                  <a:pt x="8514467" y="835248"/>
                </a:cubicBezTo>
                <a:cubicBezTo>
                  <a:pt x="8521831" y="833915"/>
                  <a:pt x="8532208" y="833881"/>
                  <a:pt x="8543027" y="834913"/>
                </a:cubicBezTo>
                <a:close/>
                <a:moveTo>
                  <a:pt x="2749559" y="831194"/>
                </a:moveTo>
                <a:cubicBezTo>
                  <a:pt x="2755485" y="831989"/>
                  <a:pt x="2759194" y="833607"/>
                  <a:pt x="2759264" y="835864"/>
                </a:cubicBezTo>
                <a:cubicBezTo>
                  <a:pt x="2759569" y="840378"/>
                  <a:pt x="2745176" y="845803"/>
                  <a:pt x="2727198" y="847900"/>
                </a:cubicBezTo>
                <a:cubicBezTo>
                  <a:pt x="2709109" y="850043"/>
                  <a:pt x="2694409" y="848014"/>
                  <a:pt x="2694327" y="843455"/>
                </a:cubicBezTo>
                <a:cubicBezTo>
                  <a:pt x="2694215" y="838896"/>
                  <a:pt x="2708608" y="833539"/>
                  <a:pt x="2726559" y="831465"/>
                </a:cubicBezTo>
                <a:cubicBezTo>
                  <a:pt x="2735493" y="830428"/>
                  <a:pt x="2743634" y="830400"/>
                  <a:pt x="2749559" y="831194"/>
                </a:cubicBezTo>
                <a:close/>
                <a:moveTo>
                  <a:pt x="7854272" y="829322"/>
                </a:moveTo>
                <a:cubicBezTo>
                  <a:pt x="7866720" y="830541"/>
                  <a:pt x="7879238" y="833026"/>
                  <a:pt x="7888908" y="836502"/>
                </a:cubicBezTo>
                <a:cubicBezTo>
                  <a:pt x="7908358" y="843523"/>
                  <a:pt x="7908997" y="851866"/>
                  <a:pt x="7890075" y="855171"/>
                </a:cubicBezTo>
                <a:cubicBezTo>
                  <a:pt x="7871096" y="858431"/>
                  <a:pt x="7839864" y="855331"/>
                  <a:pt x="7820608" y="848242"/>
                </a:cubicBezTo>
                <a:cubicBezTo>
                  <a:pt x="7801352" y="841198"/>
                  <a:pt x="7801242" y="832946"/>
                  <a:pt x="7820053" y="829732"/>
                </a:cubicBezTo>
                <a:cubicBezTo>
                  <a:pt x="7829446" y="828148"/>
                  <a:pt x="7841824" y="828103"/>
                  <a:pt x="7854272" y="829322"/>
                </a:cubicBezTo>
                <a:close/>
                <a:moveTo>
                  <a:pt x="3250529" y="829162"/>
                </a:moveTo>
                <a:cubicBezTo>
                  <a:pt x="3253531" y="828797"/>
                  <a:pt x="3256114" y="829116"/>
                  <a:pt x="3256392" y="829914"/>
                </a:cubicBezTo>
                <a:cubicBezTo>
                  <a:pt x="3256726" y="830666"/>
                  <a:pt x="3254447" y="831601"/>
                  <a:pt x="3251419" y="831966"/>
                </a:cubicBezTo>
                <a:cubicBezTo>
                  <a:pt x="3248445" y="832330"/>
                  <a:pt x="3245861" y="831988"/>
                  <a:pt x="3245528" y="831213"/>
                </a:cubicBezTo>
                <a:cubicBezTo>
                  <a:pt x="3245278" y="830438"/>
                  <a:pt x="3247556" y="829504"/>
                  <a:pt x="3250529" y="829162"/>
                </a:cubicBezTo>
                <a:close/>
                <a:moveTo>
                  <a:pt x="9541151" y="827065"/>
                </a:moveTo>
                <a:cubicBezTo>
                  <a:pt x="9541929" y="826928"/>
                  <a:pt x="9543568" y="827065"/>
                  <a:pt x="9544846" y="827407"/>
                </a:cubicBezTo>
                <a:cubicBezTo>
                  <a:pt x="9546096" y="827749"/>
                  <a:pt x="9546488" y="828159"/>
                  <a:pt x="9545653" y="828341"/>
                </a:cubicBezTo>
                <a:cubicBezTo>
                  <a:pt x="9544930" y="828455"/>
                  <a:pt x="9543209" y="828341"/>
                  <a:pt x="9542013" y="827977"/>
                </a:cubicBezTo>
                <a:cubicBezTo>
                  <a:pt x="9540680" y="827635"/>
                  <a:pt x="9540347" y="827224"/>
                  <a:pt x="9541151" y="827065"/>
                </a:cubicBezTo>
                <a:close/>
                <a:moveTo>
                  <a:pt x="7325481" y="826974"/>
                </a:moveTo>
                <a:cubicBezTo>
                  <a:pt x="7327176" y="826677"/>
                  <a:pt x="7329816" y="826951"/>
                  <a:pt x="7331261" y="827544"/>
                </a:cubicBezTo>
                <a:cubicBezTo>
                  <a:pt x="7332789" y="828136"/>
                  <a:pt x="7332706" y="828866"/>
                  <a:pt x="7330927" y="829139"/>
                </a:cubicBezTo>
                <a:cubicBezTo>
                  <a:pt x="7329177" y="829413"/>
                  <a:pt x="7326676" y="829139"/>
                  <a:pt x="7325120" y="828547"/>
                </a:cubicBezTo>
                <a:cubicBezTo>
                  <a:pt x="7323676" y="827954"/>
                  <a:pt x="7323814" y="827248"/>
                  <a:pt x="7325481" y="826974"/>
                </a:cubicBezTo>
                <a:close/>
                <a:moveTo>
                  <a:pt x="2086583" y="822751"/>
                </a:moveTo>
                <a:cubicBezTo>
                  <a:pt x="2095534" y="824016"/>
                  <a:pt x="2100528" y="826586"/>
                  <a:pt x="2099472" y="830165"/>
                </a:cubicBezTo>
                <a:cubicBezTo>
                  <a:pt x="2097305" y="837368"/>
                  <a:pt x="2071324" y="845985"/>
                  <a:pt x="2041260" y="849381"/>
                </a:cubicBezTo>
                <a:cubicBezTo>
                  <a:pt x="2011195" y="852755"/>
                  <a:pt x="1988881" y="849541"/>
                  <a:pt x="1991466" y="842223"/>
                </a:cubicBezTo>
                <a:cubicBezTo>
                  <a:pt x="1994022" y="834997"/>
                  <a:pt x="2020281" y="826472"/>
                  <a:pt x="2049957" y="823167"/>
                </a:cubicBezTo>
                <a:cubicBezTo>
                  <a:pt x="2064725" y="821526"/>
                  <a:pt x="2077632" y="821486"/>
                  <a:pt x="2086583" y="822751"/>
                </a:cubicBezTo>
                <a:close/>
                <a:moveTo>
                  <a:pt x="8696844" y="822397"/>
                </a:moveTo>
                <a:cubicBezTo>
                  <a:pt x="8709459" y="823577"/>
                  <a:pt x="8722684" y="825982"/>
                  <a:pt x="8733590" y="829344"/>
                </a:cubicBezTo>
                <a:cubicBezTo>
                  <a:pt x="8755570" y="836114"/>
                  <a:pt x="8759795" y="844206"/>
                  <a:pt x="8742789" y="847398"/>
                </a:cubicBezTo>
                <a:cubicBezTo>
                  <a:pt x="8725895" y="850544"/>
                  <a:pt x="8694302" y="847558"/>
                  <a:pt x="8672404" y="840696"/>
                </a:cubicBezTo>
                <a:cubicBezTo>
                  <a:pt x="8650539" y="833880"/>
                  <a:pt x="8646926" y="825902"/>
                  <a:pt x="8663764" y="822802"/>
                </a:cubicBezTo>
                <a:cubicBezTo>
                  <a:pt x="8672225" y="821264"/>
                  <a:pt x="8684229" y="821218"/>
                  <a:pt x="8696844" y="822397"/>
                </a:cubicBezTo>
                <a:close/>
                <a:moveTo>
                  <a:pt x="1897797" y="820432"/>
                </a:moveTo>
                <a:cubicBezTo>
                  <a:pt x="1905355" y="819611"/>
                  <a:pt x="1910857" y="820363"/>
                  <a:pt x="1910162" y="822187"/>
                </a:cubicBezTo>
                <a:cubicBezTo>
                  <a:pt x="1909495" y="823988"/>
                  <a:pt x="1902660" y="826131"/>
                  <a:pt x="1895157" y="826951"/>
                </a:cubicBezTo>
                <a:cubicBezTo>
                  <a:pt x="1887543" y="827795"/>
                  <a:pt x="1881986" y="826996"/>
                  <a:pt x="1882737" y="825219"/>
                </a:cubicBezTo>
                <a:cubicBezTo>
                  <a:pt x="1883459" y="823395"/>
                  <a:pt x="1890212" y="821275"/>
                  <a:pt x="1897797" y="820432"/>
                </a:cubicBezTo>
                <a:close/>
                <a:moveTo>
                  <a:pt x="1224279" y="819953"/>
                </a:moveTo>
                <a:cubicBezTo>
                  <a:pt x="1225002" y="819862"/>
                  <a:pt x="1225529" y="819953"/>
                  <a:pt x="1225363" y="820112"/>
                </a:cubicBezTo>
                <a:cubicBezTo>
                  <a:pt x="1225279" y="820295"/>
                  <a:pt x="1224445" y="820522"/>
                  <a:pt x="1223695" y="820591"/>
                </a:cubicBezTo>
                <a:cubicBezTo>
                  <a:pt x="1223028" y="820660"/>
                  <a:pt x="1222501" y="820591"/>
                  <a:pt x="1222612" y="820409"/>
                </a:cubicBezTo>
                <a:cubicBezTo>
                  <a:pt x="1222806" y="820249"/>
                  <a:pt x="1223556" y="820021"/>
                  <a:pt x="1224279" y="819953"/>
                </a:cubicBezTo>
                <a:close/>
                <a:moveTo>
                  <a:pt x="8012875" y="818962"/>
                </a:moveTo>
                <a:cubicBezTo>
                  <a:pt x="8025034" y="820141"/>
                  <a:pt x="8037372" y="822541"/>
                  <a:pt x="8047014" y="825880"/>
                </a:cubicBezTo>
                <a:cubicBezTo>
                  <a:pt x="8066521" y="832650"/>
                  <a:pt x="8067799" y="840720"/>
                  <a:pt x="8049711" y="843843"/>
                </a:cubicBezTo>
                <a:cubicBezTo>
                  <a:pt x="8031620" y="847011"/>
                  <a:pt x="8001110" y="844025"/>
                  <a:pt x="7981800" y="837186"/>
                </a:cubicBezTo>
                <a:cubicBezTo>
                  <a:pt x="7962654" y="830416"/>
                  <a:pt x="7961738" y="822438"/>
                  <a:pt x="7979800" y="819360"/>
                </a:cubicBezTo>
                <a:cubicBezTo>
                  <a:pt x="7988733" y="817822"/>
                  <a:pt x="8000714" y="817782"/>
                  <a:pt x="8012875" y="818962"/>
                </a:cubicBezTo>
                <a:close/>
                <a:moveTo>
                  <a:pt x="2596952" y="818109"/>
                </a:moveTo>
                <a:cubicBezTo>
                  <a:pt x="2603208" y="818961"/>
                  <a:pt x="2607035" y="820694"/>
                  <a:pt x="2606993" y="823098"/>
                </a:cubicBezTo>
                <a:cubicBezTo>
                  <a:pt x="2606771" y="827931"/>
                  <a:pt x="2590905" y="833676"/>
                  <a:pt x="2571509" y="835910"/>
                </a:cubicBezTo>
                <a:cubicBezTo>
                  <a:pt x="2552059" y="838189"/>
                  <a:pt x="2536360" y="836046"/>
                  <a:pt x="2536721" y="831168"/>
                </a:cubicBezTo>
                <a:cubicBezTo>
                  <a:pt x="2537110" y="826336"/>
                  <a:pt x="2553087" y="820614"/>
                  <a:pt x="2572343" y="818403"/>
                </a:cubicBezTo>
                <a:cubicBezTo>
                  <a:pt x="2582013" y="817286"/>
                  <a:pt x="2590697" y="817257"/>
                  <a:pt x="2596952" y="818109"/>
                </a:cubicBezTo>
                <a:close/>
                <a:moveTo>
                  <a:pt x="3092368" y="814459"/>
                </a:moveTo>
                <a:cubicBezTo>
                  <a:pt x="3100315" y="813502"/>
                  <a:pt x="3107178" y="814391"/>
                  <a:pt x="3107679" y="816442"/>
                </a:cubicBezTo>
                <a:cubicBezTo>
                  <a:pt x="3108178" y="818494"/>
                  <a:pt x="3102066" y="820910"/>
                  <a:pt x="3094008" y="821867"/>
                </a:cubicBezTo>
                <a:cubicBezTo>
                  <a:pt x="3086005" y="822825"/>
                  <a:pt x="3079114" y="821913"/>
                  <a:pt x="3078642" y="819862"/>
                </a:cubicBezTo>
                <a:cubicBezTo>
                  <a:pt x="3078169" y="817833"/>
                  <a:pt x="3084310" y="815371"/>
                  <a:pt x="3092368" y="814459"/>
                </a:cubicBezTo>
                <a:close/>
                <a:moveTo>
                  <a:pt x="7473027" y="811062"/>
                </a:moveTo>
                <a:cubicBezTo>
                  <a:pt x="7482864" y="809444"/>
                  <a:pt x="7498091" y="810971"/>
                  <a:pt x="7507177" y="814459"/>
                </a:cubicBezTo>
                <a:cubicBezTo>
                  <a:pt x="7516430" y="817969"/>
                  <a:pt x="7515735" y="822095"/>
                  <a:pt x="7505927" y="823714"/>
                </a:cubicBezTo>
                <a:cubicBezTo>
                  <a:pt x="7495979" y="825355"/>
                  <a:pt x="7480640" y="823828"/>
                  <a:pt x="7471527" y="820295"/>
                </a:cubicBezTo>
                <a:cubicBezTo>
                  <a:pt x="7462441" y="816807"/>
                  <a:pt x="7463107" y="812658"/>
                  <a:pt x="7473027" y="811062"/>
                </a:cubicBezTo>
                <a:close/>
                <a:moveTo>
                  <a:pt x="8848023" y="810043"/>
                </a:moveTo>
                <a:cubicBezTo>
                  <a:pt x="8862430" y="811370"/>
                  <a:pt x="8877651" y="814083"/>
                  <a:pt x="8890308" y="817879"/>
                </a:cubicBezTo>
                <a:cubicBezTo>
                  <a:pt x="8915955" y="825538"/>
                  <a:pt x="8921512" y="834633"/>
                  <a:pt x="8902617" y="838235"/>
                </a:cubicBezTo>
                <a:cubicBezTo>
                  <a:pt x="8883694" y="841814"/>
                  <a:pt x="8847434" y="838440"/>
                  <a:pt x="8822008" y="830689"/>
                </a:cubicBezTo>
                <a:cubicBezTo>
                  <a:pt x="8796723" y="823007"/>
                  <a:pt x="8791638" y="813980"/>
                  <a:pt x="8810616" y="810515"/>
                </a:cubicBezTo>
                <a:cubicBezTo>
                  <a:pt x="8820022" y="808772"/>
                  <a:pt x="8833615" y="808715"/>
                  <a:pt x="8848023" y="810043"/>
                </a:cubicBezTo>
                <a:close/>
                <a:moveTo>
                  <a:pt x="1751139" y="808920"/>
                </a:moveTo>
                <a:cubicBezTo>
                  <a:pt x="1756919" y="808282"/>
                  <a:pt x="1761142" y="808875"/>
                  <a:pt x="1760420" y="810265"/>
                </a:cubicBezTo>
                <a:cubicBezTo>
                  <a:pt x="1759836" y="811564"/>
                  <a:pt x="1754557" y="813182"/>
                  <a:pt x="1748805" y="813798"/>
                </a:cubicBezTo>
                <a:cubicBezTo>
                  <a:pt x="1743025" y="814437"/>
                  <a:pt x="1738913" y="813844"/>
                  <a:pt x="1739525" y="812499"/>
                </a:cubicBezTo>
                <a:cubicBezTo>
                  <a:pt x="1740247" y="811131"/>
                  <a:pt x="1745526" y="809535"/>
                  <a:pt x="1751139" y="808920"/>
                </a:cubicBezTo>
                <a:close/>
                <a:moveTo>
                  <a:pt x="8169038" y="808704"/>
                </a:moveTo>
                <a:cubicBezTo>
                  <a:pt x="8180930" y="809844"/>
                  <a:pt x="8193074" y="812157"/>
                  <a:pt x="8202673" y="815371"/>
                </a:cubicBezTo>
                <a:cubicBezTo>
                  <a:pt x="8222096" y="821867"/>
                  <a:pt x="8223958" y="829640"/>
                  <a:pt x="8206732" y="832672"/>
                </a:cubicBezTo>
                <a:cubicBezTo>
                  <a:pt x="8189476" y="835727"/>
                  <a:pt x="8159604" y="832855"/>
                  <a:pt x="8140293" y="826267"/>
                </a:cubicBezTo>
                <a:cubicBezTo>
                  <a:pt x="8121259" y="819748"/>
                  <a:pt x="8119814" y="812065"/>
                  <a:pt x="8136902" y="809079"/>
                </a:cubicBezTo>
                <a:cubicBezTo>
                  <a:pt x="8145501" y="807598"/>
                  <a:pt x="8157144" y="807564"/>
                  <a:pt x="8169038" y="808704"/>
                </a:cubicBezTo>
                <a:close/>
                <a:moveTo>
                  <a:pt x="1082957" y="807666"/>
                </a:moveTo>
                <a:cubicBezTo>
                  <a:pt x="1083678" y="807598"/>
                  <a:pt x="1084151" y="807666"/>
                  <a:pt x="1084096" y="807826"/>
                </a:cubicBezTo>
                <a:cubicBezTo>
                  <a:pt x="1083957" y="807985"/>
                  <a:pt x="1083151" y="808212"/>
                  <a:pt x="1082484" y="808258"/>
                </a:cubicBezTo>
                <a:cubicBezTo>
                  <a:pt x="1081623" y="808350"/>
                  <a:pt x="1081261" y="808258"/>
                  <a:pt x="1081428" y="808076"/>
                </a:cubicBezTo>
                <a:cubicBezTo>
                  <a:pt x="1081484" y="807939"/>
                  <a:pt x="1082206" y="807757"/>
                  <a:pt x="1082957" y="807666"/>
                </a:cubicBezTo>
                <a:close/>
                <a:moveTo>
                  <a:pt x="2452980" y="803350"/>
                </a:moveTo>
                <a:cubicBezTo>
                  <a:pt x="2460878" y="804424"/>
                  <a:pt x="2465588" y="806606"/>
                  <a:pt x="2465254" y="809649"/>
                </a:cubicBezTo>
                <a:cubicBezTo>
                  <a:pt x="2464615" y="815782"/>
                  <a:pt x="2443747" y="823053"/>
                  <a:pt x="2418629" y="825925"/>
                </a:cubicBezTo>
                <a:cubicBezTo>
                  <a:pt x="2393426" y="828798"/>
                  <a:pt x="2373781" y="826039"/>
                  <a:pt x="2374698" y="819862"/>
                </a:cubicBezTo>
                <a:cubicBezTo>
                  <a:pt x="2375670" y="813707"/>
                  <a:pt x="2396677" y="806504"/>
                  <a:pt x="2421574" y="803700"/>
                </a:cubicBezTo>
                <a:cubicBezTo>
                  <a:pt x="2433995" y="802310"/>
                  <a:pt x="2445081" y="802276"/>
                  <a:pt x="2452980" y="803350"/>
                </a:cubicBezTo>
                <a:close/>
                <a:moveTo>
                  <a:pt x="9147527" y="800622"/>
                </a:moveTo>
                <a:cubicBezTo>
                  <a:pt x="9150808" y="800029"/>
                  <a:pt x="9157365" y="800599"/>
                  <a:pt x="9162061" y="801967"/>
                </a:cubicBezTo>
                <a:cubicBezTo>
                  <a:pt x="9166700" y="803312"/>
                  <a:pt x="9167951" y="804885"/>
                  <a:pt x="9164784" y="805523"/>
                </a:cubicBezTo>
                <a:cubicBezTo>
                  <a:pt x="9161420" y="806116"/>
                  <a:pt x="9154920" y="805523"/>
                  <a:pt x="9150277" y="804178"/>
                </a:cubicBezTo>
                <a:cubicBezTo>
                  <a:pt x="9145610" y="802879"/>
                  <a:pt x="9144275" y="801238"/>
                  <a:pt x="9147527" y="800622"/>
                </a:cubicBezTo>
                <a:close/>
                <a:moveTo>
                  <a:pt x="8997710" y="799249"/>
                </a:moveTo>
                <a:cubicBezTo>
                  <a:pt x="9012479" y="800594"/>
                  <a:pt x="9028185" y="803335"/>
                  <a:pt x="9041356" y="807165"/>
                </a:cubicBezTo>
                <a:cubicBezTo>
                  <a:pt x="9068002" y="814892"/>
                  <a:pt x="9074560" y="824124"/>
                  <a:pt x="9055553" y="827749"/>
                </a:cubicBezTo>
                <a:cubicBezTo>
                  <a:pt x="9036603" y="831373"/>
                  <a:pt x="8999455" y="827931"/>
                  <a:pt x="8972918" y="820112"/>
                </a:cubicBezTo>
                <a:cubicBezTo>
                  <a:pt x="8946603" y="812338"/>
                  <a:pt x="8940852" y="803221"/>
                  <a:pt x="8959691" y="799710"/>
                </a:cubicBezTo>
                <a:cubicBezTo>
                  <a:pt x="8969109" y="797955"/>
                  <a:pt x="8982941" y="797904"/>
                  <a:pt x="8997710" y="799249"/>
                </a:cubicBezTo>
                <a:close/>
                <a:moveTo>
                  <a:pt x="1606455" y="798594"/>
                </a:moveTo>
                <a:cubicBezTo>
                  <a:pt x="1607928" y="798457"/>
                  <a:pt x="1608872" y="798571"/>
                  <a:pt x="1608678" y="798914"/>
                </a:cubicBezTo>
                <a:cubicBezTo>
                  <a:pt x="1608539" y="799255"/>
                  <a:pt x="1607205" y="799643"/>
                  <a:pt x="1605732" y="799802"/>
                </a:cubicBezTo>
                <a:cubicBezTo>
                  <a:pt x="1604315" y="799939"/>
                  <a:pt x="1603287" y="799825"/>
                  <a:pt x="1603482" y="799483"/>
                </a:cubicBezTo>
                <a:cubicBezTo>
                  <a:pt x="1603676" y="799118"/>
                  <a:pt x="1604954" y="798730"/>
                  <a:pt x="1606455" y="798594"/>
                </a:cubicBezTo>
                <a:close/>
                <a:moveTo>
                  <a:pt x="2958104" y="798520"/>
                </a:moveTo>
                <a:cubicBezTo>
                  <a:pt x="2963445" y="799209"/>
                  <a:pt x="2966898" y="800623"/>
                  <a:pt x="2967218" y="802606"/>
                </a:cubicBezTo>
                <a:cubicBezTo>
                  <a:pt x="2967829" y="806573"/>
                  <a:pt x="2955603" y="811268"/>
                  <a:pt x="2939792" y="813092"/>
                </a:cubicBezTo>
                <a:cubicBezTo>
                  <a:pt x="2924037" y="814961"/>
                  <a:pt x="2910784" y="813228"/>
                  <a:pt x="2910255" y="809216"/>
                </a:cubicBezTo>
                <a:cubicBezTo>
                  <a:pt x="2909727" y="805250"/>
                  <a:pt x="2922009" y="800554"/>
                  <a:pt x="2937653" y="798776"/>
                </a:cubicBezTo>
                <a:cubicBezTo>
                  <a:pt x="2945530" y="797864"/>
                  <a:pt x="2952761" y="797830"/>
                  <a:pt x="2958104" y="798520"/>
                </a:cubicBezTo>
                <a:close/>
                <a:moveTo>
                  <a:pt x="7648454" y="798486"/>
                </a:moveTo>
                <a:cubicBezTo>
                  <a:pt x="7656481" y="799272"/>
                  <a:pt x="7664477" y="800873"/>
                  <a:pt x="7670562" y="803107"/>
                </a:cubicBezTo>
                <a:cubicBezTo>
                  <a:pt x="7682678" y="807575"/>
                  <a:pt x="7682316" y="812886"/>
                  <a:pt x="7669951" y="814984"/>
                </a:cubicBezTo>
                <a:cubicBezTo>
                  <a:pt x="7657419" y="817058"/>
                  <a:pt x="7637413" y="815098"/>
                  <a:pt x="7625298" y="810561"/>
                </a:cubicBezTo>
                <a:cubicBezTo>
                  <a:pt x="7613266" y="806093"/>
                  <a:pt x="7613822" y="800805"/>
                  <a:pt x="7626159" y="798753"/>
                </a:cubicBezTo>
                <a:cubicBezTo>
                  <a:pt x="7632369" y="797728"/>
                  <a:pt x="7640427" y="797699"/>
                  <a:pt x="7648454" y="798486"/>
                </a:cubicBezTo>
                <a:close/>
                <a:moveTo>
                  <a:pt x="8322403" y="797161"/>
                </a:moveTo>
                <a:cubicBezTo>
                  <a:pt x="8335418" y="798389"/>
                  <a:pt x="8348859" y="800884"/>
                  <a:pt x="8359696" y="804360"/>
                </a:cubicBezTo>
                <a:cubicBezTo>
                  <a:pt x="8381314" y="811359"/>
                  <a:pt x="8384009" y="819770"/>
                  <a:pt x="8365557" y="823052"/>
                </a:cubicBezTo>
                <a:cubicBezTo>
                  <a:pt x="8347081" y="826335"/>
                  <a:pt x="8314487" y="823189"/>
                  <a:pt x="8292953" y="816100"/>
                </a:cubicBezTo>
                <a:cubicBezTo>
                  <a:pt x="8271641" y="809057"/>
                  <a:pt x="8269224" y="800782"/>
                  <a:pt x="8287673" y="797567"/>
                </a:cubicBezTo>
                <a:cubicBezTo>
                  <a:pt x="8296801" y="795972"/>
                  <a:pt x="8309389" y="795932"/>
                  <a:pt x="8322403" y="797161"/>
                </a:cubicBezTo>
                <a:close/>
                <a:moveTo>
                  <a:pt x="3452398" y="796839"/>
                </a:moveTo>
                <a:cubicBezTo>
                  <a:pt x="3453038" y="796747"/>
                  <a:pt x="3453621" y="796839"/>
                  <a:pt x="3453705" y="796998"/>
                </a:cubicBezTo>
                <a:cubicBezTo>
                  <a:pt x="3453844" y="797134"/>
                  <a:pt x="3453371" y="797363"/>
                  <a:pt x="3452704" y="797453"/>
                </a:cubicBezTo>
                <a:cubicBezTo>
                  <a:pt x="3451982" y="797522"/>
                  <a:pt x="3451426" y="797453"/>
                  <a:pt x="3451426" y="797294"/>
                </a:cubicBezTo>
                <a:cubicBezTo>
                  <a:pt x="3451259" y="797112"/>
                  <a:pt x="3451843" y="796906"/>
                  <a:pt x="3452398" y="796839"/>
                </a:cubicBezTo>
                <a:close/>
                <a:moveTo>
                  <a:pt x="7129835" y="792279"/>
                </a:moveTo>
                <a:cubicBezTo>
                  <a:pt x="7131113" y="792120"/>
                  <a:pt x="7132920" y="792256"/>
                  <a:pt x="7133976" y="792689"/>
                </a:cubicBezTo>
                <a:cubicBezTo>
                  <a:pt x="7134920" y="793122"/>
                  <a:pt x="7134754" y="793601"/>
                  <a:pt x="7133532" y="793806"/>
                </a:cubicBezTo>
                <a:cubicBezTo>
                  <a:pt x="7132336" y="793989"/>
                  <a:pt x="7130447" y="793806"/>
                  <a:pt x="7129474" y="793373"/>
                </a:cubicBezTo>
                <a:cubicBezTo>
                  <a:pt x="7128502" y="792963"/>
                  <a:pt x="7128696" y="792484"/>
                  <a:pt x="7129835" y="792279"/>
                </a:cubicBezTo>
                <a:close/>
                <a:moveTo>
                  <a:pt x="9300271" y="791915"/>
                </a:moveTo>
                <a:cubicBezTo>
                  <a:pt x="9301271" y="791709"/>
                  <a:pt x="9303272" y="791915"/>
                  <a:pt x="9304799" y="792325"/>
                </a:cubicBezTo>
                <a:cubicBezTo>
                  <a:pt x="9306273" y="792759"/>
                  <a:pt x="9306718" y="793259"/>
                  <a:pt x="9305771" y="793465"/>
                </a:cubicBezTo>
                <a:cubicBezTo>
                  <a:pt x="9304746" y="793625"/>
                  <a:pt x="9302660" y="793465"/>
                  <a:pt x="9301214" y="793032"/>
                </a:cubicBezTo>
                <a:cubicBezTo>
                  <a:pt x="9299659" y="792599"/>
                  <a:pt x="9299326" y="792120"/>
                  <a:pt x="9300271" y="791915"/>
                </a:cubicBezTo>
                <a:close/>
                <a:moveTo>
                  <a:pt x="2309303" y="789752"/>
                </a:moveTo>
                <a:cubicBezTo>
                  <a:pt x="2318152" y="790952"/>
                  <a:pt x="2323293" y="793396"/>
                  <a:pt x="2322654" y="796815"/>
                </a:cubicBezTo>
                <a:cubicBezTo>
                  <a:pt x="2321292" y="803677"/>
                  <a:pt x="2297145" y="811883"/>
                  <a:pt x="2268387" y="815120"/>
                </a:cubicBezTo>
                <a:cubicBezTo>
                  <a:pt x="2239544" y="818357"/>
                  <a:pt x="2217565" y="815279"/>
                  <a:pt x="2219287" y="808327"/>
                </a:cubicBezTo>
                <a:cubicBezTo>
                  <a:pt x="2220899" y="801420"/>
                  <a:pt x="2245323" y="793282"/>
                  <a:pt x="2273694" y="790159"/>
                </a:cubicBezTo>
                <a:cubicBezTo>
                  <a:pt x="2287893" y="788598"/>
                  <a:pt x="2300453" y="788552"/>
                  <a:pt x="2309303" y="789752"/>
                </a:cubicBezTo>
                <a:close/>
                <a:moveTo>
                  <a:pt x="8474169" y="787572"/>
                </a:moveTo>
                <a:cubicBezTo>
                  <a:pt x="8486396" y="788712"/>
                  <a:pt x="8499088" y="791037"/>
                  <a:pt x="8509410" y="794285"/>
                </a:cubicBezTo>
                <a:cubicBezTo>
                  <a:pt x="8530166" y="800828"/>
                  <a:pt x="8533390" y="808578"/>
                  <a:pt x="8516468" y="811633"/>
                </a:cubicBezTo>
                <a:cubicBezTo>
                  <a:pt x="8499463" y="814687"/>
                  <a:pt x="8468813" y="811792"/>
                  <a:pt x="8448057" y="805204"/>
                </a:cubicBezTo>
                <a:cubicBezTo>
                  <a:pt x="8427551" y="798639"/>
                  <a:pt x="8424771" y="790935"/>
                  <a:pt x="8441722" y="787971"/>
                </a:cubicBezTo>
                <a:cubicBezTo>
                  <a:pt x="8450184" y="786478"/>
                  <a:pt x="8461944" y="786433"/>
                  <a:pt x="8474169" y="787572"/>
                </a:cubicBezTo>
                <a:close/>
                <a:moveTo>
                  <a:pt x="2809196" y="785746"/>
                </a:moveTo>
                <a:cubicBezTo>
                  <a:pt x="2815003" y="786501"/>
                  <a:pt x="2818685" y="788040"/>
                  <a:pt x="2818894" y="790182"/>
                </a:cubicBezTo>
                <a:cubicBezTo>
                  <a:pt x="2819199" y="794513"/>
                  <a:pt x="2805445" y="799642"/>
                  <a:pt x="2787883" y="801694"/>
                </a:cubicBezTo>
                <a:cubicBezTo>
                  <a:pt x="2770378" y="803700"/>
                  <a:pt x="2755874" y="801785"/>
                  <a:pt x="2755679" y="797408"/>
                </a:cubicBezTo>
                <a:cubicBezTo>
                  <a:pt x="2755485" y="793100"/>
                  <a:pt x="2769461" y="787971"/>
                  <a:pt x="2786744" y="786011"/>
                </a:cubicBezTo>
                <a:cubicBezTo>
                  <a:pt x="2795456" y="785019"/>
                  <a:pt x="2803389" y="784991"/>
                  <a:pt x="2809196" y="785746"/>
                </a:cubicBezTo>
                <a:close/>
                <a:moveTo>
                  <a:pt x="7803833" y="784600"/>
                </a:moveTo>
                <a:cubicBezTo>
                  <a:pt x="7815344" y="785708"/>
                  <a:pt x="7826888" y="787959"/>
                  <a:pt x="7835753" y="791094"/>
                </a:cubicBezTo>
                <a:cubicBezTo>
                  <a:pt x="7853647" y="797408"/>
                  <a:pt x="7854064" y="804976"/>
                  <a:pt x="7836364" y="807917"/>
                </a:cubicBezTo>
                <a:cubicBezTo>
                  <a:pt x="7818775" y="810903"/>
                  <a:pt x="7789933" y="808076"/>
                  <a:pt x="7772149" y="801671"/>
                </a:cubicBezTo>
                <a:cubicBezTo>
                  <a:pt x="7754560" y="795334"/>
                  <a:pt x="7754588" y="787834"/>
                  <a:pt x="7772122" y="784962"/>
                </a:cubicBezTo>
                <a:cubicBezTo>
                  <a:pt x="7780846" y="783526"/>
                  <a:pt x="7792322" y="783492"/>
                  <a:pt x="7803833" y="784600"/>
                </a:cubicBezTo>
                <a:close/>
                <a:moveTo>
                  <a:pt x="3298405" y="783823"/>
                </a:moveTo>
                <a:cubicBezTo>
                  <a:pt x="3301295" y="783457"/>
                  <a:pt x="3303935" y="783799"/>
                  <a:pt x="3304157" y="784529"/>
                </a:cubicBezTo>
                <a:cubicBezTo>
                  <a:pt x="3304435" y="785259"/>
                  <a:pt x="3302351" y="786147"/>
                  <a:pt x="3299406" y="786490"/>
                </a:cubicBezTo>
                <a:cubicBezTo>
                  <a:pt x="3296543" y="786854"/>
                  <a:pt x="3293904" y="786512"/>
                  <a:pt x="3293570" y="785783"/>
                </a:cubicBezTo>
                <a:cubicBezTo>
                  <a:pt x="3293348" y="785054"/>
                  <a:pt x="3295543" y="784164"/>
                  <a:pt x="3298405" y="783823"/>
                </a:cubicBezTo>
                <a:close/>
                <a:moveTo>
                  <a:pt x="7279105" y="778876"/>
                </a:moveTo>
                <a:cubicBezTo>
                  <a:pt x="7285358" y="777895"/>
                  <a:pt x="7294832" y="778830"/>
                  <a:pt x="7300196" y="780950"/>
                </a:cubicBezTo>
                <a:cubicBezTo>
                  <a:pt x="7305614" y="783116"/>
                  <a:pt x="7305086" y="785646"/>
                  <a:pt x="7298723" y="786626"/>
                </a:cubicBezTo>
                <a:cubicBezTo>
                  <a:pt x="7292415" y="787629"/>
                  <a:pt x="7282995" y="786672"/>
                  <a:pt x="7277550" y="784529"/>
                </a:cubicBezTo>
                <a:cubicBezTo>
                  <a:pt x="7272214" y="782386"/>
                  <a:pt x="7272798" y="779856"/>
                  <a:pt x="7279105" y="778876"/>
                </a:cubicBezTo>
                <a:close/>
                <a:moveTo>
                  <a:pt x="8624058" y="778423"/>
                </a:moveTo>
                <a:cubicBezTo>
                  <a:pt x="8635242" y="779452"/>
                  <a:pt x="8646940" y="781543"/>
                  <a:pt x="8656513" y="784461"/>
                </a:cubicBezTo>
                <a:cubicBezTo>
                  <a:pt x="8675740" y="790342"/>
                  <a:pt x="8679241" y="797318"/>
                  <a:pt x="8664099" y="800075"/>
                </a:cubicBezTo>
                <a:cubicBezTo>
                  <a:pt x="8648981" y="802834"/>
                  <a:pt x="8620973" y="800235"/>
                  <a:pt x="8601772" y="794308"/>
                </a:cubicBezTo>
                <a:cubicBezTo>
                  <a:pt x="8582682" y="788405"/>
                  <a:pt x="8579627" y="781452"/>
                  <a:pt x="8594686" y="778762"/>
                </a:cubicBezTo>
                <a:cubicBezTo>
                  <a:pt x="8602203" y="777429"/>
                  <a:pt x="8612872" y="777395"/>
                  <a:pt x="8624058" y="778423"/>
                </a:cubicBezTo>
                <a:close/>
                <a:moveTo>
                  <a:pt x="2163662" y="777844"/>
                </a:moveTo>
                <a:cubicBezTo>
                  <a:pt x="2172363" y="779030"/>
                  <a:pt x="2177302" y="781440"/>
                  <a:pt x="2176440" y="784802"/>
                </a:cubicBezTo>
                <a:cubicBezTo>
                  <a:pt x="2174523" y="791595"/>
                  <a:pt x="2149793" y="799710"/>
                  <a:pt x="2121062" y="802879"/>
                </a:cubicBezTo>
                <a:cubicBezTo>
                  <a:pt x="2092136" y="806070"/>
                  <a:pt x="2070490" y="803061"/>
                  <a:pt x="2072796" y="796177"/>
                </a:cubicBezTo>
                <a:cubicBezTo>
                  <a:pt x="2074908" y="789361"/>
                  <a:pt x="2099916" y="781361"/>
                  <a:pt x="2128314" y="778237"/>
                </a:cubicBezTo>
                <a:cubicBezTo>
                  <a:pt x="2142499" y="776699"/>
                  <a:pt x="2154962" y="776659"/>
                  <a:pt x="2163662" y="777844"/>
                </a:cubicBezTo>
                <a:close/>
                <a:moveTo>
                  <a:pt x="1325645" y="775024"/>
                </a:moveTo>
                <a:cubicBezTo>
                  <a:pt x="1326312" y="774933"/>
                  <a:pt x="1326811" y="775024"/>
                  <a:pt x="1326756" y="775183"/>
                </a:cubicBezTo>
                <a:cubicBezTo>
                  <a:pt x="1326562" y="775319"/>
                  <a:pt x="1325895" y="775548"/>
                  <a:pt x="1325200" y="775639"/>
                </a:cubicBezTo>
                <a:cubicBezTo>
                  <a:pt x="1324478" y="775707"/>
                  <a:pt x="1323950" y="775639"/>
                  <a:pt x="1324061" y="775457"/>
                </a:cubicBezTo>
                <a:cubicBezTo>
                  <a:pt x="1324255" y="775297"/>
                  <a:pt x="1324978" y="775092"/>
                  <a:pt x="1325645" y="775024"/>
                </a:cubicBezTo>
                <a:close/>
                <a:moveTo>
                  <a:pt x="7956600" y="773944"/>
                </a:moveTo>
                <a:cubicBezTo>
                  <a:pt x="7968594" y="775087"/>
                  <a:pt x="7980728" y="777405"/>
                  <a:pt x="7990162" y="780631"/>
                </a:cubicBezTo>
                <a:cubicBezTo>
                  <a:pt x="8009112" y="787128"/>
                  <a:pt x="8010225" y="794901"/>
                  <a:pt x="7992302" y="797933"/>
                </a:cubicBezTo>
                <a:cubicBezTo>
                  <a:pt x="7974296" y="800987"/>
                  <a:pt x="7944260" y="798092"/>
                  <a:pt x="7925364" y="791527"/>
                </a:cubicBezTo>
                <a:cubicBezTo>
                  <a:pt x="7906608" y="784985"/>
                  <a:pt x="7906053" y="777326"/>
                  <a:pt x="7923892" y="774316"/>
                </a:cubicBezTo>
                <a:cubicBezTo>
                  <a:pt x="7932756" y="772835"/>
                  <a:pt x="7944607" y="772801"/>
                  <a:pt x="7956600" y="773944"/>
                </a:cubicBezTo>
                <a:close/>
                <a:moveTo>
                  <a:pt x="2663664" y="772993"/>
                </a:moveTo>
                <a:cubicBezTo>
                  <a:pt x="2670041" y="773822"/>
                  <a:pt x="2673987" y="775514"/>
                  <a:pt x="2673987" y="777873"/>
                </a:cubicBezTo>
                <a:cubicBezTo>
                  <a:pt x="2673987" y="782638"/>
                  <a:pt x="2658121" y="788313"/>
                  <a:pt x="2638531" y="790524"/>
                </a:cubicBezTo>
                <a:cubicBezTo>
                  <a:pt x="2618858" y="792781"/>
                  <a:pt x="2603047" y="790662"/>
                  <a:pt x="2603214" y="785852"/>
                </a:cubicBezTo>
                <a:cubicBezTo>
                  <a:pt x="2603409" y="781064"/>
                  <a:pt x="2619386" y="775457"/>
                  <a:pt x="2638753" y="773291"/>
                </a:cubicBezTo>
                <a:cubicBezTo>
                  <a:pt x="2648479" y="772197"/>
                  <a:pt x="2657287" y="772163"/>
                  <a:pt x="2663664" y="772993"/>
                </a:cubicBezTo>
                <a:close/>
                <a:moveTo>
                  <a:pt x="3160925" y="768296"/>
                </a:moveTo>
                <a:cubicBezTo>
                  <a:pt x="3164655" y="768772"/>
                  <a:pt x="3167142" y="769735"/>
                  <a:pt x="3167503" y="771057"/>
                </a:cubicBezTo>
                <a:cubicBezTo>
                  <a:pt x="3168197" y="773769"/>
                  <a:pt x="3160195" y="776938"/>
                  <a:pt x="3149414" y="778215"/>
                </a:cubicBezTo>
                <a:cubicBezTo>
                  <a:pt x="3138661" y="779446"/>
                  <a:pt x="3129408" y="778260"/>
                  <a:pt x="3128741" y="775593"/>
                </a:cubicBezTo>
                <a:cubicBezTo>
                  <a:pt x="3128074" y="772858"/>
                  <a:pt x="3136215" y="769712"/>
                  <a:pt x="3146885" y="768458"/>
                </a:cubicBezTo>
                <a:cubicBezTo>
                  <a:pt x="3152221" y="767832"/>
                  <a:pt x="3157194" y="767820"/>
                  <a:pt x="3160925" y="768296"/>
                </a:cubicBezTo>
                <a:close/>
                <a:moveTo>
                  <a:pt x="2015699" y="767603"/>
                </a:moveTo>
                <a:cubicBezTo>
                  <a:pt x="2023198" y="768635"/>
                  <a:pt x="2027325" y="770738"/>
                  <a:pt x="2026310" y="773678"/>
                </a:cubicBezTo>
                <a:cubicBezTo>
                  <a:pt x="2024226" y="779560"/>
                  <a:pt x="2002164" y="786558"/>
                  <a:pt x="1976822" y="789316"/>
                </a:cubicBezTo>
                <a:cubicBezTo>
                  <a:pt x="1951453" y="792074"/>
                  <a:pt x="1932698" y="789476"/>
                  <a:pt x="1935115" y="783503"/>
                </a:cubicBezTo>
                <a:cubicBezTo>
                  <a:pt x="1937532" y="777599"/>
                  <a:pt x="1959873" y="770647"/>
                  <a:pt x="1984852" y="767957"/>
                </a:cubicBezTo>
                <a:cubicBezTo>
                  <a:pt x="1997328" y="766612"/>
                  <a:pt x="2008200" y="766573"/>
                  <a:pt x="2015699" y="767603"/>
                </a:cubicBezTo>
                <a:close/>
                <a:moveTo>
                  <a:pt x="7426874" y="766156"/>
                </a:moveTo>
                <a:cubicBezTo>
                  <a:pt x="7437183" y="764469"/>
                  <a:pt x="7453132" y="766042"/>
                  <a:pt x="7462608" y="769598"/>
                </a:cubicBezTo>
                <a:cubicBezTo>
                  <a:pt x="7472083" y="773177"/>
                  <a:pt x="7471360" y="777417"/>
                  <a:pt x="7460969" y="779081"/>
                </a:cubicBezTo>
                <a:cubicBezTo>
                  <a:pt x="7450660" y="780768"/>
                  <a:pt x="7434515" y="779172"/>
                  <a:pt x="7425096" y="775593"/>
                </a:cubicBezTo>
                <a:cubicBezTo>
                  <a:pt x="7415648" y="772014"/>
                  <a:pt x="7416482" y="767774"/>
                  <a:pt x="7426874" y="766156"/>
                </a:cubicBezTo>
                <a:close/>
                <a:moveTo>
                  <a:pt x="8770272" y="766029"/>
                </a:moveTo>
                <a:cubicBezTo>
                  <a:pt x="8783850" y="767257"/>
                  <a:pt x="8798138" y="769758"/>
                  <a:pt x="8809920" y="773246"/>
                </a:cubicBezTo>
                <a:cubicBezTo>
                  <a:pt x="8833680" y="780244"/>
                  <a:pt x="8838624" y="788655"/>
                  <a:pt x="8820591" y="791961"/>
                </a:cubicBezTo>
                <a:cubicBezTo>
                  <a:pt x="8802640" y="795243"/>
                  <a:pt x="8768631" y="792097"/>
                  <a:pt x="8744929" y="785008"/>
                </a:cubicBezTo>
                <a:cubicBezTo>
                  <a:pt x="8721365" y="777942"/>
                  <a:pt x="8717058" y="769667"/>
                  <a:pt x="8734897" y="766453"/>
                </a:cubicBezTo>
                <a:cubicBezTo>
                  <a:pt x="8743830" y="764846"/>
                  <a:pt x="8756696" y="764801"/>
                  <a:pt x="8770272" y="766029"/>
                </a:cubicBezTo>
                <a:close/>
                <a:moveTo>
                  <a:pt x="1840418" y="764492"/>
                </a:moveTo>
                <a:cubicBezTo>
                  <a:pt x="1846059" y="763899"/>
                  <a:pt x="1850088" y="764446"/>
                  <a:pt x="1849505" y="765768"/>
                </a:cubicBezTo>
                <a:cubicBezTo>
                  <a:pt x="1848893" y="767022"/>
                  <a:pt x="1843835" y="768595"/>
                  <a:pt x="1838307" y="769188"/>
                </a:cubicBezTo>
                <a:cubicBezTo>
                  <a:pt x="1832694" y="769757"/>
                  <a:pt x="1828553" y="769211"/>
                  <a:pt x="1829248" y="767888"/>
                </a:cubicBezTo>
                <a:cubicBezTo>
                  <a:pt x="1829693" y="766612"/>
                  <a:pt x="1834833" y="765085"/>
                  <a:pt x="1840418" y="764492"/>
                </a:cubicBezTo>
                <a:close/>
                <a:moveTo>
                  <a:pt x="8107390" y="764302"/>
                </a:moveTo>
                <a:cubicBezTo>
                  <a:pt x="8118931" y="765388"/>
                  <a:pt x="8130706" y="767593"/>
                  <a:pt x="8140042" y="770670"/>
                </a:cubicBezTo>
                <a:cubicBezTo>
                  <a:pt x="8158800" y="776848"/>
                  <a:pt x="8160384" y="784256"/>
                  <a:pt x="8143517" y="787150"/>
                </a:cubicBezTo>
                <a:cubicBezTo>
                  <a:pt x="8126482" y="790045"/>
                  <a:pt x="8097473" y="787264"/>
                  <a:pt x="8078913" y="781019"/>
                </a:cubicBezTo>
                <a:cubicBezTo>
                  <a:pt x="8060380" y="774796"/>
                  <a:pt x="8059241" y="767478"/>
                  <a:pt x="8076133" y="764652"/>
                </a:cubicBezTo>
                <a:cubicBezTo>
                  <a:pt x="8084538" y="763250"/>
                  <a:pt x="8095848" y="763216"/>
                  <a:pt x="8107390" y="764302"/>
                </a:cubicBezTo>
                <a:close/>
                <a:moveTo>
                  <a:pt x="2520253" y="760557"/>
                </a:moveTo>
                <a:cubicBezTo>
                  <a:pt x="2527051" y="761449"/>
                  <a:pt x="2531164" y="763261"/>
                  <a:pt x="2530969" y="765791"/>
                </a:cubicBezTo>
                <a:cubicBezTo>
                  <a:pt x="2530608" y="770897"/>
                  <a:pt x="2512991" y="777006"/>
                  <a:pt x="2491678" y="779332"/>
                </a:cubicBezTo>
                <a:cubicBezTo>
                  <a:pt x="2470311" y="781725"/>
                  <a:pt x="2453361" y="779491"/>
                  <a:pt x="2453944" y="774316"/>
                </a:cubicBezTo>
                <a:cubicBezTo>
                  <a:pt x="2454639" y="769211"/>
                  <a:pt x="2472256" y="763193"/>
                  <a:pt x="2493429" y="760845"/>
                </a:cubicBezTo>
                <a:cubicBezTo>
                  <a:pt x="2503974" y="759693"/>
                  <a:pt x="2513456" y="759665"/>
                  <a:pt x="2520253" y="760557"/>
                </a:cubicBezTo>
                <a:close/>
                <a:moveTo>
                  <a:pt x="8915152" y="755299"/>
                </a:moveTo>
                <a:cubicBezTo>
                  <a:pt x="8929493" y="756587"/>
                  <a:pt x="8944700" y="759203"/>
                  <a:pt x="8957439" y="762850"/>
                </a:cubicBezTo>
                <a:cubicBezTo>
                  <a:pt x="8983086" y="770168"/>
                  <a:pt x="8988949" y="778989"/>
                  <a:pt x="8970334" y="782432"/>
                </a:cubicBezTo>
                <a:cubicBezTo>
                  <a:pt x="8951688" y="785897"/>
                  <a:pt x="8915538" y="782591"/>
                  <a:pt x="8890057" y="775137"/>
                </a:cubicBezTo>
                <a:cubicBezTo>
                  <a:pt x="8864716" y="767752"/>
                  <a:pt x="8859493" y="759043"/>
                  <a:pt x="8878055" y="755716"/>
                </a:cubicBezTo>
                <a:cubicBezTo>
                  <a:pt x="8887336" y="754052"/>
                  <a:pt x="8900812" y="754012"/>
                  <a:pt x="8915152" y="755299"/>
                </a:cubicBezTo>
                <a:close/>
                <a:moveTo>
                  <a:pt x="1700262" y="754644"/>
                </a:moveTo>
                <a:cubicBezTo>
                  <a:pt x="1701679" y="754507"/>
                  <a:pt x="1702652" y="754622"/>
                  <a:pt x="1702513" y="754941"/>
                </a:cubicBezTo>
                <a:cubicBezTo>
                  <a:pt x="1702402" y="755283"/>
                  <a:pt x="1701124" y="755648"/>
                  <a:pt x="1699651" y="755807"/>
                </a:cubicBezTo>
                <a:cubicBezTo>
                  <a:pt x="1698207" y="755943"/>
                  <a:pt x="1697234" y="755830"/>
                  <a:pt x="1697456" y="755488"/>
                </a:cubicBezTo>
                <a:cubicBezTo>
                  <a:pt x="1697623" y="755169"/>
                  <a:pt x="1698956" y="754781"/>
                  <a:pt x="1700262" y="754644"/>
                </a:cubicBezTo>
                <a:close/>
                <a:moveTo>
                  <a:pt x="3021093" y="753698"/>
                </a:moveTo>
                <a:cubicBezTo>
                  <a:pt x="3026980" y="754451"/>
                  <a:pt x="3030808" y="755978"/>
                  <a:pt x="3031155" y="758109"/>
                </a:cubicBezTo>
                <a:cubicBezTo>
                  <a:pt x="3032127" y="762326"/>
                  <a:pt x="3018846" y="767387"/>
                  <a:pt x="3001479" y="769393"/>
                </a:cubicBezTo>
                <a:cubicBezTo>
                  <a:pt x="2984112" y="771353"/>
                  <a:pt x="2969468" y="769507"/>
                  <a:pt x="2968747" y="765198"/>
                </a:cubicBezTo>
                <a:cubicBezTo>
                  <a:pt x="2967996" y="760936"/>
                  <a:pt x="2981417" y="755898"/>
                  <a:pt x="2998673" y="753938"/>
                </a:cubicBezTo>
                <a:cubicBezTo>
                  <a:pt x="3007258" y="752969"/>
                  <a:pt x="3015205" y="752946"/>
                  <a:pt x="3021093" y="753698"/>
                </a:cubicBezTo>
                <a:close/>
                <a:moveTo>
                  <a:pt x="8255790" y="753271"/>
                </a:moveTo>
                <a:cubicBezTo>
                  <a:pt x="8268444" y="754439"/>
                  <a:pt x="8281449" y="756822"/>
                  <a:pt x="8291785" y="760138"/>
                </a:cubicBezTo>
                <a:cubicBezTo>
                  <a:pt x="8312764" y="766840"/>
                  <a:pt x="8315182" y="774818"/>
                  <a:pt x="8296981" y="777941"/>
                </a:cubicBezTo>
                <a:cubicBezTo>
                  <a:pt x="8278781" y="781087"/>
                  <a:pt x="8247105" y="778101"/>
                  <a:pt x="8226292" y="771307"/>
                </a:cubicBezTo>
                <a:cubicBezTo>
                  <a:pt x="8205703" y="764628"/>
                  <a:pt x="8203841" y="756741"/>
                  <a:pt x="8221901" y="753687"/>
                </a:cubicBezTo>
                <a:cubicBezTo>
                  <a:pt x="8230835" y="752148"/>
                  <a:pt x="8243138" y="752103"/>
                  <a:pt x="8255790" y="753271"/>
                </a:cubicBezTo>
                <a:close/>
                <a:moveTo>
                  <a:pt x="9045663" y="752593"/>
                </a:moveTo>
                <a:cubicBezTo>
                  <a:pt x="9054526" y="750951"/>
                  <a:pt x="9071642" y="752502"/>
                  <a:pt x="9084174" y="755989"/>
                </a:cubicBezTo>
                <a:cubicBezTo>
                  <a:pt x="9096817" y="759522"/>
                  <a:pt x="9099847" y="763694"/>
                  <a:pt x="9091064" y="765335"/>
                </a:cubicBezTo>
                <a:cubicBezTo>
                  <a:pt x="9082257" y="766999"/>
                  <a:pt x="9064862" y="765426"/>
                  <a:pt x="9052274" y="761871"/>
                </a:cubicBezTo>
                <a:cubicBezTo>
                  <a:pt x="9039772" y="758383"/>
                  <a:pt x="9036852" y="754211"/>
                  <a:pt x="9045663" y="752593"/>
                </a:cubicBezTo>
                <a:close/>
                <a:moveTo>
                  <a:pt x="3503248" y="752297"/>
                </a:moveTo>
                <a:cubicBezTo>
                  <a:pt x="3505526" y="752023"/>
                  <a:pt x="3507472" y="752274"/>
                  <a:pt x="3507777" y="752821"/>
                </a:cubicBezTo>
                <a:cubicBezTo>
                  <a:pt x="3508082" y="753368"/>
                  <a:pt x="3506499" y="754029"/>
                  <a:pt x="3504303" y="754303"/>
                </a:cubicBezTo>
                <a:cubicBezTo>
                  <a:pt x="3502081" y="754531"/>
                  <a:pt x="3500024" y="754303"/>
                  <a:pt x="3499802" y="753779"/>
                </a:cubicBezTo>
                <a:cubicBezTo>
                  <a:pt x="3499580" y="753208"/>
                  <a:pt x="3501136" y="752570"/>
                  <a:pt x="3503248" y="752297"/>
                </a:cubicBezTo>
                <a:close/>
                <a:moveTo>
                  <a:pt x="7597651" y="752052"/>
                </a:moveTo>
                <a:cubicBezTo>
                  <a:pt x="7607938" y="753037"/>
                  <a:pt x="7618129" y="755043"/>
                  <a:pt x="7625825" y="757836"/>
                </a:cubicBezTo>
                <a:cubicBezTo>
                  <a:pt x="7641358" y="763443"/>
                  <a:pt x="7640913" y="770145"/>
                  <a:pt x="7624658" y="772766"/>
                </a:cubicBezTo>
                <a:cubicBezTo>
                  <a:pt x="7608459" y="775387"/>
                  <a:pt x="7582674" y="772903"/>
                  <a:pt x="7567307" y="767204"/>
                </a:cubicBezTo>
                <a:cubicBezTo>
                  <a:pt x="7552025" y="761574"/>
                  <a:pt x="7552775" y="754941"/>
                  <a:pt x="7568891" y="752388"/>
                </a:cubicBezTo>
                <a:cubicBezTo>
                  <a:pt x="7576977" y="751100"/>
                  <a:pt x="7587362" y="751065"/>
                  <a:pt x="7597651" y="752052"/>
                </a:cubicBezTo>
                <a:close/>
                <a:moveTo>
                  <a:pt x="7088072" y="748672"/>
                </a:moveTo>
                <a:cubicBezTo>
                  <a:pt x="7089239" y="748513"/>
                  <a:pt x="7090907" y="748672"/>
                  <a:pt x="7091935" y="749082"/>
                </a:cubicBezTo>
                <a:cubicBezTo>
                  <a:pt x="7092991" y="749470"/>
                  <a:pt x="7092880" y="749926"/>
                  <a:pt x="7091546" y="750108"/>
                </a:cubicBezTo>
                <a:cubicBezTo>
                  <a:pt x="7090351" y="750268"/>
                  <a:pt x="7088628" y="750108"/>
                  <a:pt x="7087628" y="749721"/>
                </a:cubicBezTo>
                <a:cubicBezTo>
                  <a:pt x="7086599" y="749311"/>
                  <a:pt x="7086823" y="748855"/>
                  <a:pt x="7088072" y="748672"/>
                </a:cubicBezTo>
                <a:close/>
                <a:moveTo>
                  <a:pt x="9205712" y="747601"/>
                </a:moveTo>
                <a:cubicBezTo>
                  <a:pt x="9207658" y="747236"/>
                  <a:pt x="9211602" y="747578"/>
                  <a:pt x="9214438" y="748376"/>
                </a:cubicBezTo>
                <a:cubicBezTo>
                  <a:pt x="9217327" y="749151"/>
                  <a:pt x="9218161" y="750108"/>
                  <a:pt x="9216187" y="750473"/>
                </a:cubicBezTo>
                <a:cubicBezTo>
                  <a:pt x="9214270" y="750860"/>
                  <a:pt x="9210269" y="750496"/>
                  <a:pt x="9207407" y="749698"/>
                </a:cubicBezTo>
                <a:cubicBezTo>
                  <a:pt x="9204461" y="748922"/>
                  <a:pt x="9203740" y="747988"/>
                  <a:pt x="9205712" y="747601"/>
                </a:cubicBezTo>
                <a:close/>
                <a:moveTo>
                  <a:pt x="2382520" y="747282"/>
                </a:moveTo>
                <a:cubicBezTo>
                  <a:pt x="2390466" y="748330"/>
                  <a:pt x="2395134" y="750462"/>
                  <a:pt x="2394676" y="753436"/>
                </a:cubicBezTo>
                <a:cubicBezTo>
                  <a:pt x="2393648" y="759409"/>
                  <a:pt x="2372419" y="766566"/>
                  <a:pt x="2346967" y="769370"/>
                </a:cubicBezTo>
                <a:cubicBezTo>
                  <a:pt x="2321403" y="772174"/>
                  <a:pt x="2301619" y="769507"/>
                  <a:pt x="2302730" y="763466"/>
                </a:cubicBezTo>
                <a:cubicBezTo>
                  <a:pt x="2303981" y="757448"/>
                  <a:pt x="2325460" y="750359"/>
                  <a:pt x="2350690" y="747624"/>
                </a:cubicBezTo>
                <a:cubicBezTo>
                  <a:pt x="2363347" y="746268"/>
                  <a:pt x="2374573" y="746233"/>
                  <a:pt x="2382520" y="747282"/>
                </a:cubicBezTo>
                <a:close/>
                <a:moveTo>
                  <a:pt x="8402418" y="743281"/>
                </a:moveTo>
                <a:cubicBezTo>
                  <a:pt x="8415234" y="744450"/>
                  <a:pt x="8428495" y="746837"/>
                  <a:pt x="8439192" y="750177"/>
                </a:cubicBezTo>
                <a:cubicBezTo>
                  <a:pt x="8460755" y="756833"/>
                  <a:pt x="8463895" y="764833"/>
                  <a:pt x="8446001" y="767957"/>
                </a:cubicBezTo>
                <a:cubicBezTo>
                  <a:pt x="8427968" y="771125"/>
                  <a:pt x="8395707" y="768116"/>
                  <a:pt x="8374201" y="761346"/>
                </a:cubicBezTo>
                <a:cubicBezTo>
                  <a:pt x="8352971" y="754621"/>
                  <a:pt x="8350415" y="746757"/>
                  <a:pt x="8368309" y="743703"/>
                </a:cubicBezTo>
                <a:cubicBezTo>
                  <a:pt x="8377229" y="742164"/>
                  <a:pt x="8389600" y="742113"/>
                  <a:pt x="8402418" y="743281"/>
                </a:cubicBezTo>
                <a:close/>
                <a:moveTo>
                  <a:pt x="2875870" y="742286"/>
                </a:moveTo>
                <a:cubicBezTo>
                  <a:pt x="2881664" y="743019"/>
                  <a:pt x="2885373" y="744512"/>
                  <a:pt x="2885609" y="746598"/>
                </a:cubicBezTo>
                <a:cubicBezTo>
                  <a:pt x="2886164" y="750815"/>
                  <a:pt x="2872522" y="755784"/>
                  <a:pt x="2855183" y="757745"/>
                </a:cubicBezTo>
                <a:cubicBezTo>
                  <a:pt x="2837760" y="759705"/>
                  <a:pt x="2823339" y="757881"/>
                  <a:pt x="2823005" y="753596"/>
                </a:cubicBezTo>
                <a:cubicBezTo>
                  <a:pt x="2822617" y="749424"/>
                  <a:pt x="2836315" y="744455"/>
                  <a:pt x="2853626" y="742540"/>
                </a:cubicBezTo>
                <a:cubicBezTo>
                  <a:pt x="2862198" y="741583"/>
                  <a:pt x="2870076" y="741555"/>
                  <a:pt x="2875870" y="742286"/>
                </a:cubicBezTo>
                <a:close/>
                <a:moveTo>
                  <a:pt x="7747593" y="740144"/>
                </a:moveTo>
                <a:cubicBezTo>
                  <a:pt x="7759979" y="741309"/>
                  <a:pt x="7772372" y="743680"/>
                  <a:pt x="7781848" y="746985"/>
                </a:cubicBezTo>
                <a:cubicBezTo>
                  <a:pt x="7800852" y="753641"/>
                  <a:pt x="7801075" y="761643"/>
                  <a:pt x="7781902" y="764743"/>
                </a:cubicBezTo>
                <a:cubicBezTo>
                  <a:pt x="7762840" y="767866"/>
                  <a:pt x="7731831" y="764925"/>
                  <a:pt x="7712881" y="758132"/>
                </a:cubicBezTo>
                <a:cubicBezTo>
                  <a:pt x="7694070" y="751453"/>
                  <a:pt x="7694375" y="743589"/>
                  <a:pt x="7713381" y="740534"/>
                </a:cubicBezTo>
                <a:cubicBezTo>
                  <a:pt x="7722828" y="739018"/>
                  <a:pt x="7735207" y="738979"/>
                  <a:pt x="7747593" y="740144"/>
                </a:cubicBezTo>
                <a:close/>
                <a:moveTo>
                  <a:pt x="3355395" y="739190"/>
                </a:moveTo>
                <a:cubicBezTo>
                  <a:pt x="3361342" y="738506"/>
                  <a:pt x="3366677" y="739121"/>
                  <a:pt x="3367288" y="740626"/>
                </a:cubicBezTo>
                <a:cubicBezTo>
                  <a:pt x="3367844" y="742107"/>
                  <a:pt x="3363537" y="743885"/>
                  <a:pt x="3357535" y="744592"/>
                </a:cubicBezTo>
                <a:cubicBezTo>
                  <a:pt x="3351478" y="745321"/>
                  <a:pt x="3346171" y="744615"/>
                  <a:pt x="3345642" y="743156"/>
                </a:cubicBezTo>
                <a:cubicBezTo>
                  <a:pt x="3345059" y="741629"/>
                  <a:pt x="3349449" y="739873"/>
                  <a:pt x="3355395" y="739190"/>
                </a:cubicBezTo>
                <a:close/>
                <a:moveTo>
                  <a:pt x="9350730" y="738939"/>
                </a:moveTo>
                <a:cubicBezTo>
                  <a:pt x="9351093" y="738871"/>
                  <a:pt x="9351898" y="738939"/>
                  <a:pt x="9352510" y="739099"/>
                </a:cubicBezTo>
                <a:cubicBezTo>
                  <a:pt x="9353066" y="739235"/>
                  <a:pt x="9353205" y="739440"/>
                  <a:pt x="9352815" y="739509"/>
                </a:cubicBezTo>
                <a:cubicBezTo>
                  <a:pt x="9352482" y="739600"/>
                  <a:pt x="9351649" y="739509"/>
                  <a:pt x="9351147" y="739372"/>
                </a:cubicBezTo>
                <a:cubicBezTo>
                  <a:pt x="9350536" y="739190"/>
                  <a:pt x="9350232" y="739030"/>
                  <a:pt x="9350730" y="738939"/>
                </a:cubicBezTo>
                <a:close/>
                <a:moveTo>
                  <a:pt x="7235314" y="737183"/>
                </a:moveTo>
                <a:cubicBezTo>
                  <a:pt x="7239315" y="736568"/>
                  <a:pt x="7245317" y="737138"/>
                  <a:pt x="7248790" y="738506"/>
                </a:cubicBezTo>
                <a:cubicBezTo>
                  <a:pt x="7252208" y="739805"/>
                  <a:pt x="7251680" y="741423"/>
                  <a:pt x="7247735" y="742016"/>
                </a:cubicBezTo>
                <a:cubicBezTo>
                  <a:pt x="7243706" y="742632"/>
                  <a:pt x="7237676" y="742039"/>
                  <a:pt x="7234202" y="740717"/>
                </a:cubicBezTo>
                <a:cubicBezTo>
                  <a:pt x="7230841" y="739372"/>
                  <a:pt x="7231285" y="737776"/>
                  <a:pt x="7235314" y="737183"/>
                </a:cubicBezTo>
                <a:close/>
                <a:moveTo>
                  <a:pt x="8547762" y="734870"/>
                </a:moveTo>
                <a:cubicBezTo>
                  <a:pt x="8559230" y="735901"/>
                  <a:pt x="8571206" y="738004"/>
                  <a:pt x="8580987" y="740944"/>
                </a:cubicBezTo>
                <a:cubicBezTo>
                  <a:pt x="8600578" y="746848"/>
                  <a:pt x="8603912" y="753892"/>
                  <a:pt x="8588239" y="756673"/>
                </a:cubicBezTo>
                <a:cubicBezTo>
                  <a:pt x="8572374" y="759431"/>
                  <a:pt x="8543588" y="756833"/>
                  <a:pt x="8524081" y="750838"/>
                </a:cubicBezTo>
                <a:cubicBezTo>
                  <a:pt x="8504657" y="744911"/>
                  <a:pt x="8501823" y="737913"/>
                  <a:pt x="8517580" y="735223"/>
                </a:cubicBezTo>
                <a:cubicBezTo>
                  <a:pt x="8525332" y="733878"/>
                  <a:pt x="8536293" y="733839"/>
                  <a:pt x="8547762" y="734870"/>
                </a:cubicBezTo>
                <a:close/>
                <a:moveTo>
                  <a:pt x="2246216" y="734465"/>
                </a:moveTo>
                <a:cubicBezTo>
                  <a:pt x="2255063" y="735639"/>
                  <a:pt x="2260148" y="738027"/>
                  <a:pt x="2259356" y="741355"/>
                </a:cubicBezTo>
                <a:cubicBezTo>
                  <a:pt x="2257799" y="748057"/>
                  <a:pt x="2233181" y="756058"/>
                  <a:pt x="2204227" y="759181"/>
                </a:cubicBezTo>
                <a:cubicBezTo>
                  <a:pt x="2175246" y="762327"/>
                  <a:pt x="2153183" y="759341"/>
                  <a:pt x="2155073" y="752570"/>
                </a:cubicBezTo>
                <a:cubicBezTo>
                  <a:pt x="2156851" y="745846"/>
                  <a:pt x="2181859" y="737935"/>
                  <a:pt x="2210507" y="734858"/>
                </a:cubicBezTo>
                <a:cubicBezTo>
                  <a:pt x="2224762" y="733331"/>
                  <a:pt x="2237369" y="733291"/>
                  <a:pt x="2246216" y="734465"/>
                </a:cubicBezTo>
                <a:close/>
                <a:moveTo>
                  <a:pt x="7895373" y="730736"/>
                </a:moveTo>
                <a:cubicBezTo>
                  <a:pt x="7907470" y="731862"/>
                  <a:pt x="7919668" y="734152"/>
                  <a:pt x="7929143" y="737343"/>
                </a:cubicBezTo>
                <a:cubicBezTo>
                  <a:pt x="7948205" y="743795"/>
                  <a:pt x="7949039" y="751499"/>
                  <a:pt x="7930728" y="754485"/>
                </a:cubicBezTo>
                <a:cubicBezTo>
                  <a:pt x="7912416" y="757494"/>
                  <a:pt x="7882046" y="754622"/>
                  <a:pt x="7863122" y="748125"/>
                </a:cubicBezTo>
                <a:cubicBezTo>
                  <a:pt x="7844338" y="741674"/>
                  <a:pt x="7844006" y="734061"/>
                  <a:pt x="7862206" y="731120"/>
                </a:cubicBezTo>
                <a:cubicBezTo>
                  <a:pt x="7871278" y="729650"/>
                  <a:pt x="7883276" y="729611"/>
                  <a:pt x="7895373" y="730736"/>
                </a:cubicBezTo>
                <a:close/>
                <a:moveTo>
                  <a:pt x="2734985" y="730287"/>
                </a:moveTo>
                <a:cubicBezTo>
                  <a:pt x="2741237" y="731080"/>
                  <a:pt x="2745148" y="732692"/>
                  <a:pt x="2745231" y="734949"/>
                </a:cubicBezTo>
                <a:cubicBezTo>
                  <a:pt x="2745481" y="739463"/>
                  <a:pt x="2730227" y="744888"/>
                  <a:pt x="2711165" y="746985"/>
                </a:cubicBezTo>
                <a:cubicBezTo>
                  <a:pt x="2692131" y="749105"/>
                  <a:pt x="2676515" y="747099"/>
                  <a:pt x="2676515" y="742540"/>
                </a:cubicBezTo>
                <a:cubicBezTo>
                  <a:pt x="2676460" y="737981"/>
                  <a:pt x="2691798" y="732646"/>
                  <a:pt x="2710693" y="730549"/>
                </a:cubicBezTo>
                <a:cubicBezTo>
                  <a:pt x="2720140" y="729524"/>
                  <a:pt x="2728733" y="729495"/>
                  <a:pt x="2734985" y="730287"/>
                </a:cubicBezTo>
                <a:close/>
                <a:moveTo>
                  <a:pt x="2092358" y="728052"/>
                </a:moveTo>
                <a:cubicBezTo>
                  <a:pt x="2097672" y="728767"/>
                  <a:pt x="2100625" y="730219"/>
                  <a:pt x="2100000" y="732237"/>
                </a:cubicBezTo>
                <a:cubicBezTo>
                  <a:pt x="2098693" y="736272"/>
                  <a:pt x="2083355" y="741104"/>
                  <a:pt x="2065599" y="742973"/>
                </a:cubicBezTo>
                <a:cubicBezTo>
                  <a:pt x="2047844" y="744865"/>
                  <a:pt x="2034618" y="743087"/>
                  <a:pt x="2036090" y="739007"/>
                </a:cubicBezTo>
                <a:cubicBezTo>
                  <a:pt x="2037508" y="734927"/>
                  <a:pt x="2052929" y="730140"/>
                  <a:pt x="2070546" y="728293"/>
                </a:cubicBezTo>
                <a:cubicBezTo>
                  <a:pt x="2079369" y="727359"/>
                  <a:pt x="2087044" y="727336"/>
                  <a:pt x="2092358" y="728052"/>
                </a:cubicBezTo>
                <a:close/>
                <a:moveTo>
                  <a:pt x="3210044" y="726675"/>
                </a:moveTo>
                <a:cubicBezTo>
                  <a:pt x="3218853" y="725694"/>
                  <a:pt x="3226577" y="726629"/>
                  <a:pt x="3227300" y="728817"/>
                </a:cubicBezTo>
                <a:cubicBezTo>
                  <a:pt x="3227993" y="730982"/>
                  <a:pt x="3221409" y="733558"/>
                  <a:pt x="3212461" y="734562"/>
                </a:cubicBezTo>
                <a:cubicBezTo>
                  <a:pt x="3203680" y="735565"/>
                  <a:pt x="3195929" y="734608"/>
                  <a:pt x="3195345" y="732442"/>
                </a:cubicBezTo>
                <a:cubicBezTo>
                  <a:pt x="3194622" y="730253"/>
                  <a:pt x="3201319" y="727678"/>
                  <a:pt x="3210044" y="726675"/>
                </a:cubicBezTo>
                <a:close/>
                <a:moveTo>
                  <a:pt x="7376747" y="724441"/>
                </a:moveTo>
                <a:cubicBezTo>
                  <a:pt x="7385667" y="723073"/>
                  <a:pt x="7399477" y="724373"/>
                  <a:pt x="7407534" y="727381"/>
                </a:cubicBezTo>
                <a:cubicBezTo>
                  <a:pt x="7415648" y="730413"/>
                  <a:pt x="7414926" y="733992"/>
                  <a:pt x="7405951" y="735428"/>
                </a:cubicBezTo>
                <a:cubicBezTo>
                  <a:pt x="7396948" y="736818"/>
                  <a:pt x="7383082" y="735473"/>
                  <a:pt x="7374997" y="732465"/>
                </a:cubicBezTo>
                <a:cubicBezTo>
                  <a:pt x="7366882" y="729410"/>
                  <a:pt x="7367800" y="725809"/>
                  <a:pt x="7376747" y="724441"/>
                </a:cubicBezTo>
                <a:close/>
                <a:moveTo>
                  <a:pt x="8690073" y="723626"/>
                </a:moveTo>
                <a:cubicBezTo>
                  <a:pt x="8703257" y="724795"/>
                  <a:pt x="8717102" y="727176"/>
                  <a:pt x="8728451" y="730504"/>
                </a:cubicBezTo>
                <a:cubicBezTo>
                  <a:pt x="8751404" y="737206"/>
                  <a:pt x="8755765" y="745184"/>
                  <a:pt x="8738065" y="748330"/>
                </a:cubicBezTo>
                <a:cubicBezTo>
                  <a:pt x="8720365" y="751498"/>
                  <a:pt x="8687355" y="748535"/>
                  <a:pt x="8664515" y="741696"/>
                </a:cubicBezTo>
                <a:cubicBezTo>
                  <a:pt x="8641756" y="734995"/>
                  <a:pt x="8637840" y="727108"/>
                  <a:pt x="8655651" y="724030"/>
                </a:cubicBezTo>
                <a:cubicBezTo>
                  <a:pt x="8664362" y="722503"/>
                  <a:pt x="8676888" y="722458"/>
                  <a:pt x="8690073" y="723626"/>
                </a:cubicBezTo>
                <a:close/>
                <a:moveTo>
                  <a:pt x="1931280" y="723187"/>
                </a:moveTo>
                <a:cubicBezTo>
                  <a:pt x="1934419" y="722845"/>
                  <a:pt x="1936671" y="723187"/>
                  <a:pt x="1936448" y="723825"/>
                </a:cubicBezTo>
                <a:cubicBezTo>
                  <a:pt x="1936114" y="724532"/>
                  <a:pt x="1933419" y="725352"/>
                  <a:pt x="1930362" y="725694"/>
                </a:cubicBezTo>
                <a:cubicBezTo>
                  <a:pt x="1927251" y="725991"/>
                  <a:pt x="1924944" y="725694"/>
                  <a:pt x="1925222" y="725011"/>
                </a:cubicBezTo>
                <a:cubicBezTo>
                  <a:pt x="1925583" y="724327"/>
                  <a:pt x="1928306" y="723506"/>
                  <a:pt x="1931280" y="723187"/>
                </a:cubicBezTo>
                <a:close/>
                <a:moveTo>
                  <a:pt x="8041341" y="721013"/>
                </a:moveTo>
                <a:cubicBezTo>
                  <a:pt x="8053612" y="722144"/>
                  <a:pt x="8066076" y="724441"/>
                  <a:pt x="8075884" y="727633"/>
                </a:cubicBezTo>
                <a:cubicBezTo>
                  <a:pt x="8095640" y="734083"/>
                  <a:pt x="8097112" y="741765"/>
                  <a:pt x="8078885" y="744775"/>
                </a:cubicBezTo>
                <a:cubicBezTo>
                  <a:pt x="8060713" y="747806"/>
                  <a:pt x="8029924" y="744956"/>
                  <a:pt x="8010309" y="738437"/>
                </a:cubicBezTo>
                <a:cubicBezTo>
                  <a:pt x="7990914" y="731940"/>
                  <a:pt x="7989914" y="724349"/>
                  <a:pt x="8007945" y="721386"/>
                </a:cubicBezTo>
                <a:cubicBezTo>
                  <a:pt x="8016991" y="719917"/>
                  <a:pt x="8029070" y="719882"/>
                  <a:pt x="8041341" y="721013"/>
                </a:cubicBezTo>
                <a:close/>
                <a:moveTo>
                  <a:pt x="2598879" y="717577"/>
                </a:moveTo>
                <a:cubicBezTo>
                  <a:pt x="2606187" y="718514"/>
                  <a:pt x="2610661" y="720418"/>
                  <a:pt x="2610578" y="723073"/>
                </a:cubicBezTo>
                <a:cubicBezTo>
                  <a:pt x="2610328" y="728384"/>
                  <a:pt x="2591877" y="734721"/>
                  <a:pt x="2569148" y="737183"/>
                </a:cubicBezTo>
                <a:cubicBezTo>
                  <a:pt x="2546474" y="739691"/>
                  <a:pt x="2528190" y="737320"/>
                  <a:pt x="2528663" y="731963"/>
                </a:cubicBezTo>
                <a:cubicBezTo>
                  <a:pt x="2528968" y="726606"/>
                  <a:pt x="2547669" y="720315"/>
                  <a:pt x="2570176" y="717875"/>
                </a:cubicBezTo>
                <a:cubicBezTo>
                  <a:pt x="2581430" y="716668"/>
                  <a:pt x="2591572" y="716639"/>
                  <a:pt x="2598879" y="717577"/>
                </a:cubicBezTo>
                <a:close/>
                <a:moveTo>
                  <a:pt x="3085008" y="713246"/>
                </a:moveTo>
                <a:cubicBezTo>
                  <a:pt x="3089798" y="713836"/>
                  <a:pt x="3092980" y="715039"/>
                  <a:pt x="3093424" y="716714"/>
                </a:cubicBezTo>
                <a:cubicBezTo>
                  <a:pt x="3094202" y="720110"/>
                  <a:pt x="3083588" y="724076"/>
                  <a:pt x="3069639" y="725695"/>
                </a:cubicBezTo>
                <a:cubicBezTo>
                  <a:pt x="3055746" y="727222"/>
                  <a:pt x="3043741" y="725740"/>
                  <a:pt x="3043020" y="722367"/>
                </a:cubicBezTo>
                <a:cubicBezTo>
                  <a:pt x="3042269" y="718993"/>
                  <a:pt x="3053022" y="714981"/>
                  <a:pt x="3066944" y="713454"/>
                </a:cubicBezTo>
                <a:cubicBezTo>
                  <a:pt x="3073821" y="712679"/>
                  <a:pt x="3080219" y="712656"/>
                  <a:pt x="3085008" y="713246"/>
                </a:cubicBezTo>
                <a:close/>
                <a:moveTo>
                  <a:pt x="8830504" y="712682"/>
                </a:moveTo>
                <a:cubicBezTo>
                  <a:pt x="8845209" y="713978"/>
                  <a:pt x="8860728" y="716611"/>
                  <a:pt x="8873635" y="720269"/>
                </a:cubicBezTo>
                <a:cubicBezTo>
                  <a:pt x="8899700" y="727678"/>
                  <a:pt x="8905396" y="736522"/>
                  <a:pt x="8886083" y="739964"/>
                </a:cubicBezTo>
                <a:cubicBezTo>
                  <a:pt x="8866659" y="743452"/>
                  <a:pt x="8829621" y="740146"/>
                  <a:pt x="8803640" y="732646"/>
                </a:cubicBezTo>
                <a:cubicBezTo>
                  <a:pt x="8777884" y="725216"/>
                  <a:pt x="8772992" y="716485"/>
                  <a:pt x="8792248" y="713111"/>
                </a:cubicBezTo>
                <a:cubicBezTo>
                  <a:pt x="8801903" y="711425"/>
                  <a:pt x="8815798" y="711385"/>
                  <a:pt x="8830504" y="712682"/>
                </a:cubicBezTo>
                <a:close/>
                <a:moveTo>
                  <a:pt x="1795932" y="712428"/>
                </a:moveTo>
                <a:cubicBezTo>
                  <a:pt x="1798460" y="712177"/>
                  <a:pt x="1800100" y="712405"/>
                  <a:pt x="1799794" y="712929"/>
                </a:cubicBezTo>
                <a:cubicBezTo>
                  <a:pt x="1799600" y="713476"/>
                  <a:pt x="1797404" y="714114"/>
                  <a:pt x="1794987" y="714342"/>
                </a:cubicBezTo>
                <a:cubicBezTo>
                  <a:pt x="1792542" y="714593"/>
                  <a:pt x="1790958" y="714365"/>
                  <a:pt x="1791236" y="713818"/>
                </a:cubicBezTo>
                <a:cubicBezTo>
                  <a:pt x="1791458" y="713271"/>
                  <a:pt x="1793570" y="712678"/>
                  <a:pt x="1795932" y="712428"/>
                </a:cubicBezTo>
                <a:close/>
                <a:moveTo>
                  <a:pt x="7540441" y="711493"/>
                </a:moveTo>
                <a:cubicBezTo>
                  <a:pt x="7549323" y="712325"/>
                  <a:pt x="7558082" y="714023"/>
                  <a:pt x="7564612" y="716394"/>
                </a:cubicBezTo>
                <a:cubicBezTo>
                  <a:pt x="7577866" y="721113"/>
                  <a:pt x="7577283" y="726789"/>
                  <a:pt x="7563250" y="729022"/>
                </a:cubicBezTo>
                <a:cubicBezTo>
                  <a:pt x="7549080" y="731256"/>
                  <a:pt x="7526878" y="729137"/>
                  <a:pt x="7513790" y="724349"/>
                </a:cubicBezTo>
                <a:cubicBezTo>
                  <a:pt x="7500675" y="719585"/>
                  <a:pt x="7501508" y="713954"/>
                  <a:pt x="7515541" y="711789"/>
                </a:cubicBezTo>
                <a:cubicBezTo>
                  <a:pt x="7522557" y="710695"/>
                  <a:pt x="7531560" y="710661"/>
                  <a:pt x="7540441" y="711493"/>
                </a:cubicBezTo>
                <a:close/>
                <a:moveTo>
                  <a:pt x="8185430" y="711084"/>
                </a:moveTo>
                <a:cubicBezTo>
                  <a:pt x="8198180" y="712240"/>
                  <a:pt x="8211233" y="714594"/>
                  <a:pt x="8221570" y="717876"/>
                </a:cubicBezTo>
                <a:cubicBezTo>
                  <a:pt x="8242465" y="724464"/>
                  <a:pt x="8244660" y="732351"/>
                  <a:pt x="8226208" y="735474"/>
                </a:cubicBezTo>
                <a:cubicBezTo>
                  <a:pt x="8207648" y="738574"/>
                  <a:pt x="8175638" y="735633"/>
                  <a:pt x="8154827" y="728932"/>
                </a:cubicBezTo>
                <a:cubicBezTo>
                  <a:pt x="8134375" y="722298"/>
                  <a:pt x="8132708" y="714479"/>
                  <a:pt x="8151103" y="711471"/>
                </a:cubicBezTo>
                <a:cubicBezTo>
                  <a:pt x="8160231" y="709966"/>
                  <a:pt x="8172678" y="709926"/>
                  <a:pt x="8185430" y="711084"/>
                </a:cubicBezTo>
                <a:close/>
                <a:moveTo>
                  <a:pt x="7038696" y="707686"/>
                </a:moveTo>
                <a:cubicBezTo>
                  <a:pt x="7039168" y="707618"/>
                  <a:pt x="7039919" y="707686"/>
                  <a:pt x="7040224" y="707845"/>
                </a:cubicBezTo>
                <a:cubicBezTo>
                  <a:pt x="7040585" y="707983"/>
                  <a:pt x="7040502" y="708165"/>
                  <a:pt x="7040029" y="708233"/>
                </a:cubicBezTo>
                <a:cubicBezTo>
                  <a:pt x="7039613" y="708324"/>
                  <a:pt x="7038890" y="708233"/>
                  <a:pt x="7038501" y="708074"/>
                </a:cubicBezTo>
                <a:cubicBezTo>
                  <a:pt x="7038112" y="707960"/>
                  <a:pt x="7038140" y="707755"/>
                  <a:pt x="7038696" y="707686"/>
                </a:cubicBezTo>
                <a:close/>
                <a:moveTo>
                  <a:pt x="8971770" y="705949"/>
                </a:moveTo>
                <a:cubicBezTo>
                  <a:pt x="8983593" y="706974"/>
                  <a:pt x="8996160" y="709065"/>
                  <a:pt x="9006678" y="711995"/>
                </a:cubicBezTo>
                <a:cubicBezTo>
                  <a:pt x="9027935" y="717853"/>
                  <a:pt x="9033047" y="724874"/>
                  <a:pt x="9017821" y="727609"/>
                </a:cubicBezTo>
                <a:cubicBezTo>
                  <a:pt x="9002427" y="730368"/>
                  <a:pt x="8972861" y="727769"/>
                  <a:pt x="8951715" y="721819"/>
                </a:cubicBezTo>
                <a:cubicBezTo>
                  <a:pt x="8930711" y="715916"/>
                  <a:pt x="8926069" y="708986"/>
                  <a:pt x="8941323" y="706296"/>
                </a:cubicBezTo>
                <a:cubicBezTo>
                  <a:pt x="8948867" y="704963"/>
                  <a:pt x="8959947" y="704923"/>
                  <a:pt x="8971770" y="705949"/>
                </a:cubicBezTo>
                <a:close/>
                <a:moveTo>
                  <a:pt x="2464517" y="705224"/>
                </a:moveTo>
                <a:cubicBezTo>
                  <a:pt x="2472742" y="706279"/>
                  <a:pt x="2477661" y="708427"/>
                  <a:pt x="2477369" y="711425"/>
                </a:cubicBezTo>
                <a:cubicBezTo>
                  <a:pt x="2476701" y="717442"/>
                  <a:pt x="2455084" y="724623"/>
                  <a:pt x="2428964" y="727427"/>
                </a:cubicBezTo>
                <a:cubicBezTo>
                  <a:pt x="2402789" y="730230"/>
                  <a:pt x="2382366" y="727586"/>
                  <a:pt x="2383228" y="721500"/>
                </a:cubicBezTo>
                <a:cubicBezTo>
                  <a:pt x="2384256" y="715459"/>
                  <a:pt x="2405984" y="708324"/>
                  <a:pt x="2431826" y="705589"/>
                </a:cubicBezTo>
                <a:cubicBezTo>
                  <a:pt x="2444761" y="704209"/>
                  <a:pt x="2456292" y="704170"/>
                  <a:pt x="2464517" y="705224"/>
                </a:cubicBezTo>
                <a:close/>
                <a:moveTo>
                  <a:pt x="9101012" y="702808"/>
                </a:moveTo>
                <a:cubicBezTo>
                  <a:pt x="9107543" y="701623"/>
                  <a:pt x="9120462" y="702740"/>
                  <a:pt x="9129994" y="705316"/>
                </a:cubicBezTo>
                <a:cubicBezTo>
                  <a:pt x="9139580" y="707891"/>
                  <a:pt x="9141887" y="710924"/>
                  <a:pt x="9135439" y="712109"/>
                </a:cubicBezTo>
                <a:cubicBezTo>
                  <a:pt x="9128827" y="713317"/>
                  <a:pt x="9115738" y="712200"/>
                  <a:pt x="9106237" y="709601"/>
                </a:cubicBezTo>
                <a:cubicBezTo>
                  <a:pt x="9096678" y="707003"/>
                  <a:pt x="9094428" y="703994"/>
                  <a:pt x="9101012" y="702808"/>
                </a:cubicBezTo>
                <a:close/>
                <a:moveTo>
                  <a:pt x="8327889" y="701703"/>
                </a:moveTo>
                <a:cubicBezTo>
                  <a:pt x="8340684" y="702843"/>
                  <a:pt x="8353904" y="705167"/>
                  <a:pt x="8364532" y="708416"/>
                </a:cubicBezTo>
                <a:cubicBezTo>
                  <a:pt x="8385732" y="714958"/>
                  <a:pt x="8388455" y="722754"/>
                  <a:pt x="8370420" y="725809"/>
                </a:cubicBezTo>
                <a:cubicBezTo>
                  <a:pt x="8352222" y="728886"/>
                  <a:pt x="8320128" y="725991"/>
                  <a:pt x="8299010" y="719381"/>
                </a:cubicBezTo>
                <a:cubicBezTo>
                  <a:pt x="8278003" y="712793"/>
                  <a:pt x="8275753" y="705088"/>
                  <a:pt x="8293786" y="702102"/>
                </a:cubicBezTo>
                <a:cubicBezTo>
                  <a:pt x="8302720" y="700608"/>
                  <a:pt x="8315093" y="700563"/>
                  <a:pt x="8327889" y="701703"/>
                </a:cubicBezTo>
                <a:close/>
                <a:moveTo>
                  <a:pt x="2947885" y="701093"/>
                </a:moveTo>
                <a:cubicBezTo>
                  <a:pt x="2953574" y="701794"/>
                  <a:pt x="2957257" y="703219"/>
                  <a:pt x="2957631" y="705202"/>
                </a:cubicBezTo>
                <a:cubicBezTo>
                  <a:pt x="2958243" y="709236"/>
                  <a:pt x="2945210" y="714024"/>
                  <a:pt x="2928316" y="715870"/>
                </a:cubicBezTo>
                <a:cubicBezTo>
                  <a:pt x="2911450" y="717739"/>
                  <a:pt x="2897223" y="715961"/>
                  <a:pt x="2896640" y="711926"/>
                </a:cubicBezTo>
                <a:cubicBezTo>
                  <a:pt x="2896250" y="707914"/>
                  <a:pt x="2909338" y="703150"/>
                  <a:pt x="2926094" y="701327"/>
                </a:cubicBezTo>
                <a:cubicBezTo>
                  <a:pt x="2934499" y="700415"/>
                  <a:pt x="2942196" y="700392"/>
                  <a:pt x="2947885" y="701093"/>
                </a:cubicBezTo>
                <a:close/>
                <a:moveTo>
                  <a:pt x="7686098" y="699044"/>
                </a:moveTo>
                <a:cubicBezTo>
                  <a:pt x="7698161" y="700159"/>
                  <a:pt x="7710186" y="702421"/>
                  <a:pt x="7719327" y="705567"/>
                </a:cubicBezTo>
                <a:cubicBezTo>
                  <a:pt x="7737694" y="711927"/>
                  <a:pt x="7737527" y="719495"/>
                  <a:pt x="7718827" y="722503"/>
                </a:cubicBezTo>
                <a:cubicBezTo>
                  <a:pt x="7700016" y="725467"/>
                  <a:pt x="7669839" y="722663"/>
                  <a:pt x="7651528" y="716235"/>
                </a:cubicBezTo>
                <a:cubicBezTo>
                  <a:pt x="7633439" y="709852"/>
                  <a:pt x="7634051" y="702307"/>
                  <a:pt x="7652639" y="699412"/>
                </a:cubicBezTo>
                <a:cubicBezTo>
                  <a:pt x="7661933" y="697965"/>
                  <a:pt x="7674035" y="697930"/>
                  <a:pt x="7686098" y="699044"/>
                </a:cubicBezTo>
                <a:close/>
                <a:moveTo>
                  <a:pt x="3421417" y="698295"/>
                </a:moveTo>
                <a:cubicBezTo>
                  <a:pt x="3427279" y="697656"/>
                  <a:pt x="3432531" y="698271"/>
                  <a:pt x="3433170" y="699685"/>
                </a:cubicBezTo>
                <a:cubicBezTo>
                  <a:pt x="3433698" y="701121"/>
                  <a:pt x="3429502" y="702808"/>
                  <a:pt x="3423695" y="703469"/>
                </a:cubicBezTo>
                <a:cubicBezTo>
                  <a:pt x="3417915" y="704130"/>
                  <a:pt x="3412608" y="703492"/>
                  <a:pt x="3412024" y="702056"/>
                </a:cubicBezTo>
                <a:cubicBezTo>
                  <a:pt x="3411441" y="700665"/>
                  <a:pt x="3415637" y="698955"/>
                  <a:pt x="3421417" y="698295"/>
                </a:cubicBezTo>
                <a:close/>
                <a:moveTo>
                  <a:pt x="9252756" y="697428"/>
                </a:moveTo>
                <a:cubicBezTo>
                  <a:pt x="9253756" y="697269"/>
                  <a:pt x="9255645" y="697405"/>
                  <a:pt x="9257035" y="697793"/>
                </a:cubicBezTo>
                <a:cubicBezTo>
                  <a:pt x="9258423" y="698181"/>
                  <a:pt x="9258897" y="698591"/>
                  <a:pt x="9257925" y="698774"/>
                </a:cubicBezTo>
                <a:cubicBezTo>
                  <a:pt x="9257006" y="698933"/>
                  <a:pt x="9255006" y="698774"/>
                  <a:pt x="9253615" y="698431"/>
                </a:cubicBezTo>
                <a:cubicBezTo>
                  <a:pt x="9252198" y="698021"/>
                  <a:pt x="9251923" y="697588"/>
                  <a:pt x="9252756" y="697428"/>
                </a:cubicBezTo>
                <a:close/>
                <a:moveTo>
                  <a:pt x="7183464" y="697428"/>
                </a:moveTo>
                <a:cubicBezTo>
                  <a:pt x="7185492" y="697109"/>
                  <a:pt x="7188605" y="697405"/>
                  <a:pt x="7190383" y="698067"/>
                </a:cubicBezTo>
                <a:cubicBezTo>
                  <a:pt x="7192078" y="698750"/>
                  <a:pt x="7191801" y="699526"/>
                  <a:pt x="7189772" y="699867"/>
                </a:cubicBezTo>
                <a:cubicBezTo>
                  <a:pt x="7187716" y="700186"/>
                  <a:pt x="7184687" y="699867"/>
                  <a:pt x="7182881" y="699207"/>
                </a:cubicBezTo>
                <a:cubicBezTo>
                  <a:pt x="7181158" y="698546"/>
                  <a:pt x="7181436" y="697770"/>
                  <a:pt x="7183464" y="697428"/>
                </a:cubicBezTo>
                <a:close/>
                <a:moveTo>
                  <a:pt x="2331823" y="693189"/>
                </a:moveTo>
                <a:cubicBezTo>
                  <a:pt x="2340833" y="694345"/>
                  <a:pt x="2346105" y="696699"/>
                  <a:pt x="2345550" y="699981"/>
                </a:cubicBezTo>
                <a:cubicBezTo>
                  <a:pt x="2344327" y="706592"/>
                  <a:pt x="2319791" y="714502"/>
                  <a:pt x="2290588" y="717625"/>
                </a:cubicBezTo>
                <a:cubicBezTo>
                  <a:pt x="2261328" y="720748"/>
                  <a:pt x="2238932" y="717785"/>
                  <a:pt x="2240517" y="711082"/>
                </a:cubicBezTo>
                <a:cubicBezTo>
                  <a:pt x="2242156" y="704426"/>
                  <a:pt x="2266858" y="696607"/>
                  <a:pt x="2295672" y="693576"/>
                </a:cubicBezTo>
                <a:cubicBezTo>
                  <a:pt x="2310066" y="692072"/>
                  <a:pt x="2322813" y="692032"/>
                  <a:pt x="2331823" y="693189"/>
                </a:cubicBezTo>
                <a:close/>
                <a:moveTo>
                  <a:pt x="8468623" y="692164"/>
                </a:moveTo>
                <a:cubicBezTo>
                  <a:pt x="8481715" y="693320"/>
                  <a:pt x="8495309" y="695674"/>
                  <a:pt x="8506327" y="698956"/>
                </a:cubicBezTo>
                <a:cubicBezTo>
                  <a:pt x="8528556" y="705567"/>
                  <a:pt x="8532002" y="713454"/>
                  <a:pt x="8513885" y="716577"/>
                </a:cubicBezTo>
                <a:cubicBezTo>
                  <a:pt x="8495601" y="719677"/>
                  <a:pt x="8462728" y="716736"/>
                  <a:pt x="8440638" y="710035"/>
                </a:cubicBezTo>
                <a:cubicBezTo>
                  <a:pt x="8418687" y="703401"/>
                  <a:pt x="8415769" y="695560"/>
                  <a:pt x="8433941" y="692551"/>
                </a:cubicBezTo>
                <a:cubicBezTo>
                  <a:pt x="8442945" y="691047"/>
                  <a:pt x="8455533" y="691006"/>
                  <a:pt x="8468623" y="692164"/>
                </a:cubicBezTo>
                <a:close/>
                <a:moveTo>
                  <a:pt x="7829667" y="689809"/>
                </a:moveTo>
                <a:cubicBezTo>
                  <a:pt x="7841726" y="690914"/>
                  <a:pt x="7853841" y="693155"/>
                  <a:pt x="7863206" y="696266"/>
                </a:cubicBezTo>
                <a:cubicBezTo>
                  <a:pt x="7882044" y="702557"/>
                  <a:pt x="7882517" y="710057"/>
                  <a:pt x="7864095" y="712952"/>
                </a:cubicBezTo>
                <a:cubicBezTo>
                  <a:pt x="7845673" y="715938"/>
                  <a:pt x="7815440" y="713134"/>
                  <a:pt x="7796740" y="706774"/>
                </a:cubicBezTo>
                <a:cubicBezTo>
                  <a:pt x="7778151" y="700460"/>
                  <a:pt x="7778068" y="693029"/>
                  <a:pt x="7796463" y="690157"/>
                </a:cubicBezTo>
                <a:cubicBezTo>
                  <a:pt x="7805605" y="688732"/>
                  <a:pt x="7817608" y="688704"/>
                  <a:pt x="7829667" y="689809"/>
                </a:cubicBezTo>
                <a:close/>
                <a:moveTo>
                  <a:pt x="2812461" y="689268"/>
                </a:moveTo>
                <a:cubicBezTo>
                  <a:pt x="2818900" y="690066"/>
                  <a:pt x="2822964" y="691696"/>
                  <a:pt x="2823117" y="693964"/>
                </a:cubicBezTo>
                <a:cubicBezTo>
                  <a:pt x="2823644" y="698477"/>
                  <a:pt x="2808195" y="703948"/>
                  <a:pt x="2788773" y="706045"/>
                </a:cubicBezTo>
                <a:cubicBezTo>
                  <a:pt x="2769210" y="708188"/>
                  <a:pt x="2753178" y="706136"/>
                  <a:pt x="2752983" y="701577"/>
                </a:cubicBezTo>
                <a:cubicBezTo>
                  <a:pt x="2752733" y="697018"/>
                  <a:pt x="2768210" y="691639"/>
                  <a:pt x="2787550" y="689564"/>
                </a:cubicBezTo>
                <a:cubicBezTo>
                  <a:pt x="2797206" y="688504"/>
                  <a:pt x="2806021" y="688470"/>
                  <a:pt x="2812461" y="689268"/>
                </a:cubicBezTo>
                <a:close/>
                <a:moveTo>
                  <a:pt x="3280094" y="685643"/>
                </a:moveTo>
                <a:cubicBezTo>
                  <a:pt x="3290514" y="684503"/>
                  <a:pt x="3299656" y="685598"/>
                  <a:pt x="3300601" y="688082"/>
                </a:cubicBezTo>
                <a:cubicBezTo>
                  <a:pt x="3301518" y="690612"/>
                  <a:pt x="3293737" y="693598"/>
                  <a:pt x="3283373" y="694762"/>
                </a:cubicBezTo>
                <a:cubicBezTo>
                  <a:pt x="3272898" y="695924"/>
                  <a:pt x="3263701" y="694829"/>
                  <a:pt x="3262811" y="692322"/>
                </a:cubicBezTo>
                <a:cubicBezTo>
                  <a:pt x="3261921" y="689814"/>
                  <a:pt x="3269730" y="686829"/>
                  <a:pt x="3280094" y="685643"/>
                </a:cubicBezTo>
                <a:close/>
                <a:moveTo>
                  <a:pt x="7321814" y="685530"/>
                </a:moveTo>
                <a:cubicBezTo>
                  <a:pt x="7328426" y="684550"/>
                  <a:pt x="7338458" y="685484"/>
                  <a:pt x="7344210" y="687627"/>
                </a:cubicBezTo>
                <a:cubicBezTo>
                  <a:pt x="7349961" y="689770"/>
                  <a:pt x="7349349" y="692322"/>
                  <a:pt x="7342819" y="693325"/>
                </a:cubicBezTo>
                <a:cubicBezTo>
                  <a:pt x="7336123" y="694329"/>
                  <a:pt x="7326120" y="693371"/>
                  <a:pt x="7320313" y="691228"/>
                </a:cubicBezTo>
                <a:cubicBezTo>
                  <a:pt x="7314616" y="689040"/>
                  <a:pt x="7315255" y="686510"/>
                  <a:pt x="7321814" y="685530"/>
                </a:cubicBezTo>
                <a:close/>
                <a:moveTo>
                  <a:pt x="2197128" y="682536"/>
                </a:moveTo>
                <a:cubicBezTo>
                  <a:pt x="2205985" y="683678"/>
                  <a:pt x="2211022" y="686009"/>
                  <a:pt x="2210146" y="689268"/>
                </a:cubicBezTo>
                <a:cubicBezTo>
                  <a:pt x="2208562" y="695787"/>
                  <a:pt x="2183443" y="703606"/>
                  <a:pt x="2154295" y="706660"/>
                </a:cubicBezTo>
                <a:cubicBezTo>
                  <a:pt x="2124924" y="709738"/>
                  <a:pt x="2102973" y="706843"/>
                  <a:pt x="2105085" y="700210"/>
                </a:cubicBezTo>
                <a:cubicBezTo>
                  <a:pt x="2107169" y="693644"/>
                  <a:pt x="2132343" y="685918"/>
                  <a:pt x="2161186" y="682931"/>
                </a:cubicBezTo>
                <a:cubicBezTo>
                  <a:pt x="2175594" y="681438"/>
                  <a:pt x="2188272" y="681393"/>
                  <a:pt x="2197128" y="682536"/>
                </a:cubicBezTo>
                <a:close/>
                <a:moveTo>
                  <a:pt x="8607312" y="682008"/>
                </a:moveTo>
                <a:cubicBezTo>
                  <a:pt x="8621464" y="683245"/>
                  <a:pt x="8636254" y="685758"/>
                  <a:pt x="8648342" y="689268"/>
                </a:cubicBezTo>
                <a:cubicBezTo>
                  <a:pt x="8672766" y="696335"/>
                  <a:pt x="8677157" y="704746"/>
                  <a:pt x="8657929" y="708051"/>
                </a:cubicBezTo>
                <a:cubicBezTo>
                  <a:pt x="8638673" y="711379"/>
                  <a:pt x="8603105" y="708211"/>
                  <a:pt x="8578848" y="701054"/>
                </a:cubicBezTo>
                <a:cubicBezTo>
                  <a:pt x="8554729" y="693987"/>
                  <a:pt x="8550838" y="685644"/>
                  <a:pt x="8570094" y="682407"/>
                </a:cubicBezTo>
                <a:cubicBezTo>
                  <a:pt x="8579640" y="680812"/>
                  <a:pt x="8593157" y="680772"/>
                  <a:pt x="8607312" y="682008"/>
                </a:cubicBezTo>
                <a:close/>
                <a:moveTo>
                  <a:pt x="7971764" y="681204"/>
                </a:moveTo>
                <a:cubicBezTo>
                  <a:pt x="7983286" y="682241"/>
                  <a:pt x="7994956" y="684355"/>
                  <a:pt x="8004057" y="687307"/>
                </a:cubicBezTo>
                <a:cubicBezTo>
                  <a:pt x="8022284" y="693234"/>
                  <a:pt x="8023395" y="700278"/>
                  <a:pt x="8006140" y="703059"/>
                </a:cubicBezTo>
                <a:cubicBezTo>
                  <a:pt x="7989024" y="705840"/>
                  <a:pt x="7960070" y="703241"/>
                  <a:pt x="7941870" y="697246"/>
                </a:cubicBezTo>
                <a:cubicBezTo>
                  <a:pt x="7923836" y="691274"/>
                  <a:pt x="7923224" y="684275"/>
                  <a:pt x="7940370" y="681563"/>
                </a:cubicBezTo>
                <a:cubicBezTo>
                  <a:pt x="7948872" y="680207"/>
                  <a:pt x="7960244" y="680167"/>
                  <a:pt x="7971764" y="681204"/>
                </a:cubicBezTo>
                <a:close/>
                <a:moveTo>
                  <a:pt x="2025754" y="679944"/>
                </a:moveTo>
                <a:cubicBezTo>
                  <a:pt x="2036007" y="678897"/>
                  <a:pt x="2043537" y="679876"/>
                  <a:pt x="2042815" y="682179"/>
                </a:cubicBezTo>
                <a:cubicBezTo>
                  <a:pt x="2041925" y="684435"/>
                  <a:pt x="2032923" y="687125"/>
                  <a:pt x="2022726" y="688242"/>
                </a:cubicBezTo>
                <a:cubicBezTo>
                  <a:pt x="2012361" y="689268"/>
                  <a:pt x="2004803" y="688265"/>
                  <a:pt x="2005720" y="685963"/>
                </a:cubicBezTo>
                <a:cubicBezTo>
                  <a:pt x="2006553" y="683683"/>
                  <a:pt x="2015529" y="681016"/>
                  <a:pt x="2025754" y="679944"/>
                </a:cubicBezTo>
                <a:close/>
                <a:moveTo>
                  <a:pt x="9524118" y="679443"/>
                </a:moveTo>
                <a:cubicBezTo>
                  <a:pt x="9524451" y="679397"/>
                  <a:pt x="9525231" y="679443"/>
                  <a:pt x="9525897" y="679603"/>
                </a:cubicBezTo>
                <a:cubicBezTo>
                  <a:pt x="9526423" y="679739"/>
                  <a:pt x="9526619" y="679922"/>
                  <a:pt x="9526342" y="680013"/>
                </a:cubicBezTo>
                <a:cubicBezTo>
                  <a:pt x="9525868" y="680081"/>
                  <a:pt x="9525174" y="680013"/>
                  <a:pt x="9524562" y="679853"/>
                </a:cubicBezTo>
                <a:cubicBezTo>
                  <a:pt x="9523978" y="679693"/>
                  <a:pt x="9523814" y="679511"/>
                  <a:pt x="9524118" y="679443"/>
                </a:cubicBezTo>
                <a:close/>
                <a:moveTo>
                  <a:pt x="2678921" y="677605"/>
                </a:moveTo>
                <a:cubicBezTo>
                  <a:pt x="2686107" y="678497"/>
                  <a:pt x="2690574" y="680309"/>
                  <a:pt x="2690574" y="682839"/>
                </a:cubicBezTo>
                <a:cubicBezTo>
                  <a:pt x="2690686" y="687900"/>
                  <a:pt x="2672875" y="693986"/>
                  <a:pt x="2650784" y="696357"/>
                </a:cubicBezTo>
                <a:cubicBezTo>
                  <a:pt x="2628750" y="698728"/>
                  <a:pt x="2610772" y="696494"/>
                  <a:pt x="2610938" y="691342"/>
                </a:cubicBezTo>
                <a:cubicBezTo>
                  <a:pt x="2611161" y="686236"/>
                  <a:pt x="2629139" y="680218"/>
                  <a:pt x="2650951" y="677893"/>
                </a:cubicBezTo>
                <a:cubicBezTo>
                  <a:pt x="2661829" y="676742"/>
                  <a:pt x="2671735" y="676714"/>
                  <a:pt x="2678921" y="677605"/>
                </a:cubicBezTo>
                <a:close/>
                <a:moveTo>
                  <a:pt x="6834466" y="677187"/>
                </a:moveTo>
                <a:cubicBezTo>
                  <a:pt x="6835382" y="677050"/>
                  <a:pt x="6836716" y="677187"/>
                  <a:pt x="6837438" y="677483"/>
                </a:cubicBezTo>
                <a:cubicBezTo>
                  <a:pt x="6838245" y="677779"/>
                  <a:pt x="6837966" y="678144"/>
                  <a:pt x="6836938" y="678258"/>
                </a:cubicBezTo>
                <a:cubicBezTo>
                  <a:pt x="6836104" y="678395"/>
                  <a:pt x="6834632" y="678258"/>
                  <a:pt x="6834048" y="677962"/>
                </a:cubicBezTo>
                <a:cubicBezTo>
                  <a:pt x="6833409" y="677666"/>
                  <a:pt x="6833464" y="677347"/>
                  <a:pt x="6834466" y="677187"/>
                </a:cubicBezTo>
                <a:close/>
                <a:moveTo>
                  <a:pt x="8745368" y="673904"/>
                </a:moveTo>
                <a:cubicBezTo>
                  <a:pt x="8758508" y="675033"/>
                  <a:pt x="8772339" y="677335"/>
                  <a:pt x="8783800" y="680560"/>
                </a:cubicBezTo>
                <a:cubicBezTo>
                  <a:pt x="8806753" y="687011"/>
                  <a:pt x="8811394" y="694738"/>
                  <a:pt x="8793971" y="697770"/>
                </a:cubicBezTo>
                <a:cubicBezTo>
                  <a:pt x="8776410" y="700825"/>
                  <a:pt x="8743455" y="697953"/>
                  <a:pt x="8720587" y="691388"/>
                </a:cubicBezTo>
                <a:cubicBezTo>
                  <a:pt x="8697801" y="684891"/>
                  <a:pt x="8693661" y="677255"/>
                  <a:pt x="8711084" y="674291"/>
                </a:cubicBezTo>
                <a:cubicBezTo>
                  <a:pt x="8719781" y="672821"/>
                  <a:pt x="8732230" y="672776"/>
                  <a:pt x="8745368" y="673904"/>
                </a:cubicBezTo>
                <a:close/>
                <a:moveTo>
                  <a:pt x="7456050" y="673038"/>
                </a:moveTo>
                <a:cubicBezTo>
                  <a:pt x="7468276" y="671192"/>
                  <a:pt x="7487226" y="672924"/>
                  <a:pt x="7498480" y="676959"/>
                </a:cubicBezTo>
                <a:cubicBezTo>
                  <a:pt x="7509789" y="680971"/>
                  <a:pt x="7509150" y="685758"/>
                  <a:pt x="7496924" y="687627"/>
                </a:cubicBezTo>
                <a:cubicBezTo>
                  <a:pt x="7484531" y="689518"/>
                  <a:pt x="7465358" y="687718"/>
                  <a:pt x="7454188" y="683683"/>
                </a:cubicBezTo>
                <a:cubicBezTo>
                  <a:pt x="7442935" y="679626"/>
                  <a:pt x="7443851" y="674885"/>
                  <a:pt x="7456050" y="673038"/>
                </a:cubicBezTo>
                <a:close/>
                <a:moveTo>
                  <a:pt x="3160606" y="672947"/>
                </a:moveTo>
                <a:cubicBezTo>
                  <a:pt x="3165871" y="673579"/>
                  <a:pt x="3169379" y="674861"/>
                  <a:pt x="3169865" y="676639"/>
                </a:cubicBezTo>
                <a:cubicBezTo>
                  <a:pt x="3170977" y="680218"/>
                  <a:pt x="3159612" y="684481"/>
                  <a:pt x="3144497" y="686145"/>
                </a:cubicBezTo>
                <a:cubicBezTo>
                  <a:pt x="3129408" y="687831"/>
                  <a:pt x="3116237" y="686236"/>
                  <a:pt x="3115321" y="682634"/>
                </a:cubicBezTo>
                <a:cubicBezTo>
                  <a:pt x="3114348" y="679032"/>
                  <a:pt x="3125824" y="674793"/>
                  <a:pt x="3140800" y="673151"/>
                </a:cubicBezTo>
                <a:cubicBezTo>
                  <a:pt x="3148317" y="672331"/>
                  <a:pt x="3155340" y="672314"/>
                  <a:pt x="3160606" y="672947"/>
                </a:cubicBezTo>
                <a:close/>
                <a:moveTo>
                  <a:pt x="1892795" y="672856"/>
                </a:moveTo>
                <a:cubicBezTo>
                  <a:pt x="1894407" y="672718"/>
                  <a:pt x="1895574" y="672856"/>
                  <a:pt x="1895463" y="673243"/>
                </a:cubicBezTo>
                <a:cubicBezTo>
                  <a:pt x="1895324" y="673585"/>
                  <a:pt x="1893768" y="674041"/>
                  <a:pt x="1892184" y="674200"/>
                </a:cubicBezTo>
                <a:cubicBezTo>
                  <a:pt x="1890489" y="674337"/>
                  <a:pt x="1889294" y="674200"/>
                  <a:pt x="1889405" y="673858"/>
                </a:cubicBezTo>
                <a:cubicBezTo>
                  <a:pt x="1889655" y="673448"/>
                  <a:pt x="1891045" y="673038"/>
                  <a:pt x="1892795" y="672856"/>
                </a:cubicBezTo>
                <a:close/>
                <a:moveTo>
                  <a:pt x="3635567" y="672012"/>
                </a:moveTo>
                <a:cubicBezTo>
                  <a:pt x="3636736" y="671875"/>
                  <a:pt x="3637846" y="672012"/>
                  <a:pt x="3637985" y="672309"/>
                </a:cubicBezTo>
                <a:cubicBezTo>
                  <a:pt x="3638152" y="672628"/>
                  <a:pt x="3637318" y="672924"/>
                  <a:pt x="3636097" y="673083"/>
                </a:cubicBezTo>
                <a:cubicBezTo>
                  <a:pt x="3634846" y="673198"/>
                  <a:pt x="3633929" y="673083"/>
                  <a:pt x="3633678" y="672787"/>
                </a:cubicBezTo>
                <a:cubicBezTo>
                  <a:pt x="3633457" y="672468"/>
                  <a:pt x="3634345" y="672149"/>
                  <a:pt x="3635567" y="672012"/>
                </a:cubicBezTo>
                <a:close/>
                <a:moveTo>
                  <a:pt x="8111913" y="670792"/>
                </a:moveTo>
                <a:cubicBezTo>
                  <a:pt x="8124900" y="671949"/>
                  <a:pt x="8138141" y="674303"/>
                  <a:pt x="8148602" y="677574"/>
                </a:cubicBezTo>
                <a:cubicBezTo>
                  <a:pt x="8169665" y="684162"/>
                  <a:pt x="8171498" y="692048"/>
                  <a:pt x="8152491" y="695149"/>
                </a:cubicBezTo>
                <a:cubicBezTo>
                  <a:pt x="8133513" y="698249"/>
                  <a:pt x="8100782" y="695308"/>
                  <a:pt x="8079914" y="688629"/>
                </a:cubicBezTo>
                <a:cubicBezTo>
                  <a:pt x="8059157" y="681996"/>
                  <a:pt x="8057852" y="674200"/>
                  <a:pt x="8076745" y="671191"/>
                </a:cubicBezTo>
                <a:cubicBezTo>
                  <a:pt x="8086193" y="669675"/>
                  <a:pt x="8098926" y="669636"/>
                  <a:pt x="8111913" y="670792"/>
                </a:cubicBezTo>
                <a:close/>
                <a:moveTo>
                  <a:pt x="8884572" y="669670"/>
                </a:moveTo>
                <a:cubicBezTo>
                  <a:pt x="8892516" y="670348"/>
                  <a:pt x="8900923" y="671727"/>
                  <a:pt x="8907952" y="673653"/>
                </a:cubicBezTo>
                <a:cubicBezTo>
                  <a:pt x="8922039" y="677482"/>
                  <a:pt x="8925097" y="682110"/>
                  <a:pt x="8914759" y="683888"/>
                </a:cubicBezTo>
                <a:cubicBezTo>
                  <a:pt x="8904338" y="685712"/>
                  <a:pt x="8884611" y="683957"/>
                  <a:pt x="8870495" y="680104"/>
                </a:cubicBezTo>
                <a:cubicBezTo>
                  <a:pt x="8856547" y="676229"/>
                  <a:pt x="8853740" y="671670"/>
                  <a:pt x="8863964" y="669892"/>
                </a:cubicBezTo>
                <a:cubicBezTo>
                  <a:pt x="8869146" y="669014"/>
                  <a:pt x="8876629" y="668992"/>
                  <a:pt x="8884572" y="669670"/>
                </a:cubicBezTo>
                <a:close/>
                <a:moveTo>
                  <a:pt x="6978899" y="667817"/>
                </a:moveTo>
                <a:cubicBezTo>
                  <a:pt x="6980538" y="667612"/>
                  <a:pt x="6982900" y="667817"/>
                  <a:pt x="6984123" y="668341"/>
                </a:cubicBezTo>
                <a:cubicBezTo>
                  <a:pt x="6985401" y="668820"/>
                  <a:pt x="6985151" y="669459"/>
                  <a:pt x="6983511" y="669664"/>
                </a:cubicBezTo>
                <a:cubicBezTo>
                  <a:pt x="6981844" y="669915"/>
                  <a:pt x="6979566" y="669664"/>
                  <a:pt x="6978260" y="669185"/>
                </a:cubicBezTo>
                <a:cubicBezTo>
                  <a:pt x="6976981" y="668661"/>
                  <a:pt x="6977259" y="668068"/>
                  <a:pt x="6978899" y="667817"/>
                </a:cubicBezTo>
                <a:close/>
                <a:moveTo>
                  <a:pt x="9021293" y="666952"/>
                </a:moveTo>
                <a:cubicBezTo>
                  <a:pt x="9022627" y="666701"/>
                  <a:pt x="9025350" y="666928"/>
                  <a:pt x="9027130" y="667430"/>
                </a:cubicBezTo>
                <a:cubicBezTo>
                  <a:pt x="9029131" y="667954"/>
                  <a:pt x="9029490" y="668524"/>
                  <a:pt x="9028129" y="668775"/>
                </a:cubicBezTo>
                <a:cubicBezTo>
                  <a:pt x="9026767" y="669003"/>
                  <a:pt x="9024211" y="668775"/>
                  <a:pt x="9022322" y="668273"/>
                </a:cubicBezTo>
                <a:cubicBezTo>
                  <a:pt x="9020487" y="667772"/>
                  <a:pt x="9020015" y="667179"/>
                  <a:pt x="9021293" y="666952"/>
                </a:cubicBezTo>
                <a:close/>
                <a:moveTo>
                  <a:pt x="2546078" y="666493"/>
                </a:moveTo>
                <a:cubicBezTo>
                  <a:pt x="2553657" y="667437"/>
                  <a:pt x="2558255" y="669357"/>
                  <a:pt x="2558088" y="672035"/>
                </a:cubicBezTo>
                <a:cubicBezTo>
                  <a:pt x="2557810" y="677437"/>
                  <a:pt x="2538249" y="683865"/>
                  <a:pt x="2514603" y="686327"/>
                </a:cubicBezTo>
                <a:cubicBezTo>
                  <a:pt x="2490789" y="688880"/>
                  <a:pt x="2471839" y="686487"/>
                  <a:pt x="2472506" y="681039"/>
                </a:cubicBezTo>
                <a:cubicBezTo>
                  <a:pt x="2473090" y="675637"/>
                  <a:pt x="2492623" y="669254"/>
                  <a:pt x="2516186" y="666815"/>
                </a:cubicBezTo>
                <a:cubicBezTo>
                  <a:pt x="2527940" y="665584"/>
                  <a:pt x="2538499" y="665550"/>
                  <a:pt x="2546078" y="666493"/>
                </a:cubicBezTo>
                <a:close/>
                <a:moveTo>
                  <a:pt x="8250667" y="661743"/>
                </a:moveTo>
                <a:cubicBezTo>
                  <a:pt x="8263825" y="662894"/>
                  <a:pt x="8277323" y="665242"/>
                  <a:pt x="8288062" y="668524"/>
                </a:cubicBezTo>
                <a:cubicBezTo>
                  <a:pt x="8309929" y="675134"/>
                  <a:pt x="8312319" y="683022"/>
                  <a:pt x="8293508" y="686099"/>
                </a:cubicBezTo>
                <a:cubicBezTo>
                  <a:pt x="8274585" y="689222"/>
                  <a:pt x="8241520" y="686281"/>
                  <a:pt x="8219902" y="679603"/>
                </a:cubicBezTo>
                <a:cubicBezTo>
                  <a:pt x="8198533" y="672946"/>
                  <a:pt x="8196505" y="665150"/>
                  <a:pt x="8215316" y="662142"/>
                </a:cubicBezTo>
                <a:cubicBezTo>
                  <a:pt x="8224694" y="660638"/>
                  <a:pt x="8237511" y="660592"/>
                  <a:pt x="8250667" y="661743"/>
                </a:cubicBezTo>
                <a:close/>
                <a:moveTo>
                  <a:pt x="3027430" y="661252"/>
                </a:moveTo>
                <a:cubicBezTo>
                  <a:pt x="3033655" y="661999"/>
                  <a:pt x="3037739" y="663521"/>
                  <a:pt x="3038240" y="665652"/>
                </a:cubicBezTo>
                <a:cubicBezTo>
                  <a:pt x="3039101" y="669892"/>
                  <a:pt x="3025124" y="674998"/>
                  <a:pt x="3006841" y="676981"/>
                </a:cubicBezTo>
                <a:cubicBezTo>
                  <a:pt x="2988557" y="678942"/>
                  <a:pt x="2973080" y="677049"/>
                  <a:pt x="2972247" y="672764"/>
                </a:cubicBezTo>
                <a:cubicBezTo>
                  <a:pt x="2971524" y="668501"/>
                  <a:pt x="2985667" y="663464"/>
                  <a:pt x="3003784" y="661503"/>
                </a:cubicBezTo>
                <a:cubicBezTo>
                  <a:pt x="3012842" y="660535"/>
                  <a:pt x="3021207" y="660506"/>
                  <a:pt x="3027430" y="661252"/>
                </a:cubicBezTo>
                <a:close/>
                <a:moveTo>
                  <a:pt x="7619876" y="659826"/>
                </a:moveTo>
                <a:cubicBezTo>
                  <a:pt x="7631745" y="660906"/>
                  <a:pt x="7643526" y="663100"/>
                  <a:pt x="7652474" y="666154"/>
                </a:cubicBezTo>
                <a:cubicBezTo>
                  <a:pt x="7670423" y="672286"/>
                  <a:pt x="7669979" y="679626"/>
                  <a:pt x="7651390" y="682498"/>
                </a:cubicBezTo>
                <a:cubicBezTo>
                  <a:pt x="7632717" y="685416"/>
                  <a:pt x="7602902" y="682635"/>
                  <a:pt x="7585063" y="676457"/>
                </a:cubicBezTo>
                <a:cubicBezTo>
                  <a:pt x="7567335" y="670234"/>
                  <a:pt x="7568224" y="663008"/>
                  <a:pt x="7586758" y="660182"/>
                </a:cubicBezTo>
                <a:cubicBezTo>
                  <a:pt x="7596053" y="658780"/>
                  <a:pt x="7608007" y="658746"/>
                  <a:pt x="7619876" y="659826"/>
                </a:cubicBezTo>
                <a:close/>
                <a:moveTo>
                  <a:pt x="3494745" y="658859"/>
                </a:moveTo>
                <a:cubicBezTo>
                  <a:pt x="3502471" y="658016"/>
                  <a:pt x="3509417" y="658791"/>
                  <a:pt x="3510389" y="660683"/>
                </a:cubicBezTo>
                <a:cubicBezTo>
                  <a:pt x="3511278" y="662529"/>
                  <a:pt x="3505805" y="664741"/>
                  <a:pt x="3498052" y="665607"/>
                </a:cubicBezTo>
                <a:cubicBezTo>
                  <a:pt x="3490244" y="666473"/>
                  <a:pt x="3483270" y="665652"/>
                  <a:pt x="3482408" y="663783"/>
                </a:cubicBezTo>
                <a:cubicBezTo>
                  <a:pt x="3481464" y="661914"/>
                  <a:pt x="3487049" y="659702"/>
                  <a:pt x="3494745" y="658859"/>
                </a:cubicBezTo>
                <a:close/>
                <a:moveTo>
                  <a:pt x="9157697" y="658677"/>
                </a:moveTo>
                <a:cubicBezTo>
                  <a:pt x="9158142" y="658609"/>
                  <a:pt x="9158836" y="658677"/>
                  <a:pt x="9159503" y="658814"/>
                </a:cubicBezTo>
                <a:cubicBezTo>
                  <a:pt x="9159948" y="658951"/>
                  <a:pt x="9160085" y="659133"/>
                  <a:pt x="9159836" y="659201"/>
                </a:cubicBezTo>
                <a:cubicBezTo>
                  <a:pt x="9159391" y="659269"/>
                  <a:pt x="9158668" y="659201"/>
                  <a:pt x="9158086" y="659064"/>
                </a:cubicBezTo>
                <a:cubicBezTo>
                  <a:pt x="9157476" y="658905"/>
                  <a:pt x="9157392" y="658745"/>
                  <a:pt x="9157697" y="658677"/>
                </a:cubicBezTo>
                <a:close/>
                <a:moveTo>
                  <a:pt x="7119277" y="657674"/>
                </a:moveTo>
                <a:cubicBezTo>
                  <a:pt x="7123167" y="657126"/>
                  <a:pt x="7128891" y="657628"/>
                  <a:pt x="7132003" y="658859"/>
                </a:cubicBezTo>
                <a:cubicBezTo>
                  <a:pt x="7135226" y="660090"/>
                  <a:pt x="7134754" y="661503"/>
                  <a:pt x="7130837" y="662096"/>
                </a:cubicBezTo>
                <a:cubicBezTo>
                  <a:pt x="7127029" y="662642"/>
                  <a:pt x="7121277" y="662142"/>
                  <a:pt x="7118054" y="660887"/>
                </a:cubicBezTo>
                <a:cubicBezTo>
                  <a:pt x="7114831" y="659680"/>
                  <a:pt x="7115498" y="658220"/>
                  <a:pt x="7119277" y="657674"/>
                </a:cubicBezTo>
                <a:close/>
                <a:moveTo>
                  <a:pt x="2418830" y="654348"/>
                </a:moveTo>
                <a:cubicBezTo>
                  <a:pt x="2427687" y="655457"/>
                  <a:pt x="2432939" y="657708"/>
                  <a:pt x="2432494" y="660842"/>
                </a:cubicBezTo>
                <a:cubicBezTo>
                  <a:pt x="2431716" y="667156"/>
                  <a:pt x="2408125" y="674701"/>
                  <a:pt x="2379783" y="677665"/>
                </a:cubicBezTo>
                <a:cubicBezTo>
                  <a:pt x="2351330" y="680651"/>
                  <a:pt x="2329295" y="677801"/>
                  <a:pt x="2330489" y="671419"/>
                </a:cubicBezTo>
                <a:cubicBezTo>
                  <a:pt x="2331795" y="665059"/>
                  <a:pt x="2355470" y="657605"/>
                  <a:pt x="2383534" y="654710"/>
                </a:cubicBezTo>
                <a:cubicBezTo>
                  <a:pt x="2397511" y="653274"/>
                  <a:pt x="2409973" y="653240"/>
                  <a:pt x="2418830" y="654348"/>
                </a:cubicBezTo>
                <a:close/>
                <a:moveTo>
                  <a:pt x="8388106" y="653283"/>
                </a:moveTo>
                <a:cubicBezTo>
                  <a:pt x="8400848" y="654391"/>
                  <a:pt x="8414018" y="656648"/>
                  <a:pt x="8424632" y="659794"/>
                </a:cubicBezTo>
                <a:cubicBezTo>
                  <a:pt x="8446028" y="666108"/>
                  <a:pt x="8449057" y="673654"/>
                  <a:pt x="8431136" y="676571"/>
                </a:cubicBezTo>
                <a:cubicBezTo>
                  <a:pt x="8413158" y="679535"/>
                  <a:pt x="8381204" y="676731"/>
                  <a:pt x="8359918" y="670348"/>
                </a:cubicBezTo>
                <a:cubicBezTo>
                  <a:pt x="8338829" y="664011"/>
                  <a:pt x="8336300" y="656512"/>
                  <a:pt x="8354165" y="653662"/>
                </a:cubicBezTo>
                <a:cubicBezTo>
                  <a:pt x="8363056" y="652215"/>
                  <a:pt x="8375367" y="652175"/>
                  <a:pt x="8388106" y="653283"/>
                </a:cubicBezTo>
                <a:close/>
                <a:moveTo>
                  <a:pt x="7759972" y="651174"/>
                </a:moveTo>
                <a:cubicBezTo>
                  <a:pt x="7771740" y="652232"/>
                  <a:pt x="7783514" y="654380"/>
                  <a:pt x="7792516" y="657378"/>
                </a:cubicBezTo>
                <a:cubicBezTo>
                  <a:pt x="7810690" y="663350"/>
                  <a:pt x="7810828" y="670530"/>
                  <a:pt x="7792712" y="673356"/>
                </a:cubicBezTo>
                <a:cubicBezTo>
                  <a:pt x="7774678" y="676161"/>
                  <a:pt x="7745114" y="673516"/>
                  <a:pt x="7727024" y="667407"/>
                </a:cubicBezTo>
                <a:cubicBezTo>
                  <a:pt x="7709240" y="661390"/>
                  <a:pt x="7709435" y="654254"/>
                  <a:pt x="7727469" y="651519"/>
                </a:cubicBezTo>
                <a:cubicBezTo>
                  <a:pt x="7736443" y="650151"/>
                  <a:pt x="7748204" y="650118"/>
                  <a:pt x="7759972" y="651174"/>
                </a:cubicBezTo>
                <a:close/>
                <a:moveTo>
                  <a:pt x="2892302" y="651055"/>
                </a:moveTo>
                <a:cubicBezTo>
                  <a:pt x="2898418" y="651792"/>
                  <a:pt x="2902337" y="653297"/>
                  <a:pt x="2902614" y="655394"/>
                </a:cubicBezTo>
                <a:cubicBezTo>
                  <a:pt x="2903226" y="659588"/>
                  <a:pt x="2888915" y="664604"/>
                  <a:pt x="2870687" y="666563"/>
                </a:cubicBezTo>
                <a:cubicBezTo>
                  <a:pt x="2852265" y="668524"/>
                  <a:pt x="2836927" y="666655"/>
                  <a:pt x="2836566" y="662415"/>
                </a:cubicBezTo>
                <a:cubicBezTo>
                  <a:pt x="2836093" y="658220"/>
                  <a:pt x="2850514" y="653252"/>
                  <a:pt x="2868798" y="651314"/>
                </a:cubicBezTo>
                <a:cubicBezTo>
                  <a:pt x="2877870" y="650345"/>
                  <a:pt x="2886185" y="650316"/>
                  <a:pt x="2892302" y="651055"/>
                </a:cubicBezTo>
                <a:close/>
                <a:moveTo>
                  <a:pt x="9290267" y="649855"/>
                </a:moveTo>
                <a:cubicBezTo>
                  <a:pt x="9290573" y="649786"/>
                  <a:pt x="9291378" y="649855"/>
                  <a:pt x="9291962" y="649992"/>
                </a:cubicBezTo>
                <a:cubicBezTo>
                  <a:pt x="9292517" y="650151"/>
                  <a:pt x="9292656" y="650311"/>
                  <a:pt x="9292378" y="650379"/>
                </a:cubicBezTo>
                <a:cubicBezTo>
                  <a:pt x="9291990" y="650448"/>
                  <a:pt x="9291268" y="650379"/>
                  <a:pt x="9290600" y="650243"/>
                </a:cubicBezTo>
                <a:cubicBezTo>
                  <a:pt x="9290018" y="650083"/>
                  <a:pt x="9289933" y="649923"/>
                  <a:pt x="9290267" y="649855"/>
                </a:cubicBezTo>
                <a:close/>
                <a:moveTo>
                  <a:pt x="3357230" y="648693"/>
                </a:moveTo>
                <a:cubicBezTo>
                  <a:pt x="3365010" y="647849"/>
                  <a:pt x="3371845" y="648647"/>
                  <a:pt x="3372651" y="650494"/>
                </a:cubicBezTo>
                <a:cubicBezTo>
                  <a:pt x="3373401" y="652317"/>
                  <a:pt x="3367761" y="654505"/>
                  <a:pt x="3359953" y="655372"/>
                </a:cubicBezTo>
                <a:cubicBezTo>
                  <a:pt x="3352173" y="656215"/>
                  <a:pt x="3345309" y="655417"/>
                  <a:pt x="3344587" y="653571"/>
                </a:cubicBezTo>
                <a:cubicBezTo>
                  <a:pt x="3343837" y="651725"/>
                  <a:pt x="3349533" y="649536"/>
                  <a:pt x="3357230" y="648693"/>
                </a:cubicBezTo>
                <a:close/>
                <a:moveTo>
                  <a:pt x="7249095" y="644338"/>
                </a:moveTo>
                <a:cubicBezTo>
                  <a:pt x="7260821" y="642629"/>
                  <a:pt x="7278660" y="644224"/>
                  <a:pt x="7288858" y="647986"/>
                </a:cubicBezTo>
                <a:cubicBezTo>
                  <a:pt x="7299139" y="651702"/>
                  <a:pt x="7297916" y="656169"/>
                  <a:pt x="7286023" y="657924"/>
                </a:cubicBezTo>
                <a:cubicBezTo>
                  <a:pt x="7274242" y="659657"/>
                  <a:pt x="7256264" y="658016"/>
                  <a:pt x="7246067" y="654254"/>
                </a:cubicBezTo>
                <a:cubicBezTo>
                  <a:pt x="7235841" y="650493"/>
                  <a:pt x="7237314" y="646048"/>
                  <a:pt x="7249095" y="644338"/>
                </a:cubicBezTo>
                <a:close/>
                <a:moveTo>
                  <a:pt x="2287052" y="644336"/>
                </a:moveTo>
                <a:cubicBezTo>
                  <a:pt x="2295680" y="645416"/>
                  <a:pt x="2300674" y="647609"/>
                  <a:pt x="2300008" y="650675"/>
                </a:cubicBezTo>
                <a:cubicBezTo>
                  <a:pt x="2298674" y="656853"/>
                  <a:pt x="2274943" y="664215"/>
                  <a:pt x="2246852" y="667133"/>
                </a:cubicBezTo>
                <a:cubicBezTo>
                  <a:pt x="2218760" y="670051"/>
                  <a:pt x="2197225" y="667270"/>
                  <a:pt x="2198920" y="661047"/>
                </a:cubicBezTo>
                <a:cubicBezTo>
                  <a:pt x="2200670" y="654801"/>
                  <a:pt x="2224594" y="647530"/>
                  <a:pt x="2252297" y="644680"/>
                </a:cubicBezTo>
                <a:cubicBezTo>
                  <a:pt x="2266164" y="643290"/>
                  <a:pt x="2278424" y="643256"/>
                  <a:pt x="2287052" y="644336"/>
                </a:cubicBezTo>
                <a:close/>
                <a:moveTo>
                  <a:pt x="8523703" y="643903"/>
                </a:moveTo>
                <a:cubicBezTo>
                  <a:pt x="8537205" y="645057"/>
                  <a:pt x="8551258" y="647405"/>
                  <a:pt x="8562676" y="650676"/>
                </a:cubicBezTo>
                <a:cubicBezTo>
                  <a:pt x="8585683" y="657286"/>
                  <a:pt x="8589464" y="665150"/>
                  <a:pt x="8570902" y="668273"/>
                </a:cubicBezTo>
                <a:cubicBezTo>
                  <a:pt x="8552230" y="671396"/>
                  <a:pt x="8518413" y="668456"/>
                  <a:pt x="8495433" y="661754"/>
                </a:cubicBezTo>
                <a:cubicBezTo>
                  <a:pt x="8472731" y="655121"/>
                  <a:pt x="8469536" y="647302"/>
                  <a:pt x="8488043" y="644293"/>
                </a:cubicBezTo>
                <a:cubicBezTo>
                  <a:pt x="8497254" y="642789"/>
                  <a:pt x="8510202" y="642749"/>
                  <a:pt x="8523703" y="643903"/>
                </a:cubicBezTo>
                <a:close/>
                <a:moveTo>
                  <a:pt x="7898574" y="642176"/>
                </a:moveTo>
                <a:cubicBezTo>
                  <a:pt x="7910638" y="643245"/>
                  <a:pt x="7922794" y="645422"/>
                  <a:pt x="7932172" y="648465"/>
                </a:cubicBezTo>
                <a:cubicBezTo>
                  <a:pt x="7951150" y="654529"/>
                  <a:pt x="7952094" y="661800"/>
                  <a:pt x="7933839" y="664650"/>
                </a:cubicBezTo>
                <a:cubicBezTo>
                  <a:pt x="7915611" y="667521"/>
                  <a:pt x="7885352" y="664809"/>
                  <a:pt x="7866401" y="658631"/>
                </a:cubicBezTo>
                <a:cubicBezTo>
                  <a:pt x="7847701" y="652522"/>
                  <a:pt x="7847368" y="645319"/>
                  <a:pt x="7865540" y="642538"/>
                </a:cubicBezTo>
                <a:cubicBezTo>
                  <a:pt x="7874542" y="641148"/>
                  <a:pt x="7886512" y="641107"/>
                  <a:pt x="7898574" y="642176"/>
                </a:cubicBezTo>
                <a:close/>
                <a:moveTo>
                  <a:pt x="2120479" y="642013"/>
                </a:moveTo>
                <a:cubicBezTo>
                  <a:pt x="2129815" y="641079"/>
                  <a:pt x="2136762" y="641945"/>
                  <a:pt x="2136123" y="643974"/>
                </a:cubicBezTo>
                <a:cubicBezTo>
                  <a:pt x="2135483" y="646025"/>
                  <a:pt x="2127454" y="648441"/>
                  <a:pt x="2118117" y="649376"/>
                </a:cubicBezTo>
                <a:cubicBezTo>
                  <a:pt x="2108837" y="650333"/>
                  <a:pt x="2101668" y="649445"/>
                  <a:pt x="2102418" y="647370"/>
                </a:cubicBezTo>
                <a:cubicBezTo>
                  <a:pt x="2103085" y="645341"/>
                  <a:pt x="2111197" y="642948"/>
                  <a:pt x="2120479" y="642013"/>
                </a:cubicBezTo>
                <a:close/>
                <a:moveTo>
                  <a:pt x="9421393" y="641147"/>
                </a:moveTo>
                <a:cubicBezTo>
                  <a:pt x="9421781" y="641078"/>
                  <a:pt x="9422559" y="641124"/>
                  <a:pt x="9423059" y="641283"/>
                </a:cubicBezTo>
                <a:cubicBezTo>
                  <a:pt x="9423696" y="641398"/>
                  <a:pt x="9423753" y="641580"/>
                  <a:pt x="9423504" y="641671"/>
                </a:cubicBezTo>
                <a:cubicBezTo>
                  <a:pt x="9423141" y="641740"/>
                  <a:pt x="9422336" y="641671"/>
                  <a:pt x="9421836" y="641534"/>
                </a:cubicBezTo>
                <a:cubicBezTo>
                  <a:pt x="9421197" y="641375"/>
                  <a:pt x="9421087" y="641193"/>
                  <a:pt x="9421393" y="641147"/>
                </a:cubicBezTo>
                <a:close/>
                <a:moveTo>
                  <a:pt x="6771806" y="639985"/>
                </a:moveTo>
                <a:cubicBezTo>
                  <a:pt x="6772695" y="639848"/>
                  <a:pt x="6774002" y="639985"/>
                  <a:pt x="6774641" y="640258"/>
                </a:cubicBezTo>
                <a:cubicBezTo>
                  <a:pt x="6775364" y="640532"/>
                  <a:pt x="6775169" y="640874"/>
                  <a:pt x="6774224" y="641011"/>
                </a:cubicBezTo>
                <a:cubicBezTo>
                  <a:pt x="6773307" y="641124"/>
                  <a:pt x="6772056" y="641011"/>
                  <a:pt x="6771251" y="640737"/>
                </a:cubicBezTo>
                <a:cubicBezTo>
                  <a:pt x="6770639" y="640463"/>
                  <a:pt x="6770889" y="640122"/>
                  <a:pt x="6771806" y="639985"/>
                </a:cubicBezTo>
                <a:close/>
                <a:moveTo>
                  <a:pt x="2762692" y="639657"/>
                </a:moveTo>
                <a:cubicBezTo>
                  <a:pt x="2769746" y="640509"/>
                  <a:pt x="2774185" y="642242"/>
                  <a:pt x="2774352" y="644658"/>
                </a:cubicBezTo>
                <a:cubicBezTo>
                  <a:pt x="2774712" y="649536"/>
                  <a:pt x="2757513" y="655326"/>
                  <a:pt x="2736034" y="657605"/>
                </a:cubicBezTo>
                <a:cubicBezTo>
                  <a:pt x="2714583" y="659885"/>
                  <a:pt x="2696910" y="657697"/>
                  <a:pt x="2696855" y="652795"/>
                </a:cubicBezTo>
                <a:cubicBezTo>
                  <a:pt x="2696744" y="647917"/>
                  <a:pt x="2714027" y="642173"/>
                  <a:pt x="2735340" y="639939"/>
                </a:cubicBezTo>
                <a:cubicBezTo>
                  <a:pt x="2745968" y="638834"/>
                  <a:pt x="2755637" y="638805"/>
                  <a:pt x="2762692" y="639657"/>
                </a:cubicBezTo>
                <a:close/>
                <a:moveTo>
                  <a:pt x="3238689" y="635939"/>
                </a:moveTo>
                <a:cubicBezTo>
                  <a:pt x="3243563" y="636508"/>
                  <a:pt x="3246862" y="637660"/>
                  <a:pt x="3247390" y="639255"/>
                </a:cubicBezTo>
                <a:cubicBezTo>
                  <a:pt x="3248501" y="642469"/>
                  <a:pt x="3238248" y="646299"/>
                  <a:pt x="3224466" y="647803"/>
                </a:cubicBezTo>
                <a:cubicBezTo>
                  <a:pt x="3210544" y="649285"/>
                  <a:pt x="3198513" y="647895"/>
                  <a:pt x="3197429" y="644635"/>
                </a:cubicBezTo>
                <a:cubicBezTo>
                  <a:pt x="3196485" y="641398"/>
                  <a:pt x="3206849" y="637591"/>
                  <a:pt x="3220548" y="636110"/>
                </a:cubicBezTo>
                <a:cubicBezTo>
                  <a:pt x="3227370" y="635380"/>
                  <a:pt x="3233816" y="635369"/>
                  <a:pt x="3238689" y="635939"/>
                </a:cubicBezTo>
                <a:close/>
                <a:moveTo>
                  <a:pt x="3714202" y="635631"/>
                </a:moveTo>
                <a:cubicBezTo>
                  <a:pt x="3714731" y="635562"/>
                  <a:pt x="3715314" y="635631"/>
                  <a:pt x="3715314" y="635767"/>
                </a:cubicBezTo>
                <a:cubicBezTo>
                  <a:pt x="3715425" y="635904"/>
                  <a:pt x="3715036" y="636086"/>
                  <a:pt x="3714536" y="636132"/>
                </a:cubicBezTo>
                <a:cubicBezTo>
                  <a:pt x="3713897" y="636223"/>
                  <a:pt x="3713369" y="636132"/>
                  <a:pt x="3713286" y="635995"/>
                </a:cubicBezTo>
                <a:cubicBezTo>
                  <a:pt x="3713174" y="635881"/>
                  <a:pt x="3713619" y="635699"/>
                  <a:pt x="3714202" y="635631"/>
                </a:cubicBezTo>
                <a:close/>
                <a:moveTo>
                  <a:pt x="1990771" y="635016"/>
                </a:moveTo>
                <a:cubicBezTo>
                  <a:pt x="1992327" y="634879"/>
                  <a:pt x="1993577" y="635016"/>
                  <a:pt x="1993327" y="635358"/>
                </a:cubicBezTo>
                <a:cubicBezTo>
                  <a:pt x="1993216" y="635699"/>
                  <a:pt x="1991799" y="636110"/>
                  <a:pt x="1990215" y="636292"/>
                </a:cubicBezTo>
                <a:cubicBezTo>
                  <a:pt x="1988604" y="636429"/>
                  <a:pt x="1987381" y="636292"/>
                  <a:pt x="1987547" y="635927"/>
                </a:cubicBezTo>
                <a:cubicBezTo>
                  <a:pt x="1987742" y="635585"/>
                  <a:pt x="1989048" y="635198"/>
                  <a:pt x="1990771" y="635016"/>
                </a:cubicBezTo>
                <a:close/>
                <a:moveTo>
                  <a:pt x="8657606" y="634435"/>
                </a:moveTo>
                <a:cubicBezTo>
                  <a:pt x="8672002" y="635654"/>
                  <a:pt x="8687091" y="638139"/>
                  <a:pt x="8699498" y="641603"/>
                </a:cubicBezTo>
                <a:cubicBezTo>
                  <a:pt x="8724366" y="648555"/>
                  <a:pt x="8729145" y="656876"/>
                  <a:pt x="8709751" y="660135"/>
                </a:cubicBezTo>
                <a:cubicBezTo>
                  <a:pt x="8690301" y="663419"/>
                  <a:pt x="8654206" y="660318"/>
                  <a:pt x="8629309" y="653274"/>
                </a:cubicBezTo>
                <a:cubicBezTo>
                  <a:pt x="8604690" y="646253"/>
                  <a:pt x="8600549" y="638025"/>
                  <a:pt x="8619862" y="634856"/>
                </a:cubicBezTo>
                <a:cubicBezTo>
                  <a:pt x="8629503" y="633261"/>
                  <a:pt x="8643209" y="633215"/>
                  <a:pt x="8657606" y="634435"/>
                </a:cubicBezTo>
                <a:close/>
                <a:moveTo>
                  <a:pt x="8035567" y="632893"/>
                </a:moveTo>
                <a:cubicBezTo>
                  <a:pt x="8048347" y="634013"/>
                  <a:pt x="8061323" y="636292"/>
                  <a:pt x="8071494" y="639461"/>
                </a:cubicBezTo>
                <a:cubicBezTo>
                  <a:pt x="8092110" y="645866"/>
                  <a:pt x="8093584" y="653480"/>
                  <a:pt x="8074634" y="656420"/>
                </a:cubicBezTo>
                <a:cubicBezTo>
                  <a:pt x="8055627" y="659407"/>
                  <a:pt x="8023591" y="656580"/>
                  <a:pt x="8003167" y="650129"/>
                </a:cubicBezTo>
                <a:cubicBezTo>
                  <a:pt x="7982911" y="643723"/>
                  <a:pt x="7981966" y="636201"/>
                  <a:pt x="8000804" y="633283"/>
                </a:cubicBezTo>
                <a:cubicBezTo>
                  <a:pt x="8010196" y="631813"/>
                  <a:pt x="8022785" y="631773"/>
                  <a:pt x="8035567" y="632893"/>
                </a:cubicBezTo>
                <a:close/>
                <a:moveTo>
                  <a:pt x="7410751" y="631584"/>
                </a:moveTo>
                <a:cubicBezTo>
                  <a:pt x="7422025" y="632599"/>
                  <a:pt x="7433098" y="634662"/>
                  <a:pt x="7441350" y="637545"/>
                </a:cubicBezTo>
                <a:cubicBezTo>
                  <a:pt x="7457800" y="643335"/>
                  <a:pt x="7456550" y="650265"/>
                  <a:pt x="7438322" y="652978"/>
                </a:cubicBezTo>
                <a:cubicBezTo>
                  <a:pt x="7420011" y="655713"/>
                  <a:pt x="7391807" y="653138"/>
                  <a:pt x="7375385" y="647279"/>
                </a:cubicBezTo>
                <a:cubicBezTo>
                  <a:pt x="7359103" y="641421"/>
                  <a:pt x="7360770" y="634560"/>
                  <a:pt x="7378942" y="631915"/>
                </a:cubicBezTo>
                <a:cubicBezTo>
                  <a:pt x="7388000" y="630604"/>
                  <a:pt x="7399476" y="630570"/>
                  <a:pt x="7410751" y="631584"/>
                </a:cubicBezTo>
                <a:close/>
                <a:moveTo>
                  <a:pt x="6913823" y="630981"/>
                </a:moveTo>
                <a:cubicBezTo>
                  <a:pt x="6915352" y="630775"/>
                  <a:pt x="6917658" y="630981"/>
                  <a:pt x="6918992" y="631459"/>
                </a:cubicBezTo>
                <a:cubicBezTo>
                  <a:pt x="6920159" y="631961"/>
                  <a:pt x="6919853" y="632531"/>
                  <a:pt x="6918241" y="632759"/>
                </a:cubicBezTo>
                <a:cubicBezTo>
                  <a:pt x="6916713" y="632964"/>
                  <a:pt x="6914351" y="632759"/>
                  <a:pt x="6913157" y="632280"/>
                </a:cubicBezTo>
                <a:cubicBezTo>
                  <a:pt x="6911906" y="631779"/>
                  <a:pt x="6912212" y="631209"/>
                  <a:pt x="6913823" y="630981"/>
                </a:cubicBezTo>
                <a:close/>
                <a:moveTo>
                  <a:pt x="8927596" y="629249"/>
                </a:moveTo>
                <a:cubicBezTo>
                  <a:pt x="8928931" y="629043"/>
                  <a:pt x="8931403" y="629249"/>
                  <a:pt x="8933292" y="629727"/>
                </a:cubicBezTo>
                <a:cubicBezTo>
                  <a:pt x="8935072" y="630206"/>
                  <a:pt x="8935515" y="630799"/>
                  <a:pt x="8934153" y="631003"/>
                </a:cubicBezTo>
                <a:cubicBezTo>
                  <a:pt x="8932849" y="631232"/>
                  <a:pt x="8930348" y="631003"/>
                  <a:pt x="8928486" y="630525"/>
                </a:cubicBezTo>
                <a:cubicBezTo>
                  <a:pt x="8926679" y="630046"/>
                  <a:pt x="8926289" y="629454"/>
                  <a:pt x="8927596" y="629249"/>
                </a:cubicBezTo>
                <a:close/>
                <a:moveTo>
                  <a:pt x="8792412" y="628997"/>
                </a:moveTo>
                <a:cubicBezTo>
                  <a:pt x="8803322" y="629909"/>
                  <a:pt x="8814826" y="631768"/>
                  <a:pt x="8824370" y="634377"/>
                </a:cubicBezTo>
                <a:cubicBezTo>
                  <a:pt x="8843598" y="639575"/>
                  <a:pt x="8847544" y="645843"/>
                  <a:pt x="8833122" y="648237"/>
                </a:cubicBezTo>
                <a:cubicBezTo>
                  <a:pt x="8818703" y="650676"/>
                  <a:pt x="8791332" y="648350"/>
                  <a:pt x="8772214" y="643085"/>
                </a:cubicBezTo>
                <a:cubicBezTo>
                  <a:pt x="8753209" y="637842"/>
                  <a:pt x="8749567" y="631687"/>
                  <a:pt x="8764017" y="629294"/>
                </a:cubicBezTo>
                <a:cubicBezTo>
                  <a:pt x="8771186" y="628120"/>
                  <a:pt x="8781502" y="628086"/>
                  <a:pt x="8792412" y="628997"/>
                </a:cubicBezTo>
                <a:close/>
                <a:moveTo>
                  <a:pt x="2634825" y="628422"/>
                </a:moveTo>
                <a:cubicBezTo>
                  <a:pt x="2642775" y="629385"/>
                  <a:pt x="2647659" y="631346"/>
                  <a:pt x="2647617" y="634081"/>
                </a:cubicBezTo>
                <a:cubicBezTo>
                  <a:pt x="2647617" y="639575"/>
                  <a:pt x="2627638" y="646139"/>
                  <a:pt x="2602936" y="648738"/>
                </a:cubicBezTo>
                <a:cubicBezTo>
                  <a:pt x="2578206" y="651314"/>
                  <a:pt x="2558367" y="648852"/>
                  <a:pt x="2558783" y="643290"/>
                </a:cubicBezTo>
                <a:cubicBezTo>
                  <a:pt x="2559117" y="637774"/>
                  <a:pt x="2579234" y="631254"/>
                  <a:pt x="2603631" y="628747"/>
                </a:cubicBezTo>
                <a:cubicBezTo>
                  <a:pt x="2615857" y="627493"/>
                  <a:pt x="2626874" y="627459"/>
                  <a:pt x="2634825" y="628422"/>
                </a:cubicBezTo>
                <a:close/>
                <a:moveTo>
                  <a:pt x="1863508" y="625236"/>
                </a:moveTo>
                <a:cubicBezTo>
                  <a:pt x="1864814" y="625099"/>
                  <a:pt x="1865731" y="625236"/>
                  <a:pt x="1865564" y="625487"/>
                </a:cubicBezTo>
                <a:cubicBezTo>
                  <a:pt x="1865536" y="625783"/>
                  <a:pt x="1864342" y="626079"/>
                  <a:pt x="1863008" y="626238"/>
                </a:cubicBezTo>
                <a:cubicBezTo>
                  <a:pt x="1861730" y="626353"/>
                  <a:pt x="1860813" y="626238"/>
                  <a:pt x="1860979" y="625965"/>
                </a:cubicBezTo>
                <a:cubicBezTo>
                  <a:pt x="1861118" y="625692"/>
                  <a:pt x="1862202" y="625372"/>
                  <a:pt x="1863508" y="625236"/>
                </a:cubicBezTo>
                <a:close/>
                <a:moveTo>
                  <a:pt x="3576048" y="624484"/>
                </a:moveTo>
                <a:cubicBezTo>
                  <a:pt x="3579578" y="624073"/>
                  <a:pt x="3582746" y="624461"/>
                  <a:pt x="3583190" y="625258"/>
                </a:cubicBezTo>
                <a:cubicBezTo>
                  <a:pt x="3583662" y="626079"/>
                  <a:pt x="3581245" y="627060"/>
                  <a:pt x="3577716" y="627469"/>
                </a:cubicBezTo>
                <a:cubicBezTo>
                  <a:pt x="3574243" y="627857"/>
                  <a:pt x="3571103" y="627469"/>
                  <a:pt x="3570631" y="626649"/>
                </a:cubicBezTo>
                <a:cubicBezTo>
                  <a:pt x="3570158" y="625829"/>
                  <a:pt x="3572576" y="624848"/>
                  <a:pt x="3576048" y="624484"/>
                </a:cubicBezTo>
                <a:close/>
                <a:moveTo>
                  <a:pt x="8171313" y="624390"/>
                </a:moveTo>
                <a:cubicBezTo>
                  <a:pt x="8184127" y="625493"/>
                  <a:pt x="8197228" y="627732"/>
                  <a:pt x="8207593" y="630844"/>
                </a:cubicBezTo>
                <a:cubicBezTo>
                  <a:pt x="8228515" y="637203"/>
                  <a:pt x="8230573" y="644726"/>
                  <a:pt x="8212011" y="647644"/>
                </a:cubicBezTo>
                <a:cubicBezTo>
                  <a:pt x="8193339" y="650607"/>
                  <a:pt x="8161272" y="647803"/>
                  <a:pt x="8140405" y="641398"/>
                </a:cubicBezTo>
                <a:cubicBezTo>
                  <a:pt x="8119814" y="635084"/>
                  <a:pt x="8118203" y="627653"/>
                  <a:pt x="8136765" y="624758"/>
                </a:cubicBezTo>
                <a:cubicBezTo>
                  <a:pt x="8145977" y="623321"/>
                  <a:pt x="8158501" y="623287"/>
                  <a:pt x="8171313" y="624390"/>
                </a:cubicBezTo>
                <a:close/>
                <a:moveTo>
                  <a:pt x="3110339" y="623985"/>
                </a:moveTo>
                <a:cubicBezTo>
                  <a:pt x="3116779" y="624741"/>
                  <a:pt x="3121044" y="626273"/>
                  <a:pt x="3121628" y="628405"/>
                </a:cubicBezTo>
                <a:cubicBezTo>
                  <a:pt x="3122711" y="632713"/>
                  <a:pt x="3108596" y="637796"/>
                  <a:pt x="3089895" y="639757"/>
                </a:cubicBezTo>
                <a:cubicBezTo>
                  <a:pt x="3071223" y="641786"/>
                  <a:pt x="3055190" y="639871"/>
                  <a:pt x="3054162" y="635562"/>
                </a:cubicBezTo>
                <a:cubicBezTo>
                  <a:pt x="3053134" y="631277"/>
                  <a:pt x="3067499" y="626216"/>
                  <a:pt x="3086005" y="624233"/>
                </a:cubicBezTo>
                <a:cubicBezTo>
                  <a:pt x="3095286" y="623253"/>
                  <a:pt x="3103900" y="623230"/>
                  <a:pt x="3110339" y="623985"/>
                </a:cubicBezTo>
                <a:close/>
                <a:moveTo>
                  <a:pt x="7549472" y="622427"/>
                </a:moveTo>
                <a:cubicBezTo>
                  <a:pt x="7561452" y="623492"/>
                  <a:pt x="7573309" y="625658"/>
                  <a:pt x="7582229" y="628678"/>
                </a:cubicBezTo>
                <a:cubicBezTo>
                  <a:pt x="7600179" y="634765"/>
                  <a:pt x="7599429" y="642059"/>
                  <a:pt x="7580423" y="644886"/>
                </a:cubicBezTo>
                <a:cubicBezTo>
                  <a:pt x="7561361" y="647757"/>
                  <a:pt x="7531297" y="645045"/>
                  <a:pt x="7513513" y="638891"/>
                </a:cubicBezTo>
                <a:cubicBezTo>
                  <a:pt x="7495868" y="632758"/>
                  <a:pt x="7496980" y="625555"/>
                  <a:pt x="7515986" y="622774"/>
                </a:cubicBezTo>
                <a:cubicBezTo>
                  <a:pt x="7525391" y="621395"/>
                  <a:pt x="7537493" y="621361"/>
                  <a:pt x="7549472" y="622427"/>
                </a:cubicBezTo>
                <a:close/>
                <a:moveTo>
                  <a:pt x="7053590" y="621840"/>
                </a:moveTo>
                <a:cubicBezTo>
                  <a:pt x="7056201" y="621452"/>
                  <a:pt x="7060230" y="621840"/>
                  <a:pt x="7062370" y="622637"/>
                </a:cubicBezTo>
                <a:cubicBezTo>
                  <a:pt x="7064538" y="623458"/>
                  <a:pt x="7064120" y="624439"/>
                  <a:pt x="7061453" y="624826"/>
                </a:cubicBezTo>
                <a:cubicBezTo>
                  <a:pt x="7058841" y="625213"/>
                  <a:pt x="7054784" y="624826"/>
                  <a:pt x="7052645" y="624028"/>
                </a:cubicBezTo>
                <a:cubicBezTo>
                  <a:pt x="7050505" y="623208"/>
                  <a:pt x="7050867" y="622227"/>
                  <a:pt x="7053590" y="621840"/>
                </a:cubicBezTo>
                <a:close/>
                <a:moveTo>
                  <a:pt x="9061028" y="621361"/>
                </a:moveTo>
                <a:cubicBezTo>
                  <a:pt x="9061445" y="621292"/>
                  <a:pt x="9062086" y="621361"/>
                  <a:pt x="9062612" y="621498"/>
                </a:cubicBezTo>
                <a:cubicBezTo>
                  <a:pt x="9063223" y="621634"/>
                  <a:pt x="9063251" y="621817"/>
                  <a:pt x="9062945" y="621839"/>
                </a:cubicBezTo>
                <a:cubicBezTo>
                  <a:pt x="9062584" y="621931"/>
                  <a:pt x="9061861" y="621863"/>
                  <a:pt x="9061363" y="621725"/>
                </a:cubicBezTo>
                <a:cubicBezTo>
                  <a:pt x="9060779" y="621589"/>
                  <a:pt x="9060612" y="621429"/>
                  <a:pt x="9061028" y="621361"/>
                </a:cubicBezTo>
                <a:close/>
                <a:moveTo>
                  <a:pt x="2508334" y="617458"/>
                </a:moveTo>
                <a:cubicBezTo>
                  <a:pt x="2517062" y="618518"/>
                  <a:pt x="2522328" y="620678"/>
                  <a:pt x="2522049" y="623687"/>
                </a:cubicBezTo>
                <a:cubicBezTo>
                  <a:pt x="2521549" y="629727"/>
                  <a:pt x="2498903" y="636976"/>
                  <a:pt x="2471228" y="639803"/>
                </a:cubicBezTo>
                <a:cubicBezTo>
                  <a:pt x="2443692" y="642652"/>
                  <a:pt x="2421851" y="639940"/>
                  <a:pt x="2422768" y="633808"/>
                </a:cubicBezTo>
                <a:cubicBezTo>
                  <a:pt x="2423602" y="627744"/>
                  <a:pt x="2446471" y="620586"/>
                  <a:pt x="2473840" y="617828"/>
                </a:cubicBezTo>
                <a:cubicBezTo>
                  <a:pt x="2487414" y="616438"/>
                  <a:pt x="2499605" y="616398"/>
                  <a:pt x="2508334" y="617458"/>
                </a:cubicBezTo>
                <a:close/>
                <a:moveTo>
                  <a:pt x="8305666" y="616198"/>
                </a:moveTo>
                <a:cubicBezTo>
                  <a:pt x="8318218" y="617269"/>
                  <a:pt x="8331132" y="619447"/>
                  <a:pt x="8341469" y="622478"/>
                </a:cubicBezTo>
                <a:cubicBezTo>
                  <a:pt x="8362419" y="628610"/>
                  <a:pt x="8365004" y="635904"/>
                  <a:pt x="8347165" y="638754"/>
                </a:cubicBezTo>
                <a:cubicBezTo>
                  <a:pt x="8329213" y="641626"/>
                  <a:pt x="8297787" y="638867"/>
                  <a:pt x="8276949" y="632690"/>
                </a:cubicBezTo>
                <a:cubicBezTo>
                  <a:pt x="8256386" y="626558"/>
                  <a:pt x="8254247" y="619355"/>
                  <a:pt x="8272029" y="616551"/>
                </a:cubicBezTo>
                <a:cubicBezTo>
                  <a:pt x="8280922" y="615161"/>
                  <a:pt x="8293113" y="615126"/>
                  <a:pt x="8305666" y="616198"/>
                </a:cubicBezTo>
                <a:close/>
                <a:moveTo>
                  <a:pt x="2977881" y="614232"/>
                </a:moveTo>
                <a:cubicBezTo>
                  <a:pt x="2984223" y="614978"/>
                  <a:pt x="2988350" y="616494"/>
                  <a:pt x="2988752" y="618603"/>
                </a:cubicBezTo>
                <a:cubicBezTo>
                  <a:pt x="2989613" y="622842"/>
                  <a:pt x="2975082" y="627880"/>
                  <a:pt x="2956408" y="629841"/>
                </a:cubicBezTo>
                <a:cubicBezTo>
                  <a:pt x="2937681" y="631824"/>
                  <a:pt x="2921814" y="629909"/>
                  <a:pt x="2921231" y="625670"/>
                </a:cubicBezTo>
                <a:cubicBezTo>
                  <a:pt x="2920592" y="621429"/>
                  <a:pt x="2935097" y="616414"/>
                  <a:pt x="2953714" y="614477"/>
                </a:cubicBezTo>
                <a:cubicBezTo>
                  <a:pt x="2962980" y="613508"/>
                  <a:pt x="2971538" y="613485"/>
                  <a:pt x="2977881" y="614232"/>
                </a:cubicBezTo>
                <a:close/>
                <a:moveTo>
                  <a:pt x="7686643" y="613756"/>
                </a:moveTo>
                <a:cubicBezTo>
                  <a:pt x="7698911" y="614836"/>
                  <a:pt x="7711144" y="617030"/>
                  <a:pt x="7720467" y="620085"/>
                </a:cubicBezTo>
                <a:cubicBezTo>
                  <a:pt x="7739250" y="626239"/>
                  <a:pt x="7739111" y="633625"/>
                  <a:pt x="7719994" y="636520"/>
                </a:cubicBezTo>
                <a:cubicBezTo>
                  <a:pt x="7700905" y="639392"/>
                  <a:pt x="7670117" y="636634"/>
                  <a:pt x="7651417" y="630388"/>
                </a:cubicBezTo>
                <a:cubicBezTo>
                  <a:pt x="7632967" y="624211"/>
                  <a:pt x="7633578" y="616939"/>
                  <a:pt x="7652612" y="614112"/>
                </a:cubicBezTo>
                <a:cubicBezTo>
                  <a:pt x="7662073" y="612710"/>
                  <a:pt x="7674376" y="612676"/>
                  <a:pt x="7686643" y="613756"/>
                </a:cubicBezTo>
                <a:close/>
                <a:moveTo>
                  <a:pt x="9190819" y="612973"/>
                </a:moveTo>
                <a:cubicBezTo>
                  <a:pt x="9191125" y="612881"/>
                  <a:pt x="9191876" y="612950"/>
                  <a:pt x="9192348" y="613087"/>
                </a:cubicBezTo>
                <a:cubicBezTo>
                  <a:pt x="9192876" y="613223"/>
                  <a:pt x="9193154" y="613383"/>
                  <a:pt x="9192738" y="613428"/>
                </a:cubicBezTo>
                <a:cubicBezTo>
                  <a:pt x="9192348" y="613519"/>
                  <a:pt x="9191625" y="613428"/>
                  <a:pt x="9191070" y="613315"/>
                </a:cubicBezTo>
                <a:cubicBezTo>
                  <a:pt x="9190513" y="613178"/>
                  <a:pt x="9190402" y="613019"/>
                  <a:pt x="9190819" y="612973"/>
                </a:cubicBezTo>
                <a:close/>
                <a:moveTo>
                  <a:pt x="3453777" y="611334"/>
                </a:moveTo>
                <a:cubicBezTo>
                  <a:pt x="3457789" y="611787"/>
                  <a:pt x="3460568" y="612710"/>
                  <a:pt x="3461179" y="613998"/>
                </a:cubicBezTo>
                <a:cubicBezTo>
                  <a:pt x="3462512" y="616597"/>
                  <a:pt x="3454454" y="619628"/>
                  <a:pt x="3443368" y="620836"/>
                </a:cubicBezTo>
                <a:cubicBezTo>
                  <a:pt x="3432308" y="622044"/>
                  <a:pt x="3422306" y="620928"/>
                  <a:pt x="3421166" y="618306"/>
                </a:cubicBezTo>
                <a:cubicBezTo>
                  <a:pt x="3419971" y="615730"/>
                  <a:pt x="3427974" y="612676"/>
                  <a:pt x="3438977" y="611490"/>
                </a:cubicBezTo>
                <a:cubicBezTo>
                  <a:pt x="3444521" y="610898"/>
                  <a:pt x="3449766" y="610881"/>
                  <a:pt x="3453777" y="611334"/>
                </a:cubicBezTo>
                <a:close/>
                <a:moveTo>
                  <a:pt x="7182102" y="609257"/>
                </a:moveTo>
                <a:cubicBezTo>
                  <a:pt x="7192189" y="607843"/>
                  <a:pt x="7207249" y="609188"/>
                  <a:pt x="7215863" y="612288"/>
                </a:cubicBezTo>
                <a:cubicBezTo>
                  <a:pt x="7224421" y="615412"/>
                  <a:pt x="7223143" y="619127"/>
                  <a:pt x="7213057" y="620540"/>
                </a:cubicBezTo>
                <a:cubicBezTo>
                  <a:pt x="7202914" y="621999"/>
                  <a:pt x="7187771" y="620632"/>
                  <a:pt x="7179213" y="617509"/>
                </a:cubicBezTo>
                <a:cubicBezTo>
                  <a:pt x="7170737" y="614386"/>
                  <a:pt x="7171988" y="610693"/>
                  <a:pt x="7182102" y="609257"/>
                </a:cubicBezTo>
                <a:close/>
                <a:moveTo>
                  <a:pt x="2380197" y="607653"/>
                </a:moveTo>
                <a:cubicBezTo>
                  <a:pt x="2388876" y="608710"/>
                  <a:pt x="2393996" y="610864"/>
                  <a:pt x="2393509" y="613885"/>
                </a:cubicBezTo>
                <a:cubicBezTo>
                  <a:pt x="2392509" y="619925"/>
                  <a:pt x="2369113" y="627128"/>
                  <a:pt x="2341215" y="629955"/>
                </a:cubicBezTo>
                <a:cubicBezTo>
                  <a:pt x="2313206" y="632804"/>
                  <a:pt x="2291533" y="630115"/>
                  <a:pt x="2292839" y="623982"/>
                </a:cubicBezTo>
                <a:cubicBezTo>
                  <a:pt x="2294283" y="617896"/>
                  <a:pt x="2317847" y="610784"/>
                  <a:pt x="2345522" y="608003"/>
                </a:cubicBezTo>
                <a:cubicBezTo>
                  <a:pt x="2359276" y="606636"/>
                  <a:pt x="2371517" y="606596"/>
                  <a:pt x="2380197" y="607653"/>
                </a:cubicBezTo>
                <a:close/>
                <a:moveTo>
                  <a:pt x="2216286" y="606886"/>
                </a:moveTo>
                <a:cubicBezTo>
                  <a:pt x="2222288" y="606293"/>
                  <a:pt x="2226734" y="606864"/>
                  <a:pt x="2226401" y="608140"/>
                </a:cubicBezTo>
                <a:cubicBezTo>
                  <a:pt x="2226011" y="609416"/>
                  <a:pt x="2220927" y="610944"/>
                  <a:pt x="2215063" y="611513"/>
                </a:cubicBezTo>
                <a:cubicBezTo>
                  <a:pt x="2209090" y="612106"/>
                  <a:pt x="2204505" y="611559"/>
                  <a:pt x="2204866" y="610260"/>
                </a:cubicBezTo>
                <a:cubicBezTo>
                  <a:pt x="2205256" y="608983"/>
                  <a:pt x="2210368" y="607456"/>
                  <a:pt x="2216286" y="606886"/>
                </a:cubicBezTo>
                <a:close/>
                <a:moveTo>
                  <a:pt x="8438221" y="606847"/>
                </a:moveTo>
                <a:cubicBezTo>
                  <a:pt x="8451927" y="607998"/>
                  <a:pt x="8466133" y="610340"/>
                  <a:pt x="8477623" y="613611"/>
                </a:cubicBezTo>
                <a:cubicBezTo>
                  <a:pt x="8500796" y="620221"/>
                  <a:pt x="8504269" y="628063"/>
                  <a:pt x="8485124" y="631186"/>
                </a:cubicBezTo>
                <a:cubicBezTo>
                  <a:pt x="8465980" y="634309"/>
                  <a:pt x="8431608" y="631346"/>
                  <a:pt x="8408516" y="624666"/>
                </a:cubicBezTo>
                <a:cubicBezTo>
                  <a:pt x="8385703" y="618056"/>
                  <a:pt x="8382759" y="610260"/>
                  <a:pt x="8401820" y="607228"/>
                </a:cubicBezTo>
                <a:cubicBezTo>
                  <a:pt x="8411309" y="605735"/>
                  <a:pt x="8424515" y="605695"/>
                  <a:pt x="8438221" y="606847"/>
                </a:cubicBezTo>
                <a:close/>
                <a:moveTo>
                  <a:pt x="7822428" y="605690"/>
                </a:moveTo>
                <a:cubicBezTo>
                  <a:pt x="7834454" y="606726"/>
                  <a:pt x="7846534" y="608847"/>
                  <a:pt x="7855870" y="611810"/>
                </a:cubicBezTo>
                <a:cubicBezTo>
                  <a:pt x="7874542" y="617782"/>
                  <a:pt x="7875043" y="624894"/>
                  <a:pt x="7856676" y="627698"/>
                </a:cubicBezTo>
                <a:cubicBezTo>
                  <a:pt x="7838336" y="630479"/>
                  <a:pt x="7808050" y="627857"/>
                  <a:pt x="7789488" y="621817"/>
                </a:cubicBezTo>
                <a:cubicBezTo>
                  <a:pt x="7771038" y="615822"/>
                  <a:pt x="7771010" y="608778"/>
                  <a:pt x="7789322" y="606065"/>
                </a:cubicBezTo>
                <a:cubicBezTo>
                  <a:pt x="7798435" y="604697"/>
                  <a:pt x="7810404" y="604652"/>
                  <a:pt x="7822428" y="605690"/>
                </a:cubicBezTo>
                <a:close/>
                <a:moveTo>
                  <a:pt x="6701507" y="605040"/>
                </a:moveTo>
                <a:cubicBezTo>
                  <a:pt x="6702618" y="604903"/>
                  <a:pt x="6704257" y="605040"/>
                  <a:pt x="6705063" y="605381"/>
                </a:cubicBezTo>
                <a:cubicBezTo>
                  <a:pt x="6705869" y="605747"/>
                  <a:pt x="6705619" y="606111"/>
                  <a:pt x="6704424" y="606271"/>
                </a:cubicBezTo>
                <a:cubicBezTo>
                  <a:pt x="6703257" y="606407"/>
                  <a:pt x="6701728" y="606293"/>
                  <a:pt x="6700978" y="605928"/>
                </a:cubicBezTo>
                <a:cubicBezTo>
                  <a:pt x="6700089" y="605587"/>
                  <a:pt x="6700368" y="605199"/>
                  <a:pt x="6701507" y="605040"/>
                </a:cubicBezTo>
                <a:close/>
                <a:moveTo>
                  <a:pt x="9319192" y="604606"/>
                </a:moveTo>
                <a:cubicBezTo>
                  <a:pt x="9319498" y="604561"/>
                  <a:pt x="9320166" y="604606"/>
                  <a:pt x="9320721" y="604743"/>
                </a:cubicBezTo>
                <a:cubicBezTo>
                  <a:pt x="9321303" y="604880"/>
                  <a:pt x="9321554" y="605062"/>
                  <a:pt x="9321111" y="605130"/>
                </a:cubicBezTo>
                <a:cubicBezTo>
                  <a:pt x="9320805" y="605176"/>
                  <a:pt x="9320027" y="605108"/>
                  <a:pt x="9319443" y="604971"/>
                </a:cubicBezTo>
                <a:cubicBezTo>
                  <a:pt x="9318915" y="604857"/>
                  <a:pt x="9318804" y="604675"/>
                  <a:pt x="9319192" y="604606"/>
                </a:cubicBezTo>
                <a:close/>
                <a:moveTo>
                  <a:pt x="2850730" y="603353"/>
                </a:moveTo>
                <a:cubicBezTo>
                  <a:pt x="2857982" y="604208"/>
                  <a:pt x="2862602" y="605940"/>
                  <a:pt x="2862852" y="608345"/>
                </a:cubicBezTo>
                <a:cubicBezTo>
                  <a:pt x="2863518" y="613223"/>
                  <a:pt x="2846319" y="619013"/>
                  <a:pt x="2824423" y="621270"/>
                </a:cubicBezTo>
                <a:cubicBezTo>
                  <a:pt x="2802610" y="623549"/>
                  <a:pt x="2784605" y="621384"/>
                  <a:pt x="2784216" y="616482"/>
                </a:cubicBezTo>
                <a:cubicBezTo>
                  <a:pt x="2783854" y="611604"/>
                  <a:pt x="2801193" y="605883"/>
                  <a:pt x="2822811" y="603626"/>
                </a:cubicBezTo>
                <a:cubicBezTo>
                  <a:pt x="2833593" y="602521"/>
                  <a:pt x="2843477" y="602498"/>
                  <a:pt x="2850730" y="603353"/>
                </a:cubicBezTo>
                <a:close/>
                <a:moveTo>
                  <a:pt x="3799703" y="601575"/>
                </a:moveTo>
                <a:cubicBezTo>
                  <a:pt x="3800342" y="601506"/>
                  <a:pt x="3800814" y="601552"/>
                  <a:pt x="3800925" y="601688"/>
                </a:cubicBezTo>
                <a:cubicBezTo>
                  <a:pt x="3800980" y="601848"/>
                  <a:pt x="3800591" y="601985"/>
                  <a:pt x="3800064" y="602054"/>
                </a:cubicBezTo>
                <a:cubicBezTo>
                  <a:pt x="3799452" y="602121"/>
                  <a:pt x="3799007" y="602076"/>
                  <a:pt x="3798868" y="601940"/>
                </a:cubicBezTo>
                <a:cubicBezTo>
                  <a:pt x="3798785" y="601780"/>
                  <a:pt x="3799146" y="601643"/>
                  <a:pt x="3799703" y="601575"/>
                </a:cubicBezTo>
                <a:close/>
                <a:moveTo>
                  <a:pt x="3326776" y="599232"/>
                </a:moveTo>
                <a:cubicBezTo>
                  <a:pt x="3332798" y="599911"/>
                  <a:pt x="3336918" y="601290"/>
                  <a:pt x="3337724" y="603216"/>
                </a:cubicBezTo>
                <a:cubicBezTo>
                  <a:pt x="3339335" y="607114"/>
                  <a:pt x="3326831" y="611742"/>
                  <a:pt x="3309937" y="613542"/>
                </a:cubicBezTo>
                <a:cubicBezTo>
                  <a:pt x="3292987" y="615343"/>
                  <a:pt x="3277955" y="613656"/>
                  <a:pt x="3276371" y="609735"/>
                </a:cubicBezTo>
                <a:cubicBezTo>
                  <a:pt x="3274954" y="605814"/>
                  <a:pt x="3287568" y="601232"/>
                  <a:pt x="3304407" y="599454"/>
                </a:cubicBezTo>
                <a:cubicBezTo>
                  <a:pt x="3312827" y="598577"/>
                  <a:pt x="3320753" y="598554"/>
                  <a:pt x="3326776" y="599232"/>
                </a:cubicBezTo>
                <a:close/>
                <a:moveTo>
                  <a:pt x="8569408" y="597953"/>
                </a:moveTo>
                <a:cubicBezTo>
                  <a:pt x="8583837" y="599153"/>
                  <a:pt x="8598898" y="601597"/>
                  <a:pt x="8611192" y="605016"/>
                </a:cubicBezTo>
                <a:cubicBezTo>
                  <a:pt x="8636005" y="611878"/>
                  <a:pt x="8640340" y="620061"/>
                  <a:pt x="8620585" y="623298"/>
                </a:cubicBezTo>
                <a:cubicBezTo>
                  <a:pt x="8600856" y="626513"/>
                  <a:pt x="8564538" y="623481"/>
                  <a:pt x="8539919" y="616506"/>
                </a:cubicBezTo>
                <a:cubicBezTo>
                  <a:pt x="8515384" y="609576"/>
                  <a:pt x="8511745" y="601506"/>
                  <a:pt x="8531416" y="598361"/>
                </a:cubicBezTo>
                <a:cubicBezTo>
                  <a:pt x="8541185" y="596799"/>
                  <a:pt x="8554980" y="596754"/>
                  <a:pt x="8569408" y="597953"/>
                </a:cubicBezTo>
                <a:close/>
                <a:moveTo>
                  <a:pt x="7956809" y="597435"/>
                </a:moveTo>
                <a:cubicBezTo>
                  <a:pt x="7968858" y="598469"/>
                  <a:pt x="7981049" y="600571"/>
                  <a:pt x="7990524" y="603512"/>
                </a:cubicBezTo>
                <a:cubicBezTo>
                  <a:pt x="8009696" y="609393"/>
                  <a:pt x="8010754" y="616460"/>
                  <a:pt x="7992718" y="619241"/>
                </a:cubicBezTo>
                <a:cubicBezTo>
                  <a:pt x="7974574" y="621999"/>
                  <a:pt x="7944426" y="619377"/>
                  <a:pt x="7925393" y="613405"/>
                </a:cubicBezTo>
                <a:cubicBezTo>
                  <a:pt x="7906526" y="607456"/>
                  <a:pt x="7905942" y="600480"/>
                  <a:pt x="7923948" y="597768"/>
                </a:cubicBezTo>
                <a:cubicBezTo>
                  <a:pt x="7932852" y="596434"/>
                  <a:pt x="7944760" y="596400"/>
                  <a:pt x="7956809" y="597435"/>
                </a:cubicBezTo>
                <a:close/>
                <a:moveTo>
                  <a:pt x="7338628" y="596927"/>
                </a:moveTo>
                <a:cubicBezTo>
                  <a:pt x="7348842" y="597830"/>
                  <a:pt x="7358825" y="599671"/>
                  <a:pt x="7366161" y="602235"/>
                </a:cubicBezTo>
                <a:cubicBezTo>
                  <a:pt x="7380887" y="607387"/>
                  <a:pt x="7379442" y="613542"/>
                  <a:pt x="7362826" y="615958"/>
                </a:cubicBezTo>
                <a:cubicBezTo>
                  <a:pt x="7346043" y="618375"/>
                  <a:pt x="7320562" y="616095"/>
                  <a:pt x="7305974" y="610875"/>
                </a:cubicBezTo>
                <a:cubicBezTo>
                  <a:pt x="7291331" y="605678"/>
                  <a:pt x="7293082" y="599592"/>
                  <a:pt x="7309698" y="597243"/>
                </a:cubicBezTo>
                <a:cubicBezTo>
                  <a:pt x="7317964" y="596058"/>
                  <a:pt x="7328412" y="596024"/>
                  <a:pt x="7338628" y="596927"/>
                </a:cubicBezTo>
                <a:close/>
                <a:moveTo>
                  <a:pt x="2090441" y="596878"/>
                </a:moveTo>
                <a:cubicBezTo>
                  <a:pt x="2097583" y="596149"/>
                  <a:pt x="2103083" y="596833"/>
                  <a:pt x="2102501" y="598361"/>
                </a:cubicBezTo>
                <a:cubicBezTo>
                  <a:pt x="2101944" y="599888"/>
                  <a:pt x="2095665" y="601688"/>
                  <a:pt x="2088440" y="602463"/>
                </a:cubicBezTo>
                <a:cubicBezTo>
                  <a:pt x="2081244" y="603147"/>
                  <a:pt x="2075826" y="602463"/>
                  <a:pt x="2076409" y="600959"/>
                </a:cubicBezTo>
                <a:cubicBezTo>
                  <a:pt x="2076909" y="599386"/>
                  <a:pt x="2083189" y="597585"/>
                  <a:pt x="2090441" y="596878"/>
                </a:cubicBezTo>
                <a:close/>
                <a:moveTo>
                  <a:pt x="6841579" y="596058"/>
                </a:moveTo>
                <a:cubicBezTo>
                  <a:pt x="6843801" y="595739"/>
                  <a:pt x="6846969" y="596058"/>
                  <a:pt x="6848636" y="596719"/>
                </a:cubicBezTo>
                <a:cubicBezTo>
                  <a:pt x="6850415" y="597381"/>
                  <a:pt x="6849914" y="598179"/>
                  <a:pt x="6847664" y="598474"/>
                </a:cubicBezTo>
                <a:cubicBezTo>
                  <a:pt x="6845469" y="598771"/>
                  <a:pt x="6842300" y="598474"/>
                  <a:pt x="6840550" y="597814"/>
                </a:cubicBezTo>
                <a:cubicBezTo>
                  <a:pt x="6838883" y="597152"/>
                  <a:pt x="6839300" y="596378"/>
                  <a:pt x="6841579" y="596058"/>
                </a:cubicBezTo>
                <a:close/>
                <a:moveTo>
                  <a:pt x="2721404" y="593839"/>
                </a:moveTo>
                <a:cubicBezTo>
                  <a:pt x="2728538" y="594680"/>
                  <a:pt x="2733005" y="596389"/>
                  <a:pt x="2733144" y="598772"/>
                </a:cubicBezTo>
                <a:cubicBezTo>
                  <a:pt x="2733310" y="603581"/>
                  <a:pt x="2715861" y="609302"/>
                  <a:pt x="2694020" y="611536"/>
                </a:cubicBezTo>
                <a:cubicBezTo>
                  <a:pt x="2672013" y="613816"/>
                  <a:pt x="2654203" y="611673"/>
                  <a:pt x="2654258" y="606818"/>
                </a:cubicBezTo>
                <a:cubicBezTo>
                  <a:pt x="2654286" y="601985"/>
                  <a:pt x="2671986" y="596332"/>
                  <a:pt x="2693659" y="594121"/>
                </a:cubicBezTo>
                <a:cubicBezTo>
                  <a:pt x="2704468" y="593027"/>
                  <a:pt x="2714270" y="592998"/>
                  <a:pt x="2721404" y="593839"/>
                </a:cubicBezTo>
                <a:close/>
                <a:moveTo>
                  <a:pt x="8832124" y="593026"/>
                </a:moveTo>
                <a:cubicBezTo>
                  <a:pt x="8833984" y="592730"/>
                  <a:pt x="8837540" y="593026"/>
                  <a:pt x="8840013" y="593664"/>
                </a:cubicBezTo>
                <a:cubicBezTo>
                  <a:pt x="8842597" y="594326"/>
                  <a:pt x="8843126" y="595123"/>
                  <a:pt x="8841127" y="595420"/>
                </a:cubicBezTo>
                <a:cubicBezTo>
                  <a:pt x="8839292" y="595739"/>
                  <a:pt x="8835735" y="595420"/>
                  <a:pt x="8833261" y="594781"/>
                </a:cubicBezTo>
                <a:cubicBezTo>
                  <a:pt x="8830789" y="594121"/>
                  <a:pt x="8830260" y="593345"/>
                  <a:pt x="8832124" y="593026"/>
                </a:cubicBezTo>
                <a:close/>
                <a:moveTo>
                  <a:pt x="8700359" y="591132"/>
                </a:moveTo>
                <a:cubicBezTo>
                  <a:pt x="8713259" y="592195"/>
                  <a:pt x="8726812" y="594360"/>
                  <a:pt x="8738037" y="597380"/>
                </a:cubicBezTo>
                <a:cubicBezTo>
                  <a:pt x="8760433" y="603444"/>
                  <a:pt x="8764851" y="610670"/>
                  <a:pt x="8747540" y="613519"/>
                </a:cubicBezTo>
                <a:cubicBezTo>
                  <a:pt x="8730258" y="616368"/>
                  <a:pt x="8697801" y="613679"/>
                  <a:pt x="8675462" y="607524"/>
                </a:cubicBezTo>
                <a:cubicBezTo>
                  <a:pt x="8653177" y="601415"/>
                  <a:pt x="8649371" y="594257"/>
                  <a:pt x="8666598" y="591500"/>
                </a:cubicBezTo>
                <a:cubicBezTo>
                  <a:pt x="8675211" y="590109"/>
                  <a:pt x="8687458" y="590069"/>
                  <a:pt x="8700359" y="591132"/>
                </a:cubicBezTo>
                <a:close/>
                <a:moveTo>
                  <a:pt x="3662410" y="590450"/>
                </a:moveTo>
                <a:cubicBezTo>
                  <a:pt x="3666383" y="590017"/>
                  <a:pt x="3669967" y="590428"/>
                  <a:pt x="3670550" y="591362"/>
                </a:cubicBezTo>
                <a:cubicBezTo>
                  <a:pt x="3671162" y="592297"/>
                  <a:pt x="3668412" y="593391"/>
                  <a:pt x="3664409" y="593802"/>
                </a:cubicBezTo>
                <a:cubicBezTo>
                  <a:pt x="3660465" y="594235"/>
                  <a:pt x="3656796" y="593802"/>
                  <a:pt x="3656240" y="592890"/>
                </a:cubicBezTo>
                <a:cubicBezTo>
                  <a:pt x="3655713" y="591978"/>
                  <a:pt x="3658436" y="590907"/>
                  <a:pt x="3662410" y="590450"/>
                </a:cubicBezTo>
                <a:close/>
                <a:moveTo>
                  <a:pt x="1964790" y="589903"/>
                </a:moveTo>
                <a:cubicBezTo>
                  <a:pt x="1965457" y="589835"/>
                  <a:pt x="1965957" y="589881"/>
                  <a:pt x="1965929" y="590040"/>
                </a:cubicBezTo>
                <a:cubicBezTo>
                  <a:pt x="1965818" y="590177"/>
                  <a:pt x="1965207" y="590314"/>
                  <a:pt x="1964624" y="590382"/>
                </a:cubicBezTo>
                <a:cubicBezTo>
                  <a:pt x="1964012" y="590451"/>
                  <a:pt x="1963540" y="590405"/>
                  <a:pt x="1963540" y="590269"/>
                </a:cubicBezTo>
                <a:cubicBezTo>
                  <a:pt x="1963623" y="590131"/>
                  <a:pt x="1964206" y="589972"/>
                  <a:pt x="1964790" y="589903"/>
                </a:cubicBezTo>
                <a:close/>
                <a:moveTo>
                  <a:pt x="3194737" y="589733"/>
                </a:moveTo>
                <a:cubicBezTo>
                  <a:pt x="3200673" y="590406"/>
                  <a:pt x="3204668" y="591773"/>
                  <a:pt x="3205321" y="593688"/>
                </a:cubicBezTo>
                <a:cubicBezTo>
                  <a:pt x="3206570" y="597540"/>
                  <a:pt x="3193873" y="602099"/>
                  <a:pt x="3176839" y="603877"/>
                </a:cubicBezTo>
                <a:cubicBezTo>
                  <a:pt x="3159723" y="605678"/>
                  <a:pt x="3145023" y="603991"/>
                  <a:pt x="3143884" y="600116"/>
                </a:cubicBezTo>
                <a:cubicBezTo>
                  <a:pt x="3142801" y="596264"/>
                  <a:pt x="3155555" y="591727"/>
                  <a:pt x="3172505" y="589949"/>
                </a:cubicBezTo>
                <a:cubicBezTo>
                  <a:pt x="3180924" y="589083"/>
                  <a:pt x="3188802" y="589060"/>
                  <a:pt x="3194737" y="589733"/>
                </a:cubicBezTo>
                <a:close/>
                <a:moveTo>
                  <a:pt x="8089753" y="588654"/>
                </a:moveTo>
                <a:cubicBezTo>
                  <a:pt x="8102504" y="589733"/>
                  <a:pt x="8115494" y="591933"/>
                  <a:pt x="8125706" y="595010"/>
                </a:cubicBezTo>
                <a:cubicBezTo>
                  <a:pt x="8146379" y="601188"/>
                  <a:pt x="8148129" y="608573"/>
                  <a:pt x="8129401" y="611445"/>
                </a:cubicBezTo>
                <a:cubicBezTo>
                  <a:pt x="8110590" y="614363"/>
                  <a:pt x="8078497" y="611605"/>
                  <a:pt x="8058045" y="605359"/>
                </a:cubicBezTo>
                <a:cubicBezTo>
                  <a:pt x="8037678" y="599136"/>
                  <a:pt x="8036510" y="591842"/>
                  <a:pt x="8055239" y="589015"/>
                </a:cubicBezTo>
                <a:cubicBezTo>
                  <a:pt x="8064492" y="587613"/>
                  <a:pt x="8077002" y="587574"/>
                  <a:pt x="8089753" y="588654"/>
                </a:cubicBezTo>
                <a:close/>
                <a:moveTo>
                  <a:pt x="6981429" y="587807"/>
                </a:moveTo>
                <a:cubicBezTo>
                  <a:pt x="6983651" y="587510"/>
                  <a:pt x="6986819" y="587783"/>
                  <a:pt x="6988569" y="588421"/>
                </a:cubicBezTo>
                <a:cubicBezTo>
                  <a:pt x="6990292" y="589105"/>
                  <a:pt x="6989987" y="589881"/>
                  <a:pt x="6987736" y="590177"/>
                </a:cubicBezTo>
                <a:cubicBezTo>
                  <a:pt x="6985513" y="590496"/>
                  <a:pt x="6982373" y="590200"/>
                  <a:pt x="6980539" y="589538"/>
                </a:cubicBezTo>
                <a:cubicBezTo>
                  <a:pt x="6978872" y="588900"/>
                  <a:pt x="6979288" y="588103"/>
                  <a:pt x="6981429" y="587807"/>
                </a:cubicBezTo>
                <a:close/>
                <a:moveTo>
                  <a:pt x="7475258" y="587020"/>
                </a:moveTo>
                <a:cubicBezTo>
                  <a:pt x="7487331" y="588080"/>
                  <a:pt x="7499231" y="590234"/>
                  <a:pt x="7508122" y="593231"/>
                </a:cubicBezTo>
                <a:cubicBezTo>
                  <a:pt x="7525961" y="599272"/>
                  <a:pt x="7524988" y="606476"/>
                  <a:pt x="7505649" y="609280"/>
                </a:cubicBezTo>
                <a:cubicBezTo>
                  <a:pt x="7486198" y="612106"/>
                  <a:pt x="7455883" y="609416"/>
                  <a:pt x="7438211" y="603330"/>
                </a:cubicBezTo>
                <a:cubicBezTo>
                  <a:pt x="7420595" y="597266"/>
                  <a:pt x="7422068" y="590131"/>
                  <a:pt x="7441351" y="587374"/>
                </a:cubicBezTo>
                <a:cubicBezTo>
                  <a:pt x="7450938" y="585994"/>
                  <a:pt x="7463184" y="585960"/>
                  <a:pt x="7475258" y="587020"/>
                </a:cubicBezTo>
                <a:close/>
                <a:moveTo>
                  <a:pt x="8964248" y="585823"/>
                </a:moveTo>
                <a:cubicBezTo>
                  <a:pt x="8964581" y="585754"/>
                  <a:pt x="8965248" y="585823"/>
                  <a:pt x="8965830" y="585983"/>
                </a:cubicBezTo>
                <a:cubicBezTo>
                  <a:pt x="8966361" y="586097"/>
                  <a:pt x="8966500" y="586256"/>
                  <a:pt x="8966136" y="586324"/>
                </a:cubicBezTo>
                <a:cubicBezTo>
                  <a:pt x="8965777" y="586393"/>
                  <a:pt x="8965083" y="586324"/>
                  <a:pt x="8964497" y="586188"/>
                </a:cubicBezTo>
                <a:cubicBezTo>
                  <a:pt x="8963887" y="586051"/>
                  <a:pt x="8963858" y="585891"/>
                  <a:pt x="8964248" y="585823"/>
                </a:cubicBezTo>
                <a:close/>
                <a:moveTo>
                  <a:pt x="2599851" y="582498"/>
                </a:moveTo>
                <a:cubicBezTo>
                  <a:pt x="2608451" y="583516"/>
                  <a:pt x="2613718" y="585584"/>
                  <a:pt x="2613634" y="588467"/>
                </a:cubicBezTo>
                <a:cubicBezTo>
                  <a:pt x="2613439" y="594257"/>
                  <a:pt x="2591627" y="601187"/>
                  <a:pt x="2564868" y="603877"/>
                </a:cubicBezTo>
                <a:cubicBezTo>
                  <a:pt x="2537943" y="606589"/>
                  <a:pt x="2516464" y="604036"/>
                  <a:pt x="2517047" y="598155"/>
                </a:cubicBezTo>
                <a:cubicBezTo>
                  <a:pt x="2517548" y="592319"/>
                  <a:pt x="2539610" y="585481"/>
                  <a:pt x="2566063" y="582837"/>
                </a:cubicBezTo>
                <a:cubicBezTo>
                  <a:pt x="2579317" y="581515"/>
                  <a:pt x="2591251" y="581481"/>
                  <a:pt x="2599851" y="582498"/>
                </a:cubicBezTo>
                <a:close/>
                <a:moveTo>
                  <a:pt x="8221523" y="580835"/>
                </a:moveTo>
                <a:cubicBezTo>
                  <a:pt x="8234053" y="581880"/>
                  <a:pt x="8246897" y="584011"/>
                  <a:pt x="8257081" y="586986"/>
                </a:cubicBezTo>
                <a:cubicBezTo>
                  <a:pt x="8277670" y="592958"/>
                  <a:pt x="8279920" y="600116"/>
                  <a:pt x="8261915" y="602943"/>
                </a:cubicBezTo>
                <a:cubicBezTo>
                  <a:pt x="8243798" y="605724"/>
                  <a:pt x="8212428" y="603079"/>
                  <a:pt x="8191947" y="596970"/>
                </a:cubicBezTo>
                <a:cubicBezTo>
                  <a:pt x="8171719" y="590998"/>
                  <a:pt x="8169942" y="583908"/>
                  <a:pt x="8187864" y="581196"/>
                </a:cubicBezTo>
                <a:cubicBezTo>
                  <a:pt x="8196783" y="579828"/>
                  <a:pt x="8208996" y="579789"/>
                  <a:pt x="8221523" y="580835"/>
                </a:cubicBezTo>
                <a:close/>
                <a:moveTo>
                  <a:pt x="3066756" y="579498"/>
                </a:moveTo>
                <a:cubicBezTo>
                  <a:pt x="3073299" y="580239"/>
                  <a:pt x="3077600" y="581755"/>
                  <a:pt x="3078113" y="583886"/>
                </a:cubicBezTo>
                <a:cubicBezTo>
                  <a:pt x="3079225" y="588149"/>
                  <a:pt x="3064748" y="593209"/>
                  <a:pt x="3045576" y="595192"/>
                </a:cubicBezTo>
                <a:cubicBezTo>
                  <a:pt x="3026347" y="597152"/>
                  <a:pt x="3010009" y="595284"/>
                  <a:pt x="3009147" y="590998"/>
                </a:cubicBezTo>
                <a:cubicBezTo>
                  <a:pt x="3008203" y="586735"/>
                  <a:pt x="3022957" y="581698"/>
                  <a:pt x="3041936" y="579760"/>
                </a:cubicBezTo>
                <a:cubicBezTo>
                  <a:pt x="3051425" y="578791"/>
                  <a:pt x="3060213" y="578757"/>
                  <a:pt x="3066756" y="579498"/>
                </a:cubicBezTo>
                <a:close/>
                <a:moveTo>
                  <a:pt x="7610082" y="579108"/>
                </a:moveTo>
                <a:cubicBezTo>
                  <a:pt x="7622061" y="580142"/>
                  <a:pt x="7633954" y="582244"/>
                  <a:pt x="7642915" y="585185"/>
                </a:cubicBezTo>
                <a:cubicBezTo>
                  <a:pt x="7660948" y="591021"/>
                  <a:pt x="7660559" y="598087"/>
                  <a:pt x="7641720" y="600890"/>
                </a:cubicBezTo>
                <a:cubicBezTo>
                  <a:pt x="7622853" y="603649"/>
                  <a:pt x="7592788" y="601028"/>
                  <a:pt x="7574866" y="595055"/>
                </a:cubicBezTo>
                <a:cubicBezTo>
                  <a:pt x="7557026" y="589129"/>
                  <a:pt x="7557972" y="582131"/>
                  <a:pt x="7576728" y="579441"/>
                </a:cubicBezTo>
                <a:cubicBezTo>
                  <a:pt x="7586036" y="578108"/>
                  <a:pt x="7598102" y="578073"/>
                  <a:pt x="7610082" y="579108"/>
                </a:cubicBezTo>
                <a:close/>
                <a:moveTo>
                  <a:pt x="3526450" y="578118"/>
                </a:moveTo>
                <a:cubicBezTo>
                  <a:pt x="3537175" y="576979"/>
                  <a:pt x="3546929" y="578050"/>
                  <a:pt x="3548373" y="580489"/>
                </a:cubicBezTo>
                <a:cubicBezTo>
                  <a:pt x="3549651" y="582996"/>
                  <a:pt x="3542093" y="585937"/>
                  <a:pt x="3531284" y="587077"/>
                </a:cubicBezTo>
                <a:cubicBezTo>
                  <a:pt x="3520365" y="588217"/>
                  <a:pt x="3510611" y="587122"/>
                  <a:pt x="3509277" y="584660"/>
                </a:cubicBezTo>
                <a:cubicBezTo>
                  <a:pt x="3508028" y="582176"/>
                  <a:pt x="3515668" y="579258"/>
                  <a:pt x="3526450" y="578118"/>
                </a:cubicBezTo>
                <a:close/>
                <a:moveTo>
                  <a:pt x="9091509" y="577776"/>
                </a:moveTo>
                <a:cubicBezTo>
                  <a:pt x="9091844" y="577708"/>
                  <a:pt x="9092566" y="577776"/>
                  <a:pt x="9093038" y="577891"/>
                </a:cubicBezTo>
                <a:cubicBezTo>
                  <a:pt x="9093620" y="578050"/>
                  <a:pt x="9093677" y="578210"/>
                  <a:pt x="9093316" y="578255"/>
                </a:cubicBezTo>
                <a:cubicBezTo>
                  <a:pt x="9092954" y="578324"/>
                  <a:pt x="9092260" y="578255"/>
                  <a:pt x="9091676" y="578141"/>
                </a:cubicBezTo>
                <a:cubicBezTo>
                  <a:pt x="9091231" y="577982"/>
                  <a:pt x="9091092" y="577845"/>
                  <a:pt x="9091509" y="577776"/>
                </a:cubicBezTo>
                <a:close/>
                <a:moveTo>
                  <a:pt x="7108135" y="575429"/>
                </a:moveTo>
                <a:cubicBezTo>
                  <a:pt x="7117998" y="574038"/>
                  <a:pt x="7132670" y="575337"/>
                  <a:pt x="7140922" y="578324"/>
                </a:cubicBezTo>
                <a:cubicBezTo>
                  <a:pt x="7149203" y="581310"/>
                  <a:pt x="7147897" y="584866"/>
                  <a:pt x="7137811" y="586256"/>
                </a:cubicBezTo>
                <a:cubicBezTo>
                  <a:pt x="7127863" y="587624"/>
                  <a:pt x="7113025" y="586347"/>
                  <a:pt x="7104856" y="583316"/>
                </a:cubicBezTo>
                <a:cubicBezTo>
                  <a:pt x="7096603" y="580329"/>
                  <a:pt x="7098132" y="576796"/>
                  <a:pt x="7108135" y="575429"/>
                </a:cubicBezTo>
                <a:close/>
                <a:moveTo>
                  <a:pt x="2468095" y="574902"/>
                </a:moveTo>
                <a:cubicBezTo>
                  <a:pt x="2475216" y="575748"/>
                  <a:pt x="2479467" y="577469"/>
                  <a:pt x="2479175" y="579874"/>
                </a:cubicBezTo>
                <a:cubicBezTo>
                  <a:pt x="2478675" y="584706"/>
                  <a:pt x="2459918" y="590428"/>
                  <a:pt x="2437384" y="592707"/>
                </a:cubicBezTo>
                <a:cubicBezTo>
                  <a:pt x="2414710" y="594964"/>
                  <a:pt x="2396982" y="592821"/>
                  <a:pt x="2397788" y="587943"/>
                </a:cubicBezTo>
                <a:cubicBezTo>
                  <a:pt x="2398594" y="583110"/>
                  <a:pt x="2417433" y="577412"/>
                  <a:pt x="2439802" y="575178"/>
                </a:cubicBezTo>
                <a:cubicBezTo>
                  <a:pt x="2450985" y="574084"/>
                  <a:pt x="2460975" y="574055"/>
                  <a:pt x="2468095" y="574902"/>
                </a:cubicBezTo>
                <a:close/>
                <a:moveTo>
                  <a:pt x="6624565" y="572465"/>
                </a:moveTo>
                <a:cubicBezTo>
                  <a:pt x="6626066" y="572283"/>
                  <a:pt x="6628289" y="572442"/>
                  <a:pt x="6629401" y="572921"/>
                </a:cubicBezTo>
                <a:cubicBezTo>
                  <a:pt x="6630429" y="573332"/>
                  <a:pt x="6630067" y="573902"/>
                  <a:pt x="6628539" y="574107"/>
                </a:cubicBezTo>
                <a:cubicBezTo>
                  <a:pt x="6626871" y="574312"/>
                  <a:pt x="6624760" y="574107"/>
                  <a:pt x="6623649" y="573651"/>
                </a:cubicBezTo>
                <a:cubicBezTo>
                  <a:pt x="6622510" y="573195"/>
                  <a:pt x="6622899" y="572671"/>
                  <a:pt x="6624565" y="572465"/>
                </a:cubicBezTo>
                <a:close/>
                <a:moveTo>
                  <a:pt x="2313623" y="572396"/>
                </a:moveTo>
                <a:cubicBezTo>
                  <a:pt x="2319459" y="571850"/>
                  <a:pt x="2323932" y="572351"/>
                  <a:pt x="2323598" y="573582"/>
                </a:cubicBezTo>
                <a:cubicBezTo>
                  <a:pt x="2323349" y="574836"/>
                  <a:pt x="2318458" y="576272"/>
                  <a:pt x="2312706" y="576842"/>
                </a:cubicBezTo>
                <a:cubicBezTo>
                  <a:pt x="2306899" y="577389"/>
                  <a:pt x="2302370" y="576887"/>
                  <a:pt x="2302703" y="575634"/>
                </a:cubicBezTo>
                <a:cubicBezTo>
                  <a:pt x="2302981" y="574403"/>
                  <a:pt x="2307899" y="572944"/>
                  <a:pt x="2313623" y="572396"/>
                </a:cubicBezTo>
                <a:close/>
                <a:moveTo>
                  <a:pt x="8351700" y="572115"/>
                </a:moveTo>
                <a:cubicBezTo>
                  <a:pt x="8365050" y="573218"/>
                  <a:pt x="8378811" y="575463"/>
                  <a:pt x="8389815" y="578597"/>
                </a:cubicBezTo>
                <a:cubicBezTo>
                  <a:pt x="8412240" y="584912"/>
                  <a:pt x="8415241" y="592457"/>
                  <a:pt x="8396401" y="595397"/>
                </a:cubicBezTo>
                <a:cubicBezTo>
                  <a:pt x="8377480" y="598361"/>
                  <a:pt x="8343941" y="595557"/>
                  <a:pt x="8321739" y="589174"/>
                </a:cubicBezTo>
                <a:cubicBezTo>
                  <a:pt x="8299733" y="582814"/>
                  <a:pt x="8297230" y="575360"/>
                  <a:pt x="8316043" y="572488"/>
                </a:cubicBezTo>
                <a:cubicBezTo>
                  <a:pt x="8325408" y="571052"/>
                  <a:pt x="8338348" y="571012"/>
                  <a:pt x="8351700" y="572115"/>
                </a:cubicBezTo>
                <a:close/>
                <a:moveTo>
                  <a:pt x="7743605" y="570964"/>
                </a:moveTo>
                <a:cubicBezTo>
                  <a:pt x="7755734" y="571999"/>
                  <a:pt x="7767856" y="574107"/>
                  <a:pt x="7777151" y="577047"/>
                </a:cubicBezTo>
                <a:cubicBezTo>
                  <a:pt x="7795740" y="582951"/>
                  <a:pt x="7795878" y="590018"/>
                  <a:pt x="7777151" y="592798"/>
                </a:cubicBezTo>
                <a:cubicBezTo>
                  <a:pt x="7758394" y="595557"/>
                  <a:pt x="7728024" y="592936"/>
                  <a:pt x="7709491" y="586941"/>
                </a:cubicBezTo>
                <a:cubicBezTo>
                  <a:pt x="7691012" y="580991"/>
                  <a:pt x="7691346" y="574015"/>
                  <a:pt x="7710018" y="571325"/>
                </a:cubicBezTo>
                <a:cubicBezTo>
                  <a:pt x="7719341" y="569970"/>
                  <a:pt x="7731476" y="569929"/>
                  <a:pt x="7743605" y="570964"/>
                </a:cubicBezTo>
                <a:close/>
                <a:moveTo>
                  <a:pt x="2938604" y="570013"/>
                </a:moveTo>
                <a:cubicBezTo>
                  <a:pt x="2945252" y="570773"/>
                  <a:pt x="2949545" y="572318"/>
                  <a:pt x="2949934" y="574471"/>
                </a:cubicBezTo>
                <a:cubicBezTo>
                  <a:pt x="2950712" y="578780"/>
                  <a:pt x="2935374" y="583977"/>
                  <a:pt x="2915534" y="586006"/>
                </a:cubicBezTo>
                <a:cubicBezTo>
                  <a:pt x="2895833" y="588012"/>
                  <a:pt x="2879245" y="586097"/>
                  <a:pt x="2878634" y="581743"/>
                </a:cubicBezTo>
                <a:cubicBezTo>
                  <a:pt x="2878106" y="577344"/>
                  <a:pt x="2893555" y="572238"/>
                  <a:pt x="2913145" y="570254"/>
                </a:cubicBezTo>
                <a:cubicBezTo>
                  <a:pt x="2922953" y="569274"/>
                  <a:pt x="2931957" y="569252"/>
                  <a:pt x="2938604" y="570013"/>
                </a:cubicBezTo>
                <a:close/>
                <a:moveTo>
                  <a:pt x="3891204" y="569890"/>
                </a:moveTo>
                <a:cubicBezTo>
                  <a:pt x="3892287" y="569776"/>
                  <a:pt x="3893315" y="569890"/>
                  <a:pt x="3893510" y="570140"/>
                </a:cubicBezTo>
                <a:cubicBezTo>
                  <a:pt x="3893760" y="570414"/>
                  <a:pt x="3892954" y="570733"/>
                  <a:pt x="3891954" y="570825"/>
                </a:cubicBezTo>
                <a:cubicBezTo>
                  <a:pt x="3890814" y="570938"/>
                  <a:pt x="3889758" y="570825"/>
                  <a:pt x="3889508" y="570574"/>
                </a:cubicBezTo>
                <a:cubicBezTo>
                  <a:pt x="3889370" y="570323"/>
                  <a:pt x="3890093" y="570004"/>
                  <a:pt x="3891204" y="569890"/>
                </a:cubicBezTo>
                <a:close/>
                <a:moveTo>
                  <a:pt x="3411326" y="567536"/>
                </a:moveTo>
                <a:cubicBezTo>
                  <a:pt x="3416144" y="568066"/>
                  <a:pt x="3419472" y="569149"/>
                  <a:pt x="3420166" y="570665"/>
                </a:cubicBezTo>
                <a:cubicBezTo>
                  <a:pt x="3421584" y="573697"/>
                  <a:pt x="3411942" y="577275"/>
                  <a:pt x="3398493" y="578711"/>
                </a:cubicBezTo>
                <a:cubicBezTo>
                  <a:pt x="3385100" y="580102"/>
                  <a:pt x="3373123" y="578780"/>
                  <a:pt x="3371763" y="575725"/>
                </a:cubicBezTo>
                <a:cubicBezTo>
                  <a:pt x="3370485" y="572694"/>
                  <a:pt x="3380210" y="569092"/>
                  <a:pt x="3393547" y="567724"/>
                </a:cubicBezTo>
                <a:cubicBezTo>
                  <a:pt x="3400203" y="567029"/>
                  <a:pt x="3406510" y="567007"/>
                  <a:pt x="3411326" y="567536"/>
                </a:cubicBezTo>
                <a:close/>
                <a:moveTo>
                  <a:pt x="7262562" y="563869"/>
                </a:moveTo>
                <a:cubicBezTo>
                  <a:pt x="7272131" y="564704"/>
                  <a:pt x="7281439" y="566402"/>
                  <a:pt x="7288246" y="568772"/>
                </a:cubicBezTo>
                <a:cubicBezTo>
                  <a:pt x="7301890" y="573514"/>
                  <a:pt x="7300307" y="579190"/>
                  <a:pt x="7284468" y="581401"/>
                </a:cubicBezTo>
                <a:cubicBezTo>
                  <a:pt x="7268658" y="583635"/>
                  <a:pt x="7244761" y="581515"/>
                  <a:pt x="7231201" y="576751"/>
                </a:cubicBezTo>
                <a:cubicBezTo>
                  <a:pt x="7217725" y="571941"/>
                  <a:pt x="7219642" y="566333"/>
                  <a:pt x="7235314" y="564145"/>
                </a:cubicBezTo>
                <a:cubicBezTo>
                  <a:pt x="7243164" y="563062"/>
                  <a:pt x="7252994" y="563034"/>
                  <a:pt x="7262562" y="563869"/>
                </a:cubicBezTo>
                <a:close/>
                <a:moveTo>
                  <a:pt x="2189612" y="563826"/>
                </a:moveTo>
                <a:cubicBezTo>
                  <a:pt x="2193919" y="563393"/>
                  <a:pt x="2197170" y="563780"/>
                  <a:pt x="2196891" y="564692"/>
                </a:cubicBezTo>
                <a:cubicBezTo>
                  <a:pt x="2196614" y="565581"/>
                  <a:pt x="2193001" y="566630"/>
                  <a:pt x="2188667" y="567063"/>
                </a:cubicBezTo>
                <a:cubicBezTo>
                  <a:pt x="2184388" y="567473"/>
                  <a:pt x="2181137" y="567086"/>
                  <a:pt x="2181387" y="566197"/>
                </a:cubicBezTo>
                <a:cubicBezTo>
                  <a:pt x="2181664" y="565285"/>
                  <a:pt x="2185361" y="564237"/>
                  <a:pt x="2189612" y="563826"/>
                </a:cubicBezTo>
                <a:close/>
                <a:moveTo>
                  <a:pt x="6763498" y="563393"/>
                </a:moveTo>
                <a:cubicBezTo>
                  <a:pt x="6766554" y="562937"/>
                  <a:pt x="6771001" y="563347"/>
                  <a:pt x="6773251" y="564236"/>
                </a:cubicBezTo>
                <a:cubicBezTo>
                  <a:pt x="6775501" y="565125"/>
                  <a:pt x="6774807" y="566196"/>
                  <a:pt x="6771779" y="566607"/>
                </a:cubicBezTo>
                <a:cubicBezTo>
                  <a:pt x="6768639" y="567040"/>
                  <a:pt x="6764303" y="566629"/>
                  <a:pt x="6762053" y="565741"/>
                </a:cubicBezTo>
                <a:cubicBezTo>
                  <a:pt x="6759747" y="564829"/>
                  <a:pt x="6760413" y="563803"/>
                  <a:pt x="6763498" y="563393"/>
                </a:cubicBezTo>
                <a:close/>
                <a:moveTo>
                  <a:pt x="8480362" y="563245"/>
                </a:moveTo>
                <a:cubicBezTo>
                  <a:pt x="8494842" y="564431"/>
                  <a:pt x="8509882" y="566835"/>
                  <a:pt x="8522080" y="570186"/>
                </a:cubicBezTo>
                <a:cubicBezTo>
                  <a:pt x="8546754" y="576956"/>
                  <a:pt x="8550617" y="585071"/>
                  <a:pt x="8530528" y="588217"/>
                </a:cubicBezTo>
                <a:cubicBezTo>
                  <a:pt x="8510327" y="591408"/>
                  <a:pt x="8474038" y="588399"/>
                  <a:pt x="8449586" y="581538"/>
                </a:cubicBezTo>
                <a:cubicBezTo>
                  <a:pt x="8425273" y="574699"/>
                  <a:pt x="8422049" y="566721"/>
                  <a:pt x="8441999" y="563621"/>
                </a:cubicBezTo>
                <a:cubicBezTo>
                  <a:pt x="8451960" y="562094"/>
                  <a:pt x="8465882" y="562060"/>
                  <a:pt x="8480362" y="563245"/>
                </a:cubicBezTo>
                <a:close/>
                <a:moveTo>
                  <a:pt x="7875678" y="562470"/>
                </a:moveTo>
                <a:cubicBezTo>
                  <a:pt x="7888498" y="563558"/>
                  <a:pt x="7901398" y="565763"/>
                  <a:pt x="7911360" y="568817"/>
                </a:cubicBezTo>
                <a:cubicBezTo>
                  <a:pt x="7931506" y="574972"/>
                  <a:pt x="7932256" y="582358"/>
                  <a:pt x="7912804" y="585253"/>
                </a:cubicBezTo>
                <a:cubicBezTo>
                  <a:pt x="7893354" y="588148"/>
                  <a:pt x="7861178" y="585390"/>
                  <a:pt x="7841199" y="579144"/>
                </a:cubicBezTo>
                <a:cubicBezTo>
                  <a:pt x="7821415" y="572921"/>
                  <a:pt x="7821138" y="565626"/>
                  <a:pt x="7840476" y="562822"/>
                </a:cubicBezTo>
                <a:cubicBezTo>
                  <a:pt x="7850118" y="561410"/>
                  <a:pt x="7862858" y="561381"/>
                  <a:pt x="7875678" y="562470"/>
                </a:cubicBezTo>
                <a:close/>
                <a:moveTo>
                  <a:pt x="2814186" y="559913"/>
                </a:moveTo>
                <a:cubicBezTo>
                  <a:pt x="2821518" y="560760"/>
                  <a:pt x="2826158" y="562481"/>
                  <a:pt x="2826367" y="564875"/>
                </a:cubicBezTo>
                <a:cubicBezTo>
                  <a:pt x="2826896" y="569661"/>
                  <a:pt x="2809362" y="575383"/>
                  <a:pt x="2787188" y="577640"/>
                </a:cubicBezTo>
                <a:cubicBezTo>
                  <a:pt x="2764959" y="579873"/>
                  <a:pt x="2746703" y="577731"/>
                  <a:pt x="2746398" y="572898"/>
                </a:cubicBezTo>
                <a:cubicBezTo>
                  <a:pt x="2746203" y="568065"/>
                  <a:pt x="2763847" y="562413"/>
                  <a:pt x="2785854" y="560201"/>
                </a:cubicBezTo>
                <a:cubicBezTo>
                  <a:pt x="2796831" y="559096"/>
                  <a:pt x="2806855" y="559067"/>
                  <a:pt x="2814186" y="559913"/>
                </a:cubicBezTo>
                <a:close/>
                <a:moveTo>
                  <a:pt x="3752910" y="557534"/>
                </a:moveTo>
                <a:cubicBezTo>
                  <a:pt x="3760607" y="556714"/>
                  <a:pt x="3767776" y="557489"/>
                  <a:pt x="3768999" y="559267"/>
                </a:cubicBezTo>
                <a:cubicBezTo>
                  <a:pt x="3770221" y="561022"/>
                  <a:pt x="3765025" y="563142"/>
                  <a:pt x="3757273" y="563963"/>
                </a:cubicBezTo>
                <a:cubicBezTo>
                  <a:pt x="3749520" y="564783"/>
                  <a:pt x="3742296" y="563985"/>
                  <a:pt x="3741101" y="562208"/>
                </a:cubicBezTo>
                <a:cubicBezTo>
                  <a:pt x="3739906" y="560452"/>
                  <a:pt x="3745241" y="558355"/>
                  <a:pt x="3752910" y="557534"/>
                </a:cubicBezTo>
                <a:close/>
                <a:moveTo>
                  <a:pt x="8731675" y="557261"/>
                </a:moveTo>
                <a:cubicBezTo>
                  <a:pt x="8736175" y="556554"/>
                  <a:pt x="8744373" y="557261"/>
                  <a:pt x="8750098" y="558742"/>
                </a:cubicBezTo>
                <a:cubicBezTo>
                  <a:pt x="8756015" y="560270"/>
                  <a:pt x="8757070" y="562094"/>
                  <a:pt x="8752625" y="562777"/>
                </a:cubicBezTo>
                <a:cubicBezTo>
                  <a:pt x="8748208" y="563506"/>
                  <a:pt x="8739898" y="562823"/>
                  <a:pt x="8734147" y="561273"/>
                </a:cubicBezTo>
                <a:cubicBezTo>
                  <a:pt x="8728396" y="559768"/>
                  <a:pt x="8727339" y="557968"/>
                  <a:pt x="8731675" y="557261"/>
                </a:cubicBezTo>
                <a:close/>
                <a:moveTo>
                  <a:pt x="8609028" y="557081"/>
                </a:moveTo>
                <a:cubicBezTo>
                  <a:pt x="8621617" y="558099"/>
                  <a:pt x="8634768" y="560168"/>
                  <a:pt x="8645509" y="563051"/>
                </a:cubicBezTo>
                <a:cubicBezTo>
                  <a:pt x="8667182" y="568863"/>
                  <a:pt x="8670988" y="575770"/>
                  <a:pt x="8653900" y="578506"/>
                </a:cubicBezTo>
                <a:cubicBezTo>
                  <a:pt x="8636755" y="581241"/>
                  <a:pt x="8605274" y="578665"/>
                  <a:pt x="8583739" y="572785"/>
                </a:cubicBezTo>
                <a:cubicBezTo>
                  <a:pt x="8562287" y="566926"/>
                  <a:pt x="8558869" y="560065"/>
                  <a:pt x="8575904" y="557420"/>
                </a:cubicBezTo>
                <a:cubicBezTo>
                  <a:pt x="8584405" y="556099"/>
                  <a:pt x="8596436" y="556064"/>
                  <a:pt x="8609028" y="557081"/>
                </a:cubicBezTo>
                <a:close/>
                <a:moveTo>
                  <a:pt x="3284543" y="556916"/>
                </a:moveTo>
                <a:cubicBezTo>
                  <a:pt x="3290487" y="557569"/>
                  <a:pt x="3294516" y="558902"/>
                  <a:pt x="3295238" y="560771"/>
                </a:cubicBezTo>
                <a:cubicBezTo>
                  <a:pt x="3296738" y="564532"/>
                  <a:pt x="3284262" y="569023"/>
                  <a:pt x="3267451" y="570756"/>
                </a:cubicBezTo>
                <a:cubicBezTo>
                  <a:pt x="3250529" y="572511"/>
                  <a:pt x="3235803" y="570847"/>
                  <a:pt x="3234357" y="567086"/>
                </a:cubicBezTo>
                <a:cubicBezTo>
                  <a:pt x="3233079" y="563302"/>
                  <a:pt x="3245555" y="558856"/>
                  <a:pt x="3262366" y="557147"/>
                </a:cubicBezTo>
                <a:cubicBezTo>
                  <a:pt x="3270744" y="556292"/>
                  <a:pt x="3278601" y="556264"/>
                  <a:pt x="3284543" y="556916"/>
                </a:cubicBezTo>
                <a:close/>
                <a:moveTo>
                  <a:pt x="6904015" y="555802"/>
                </a:moveTo>
                <a:cubicBezTo>
                  <a:pt x="6906043" y="555551"/>
                  <a:pt x="6908849" y="555802"/>
                  <a:pt x="6910377" y="556349"/>
                </a:cubicBezTo>
                <a:cubicBezTo>
                  <a:pt x="6911878" y="556918"/>
                  <a:pt x="6911489" y="557603"/>
                  <a:pt x="6909572" y="557853"/>
                </a:cubicBezTo>
                <a:cubicBezTo>
                  <a:pt x="6907599" y="558127"/>
                  <a:pt x="6904765" y="557876"/>
                  <a:pt x="6903237" y="557306"/>
                </a:cubicBezTo>
                <a:cubicBezTo>
                  <a:pt x="6901764" y="556759"/>
                  <a:pt x="6902153" y="556075"/>
                  <a:pt x="6904015" y="555802"/>
                </a:cubicBezTo>
                <a:close/>
                <a:moveTo>
                  <a:pt x="2067100" y="554981"/>
                </a:moveTo>
                <a:cubicBezTo>
                  <a:pt x="2070740" y="554639"/>
                  <a:pt x="2073463" y="554981"/>
                  <a:pt x="2073213" y="555711"/>
                </a:cubicBezTo>
                <a:cubicBezTo>
                  <a:pt x="2072936" y="556463"/>
                  <a:pt x="2069740" y="557375"/>
                  <a:pt x="2066017" y="557739"/>
                </a:cubicBezTo>
                <a:cubicBezTo>
                  <a:pt x="2062404" y="558082"/>
                  <a:pt x="2059737" y="557762"/>
                  <a:pt x="2059931" y="557010"/>
                </a:cubicBezTo>
                <a:cubicBezTo>
                  <a:pt x="2060237" y="556258"/>
                  <a:pt x="2063460" y="555346"/>
                  <a:pt x="2067100" y="554981"/>
                </a:cubicBezTo>
                <a:close/>
                <a:moveTo>
                  <a:pt x="8006389" y="554619"/>
                </a:moveTo>
                <a:cubicBezTo>
                  <a:pt x="8019248" y="555688"/>
                  <a:pt x="8032286" y="557865"/>
                  <a:pt x="8042484" y="560908"/>
                </a:cubicBezTo>
                <a:cubicBezTo>
                  <a:pt x="8063018" y="567040"/>
                  <a:pt x="8064324" y="574357"/>
                  <a:pt x="8045207" y="577206"/>
                </a:cubicBezTo>
                <a:cubicBezTo>
                  <a:pt x="8026147" y="580056"/>
                  <a:pt x="7993858" y="577343"/>
                  <a:pt x="7973491" y="571143"/>
                </a:cubicBezTo>
                <a:cubicBezTo>
                  <a:pt x="7953262" y="564988"/>
                  <a:pt x="7952400" y="557762"/>
                  <a:pt x="7971379" y="554981"/>
                </a:cubicBezTo>
                <a:cubicBezTo>
                  <a:pt x="7980855" y="553591"/>
                  <a:pt x="7993532" y="553550"/>
                  <a:pt x="8006389" y="554619"/>
                </a:cubicBezTo>
                <a:close/>
                <a:moveTo>
                  <a:pt x="7397635" y="553947"/>
                </a:moveTo>
                <a:cubicBezTo>
                  <a:pt x="7409417" y="554958"/>
                  <a:pt x="7420969" y="557021"/>
                  <a:pt x="7429570" y="559905"/>
                </a:cubicBezTo>
                <a:cubicBezTo>
                  <a:pt x="7446741" y="565695"/>
                  <a:pt x="7445352" y="572602"/>
                  <a:pt x="7426291" y="575315"/>
                </a:cubicBezTo>
                <a:cubicBezTo>
                  <a:pt x="7407090" y="578027"/>
                  <a:pt x="7377636" y="575451"/>
                  <a:pt x="7360547" y="569615"/>
                </a:cubicBezTo>
                <a:cubicBezTo>
                  <a:pt x="7343570" y="563780"/>
                  <a:pt x="7345320" y="556942"/>
                  <a:pt x="7364326" y="554297"/>
                </a:cubicBezTo>
                <a:cubicBezTo>
                  <a:pt x="7373843" y="552975"/>
                  <a:pt x="7385854" y="552936"/>
                  <a:pt x="7397635" y="553947"/>
                </a:cubicBezTo>
                <a:close/>
                <a:moveTo>
                  <a:pt x="8866606" y="551767"/>
                </a:moveTo>
                <a:cubicBezTo>
                  <a:pt x="8867329" y="551630"/>
                  <a:pt x="8868717" y="551767"/>
                  <a:pt x="8869801" y="552041"/>
                </a:cubicBezTo>
                <a:cubicBezTo>
                  <a:pt x="8870691" y="552268"/>
                  <a:pt x="8870942" y="552565"/>
                  <a:pt x="8870219" y="552679"/>
                </a:cubicBezTo>
                <a:cubicBezTo>
                  <a:pt x="8869468" y="552793"/>
                  <a:pt x="8868051" y="552679"/>
                  <a:pt x="8867133" y="552451"/>
                </a:cubicBezTo>
                <a:cubicBezTo>
                  <a:pt x="8866079" y="552200"/>
                  <a:pt x="8865912" y="551881"/>
                  <a:pt x="8866606" y="551767"/>
                </a:cubicBezTo>
                <a:close/>
                <a:moveTo>
                  <a:pt x="2694292" y="549012"/>
                </a:moveTo>
                <a:cubicBezTo>
                  <a:pt x="2703051" y="550017"/>
                  <a:pt x="2708498" y="552063"/>
                  <a:pt x="2708581" y="554913"/>
                </a:cubicBezTo>
                <a:cubicBezTo>
                  <a:pt x="2708803" y="560680"/>
                  <a:pt x="2687129" y="567541"/>
                  <a:pt x="2660065" y="570208"/>
                </a:cubicBezTo>
                <a:cubicBezTo>
                  <a:pt x="2633029" y="572921"/>
                  <a:pt x="2611161" y="570391"/>
                  <a:pt x="2611300" y="564532"/>
                </a:cubicBezTo>
                <a:cubicBezTo>
                  <a:pt x="2611494" y="558765"/>
                  <a:pt x="2633390" y="551972"/>
                  <a:pt x="2660121" y="549351"/>
                </a:cubicBezTo>
                <a:cubicBezTo>
                  <a:pt x="2673459" y="548040"/>
                  <a:pt x="2685533" y="548006"/>
                  <a:pt x="2694292" y="549012"/>
                </a:cubicBezTo>
                <a:close/>
                <a:moveTo>
                  <a:pt x="1945423" y="547163"/>
                </a:moveTo>
                <a:cubicBezTo>
                  <a:pt x="1946034" y="547117"/>
                  <a:pt x="1946507" y="547163"/>
                  <a:pt x="1946451" y="547276"/>
                </a:cubicBezTo>
                <a:cubicBezTo>
                  <a:pt x="1946340" y="547390"/>
                  <a:pt x="1945840" y="547528"/>
                  <a:pt x="1945284" y="547618"/>
                </a:cubicBezTo>
                <a:cubicBezTo>
                  <a:pt x="1944701" y="547664"/>
                  <a:pt x="1944201" y="547641"/>
                  <a:pt x="1944312" y="547482"/>
                </a:cubicBezTo>
                <a:cubicBezTo>
                  <a:pt x="1944312" y="547368"/>
                  <a:pt x="1944840" y="547231"/>
                  <a:pt x="1945423" y="547163"/>
                </a:cubicBezTo>
                <a:close/>
                <a:moveTo>
                  <a:pt x="3157562" y="547120"/>
                </a:moveTo>
                <a:cubicBezTo>
                  <a:pt x="3164022" y="547835"/>
                  <a:pt x="3168337" y="549294"/>
                  <a:pt x="3168976" y="551334"/>
                </a:cubicBezTo>
                <a:cubicBezTo>
                  <a:pt x="3170282" y="555437"/>
                  <a:pt x="3156221" y="560292"/>
                  <a:pt x="3137604" y="562208"/>
                </a:cubicBezTo>
                <a:cubicBezTo>
                  <a:pt x="3118960" y="564099"/>
                  <a:pt x="3102844" y="562299"/>
                  <a:pt x="3101787" y="558173"/>
                </a:cubicBezTo>
                <a:cubicBezTo>
                  <a:pt x="3100648" y="554070"/>
                  <a:pt x="3114764" y="549237"/>
                  <a:pt x="3133270" y="547368"/>
                </a:cubicBezTo>
                <a:cubicBezTo>
                  <a:pt x="3142495" y="546433"/>
                  <a:pt x="3151102" y="546405"/>
                  <a:pt x="3157562" y="547120"/>
                </a:cubicBezTo>
                <a:close/>
                <a:moveTo>
                  <a:pt x="8135955" y="547103"/>
                </a:moveTo>
                <a:cubicBezTo>
                  <a:pt x="8148559" y="548142"/>
                  <a:pt x="8161439" y="550251"/>
                  <a:pt x="8171609" y="553180"/>
                </a:cubicBezTo>
                <a:cubicBezTo>
                  <a:pt x="8192032" y="559153"/>
                  <a:pt x="8193949" y="566219"/>
                  <a:pt x="8175610" y="569001"/>
                </a:cubicBezTo>
                <a:cubicBezTo>
                  <a:pt x="8157215" y="571758"/>
                  <a:pt x="8125539" y="569137"/>
                  <a:pt x="8105227" y="563119"/>
                </a:cubicBezTo>
                <a:cubicBezTo>
                  <a:pt x="8084997" y="557170"/>
                  <a:pt x="8083637" y="550149"/>
                  <a:pt x="8101946" y="547436"/>
                </a:cubicBezTo>
                <a:cubicBezTo>
                  <a:pt x="8111019" y="546091"/>
                  <a:pt x="8123349" y="546062"/>
                  <a:pt x="8135955" y="547103"/>
                </a:cubicBezTo>
                <a:close/>
                <a:moveTo>
                  <a:pt x="3618201" y="547003"/>
                </a:moveTo>
                <a:cubicBezTo>
                  <a:pt x="3628731" y="545909"/>
                  <a:pt x="3638290" y="546957"/>
                  <a:pt x="3639790" y="549328"/>
                </a:cubicBezTo>
                <a:cubicBezTo>
                  <a:pt x="3641264" y="551721"/>
                  <a:pt x="3633900" y="554548"/>
                  <a:pt x="3623424" y="555620"/>
                </a:cubicBezTo>
                <a:cubicBezTo>
                  <a:pt x="3612865" y="556713"/>
                  <a:pt x="3603224" y="555665"/>
                  <a:pt x="3601723" y="553294"/>
                </a:cubicBezTo>
                <a:cubicBezTo>
                  <a:pt x="3600334" y="550923"/>
                  <a:pt x="3607724" y="548097"/>
                  <a:pt x="3618201" y="547003"/>
                </a:cubicBezTo>
                <a:close/>
                <a:moveTo>
                  <a:pt x="7530646" y="546037"/>
                </a:moveTo>
                <a:cubicBezTo>
                  <a:pt x="7542591" y="547049"/>
                  <a:pt x="7554400" y="549112"/>
                  <a:pt x="7563278" y="551995"/>
                </a:cubicBezTo>
                <a:cubicBezTo>
                  <a:pt x="7581033" y="557785"/>
                  <a:pt x="7580255" y="564716"/>
                  <a:pt x="7561277" y="567405"/>
                </a:cubicBezTo>
                <a:cubicBezTo>
                  <a:pt x="7542216" y="570140"/>
                  <a:pt x="7512290" y="567564"/>
                  <a:pt x="7494645" y="561683"/>
                </a:cubicBezTo>
                <a:cubicBezTo>
                  <a:pt x="7477084" y="555847"/>
                  <a:pt x="7478251" y="549009"/>
                  <a:pt x="7497202" y="546388"/>
                </a:cubicBezTo>
                <a:cubicBezTo>
                  <a:pt x="7506621" y="545066"/>
                  <a:pt x="7518701" y="545026"/>
                  <a:pt x="7530646" y="546037"/>
                </a:cubicBezTo>
                <a:close/>
                <a:moveTo>
                  <a:pt x="7032361" y="544495"/>
                </a:moveTo>
                <a:cubicBezTo>
                  <a:pt x="7040419" y="543447"/>
                  <a:pt x="7052283" y="544473"/>
                  <a:pt x="7058786" y="546843"/>
                </a:cubicBezTo>
                <a:cubicBezTo>
                  <a:pt x="7065399" y="549213"/>
                  <a:pt x="7064121" y="552041"/>
                  <a:pt x="7056007" y="553134"/>
                </a:cubicBezTo>
                <a:cubicBezTo>
                  <a:pt x="7047922" y="554206"/>
                  <a:pt x="7035973" y="553158"/>
                  <a:pt x="7029443" y="550764"/>
                </a:cubicBezTo>
                <a:cubicBezTo>
                  <a:pt x="7022941" y="548416"/>
                  <a:pt x="7024192" y="545612"/>
                  <a:pt x="7032361" y="544495"/>
                </a:cubicBezTo>
                <a:close/>
                <a:moveTo>
                  <a:pt x="8992534" y="544290"/>
                </a:moveTo>
                <a:cubicBezTo>
                  <a:pt x="8992840" y="544244"/>
                  <a:pt x="8993563" y="544290"/>
                  <a:pt x="8994008" y="544404"/>
                </a:cubicBezTo>
                <a:cubicBezTo>
                  <a:pt x="8994506" y="544495"/>
                  <a:pt x="8994645" y="544678"/>
                  <a:pt x="8994367" y="544746"/>
                </a:cubicBezTo>
                <a:cubicBezTo>
                  <a:pt x="8993896" y="544814"/>
                  <a:pt x="8993257" y="544746"/>
                  <a:pt x="8992755" y="544609"/>
                </a:cubicBezTo>
                <a:cubicBezTo>
                  <a:pt x="8992340" y="544518"/>
                  <a:pt x="8992173" y="544336"/>
                  <a:pt x="8992534" y="544290"/>
                </a:cubicBezTo>
                <a:close/>
                <a:moveTo>
                  <a:pt x="6541567" y="542216"/>
                </a:moveTo>
                <a:cubicBezTo>
                  <a:pt x="6543706" y="541897"/>
                  <a:pt x="6546735" y="542193"/>
                  <a:pt x="6548319" y="542809"/>
                </a:cubicBezTo>
                <a:cubicBezTo>
                  <a:pt x="6549764" y="543424"/>
                  <a:pt x="6549236" y="544176"/>
                  <a:pt x="6547013" y="544427"/>
                </a:cubicBezTo>
                <a:cubicBezTo>
                  <a:pt x="6544846" y="544723"/>
                  <a:pt x="6541762" y="544449"/>
                  <a:pt x="6540261" y="543835"/>
                </a:cubicBezTo>
                <a:cubicBezTo>
                  <a:pt x="6538705" y="543218"/>
                  <a:pt x="6539316" y="542512"/>
                  <a:pt x="6541567" y="542216"/>
                </a:cubicBezTo>
                <a:close/>
                <a:moveTo>
                  <a:pt x="3988289" y="541327"/>
                </a:moveTo>
                <a:cubicBezTo>
                  <a:pt x="3988817" y="541281"/>
                  <a:pt x="3989346" y="541327"/>
                  <a:pt x="3989401" y="541464"/>
                </a:cubicBezTo>
                <a:cubicBezTo>
                  <a:pt x="3989512" y="541578"/>
                  <a:pt x="3989206" y="541760"/>
                  <a:pt x="3988679" y="541806"/>
                </a:cubicBezTo>
                <a:cubicBezTo>
                  <a:pt x="3988151" y="541851"/>
                  <a:pt x="3987623" y="541806"/>
                  <a:pt x="3987568" y="541669"/>
                </a:cubicBezTo>
                <a:cubicBezTo>
                  <a:pt x="3987428" y="541554"/>
                  <a:pt x="3987734" y="541418"/>
                  <a:pt x="3988289" y="541327"/>
                </a:cubicBezTo>
                <a:close/>
                <a:moveTo>
                  <a:pt x="2570023" y="540127"/>
                </a:moveTo>
                <a:cubicBezTo>
                  <a:pt x="2578671" y="541121"/>
                  <a:pt x="2583944" y="543139"/>
                  <a:pt x="2583819" y="545954"/>
                </a:cubicBezTo>
                <a:cubicBezTo>
                  <a:pt x="2583458" y="551630"/>
                  <a:pt x="2561423" y="558423"/>
                  <a:pt x="2534303" y="561090"/>
                </a:cubicBezTo>
                <a:cubicBezTo>
                  <a:pt x="2507184" y="563734"/>
                  <a:pt x="2485649" y="561227"/>
                  <a:pt x="2486316" y="555460"/>
                </a:cubicBezTo>
                <a:cubicBezTo>
                  <a:pt x="2486927" y="549761"/>
                  <a:pt x="2509184" y="543037"/>
                  <a:pt x="2535971" y="540438"/>
                </a:cubicBezTo>
                <a:cubicBezTo>
                  <a:pt x="2549350" y="539162"/>
                  <a:pt x="2561374" y="539133"/>
                  <a:pt x="2570023" y="540127"/>
                </a:cubicBezTo>
                <a:close/>
                <a:moveTo>
                  <a:pt x="3030126" y="538184"/>
                </a:moveTo>
                <a:cubicBezTo>
                  <a:pt x="3036503" y="538894"/>
                  <a:pt x="3040685" y="540335"/>
                  <a:pt x="3041158" y="542352"/>
                </a:cubicBezTo>
                <a:cubicBezTo>
                  <a:pt x="3042102" y="546387"/>
                  <a:pt x="3027848" y="551197"/>
                  <a:pt x="3009092" y="553089"/>
                </a:cubicBezTo>
                <a:cubicBezTo>
                  <a:pt x="2990391" y="554981"/>
                  <a:pt x="2974553" y="553180"/>
                  <a:pt x="2973747" y="549123"/>
                </a:cubicBezTo>
                <a:cubicBezTo>
                  <a:pt x="2972942" y="545042"/>
                  <a:pt x="2987391" y="540278"/>
                  <a:pt x="3005925" y="538409"/>
                </a:cubicBezTo>
                <a:cubicBezTo>
                  <a:pt x="3015178" y="537497"/>
                  <a:pt x="3023749" y="537474"/>
                  <a:pt x="3030126" y="538184"/>
                </a:cubicBezTo>
                <a:close/>
                <a:moveTo>
                  <a:pt x="8263843" y="538181"/>
                </a:moveTo>
                <a:cubicBezTo>
                  <a:pt x="8277926" y="539327"/>
                  <a:pt x="8292396" y="541657"/>
                  <a:pt x="8303955" y="544906"/>
                </a:cubicBezTo>
                <a:cubicBezTo>
                  <a:pt x="8327213" y="551448"/>
                  <a:pt x="8330021" y="559289"/>
                  <a:pt x="8309904" y="562367"/>
                </a:cubicBezTo>
                <a:cubicBezTo>
                  <a:pt x="8289674" y="565489"/>
                  <a:pt x="8254247" y="562549"/>
                  <a:pt x="8231071" y="555893"/>
                </a:cubicBezTo>
                <a:cubicBezTo>
                  <a:pt x="8208093" y="549305"/>
                  <a:pt x="8205954" y="541554"/>
                  <a:pt x="8226043" y="538568"/>
                </a:cubicBezTo>
                <a:cubicBezTo>
                  <a:pt x="8236059" y="537076"/>
                  <a:pt x="8249758" y="537036"/>
                  <a:pt x="8263843" y="538181"/>
                </a:cubicBezTo>
                <a:close/>
                <a:moveTo>
                  <a:pt x="7662334" y="537759"/>
                </a:moveTo>
                <a:cubicBezTo>
                  <a:pt x="7674945" y="538825"/>
                  <a:pt x="7687499" y="540985"/>
                  <a:pt x="7697043" y="543994"/>
                </a:cubicBezTo>
                <a:cubicBezTo>
                  <a:pt x="7716215" y="550035"/>
                  <a:pt x="7715993" y="557260"/>
                  <a:pt x="7696320" y="560065"/>
                </a:cubicBezTo>
                <a:cubicBezTo>
                  <a:pt x="7676564" y="562914"/>
                  <a:pt x="7644970" y="560224"/>
                  <a:pt x="7625881" y="554092"/>
                </a:cubicBezTo>
                <a:cubicBezTo>
                  <a:pt x="7606987" y="548028"/>
                  <a:pt x="7607737" y="540871"/>
                  <a:pt x="7627271" y="538090"/>
                </a:cubicBezTo>
                <a:cubicBezTo>
                  <a:pt x="7637051" y="536722"/>
                  <a:pt x="7649722" y="536694"/>
                  <a:pt x="7662334" y="537759"/>
                </a:cubicBezTo>
                <a:close/>
                <a:moveTo>
                  <a:pt x="2428041" y="536945"/>
                </a:moveTo>
                <a:cubicBezTo>
                  <a:pt x="2431973" y="537401"/>
                  <a:pt x="2434314" y="538329"/>
                  <a:pt x="2434133" y="539617"/>
                </a:cubicBezTo>
                <a:cubicBezTo>
                  <a:pt x="2433772" y="542216"/>
                  <a:pt x="2423352" y="545316"/>
                  <a:pt x="2410903" y="546524"/>
                </a:cubicBezTo>
                <a:cubicBezTo>
                  <a:pt x="2398400" y="547709"/>
                  <a:pt x="2388619" y="546570"/>
                  <a:pt x="2389063" y="543971"/>
                </a:cubicBezTo>
                <a:cubicBezTo>
                  <a:pt x="2389535" y="541373"/>
                  <a:pt x="2399983" y="538318"/>
                  <a:pt x="2412404" y="537110"/>
                </a:cubicBezTo>
                <a:cubicBezTo>
                  <a:pt x="2418587" y="536506"/>
                  <a:pt x="2424109" y="536489"/>
                  <a:pt x="2428041" y="536945"/>
                </a:cubicBezTo>
                <a:close/>
                <a:moveTo>
                  <a:pt x="3503234" y="536637"/>
                </a:moveTo>
                <a:cubicBezTo>
                  <a:pt x="3507979" y="537150"/>
                  <a:pt x="3511293" y="538193"/>
                  <a:pt x="3512057" y="539640"/>
                </a:cubicBezTo>
                <a:cubicBezTo>
                  <a:pt x="3513640" y="542558"/>
                  <a:pt x="3504388" y="546023"/>
                  <a:pt x="3491328" y="547368"/>
                </a:cubicBezTo>
                <a:cubicBezTo>
                  <a:pt x="3478240" y="548735"/>
                  <a:pt x="3466459" y="547459"/>
                  <a:pt x="3464958" y="544519"/>
                </a:cubicBezTo>
                <a:cubicBezTo>
                  <a:pt x="3463458" y="541578"/>
                  <a:pt x="3472766" y="538159"/>
                  <a:pt x="3485826" y="536814"/>
                </a:cubicBezTo>
                <a:cubicBezTo>
                  <a:pt x="3492314" y="536141"/>
                  <a:pt x="3498490" y="536124"/>
                  <a:pt x="3503234" y="536637"/>
                </a:cubicBezTo>
                <a:close/>
                <a:moveTo>
                  <a:pt x="6679639" y="532642"/>
                </a:moveTo>
                <a:cubicBezTo>
                  <a:pt x="6684307" y="532050"/>
                  <a:pt x="6690614" y="532596"/>
                  <a:pt x="6693921" y="533896"/>
                </a:cubicBezTo>
                <a:cubicBezTo>
                  <a:pt x="6697255" y="535172"/>
                  <a:pt x="6696171" y="536722"/>
                  <a:pt x="6691615" y="537315"/>
                </a:cubicBezTo>
                <a:cubicBezTo>
                  <a:pt x="6687002" y="537907"/>
                  <a:pt x="6680583" y="537315"/>
                  <a:pt x="6677277" y="536038"/>
                </a:cubicBezTo>
                <a:cubicBezTo>
                  <a:pt x="6674108" y="534762"/>
                  <a:pt x="6675081" y="533235"/>
                  <a:pt x="6679639" y="532642"/>
                </a:cubicBezTo>
                <a:close/>
                <a:moveTo>
                  <a:pt x="7182971" y="532411"/>
                </a:moveTo>
                <a:cubicBezTo>
                  <a:pt x="7192314" y="533212"/>
                  <a:pt x="7201359" y="534842"/>
                  <a:pt x="7207917" y="537110"/>
                </a:cubicBezTo>
                <a:cubicBezTo>
                  <a:pt x="7221087" y="541669"/>
                  <a:pt x="7219170" y="547140"/>
                  <a:pt x="7203665" y="549259"/>
                </a:cubicBezTo>
                <a:cubicBezTo>
                  <a:pt x="7188021" y="551425"/>
                  <a:pt x="7164653" y="549351"/>
                  <a:pt x="7151593" y="544746"/>
                </a:cubicBezTo>
                <a:cubicBezTo>
                  <a:pt x="7138672" y="540164"/>
                  <a:pt x="7140729" y="534785"/>
                  <a:pt x="7156234" y="532688"/>
                </a:cubicBezTo>
                <a:cubicBezTo>
                  <a:pt x="7163986" y="531639"/>
                  <a:pt x="7173628" y="531611"/>
                  <a:pt x="7182971" y="532411"/>
                </a:cubicBezTo>
                <a:close/>
                <a:moveTo>
                  <a:pt x="8509355" y="531593"/>
                </a:moveTo>
                <a:cubicBezTo>
                  <a:pt x="8515077" y="530727"/>
                  <a:pt x="8525471" y="531548"/>
                  <a:pt x="8532473" y="533440"/>
                </a:cubicBezTo>
                <a:cubicBezTo>
                  <a:pt x="8539613" y="535332"/>
                  <a:pt x="8540699" y="537611"/>
                  <a:pt x="8535001" y="538478"/>
                </a:cubicBezTo>
                <a:cubicBezTo>
                  <a:pt x="8529193" y="539390"/>
                  <a:pt x="8518801" y="538523"/>
                  <a:pt x="8511660" y="536631"/>
                </a:cubicBezTo>
                <a:cubicBezTo>
                  <a:pt x="8504602" y="534716"/>
                  <a:pt x="8503657" y="532459"/>
                  <a:pt x="8509355" y="531593"/>
                </a:cubicBezTo>
                <a:close/>
                <a:moveTo>
                  <a:pt x="2290031" y="530636"/>
                </a:moveTo>
                <a:cubicBezTo>
                  <a:pt x="2296229" y="530067"/>
                  <a:pt x="2301063" y="530591"/>
                  <a:pt x="2300702" y="531890"/>
                </a:cubicBezTo>
                <a:cubicBezTo>
                  <a:pt x="2300452" y="533167"/>
                  <a:pt x="2295201" y="534694"/>
                  <a:pt x="2288892" y="535309"/>
                </a:cubicBezTo>
                <a:cubicBezTo>
                  <a:pt x="2282696" y="535879"/>
                  <a:pt x="2277806" y="535355"/>
                  <a:pt x="2278195" y="534033"/>
                </a:cubicBezTo>
                <a:cubicBezTo>
                  <a:pt x="2278501" y="532734"/>
                  <a:pt x="2283780" y="531206"/>
                  <a:pt x="2290031" y="530636"/>
                </a:cubicBezTo>
                <a:close/>
                <a:moveTo>
                  <a:pt x="8390743" y="530582"/>
                </a:moveTo>
                <a:cubicBezTo>
                  <a:pt x="8404856" y="531725"/>
                  <a:pt x="8419450" y="534044"/>
                  <a:pt x="8431246" y="537269"/>
                </a:cubicBezTo>
                <a:cubicBezTo>
                  <a:pt x="8454920" y="543743"/>
                  <a:pt x="8458283" y="551516"/>
                  <a:pt x="8438470" y="554548"/>
                </a:cubicBezTo>
                <a:cubicBezTo>
                  <a:pt x="8418603" y="557603"/>
                  <a:pt x="8383147" y="554708"/>
                  <a:pt x="8359557" y="548120"/>
                </a:cubicBezTo>
                <a:cubicBezTo>
                  <a:pt x="8336187" y="541600"/>
                  <a:pt x="8333382" y="533919"/>
                  <a:pt x="8353138" y="530955"/>
                </a:cubicBezTo>
                <a:cubicBezTo>
                  <a:pt x="8363001" y="529474"/>
                  <a:pt x="8376631" y="529439"/>
                  <a:pt x="8390743" y="530582"/>
                </a:cubicBezTo>
                <a:close/>
                <a:moveTo>
                  <a:pt x="7792569" y="530471"/>
                </a:moveTo>
                <a:cubicBezTo>
                  <a:pt x="7804798" y="531485"/>
                  <a:pt x="7817066" y="533554"/>
                  <a:pt x="7826528" y="536449"/>
                </a:cubicBezTo>
                <a:cubicBezTo>
                  <a:pt x="7845506" y="542239"/>
                  <a:pt x="7845839" y="549146"/>
                  <a:pt x="7827194" y="551881"/>
                </a:cubicBezTo>
                <a:cubicBezTo>
                  <a:pt x="7808300" y="554594"/>
                  <a:pt x="7777624" y="552063"/>
                  <a:pt x="7758728" y="546182"/>
                </a:cubicBezTo>
                <a:cubicBezTo>
                  <a:pt x="7740057" y="540323"/>
                  <a:pt x="7740112" y="533462"/>
                  <a:pt x="7758840" y="530818"/>
                </a:cubicBezTo>
                <a:cubicBezTo>
                  <a:pt x="7768148" y="529496"/>
                  <a:pt x="7780340" y="529456"/>
                  <a:pt x="7792569" y="530471"/>
                </a:cubicBezTo>
                <a:close/>
                <a:moveTo>
                  <a:pt x="3849801" y="529907"/>
                </a:moveTo>
                <a:cubicBezTo>
                  <a:pt x="3854330" y="529428"/>
                  <a:pt x="3858665" y="529884"/>
                  <a:pt x="3859555" y="530933"/>
                </a:cubicBezTo>
                <a:cubicBezTo>
                  <a:pt x="3860305" y="531958"/>
                  <a:pt x="3857220" y="533167"/>
                  <a:pt x="3852663" y="533668"/>
                </a:cubicBezTo>
                <a:cubicBezTo>
                  <a:pt x="3848051" y="534147"/>
                  <a:pt x="3843689" y="533691"/>
                  <a:pt x="3842910" y="532665"/>
                </a:cubicBezTo>
                <a:cubicBezTo>
                  <a:pt x="3842188" y="531617"/>
                  <a:pt x="3845190" y="530386"/>
                  <a:pt x="3849801" y="529907"/>
                </a:cubicBezTo>
                <a:close/>
                <a:moveTo>
                  <a:pt x="2907386" y="528337"/>
                </a:moveTo>
                <a:cubicBezTo>
                  <a:pt x="2914527" y="529132"/>
                  <a:pt x="2919133" y="530750"/>
                  <a:pt x="2919508" y="533007"/>
                </a:cubicBezTo>
                <a:cubicBezTo>
                  <a:pt x="2920258" y="537566"/>
                  <a:pt x="2903615" y="542946"/>
                  <a:pt x="2882274" y="545088"/>
                </a:cubicBezTo>
                <a:cubicBezTo>
                  <a:pt x="2860962" y="547231"/>
                  <a:pt x="2843095" y="545202"/>
                  <a:pt x="2842651" y="540621"/>
                </a:cubicBezTo>
                <a:cubicBezTo>
                  <a:pt x="2842067" y="536062"/>
                  <a:pt x="2858850" y="530682"/>
                  <a:pt x="2880052" y="528608"/>
                </a:cubicBezTo>
                <a:cubicBezTo>
                  <a:pt x="2890569" y="527571"/>
                  <a:pt x="2900246" y="527543"/>
                  <a:pt x="2907386" y="528337"/>
                </a:cubicBezTo>
                <a:close/>
                <a:moveTo>
                  <a:pt x="8646703" y="527216"/>
                </a:moveTo>
                <a:cubicBezTo>
                  <a:pt x="8647093" y="527171"/>
                  <a:pt x="8647730" y="527216"/>
                  <a:pt x="8648204" y="527353"/>
                </a:cubicBezTo>
                <a:cubicBezTo>
                  <a:pt x="8648704" y="527467"/>
                  <a:pt x="8648787" y="527627"/>
                  <a:pt x="8648481" y="527672"/>
                </a:cubicBezTo>
                <a:cubicBezTo>
                  <a:pt x="8648010" y="527740"/>
                  <a:pt x="8647371" y="527672"/>
                  <a:pt x="8646897" y="527559"/>
                </a:cubicBezTo>
                <a:cubicBezTo>
                  <a:pt x="8646425" y="527444"/>
                  <a:pt x="8646425" y="527285"/>
                  <a:pt x="8646703" y="527216"/>
                </a:cubicBezTo>
                <a:close/>
                <a:moveTo>
                  <a:pt x="3375833" y="526713"/>
                </a:moveTo>
                <a:cubicBezTo>
                  <a:pt x="3381328" y="527303"/>
                  <a:pt x="3385114" y="528506"/>
                  <a:pt x="3385878" y="530180"/>
                </a:cubicBezTo>
                <a:cubicBezTo>
                  <a:pt x="3387350" y="533532"/>
                  <a:pt x="3376236" y="537566"/>
                  <a:pt x="3360897" y="539117"/>
                </a:cubicBezTo>
                <a:cubicBezTo>
                  <a:pt x="3345532" y="540689"/>
                  <a:pt x="3332000" y="539184"/>
                  <a:pt x="3330527" y="535810"/>
                </a:cubicBezTo>
                <a:cubicBezTo>
                  <a:pt x="3329138" y="532437"/>
                  <a:pt x="3340336" y="528448"/>
                  <a:pt x="3355535" y="526920"/>
                </a:cubicBezTo>
                <a:cubicBezTo>
                  <a:pt x="3363135" y="526146"/>
                  <a:pt x="3370338" y="526123"/>
                  <a:pt x="3375833" y="526713"/>
                </a:cubicBezTo>
                <a:close/>
                <a:moveTo>
                  <a:pt x="6822072" y="525872"/>
                </a:moveTo>
                <a:cubicBezTo>
                  <a:pt x="6824017" y="525622"/>
                  <a:pt x="6826712" y="525849"/>
                  <a:pt x="6828213" y="526396"/>
                </a:cubicBezTo>
                <a:cubicBezTo>
                  <a:pt x="6829602" y="526920"/>
                  <a:pt x="6829268" y="527559"/>
                  <a:pt x="6827351" y="527855"/>
                </a:cubicBezTo>
                <a:cubicBezTo>
                  <a:pt x="6825350" y="528106"/>
                  <a:pt x="6822627" y="527855"/>
                  <a:pt x="6821155" y="527331"/>
                </a:cubicBezTo>
                <a:cubicBezTo>
                  <a:pt x="6819738" y="526761"/>
                  <a:pt x="6820071" y="526100"/>
                  <a:pt x="6822072" y="525872"/>
                </a:cubicBezTo>
                <a:close/>
                <a:moveTo>
                  <a:pt x="2168937" y="523433"/>
                </a:moveTo>
                <a:cubicBezTo>
                  <a:pt x="2171049" y="523273"/>
                  <a:pt x="2172606" y="523433"/>
                  <a:pt x="2172411" y="523866"/>
                </a:cubicBezTo>
                <a:cubicBezTo>
                  <a:pt x="2172300" y="524322"/>
                  <a:pt x="2170577" y="524800"/>
                  <a:pt x="2168437" y="525005"/>
                </a:cubicBezTo>
                <a:cubicBezTo>
                  <a:pt x="2166381" y="525188"/>
                  <a:pt x="2164770" y="525029"/>
                  <a:pt x="2164908" y="524572"/>
                </a:cubicBezTo>
                <a:cubicBezTo>
                  <a:pt x="2165103" y="524139"/>
                  <a:pt x="2166881" y="523638"/>
                  <a:pt x="2168937" y="523433"/>
                </a:cubicBezTo>
                <a:close/>
                <a:moveTo>
                  <a:pt x="7316777" y="523128"/>
                </a:moveTo>
                <a:cubicBezTo>
                  <a:pt x="7327899" y="524072"/>
                  <a:pt x="7338763" y="525986"/>
                  <a:pt x="7346766" y="528653"/>
                </a:cubicBezTo>
                <a:cubicBezTo>
                  <a:pt x="7362827" y="534033"/>
                  <a:pt x="7361159" y="540438"/>
                  <a:pt x="7342903" y="542923"/>
                </a:cubicBezTo>
                <a:cubicBezTo>
                  <a:pt x="7324703" y="545476"/>
                  <a:pt x="7296833" y="543060"/>
                  <a:pt x="7280912" y="537657"/>
                </a:cubicBezTo>
                <a:cubicBezTo>
                  <a:pt x="7265101" y="532231"/>
                  <a:pt x="7267129" y="525872"/>
                  <a:pt x="7285246" y="523433"/>
                </a:cubicBezTo>
                <a:cubicBezTo>
                  <a:pt x="7294277" y="522213"/>
                  <a:pt x="7305656" y="522185"/>
                  <a:pt x="7316777" y="523128"/>
                </a:cubicBezTo>
                <a:close/>
                <a:moveTo>
                  <a:pt x="7921492" y="522230"/>
                </a:moveTo>
                <a:cubicBezTo>
                  <a:pt x="7934548" y="523296"/>
                  <a:pt x="7947732" y="525473"/>
                  <a:pt x="7958014" y="528517"/>
                </a:cubicBezTo>
                <a:cubicBezTo>
                  <a:pt x="7978632" y="534648"/>
                  <a:pt x="7979546" y="541942"/>
                  <a:pt x="7959958" y="544815"/>
                </a:cubicBezTo>
                <a:cubicBezTo>
                  <a:pt x="7940230" y="547687"/>
                  <a:pt x="7907470" y="544929"/>
                  <a:pt x="7887046" y="538751"/>
                </a:cubicBezTo>
                <a:cubicBezTo>
                  <a:pt x="7866624" y="532596"/>
                  <a:pt x="7866234" y="525370"/>
                  <a:pt x="7885740" y="522612"/>
                </a:cubicBezTo>
                <a:cubicBezTo>
                  <a:pt x="7895508" y="521210"/>
                  <a:pt x="7908436" y="521165"/>
                  <a:pt x="7921492" y="522230"/>
                </a:cubicBezTo>
                <a:close/>
                <a:moveTo>
                  <a:pt x="8770910" y="519763"/>
                </a:moveTo>
                <a:cubicBezTo>
                  <a:pt x="8771242" y="519694"/>
                  <a:pt x="8771937" y="519740"/>
                  <a:pt x="8772408" y="519877"/>
                </a:cubicBezTo>
                <a:cubicBezTo>
                  <a:pt x="8772910" y="520014"/>
                  <a:pt x="8772992" y="520151"/>
                  <a:pt x="8772686" y="520196"/>
                </a:cubicBezTo>
                <a:cubicBezTo>
                  <a:pt x="8772243" y="520265"/>
                  <a:pt x="8771604" y="520196"/>
                  <a:pt x="8771075" y="520082"/>
                </a:cubicBezTo>
                <a:cubicBezTo>
                  <a:pt x="8770632" y="519946"/>
                  <a:pt x="8770465" y="519809"/>
                  <a:pt x="8770910" y="519763"/>
                </a:cubicBezTo>
                <a:close/>
                <a:moveTo>
                  <a:pt x="2787011" y="518341"/>
                </a:moveTo>
                <a:cubicBezTo>
                  <a:pt x="2795087" y="519244"/>
                  <a:pt x="2800193" y="521085"/>
                  <a:pt x="2800415" y="523660"/>
                </a:cubicBezTo>
                <a:cubicBezTo>
                  <a:pt x="2800860" y="528835"/>
                  <a:pt x="2781409" y="534990"/>
                  <a:pt x="2756873" y="537383"/>
                </a:cubicBezTo>
                <a:cubicBezTo>
                  <a:pt x="2732226" y="539823"/>
                  <a:pt x="2712137" y="537543"/>
                  <a:pt x="2711887" y="532300"/>
                </a:cubicBezTo>
                <a:cubicBezTo>
                  <a:pt x="2711692" y="527103"/>
                  <a:pt x="2731393" y="521017"/>
                  <a:pt x="2755790" y="518646"/>
                </a:cubicBezTo>
                <a:cubicBezTo>
                  <a:pt x="2767891" y="517472"/>
                  <a:pt x="2778936" y="517438"/>
                  <a:pt x="2787011" y="518341"/>
                </a:cubicBezTo>
                <a:close/>
                <a:moveTo>
                  <a:pt x="3713897" y="518167"/>
                </a:moveTo>
                <a:cubicBezTo>
                  <a:pt x="3724067" y="517119"/>
                  <a:pt x="3733570" y="518099"/>
                  <a:pt x="3735127" y="520401"/>
                </a:cubicBezTo>
                <a:cubicBezTo>
                  <a:pt x="3736683" y="522681"/>
                  <a:pt x="3729709" y="525416"/>
                  <a:pt x="3719455" y="526487"/>
                </a:cubicBezTo>
                <a:cubicBezTo>
                  <a:pt x="3709145" y="527537"/>
                  <a:pt x="3699616" y="526556"/>
                  <a:pt x="3698115" y="524231"/>
                </a:cubicBezTo>
                <a:cubicBezTo>
                  <a:pt x="3696503" y="521951"/>
                  <a:pt x="3703588" y="519216"/>
                  <a:pt x="3713897" y="518167"/>
                </a:cubicBezTo>
                <a:close/>
                <a:moveTo>
                  <a:pt x="3250901" y="516708"/>
                </a:moveTo>
                <a:cubicBezTo>
                  <a:pt x="3257289" y="517392"/>
                  <a:pt x="3261603" y="518794"/>
                  <a:pt x="3262339" y="520765"/>
                </a:cubicBezTo>
                <a:cubicBezTo>
                  <a:pt x="3263894" y="524686"/>
                  <a:pt x="3250390" y="529359"/>
                  <a:pt x="3232162" y="531183"/>
                </a:cubicBezTo>
                <a:cubicBezTo>
                  <a:pt x="3213934" y="533029"/>
                  <a:pt x="3198152" y="531319"/>
                  <a:pt x="3196763" y="527331"/>
                </a:cubicBezTo>
                <a:cubicBezTo>
                  <a:pt x="3195456" y="523364"/>
                  <a:pt x="3209016" y="518736"/>
                  <a:pt x="3227022" y="516959"/>
                </a:cubicBezTo>
                <a:cubicBezTo>
                  <a:pt x="3236053" y="516058"/>
                  <a:pt x="3244514" y="516024"/>
                  <a:pt x="3250901" y="516708"/>
                </a:cubicBezTo>
                <a:close/>
                <a:moveTo>
                  <a:pt x="8049237" y="515455"/>
                </a:moveTo>
                <a:cubicBezTo>
                  <a:pt x="8061524" y="516452"/>
                  <a:pt x="8074022" y="518475"/>
                  <a:pt x="8083858" y="521290"/>
                </a:cubicBezTo>
                <a:cubicBezTo>
                  <a:pt x="8103588" y="526989"/>
                  <a:pt x="8105005" y="533781"/>
                  <a:pt x="8086945" y="536472"/>
                </a:cubicBezTo>
                <a:cubicBezTo>
                  <a:pt x="8068716" y="539116"/>
                  <a:pt x="8037927" y="536609"/>
                  <a:pt x="8018254" y="530841"/>
                </a:cubicBezTo>
                <a:cubicBezTo>
                  <a:pt x="7998778" y="525120"/>
                  <a:pt x="7997778" y="518395"/>
                  <a:pt x="8015866" y="515774"/>
                </a:cubicBezTo>
                <a:cubicBezTo>
                  <a:pt x="8024869" y="514486"/>
                  <a:pt x="8036948" y="514457"/>
                  <a:pt x="8049237" y="515455"/>
                </a:cubicBezTo>
                <a:close/>
                <a:moveTo>
                  <a:pt x="6951446" y="515181"/>
                </a:moveTo>
                <a:cubicBezTo>
                  <a:pt x="6958615" y="514246"/>
                  <a:pt x="6968952" y="515112"/>
                  <a:pt x="6974649" y="517164"/>
                </a:cubicBezTo>
                <a:cubicBezTo>
                  <a:pt x="6980316" y="519193"/>
                  <a:pt x="6979094" y="521632"/>
                  <a:pt x="6971842" y="522567"/>
                </a:cubicBezTo>
                <a:cubicBezTo>
                  <a:pt x="6964756" y="523524"/>
                  <a:pt x="6954225" y="522612"/>
                  <a:pt x="6948668" y="520560"/>
                </a:cubicBezTo>
                <a:cubicBezTo>
                  <a:pt x="6943027" y="518509"/>
                  <a:pt x="6944333" y="516093"/>
                  <a:pt x="6951446" y="515181"/>
                </a:cubicBezTo>
                <a:close/>
                <a:moveTo>
                  <a:pt x="2049428" y="515067"/>
                </a:moveTo>
                <a:cubicBezTo>
                  <a:pt x="2050956" y="514908"/>
                  <a:pt x="2052013" y="515044"/>
                  <a:pt x="2051929" y="515363"/>
                </a:cubicBezTo>
                <a:cubicBezTo>
                  <a:pt x="2051818" y="515660"/>
                  <a:pt x="2050485" y="516001"/>
                  <a:pt x="2049067" y="516161"/>
                </a:cubicBezTo>
                <a:cubicBezTo>
                  <a:pt x="2047511" y="516275"/>
                  <a:pt x="2046372" y="516161"/>
                  <a:pt x="2046538" y="515842"/>
                </a:cubicBezTo>
                <a:cubicBezTo>
                  <a:pt x="2046650" y="515546"/>
                  <a:pt x="2047900" y="515204"/>
                  <a:pt x="2049428" y="515067"/>
                </a:cubicBezTo>
                <a:close/>
                <a:moveTo>
                  <a:pt x="7448738" y="514730"/>
                </a:moveTo>
                <a:cubicBezTo>
                  <a:pt x="7460760" y="515733"/>
                  <a:pt x="7472583" y="517779"/>
                  <a:pt x="7481392" y="520652"/>
                </a:cubicBezTo>
                <a:cubicBezTo>
                  <a:pt x="7499119" y="526419"/>
                  <a:pt x="7497979" y="533257"/>
                  <a:pt x="7478529" y="535947"/>
                </a:cubicBezTo>
                <a:cubicBezTo>
                  <a:pt x="7459162" y="538637"/>
                  <a:pt x="7429013" y="536084"/>
                  <a:pt x="7411424" y="530271"/>
                </a:cubicBezTo>
                <a:cubicBezTo>
                  <a:pt x="7393891" y="524504"/>
                  <a:pt x="7395558" y="517711"/>
                  <a:pt x="7414898" y="515067"/>
                </a:cubicBezTo>
                <a:cubicBezTo>
                  <a:pt x="7424498" y="513767"/>
                  <a:pt x="7436717" y="513728"/>
                  <a:pt x="7448738" y="514730"/>
                </a:cubicBezTo>
                <a:close/>
                <a:moveTo>
                  <a:pt x="4089239" y="514611"/>
                </a:moveTo>
                <a:cubicBezTo>
                  <a:pt x="4091017" y="514429"/>
                  <a:pt x="4092850" y="514611"/>
                  <a:pt x="4093323" y="515022"/>
                </a:cubicBezTo>
                <a:cubicBezTo>
                  <a:pt x="4093684" y="515477"/>
                  <a:pt x="4092434" y="515933"/>
                  <a:pt x="4090628" y="516139"/>
                </a:cubicBezTo>
                <a:cubicBezTo>
                  <a:pt x="4088766" y="516298"/>
                  <a:pt x="4087043" y="516161"/>
                  <a:pt x="4086627" y="515705"/>
                </a:cubicBezTo>
                <a:cubicBezTo>
                  <a:pt x="4086293" y="515295"/>
                  <a:pt x="4087488" y="514816"/>
                  <a:pt x="4089239" y="514611"/>
                </a:cubicBezTo>
                <a:close/>
                <a:moveTo>
                  <a:pt x="6453233" y="514269"/>
                </a:moveTo>
                <a:cubicBezTo>
                  <a:pt x="6456317" y="513881"/>
                  <a:pt x="6460486" y="514269"/>
                  <a:pt x="6462514" y="515089"/>
                </a:cubicBezTo>
                <a:cubicBezTo>
                  <a:pt x="6464487" y="515933"/>
                  <a:pt x="6463736" y="516936"/>
                  <a:pt x="6460680" y="517323"/>
                </a:cubicBezTo>
                <a:cubicBezTo>
                  <a:pt x="6457568" y="517711"/>
                  <a:pt x="6453400" y="517346"/>
                  <a:pt x="6451316" y="516503"/>
                </a:cubicBezTo>
                <a:cubicBezTo>
                  <a:pt x="6449316" y="515682"/>
                  <a:pt x="6450093" y="514679"/>
                  <a:pt x="6453233" y="514269"/>
                </a:cubicBezTo>
                <a:close/>
                <a:moveTo>
                  <a:pt x="8893893" y="512331"/>
                </a:moveTo>
                <a:cubicBezTo>
                  <a:pt x="8894253" y="512286"/>
                  <a:pt x="8894894" y="512331"/>
                  <a:pt x="8895478" y="512468"/>
                </a:cubicBezTo>
                <a:cubicBezTo>
                  <a:pt x="8895892" y="512582"/>
                  <a:pt x="8895921" y="512719"/>
                  <a:pt x="8895698" y="512787"/>
                </a:cubicBezTo>
                <a:cubicBezTo>
                  <a:pt x="8895337" y="512833"/>
                  <a:pt x="8894643" y="512787"/>
                  <a:pt x="8894224" y="512673"/>
                </a:cubicBezTo>
                <a:cubicBezTo>
                  <a:pt x="8893669" y="512559"/>
                  <a:pt x="8893587" y="512400"/>
                  <a:pt x="8893893" y="512331"/>
                </a:cubicBezTo>
                <a:close/>
                <a:moveTo>
                  <a:pt x="2666369" y="509100"/>
                </a:moveTo>
                <a:cubicBezTo>
                  <a:pt x="2674890" y="510058"/>
                  <a:pt x="2680155" y="512001"/>
                  <a:pt x="2680155" y="514703"/>
                </a:cubicBezTo>
                <a:cubicBezTo>
                  <a:pt x="2680266" y="520173"/>
                  <a:pt x="2659037" y="526693"/>
                  <a:pt x="2632640" y="529269"/>
                </a:cubicBezTo>
                <a:cubicBezTo>
                  <a:pt x="2606215" y="531821"/>
                  <a:pt x="2585014" y="529382"/>
                  <a:pt x="2585263" y="523866"/>
                </a:cubicBezTo>
                <a:cubicBezTo>
                  <a:pt x="2585513" y="518372"/>
                  <a:pt x="2606993" y="511898"/>
                  <a:pt x="2633056" y="509413"/>
                </a:cubicBezTo>
                <a:cubicBezTo>
                  <a:pt x="2646074" y="508172"/>
                  <a:pt x="2657849" y="508143"/>
                  <a:pt x="2666369" y="509100"/>
                </a:cubicBezTo>
                <a:close/>
                <a:moveTo>
                  <a:pt x="3598444" y="507864"/>
                </a:moveTo>
                <a:cubicBezTo>
                  <a:pt x="3603126" y="508354"/>
                  <a:pt x="3606434" y="509357"/>
                  <a:pt x="3607253" y="510758"/>
                </a:cubicBezTo>
                <a:cubicBezTo>
                  <a:pt x="3609003" y="513562"/>
                  <a:pt x="3600056" y="516913"/>
                  <a:pt x="3587385" y="518190"/>
                </a:cubicBezTo>
                <a:cubicBezTo>
                  <a:pt x="3574603" y="519512"/>
                  <a:pt x="3562906" y="518258"/>
                  <a:pt x="3561294" y="515432"/>
                </a:cubicBezTo>
                <a:cubicBezTo>
                  <a:pt x="3559681" y="512651"/>
                  <a:pt x="3568657" y="509322"/>
                  <a:pt x="3581383" y="508046"/>
                </a:cubicBezTo>
                <a:cubicBezTo>
                  <a:pt x="3587706" y="507397"/>
                  <a:pt x="3593762" y="507374"/>
                  <a:pt x="3598444" y="507864"/>
                </a:cubicBezTo>
                <a:close/>
                <a:moveTo>
                  <a:pt x="3126178" y="507431"/>
                </a:moveTo>
                <a:cubicBezTo>
                  <a:pt x="3132951" y="508166"/>
                  <a:pt x="3137452" y="509665"/>
                  <a:pt x="3138077" y="511762"/>
                </a:cubicBezTo>
                <a:cubicBezTo>
                  <a:pt x="3139327" y="515933"/>
                  <a:pt x="3124517" y="520925"/>
                  <a:pt x="3104899" y="522863"/>
                </a:cubicBezTo>
                <a:cubicBezTo>
                  <a:pt x="3085255" y="524824"/>
                  <a:pt x="3068361" y="522931"/>
                  <a:pt x="3067332" y="518737"/>
                </a:cubicBezTo>
                <a:cubicBezTo>
                  <a:pt x="3066193" y="514543"/>
                  <a:pt x="3081170" y="509597"/>
                  <a:pt x="3100648" y="507682"/>
                </a:cubicBezTo>
                <a:cubicBezTo>
                  <a:pt x="3110360" y="506724"/>
                  <a:pt x="3119405" y="506696"/>
                  <a:pt x="3126178" y="507431"/>
                </a:cubicBezTo>
                <a:close/>
                <a:moveTo>
                  <a:pt x="7578995" y="507046"/>
                </a:moveTo>
                <a:cubicBezTo>
                  <a:pt x="7591301" y="508064"/>
                  <a:pt x="7603485" y="510133"/>
                  <a:pt x="7612655" y="513016"/>
                </a:cubicBezTo>
                <a:cubicBezTo>
                  <a:pt x="7631133" y="518806"/>
                  <a:pt x="7630605" y="525758"/>
                  <a:pt x="7611071" y="528494"/>
                </a:cubicBezTo>
                <a:cubicBezTo>
                  <a:pt x="7591621" y="531206"/>
                  <a:pt x="7560778" y="528653"/>
                  <a:pt x="7542411" y="522749"/>
                </a:cubicBezTo>
                <a:cubicBezTo>
                  <a:pt x="7524155" y="516937"/>
                  <a:pt x="7525294" y="510052"/>
                  <a:pt x="7544606" y="507385"/>
                </a:cubicBezTo>
                <a:cubicBezTo>
                  <a:pt x="7554261" y="506064"/>
                  <a:pt x="7566689" y="506029"/>
                  <a:pt x="7578995" y="507046"/>
                </a:cubicBezTo>
                <a:close/>
                <a:moveTo>
                  <a:pt x="8175359" y="506929"/>
                </a:moveTo>
                <a:cubicBezTo>
                  <a:pt x="8188990" y="508023"/>
                  <a:pt x="8202938" y="510246"/>
                  <a:pt x="8214012" y="513334"/>
                </a:cubicBezTo>
                <a:cubicBezTo>
                  <a:pt x="8236240" y="519603"/>
                  <a:pt x="8238464" y="527034"/>
                  <a:pt x="8218763" y="529952"/>
                </a:cubicBezTo>
                <a:cubicBezTo>
                  <a:pt x="8198896" y="532870"/>
                  <a:pt x="8164718" y="530111"/>
                  <a:pt x="8142600" y="523798"/>
                </a:cubicBezTo>
                <a:cubicBezTo>
                  <a:pt x="8120676" y="517483"/>
                  <a:pt x="8118953" y="510143"/>
                  <a:pt x="8138625" y="507294"/>
                </a:cubicBezTo>
                <a:cubicBezTo>
                  <a:pt x="8148421" y="505869"/>
                  <a:pt x="8161731" y="505835"/>
                  <a:pt x="8175359" y="506929"/>
                </a:cubicBezTo>
                <a:close/>
                <a:moveTo>
                  <a:pt x="1931196" y="506860"/>
                </a:moveTo>
                <a:cubicBezTo>
                  <a:pt x="1931835" y="506792"/>
                  <a:pt x="1932308" y="506860"/>
                  <a:pt x="1932169" y="506974"/>
                </a:cubicBezTo>
                <a:cubicBezTo>
                  <a:pt x="1932141" y="507111"/>
                  <a:pt x="1931613" y="507248"/>
                  <a:pt x="1931001" y="507294"/>
                </a:cubicBezTo>
                <a:cubicBezTo>
                  <a:pt x="1930391" y="507362"/>
                  <a:pt x="1929973" y="507294"/>
                  <a:pt x="1930085" y="507180"/>
                </a:cubicBezTo>
                <a:cubicBezTo>
                  <a:pt x="1930085" y="507043"/>
                  <a:pt x="1930584" y="506929"/>
                  <a:pt x="1931196" y="506860"/>
                </a:cubicBezTo>
                <a:close/>
                <a:moveTo>
                  <a:pt x="7077402" y="504307"/>
                </a:moveTo>
                <a:cubicBezTo>
                  <a:pt x="7090378" y="502598"/>
                  <a:pt x="7109579" y="504216"/>
                  <a:pt x="7120360" y="507955"/>
                </a:cubicBezTo>
                <a:cubicBezTo>
                  <a:pt x="7131197" y="511693"/>
                  <a:pt x="7129252" y="516161"/>
                  <a:pt x="7116193" y="517916"/>
                </a:cubicBezTo>
                <a:cubicBezTo>
                  <a:pt x="7103077" y="519648"/>
                  <a:pt x="7083710" y="518007"/>
                  <a:pt x="7072984" y="514224"/>
                </a:cubicBezTo>
                <a:cubicBezTo>
                  <a:pt x="7062370" y="510485"/>
                  <a:pt x="7064398" y="506017"/>
                  <a:pt x="7077402" y="504307"/>
                </a:cubicBezTo>
                <a:close/>
                <a:moveTo>
                  <a:pt x="6591389" y="504103"/>
                </a:moveTo>
                <a:cubicBezTo>
                  <a:pt x="6597558" y="503328"/>
                  <a:pt x="6606143" y="504057"/>
                  <a:pt x="6610561" y="505767"/>
                </a:cubicBezTo>
                <a:cubicBezTo>
                  <a:pt x="6614868" y="507476"/>
                  <a:pt x="6613368" y="509528"/>
                  <a:pt x="6607144" y="510303"/>
                </a:cubicBezTo>
                <a:cubicBezTo>
                  <a:pt x="6600891" y="511101"/>
                  <a:pt x="6592278" y="510349"/>
                  <a:pt x="6587915" y="508639"/>
                </a:cubicBezTo>
                <a:cubicBezTo>
                  <a:pt x="6583497" y="506930"/>
                  <a:pt x="6585109" y="504878"/>
                  <a:pt x="6591389" y="504103"/>
                </a:cubicBezTo>
                <a:close/>
                <a:moveTo>
                  <a:pt x="3950223" y="503966"/>
                </a:moveTo>
                <a:cubicBezTo>
                  <a:pt x="3953362" y="503624"/>
                  <a:pt x="3956391" y="503921"/>
                  <a:pt x="3957003" y="504650"/>
                </a:cubicBezTo>
                <a:cubicBezTo>
                  <a:pt x="3957587" y="505357"/>
                  <a:pt x="3955502" y="506200"/>
                  <a:pt x="3952307" y="506519"/>
                </a:cubicBezTo>
                <a:cubicBezTo>
                  <a:pt x="3949195" y="506861"/>
                  <a:pt x="3946139" y="506542"/>
                  <a:pt x="3945555" y="505835"/>
                </a:cubicBezTo>
                <a:cubicBezTo>
                  <a:pt x="3944888" y="505129"/>
                  <a:pt x="3947027" y="504285"/>
                  <a:pt x="3950223" y="503966"/>
                </a:cubicBezTo>
                <a:close/>
                <a:moveTo>
                  <a:pt x="2539006" y="502347"/>
                </a:moveTo>
                <a:cubicBezTo>
                  <a:pt x="2545932" y="503134"/>
                  <a:pt x="2550128" y="504730"/>
                  <a:pt x="2549947" y="506952"/>
                </a:cubicBezTo>
                <a:cubicBezTo>
                  <a:pt x="2549642" y="511374"/>
                  <a:pt x="2531803" y="516708"/>
                  <a:pt x="2510046" y="518760"/>
                </a:cubicBezTo>
                <a:cubicBezTo>
                  <a:pt x="2488289" y="520857"/>
                  <a:pt x="2471034" y="518874"/>
                  <a:pt x="2471645" y="514383"/>
                </a:cubicBezTo>
                <a:cubicBezTo>
                  <a:pt x="2472118" y="509915"/>
                  <a:pt x="2490123" y="504649"/>
                  <a:pt x="2511685" y="502598"/>
                </a:cubicBezTo>
                <a:cubicBezTo>
                  <a:pt x="2522425" y="501584"/>
                  <a:pt x="2532081" y="501561"/>
                  <a:pt x="2539006" y="502347"/>
                </a:cubicBezTo>
                <a:close/>
                <a:moveTo>
                  <a:pt x="2390397" y="501094"/>
                </a:moveTo>
                <a:cubicBezTo>
                  <a:pt x="2393287" y="500820"/>
                  <a:pt x="2395537" y="501070"/>
                  <a:pt x="2395510" y="501663"/>
                </a:cubicBezTo>
                <a:cubicBezTo>
                  <a:pt x="2395399" y="502256"/>
                  <a:pt x="2392953" y="502917"/>
                  <a:pt x="2390035" y="503236"/>
                </a:cubicBezTo>
                <a:cubicBezTo>
                  <a:pt x="2387146" y="503487"/>
                  <a:pt x="2384812" y="503236"/>
                  <a:pt x="2385062" y="502666"/>
                </a:cubicBezTo>
                <a:cubicBezTo>
                  <a:pt x="2385090" y="502073"/>
                  <a:pt x="2387424" y="501367"/>
                  <a:pt x="2390397" y="501094"/>
                </a:cubicBezTo>
                <a:close/>
                <a:moveTo>
                  <a:pt x="8415714" y="500136"/>
                </a:moveTo>
                <a:cubicBezTo>
                  <a:pt x="8421994" y="499225"/>
                  <a:pt x="8432970" y="500090"/>
                  <a:pt x="8440470" y="502074"/>
                </a:cubicBezTo>
                <a:cubicBezTo>
                  <a:pt x="8448028" y="504125"/>
                  <a:pt x="8449057" y="506473"/>
                  <a:pt x="8442861" y="507408"/>
                </a:cubicBezTo>
                <a:cubicBezTo>
                  <a:pt x="8436608" y="508342"/>
                  <a:pt x="8425465" y="507454"/>
                  <a:pt x="8417964" y="505425"/>
                </a:cubicBezTo>
                <a:cubicBezTo>
                  <a:pt x="8410461" y="503442"/>
                  <a:pt x="8409516" y="501071"/>
                  <a:pt x="8415714" y="500136"/>
                </a:cubicBezTo>
                <a:close/>
                <a:moveTo>
                  <a:pt x="7707814" y="499846"/>
                </a:moveTo>
                <a:cubicBezTo>
                  <a:pt x="7719897" y="500832"/>
                  <a:pt x="7731943" y="502837"/>
                  <a:pt x="7741112" y="505629"/>
                </a:cubicBezTo>
                <a:cubicBezTo>
                  <a:pt x="7759590" y="511260"/>
                  <a:pt x="7759534" y="518007"/>
                  <a:pt x="7740835" y="520652"/>
                </a:cubicBezTo>
                <a:cubicBezTo>
                  <a:pt x="7722024" y="523296"/>
                  <a:pt x="7691708" y="520789"/>
                  <a:pt x="7673424" y="515089"/>
                </a:cubicBezTo>
                <a:cubicBezTo>
                  <a:pt x="7655141" y="509437"/>
                  <a:pt x="7655641" y="502734"/>
                  <a:pt x="7674286" y="500182"/>
                </a:cubicBezTo>
                <a:cubicBezTo>
                  <a:pt x="7683608" y="498894"/>
                  <a:pt x="7695730" y="498860"/>
                  <a:pt x="7707814" y="499846"/>
                </a:cubicBezTo>
                <a:close/>
                <a:moveTo>
                  <a:pt x="8300479" y="499520"/>
                </a:moveTo>
                <a:cubicBezTo>
                  <a:pt x="8314244" y="500615"/>
                  <a:pt x="8328409" y="502837"/>
                  <a:pt x="8339772" y="505926"/>
                </a:cubicBezTo>
                <a:cubicBezTo>
                  <a:pt x="8362613" y="512172"/>
                  <a:pt x="8365475" y="519626"/>
                  <a:pt x="8345913" y="522543"/>
                </a:cubicBezTo>
                <a:cubicBezTo>
                  <a:pt x="8326269" y="525462"/>
                  <a:pt x="8291730" y="522680"/>
                  <a:pt x="8268946" y="516366"/>
                </a:cubicBezTo>
                <a:cubicBezTo>
                  <a:pt x="8246438" y="510075"/>
                  <a:pt x="8244104" y="502734"/>
                  <a:pt x="8263581" y="499885"/>
                </a:cubicBezTo>
                <a:cubicBezTo>
                  <a:pt x="8273348" y="498461"/>
                  <a:pt x="8286714" y="498426"/>
                  <a:pt x="8300479" y="499520"/>
                </a:cubicBezTo>
                <a:close/>
                <a:moveTo>
                  <a:pt x="3001367" y="498834"/>
                </a:moveTo>
                <a:cubicBezTo>
                  <a:pt x="3008036" y="499560"/>
                  <a:pt x="3012385" y="501037"/>
                  <a:pt x="3012843" y="503099"/>
                </a:cubicBezTo>
                <a:cubicBezTo>
                  <a:pt x="3013815" y="507249"/>
                  <a:pt x="2998616" y="512172"/>
                  <a:pt x="2978998" y="514087"/>
                </a:cubicBezTo>
                <a:cubicBezTo>
                  <a:pt x="2959271" y="516025"/>
                  <a:pt x="2942682" y="514201"/>
                  <a:pt x="2941904" y="510030"/>
                </a:cubicBezTo>
                <a:cubicBezTo>
                  <a:pt x="2941154" y="505858"/>
                  <a:pt x="2956464" y="500957"/>
                  <a:pt x="2975971" y="499065"/>
                </a:cubicBezTo>
                <a:cubicBezTo>
                  <a:pt x="2985710" y="498130"/>
                  <a:pt x="2994698" y="498107"/>
                  <a:pt x="3001367" y="498834"/>
                </a:cubicBezTo>
                <a:close/>
                <a:moveTo>
                  <a:pt x="6735906" y="497902"/>
                </a:moveTo>
                <a:cubicBezTo>
                  <a:pt x="6738046" y="497606"/>
                  <a:pt x="6740963" y="497902"/>
                  <a:pt x="6742575" y="498472"/>
                </a:cubicBezTo>
                <a:cubicBezTo>
                  <a:pt x="6744076" y="499019"/>
                  <a:pt x="6743687" y="499749"/>
                  <a:pt x="6741575" y="499999"/>
                </a:cubicBezTo>
                <a:cubicBezTo>
                  <a:pt x="6739463" y="500296"/>
                  <a:pt x="6736351" y="500022"/>
                  <a:pt x="6734878" y="499452"/>
                </a:cubicBezTo>
                <a:cubicBezTo>
                  <a:pt x="6733323" y="498859"/>
                  <a:pt x="6733823" y="498153"/>
                  <a:pt x="6735906" y="497902"/>
                </a:cubicBezTo>
                <a:close/>
                <a:moveTo>
                  <a:pt x="3472357" y="497604"/>
                </a:moveTo>
                <a:cubicBezTo>
                  <a:pt x="3478164" y="498210"/>
                  <a:pt x="3482213" y="499452"/>
                  <a:pt x="3483130" y="501185"/>
                </a:cubicBezTo>
                <a:cubicBezTo>
                  <a:pt x="3484964" y="504649"/>
                  <a:pt x="3473516" y="508799"/>
                  <a:pt x="3457483" y="510417"/>
                </a:cubicBezTo>
                <a:cubicBezTo>
                  <a:pt x="3441395" y="512059"/>
                  <a:pt x="3426974" y="510508"/>
                  <a:pt x="3425223" y="506998"/>
                </a:cubicBezTo>
                <a:cubicBezTo>
                  <a:pt x="3423529" y="503533"/>
                  <a:pt x="3435115" y="499407"/>
                  <a:pt x="3451037" y="497834"/>
                </a:cubicBezTo>
                <a:cubicBezTo>
                  <a:pt x="3458984" y="497025"/>
                  <a:pt x="3466549" y="496997"/>
                  <a:pt x="3472357" y="497604"/>
                </a:cubicBezTo>
                <a:close/>
                <a:moveTo>
                  <a:pt x="8551201" y="496078"/>
                </a:moveTo>
                <a:cubicBezTo>
                  <a:pt x="8551952" y="495964"/>
                  <a:pt x="8553285" y="496056"/>
                  <a:pt x="8554173" y="496284"/>
                </a:cubicBezTo>
                <a:cubicBezTo>
                  <a:pt x="8555035" y="496511"/>
                  <a:pt x="8555286" y="496808"/>
                  <a:pt x="8554479" y="496899"/>
                </a:cubicBezTo>
                <a:cubicBezTo>
                  <a:pt x="8553814" y="497013"/>
                  <a:pt x="8552424" y="496899"/>
                  <a:pt x="8551562" y="496671"/>
                </a:cubicBezTo>
                <a:cubicBezTo>
                  <a:pt x="8550645" y="496466"/>
                  <a:pt x="8550588" y="496193"/>
                  <a:pt x="8551201" y="496078"/>
                </a:cubicBezTo>
                <a:close/>
                <a:moveTo>
                  <a:pt x="7232889" y="495292"/>
                </a:moveTo>
                <a:cubicBezTo>
                  <a:pt x="7242024" y="496056"/>
                  <a:pt x="7250888" y="497606"/>
                  <a:pt x="7257348" y="499771"/>
                </a:cubicBezTo>
                <a:cubicBezTo>
                  <a:pt x="7270297" y="504125"/>
                  <a:pt x="7268658" y="509322"/>
                  <a:pt x="7253598" y="511351"/>
                </a:cubicBezTo>
                <a:cubicBezTo>
                  <a:pt x="7238370" y="513403"/>
                  <a:pt x="7215502" y="511465"/>
                  <a:pt x="7202637" y="507065"/>
                </a:cubicBezTo>
                <a:cubicBezTo>
                  <a:pt x="7189799" y="502689"/>
                  <a:pt x="7191689" y="497537"/>
                  <a:pt x="7206804" y="495532"/>
                </a:cubicBezTo>
                <a:cubicBezTo>
                  <a:pt x="7214348" y="494552"/>
                  <a:pt x="7223754" y="494529"/>
                  <a:pt x="7232889" y="495292"/>
                </a:cubicBezTo>
                <a:close/>
                <a:moveTo>
                  <a:pt x="3813512" y="492614"/>
                </a:moveTo>
                <a:cubicBezTo>
                  <a:pt x="3820876" y="491839"/>
                  <a:pt x="3827822" y="492568"/>
                  <a:pt x="3829045" y="494187"/>
                </a:cubicBezTo>
                <a:cubicBezTo>
                  <a:pt x="3830296" y="495828"/>
                  <a:pt x="3825266" y="497766"/>
                  <a:pt x="3818014" y="498495"/>
                </a:cubicBezTo>
                <a:cubicBezTo>
                  <a:pt x="3810567" y="499247"/>
                  <a:pt x="3803621" y="498540"/>
                  <a:pt x="3802398" y="496899"/>
                </a:cubicBezTo>
                <a:cubicBezTo>
                  <a:pt x="3801204" y="495281"/>
                  <a:pt x="3806177" y="493343"/>
                  <a:pt x="3813512" y="492614"/>
                </a:cubicBezTo>
                <a:close/>
                <a:moveTo>
                  <a:pt x="7835211" y="491867"/>
                </a:moveTo>
                <a:cubicBezTo>
                  <a:pt x="7848068" y="492905"/>
                  <a:pt x="7860997" y="495019"/>
                  <a:pt x="7870958" y="497970"/>
                </a:cubicBezTo>
                <a:cubicBezTo>
                  <a:pt x="7891048" y="503920"/>
                  <a:pt x="7891576" y="511010"/>
                  <a:pt x="7871986" y="513768"/>
                </a:cubicBezTo>
                <a:cubicBezTo>
                  <a:pt x="7852340" y="516572"/>
                  <a:pt x="7820164" y="513927"/>
                  <a:pt x="7800186" y="507909"/>
                </a:cubicBezTo>
                <a:cubicBezTo>
                  <a:pt x="7780402" y="501937"/>
                  <a:pt x="7780263" y="494916"/>
                  <a:pt x="7799880" y="492226"/>
                </a:cubicBezTo>
                <a:cubicBezTo>
                  <a:pt x="7809564" y="490870"/>
                  <a:pt x="7822352" y="490830"/>
                  <a:pt x="7835211" y="491867"/>
                </a:cubicBezTo>
                <a:close/>
                <a:moveTo>
                  <a:pt x="2271498" y="491724"/>
                </a:moveTo>
                <a:cubicBezTo>
                  <a:pt x="2276945" y="491223"/>
                  <a:pt x="2281196" y="491679"/>
                  <a:pt x="2280918" y="492796"/>
                </a:cubicBezTo>
                <a:cubicBezTo>
                  <a:pt x="2280640" y="493913"/>
                  <a:pt x="2275972" y="495212"/>
                  <a:pt x="2270443" y="495713"/>
                </a:cubicBezTo>
                <a:cubicBezTo>
                  <a:pt x="2264886" y="496238"/>
                  <a:pt x="2260689" y="495782"/>
                  <a:pt x="2260968" y="494642"/>
                </a:cubicBezTo>
                <a:cubicBezTo>
                  <a:pt x="2261301" y="493548"/>
                  <a:pt x="2266025" y="492249"/>
                  <a:pt x="2271498" y="491724"/>
                </a:cubicBezTo>
                <a:close/>
                <a:moveTo>
                  <a:pt x="4194521" y="491109"/>
                </a:moveTo>
                <a:cubicBezTo>
                  <a:pt x="4196327" y="490927"/>
                  <a:pt x="4198078" y="491087"/>
                  <a:pt x="4198523" y="491497"/>
                </a:cubicBezTo>
                <a:cubicBezTo>
                  <a:pt x="4198912" y="491930"/>
                  <a:pt x="4197772" y="492409"/>
                  <a:pt x="4195994" y="492591"/>
                </a:cubicBezTo>
                <a:cubicBezTo>
                  <a:pt x="4194187" y="492750"/>
                  <a:pt x="4192410" y="492614"/>
                  <a:pt x="4191993" y="492181"/>
                </a:cubicBezTo>
                <a:cubicBezTo>
                  <a:pt x="4191575" y="491771"/>
                  <a:pt x="4192714" y="491292"/>
                  <a:pt x="4194521" y="491109"/>
                </a:cubicBezTo>
                <a:close/>
                <a:moveTo>
                  <a:pt x="2881236" y="489403"/>
                </a:moveTo>
                <a:cubicBezTo>
                  <a:pt x="2888673" y="490209"/>
                  <a:pt x="2893431" y="491850"/>
                  <a:pt x="2893750" y="494141"/>
                </a:cubicBezTo>
                <a:cubicBezTo>
                  <a:pt x="2894417" y="498746"/>
                  <a:pt x="2876967" y="504262"/>
                  <a:pt x="2854710" y="506405"/>
                </a:cubicBezTo>
                <a:cubicBezTo>
                  <a:pt x="2832509" y="508594"/>
                  <a:pt x="2814031" y="506542"/>
                  <a:pt x="2813558" y="501868"/>
                </a:cubicBezTo>
                <a:cubicBezTo>
                  <a:pt x="2813086" y="497241"/>
                  <a:pt x="2830647" y="491793"/>
                  <a:pt x="2852654" y="489673"/>
                </a:cubicBezTo>
                <a:cubicBezTo>
                  <a:pt x="2863686" y="488625"/>
                  <a:pt x="2873800" y="488596"/>
                  <a:pt x="2881236" y="489403"/>
                </a:cubicBezTo>
                <a:close/>
                <a:moveTo>
                  <a:pt x="8674517" y="489080"/>
                </a:moveTo>
                <a:cubicBezTo>
                  <a:pt x="8674822" y="489012"/>
                  <a:pt x="8675434" y="489080"/>
                  <a:pt x="8675961" y="489171"/>
                </a:cubicBezTo>
                <a:cubicBezTo>
                  <a:pt x="8676406" y="489308"/>
                  <a:pt x="8676490" y="489399"/>
                  <a:pt x="8676185" y="489490"/>
                </a:cubicBezTo>
                <a:cubicBezTo>
                  <a:pt x="8675767" y="489536"/>
                  <a:pt x="8675128" y="489490"/>
                  <a:pt x="8674654" y="489377"/>
                </a:cubicBezTo>
                <a:cubicBezTo>
                  <a:pt x="8674211" y="489263"/>
                  <a:pt x="8674099" y="489125"/>
                  <a:pt x="8674517" y="489080"/>
                </a:cubicBezTo>
                <a:close/>
                <a:moveTo>
                  <a:pt x="6359760" y="488465"/>
                </a:moveTo>
                <a:cubicBezTo>
                  <a:pt x="6364289" y="487918"/>
                  <a:pt x="6370374" y="488442"/>
                  <a:pt x="6373348" y="489673"/>
                </a:cubicBezTo>
                <a:cubicBezTo>
                  <a:pt x="6376348" y="490881"/>
                  <a:pt x="6374904" y="492340"/>
                  <a:pt x="6370374" y="492910"/>
                </a:cubicBezTo>
                <a:cubicBezTo>
                  <a:pt x="6365789" y="493457"/>
                  <a:pt x="6359760" y="492933"/>
                  <a:pt x="6356787" y="491702"/>
                </a:cubicBezTo>
                <a:cubicBezTo>
                  <a:pt x="6353842" y="490471"/>
                  <a:pt x="6355203" y="489012"/>
                  <a:pt x="6359760" y="488465"/>
                </a:cubicBezTo>
                <a:close/>
                <a:moveTo>
                  <a:pt x="3347122" y="487990"/>
                </a:moveTo>
                <a:cubicBezTo>
                  <a:pt x="3353603" y="488676"/>
                  <a:pt x="3358035" y="490072"/>
                  <a:pt x="3358897" y="492021"/>
                </a:cubicBezTo>
                <a:cubicBezTo>
                  <a:pt x="3360703" y="495919"/>
                  <a:pt x="3347393" y="500569"/>
                  <a:pt x="3329138" y="502393"/>
                </a:cubicBezTo>
                <a:cubicBezTo>
                  <a:pt x="3310854" y="504194"/>
                  <a:pt x="3294654" y="502484"/>
                  <a:pt x="3293070" y="498541"/>
                </a:cubicBezTo>
                <a:cubicBezTo>
                  <a:pt x="3291459" y="494620"/>
                  <a:pt x="3304935" y="490015"/>
                  <a:pt x="3323052" y="488215"/>
                </a:cubicBezTo>
                <a:cubicBezTo>
                  <a:pt x="3332110" y="487326"/>
                  <a:pt x="3340641" y="487303"/>
                  <a:pt x="3347122" y="487990"/>
                </a:cubicBezTo>
                <a:close/>
                <a:moveTo>
                  <a:pt x="6864864" y="486960"/>
                </a:moveTo>
                <a:cubicBezTo>
                  <a:pt x="6872783" y="485934"/>
                  <a:pt x="6884064" y="486892"/>
                  <a:pt x="6890177" y="489080"/>
                </a:cubicBezTo>
                <a:cubicBezTo>
                  <a:pt x="6896262" y="491291"/>
                  <a:pt x="6894818" y="493913"/>
                  <a:pt x="6886842" y="494939"/>
                </a:cubicBezTo>
                <a:cubicBezTo>
                  <a:pt x="6878923" y="495987"/>
                  <a:pt x="6867531" y="495007"/>
                  <a:pt x="6861390" y="492773"/>
                </a:cubicBezTo>
                <a:cubicBezTo>
                  <a:pt x="6855388" y="490562"/>
                  <a:pt x="6857027" y="487940"/>
                  <a:pt x="6864864" y="486960"/>
                </a:cubicBezTo>
                <a:close/>
                <a:moveTo>
                  <a:pt x="7961397" y="485191"/>
                </a:moveTo>
                <a:cubicBezTo>
                  <a:pt x="7973630" y="486168"/>
                  <a:pt x="7985996" y="488157"/>
                  <a:pt x="7995638" y="490927"/>
                </a:cubicBezTo>
                <a:cubicBezTo>
                  <a:pt x="8015143" y="496534"/>
                  <a:pt x="8016254" y="503213"/>
                  <a:pt x="7997916" y="505789"/>
                </a:cubicBezTo>
                <a:cubicBezTo>
                  <a:pt x="7979575" y="508433"/>
                  <a:pt x="7948844" y="505948"/>
                  <a:pt x="7929560" y="500296"/>
                </a:cubicBezTo>
                <a:cubicBezTo>
                  <a:pt x="7910248" y="494688"/>
                  <a:pt x="7909748" y="488077"/>
                  <a:pt x="7927949" y="485524"/>
                </a:cubicBezTo>
                <a:cubicBezTo>
                  <a:pt x="7937062" y="484248"/>
                  <a:pt x="7949164" y="484214"/>
                  <a:pt x="7961397" y="485191"/>
                </a:cubicBezTo>
                <a:close/>
                <a:moveTo>
                  <a:pt x="7364560" y="485032"/>
                </a:moveTo>
                <a:cubicBezTo>
                  <a:pt x="7376927" y="486049"/>
                  <a:pt x="7389028" y="488123"/>
                  <a:pt x="7397975" y="491018"/>
                </a:cubicBezTo>
                <a:cubicBezTo>
                  <a:pt x="7415953" y="496854"/>
                  <a:pt x="7414286" y="503783"/>
                  <a:pt x="7394141" y="506542"/>
                </a:cubicBezTo>
                <a:cubicBezTo>
                  <a:pt x="7374024" y="509277"/>
                  <a:pt x="7343014" y="506678"/>
                  <a:pt x="7325175" y="500775"/>
                </a:cubicBezTo>
                <a:cubicBezTo>
                  <a:pt x="7307447" y="494916"/>
                  <a:pt x="7309503" y="488032"/>
                  <a:pt x="7329538" y="485388"/>
                </a:cubicBezTo>
                <a:cubicBezTo>
                  <a:pt x="7339555" y="484055"/>
                  <a:pt x="7352191" y="484014"/>
                  <a:pt x="7364560" y="485032"/>
                </a:cubicBezTo>
                <a:close/>
                <a:moveTo>
                  <a:pt x="2153183" y="484886"/>
                </a:moveTo>
                <a:cubicBezTo>
                  <a:pt x="2154600" y="484749"/>
                  <a:pt x="2155740" y="484886"/>
                  <a:pt x="2155628" y="485159"/>
                </a:cubicBezTo>
                <a:cubicBezTo>
                  <a:pt x="2155517" y="485478"/>
                  <a:pt x="2154295" y="485797"/>
                  <a:pt x="2152766" y="485934"/>
                </a:cubicBezTo>
                <a:cubicBezTo>
                  <a:pt x="2151349" y="486071"/>
                  <a:pt x="2150238" y="485934"/>
                  <a:pt x="2150321" y="485638"/>
                </a:cubicBezTo>
                <a:cubicBezTo>
                  <a:pt x="2150460" y="485364"/>
                  <a:pt x="2151711" y="485045"/>
                  <a:pt x="2153183" y="484886"/>
                </a:cubicBezTo>
                <a:close/>
                <a:moveTo>
                  <a:pt x="4451658" y="483564"/>
                </a:moveTo>
                <a:cubicBezTo>
                  <a:pt x="4452131" y="483495"/>
                  <a:pt x="4452631" y="483564"/>
                  <a:pt x="4452770" y="483655"/>
                </a:cubicBezTo>
                <a:cubicBezTo>
                  <a:pt x="4452881" y="483769"/>
                  <a:pt x="4452604" y="483928"/>
                  <a:pt x="4452131" y="483997"/>
                </a:cubicBezTo>
                <a:cubicBezTo>
                  <a:pt x="4451658" y="484043"/>
                  <a:pt x="4451074" y="483997"/>
                  <a:pt x="4450935" y="483883"/>
                </a:cubicBezTo>
                <a:cubicBezTo>
                  <a:pt x="4450825" y="483769"/>
                  <a:pt x="4451103" y="483610"/>
                  <a:pt x="4451658" y="483564"/>
                </a:cubicBezTo>
                <a:close/>
                <a:moveTo>
                  <a:pt x="8795750" y="481923"/>
                </a:moveTo>
                <a:cubicBezTo>
                  <a:pt x="8796029" y="481854"/>
                  <a:pt x="8796695" y="481900"/>
                  <a:pt x="8797168" y="482037"/>
                </a:cubicBezTo>
                <a:cubicBezTo>
                  <a:pt x="8797585" y="482150"/>
                  <a:pt x="8797752" y="482288"/>
                  <a:pt x="8797417" y="482356"/>
                </a:cubicBezTo>
                <a:cubicBezTo>
                  <a:pt x="8797111" y="482379"/>
                  <a:pt x="8796389" y="482356"/>
                  <a:pt x="8795972" y="482219"/>
                </a:cubicBezTo>
                <a:cubicBezTo>
                  <a:pt x="8795474" y="482105"/>
                  <a:pt x="8795361" y="481969"/>
                  <a:pt x="8795750" y="481923"/>
                </a:cubicBezTo>
                <a:close/>
                <a:moveTo>
                  <a:pt x="3698166" y="480527"/>
                </a:moveTo>
                <a:cubicBezTo>
                  <a:pt x="3703430" y="481057"/>
                  <a:pt x="3707215" y="482140"/>
                  <a:pt x="3708229" y="483655"/>
                </a:cubicBezTo>
                <a:cubicBezTo>
                  <a:pt x="3710284" y="486710"/>
                  <a:pt x="3700699" y="490357"/>
                  <a:pt x="3686610" y="491793"/>
                </a:cubicBezTo>
                <a:cubicBezTo>
                  <a:pt x="3672523" y="493207"/>
                  <a:pt x="3659519" y="491885"/>
                  <a:pt x="3657546" y="488784"/>
                </a:cubicBezTo>
                <a:cubicBezTo>
                  <a:pt x="3655629" y="485730"/>
                  <a:pt x="3665299" y="482105"/>
                  <a:pt x="3679248" y="480715"/>
                </a:cubicBezTo>
                <a:cubicBezTo>
                  <a:pt x="3686166" y="480020"/>
                  <a:pt x="3692905" y="479997"/>
                  <a:pt x="3698166" y="480527"/>
                </a:cubicBezTo>
                <a:close/>
                <a:moveTo>
                  <a:pt x="2763708" y="479734"/>
                </a:moveTo>
                <a:cubicBezTo>
                  <a:pt x="2772135" y="480658"/>
                  <a:pt x="2777435" y="482538"/>
                  <a:pt x="2777630" y="485159"/>
                </a:cubicBezTo>
                <a:cubicBezTo>
                  <a:pt x="2778019" y="490402"/>
                  <a:pt x="2757568" y="496694"/>
                  <a:pt x="2731948" y="499133"/>
                </a:cubicBezTo>
                <a:cubicBezTo>
                  <a:pt x="2706135" y="501595"/>
                  <a:pt x="2685128" y="499225"/>
                  <a:pt x="2685045" y="493935"/>
                </a:cubicBezTo>
                <a:cubicBezTo>
                  <a:pt x="2684990" y="488670"/>
                  <a:pt x="2705579" y="482447"/>
                  <a:pt x="2731032" y="480054"/>
                </a:cubicBezTo>
                <a:cubicBezTo>
                  <a:pt x="2743731" y="478845"/>
                  <a:pt x="2755283" y="478812"/>
                  <a:pt x="2763708" y="479734"/>
                </a:cubicBezTo>
                <a:close/>
                <a:moveTo>
                  <a:pt x="4053144" y="479438"/>
                </a:moveTo>
                <a:cubicBezTo>
                  <a:pt x="4057201" y="479028"/>
                  <a:pt x="4061174" y="479415"/>
                  <a:pt x="4062036" y="480350"/>
                </a:cubicBezTo>
                <a:cubicBezTo>
                  <a:pt x="4062898" y="481261"/>
                  <a:pt x="4060258" y="482356"/>
                  <a:pt x="4056117" y="482789"/>
                </a:cubicBezTo>
                <a:cubicBezTo>
                  <a:pt x="4052089" y="483199"/>
                  <a:pt x="4048003" y="482789"/>
                  <a:pt x="4047170" y="481877"/>
                </a:cubicBezTo>
                <a:cubicBezTo>
                  <a:pt x="4046309" y="480942"/>
                  <a:pt x="4048976" y="479871"/>
                  <a:pt x="4053144" y="479438"/>
                </a:cubicBezTo>
                <a:close/>
                <a:moveTo>
                  <a:pt x="3222257" y="479071"/>
                </a:moveTo>
                <a:cubicBezTo>
                  <a:pt x="3228940" y="479780"/>
                  <a:pt x="3233441" y="481228"/>
                  <a:pt x="3234163" y="483245"/>
                </a:cubicBezTo>
                <a:cubicBezTo>
                  <a:pt x="3235691" y="487280"/>
                  <a:pt x="3221465" y="492090"/>
                  <a:pt x="3202376" y="493982"/>
                </a:cubicBezTo>
                <a:cubicBezTo>
                  <a:pt x="3183203" y="495828"/>
                  <a:pt x="3166531" y="494050"/>
                  <a:pt x="3165197" y="489969"/>
                </a:cubicBezTo>
                <a:cubicBezTo>
                  <a:pt x="3163835" y="485935"/>
                  <a:pt x="3178229" y="481148"/>
                  <a:pt x="3197263" y="479324"/>
                </a:cubicBezTo>
                <a:cubicBezTo>
                  <a:pt x="3206710" y="478390"/>
                  <a:pt x="3215575" y="478361"/>
                  <a:pt x="3222257" y="479071"/>
                </a:cubicBezTo>
                <a:close/>
                <a:moveTo>
                  <a:pt x="6501194" y="478686"/>
                </a:moveTo>
                <a:cubicBezTo>
                  <a:pt x="6507473" y="477888"/>
                  <a:pt x="6515837" y="478640"/>
                  <a:pt x="6520116" y="480281"/>
                </a:cubicBezTo>
                <a:cubicBezTo>
                  <a:pt x="6524256" y="481945"/>
                  <a:pt x="6522701" y="483928"/>
                  <a:pt x="6516421" y="484681"/>
                </a:cubicBezTo>
                <a:cubicBezTo>
                  <a:pt x="6510224" y="485456"/>
                  <a:pt x="6501777" y="484726"/>
                  <a:pt x="6497609" y="483062"/>
                </a:cubicBezTo>
                <a:cubicBezTo>
                  <a:pt x="6493330" y="481421"/>
                  <a:pt x="6495025" y="479438"/>
                  <a:pt x="6501194" y="478686"/>
                </a:cubicBezTo>
                <a:close/>
                <a:moveTo>
                  <a:pt x="6118461" y="478184"/>
                </a:moveTo>
                <a:cubicBezTo>
                  <a:pt x="6118878" y="478116"/>
                  <a:pt x="6119490" y="478184"/>
                  <a:pt x="6119795" y="478298"/>
                </a:cubicBezTo>
                <a:cubicBezTo>
                  <a:pt x="6119961" y="478435"/>
                  <a:pt x="6119851" y="478549"/>
                  <a:pt x="6119378" y="478617"/>
                </a:cubicBezTo>
                <a:cubicBezTo>
                  <a:pt x="6118933" y="478663"/>
                  <a:pt x="6118322" y="478617"/>
                  <a:pt x="6118128" y="478503"/>
                </a:cubicBezTo>
                <a:cubicBezTo>
                  <a:pt x="6117849" y="478366"/>
                  <a:pt x="6117989" y="478252"/>
                  <a:pt x="6118461" y="478184"/>
                </a:cubicBezTo>
                <a:close/>
                <a:moveTo>
                  <a:pt x="7493681" y="477814"/>
                </a:moveTo>
                <a:cubicBezTo>
                  <a:pt x="7505941" y="478817"/>
                  <a:pt x="7518042" y="480851"/>
                  <a:pt x="7527100" y="483677"/>
                </a:cubicBezTo>
                <a:cubicBezTo>
                  <a:pt x="7545301" y="489377"/>
                  <a:pt x="7544412" y="496192"/>
                  <a:pt x="7524767" y="498905"/>
                </a:cubicBezTo>
                <a:cubicBezTo>
                  <a:pt x="7505093" y="501572"/>
                  <a:pt x="7474279" y="499042"/>
                  <a:pt x="7456245" y="493251"/>
                </a:cubicBezTo>
                <a:cubicBezTo>
                  <a:pt x="7438295" y="487507"/>
                  <a:pt x="7439767" y="480760"/>
                  <a:pt x="7459302" y="478138"/>
                </a:cubicBezTo>
                <a:cubicBezTo>
                  <a:pt x="7468999" y="476840"/>
                  <a:pt x="7481419" y="476811"/>
                  <a:pt x="7493681" y="477814"/>
                </a:cubicBezTo>
                <a:close/>
                <a:moveTo>
                  <a:pt x="8086074" y="477164"/>
                </a:moveTo>
                <a:cubicBezTo>
                  <a:pt x="8099364" y="478213"/>
                  <a:pt x="8112895" y="480350"/>
                  <a:pt x="8123566" y="483336"/>
                </a:cubicBezTo>
                <a:cubicBezTo>
                  <a:pt x="8145072" y="489309"/>
                  <a:pt x="8146767" y="496511"/>
                  <a:pt x="8127344" y="499315"/>
                </a:cubicBezTo>
                <a:cubicBezTo>
                  <a:pt x="8107671" y="502142"/>
                  <a:pt x="8074356" y="499452"/>
                  <a:pt x="8052988" y="493366"/>
                </a:cubicBezTo>
                <a:cubicBezTo>
                  <a:pt x="8031843" y="487348"/>
                  <a:pt x="8030618" y="480259"/>
                  <a:pt x="8050042" y="477524"/>
                </a:cubicBezTo>
                <a:cubicBezTo>
                  <a:pt x="8059739" y="476156"/>
                  <a:pt x="8072785" y="476116"/>
                  <a:pt x="8086074" y="477164"/>
                </a:cubicBezTo>
                <a:close/>
                <a:moveTo>
                  <a:pt x="2036452" y="476953"/>
                </a:moveTo>
                <a:cubicBezTo>
                  <a:pt x="2037036" y="476907"/>
                  <a:pt x="2037425" y="476953"/>
                  <a:pt x="2037370" y="477090"/>
                </a:cubicBezTo>
                <a:cubicBezTo>
                  <a:pt x="2037341" y="477204"/>
                  <a:pt x="2036841" y="477340"/>
                  <a:pt x="2036313" y="477386"/>
                </a:cubicBezTo>
                <a:cubicBezTo>
                  <a:pt x="2035758" y="477432"/>
                  <a:pt x="2035285" y="477409"/>
                  <a:pt x="2035313" y="477295"/>
                </a:cubicBezTo>
                <a:cubicBezTo>
                  <a:pt x="2035313" y="477158"/>
                  <a:pt x="2035897" y="477021"/>
                  <a:pt x="2036452" y="476953"/>
                </a:cubicBezTo>
                <a:close/>
                <a:moveTo>
                  <a:pt x="7014317" y="475957"/>
                </a:moveTo>
                <a:cubicBezTo>
                  <a:pt x="7022379" y="476629"/>
                  <a:pt x="7030097" y="478003"/>
                  <a:pt x="7035584" y="479917"/>
                </a:cubicBezTo>
                <a:cubicBezTo>
                  <a:pt x="7046644" y="483747"/>
                  <a:pt x="7044559" y="488329"/>
                  <a:pt x="7030721" y="490106"/>
                </a:cubicBezTo>
                <a:cubicBezTo>
                  <a:pt x="7016911" y="491907"/>
                  <a:pt x="6996683" y="490198"/>
                  <a:pt x="6985763" y="486345"/>
                </a:cubicBezTo>
                <a:cubicBezTo>
                  <a:pt x="6974899" y="482470"/>
                  <a:pt x="6977232" y="477934"/>
                  <a:pt x="6990986" y="476201"/>
                </a:cubicBezTo>
                <a:cubicBezTo>
                  <a:pt x="6997850" y="475313"/>
                  <a:pt x="7006255" y="475284"/>
                  <a:pt x="7014317" y="475957"/>
                </a:cubicBezTo>
                <a:close/>
                <a:moveTo>
                  <a:pt x="2637802" y="473187"/>
                </a:moveTo>
                <a:cubicBezTo>
                  <a:pt x="2644650" y="473939"/>
                  <a:pt x="2648867" y="475472"/>
                  <a:pt x="2648867" y="477615"/>
                </a:cubicBezTo>
                <a:cubicBezTo>
                  <a:pt x="2648728" y="481877"/>
                  <a:pt x="2631612" y="487007"/>
                  <a:pt x="2610383" y="489012"/>
                </a:cubicBezTo>
                <a:cubicBezTo>
                  <a:pt x="2589154" y="491019"/>
                  <a:pt x="2572148" y="489103"/>
                  <a:pt x="2572343" y="484795"/>
                </a:cubicBezTo>
                <a:cubicBezTo>
                  <a:pt x="2572593" y="480464"/>
                  <a:pt x="2589904" y="475403"/>
                  <a:pt x="2610939" y="473443"/>
                </a:cubicBezTo>
                <a:cubicBezTo>
                  <a:pt x="2621470" y="472463"/>
                  <a:pt x="2630952" y="472435"/>
                  <a:pt x="2637802" y="473187"/>
                </a:cubicBezTo>
                <a:close/>
                <a:moveTo>
                  <a:pt x="6645572" y="471710"/>
                </a:moveTo>
                <a:cubicBezTo>
                  <a:pt x="6648545" y="471323"/>
                  <a:pt x="6652602" y="471687"/>
                  <a:pt x="6654742" y="472462"/>
                </a:cubicBezTo>
                <a:cubicBezTo>
                  <a:pt x="6656770" y="473260"/>
                  <a:pt x="6656075" y="474195"/>
                  <a:pt x="6653130" y="474582"/>
                </a:cubicBezTo>
                <a:cubicBezTo>
                  <a:pt x="6650213" y="474947"/>
                  <a:pt x="6646072" y="474582"/>
                  <a:pt x="6644044" y="473807"/>
                </a:cubicBezTo>
                <a:cubicBezTo>
                  <a:pt x="6641960" y="473009"/>
                  <a:pt x="6642599" y="472075"/>
                  <a:pt x="6645572" y="471710"/>
                </a:cubicBezTo>
                <a:close/>
                <a:moveTo>
                  <a:pt x="7621341" y="471118"/>
                </a:moveTo>
                <a:cubicBezTo>
                  <a:pt x="7633016" y="472058"/>
                  <a:pt x="7644610" y="473967"/>
                  <a:pt x="7653390" y="476634"/>
                </a:cubicBezTo>
                <a:cubicBezTo>
                  <a:pt x="7671007" y="481968"/>
                  <a:pt x="7670646" y="488419"/>
                  <a:pt x="7652334" y="490927"/>
                </a:cubicBezTo>
                <a:cubicBezTo>
                  <a:pt x="7633967" y="493457"/>
                  <a:pt x="7604625" y="491063"/>
                  <a:pt x="7587147" y="485661"/>
                </a:cubicBezTo>
                <a:cubicBezTo>
                  <a:pt x="7569753" y="480258"/>
                  <a:pt x="7570614" y="473899"/>
                  <a:pt x="7588814" y="471414"/>
                </a:cubicBezTo>
                <a:cubicBezTo>
                  <a:pt x="7597914" y="470206"/>
                  <a:pt x="7609668" y="470177"/>
                  <a:pt x="7621341" y="471118"/>
                </a:cubicBezTo>
                <a:close/>
                <a:moveTo>
                  <a:pt x="3098475" y="470554"/>
                </a:moveTo>
                <a:cubicBezTo>
                  <a:pt x="3105172" y="471261"/>
                  <a:pt x="3109610" y="472702"/>
                  <a:pt x="3110208" y="474719"/>
                </a:cubicBezTo>
                <a:cubicBezTo>
                  <a:pt x="3111347" y="478777"/>
                  <a:pt x="3096536" y="483587"/>
                  <a:pt x="3077169" y="485478"/>
                </a:cubicBezTo>
                <a:cubicBezTo>
                  <a:pt x="3057747" y="487348"/>
                  <a:pt x="3041047" y="485570"/>
                  <a:pt x="3040046" y="481490"/>
                </a:cubicBezTo>
                <a:cubicBezTo>
                  <a:pt x="3039018" y="477432"/>
                  <a:pt x="3053884" y="472622"/>
                  <a:pt x="3073196" y="470798"/>
                </a:cubicBezTo>
                <a:cubicBezTo>
                  <a:pt x="3082824" y="469876"/>
                  <a:pt x="3091778" y="469847"/>
                  <a:pt x="3098475" y="470554"/>
                </a:cubicBezTo>
                <a:close/>
                <a:moveTo>
                  <a:pt x="4303389" y="470502"/>
                </a:moveTo>
                <a:cubicBezTo>
                  <a:pt x="4304361" y="470411"/>
                  <a:pt x="4305362" y="470502"/>
                  <a:pt x="4305557" y="470730"/>
                </a:cubicBezTo>
                <a:cubicBezTo>
                  <a:pt x="4305889" y="470981"/>
                  <a:pt x="4305278" y="471254"/>
                  <a:pt x="4304223" y="471323"/>
                </a:cubicBezTo>
                <a:cubicBezTo>
                  <a:pt x="4303195" y="471437"/>
                  <a:pt x="4302249" y="471323"/>
                  <a:pt x="4301972" y="471095"/>
                </a:cubicBezTo>
                <a:cubicBezTo>
                  <a:pt x="4301694" y="470912"/>
                  <a:pt x="4302361" y="470616"/>
                  <a:pt x="4303389" y="470502"/>
                </a:cubicBezTo>
                <a:close/>
                <a:moveTo>
                  <a:pt x="8322268" y="470343"/>
                </a:moveTo>
                <a:cubicBezTo>
                  <a:pt x="8328825" y="469408"/>
                  <a:pt x="8340246" y="470298"/>
                  <a:pt x="8347942" y="472326"/>
                </a:cubicBezTo>
                <a:cubicBezTo>
                  <a:pt x="8355527" y="474378"/>
                  <a:pt x="8356583" y="476817"/>
                  <a:pt x="8349997" y="477751"/>
                </a:cubicBezTo>
                <a:cubicBezTo>
                  <a:pt x="8343386" y="478686"/>
                  <a:pt x="8331965" y="477774"/>
                  <a:pt x="8324350" y="475745"/>
                </a:cubicBezTo>
                <a:cubicBezTo>
                  <a:pt x="8316711" y="473717"/>
                  <a:pt x="8315792" y="471277"/>
                  <a:pt x="8322268" y="470343"/>
                </a:cubicBezTo>
                <a:close/>
                <a:moveTo>
                  <a:pt x="2491595" y="470275"/>
                </a:moveTo>
                <a:cubicBezTo>
                  <a:pt x="2498903" y="469591"/>
                  <a:pt x="2504655" y="470252"/>
                  <a:pt x="2504516" y="471711"/>
                </a:cubicBezTo>
                <a:cubicBezTo>
                  <a:pt x="2504377" y="473193"/>
                  <a:pt x="2498292" y="474924"/>
                  <a:pt x="2491012" y="475631"/>
                </a:cubicBezTo>
                <a:cubicBezTo>
                  <a:pt x="2483621" y="476315"/>
                  <a:pt x="2477814" y="475655"/>
                  <a:pt x="2477980" y="474172"/>
                </a:cubicBezTo>
                <a:cubicBezTo>
                  <a:pt x="2478147" y="472691"/>
                  <a:pt x="2484232" y="470958"/>
                  <a:pt x="2491595" y="470275"/>
                </a:cubicBezTo>
                <a:close/>
                <a:moveTo>
                  <a:pt x="8209565" y="469770"/>
                </a:moveTo>
                <a:cubicBezTo>
                  <a:pt x="8223264" y="470839"/>
                  <a:pt x="8237296" y="473010"/>
                  <a:pt x="8248412" y="476041"/>
                </a:cubicBezTo>
                <a:cubicBezTo>
                  <a:pt x="8270974" y="482174"/>
                  <a:pt x="8273391" y="489468"/>
                  <a:pt x="8253606" y="492340"/>
                </a:cubicBezTo>
                <a:cubicBezTo>
                  <a:pt x="8233852" y="495212"/>
                  <a:pt x="8199423" y="492500"/>
                  <a:pt x="8177027" y="486276"/>
                </a:cubicBezTo>
                <a:cubicBezTo>
                  <a:pt x="8154853" y="480122"/>
                  <a:pt x="8152992" y="472896"/>
                  <a:pt x="8172719" y="470115"/>
                </a:cubicBezTo>
                <a:cubicBezTo>
                  <a:pt x="8182500" y="468736"/>
                  <a:pt x="8195866" y="468702"/>
                  <a:pt x="8209565" y="469770"/>
                </a:cubicBezTo>
                <a:close/>
                <a:moveTo>
                  <a:pt x="3573215" y="469751"/>
                </a:moveTo>
                <a:cubicBezTo>
                  <a:pt x="3580037" y="470446"/>
                  <a:pt x="3584843" y="471859"/>
                  <a:pt x="3586052" y="473831"/>
                </a:cubicBezTo>
                <a:cubicBezTo>
                  <a:pt x="3588469" y="477843"/>
                  <a:pt x="3575382" y="482562"/>
                  <a:pt x="3556849" y="484407"/>
                </a:cubicBezTo>
                <a:cubicBezTo>
                  <a:pt x="3538176" y="486276"/>
                  <a:pt x="3521226" y="484545"/>
                  <a:pt x="3518947" y="480510"/>
                </a:cubicBezTo>
                <a:cubicBezTo>
                  <a:pt x="3516725" y="476520"/>
                  <a:pt x="3529924" y="471825"/>
                  <a:pt x="3548290" y="469979"/>
                </a:cubicBezTo>
                <a:cubicBezTo>
                  <a:pt x="3557557" y="469078"/>
                  <a:pt x="3566393" y="469056"/>
                  <a:pt x="3573215" y="469751"/>
                </a:cubicBezTo>
                <a:close/>
                <a:moveTo>
                  <a:pt x="7146782" y="467995"/>
                </a:moveTo>
                <a:cubicBezTo>
                  <a:pt x="7155337" y="468702"/>
                  <a:pt x="7163597" y="470138"/>
                  <a:pt x="7169598" y="472143"/>
                </a:cubicBezTo>
                <a:cubicBezTo>
                  <a:pt x="7181602" y="476155"/>
                  <a:pt x="7179768" y="480988"/>
                  <a:pt x="7165458" y="482881"/>
                </a:cubicBezTo>
                <a:cubicBezTo>
                  <a:pt x="7151065" y="484749"/>
                  <a:pt x="7129530" y="482971"/>
                  <a:pt x="7117637" y="478891"/>
                </a:cubicBezTo>
                <a:cubicBezTo>
                  <a:pt x="7105828" y="474833"/>
                  <a:pt x="7107884" y="470092"/>
                  <a:pt x="7122194" y="468223"/>
                </a:cubicBezTo>
                <a:cubicBezTo>
                  <a:pt x="7129377" y="467311"/>
                  <a:pt x="7138227" y="467289"/>
                  <a:pt x="7146782" y="467995"/>
                </a:cubicBezTo>
                <a:close/>
                <a:moveTo>
                  <a:pt x="6267064" y="467037"/>
                </a:moveTo>
                <a:cubicBezTo>
                  <a:pt x="6268981" y="466786"/>
                  <a:pt x="6271510" y="467037"/>
                  <a:pt x="6272760" y="467516"/>
                </a:cubicBezTo>
                <a:cubicBezTo>
                  <a:pt x="6273928" y="468040"/>
                  <a:pt x="6273371" y="468633"/>
                  <a:pt x="6271398" y="468906"/>
                </a:cubicBezTo>
                <a:cubicBezTo>
                  <a:pt x="6269454" y="469112"/>
                  <a:pt x="6266870" y="468906"/>
                  <a:pt x="6265675" y="468382"/>
                </a:cubicBezTo>
                <a:cubicBezTo>
                  <a:pt x="6264480" y="467857"/>
                  <a:pt x="6265119" y="467288"/>
                  <a:pt x="6267064" y="467037"/>
                </a:cubicBezTo>
                <a:close/>
                <a:moveTo>
                  <a:pt x="3914211" y="466810"/>
                </a:moveTo>
                <a:cubicBezTo>
                  <a:pt x="3924714" y="465761"/>
                  <a:pt x="3934829" y="466764"/>
                  <a:pt x="3936746" y="469067"/>
                </a:cubicBezTo>
                <a:cubicBezTo>
                  <a:pt x="3938718" y="471391"/>
                  <a:pt x="3931717" y="474127"/>
                  <a:pt x="3921158" y="475221"/>
                </a:cubicBezTo>
                <a:cubicBezTo>
                  <a:pt x="3910570" y="476270"/>
                  <a:pt x="3900401" y="475267"/>
                  <a:pt x="3898567" y="472941"/>
                </a:cubicBezTo>
                <a:cubicBezTo>
                  <a:pt x="3896650" y="470617"/>
                  <a:pt x="3903708" y="467881"/>
                  <a:pt x="3914211" y="466810"/>
                </a:cubicBezTo>
                <a:close/>
                <a:moveTo>
                  <a:pt x="8456558" y="466605"/>
                </a:moveTo>
                <a:cubicBezTo>
                  <a:pt x="8457281" y="466491"/>
                  <a:pt x="8458616" y="466605"/>
                  <a:pt x="8459395" y="466810"/>
                </a:cubicBezTo>
                <a:cubicBezTo>
                  <a:pt x="8460310" y="467038"/>
                  <a:pt x="8460449" y="467311"/>
                  <a:pt x="8459726" y="467403"/>
                </a:cubicBezTo>
                <a:cubicBezTo>
                  <a:pt x="8458977" y="467517"/>
                  <a:pt x="8457699" y="467403"/>
                  <a:pt x="8456838" y="467174"/>
                </a:cubicBezTo>
                <a:cubicBezTo>
                  <a:pt x="8455976" y="466969"/>
                  <a:pt x="8455810" y="466696"/>
                  <a:pt x="8456558" y="466605"/>
                </a:cubicBezTo>
                <a:close/>
                <a:moveTo>
                  <a:pt x="7747708" y="463134"/>
                </a:moveTo>
                <a:cubicBezTo>
                  <a:pt x="7760403" y="464143"/>
                  <a:pt x="7773094" y="466194"/>
                  <a:pt x="7782819" y="469066"/>
                </a:cubicBezTo>
                <a:cubicBezTo>
                  <a:pt x="7802382" y="474833"/>
                  <a:pt x="7802492" y="481740"/>
                  <a:pt x="7782986" y="484453"/>
                </a:cubicBezTo>
                <a:cubicBezTo>
                  <a:pt x="7763369" y="487143"/>
                  <a:pt x="7731470" y="484590"/>
                  <a:pt x="7712048" y="478731"/>
                </a:cubicBezTo>
                <a:cubicBezTo>
                  <a:pt x="7692819" y="472918"/>
                  <a:pt x="7693069" y="466103"/>
                  <a:pt x="7712575" y="463458"/>
                </a:cubicBezTo>
                <a:cubicBezTo>
                  <a:pt x="7722315" y="462160"/>
                  <a:pt x="7735013" y="462125"/>
                  <a:pt x="7747708" y="463134"/>
                </a:cubicBezTo>
                <a:close/>
                <a:moveTo>
                  <a:pt x="2373781" y="462136"/>
                </a:moveTo>
                <a:cubicBezTo>
                  <a:pt x="2381116" y="461475"/>
                  <a:pt x="2386784" y="462114"/>
                  <a:pt x="2386507" y="463572"/>
                </a:cubicBezTo>
                <a:cubicBezTo>
                  <a:pt x="2386229" y="465031"/>
                  <a:pt x="2380088" y="466741"/>
                  <a:pt x="2372753" y="467425"/>
                </a:cubicBezTo>
                <a:cubicBezTo>
                  <a:pt x="2365389" y="468109"/>
                  <a:pt x="2359665" y="467471"/>
                  <a:pt x="2359971" y="466012"/>
                </a:cubicBezTo>
                <a:cubicBezTo>
                  <a:pt x="2360304" y="464530"/>
                  <a:pt x="2366445" y="462797"/>
                  <a:pt x="2373781" y="462136"/>
                </a:cubicBezTo>
                <a:close/>
                <a:moveTo>
                  <a:pt x="3445525" y="461017"/>
                </a:moveTo>
                <a:cubicBezTo>
                  <a:pt x="3452232" y="461710"/>
                  <a:pt x="3456900" y="463117"/>
                  <a:pt x="3457928" y="465077"/>
                </a:cubicBezTo>
                <a:cubicBezTo>
                  <a:pt x="3460012" y="469021"/>
                  <a:pt x="3446647" y="473694"/>
                  <a:pt x="3428001" y="475517"/>
                </a:cubicBezTo>
                <a:cubicBezTo>
                  <a:pt x="3409385" y="477364"/>
                  <a:pt x="3392657" y="475631"/>
                  <a:pt x="3390740" y="471642"/>
                </a:cubicBezTo>
                <a:cubicBezTo>
                  <a:pt x="3388851" y="467699"/>
                  <a:pt x="3402355" y="463049"/>
                  <a:pt x="3420889" y="461248"/>
                </a:cubicBezTo>
                <a:cubicBezTo>
                  <a:pt x="3430072" y="460347"/>
                  <a:pt x="3438818" y="460325"/>
                  <a:pt x="3445525" y="461017"/>
                </a:cubicBezTo>
                <a:close/>
                <a:moveTo>
                  <a:pt x="6775640" y="460769"/>
                </a:moveTo>
                <a:cubicBezTo>
                  <a:pt x="6784171" y="459743"/>
                  <a:pt x="6796092" y="460723"/>
                  <a:pt x="6802371" y="463003"/>
                </a:cubicBezTo>
                <a:cubicBezTo>
                  <a:pt x="6808706" y="465328"/>
                  <a:pt x="6806956" y="468041"/>
                  <a:pt x="6798453" y="469112"/>
                </a:cubicBezTo>
                <a:cubicBezTo>
                  <a:pt x="6789923" y="470183"/>
                  <a:pt x="6777947" y="469180"/>
                  <a:pt x="6771639" y="466878"/>
                </a:cubicBezTo>
                <a:cubicBezTo>
                  <a:pt x="6765415" y="464553"/>
                  <a:pt x="6767138" y="461841"/>
                  <a:pt x="6775640" y="460769"/>
                </a:cubicBezTo>
                <a:close/>
                <a:moveTo>
                  <a:pt x="2982632" y="460167"/>
                </a:moveTo>
                <a:cubicBezTo>
                  <a:pt x="2991079" y="461065"/>
                  <a:pt x="2996588" y="462888"/>
                  <a:pt x="2997144" y="465441"/>
                </a:cubicBezTo>
                <a:cubicBezTo>
                  <a:pt x="2998311" y="470571"/>
                  <a:pt x="2979055" y="476656"/>
                  <a:pt x="2953935" y="479073"/>
                </a:cubicBezTo>
                <a:cubicBezTo>
                  <a:pt x="2928872" y="481466"/>
                  <a:pt x="2907810" y="479210"/>
                  <a:pt x="2906976" y="474012"/>
                </a:cubicBezTo>
                <a:cubicBezTo>
                  <a:pt x="2906142" y="468861"/>
                  <a:pt x="2925648" y="462820"/>
                  <a:pt x="2950490" y="460449"/>
                </a:cubicBezTo>
                <a:cubicBezTo>
                  <a:pt x="2962800" y="459298"/>
                  <a:pt x="2974184" y="459270"/>
                  <a:pt x="2982632" y="460167"/>
                </a:cubicBezTo>
                <a:close/>
                <a:moveTo>
                  <a:pt x="8578235" y="459857"/>
                </a:moveTo>
                <a:cubicBezTo>
                  <a:pt x="8578625" y="459788"/>
                  <a:pt x="8579236" y="459834"/>
                  <a:pt x="8579709" y="459948"/>
                </a:cubicBezTo>
                <a:cubicBezTo>
                  <a:pt x="8580126" y="460039"/>
                  <a:pt x="8580183" y="460176"/>
                  <a:pt x="8579876" y="460267"/>
                </a:cubicBezTo>
                <a:cubicBezTo>
                  <a:pt x="8579515" y="460312"/>
                  <a:pt x="8578848" y="460267"/>
                  <a:pt x="8578431" y="460153"/>
                </a:cubicBezTo>
                <a:cubicBezTo>
                  <a:pt x="8577959" y="460039"/>
                  <a:pt x="8577904" y="459902"/>
                  <a:pt x="8578235" y="459857"/>
                </a:cubicBezTo>
                <a:close/>
                <a:moveTo>
                  <a:pt x="6014956" y="458398"/>
                </a:moveTo>
                <a:cubicBezTo>
                  <a:pt x="6016429" y="458261"/>
                  <a:pt x="6018403" y="458398"/>
                  <a:pt x="6019292" y="458808"/>
                </a:cubicBezTo>
                <a:cubicBezTo>
                  <a:pt x="6020126" y="459151"/>
                  <a:pt x="6019569" y="459652"/>
                  <a:pt x="6018096" y="459834"/>
                </a:cubicBezTo>
                <a:cubicBezTo>
                  <a:pt x="6016513" y="459993"/>
                  <a:pt x="6014651" y="459834"/>
                  <a:pt x="6013678" y="459447"/>
                </a:cubicBezTo>
                <a:cubicBezTo>
                  <a:pt x="6012845" y="459036"/>
                  <a:pt x="6013373" y="458580"/>
                  <a:pt x="6014956" y="458398"/>
                </a:cubicBezTo>
                <a:close/>
                <a:moveTo>
                  <a:pt x="4159233" y="457737"/>
                </a:moveTo>
                <a:cubicBezTo>
                  <a:pt x="4163178" y="457327"/>
                  <a:pt x="4167179" y="457715"/>
                  <a:pt x="4168097" y="458604"/>
                </a:cubicBezTo>
                <a:cubicBezTo>
                  <a:pt x="4168902" y="459492"/>
                  <a:pt x="4166402" y="460541"/>
                  <a:pt x="4162428" y="460974"/>
                </a:cubicBezTo>
                <a:cubicBezTo>
                  <a:pt x="4158344" y="461384"/>
                  <a:pt x="4154370" y="460974"/>
                  <a:pt x="4153536" y="460085"/>
                </a:cubicBezTo>
                <a:cubicBezTo>
                  <a:pt x="4152674" y="459196"/>
                  <a:pt x="4155120" y="458170"/>
                  <a:pt x="4159233" y="457737"/>
                </a:cubicBezTo>
                <a:close/>
                <a:moveTo>
                  <a:pt x="7278237" y="457578"/>
                </a:moveTo>
                <a:cubicBezTo>
                  <a:pt x="7290337" y="458564"/>
                  <a:pt x="7302126" y="460564"/>
                  <a:pt x="7310726" y="463345"/>
                </a:cubicBezTo>
                <a:cubicBezTo>
                  <a:pt x="7328037" y="468975"/>
                  <a:pt x="7326147" y="475677"/>
                  <a:pt x="7306169" y="478298"/>
                </a:cubicBezTo>
                <a:cubicBezTo>
                  <a:pt x="7286135" y="480943"/>
                  <a:pt x="7255903" y="478435"/>
                  <a:pt x="7238731" y="472760"/>
                </a:cubicBezTo>
                <a:cubicBezTo>
                  <a:pt x="7221615" y="467129"/>
                  <a:pt x="7224060" y="460473"/>
                  <a:pt x="7243871" y="457896"/>
                </a:cubicBezTo>
                <a:cubicBezTo>
                  <a:pt x="7253722" y="456620"/>
                  <a:pt x="7266135" y="456592"/>
                  <a:pt x="7278237" y="457578"/>
                </a:cubicBezTo>
                <a:close/>
                <a:moveTo>
                  <a:pt x="3796576" y="456609"/>
                </a:moveTo>
                <a:cubicBezTo>
                  <a:pt x="3801078" y="457065"/>
                  <a:pt x="3804343" y="457988"/>
                  <a:pt x="3805287" y="459264"/>
                </a:cubicBezTo>
                <a:cubicBezTo>
                  <a:pt x="3807316" y="461817"/>
                  <a:pt x="3799259" y="464849"/>
                  <a:pt x="3787310" y="466080"/>
                </a:cubicBezTo>
                <a:cubicBezTo>
                  <a:pt x="3775472" y="467265"/>
                  <a:pt x="3764274" y="466126"/>
                  <a:pt x="3762413" y="463550"/>
                </a:cubicBezTo>
                <a:cubicBezTo>
                  <a:pt x="3760552" y="460996"/>
                  <a:pt x="3768637" y="457965"/>
                  <a:pt x="3780446" y="456757"/>
                </a:cubicBezTo>
                <a:cubicBezTo>
                  <a:pt x="3786337" y="456164"/>
                  <a:pt x="3792075" y="456153"/>
                  <a:pt x="3796576" y="456609"/>
                </a:cubicBezTo>
                <a:close/>
                <a:moveTo>
                  <a:pt x="7872605" y="456395"/>
                </a:moveTo>
                <a:cubicBezTo>
                  <a:pt x="7884948" y="457361"/>
                  <a:pt x="7897384" y="459333"/>
                  <a:pt x="7907026" y="462091"/>
                </a:cubicBezTo>
                <a:cubicBezTo>
                  <a:pt x="7926364" y="467630"/>
                  <a:pt x="7927060" y="474264"/>
                  <a:pt x="7908332" y="476886"/>
                </a:cubicBezTo>
                <a:cubicBezTo>
                  <a:pt x="7889632" y="479484"/>
                  <a:pt x="7858594" y="477022"/>
                  <a:pt x="7839420" y="471415"/>
                </a:cubicBezTo>
                <a:cubicBezTo>
                  <a:pt x="7820304" y="465807"/>
                  <a:pt x="7820054" y="459265"/>
                  <a:pt x="7838726" y="456735"/>
                </a:cubicBezTo>
                <a:cubicBezTo>
                  <a:pt x="7848008" y="455469"/>
                  <a:pt x="7860261" y="455430"/>
                  <a:pt x="7872605" y="456395"/>
                </a:cubicBezTo>
                <a:close/>
                <a:moveTo>
                  <a:pt x="2256660" y="456233"/>
                </a:moveTo>
                <a:cubicBezTo>
                  <a:pt x="2258133" y="456096"/>
                  <a:pt x="2259190" y="456210"/>
                  <a:pt x="2259134" y="456506"/>
                </a:cubicBezTo>
                <a:cubicBezTo>
                  <a:pt x="2259050" y="456803"/>
                  <a:pt x="2257800" y="457099"/>
                  <a:pt x="2256327" y="457236"/>
                </a:cubicBezTo>
                <a:cubicBezTo>
                  <a:pt x="2254966" y="457373"/>
                  <a:pt x="2253881" y="457236"/>
                  <a:pt x="2253965" y="456963"/>
                </a:cubicBezTo>
                <a:cubicBezTo>
                  <a:pt x="2254077" y="456689"/>
                  <a:pt x="2255216" y="456347"/>
                  <a:pt x="2256660" y="456233"/>
                </a:cubicBezTo>
                <a:close/>
                <a:moveTo>
                  <a:pt x="6409663" y="456210"/>
                </a:moveTo>
                <a:cubicBezTo>
                  <a:pt x="6414082" y="455709"/>
                  <a:pt x="6420112" y="456210"/>
                  <a:pt x="6423029" y="457373"/>
                </a:cubicBezTo>
                <a:cubicBezTo>
                  <a:pt x="6426031" y="458535"/>
                  <a:pt x="6424696" y="459948"/>
                  <a:pt x="6420223" y="460473"/>
                </a:cubicBezTo>
                <a:cubicBezTo>
                  <a:pt x="6415860" y="460997"/>
                  <a:pt x="6409858" y="460496"/>
                  <a:pt x="6406913" y="459310"/>
                </a:cubicBezTo>
                <a:cubicBezTo>
                  <a:pt x="6404023" y="458148"/>
                  <a:pt x="6405245" y="456735"/>
                  <a:pt x="6409663" y="456210"/>
                </a:cubicBezTo>
                <a:close/>
                <a:moveTo>
                  <a:pt x="8697940" y="452950"/>
                </a:moveTo>
                <a:cubicBezTo>
                  <a:pt x="8698303" y="452881"/>
                  <a:pt x="8698914" y="452927"/>
                  <a:pt x="8699414" y="453041"/>
                </a:cubicBezTo>
                <a:cubicBezTo>
                  <a:pt x="8699802" y="453155"/>
                  <a:pt x="8699914" y="453269"/>
                  <a:pt x="8699581" y="453337"/>
                </a:cubicBezTo>
                <a:cubicBezTo>
                  <a:pt x="8699218" y="453383"/>
                  <a:pt x="8698524" y="453337"/>
                  <a:pt x="8698108" y="453246"/>
                </a:cubicBezTo>
                <a:cubicBezTo>
                  <a:pt x="8697636" y="453132"/>
                  <a:pt x="8697552" y="452996"/>
                  <a:pt x="8697940" y="452950"/>
                </a:cubicBezTo>
                <a:close/>
                <a:moveTo>
                  <a:pt x="3320531" y="452284"/>
                </a:moveTo>
                <a:cubicBezTo>
                  <a:pt x="3327331" y="452985"/>
                  <a:pt x="3331972" y="454409"/>
                  <a:pt x="3332861" y="456392"/>
                </a:cubicBezTo>
                <a:cubicBezTo>
                  <a:pt x="3334695" y="460427"/>
                  <a:pt x="3320635" y="465191"/>
                  <a:pt x="3301351" y="467038"/>
                </a:cubicBezTo>
                <a:cubicBezTo>
                  <a:pt x="3282095" y="468907"/>
                  <a:pt x="3265229" y="467129"/>
                  <a:pt x="3263562" y="463117"/>
                </a:cubicBezTo>
                <a:cubicBezTo>
                  <a:pt x="3261977" y="459082"/>
                  <a:pt x="3276177" y="454341"/>
                  <a:pt x="3295238" y="452518"/>
                </a:cubicBezTo>
                <a:cubicBezTo>
                  <a:pt x="3304769" y="451606"/>
                  <a:pt x="3313730" y="451583"/>
                  <a:pt x="3320531" y="452284"/>
                </a:cubicBezTo>
                <a:close/>
                <a:moveTo>
                  <a:pt x="2861826" y="452007"/>
                </a:moveTo>
                <a:cubicBezTo>
                  <a:pt x="2870159" y="452894"/>
                  <a:pt x="2875494" y="454694"/>
                  <a:pt x="2875855" y="457212"/>
                </a:cubicBezTo>
                <a:cubicBezTo>
                  <a:pt x="2876578" y="462273"/>
                  <a:pt x="2856961" y="468336"/>
                  <a:pt x="2831869" y="470707"/>
                </a:cubicBezTo>
                <a:cubicBezTo>
                  <a:pt x="2806751" y="473055"/>
                  <a:pt x="2785965" y="470798"/>
                  <a:pt x="2785577" y="465692"/>
                </a:cubicBezTo>
                <a:cubicBezTo>
                  <a:pt x="2785132" y="460586"/>
                  <a:pt x="2805000" y="454614"/>
                  <a:pt x="2829813" y="452289"/>
                </a:cubicBezTo>
                <a:cubicBezTo>
                  <a:pt x="2842165" y="451149"/>
                  <a:pt x="2853494" y="451121"/>
                  <a:pt x="2861826" y="452007"/>
                </a:cubicBezTo>
                <a:close/>
                <a:moveTo>
                  <a:pt x="4413979" y="451719"/>
                </a:moveTo>
                <a:cubicBezTo>
                  <a:pt x="4416175" y="451492"/>
                  <a:pt x="4418398" y="451719"/>
                  <a:pt x="4418981" y="452198"/>
                </a:cubicBezTo>
                <a:cubicBezTo>
                  <a:pt x="4419620" y="452677"/>
                  <a:pt x="4418258" y="453270"/>
                  <a:pt x="4416036" y="453520"/>
                </a:cubicBezTo>
                <a:cubicBezTo>
                  <a:pt x="4413841" y="453725"/>
                  <a:pt x="4411534" y="453520"/>
                  <a:pt x="4410978" y="453042"/>
                </a:cubicBezTo>
                <a:cubicBezTo>
                  <a:pt x="4410423" y="452518"/>
                  <a:pt x="4411728" y="451947"/>
                  <a:pt x="4413979" y="451719"/>
                </a:cubicBezTo>
                <a:close/>
                <a:moveTo>
                  <a:pt x="7406773" y="450369"/>
                </a:moveTo>
                <a:cubicBezTo>
                  <a:pt x="7418878" y="451338"/>
                  <a:pt x="7430735" y="453315"/>
                  <a:pt x="7439516" y="456073"/>
                </a:cubicBezTo>
                <a:cubicBezTo>
                  <a:pt x="7457244" y="461612"/>
                  <a:pt x="7455882" y="468291"/>
                  <a:pt x="7436294" y="470890"/>
                </a:cubicBezTo>
                <a:cubicBezTo>
                  <a:pt x="7416592" y="473512"/>
                  <a:pt x="7386333" y="471027"/>
                  <a:pt x="7368661" y="465396"/>
                </a:cubicBezTo>
                <a:cubicBezTo>
                  <a:pt x="7351266" y="459789"/>
                  <a:pt x="7353045" y="453224"/>
                  <a:pt x="7372551" y="450716"/>
                </a:cubicBezTo>
                <a:cubicBezTo>
                  <a:pt x="7382318" y="449440"/>
                  <a:pt x="7394669" y="449400"/>
                  <a:pt x="7406773" y="450369"/>
                </a:cubicBezTo>
                <a:close/>
                <a:moveTo>
                  <a:pt x="6926400" y="449710"/>
                </a:moveTo>
                <a:cubicBezTo>
                  <a:pt x="6934767" y="450403"/>
                  <a:pt x="6942735" y="451810"/>
                  <a:pt x="6948334" y="453770"/>
                </a:cubicBezTo>
                <a:cubicBezTo>
                  <a:pt x="6959616" y="457691"/>
                  <a:pt x="6957087" y="462365"/>
                  <a:pt x="6942611" y="464188"/>
                </a:cubicBezTo>
                <a:cubicBezTo>
                  <a:pt x="6928050" y="466034"/>
                  <a:pt x="6907155" y="464302"/>
                  <a:pt x="6895984" y="460336"/>
                </a:cubicBezTo>
                <a:cubicBezTo>
                  <a:pt x="6884925" y="456392"/>
                  <a:pt x="6887621" y="451742"/>
                  <a:pt x="6902070" y="449941"/>
                </a:cubicBezTo>
                <a:cubicBezTo>
                  <a:pt x="6909267" y="449041"/>
                  <a:pt x="6918033" y="449018"/>
                  <a:pt x="6926400" y="449710"/>
                </a:cubicBezTo>
                <a:close/>
                <a:moveTo>
                  <a:pt x="7996122" y="448924"/>
                </a:moveTo>
                <a:cubicBezTo>
                  <a:pt x="8009107" y="449936"/>
                  <a:pt x="8022270" y="451993"/>
                  <a:pt x="8032537" y="454865"/>
                </a:cubicBezTo>
                <a:cubicBezTo>
                  <a:pt x="8053265" y="460655"/>
                  <a:pt x="8054570" y="467516"/>
                  <a:pt x="8035314" y="470229"/>
                </a:cubicBezTo>
                <a:cubicBezTo>
                  <a:pt x="8015866" y="472964"/>
                  <a:pt x="7983299" y="470388"/>
                  <a:pt x="7962737" y="464553"/>
                </a:cubicBezTo>
                <a:cubicBezTo>
                  <a:pt x="7942314" y="458740"/>
                  <a:pt x="7941452" y="451901"/>
                  <a:pt x="7960792" y="449257"/>
                </a:cubicBezTo>
                <a:cubicBezTo>
                  <a:pt x="7970337" y="447947"/>
                  <a:pt x="7983138" y="447913"/>
                  <a:pt x="7996122" y="448924"/>
                </a:cubicBezTo>
                <a:close/>
                <a:moveTo>
                  <a:pt x="2141262" y="448573"/>
                </a:moveTo>
                <a:cubicBezTo>
                  <a:pt x="2141791" y="448528"/>
                  <a:pt x="2142262" y="448573"/>
                  <a:pt x="2142180" y="448665"/>
                </a:cubicBezTo>
                <a:cubicBezTo>
                  <a:pt x="2142123" y="448779"/>
                  <a:pt x="2141568" y="448916"/>
                  <a:pt x="2141179" y="448961"/>
                </a:cubicBezTo>
                <a:cubicBezTo>
                  <a:pt x="2140484" y="449007"/>
                  <a:pt x="2140068" y="448984"/>
                  <a:pt x="2140068" y="448847"/>
                </a:cubicBezTo>
                <a:cubicBezTo>
                  <a:pt x="2140151" y="448733"/>
                  <a:pt x="2140679" y="448619"/>
                  <a:pt x="2141262" y="448573"/>
                </a:cubicBezTo>
                <a:close/>
                <a:moveTo>
                  <a:pt x="6552821" y="447753"/>
                </a:moveTo>
                <a:cubicBezTo>
                  <a:pt x="6556044" y="447343"/>
                  <a:pt x="6560685" y="447730"/>
                  <a:pt x="6562991" y="448642"/>
                </a:cubicBezTo>
                <a:cubicBezTo>
                  <a:pt x="6565269" y="449509"/>
                  <a:pt x="6564463" y="450534"/>
                  <a:pt x="6561101" y="450945"/>
                </a:cubicBezTo>
                <a:cubicBezTo>
                  <a:pt x="6557767" y="451354"/>
                  <a:pt x="6553210" y="451013"/>
                  <a:pt x="6550931" y="450101"/>
                </a:cubicBezTo>
                <a:cubicBezTo>
                  <a:pt x="6548625" y="449212"/>
                  <a:pt x="6549431" y="448186"/>
                  <a:pt x="6552821" y="447753"/>
                </a:cubicBezTo>
                <a:close/>
                <a:moveTo>
                  <a:pt x="6167810" y="446658"/>
                </a:moveTo>
                <a:cubicBezTo>
                  <a:pt x="6169672" y="446453"/>
                  <a:pt x="6172201" y="446658"/>
                  <a:pt x="6173396" y="447182"/>
                </a:cubicBezTo>
                <a:cubicBezTo>
                  <a:pt x="6174479" y="447639"/>
                  <a:pt x="6173924" y="448232"/>
                  <a:pt x="6172007" y="448459"/>
                </a:cubicBezTo>
                <a:cubicBezTo>
                  <a:pt x="6170089" y="448687"/>
                  <a:pt x="6167505" y="448459"/>
                  <a:pt x="6166366" y="447980"/>
                </a:cubicBezTo>
                <a:cubicBezTo>
                  <a:pt x="6165227" y="447479"/>
                  <a:pt x="6165866" y="446909"/>
                  <a:pt x="6167810" y="446658"/>
                </a:cubicBezTo>
                <a:close/>
                <a:moveTo>
                  <a:pt x="4019300" y="445564"/>
                </a:moveTo>
                <a:cubicBezTo>
                  <a:pt x="4027024" y="444812"/>
                  <a:pt x="4034610" y="445518"/>
                  <a:pt x="4036194" y="447206"/>
                </a:cubicBezTo>
                <a:cubicBezTo>
                  <a:pt x="4037694" y="448915"/>
                  <a:pt x="4032665" y="450944"/>
                  <a:pt x="4024857" y="451719"/>
                </a:cubicBezTo>
                <a:cubicBezTo>
                  <a:pt x="4017022" y="452494"/>
                  <a:pt x="4009435" y="451765"/>
                  <a:pt x="4007991" y="450055"/>
                </a:cubicBezTo>
                <a:cubicBezTo>
                  <a:pt x="4006407" y="448368"/>
                  <a:pt x="4011465" y="446339"/>
                  <a:pt x="4019300" y="445564"/>
                </a:cubicBezTo>
                <a:close/>
                <a:moveTo>
                  <a:pt x="3671849" y="445310"/>
                </a:moveTo>
                <a:cubicBezTo>
                  <a:pt x="3678296" y="445952"/>
                  <a:pt x="3682902" y="447263"/>
                  <a:pt x="3684139" y="449098"/>
                </a:cubicBezTo>
                <a:cubicBezTo>
                  <a:pt x="3686722" y="452813"/>
                  <a:pt x="3674635" y="457167"/>
                  <a:pt x="3657352" y="458900"/>
                </a:cubicBezTo>
                <a:cubicBezTo>
                  <a:pt x="3639958" y="460609"/>
                  <a:pt x="3623842" y="458991"/>
                  <a:pt x="3621453" y="455274"/>
                </a:cubicBezTo>
                <a:cubicBezTo>
                  <a:pt x="3619090" y="451605"/>
                  <a:pt x="3631205" y="447228"/>
                  <a:pt x="3648516" y="445541"/>
                </a:cubicBezTo>
                <a:cubicBezTo>
                  <a:pt x="3657117" y="444698"/>
                  <a:pt x="3665403" y="444669"/>
                  <a:pt x="3671849" y="445310"/>
                </a:cubicBezTo>
                <a:close/>
                <a:moveTo>
                  <a:pt x="2741191" y="444371"/>
                </a:moveTo>
                <a:cubicBezTo>
                  <a:pt x="2749045" y="445211"/>
                  <a:pt x="2753970" y="446921"/>
                  <a:pt x="2754123" y="449303"/>
                </a:cubicBezTo>
                <a:cubicBezTo>
                  <a:pt x="2754428" y="454113"/>
                  <a:pt x="2735200" y="459835"/>
                  <a:pt x="2711276" y="462068"/>
                </a:cubicBezTo>
                <a:cubicBezTo>
                  <a:pt x="2687129" y="464302"/>
                  <a:pt x="2667595" y="462182"/>
                  <a:pt x="2667595" y="457349"/>
                </a:cubicBezTo>
                <a:cubicBezTo>
                  <a:pt x="2667568" y="452518"/>
                  <a:pt x="2686935" y="446864"/>
                  <a:pt x="2710693" y="444653"/>
                </a:cubicBezTo>
                <a:cubicBezTo>
                  <a:pt x="2722557" y="443559"/>
                  <a:pt x="2733339" y="443530"/>
                  <a:pt x="2741191" y="444371"/>
                </a:cubicBezTo>
                <a:close/>
                <a:moveTo>
                  <a:pt x="3195825" y="444268"/>
                </a:moveTo>
                <a:cubicBezTo>
                  <a:pt x="3202258" y="444931"/>
                  <a:pt x="3206585" y="446282"/>
                  <a:pt x="3207293" y="448163"/>
                </a:cubicBezTo>
                <a:cubicBezTo>
                  <a:pt x="3208683" y="451947"/>
                  <a:pt x="3194845" y="456460"/>
                  <a:pt x="3176395" y="458238"/>
                </a:cubicBezTo>
                <a:cubicBezTo>
                  <a:pt x="3157889" y="459993"/>
                  <a:pt x="3141940" y="458329"/>
                  <a:pt x="3140717" y="454500"/>
                </a:cubicBezTo>
                <a:cubicBezTo>
                  <a:pt x="3139550" y="450716"/>
                  <a:pt x="3153443" y="446225"/>
                  <a:pt x="3171727" y="444493"/>
                </a:cubicBezTo>
                <a:cubicBezTo>
                  <a:pt x="3180855" y="443627"/>
                  <a:pt x="3189393" y="443604"/>
                  <a:pt x="3195825" y="444268"/>
                </a:cubicBezTo>
                <a:close/>
                <a:moveTo>
                  <a:pt x="7533515" y="443849"/>
                </a:moveTo>
                <a:cubicBezTo>
                  <a:pt x="7544918" y="444756"/>
                  <a:pt x="7556193" y="446602"/>
                  <a:pt x="7564667" y="449189"/>
                </a:cubicBezTo>
                <a:cubicBezTo>
                  <a:pt x="7581646" y="454341"/>
                  <a:pt x="7580951" y="460541"/>
                  <a:pt x="7562806" y="462957"/>
                </a:cubicBezTo>
                <a:cubicBezTo>
                  <a:pt x="7544661" y="465374"/>
                  <a:pt x="7516013" y="463093"/>
                  <a:pt x="7499091" y="457851"/>
                </a:cubicBezTo>
                <a:cubicBezTo>
                  <a:pt x="7482308" y="452631"/>
                  <a:pt x="7483504" y="446522"/>
                  <a:pt x="7501593" y="444151"/>
                </a:cubicBezTo>
                <a:cubicBezTo>
                  <a:pt x="7510581" y="442977"/>
                  <a:pt x="7522113" y="442943"/>
                  <a:pt x="7533515" y="443849"/>
                </a:cubicBezTo>
                <a:close/>
                <a:moveTo>
                  <a:pt x="2592600" y="442875"/>
                </a:moveTo>
                <a:cubicBezTo>
                  <a:pt x="2599212" y="442304"/>
                  <a:pt x="2604519" y="442875"/>
                  <a:pt x="2604437" y="444174"/>
                </a:cubicBezTo>
                <a:cubicBezTo>
                  <a:pt x="2604409" y="445496"/>
                  <a:pt x="2598990" y="447023"/>
                  <a:pt x="2592432" y="447639"/>
                </a:cubicBezTo>
                <a:cubicBezTo>
                  <a:pt x="2585764" y="448232"/>
                  <a:pt x="2580429" y="447661"/>
                  <a:pt x="2580540" y="446340"/>
                </a:cubicBezTo>
                <a:cubicBezTo>
                  <a:pt x="2580595" y="445063"/>
                  <a:pt x="2586014" y="443468"/>
                  <a:pt x="2592600" y="442875"/>
                </a:cubicBezTo>
                <a:close/>
                <a:moveTo>
                  <a:pt x="8231349" y="442715"/>
                </a:moveTo>
                <a:cubicBezTo>
                  <a:pt x="8236935" y="441940"/>
                  <a:pt x="8246577" y="442692"/>
                  <a:pt x="8252912" y="444379"/>
                </a:cubicBezTo>
                <a:cubicBezTo>
                  <a:pt x="8259249" y="446066"/>
                  <a:pt x="8259943" y="448072"/>
                  <a:pt x="8254386" y="448847"/>
                </a:cubicBezTo>
                <a:cubicBezTo>
                  <a:pt x="8248800" y="449644"/>
                  <a:pt x="8239103" y="448892"/>
                  <a:pt x="8232794" y="447206"/>
                </a:cubicBezTo>
                <a:cubicBezTo>
                  <a:pt x="8226404" y="445518"/>
                  <a:pt x="8225820" y="443490"/>
                  <a:pt x="8231349" y="442715"/>
                </a:cubicBezTo>
                <a:close/>
                <a:moveTo>
                  <a:pt x="8118369" y="441738"/>
                </a:moveTo>
                <a:cubicBezTo>
                  <a:pt x="8131756" y="442767"/>
                  <a:pt x="8145405" y="444858"/>
                  <a:pt x="8156158" y="447775"/>
                </a:cubicBezTo>
                <a:cubicBezTo>
                  <a:pt x="8177860" y="453657"/>
                  <a:pt x="8179805" y="460701"/>
                  <a:pt x="8160188" y="463458"/>
                </a:cubicBezTo>
                <a:cubicBezTo>
                  <a:pt x="8140654" y="466217"/>
                  <a:pt x="8107034" y="463618"/>
                  <a:pt x="8085471" y="457646"/>
                </a:cubicBezTo>
                <a:cubicBezTo>
                  <a:pt x="8064075" y="451719"/>
                  <a:pt x="8062685" y="444766"/>
                  <a:pt x="8082164" y="442077"/>
                </a:cubicBezTo>
                <a:cubicBezTo>
                  <a:pt x="8091861" y="440743"/>
                  <a:pt x="8104983" y="440709"/>
                  <a:pt x="8118369" y="441738"/>
                </a:cubicBezTo>
                <a:close/>
                <a:moveTo>
                  <a:pt x="7058984" y="441476"/>
                </a:moveTo>
                <a:cubicBezTo>
                  <a:pt x="7068087" y="442213"/>
                  <a:pt x="7076833" y="443718"/>
                  <a:pt x="7083099" y="445815"/>
                </a:cubicBezTo>
                <a:cubicBezTo>
                  <a:pt x="7095547" y="450055"/>
                  <a:pt x="7093352" y="455115"/>
                  <a:pt x="7077819" y="457053"/>
                </a:cubicBezTo>
                <a:cubicBezTo>
                  <a:pt x="7062370" y="459013"/>
                  <a:pt x="7039641" y="457144"/>
                  <a:pt x="7027193" y="452904"/>
                </a:cubicBezTo>
                <a:cubicBezTo>
                  <a:pt x="7014772" y="448641"/>
                  <a:pt x="7017356" y="443673"/>
                  <a:pt x="7032722" y="441735"/>
                </a:cubicBezTo>
                <a:cubicBezTo>
                  <a:pt x="7040419" y="440766"/>
                  <a:pt x="7049880" y="440738"/>
                  <a:pt x="7058984" y="441476"/>
                </a:cubicBezTo>
                <a:close/>
                <a:moveTo>
                  <a:pt x="8362752" y="438771"/>
                </a:moveTo>
                <a:cubicBezTo>
                  <a:pt x="8363197" y="438703"/>
                  <a:pt x="8363809" y="438771"/>
                  <a:pt x="8364226" y="438885"/>
                </a:cubicBezTo>
                <a:cubicBezTo>
                  <a:pt x="8364585" y="439000"/>
                  <a:pt x="8364671" y="439091"/>
                  <a:pt x="8364308" y="439159"/>
                </a:cubicBezTo>
                <a:cubicBezTo>
                  <a:pt x="8363948" y="439205"/>
                  <a:pt x="8363336" y="439159"/>
                  <a:pt x="8362948" y="439068"/>
                </a:cubicBezTo>
                <a:cubicBezTo>
                  <a:pt x="8362446" y="438954"/>
                  <a:pt x="8362446" y="438817"/>
                  <a:pt x="8362752" y="438771"/>
                </a:cubicBezTo>
                <a:close/>
                <a:moveTo>
                  <a:pt x="4268016" y="438725"/>
                </a:moveTo>
                <a:cubicBezTo>
                  <a:pt x="4270990" y="438429"/>
                  <a:pt x="4273963" y="438703"/>
                  <a:pt x="4274629" y="439364"/>
                </a:cubicBezTo>
                <a:cubicBezTo>
                  <a:pt x="4275352" y="440002"/>
                  <a:pt x="4273574" y="440800"/>
                  <a:pt x="4270573" y="441073"/>
                </a:cubicBezTo>
                <a:cubicBezTo>
                  <a:pt x="4267628" y="441369"/>
                  <a:pt x="4264682" y="441096"/>
                  <a:pt x="4263987" y="440458"/>
                </a:cubicBezTo>
                <a:cubicBezTo>
                  <a:pt x="4263265" y="439796"/>
                  <a:pt x="4265100" y="439044"/>
                  <a:pt x="4268016" y="438725"/>
                </a:cubicBezTo>
                <a:close/>
                <a:moveTo>
                  <a:pt x="4527488" y="436173"/>
                </a:moveTo>
                <a:cubicBezTo>
                  <a:pt x="4529155" y="435990"/>
                  <a:pt x="4530933" y="436150"/>
                  <a:pt x="4531406" y="436538"/>
                </a:cubicBezTo>
                <a:cubicBezTo>
                  <a:pt x="4531877" y="436925"/>
                  <a:pt x="4530906" y="437359"/>
                  <a:pt x="4529294" y="437540"/>
                </a:cubicBezTo>
                <a:cubicBezTo>
                  <a:pt x="4527516" y="437700"/>
                  <a:pt x="4525737" y="437540"/>
                  <a:pt x="4525265" y="437176"/>
                </a:cubicBezTo>
                <a:cubicBezTo>
                  <a:pt x="4524765" y="436766"/>
                  <a:pt x="4525765" y="436333"/>
                  <a:pt x="4527488" y="436173"/>
                </a:cubicBezTo>
                <a:close/>
                <a:moveTo>
                  <a:pt x="7659076" y="436042"/>
                </a:moveTo>
                <a:cubicBezTo>
                  <a:pt x="7671479" y="437017"/>
                  <a:pt x="7683816" y="439000"/>
                  <a:pt x="7693208" y="441758"/>
                </a:cubicBezTo>
                <a:cubicBezTo>
                  <a:pt x="7712130" y="447320"/>
                  <a:pt x="7711825" y="453953"/>
                  <a:pt x="7692458" y="456575"/>
                </a:cubicBezTo>
                <a:cubicBezTo>
                  <a:pt x="7672979" y="459173"/>
                  <a:pt x="7641914" y="456735"/>
                  <a:pt x="7623158" y="451104"/>
                </a:cubicBezTo>
                <a:cubicBezTo>
                  <a:pt x="7604541" y="445496"/>
                  <a:pt x="7605291" y="438909"/>
                  <a:pt x="7624547" y="436378"/>
                </a:cubicBezTo>
                <a:cubicBezTo>
                  <a:pt x="7634203" y="435102"/>
                  <a:pt x="7646673" y="435068"/>
                  <a:pt x="7659076" y="436042"/>
                </a:cubicBezTo>
                <a:close/>
                <a:moveTo>
                  <a:pt x="3545269" y="435963"/>
                </a:moveTo>
                <a:cubicBezTo>
                  <a:pt x="3552098" y="436646"/>
                  <a:pt x="3556905" y="438042"/>
                  <a:pt x="3558099" y="440002"/>
                </a:cubicBezTo>
                <a:cubicBezTo>
                  <a:pt x="3560433" y="443901"/>
                  <a:pt x="3547206" y="448573"/>
                  <a:pt x="3528506" y="450420"/>
                </a:cubicBezTo>
                <a:cubicBezTo>
                  <a:pt x="3509751" y="452221"/>
                  <a:pt x="3492801" y="450511"/>
                  <a:pt x="3490550" y="446568"/>
                </a:cubicBezTo>
                <a:cubicBezTo>
                  <a:pt x="3488383" y="442624"/>
                  <a:pt x="3501692" y="437997"/>
                  <a:pt x="3520309" y="436196"/>
                </a:cubicBezTo>
                <a:cubicBezTo>
                  <a:pt x="3529590" y="435307"/>
                  <a:pt x="3538440" y="435278"/>
                  <a:pt x="3545269" y="435963"/>
                </a:cubicBezTo>
                <a:close/>
                <a:moveTo>
                  <a:pt x="3074488" y="435882"/>
                </a:moveTo>
                <a:cubicBezTo>
                  <a:pt x="3081011" y="436561"/>
                  <a:pt x="3085325" y="437940"/>
                  <a:pt x="3085895" y="439866"/>
                </a:cubicBezTo>
                <a:cubicBezTo>
                  <a:pt x="3086895" y="443718"/>
                  <a:pt x="3072446" y="448300"/>
                  <a:pt x="3053467" y="450101"/>
                </a:cubicBezTo>
                <a:cubicBezTo>
                  <a:pt x="3034323" y="451901"/>
                  <a:pt x="3018095" y="450192"/>
                  <a:pt x="3017122" y="446317"/>
                </a:cubicBezTo>
                <a:cubicBezTo>
                  <a:pt x="3016289" y="442418"/>
                  <a:pt x="3030849" y="437859"/>
                  <a:pt x="3049827" y="436104"/>
                </a:cubicBezTo>
                <a:cubicBezTo>
                  <a:pt x="3059234" y="435227"/>
                  <a:pt x="3067966" y="435204"/>
                  <a:pt x="3074488" y="435882"/>
                </a:cubicBezTo>
                <a:close/>
                <a:moveTo>
                  <a:pt x="6681751" y="435763"/>
                </a:moveTo>
                <a:cubicBezTo>
                  <a:pt x="6692365" y="434463"/>
                  <a:pt x="6707230" y="435694"/>
                  <a:pt x="6714927" y="438520"/>
                </a:cubicBezTo>
                <a:cubicBezTo>
                  <a:pt x="6722596" y="441347"/>
                  <a:pt x="6720290" y="444698"/>
                  <a:pt x="6709565" y="445997"/>
                </a:cubicBezTo>
                <a:cubicBezTo>
                  <a:pt x="6698951" y="447319"/>
                  <a:pt x="6684001" y="446066"/>
                  <a:pt x="6676331" y="443216"/>
                </a:cubicBezTo>
                <a:cubicBezTo>
                  <a:pt x="6668691" y="440389"/>
                  <a:pt x="6671192" y="437061"/>
                  <a:pt x="6681751" y="435763"/>
                </a:cubicBezTo>
                <a:close/>
                <a:moveTo>
                  <a:pt x="6312968" y="435124"/>
                </a:moveTo>
                <a:cubicBezTo>
                  <a:pt x="6317358" y="434599"/>
                  <a:pt x="6323220" y="435078"/>
                  <a:pt x="6326027" y="436218"/>
                </a:cubicBezTo>
                <a:cubicBezTo>
                  <a:pt x="6328861" y="437358"/>
                  <a:pt x="6327527" y="438703"/>
                  <a:pt x="6323137" y="439227"/>
                </a:cubicBezTo>
                <a:cubicBezTo>
                  <a:pt x="6318691" y="439751"/>
                  <a:pt x="6312884" y="439273"/>
                  <a:pt x="6310050" y="438110"/>
                </a:cubicBezTo>
                <a:cubicBezTo>
                  <a:pt x="6307160" y="436994"/>
                  <a:pt x="6308577" y="435649"/>
                  <a:pt x="6312968" y="435124"/>
                </a:cubicBezTo>
                <a:close/>
                <a:moveTo>
                  <a:pt x="2475980" y="433825"/>
                </a:moveTo>
                <a:cubicBezTo>
                  <a:pt x="2485899" y="432935"/>
                  <a:pt x="2493652" y="433756"/>
                  <a:pt x="2493430" y="435717"/>
                </a:cubicBezTo>
                <a:cubicBezTo>
                  <a:pt x="2493236" y="437677"/>
                  <a:pt x="2485010" y="439979"/>
                  <a:pt x="2474980" y="440868"/>
                </a:cubicBezTo>
                <a:cubicBezTo>
                  <a:pt x="2465088" y="441780"/>
                  <a:pt x="2457223" y="440914"/>
                  <a:pt x="2457474" y="438976"/>
                </a:cubicBezTo>
                <a:cubicBezTo>
                  <a:pt x="2457807" y="437039"/>
                  <a:pt x="2466088" y="434713"/>
                  <a:pt x="2475980" y="433825"/>
                </a:cubicBezTo>
                <a:close/>
                <a:moveTo>
                  <a:pt x="4920917" y="433779"/>
                </a:moveTo>
                <a:cubicBezTo>
                  <a:pt x="4921389" y="433756"/>
                  <a:pt x="4921918" y="433779"/>
                  <a:pt x="4922113" y="433916"/>
                </a:cubicBezTo>
                <a:cubicBezTo>
                  <a:pt x="4922251" y="434007"/>
                  <a:pt x="4922001" y="434144"/>
                  <a:pt x="4921529" y="434190"/>
                </a:cubicBezTo>
                <a:cubicBezTo>
                  <a:pt x="4921056" y="434258"/>
                  <a:pt x="4920584" y="434190"/>
                  <a:pt x="4920417" y="434076"/>
                </a:cubicBezTo>
                <a:cubicBezTo>
                  <a:pt x="4920278" y="433961"/>
                  <a:pt x="4920444" y="433847"/>
                  <a:pt x="4920917" y="433779"/>
                </a:cubicBezTo>
                <a:close/>
                <a:moveTo>
                  <a:pt x="7189611" y="433001"/>
                </a:moveTo>
                <a:cubicBezTo>
                  <a:pt x="7200010" y="433836"/>
                  <a:pt x="7210083" y="435535"/>
                  <a:pt x="7217391" y="437905"/>
                </a:cubicBezTo>
                <a:cubicBezTo>
                  <a:pt x="7232090" y="442692"/>
                  <a:pt x="7230034" y="448391"/>
                  <a:pt x="7212668" y="450625"/>
                </a:cubicBezTo>
                <a:cubicBezTo>
                  <a:pt x="7195274" y="452858"/>
                  <a:pt x="7169265" y="450739"/>
                  <a:pt x="7154649" y="445929"/>
                </a:cubicBezTo>
                <a:cubicBezTo>
                  <a:pt x="7140200" y="441119"/>
                  <a:pt x="7142590" y="435466"/>
                  <a:pt x="7159873" y="433277"/>
                </a:cubicBezTo>
                <a:cubicBezTo>
                  <a:pt x="7168487" y="432194"/>
                  <a:pt x="7179213" y="432166"/>
                  <a:pt x="7189611" y="433001"/>
                </a:cubicBezTo>
                <a:close/>
                <a:moveTo>
                  <a:pt x="3901707" y="432968"/>
                </a:moveTo>
                <a:cubicBezTo>
                  <a:pt x="3907146" y="433495"/>
                  <a:pt x="3911155" y="434566"/>
                  <a:pt x="3912432" y="436059"/>
                </a:cubicBezTo>
                <a:cubicBezTo>
                  <a:pt x="3914988" y="439068"/>
                  <a:pt x="3905624" y="442716"/>
                  <a:pt x="3891453" y="444128"/>
                </a:cubicBezTo>
                <a:cubicBezTo>
                  <a:pt x="3877310" y="445519"/>
                  <a:pt x="3863750" y="444197"/>
                  <a:pt x="3861277" y="441142"/>
                </a:cubicBezTo>
                <a:cubicBezTo>
                  <a:pt x="3858887" y="438111"/>
                  <a:pt x="3868335" y="434532"/>
                  <a:pt x="3882395" y="433141"/>
                </a:cubicBezTo>
                <a:cubicBezTo>
                  <a:pt x="3889397" y="432457"/>
                  <a:pt x="3896267" y="432440"/>
                  <a:pt x="3901707" y="432968"/>
                </a:cubicBezTo>
                <a:close/>
                <a:moveTo>
                  <a:pt x="8481539" y="431819"/>
                </a:moveTo>
                <a:cubicBezTo>
                  <a:pt x="8482206" y="431705"/>
                  <a:pt x="8483457" y="431819"/>
                  <a:pt x="8484346" y="432024"/>
                </a:cubicBezTo>
                <a:cubicBezTo>
                  <a:pt x="8485207" y="432252"/>
                  <a:pt x="8485319" y="432480"/>
                  <a:pt x="8484597" y="432571"/>
                </a:cubicBezTo>
                <a:cubicBezTo>
                  <a:pt x="8483902" y="432685"/>
                  <a:pt x="8482651" y="432571"/>
                  <a:pt x="8481845" y="432366"/>
                </a:cubicBezTo>
                <a:cubicBezTo>
                  <a:pt x="8480957" y="432161"/>
                  <a:pt x="8480816" y="431910"/>
                  <a:pt x="8481539" y="431819"/>
                </a:cubicBezTo>
                <a:close/>
                <a:moveTo>
                  <a:pt x="2359859" y="429129"/>
                </a:moveTo>
                <a:cubicBezTo>
                  <a:pt x="2361027" y="429037"/>
                  <a:pt x="2361860" y="429129"/>
                  <a:pt x="2361805" y="429334"/>
                </a:cubicBezTo>
                <a:cubicBezTo>
                  <a:pt x="2361777" y="429539"/>
                  <a:pt x="2360859" y="429813"/>
                  <a:pt x="2359693" y="429904"/>
                </a:cubicBezTo>
                <a:cubicBezTo>
                  <a:pt x="2358637" y="429995"/>
                  <a:pt x="2357803" y="429904"/>
                  <a:pt x="2357803" y="429699"/>
                </a:cubicBezTo>
                <a:cubicBezTo>
                  <a:pt x="2357915" y="429471"/>
                  <a:pt x="2358804" y="429220"/>
                  <a:pt x="2359859" y="429129"/>
                </a:cubicBezTo>
                <a:close/>
                <a:moveTo>
                  <a:pt x="7783056" y="429126"/>
                </a:moveTo>
                <a:cubicBezTo>
                  <a:pt x="7795483" y="430086"/>
                  <a:pt x="7807938" y="432046"/>
                  <a:pt x="7817496" y="434782"/>
                </a:cubicBezTo>
                <a:cubicBezTo>
                  <a:pt x="7836697" y="440298"/>
                  <a:pt x="7836975" y="446909"/>
                  <a:pt x="7817969" y="449462"/>
                </a:cubicBezTo>
                <a:cubicBezTo>
                  <a:pt x="7798880" y="452083"/>
                  <a:pt x="7767676" y="449622"/>
                  <a:pt x="7748614" y="444037"/>
                </a:cubicBezTo>
                <a:cubicBezTo>
                  <a:pt x="7729608" y="438498"/>
                  <a:pt x="7729803" y="431978"/>
                  <a:pt x="7748781" y="429471"/>
                </a:cubicBezTo>
                <a:cubicBezTo>
                  <a:pt x="7758228" y="428206"/>
                  <a:pt x="7770628" y="428166"/>
                  <a:pt x="7783056" y="429126"/>
                </a:cubicBezTo>
                <a:close/>
                <a:moveTo>
                  <a:pt x="6063695" y="427852"/>
                </a:moveTo>
                <a:cubicBezTo>
                  <a:pt x="6067334" y="427419"/>
                  <a:pt x="6072058" y="427830"/>
                  <a:pt x="6074086" y="428742"/>
                </a:cubicBezTo>
                <a:cubicBezTo>
                  <a:pt x="6076198" y="429654"/>
                  <a:pt x="6075003" y="430725"/>
                  <a:pt x="6071308" y="431135"/>
                </a:cubicBezTo>
                <a:cubicBezTo>
                  <a:pt x="6067695" y="431568"/>
                  <a:pt x="6063027" y="431158"/>
                  <a:pt x="6060888" y="430246"/>
                </a:cubicBezTo>
                <a:cubicBezTo>
                  <a:pt x="6058859" y="429357"/>
                  <a:pt x="6060082" y="428285"/>
                  <a:pt x="6063695" y="427852"/>
                </a:cubicBezTo>
                <a:close/>
                <a:moveTo>
                  <a:pt x="5800945" y="427761"/>
                </a:moveTo>
                <a:cubicBezTo>
                  <a:pt x="5801973" y="427625"/>
                  <a:pt x="5803363" y="427738"/>
                  <a:pt x="5803919" y="428012"/>
                </a:cubicBezTo>
                <a:cubicBezTo>
                  <a:pt x="5804502" y="428309"/>
                  <a:pt x="5804085" y="428605"/>
                  <a:pt x="5803001" y="428719"/>
                </a:cubicBezTo>
                <a:cubicBezTo>
                  <a:pt x="5801917" y="428878"/>
                  <a:pt x="5800612" y="428719"/>
                  <a:pt x="5799945" y="428468"/>
                </a:cubicBezTo>
                <a:cubicBezTo>
                  <a:pt x="5799417" y="428217"/>
                  <a:pt x="5799806" y="427898"/>
                  <a:pt x="5800945" y="427761"/>
                </a:cubicBezTo>
                <a:close/>
                <a:moveTo>
                  <a:pt x="3419566" y="427445"/>
                </a:moveTo>
                <a:cubicBezTo>
                  <a:pt x="3426308" y="428125"/>
                  <a:pt x="3430962" y="429505"/>
                  <a:pt x="3431920" y="431431"/>
                </a:cubicBezTo>
                <a:cubicBezTo>
                  <a:pt x="3433949" y="435261"/>
                  <a:pt x="3420389" y="439888"/>
                  <a:pt x="3401633" y="441712"/>
                </a:cubicBezTo>
                <a:cubicBezTo>
                  <a:pt x="3382877" y="443490"/>
                  <a:pt x="3366038" y="441804"/>
                  <a:pt x="3364176" y="437905"/>
                </a:cubicBezTo>
                <a:cubicBezTo>
                  <a:pt x="3362370" y="434007"/>
                  <a:pt x="3376097" y="429426"/>
                  <a:pt x="3394686" y="427647"/>
                </a:cubicBezTo>
                <a:cubicBezTo>
                  <a:pt x="3403995" y="426780"/>
                  <a:pt x="3412824" y="426764"/>
                  <a:pt x="3419566" y="427445"/>
                </a:cubicBezTo>
                <a:close/>
                <a:moveTo>
                  <a:pt x="6457901" y="426052"/>
                </a:moveTo>
                <a:cubicBezTo>
                  <a:pt x="6461153" y="425641"/>
                  <a:pt x="6465598" y="426029"/>
                  <a:pt x="6467877" y="426850"/>
                </a:cubicBezTo>
                <a:cubicBezTo>
                  <a:pt x="6470045" y="427716"/>
                  <a:pt x="6469127" y="428719"/>
                  <a:pt x="6465848" y="429152"/>
                </a:cubicBezTo>
                <a:cubicBezTo>
                  <a:pt x="6462569" y="429540"/>
                  <a:pt x="6457957" y="429152"/>
                  <a:pt x="6455901" y="428309"/>
                </a:cubicBezTo>
                <a:cubicBezTo>
                  <a:pt x="6453677" y="427465"/>
                  <a:pt x="6454595" y="426440"/>
                  <a:pt x="6457901" y="426052"/>
                </a:cubicBezTo>
                <a:close/>
                <a:moveTo>
                  <a:pt x="2961025" y="425710"/>
                </a:moveTo>
                <a:cubicBezTo>
                  <a:pt x="2969364" y="426582"/>
                  <a:pt x="2974775" y="428354"/>
                  <a:pt x="2975303" y="430816"/>
                </a:cubicBezTo>
                <a:cubicBezTo>
                  <a:pt x="2976304" y="435763"/>
                  <a:pt x="2957159" y="441666"/>
                  <a:pt x="2932400" y="443969"/>
                </a:cubicBezTo>
                <a:cubicBezTo>
                  <a:pt x="2907615" y="446271"/>
                  <a:pt x="2886859" y="444083"/>
                  <a:pt x="2886164" y="439068"/>
                </a:cubicBezTo>
                <a:cubicBezTo>
                  <a:pt x="2885386" y="434121"/>
                  <a:pt x="2904670" y="428263"/>
                  <a:pt x="2929177" y="426007"/>
                </a:cubicBezTo>
                <a:cubicBezTo>
                  <a:pt x="2941417" y="424867"/>
                  <a:pt x="2952685" y="424838"/>
                  <a:pt x="2961025" y="425710"/>
                </a:cubicBezTo>
                <a:close/>
                <a:moveTo>
                  <a:pt x="4125472" y="425413"/>
                </a:moveTo>
                <a:cubicBezTo>
                  <a:pt x="4133113" y="424638"/>
                  <a:pt x="4140643" y="425368"/>
                  <a:pt x="4142283" y="427032"/>
                </a:cubicBezTo>
                <a:cubicBezTo>
                  <a:pt x="4144006" y="428650"/>
                  <a:pt x="4139059" y="430633"/>
                  <a:pt x="4131446" y="431409"/>
                </a:cubicBezTo>
                <a:cubicBezTo>
                  <a:pt x="4123777" y="432183"/>
                  <a:pt x="4116247" y="431431"/>
                  <a:pt x="4114635" y="429790"/>
                </a:cubicBezTo>
                <a:cubicBezTo>
                  <a:pt x="4113024" y="428126"/>
                  <a:pt x="4117913" y="426166"/>
                  <a:pt x="4125472" y="425413"/>
                </a:cubicBezTo>
                <a:close/>
                <a:moveTo>
                  <a:pt x="8600631" y="425322"/>
                </a:moveTo>
                <a:cubicBezTo>
                  <a:pt x="8600994" y="425277"/>
                  <a:pt x="8601632" y="425322"/>
                  <a:pt x="8602077" y="425436"/>
                </a:cubicBezTo>
                <a:cubicBezTo>
                  <a:pt x="8602493" y="425528"/>
                  <a:pt x="8602550" y="425664"/>
                  <a:pt x="8602215" y="425710"/>
                </a:cubicBezTo>
                <a:cubicBezTo>
                  <a:pt x="8601827" y="425755"/>
                  <a:pt x="8601244" y="425710"/>
                  <a:pt x="8600856" y="425619"/>
                </a:cubicBezTo>
                <a:cubicBezTo>
                  <a:pt x="8600411" y="425505"/>
                  <a:pt x="8600382" y="425368"/>
                  <a:pt x="8600631" y="425322"/>
                </a:cubicBezTo>
                <a:close/>
                <a:moveTo>
                  <a:pt x="6836418" y="424963"/>
                </a:moveTo>
                <a:cubicBezTo>
                  <a:pt x="6845420" y="425698"/>
                  <a:pt x="6853944" y="427192"/>
                  <a:pt x="6859890" y="429266"/>
                </a:cubicBezTo>
                <a:cubicBezTo>
                  <a:pt x="6871839" y="433438"/>
                  <a:pt x="6868809" y="438430"/>
                  <a:pt x="6853083" y="440367"/>
                </a:cubicBezTo>
                <a:cubicBezTo>
                  <a:pt x="6837161" y="442328"/>
                  <a:pt x="6814792" y="440481"/>
                  <a:pt x="6802872" y="436241"/>
                </a:cubicBezTo>
                <a:cubicBezTo>
                  <a:pt x="6791174" y="432070"/>
                  <a:pt x="6794425" y="427123"/>
                  <a:pt x="6810069" y="425209"/>
                </a:cubicBezTo>
                <a:cubicBezTo>
                  <a:pt x="6817932" y="424251"/>
                  <a:pt x="6827414" y="424228"/>
                  <a:pt x="6836418" y="424963"/>
                </a:cubicBezTo>
                <a:close/>
                <a:moveTo>
                  <a:pt x="7318285" y="424502"/>
                </a:moveTo>
                <a:cubicBezTo>
                  <a:pt x="7330254" y="425453"/>
                  <a:pt x="7341931" y="427385"/>
                  <a:pt x="7350490" y="430064"/>
                </a:cubicBezTo>
                <a:cubicBezTo>
                  <a:pt x="7367772" y="435489"/>
                  <a:pt x="7365994" y="441962"/>
                  <a:pt x="7346432" y="444515"/>
                </a:cubicBezTo>
                <a:cubicBezTo>
                  <a:pt x="7326676" y="447091"/>
                  <a:pt x="7296750" y="444629"/>
                  <a:pt x="7279578" y="439158"/>
                </a:cubicBezTo>
                <a:cubicBezTo>
                  <a:pt x="7262628" y="433710"/>
                  <a:pt x="7264851" y="427305"/>
                  <a:pt x="7284330" y="424820"/>
                </a:cubicBezTo>
                <a:cubicBezTo>
                  <a:pt x="7294055" y="423578"/>
                  <a:pt x="7306315" y="423550"/>
                  <a:pt x="7318285" y="424502"/>
                </a:cubicBezTo>
                <a:close/>
                <a:moveTo>
                  <a:pt x="4642690" y="423134"/>
                </a:moveTo>
                <a:cubicBezTo>
                  <a:pt x="4643913" y="423020"/>
                  <a:pt x="4645164" y="423134"/>
                  <a:pt x="4645526" y="423431"/>
                </a:cubicBezTo>
                <a:cubicBezTo>
                  <a:pt x="4645885" y="423704"/>
                  <a:pt x="4645275" y="423977"/>
                  <a:pt x="4644080" y="424114"/>
                </a:cubicBezTo>
                <a:cubicBezTo>
                  <a:pt x="4642858" y="424228"/>
                  <a:pt x="4641606" y="424114"/>
                  <a:pt x="4641246" y="423864"/>
                </a:cubicBezTo>
                <a:cubicBezTo>
                  <a:pt x="4640885" y="423590"/>
                  <a:pt x="4641551" y="423271"/>
                  <a:pt x="4642690" y="423134"/>
                </a:cubicBezTo>
                <a:close/>
                <a:moveTo>
                  <a:pt x="3771808" y="422903"/>
                </a:moveTo>
                <a:cubicBezTo>
                  <a:pt x="3777738" y="423487"/>
                  <a:pt x="3782030" y="424673"/>
                  <a:pt x="3783309" y="426326"/>
                </a:cubicBezTo>
                <a:cubicBezTo>
                  <a:pt x="3785810" y="429630"/>
                  <a:pt x="3775112" y="433574"/>
                  <a:pt x="3759412" y="435124"/>
                </a:cubicBezTo>
                <a:cubicBezTo>
                  <a:pt x="3743657" y="436652"/>
                  <a:pt x="3728902" y="435170"/>
                  <a:pt x="3726458" y="431864"/>
                </a:cubicBezTo>
                <a:cubicBezTo>
                  <a:pt x="3724124" y="428536"/>
                  <a:pt x="3734878" y="424616"/>
                  <a:pt x="3750493" y="423088"/>
                </a:cubicBezTo>
                <a:cubicBezTo>
                  <a:pt x="3758315" y="422335"/>
                  <a:pt x="3765880" y="422319"/>
                  <a:pt x="3771808" y="422903"/>
                </a:cubicBezTo>
                <a:close/>
                <a:moveTo>
                  <a:pt x="7905584" y="422111"/>
                </a:moveTo>
                <a:cubicBezTo>
                  <a:pt x="7918278" y="423088"/>
                  <a:pt x="7931074" y="425071"/>
                  <a:pt x="7941008" y="427830"/>
                </a:cubicBezTo>
                <a:cubicBezTo>
                  <a:pt x="7961070" y="433414"/>
                  <a:pt x="7961931" y="440048"/>
                  <a:pt x="7942786" y="442647"/>
                </a:cubicBezTo>
                <a:cubicBezTo>
                  <a:pt x="7923586" y="445268"/>
                  <a:pt x="7891770" y="442783"/>
                  <a:pt x="7871930" y="437153"/>
                </a:cubicBezTo>
                <a:cubicBezTo>
                  <a:pt x="7852146" y="431545"/>
                  <a:pt x="7851702" y="424981"/>
                  <a:pt x="7870764" y="422427"/>
                </a:cubicBezTo>
                <a:cubicBezTo>
                  <a:pt x="7880294" y="421162"/>
                  <a:pt x="7892889" y="421134"/>
                  <a:pt x="7905584" y="422111"/>
                </a:cubicBezTo>
                <a:close/>
                <a:moveTo>
                  <a:pt x="2245656" y="421401"/>
                </a:moveTo>
                <a:cubicBezTo>
                  <a:pt x="2246685" y="421287"/>
                  <a:pt x="2247574" y="421378"/>
                  <a:pt x="2247491" y="421606"/>
                </a:cubicBezTo>
                <a:cubicBezTo>
                  <a:pt x="2247463" y="421811"/>
                  <a:pt x="2246463" y="422039"/>
                  <a:pt x="2245351" y="422130"/>
                </a:cubicBezTo>
                <a:cubicBezTo>
                  <a:pt x="2244267" y="422268"/>
                  <a:pt x="2243406" y="422130"/>
                  <a:pt x="2243489" y="421925"/>
                </a:cubicBezTo>
                <a:cubicBezTo>
                  <a:pt x="2243573" y="421720"/>
                  <a:pt x="2244517" y="421492"/>
                  <a:pt x="2245656" y="421401"/>
                </a:cubicBezTo>
                <a:close/>
                <a:moveTo>
                  <a:pt x="4377218" y="420581"/>
                </a:moveTo>
                <a:cubicBezTo>
                  <a:pt x="4382720" y="420033"/>
                  <a:pt x="4388360" y="420581"/>
                  <a:pt x="4389833" y="421766"/>
                </a:cubicBezTo>
                <a:cubicBezTo>
                  <a:pt x="4391278" y="422974"/>
                  <a:pt x="4387916" y="424433"/>
                  <a:pt x="4382358" y="425003"/>
                </a:cubicBezTo>
                <a:cubicBezTo>
                  <a:pt x="4376829" y="425549"/>
                  <a:pt x="4371133" y="425049"/>
                  <a:pt x="4369744" y="423818"/>
                </a:cubicBezTo>
                <a:cubicBezTo>
                  <a:pt x="4368298" y="422609"/>
                  <a:pt x="4371688" y="421128"/>
                  <a:pt x="4377218" y="420581"/>
                </a:cubicBezTo>
                <a:close/>
                <a:moveTo>
                  <a:pt x="3295498" y="419188"/>
                </a:moveTo>
                <a:cubicBezTo>
                  <a:pt x="3302074" y="419852"/>
                  <a:pt x="3306561" y="421196"/>
                  <a:pt x="3307380" y="423066"/>
                </a:cubicBezTo>
                <a:cubicBezTo>
                  <a:pt x="3309048" y="426850"/>
                  <a:pt x="3295404" y="431364"/>
                  <a:pt x="3276787" y="433095"/>
                </a:cubicBezTo>
                <a:cubicBezTo>
                  <a:pt x="3258226" y="434828"/>
                  <a:pt x="3241944" y="433164"/>
                  <a:pt x="3240415" y="429380"/>
                </a:cubicBezTo>
                <a:cubicBezTo>
                  <a:pt x="3238998" y="425596"/>
                  <a:pt x="3252669" y="421128"/>
                  <a:pt x="3271091" y="419396"/>
                </a:cubicBezTo>
                <a:cubicBezTo>
                  <a:pt x="3280261" y="418541"/>
                  <a:pt x="3288923" y="418523"/>
                  <a:pt x="3295498" y="419188"/>
                </a:cubicBezTo>
                <a:close/>
                <a:moveTo>
                  <a:pt x="2840682" y="418321"/>
                </a:moveTo>
                <a:cubicBezTo>
                  <a:pt x="2848444" y="419133"/>
                  <a:pt x="2853390" y="420785"/>
                  <a:pt x="2853682" y="423088"/>
                </a:cubicBezTo>
                <a:cubicBezTo>
                  <a:pt x="2854321" y="427715"/>
                  <a:pt x="2835926" y="433232"/>
                  <a:pt x="2812391" y="435375"/>
                </a:cubicBezTo>
                <a:cubicBezTo>
                  <a:pt x="2788939" y="437563"/>
                  <a:pt x="2769544" y="435489"/>
                  <a:pt x="2769239" y="430815"/>
                </a:cubicBezTo>
                <a:cubicBezTo>
                  <a:pt x="2768877" y="426188"/>
                  <a:pt x="2787494" y="420718"/>
                  <a:pt x="2810780" y="418597"/>
                </a:cubicBezTo>
                <a:cubicBezTo>
                  <a:pt x="2822339" y="417537"/>
                  <a:pt x="2832918" y="417509"/>
                  <a:pt x="2840682" y="418321"/>
                </a:cubicBezTo>
                <a:close/>
                <a:moveTo>
                  <a:pt x="7444678" y="417523"/>
                </a:moveTo>
                <a:cubicBezTo>
                  <a:pt x="7456551" y="418455"/>
                  <a:pt x="7468207" y="420352"/>
                  <a:pt x="7476862" y="422997"/>
                </a:cubicBezTo>
                <a:cubicBezTo>
                  <a:pt x="7494313" y="428331"/>
                  <a:pt x="7493201" y="434668"/>
                  <a:pt x="7474139" y="437130"/>
                </a:cubicBezTo>
                <a:cubicBezTo>
                  <a:pt x="7454939" y="439637"/>
                  <a:pt x="7425152" y="437244"/>
                  <a:pt x="7407869" y="431887"/>
                </a:cubicBezTo>
                <a:cubicBezTo>
                  <a:pt x="7390641" y="426530"/>
                  <a:pt x="7392252" y="420239"/>
                  <a:pt x="7411203" y="417845"/>
                </a:cubicBezTo>
                <a:cubicBezTo>
                  <a:pt x="7420719" y="416625"/>
                  <a:pt x="7432806" y="416592"/>
                  <a:pt x="7444678" y="417523"/>
                </a:cubicBezTo>
                <a:close/>
                <a:moveTo>
                  <a:pt x="6968939" y="417330"/>
                </a:moveTo>
                <a:cubicBezTo>
                  <a:pt x="6977830" y="418045"/>
                  <a:pt x="6986346" y="419498"/>
                  <a:pt x="6992376" y="421516"/>
                </a:cubicBezTo>
                <a:cubicBezTo>
                  <a:pt x="7004519" y="425619"/>
                  <a:pt x="7001962" y="430452"/>
                  <a:pt x="6986680" y="432389"/>
                </a:cubicBezTo>
                <a:cubicBezTo>
                  <a:pt x="6971258" y="434326"/>
                  <a:pt x="6949084" y="432503"/>
                  <a:pt x="6937081" y="428377"/>
                </a:cubicBezTo>
                <a:cubicBezTo>
                  <a:pt x="6925244" y="424273"/>
                  <a:pt x="6927939" y="419418"/>
                  <a:pt x="6943250" y="417572"/>
                </a:cubicBezTo>
                <a:cubicBezTo>
                  <a:pt x="6950780" y="416638"/>
                  <a:pt x="6960047" y="416615"/>
                  <a:pt x="6968939" y="417330"/>
                </a:cubicBezTo>
                <a:close/>
                <a:moveTo>
                  <a:pt x="6595945" y="416455"/>
                </a:moveTo>
                <a:cubicBezTo>
                  <a:pt x="6600585" y="415908"/>
                  <a:pt x="6607115" y="416432"/>
                  <a:pt x="6610310" y="417663"/>
                </a:cubicBezTo>
                <a:cubicBezTo>
                  <a:pt x="6613618" y="418848"/>
                  <a:pt x="6612534" y="420285"/>
                  <a:pt x="6607782" y="420877"/>
                </a:cubicBezTo>
                <a:cubicBezTo>
                  <a:pt x="6603086" y="421402"/>
                  <a:pt x="6596640" y="420900"/>
                  <a:pt x="6593389" y="419669"/>
                </a:cubicBezTo>
                <a:cubicBezTo>
                  <a:pt x="6590138" y="418461"/>
                  <a:pt x="6591222" y="417002"/>
                  <a:pt x="6595945" y="416455"/>
                </a:cubicBezTo>
                <a:close/>
                <a:moveTo>
                  <a:pt x="5689937" y="416227"/>
                </a:moveTo>
                <a:cubicBezTo>
                  <a:pt x="5690799" y="416136"/>
                  <a:pt x="5691882" y="416227"/>
                  <a:pt x="5692355" y="416455"/>
                </a:cubicBezTo>
                <a:cubicBezTo>
                  <a:pt x="5692799" y="416660"/>
                  <a:pt x="5692438" y="416911"/>
                  <a:pt x="5691549" y="416979"/>
                </a:cubicBezTo>
                <a:cubicBezTo>
                  <a:pt x="5690770" y="417094"/>
                  <a:pt x="5689631" y="417002"/>
                  <a:pt x="5689187" y="416774"/>
                </a:cubicBezTo>
                <a:cubicBezTo>
                  <a:pt x="5688826" y="416592"/>
                  <a:pt x="5689159" y="416341"/>
                  <a:pt x="5689937" y="416227"/>
                </a:cubicBezTo>
                <a:close/>
                <a:moveTo>
                  <a:pt x="6213491" y="416068"/>
                </a:moveTo>
                <a:cubicBezTo>
                  <a:pt x="6217965" y="415566"/>
                  <a:pt x="6223605" y="416045"/>
                  <a:pt x="6226329" y="417139"/>
                </a:cubicBezTo>
                <a:cubicBezTo>
                  <a:pt x="6229051" y="418279"/>
                  <a:pt x="6227662" y="419578"/>
                  <a:pt x="6223244" y="420079"/>
                </a:cubicBezTo>
                <a:cubicBezTo>
                  <a:pt x="6218881" y="420581"/>
                  <a:pt x="6213129" y="420148"/>
                  <a:pt x="6210351" y="418986"/>
                </a:cubicBezTo>
                <a:cubicBezTo>
                  <a:pt x="6207712" y="417891"/>
                  <a:pt x="6209129" y="416569"/>
                  <a:pt x="6213491" y="416068"/>
                </a:cubicBezTo>
                <a:close/>
                <a:moveTo>
                  <a:pt x="8137292" y="415702"/>
                </a:moveTo>
                <a:cubicBezTo>
                  <a:pt x="8143294" y="414882"/>
                  <a:pt x="8153659" y="415657"/>
                  <a:pt x="8160384" y="417435"/>
                </a:cubicBezTo>
                <a:cubicBezTo>
                  <a:pt x="8167191" y="419236"/>
                  <a:pt x="8167717" y="421356"/>
                  <a:pt x="8161689" y="422176"/>
                </a:cubicBezTo>
                <a:cubicBezTo>
                  <a:pt x="8155576" y="422997"/>
                  <a:pt x="8145240" y="422222"/>
                  <a:pt x="8138460" y="420444"/>
                </a:cubicBezTo>
                <a:cubicBezTo>
                  <a:pt x="8131818" y="418666"/>
                  <a:pt x="8131345" y="416546"/>
                  <a:pt x="8137292" y="415702"/>
                </a:cubicBezTo>
                <a:close/>
                <a:moveTo>
                  <a:pt x="8026736" y="414819"/>
                </a:moveTo>
                <a:cubicBezTo>
                  <a:pt x="8040164" y="415839"/>
                  <a:pt x="8053794" y="417913"/>
                  <a:pt x="8064463" y="420809"/>
                </a:cubicBezTo>
                <a:cubicBezTo>
                  <a:pt x="8086081" y="426621"/>
                  <a:pt x="8087582" y="433620"/>
                  <a:pt x="8067687" y="436377"/>
                </a:cubicBezTo>
                <a:cubicBezTo>
                  <a:pt x="8047681" y="439090"/>
                  <a:pt x="8013918" y="436492"/>
                  <a:pt x="7992552" y="430565"/>
                </a:cubicBezTo>
                <a:cubicBezTo>
                  <a:pt x="7971268" y="424706"/>
                  <a:pt x="7970322" y="417823"/>
                  <a:pt x="7990218" y="415155"/>
                </a:cubicBezTo>
                <a:cubicBezTo>
                  <a:pt x="8000082" y="413833"/>
                  <a:pt x="8013308" y="413799"/>
                  <a:pt x="8026736" y="414819"/>
                </a:cubicBezTo>
                <a:close/>
                <a:moveTo>
                  <a:pt x="2712634" y="413682"/>
                </a:moveTo>
                <a:cubicBezTo>
                  <a:pt x="2717479" y="414192"/>
                  <a:pt x="2720502" y="415223"/>
                  <a:pt x="2720584" y="416659"/>
                </a:cubicBezTo>
                <a:cubicBezTo>
                  <a:pt x="2720696" y="419555"/>
                  <a:pt x="2708802" y="422997"/>
                  <a:pt x="2693965" y="424342"/>
                </a:cubicBezTo>
                <a:cubicBezTo>
                  <a:pt x="2679155" y="425687"/>
                  <a:pt x="2667123" y="424410"/>
                  <a:pt x="2667095" y="421492"/>
                </a:cubicBezTo>
                <a:cubicBezTo>
                  <a:pt x="2667095" y="418597"/>
                  <a:pt x="2679016" y="415178"/>
                  <a:pt x="2693743" y="413833"/>
                </a:cubicBezTo>
                <a:cubicBezTo>
                  <a:pt x="2701120" y="413183"/>
                  <a:pt x="2707789" y="413172"/>
                  <a:pt x="2712634" y="413682"/>
                </a:cubicBezTo>
                <a:close/>
                <a:moveTo>
                  <a:pt x="4004354" y="412856"/>
                </a:moveTo>
                <a:cubicBezTo>
                  <a:pt x="4009178" y="413315"/>
                  <a:pt x="4012770" y="414255"/>
                  <a:pt x="4013992" y="415566"/>
                </a:cubicBezTo>
                <a:cubicBezTo>
                  <a:pt x="4016409" y="418187"/>
                  <a:pt x="4008351" y="421333"/>
                  <a:pt x="3996015" y="422587"/>
                </a:cubicBezTo>
                <a:cubicBezTo>
                  <a:pt x="3983677" y="423795"/>
                  <a:pt x="3971701" y="422609"/>
                  <a:pt x="3969283" y="419988"/>
                </a:cubicBezTo>
                <a:cubicBezTo>
                  <a:pt x="3966949" y="417321"/>
                  <a:pt x="3975036" y="414244"/>
                  <a:pt x="3987317" y="413036"/>
                </a:cubicBezTo>
                <a:cubicBezTo>
                  <a:pt x="3993472" y="412420"/>
                  <a:pt x="3999529" y="412398"/>
                  <a:pt x="4004354" y="412856"/>
                </a:cubicBezTo>
                <a:close/>
                <a:moveTo>
                  <a:pt x="3646654" y="412614"/>
                </a:moveTo>
                <a:cubicBezTo>
                  <a:pt x="3653705" y="413309"/>
                  <a:pt x="3658755" y="414722"/>
                  <a:pt x="3660158" y="416683"/>
                </a:cubicBezTo>
                <a:cubicBezTo>
                  <a:pt x="3662742" y="420626"/>
                  <a:pt x="3649599" y="425345"/>
                  <a:pt x="3630538" y="427192"/>
                </a:cubicBezTo>
                <a:cubicBezTo>
                  <a:pt x="3611476" y="429037"/>
                  <a:pt x="3593859" y="427282"/>
                  <a:pt x="3591303" y="423271"/>
                </a:cubicBezTo>
                <a:cubicBezTo>
                  <a:pt x="3588803" y="419327"/>
                  <a:pt x="3602167" y="414654"/>
                  <a:pt x="3621146" y="412853"/>
                </a:cubicBezTo>
                <a:cubicBezTo>
                  <a:pt x="3630552" y="411941"/>
                  <a:pt x="3639604" y="411919"/>
                  <a:pt x="3646654" y="412614"/>
                </a:cubicBezTo>
                <a:close/>
                <a:moveTo>
                  <a:pt x="4759005" y="412443"/>
                </a:moveTo>
                <a:cubicBezTo>
                  <a:pt x="4760172" y="412352"/>
                  <a:pt x="4761422" y="412443"/>
                  <a:pt x="4761755" y="412717"/>
                </a:cubicBezTo>
                <a:cubicBezTo>
                  <a:pt x="4762144" y="412967"/>
                  <a:pt x="4761533" y="413309"/>
                  <a:pt x="4760394" y="413423"/>
                </a:cubicBezTo>
                <a:cubicBezTo>
                  <a:pt x="4759172" y="413537"/>
                  <a:pt x="4757921" y="413423"/>
                  <a:pt x="4757533" y="413150"/>
                </a:cubicBezTo>
                <a:cubicBezTo>
                  <a:pt x="4757199" y="412922"/>
                  <a:pt x="4757811" y="412580"/>
                  <a:pt x="4759005" y="412443"/>
                </a:cubicBezTo>
                <a:close/>
                <a:moveTo>
                  <a:pt x="5958411" y="411941"/>
                </a:moveTo>
                <a:cubicBezTo>
                  <a:pt x="5962439" y="411486"/>
                  <a:pt x="5967525" y="411919"/>
                  <a:pt x="5969803" y="412876"/>
                </a:cubicBezTo>
                <a:cubicBezTo>
                  <a:pt x="5972054" y="413879"/>
                  <a:pt x="5970553" y="415087"/>
                  <a:pt x="5966580" y="415543"/>
                </a:cubicBezTo>
                <a:cubicBezTo>
                  <a:pt x="5962523" y="415999"/>
                  <a:pt x="5957410" y="415543"/>
                  <a:pt x="5955104" y="414563"/>
                </a:cubicBezTo>
                <a:cubicBezTo>
                  <a:pt x="5952854" y="413560"/>
                  <a:pt x="5954410" y="412398"/>
                  <a:pt x="5958411" y="411941"/>
                </a:cubicBezTo>
                <a:close/>
                <a:moveTo>
                  <a:pt x="8266527" y="411622"/>
                </a:moveTo>
                <a:cubicBezTo>
                  <a:pt x="8267721" y="411440"/>
                  <a:pt x="8269861" y="411622"/>
                  <a:pt x="8271249" y="411987"/>
                </a:cubicBezTo>
                <a:cubicBezTo>
                  <a:pt x="8272641" y="412352"/>
                  <a:pt x="8272723" y="412762"/>
                  <a:pt x="8271641" y="412945"/>
                </a:cubicBezTo>
                <a:cubicBezTo>
                  <a:pt x="8270334" y="413104"/>
                  <a:pt x="8268223" y="412967"/>
                  <a:pt x="8266831" y="412580"/>
                </a:cubicBezTo>
                <a:cubicBezTo>
                  <a:pt x="8265415" y="412215"/>
                  <a:pt x="8265276" y="411782"/>
                  <a:pt x="8266527" y="411622"/>
                </a:cubicBezTo>
                <a:close/>
                <a:moveTo>
                  <a:pt x="3173721" y="411046"/>
                </a:moveTo>
                <a:cubicBezTo>
                  <a:pt x="3180188" y="411696"/>
                  <a:pt x="3184523" y="413024"/>
                  <a:pt x="3185176" y="414882"/>
                </a:cubicBezTo>
                <a:cubicBezTo>
                  <a:pt x="3186538" y="418621"/>
                  <a:pt x="3172532" y="423066"/>
                  <a:pt x="3153915" y="424821"/>
                </a:cubicBezTo>
                <a:cubicBezTo>
                  <a:pt x="3135410" y="426553"/>
                  <a:pt x="3119266" y="424889"/>
                  <a:pt x="3118071" y="421128"/>
                </a:cubicBezTo>
                <a:cubicBezTo>
                  <a:pt x="3116960" y="417390"/>
                  <a:pt x="3130964" y="412967"/>
                  <a:pt x="3149470" y="411281"/>
                </a:cubicBezTo>
                <a:cubicBezTo>
                  <a:pt x="3158654" y="410426"/>
                  <a:pt x="3167253" y="410397"/>
                  <a:pt x="3173721" y="411046"/>
                </a:cubicBezTo>
                <a:close/>
                <a:moveTo>
                  <a:pt x="7569517" y="410414"/>
                </a:moveTo>
                <a:cubicBezTo>
                  <a:pt x="7581639" y="411360"/>
                  <a:pt x="7593636" y="413275"/>
                  <a:pt x="7602652" y="415931"/>
                </a:cubicBezTo>
                <a:cubicBezTo>
                  <a:pt x="7620936" y="421310"/>
                  <a:pt x="7620213" y="427716"/>
                  <a:pt x="7601068" y="430223"/>
                </a:cubicBezTo>
                <a:cubicBezTo>
                  <a:pt x="7581868" y="432754"/>
                  <a:pt x="7551469" y="430360"/>
                  <a:pt x="7533296" y="424912"/>
                </a:cubicBezTo>
                <a:cubicBezTo>
                  <a:pt x="7515430" y="419533"/>
                  <a:pt x="7516458" y="413172"/>
                  <a:pt x="7535631" y="410710"/>
                </a:cubicBezTo>
                <a:cubicBezTo>
                  <a:pt x="7545148" y="409490"/>
                  <a:pt x="7557395" y="409468"/>
                  <a:pt x="7569517" y="410414"/>
                </a:cubicBezTo>
                <a:close/>
                <a:moveTo>
                  <a:pt x="7099357" y="409764"/>
                </a:moveTo>
                <a:cubicBezTo>
                  <a:pt x="7108406" y="410482"/>
                  <a:pt x="7117124" y="411941"/>
                  <a:pt x="7123362" y="413970"/>
                </a:cubicBezTo>
                <a:cubicBezTo>
                  <a:pt x="7135865" y="418073"/>
                  <a:pt x="7133726" y="422928"/>
                  <a:pt x="7118526" y="424889"/>
                </a:cubicBezTo>
                <a:cubicBezTo>
                  <a:pt x="7103300" y="426804"/>
                  <a:pt x="7080598" y="424957"/>
                  <a:pt x="7068261" y="420831"/>
                </a:cubicBezTo>
                <a:cubicBezTo>
                  <a:pt x="7055840" y="416728"/>
                  <a:pt x="7058202" y="411873"/>
                  <a:pt x="7073374" y="410004"/>
                </a:cubicBezTo>
                <a:cubicBezTo>
                  <a:pt x="7080932" y="409069"/>
                  <a:pt x="7090310" y="409046"/>
                  <a:pt x="7099357" y="409764"/>
                </a:cubicBezTo>
                <a:close/>
                <a:moveTo>
                  <a:pt x="2577844" y="409046"/>
                </a:moveTo>
                <a:cubicBezTo>
                  <a:pt x="2584235" y="408476"/>
                  <a:pt x="2589431" y="409024"/>
                  <a:pt x="2589376" y="410277"/>
                </a:cubicBezTo>
                <a:cubicBezTo>
                  <a:pt x="2589321" y="411508"/>
                  <a:pt x="2583930" y="413012"/>
                  <a:pt x="2577455" y="413583"/>
                </a:cubicBezTo>
                <a:cubicBezTo>
                  <a:pt x="2571093" y="414152"/>
                  <a:pt x="2565841" y="413605"/>
                  <a:pt x="2565980" y="412352"/>
                </a:cubicBezTo>
                <a:cubicBezTo>
                  <a:pt x="2566035" y="411121"/>
                  <a:pt x="2571370" y="409616"/>
                  <a:pt x="2577844" y="409046"/>
                </a:cubicBezTo>
                <a:close/>
                <a:moveTo>
                  <a:pt x="4233950" y="407815"/>
                </a:moveTo>
                <a:cubicBezTo>
                  <a:pt x="4240175" y="407200"/>
                  <a:pt x="4246426" y="407770"/>
                  <a:pt x="4247955" y="409138"/>
                </a:cubicBezTo>
                <a:cubicBezTo>
                  <a:pt x="4249399" y="410483"/>
                  <a:pt x="4245537" y="412101"/>
                  <a:pt x="4239258" y="412717"/>
                </a:cubicBezTo>
                <a:cubicBezTo>
                  <a:pt x="4232950" y="413332"/>
                  <a:pt x="4226615" y="412762"/>
                  <a:pt x="4225198" y="411372"/>
                </a:cubicBezTo>
                <a:cubicBezTo>
                  <a:pt x="4223725" y="410027"/>
                  <a:pt x="4227615" y="408408"/>
                  <a:pt x="4233950" y="407815"/>
                </a:cubicBezTo>
                <a:close/>
                <a:moveTo>
                  <a:pt x="5576874" y="407132"/>
                </a:moveTo>
                <a:cubicBezTo>
                  <a:pt x="5577764" y="407018"/>
                  <a:pt x="5578819" y="407132"/>
                  <a:pt x="5579180" y="407337"/>
                </a:cubicBezTo>
                <a:cubicBezTo>
                  <a:pt x="5579625" y="407542"/>
                  <a:pt x="5579236" y="407770"/>
                  <a:pt x="5578375" y="407861"/>
                </a:cubicBezTo>
                <a:cubicBezTo>
                  <a:pt x="5577541" y="407975"/>
                  <a:pt x="5576485" y="407861"/>
                  <a:pt x="5576013" y="407656"/>
                </a:cubicBezTo>
                <a:cubicBezTo>
                  <a:pt x="5575595" y="407474"/>
                  <a:pt x="5576068" y="407223"/>
                  <a:pt x="5576874" y="407132"/>
                </a:cubicBezTo>
                <a:close/>
                <a:moveTo>
                  <a:pt x="4489392" y="405969"/>
                </a:moveTo>
                <a:cubicBezTo>
                  <a:pt x="4494283" y="405445"/>
                  <a:pt x="4499479" y="405924"/>
                  <a:pt x="4500813" y="406995"/>
                </a:cubicBezTo>
                <a:cubicBezTo>
                  <a:pt x="4502203" y="408112"/>
                  <a:pt x="4499256" y="409411"/>
                  <a:pt x="4494338" y="409913"/>
                </a:cubicBezTo>
                <a:cubicBezTo>
                  <a:pt x="4489365" y="410415"/>
                  <a:pt x="4484197" y="409936"/>
                  <a:pt x="4482891" y="408841"/>
                </a:cubicBezTo>
                <a:cubicBezTo>
                  <a:pt x="4481473" y="407748"/>
                  <a:pt x="4484391" y="406448"/>
                  <a:pt x="4489392" y="405969"/>
                </a:cubicBezTo>
                <a:close/>
                <a:moveTo>
                  <a:pt x="6359287" y="405786"/>
                </a:moveTo>
                <a:cubicBezTo>
                  <a:pt x="6363622" y="405262"/>
                  <a:pt x="6369318" y="405741"/>
                  <a:pt x="6372180" y="406858"/>
                </a:cubicBezTo>
                <a:cubicBezTo>
                  <a:pt x="6374903" y="407952"/>
                  <a:pt x="6373736" y="409252"/>
                  <a:pt x="6369373" y="409753"/>
                </a:cubicBezTo>
                <a:cubicBezTo>
                  <a:pt x="6364983" y="410231"/>
                  <a:pt x="6359232" y="409753"/>
                  <a:pt x="6356453" y="408659"/>
                </a:cubicBezTo>
                <a:cubicBezTo>
                  <a:pt x="6353730" y="407588"/>
                  <a:pt x="6354980" y="406288"/>
                  <a:pt x="6359287" y="405786"/>
                </a:cubicBezTo>
                <a:close/>
                <a:moveTo>
                  <a:pt x="8385926" y="405331"/>
                </a:moveTo>
                <a:cubicBezTo>
                  <a:pt x="8386536" y="405240"/>
                  <a:pt x="8387814" y="405331"/>
                  <a:pt x="8388621" y="405536"/>
                </a:cubicBezTo>
                <a:cubicBezTo>
                  <a:pt x="8389456" y="405742"/>
                  <a:pt x="8389538" y="405970"/>
                  <a:pt x="8388900" y="406084"/>
                </a:cubicBezTo>
                <a:cubicBezTo>
                  <a:pt x="8388178" y="406175"/>
                  <a:pt x="8386953" y="406084"/>
                  <a:pt x="8386148" y="405855"/>
                </a:cubicBezTo>
                <a:cubicBezTo>
                  <a:pt x="8385342" y="405673"/>
                  <a:pt x="8385232" y="405445"/>
                  <a:pt x="8385926" y="405331"/>
                </a:cubicBezTo>
                <a:close/>
                <a:moveTo>
                  <a:pt x="6723403" y="404784"/>
                </a:moveTo>
                <a:cubicBezTo>
                  <a:pt x="6734961" y="403393"/>
                  <a:pt x="6751106" y="404715"/>
                  <a:pt x="6759719" y="407724"/>
                </a:cubicBezTo>
                <a:cubicBezTo>
                  <a:pt x="6768222" y="410710"/>
                  <a:pt x="6765749" y="414289"/>
                  <a:pt x="6754107" y="415703"/>
                </a:cubicBezTo>
                <a:cubicBezTo>
                  <a:pt x="6742492" y="417116"/>
                  <a:pt x="6726098" y="415794"/>
                  <a:pt x="6717623" y="412762"/>
                </a:cubicBezTo>
                <a:cubicBezTo>
                  <a:pt x="6709204" y="409731"/>
                  <a:pt x="6711787" y="406174"/>
                  <a:pt x="6723403" y="404784"/>
                </a:cubicBezTo>
                <a:close/>
                <a:moveTo>
                  <a:pt x="4875847" y="404100"/>
                </a:moveTo>
                <a:cubicBezTo>
                  <a:pt x="4877403" y="403917"/>
                  <a:pt x="4879181" y="404077"/>
                  <a:pt x="4879765" y="404441"/>
                </a:cubicBezTo>
                <a:cubicBezTo>
                  <a:pt x="4880293" y="404807"/>
                  <a:pt x="4879460" y="405240"/>
                  <a:pt x="4877876" y="405421"/>
                </a:cubicBezTo>
                <a:cubicBezTo>
                  <a:pt x="4876209" y="405559"/>
                  <a:pt x="4874402" y="405421"/>
                  <a:pt x="4873903" y="405057"/>
                </a:cubicBezTo>
                <a:cubicBezTo>
                  <a:pt x="4873374" y="404692"/>
                  <a:pt x="4874180" y="404259"/>
                  <a:pt x="4875847" y="404100"/>
                </a:cubicBezTo>
                <a:close/>
                <a:moveTo>
                  <a:pt x="3520806" y="403826"/>
                </a:moveTo>
                <a:cubicBezTo>
                  <a:pt x="3527846" y="404522"/>
                  <a:pt x="3532786" y="405935"/>
                  <a:pt x="3533953" y="407907"/>
                </a:cubicBezTo>
                <a:cubicBezTo>
                  <a:pt x="3536370" y="411873"/>
                  <a:pt x="3522587" y="416569"/>
                  <a:pt x="3503276" y="418392"/>
                </a:cubicBezTo>
                <a:cubicBezTo>
                  <a:pt x="3483909" y="420262"/>
                  <a:pt x="3466347" y="418507"/>
                  <a:pt x="3464125" y="414517"/>
                </a:cubicBezTo>
                <a:cubicBezTo>
                  <a:pt x="3461958" y="410551"/>
                  <a:pt x="3475823" y="405855"/>
                  <a:pt x="3495051" y="404055"/>
                </a:cubicBezTo>
                <a:cubicBezTo>
                  <a:pt x="3504623" y="403154"/>
                  <a:pt x="3513766" y="403131"/>
                  <a:pt x="3520806" y="403826"/>
                </a:cubicBezTo>
                <a:close/>
                <a:moveTo>
                  <a:pt x="7692792" y="403613"/>
                </a:moveTo>
                <a:cubicBezTo>
                  <a:pt x="7704928" y="404544"/>
                  <a:pt x="7717035" y="406436"/>
                  <a:pt x="7726274" y="409069"/>
                </a:cubicBezTo>
                <a:cubicBezTo>
                  <a:pt x="7744835" y="414381"/>
                  <a:pt x="7744835" y="420764"/>
                  <a:pt x="7725913" y="423225"/>
                </a:cubicBezTo>
                <a:cubicBezTo>
                  <a:pt x="7707018" y="425733"/>
                  <a:pt x="7676480" y="423362"/>
                  <a:pt x="7658030" y="417982"/>
                </a:cubicBezTo>
                <a:cubicBezTo>
                  <a:pt x="7639719" y="412625"/>
                  <a:pt x="7640274" y="406357"/>
                  <a:pt x="7659141" y="403918"/>
                </a:cubicBezTo>
                <a:cubicBezTo>
                  <a:pt x="7668492" y="402710"/>
                  <a:pt x="7680655" y="402681"/>
                  <a:pt x="7692792" y="403613"/>
                </a:cubicBezTo>
                <a:close/>
                <a:moveTo>
                  <a:pt x="2462837" y="403005"/>
                </a:moveTo>
                <a:cubicBezTo>
                  <a:pt x="2464754" y="402869"/>
                  <a:pt x="2466254" y="403005"/>
                  <a:pt x="2466227" y="403370"/>
                </a:cubicBezTo>
                <a:cubicBezTo>
                  <a:pt x="2466143" y="403735"/>
                  <a:pt x="2464615" y="404191"/>
                  <a:pt x="2462698" y="404350"/>
                </a:cubicBezTo>
                <a:cubicBezTo>
                  <a:pt x="2460863" y="404487"/>
                  <a:pt x="2459335" y="404350"/>
                  <a:pt x="2459335" y="403963"/>
                </a:cubicBezTo>
                <a:cubicBezTo>
                  <a:pt x="2459474" y="403598"/>
                  <a:pt x="2461002" y="403188"/>
                  <a:pt x="2462837" y="403005"/>
                </a:cubicBezTo>
                <a:close/>
                <a:moveTo>
                  <a:pt x="7227835" y="402009"/>
                </a:moveTo>
                <a:cubicBezTo>
                  <a:pt x="7237480" y="402767"/>
                  <a:pt x="7246830" y="404305"/>
                  <a:pt x="7253597" y="406448"/>
                </a:cubicBezTo>
                <a:cubicBezTo>
                  <a:pt x="7267267" y="410756"/>
                  <a:pt x="7265462" y="415908"/>
                  <a:pt x="7249539" y="417891"/>
                </a:cubicBezTo>
                <a:cubicBezTo>
                  <a:pt x="7233507" y="419920"/>
                  <a:pt x="7209444" y="418005"/>
                  <a:pt x="7195856" y="413651"/>
                </a:cubicBezTo>
                <a:cubicBezTo>
                  <a:pt x="7182352" y="409343"/>
                  <a:pt x="7184464" y="404237"/>
                  <a:pt x="7200302" y="402254"/>
                </a:cubicBezTo>
                <a:cubicBezTo>
                  <a:pt x="7208249" y="401273"/>
                  <a:pt x="7218189" y="401251"/>
                  <a:pt x="7227835" y="402009"/>
                </a:cubicBezTo>
                <a:close/>
                <a:moveTo>
                  <a:pt x="3875886" y="401336"/>
                </a:moveTo>
                <a:cubicBezTo>
                  <a:pt x="3882242" y="401951"/>
                  <a:pt x="3886911" y="403199"/>
                  <a:pt x="3888369" y="404920"/>
                </a:cubicBezTo>
                <a:cubicBezTo>
                  <a:pt x="3891287" y="408408"/>
                  <a:pt x="3880283" y="412534"/>
                  <a:pt x="3863612" y="414130"/>
                </a:cubicBezTo>
                <a:cubicBezTo>
                  <a:pt x="3846967" y="415771"/>
                  <a:pt x="3831213" y="414221"/>
                  <a:pt x="3828350" y="410733"/>
                </a:cubicBezTo>
                <a:cubicBezTo>
                  <a:pt x="3825544" y="407245"/>
                  <a:pt x="3836658" y="403143"/>
                  <a:pt x="3853275" y="401547"/>
                </a:cubicBezTo>
                <a:cubicBezTo>
                  <a:pt x="3861486" y="400737"/>
                  <a:pt x="3869530" y="400720"/>
                  <a:pt x="3875886" y="401336"/>
                </a:cubicBezTo>
                <a:close/>
                <a:moveTo>
                  <a:pt x="3059375" y="401336"/>
                </a:moveTo>
                <a:cubicBezTo>
                  <a:pt x="3067360" y="402145"/>
                  <a:pt x="3072612" y="403792"/>
                  <a:pt x="3073279" y="406083"/>
                </a:cubicBezTo>
                <a:cubicBezTo>
                  <a:pt x="3074501" y="410710"/>
                  <a:pt x="3056717" y="416226"/>
                  <a:pt x="3033433" y="418392"/>
                </a:cubicBezTo>
                <a:cubicBezTo>
                  <a:pt x="3009953" y="420558"/>
                  <a:pt x="2990058" y="418506"/>
                  <a:pt x="2989030" y="413833"/>
                </a:cubicBezTo>
                <a:cubicBezTo>
                  <a:pt x="2987947" y="409183"/>
                  <a:pt x="3005952" y="403735"/>
                  <a:pt x="3029070" y="401615"/>
                </a:cubicBezTo>
                <a:cubicBezTo>
                  <a:pt x="3040671" y="400555"/>
                  <a:pt x="3051390" y="400527"/>
                  <a:pt x="3059375" y="401336"/>
                </a:cubicBezTo>
                <a:close/>
                <a:moveTo>
                  <a:pt x="5461560" y="400225"/>
                </a:moveTo>
                <a:cubicBezTo>
                  <a:pt x="5463088" y="400042"/>
                  <a:pt x="5464949" y="400202"/>
                  <a:pt x="5465588" y="400567"/>
                </a:cubicBezTo>
                <a:cubicBezTo>
                  <a:pt x="5466255" y="400932"/>
                  <a:pt x="5465616" y="401365"/>
                  <a:pt x="5464032" y="401525"/>
                </a:cubicBezTo>
                <a:cubicBezTo>
                  <a:pt x="5462532" y="401706"/>
                  <a:pt x="5460698" y="401525"/>
                  <a:pt x="5460003" y="401182"/>
                </a:cubicBezTo>
                <a:cubicBezTo>
                  <a:pt x="5459364" y="400795"/>
                  <a:pt x="5460003" y="400384"/>
                  <a:pt x="5461560" y="400225"/>
                </a:cubicBezTo>
                <a:close/>
                <a:moveTo>
                  <a:pt x="8503796" y="399017"/>
                </a:moveTo>
                <a:cubicBezTo>
                  <a:pt x="8504214" y="398948"/>
                  <a:pt x="8504741" y="398994"/>
                  <a:pt x="8505186" y="399108"/>
                </a:cubicBezTo>
                <a:cubicBezTo>
                  <a:pt x="8505602" y="399199"/>
                  <a:pt x="8505715" y="399336"/>
                  <a:pt x="8505351" y="399381"/>
                </a:cubicBezTo>
                <a:cubicBezTo>
                  <a:pt x="8504992" y="399427"/>
                  <a:pt x="8504408" y="399381"/>
                  <a:pt x="8503963" y="399290"/>
                </a:cubicBezTo>
                <a:cubicBezTo>
                  <a:pt x="8503518" y="399176"/>
                  <a:pt x="8503518" y="399039"/>
                  <a:pt x="8503796" y="399017"/>
                </a:cubicBezTo>
                <a:close/>
                <a:moveTo>
                  <a:pt x="6111209" y="398949"/>
                </a:moveTo>
                <a:cubicBezTo>
                  <a:pt x="6116044" y="398425"/>
                  <a:pt x="6122212" y="398925"/>
                  <a:pt x="6125074" y="400111"/>
                </a:cubicBezTo>
                <a:cubicBezTo>
                  <a:pt x="6127937" y="401296"/>
                  <a:pt x="6126270" y="402710"/>
                  <a:pt x="6121463" y="403234"/>
                </a:cubicBezTo>
                <a:cubicBezTo>
                  <a:pt x="6116655" y="403804"/>
                  <a:pt x="6110515" y="403280"/>
                  <a:pt x="6107653" y="402071"/>
                </a:cubicBezTo>
                <a:cubicBezTo>
                  <a:pt x="6104846" y="400887"/>
                  <a:pt x="6106430" y="399496"/>
                  <a:pt x="6111209" y="398949"/>
                </a:cubicBezTo>
                <a:close/>
                <a:moveTo>
                  <a:pt x="4994135" y="398880"/>
                </a:moveTo>
                <a:cubicBezTo>
                  <a:pt x="4994579" y="398811"/>
                  <a:pt x="4995135" y="398857"/>
                  <a:pt x="4995274" y="398971"/>
                </a:cubicBezTo>
                <a:cubicBezTo>
                  <a:pt x="4995441" y="399085"/>
                  <a:pt x="4995218" y="399199"/>
                  <a:pt x="4994719" y="399245"/>
                </a:cubicBezTo>
                <a:cubicBezTo>
                  <a:pt x="4994302" y="399313"/>
                  <a:pt x="4993774" y="399245"/>
                  <a:pt x="4993607" y="399131"/>
                </a:cubicBezTo>
                <a:cubicBezTo>
                  <a:pt x="4993496" y="399039"/>
                  <a:pt x="4993663" y="398925"/>
                  <a:pt x="4994135" y="398880"/>
                </a:cubicBezTo>
                <a:close/>
                <a:moveTo>
                  <a:pt x="5851238" y="398446"/>
                </a:moveTo>
                <a:cubicBezTo>
                  <a:pt x="5855212" y="397991"/>
                  <a:pt x="5860269" y="398424"/>
                  <a:pt x="5862409" y="399381"/>
                </a:cubicBezTo>
                <a:cubicBezTo>
                  <a:pt x="5864576" y="400362"/>
                  <a:pt x="5863075" y="401524"/>
                  <a:pt x="5859019" y="401958"/>
                </a:cubicBezTo>
                <a:cubicBezTo>
                  <a:pt x="5854990" y="402413"/>
                  <a:pt x="5849849" y="402003"/>
                  <a:pt x="5847793" y="401023"/>
                </a:cubicBezTo>
                <a:cubicBezTo>
                  <a:pt x="5845654" y="400042"/>
                  <a:pt x="5847182" y="398903"/>
                  <a:pt x="5851238" y="398446"/>
                </a:cubicBezTo>
                <a:close/>
                <a:moveTo>
                  <a:pt x="5346441" y="396509"/>
                </a:moveTo>
                <a:cubicBezTo>
                  <a:pt x="5346857" y="396487"/>
                  <a:pt x="5347358" y="396509"/>
                  <a:pt x="5347497" y="396623"/>
                </a:cubicBezTo>
                <a:cubicBezTo>
                  <a:pt x="5347774" y="396760"/>
                  <a:pt x="5347552" y="396874"/>
                  <a:pt x="5347163" y="396920"/>
                </a:cubicBezTo>
                <a:cubicBezTo>
                  <a:pt x="5346607" y="396965"/>
                  <a:pt x="5346107" y="396920"/>
                  <a:pt x="5345885" y="396806"/>
                </a:cubicBezTo>
                <a:cubicBezTo>
                  <a:pt x="5345830" y="396692"/>
                  <a:pt x="5345885" y="396577"/>
                  <a:pt x="5346441" y="396509"/>
                </a:cubicBezTo>
                <a:close/>
                <a:moveTo>
                  <a:pt x="7814552" y="396318"/>
                </a:moveTo>
                <a:cubicBezTo>
                  <a:pt x="7827432" y="397296"/>
                  <a:pt x="7840366" y="399290"/>
                  <a:pt x="7850341" y="402071"/>
                </a:cubicBezTo>
                <a:cubicBezTo>
                  <a:pt x="7870347" y="407656"/>
                  <a:pt x="7870875" y="414335"/>
                  <a:pt x="7851258" y="416934"/>
                </a:cubicBezTo>
                <a:cubicBezTo>
                  <a:pt x="7831474" y="419533"/>
                  <a:pt x="7799075" y="417048"/>
                  <a:pt x="7779208" y="411372"/>
                </a:cubicBezTo>
                <a:cubicBezTo>
                  <a:pt x="7759452" y="405787"/>
                  <a:pt x="7759534" y="399199"/>
                  <a:pt x="7779096" y="396669"/>
                </a:cubicBezTo>
                <a:cubicBezTo>
                  <a:pt x="7788850" y="395381"/>
                  <a:pt x="7801673" y="395340"/>
                  <a:pt x="7814552" y="396318"/>
                </a:cubicBezTo>
                <a:close/>
                <a:moveTo>
                  <a:pt x="2349356" y="395938"/>
                </a:moveTo>
                <a:cubicBezTo>
                  <a:pt x="2349884" y="395893"/>
                  <a:pt x="2350273" y="395938"/>
                  <a:pt x="2350273" y="396030"/>
                </a:cubicBezTo>
                <a:cubicBezTo>
                  <a:pt x="2350273" y="396144"/>
                  <a:pt x="2349745" y="396258"/>
                  <a:pt x="2349217" y="396326"/>
                </a:cubicBezTo>
                <a:cubicBezTo>
                  <a:pt x="2348773" y="396372"/>
                  <a:pt x="2348300" y="396326"/>
                  <a:pt x="2348328" y="396212"/>
                </a:cubicBezTo>
                <a:cubicBezTo>
                  <a:pt x="2348328" y="396098"/>
                  <a:pt x="2348773" y="395984"/>
                  <a:pt x="2349356" y="395938"/>
                </a:cubicBezTo>
                <a:close/>
                <a:moveTo>
                  <a:pt x="3395461" y="395911"/>
                </a:moveTo>
                <a:cubicBezTo>
                  <a:pt x="3401945" y="396549"/>
                  <a:pt x="3406412" y="397854"/>
                  <a:pt x="3407356" y="399677"/>
                </a:cubicBezTo>
                <a:cubicBezTo>
                  <a:pt x="3409246" y="403325"/>
                  <a:pt x="3396075" y="407656"/>
                  <a:pt x="3378014" y="409388"/>
                </a:cubicBezTo>
                <a:cubicBezTo>
                  <a:pt x="3359841" y="411075"/>
                  <a:pt x="3343669" y="409479"/>
                  <a:pt x="3341919" y="405810"/>
                </a:cubicBezTo>
                <a:cubicBezTo>
                  <a:pt x="3340225" y="402139"/>
                  <a:pt x="3353478" y="397808"/>
                  <a:pt x="3371456" y="396144"/>
                </a:cubicBezTo>
                <a:cubicBezTo>
                  <a:pt x="3380473" y="395301"/>
                  <a:pt x="3388976" y="395273"/>
                  <a:pt x="3395461" y="395911"/>
                </a:cubicBezTo>
                <a:close/>
                <a:moveTo>
                  <a:pt x="5111922" y="395620"/>
                </a:moveTo>
                <a:cubicBezTo>
                  <a:pt x="5112395" y="395575"/>
                  <a:pt x="5112838" y="395597"/>
                  <a:pt x="5113116" y="395711"/>
                </a:cubicBezTo>
                <a:cubicBezTo>
                  <a:pt x="5113256" y="395825"/>
                  <a:pt x="5113006" y="395939"/>
                  <a:pt x="5112561" y="395984"/>
                </a:cubicBezTo>
                <a:cubicBezTo>
                  <a:pt x="5112088" y="396030"/>
                  <a:pt x="5111615" y="395984"/>
                  <a:pt x="5111366" y="395894"/>
                </a:cubicBezTo>
                <a:cubicBezTo>
                  <a:pt x="5111338" y="395779"/>
                  <a:pt x="5111449" y="395666"/>
                  <a:pt x="5111922" y="395620"/>
                </a:cubicBezTo>
                <a:close/>
                <a:moveTo>
                  <a:pt x="6496441" y="394662"/>
                </a:moveTo>
                <a:cubicBezTo>
                  <a:pt x="6504333" y="393728"/>
                  <a:pt x="6515031" y="394594"/>
                  <a:pt x="6520338" y="396600"/>
                </a:cubicBezTo>
                <a:cubicBezTo>
                  <a:pt x="6525757" y="398606"/>
                  <a:pt x="6523616" y="400977"/>
                  <a:pt x="6515726" y="401888"/>
                </a:cubicBezTo>
                <a:cubicBezTo>
                  <a:pt x="6507834" y="402800"/>
                  <a:pt x="6497081" y="401934"/>
                  <a:pt x="6491773" y="399928"/>
                </a:cubicBezTo>
                <a:cubicBezTo>
                  <a:pt x="6486494" y="397945"/>
                  <a:pt x="6488523" y="395574"/>
                  <a:pt x="6496441" y="394662"/>
                </a:cubicBezTo>
                <a:close/>
                <a:moveTo>
                  <a:pt x="5229125" y="394662"/>
                </a:moveTo>
                <a:cubicBezTo>
                  <a:pt x="5230014" y="394572"/>
                  <a:pt x="5231043" y="394662"/>
                  <a:pt x="5231348" y="394867"/>
                </a:cubicBezTo>
                <a:cubicBezTo>
                  <a:pt x="5231682" y="395073"/>
                  <a:pt x="5231348" y="395278"/>
                  <a:pt x="5230486" y="395392"/>
                </a:cubicBezTo>
                <a:cubicBezTo>
                  <a:pt x="5229570" y="395483"/>
                  <a:pt x="5228542" y="395392"/>
                  <a:pt x="5228208" y="395187"/>
                </a:cubicBezTo>
                <a:cubicBezTo>
                  <a:pt x="5227792" y="395005"/>
                  <a:pt x="5228208" y="394753"/>
                  <a:pt x="5229125" y="394662"/>
                </a:cubicBezTo>
                <a:close/>
                <a:moveTo>
                  <a:pt x="7354400" y="394178"/>
                </a:moveTo>
                <a:cubicBezTo>
                  <a:pt x="7364958" y="394999"/>
                  <a:pt x="7375288" y="396669"/>
                  <a:pt x="7382943" y="398993"/>
                </a:cubicBezTo>
                <a:cubicBezTo>
                  <a:pt x="7398282" y="403689"/>
                  <a:pt x="7396865" y="409274"/>
                  <a:pt x="7379637" y="411462"/>
                </a:cubicBezTo>
                <a:cubicBezTo>
                  <a:pt x="7362270" y="413651"/>
                  <a:pt x="7335929" y="411576"/>
                  <a:pt x="7320675" y="406835"/>
                </a:cubicBezTo>
                <a:cubicBezTo>
                  <a:pt x="7305558" y="402139"/>
                  <a:pt x="7307308" y="396623"/>
                  <a:pt x="7324481" y="394457"/>
                </a:cubicBezTo>
                <a:cubicBezTo>
                  <a:pt x="7333054" y="393386"/>
                  <a:pt x="7343841" y="393357"/>
                  <a:pt x="7354400" y="394178"/>
                </a:cubicBezTo>
                <a:close/>
                <a:moveTo>
                  <a:pt x="6877701" y="394127"/>
                </a:moveTo>
                <a:cubicBezTo>
                  <a:pt x="6887225" y="394885"/>
                  <a:pt x="6896276" y="396429"/>
                  <a:pt x="6902569" y="398584"/>
                </a:cubicBezTo>
                <a:cubicBezTo>
                  <a:pt x="6915268" y="402892"/>
                  <a:pt x="6912239" y="408021"/>
                  <a:pt x="6895651" y="410050"/>
                </a:cubicBezTo>
                <a:cubicBezTo>
                  <a:pt x="6879034" y="412055"/>
                  <a:pt x="6855305" y="410141"/>
                  <a:pt x="6842689" y="405810"/>
                </a:cubicBezTo>
                <a:cubicBezTo>
                  <a:pt x="6830131" y="401456"/>
                  <a:pt x="6833437" y="396372"/>
                  <a:pt x="6849998" y="394389"/>
                </a:cubicBezTo>
                <a:cubicBezTo>
                  <a:pt x="6858182" y="393398"/>
                  <a:pt x="6868177" y="393369"/>
                  <a:pt x="6877701" y="394127"/>
                </a:cubicBezTo>
                <a:close/>
                <a:moveTo>
                  <a:pt x="4110064" y="394115"/>
                </a:moveTo>
                <a:cubicBezTo>
                  <a:pt x="4114857" y="394566"/>
                  <a:pt x="4118470" y="395483"/>
                  <a:pt x="4119803" y="396760"/>
                </a:cubicBezTo>
                <a:cubicBezTo>
                  <a:pt x="4122360" y="399290"/>
                  <a:pt x="4114635" y="402322"/>
                  <a:pt x="4102548" y="403530"/>
                </a:cubicBezTo>
                <a:cubicBezTo>
                  <a:pt x="4090461" y="404738"/>
                  <a:pt x="4078513" y="403598"/>
                  <a:pt x="4075984" y="401045"/>
                </a:cubicBezTo>
                <a:cubicBezTo>
                  <a:pt x="4073455" y="398492"/>
                  <a:pt x="4081236" y="395460"/>
                  <a:pt x="4093240" y="394275"/>
                </a:cubicBezTo>
                <a:cubicBezTo>
                  <a:pt x="4099297" y="393682"/>
                  <a:pt x="4105272" y="393665"/>
                  <a:pt x="4110064" y="394115"/>
                </a:cubicBezTo>
                <a:close/>
                <a:moveTo>
                  <a:pt x="2940170" y="393820"/>
                </a:moveTo>
                <a:cubicBezTo>
                  <a:pt x="2947781" y="394594"/>
                  <a:pt x="2952713" y="396167"/>
                  <a:pt x="2953157" y="398356"/>
                </a:cubicBezTo>
                <a:cubicBezTo>
                  <a:pt x="2954019" y="402801"/>
                  <a:pt x="2936485" y="408044"/>
                  <a:pt x="2913811" y="410096"/>
                </a:cubicBezTo>
                <a:cubicBezTo>
                  <a:pt x="2891138" y="412170"/>
                  <a:pt x="2872215" y="410232"/>
                  <a:pt x="2871548" y="405742"/>
                </a:cubicBezTo>
                <a:cubicBezTo>
                  <a:pt x="2870881" y="401296"/>
                  <a:pt x="2888637" y="396076"/>
                  <a:pt x="2911116" y="394070"/>
                </a:cubicBezTo>
                <a:cubicBezTo>
                  <a:pt x="2922273" y="393067"/>
                  <a:pt x="2932561" y="393044"/>
                  <a:pt x="2940170" y="393820"/>
                </a:cubicBezTo>
                <a:close/>
                <a:moveTo>
                  <a:pt x="4602511" y="393386"/>
                </a:moveTo>
                <a:cubicBezTo>
                  <a:pt x="4607346" y="392884"/>
                  <a:pt x="4612515" y="393363"/>
                  <a:pt x="4613931" y="394435"/>
                </a:cubicBezTo>
                <a:cubicBezTo>
                  <a:pt x="4615404" y="395506"/>
                  <a:pt x="4612681" y="396782"/>
                  <a:pt x="4607763" y="397261"/>
                </a:cubicBezTo>
                <a:cubicBezTo>
                  <a:pt x="4602817" y="397740"/>
                  <a:pt x="4597732" y="397284"/>
                  <a:pt x="4596287" y="396213"/>
                </a:cubicBezTo>
                <a:cubicBezTo>
                  <a:pt x="4594814" y="395141"/>
                  <a:pt x="4597593" y="393865"/>
                  <a:pt x="4602511" y="393386"/>
                </a:cubicBezTo>
                <a:close/>
                <a:moveTo>
                  <a:pt x="3747322" y="391631"/>
                </a:moveTo>
                <a:cubicBezTo>
                  <a:pt x="3753953" y="392263"/>
                  <a:pt x="3758745" y="393557"/>
                  <a:pt x="3760134" y="395369"/>
                </a:cubicBezTo>
                <a:cubicBezTo>
                  <a:pt x="3762941" y="399017"/>
                  <a:pt x="3750937" y="403324"/>
                  <a:pt x="3733209" y="405012"/>
                </a:cubicBezTo>
                <a:cubicBezTo>
                  <a:pt x="3715510" y="406744"/>
                  <a:pt x="3699032" y="405103"/>
                  <a:pt x="3696366" y="401478"/>
                </a:cubicBezTo>
                <a:cubicBezTo>
                  <a:pt x="3693808" y="397808"/>
                  <a:pt x="3705923" y="393500"/>
                  <a:pt x="3723485" y="391858"/>
                </a:cubicBezTo>
                <a:cubicBezTo>
                  <a:pt x="3732223" y="391026"/>
                  <a:pt x="3740691" y="390998"/>
                  <a:pt x="3747322" y="391631"/>
                </a:cubicBezTo>
                <a:close/>
                <a:moveTo>
                  <a:pt x="2794969" y="391175"/>
                </a:moveTo>
                <a:cubicBezTo>
                  <a:pt x="2803861" y="390377"/>
                  <a:pt x="2811224" y="391152"/>
                  <a:pt x="2811391" y="392862"/>
                </a:cubicBezTo>
                <a:cubicBezTo>
                  <a:pt x="2811613" y="394595"/>
                  <a:pt x="2804500" y="396646"/>
                  <a:pt x="2795608" y="397444"/>
                </a:cubicBezTo>
                <a:cubicBezTo>
                  <a:pt x="2786578" y="398242"/>
                  <a:pt x="2779214" y="397490"/>
                  <a:pt x="2779102" y="395757"/>
                </a:cubicBezTo>
                <a:cubicBezTo>
                  <a:pt x="2778936" y="394047"/>
                  <a:pt x="2786022" y="391973"/>
                  <a:pt x="2794969" y="391175"/>
                </a:cubicBezTo>
                <a:close/>
                <a:moveTo>
                  <a:pt x="4341902" y="390605"/>
                </a:moveTo>
                <a:cubicBezTo>
                  <a:pt x="4351154" y="389670"/>
                  <a:pt x="4360490" y="390536"/>
                  <a:pt x="4362880" y="392520"/>
                </a:cubicBezTo>
                <a:cubicBezTo>
                  <a:pt x="4365187" y="394502"/>
                  <a:pt x="4359546" y="396874"/>
                  <a:pt x="4350377" y="397786"/>
                </a:cubicBezTo>
                <a:cubicBezTo>
                  <a:pt x="4341095" y="398697"/>
                  <a:pt x="4331703" y="397808"/>
                  <a:pt x="4329369" y="395825"/>
                </a:cubicBezTo>
                <a:cubicBezTo>
                  <a:pt x="4327064" y="393841"/>
                  <a:pt x="4332676" y="391494"/>
                  <a:pt x="4341902" y="390605"/>
                </a:cubicBezTo>
                <a:close/>
                <a:moveTo>
                  <a:pt x="7934924" y="389277"/>
                </a:moveTo>
                <a:cubicBezTo>
                  <a:pt x="7948420" y="390292"/>
                  <a:pt x="7962057" y="392349"/>
                  <a:pt x="7972657" y="395210"/>
                </a:cubicBezTo>
                <a:cubicBezTo>
                  <a:pt x="7994054" y="400977"/>
                  <a:pt x="7995136" y="407907"/>
                  <a:pt x="7974908" y="410642"/>
                </a:cubicBezTo>
                <a:cubicBezTo>
                  <a:pt x="7954568" y="413355"/>
                  <a:pt x="7920614" y="410779"/>
                  <a:pt x="7899412" y="404920"/>
                </a:cubicBezTo>
                <a:cubicBezTo>
                  <a:pt x="7878266" y="399085"/>
                  <a:pt x="7877822" y="392246"/>
                  <a:pt x="7898022" y="389602"/>
                </a:cubicBezTo>
                <a:cubicBezTo>
                  <a:pt x="7908068" y="388291"/>
                  <a:pt x="7921426" y="388263"/>
                  <a:pt x="7934924" y="389277"/>
                </a:cubicBezTo>
                <a:close/>
                <a:moveTo>
                  <a:pt x="3273880" y="387678"/>
                </a:moveTo>
                <a:cubicBezTo>
                  <a:pt x="3280372" y="388320"/>
                  <a:pt x="3284777" y="389624"/>
                  <a:pt x="3285540" y="391448"/>
                </a:cubicBezTo>
                <a:cubicBezTo>
                  <a:pt x="3287207" y="395095"/>
                  <a:pt x="3273620" y="399426"/>
                  <a:pt x="3255086" y="401159"/>
                </a:cubicBezTo>
                <a:cubicBezTo>
                  <a:pt x="3236719" y="402869"/>
                  <a:pt x="3220547" y="401250"/>
                  <a:pt x="3219130" y="397580"/>
                </a:cubicBezTo>
                <a:cubicBezTo>
                  <a:pt x="3217741" y="393887"/>
                  <a:pt x="3231440" y="389556"/>
                  <a:pt x="3249695" y="387892"/>
                </a:cubicBezTo>
                <a:cubicBezTo>
                  <a:pt x="3258810" y="387060"/>
                  <a:pt x="3267389" y="387037"/>
                  <a:pt x="3273880" y="387678"/>
                </a:cubicBezTo>
                <a:close/>
                <a:moveTo>
                  <a:pt x="5743037" y="387641"/>
                </a:moveTo>
                <a:cubicBezTo>
                  <a:pt x="5746011" y="387322"/>
                  <a:pt x="5749706" y="387641"/>
                  <a:pt x="5751152" y="388325"/>
                </a:cubicBezTo>
                <a:cubicBezTo>
                  <a:pt x="5752735" y="389032"/>
                  <a:pt x="5751540" y="389875"/>
                  <a:pt x="5748567" y="390195"/>
                </a:cubicBezTo>
                <a:cubicBezTo>
                  <a:pt x="5745566" y="390536"/>
                  <a:pt x="5741926" y="390217"/>
                  <a:pt x="5740398" y="389534"/>
                </a:cubicBezTo>
                <a:cubicBezTo>
                  <a:pt x="5738870" y="388827"/>
                  <a:pt x="5740036" y="387983"/>
                  <a:pt x="5743037" y="387641"/>
                </a:cubicBezTo>
                <a:close/>
                <a:moveTo>
                  <a:pt x="8032982" y="387277"/>
                </a:moveTo>
                <a:cubicBezTo>
                  <a:pt x="8044652" y="385727"/>
                  <a:pt x="8064602" y="387186"/>
                  <a:pt x="8077468" y="390582"/>
                </a:cubicBezTo>
                <a:cubicBezTo>
                  <a:pt x="8090250" y="393979"/>
                  <a:pt x="8091167" y="398059"/>
                  <a:pt x="8079301" y="399610"/>
                </a:cubicBezTo>
                <a:cubicBezTo>
                  <a:pt x="8067464" y="401205"/>
                  <a:pt x="8047457" y="399677"/>
                  <a:pt x="8034593" y="396281"/>
                </a:cubicBezTo>
                <a:cubicBezTo>
                  <a:pt x="8021868" y="392839"/>
                  <a:pt x="8021172" y="388804"/>
                  <a:pt x="8032982" y="387277"/>
                </a:cubicBezTo>
                <a:close/>
                <a:moveTo>
                  <a:pt x="7008443" y="386399"/>
                </a:moveTo>
                <a:cubicBezTo>
                  <a:pt x="7018085" y="387157"/>
                  <a:pt x="7027317" y="388701"/>
                  <a:pt x="7033889" y="390856"/>
                </a:cubicBezTo>
                <a:cubicBezTo>
                  <a:pt x="7047060" y="395187"/>
                  <a:pt x="7044420" y="400339"/>
                  <a:pt x="7028054" y="402322"/>
                </a:cubicBezTo>
                <a:cubicBezTo>
                  <a:pt x="7011438" y="404351"/>
                  <a:pt x="6987429" y="402459"/>
                  <a:pt x="6974287" y="398082"/>
                </a:cubicBezTo>
                <a:cubicBezTo>
                  <a:pt x="6961338" y="393751"/>
                  <a:pt x="6964117" y="388622"/>
                  <a:pt x="6980539" y="386661"/>
                </a:cubicBezTo>
                <a:cubicBezTo>
                  <a:pt x="6988749" y="385670"/>
                  <a:pt x="6998801" y="385641"/>
                  <a:pt x="7008443" y="386399"/>
                </a:cubicBezTo>
                <a:close/>
                <a:moveTo>
                  <a:pt x="7479144" y="386214"/>
                </a:moveTo>
                <a:cubicBezTo>
                  <a:pt x="7491005" y="387123"/>
                  <a:pt x="7502689" y="388974"/>
                  <a:pt x="7511401" y="391562"/>
                </a:cubicBezTo>
                <a:cubicBezTo>
                  <a:pt x="7529045" y="396760"/>
                  <a:pt x="7528045" y="402983"/>
                  <a:pt x="7508983" y="405399"/>
                </a:cubicBezTo>
                <a:cubicBezTo>
                  <a:pt x="7489921" y="407838"/>
                  <a:pt x="7460162" y="405490"/>
                  <a:pt x="7442712" y="400270"/>
                </a:cubicBezTo>
                <a:cubicBezTo>
                  <a:pt x="7425402" y="395027"/>
                  <a:pt x="7426874" y="388896"/>
                  <a:pt x="7445825" y="386525"/>
                </a:cubicBezTo>
                <a:cubicBezTo>
                  <a:pt x="7455244" y="385339"/>
                  <a:pt x="7467283" y="385305"/>
                  <a:pt x="7479144" y="386214"/>
                </a:cubicBezTo>
                <a:close/>
                <a:moveTo>
                  <a:pt x="6255337" y="386115"/>
                </a:moveTo>
                <a:cubicBezTo>
                  <a:pt x="6263702" y="385157"/>
                  <a:pt x="6274677" y="386047"/>
                  <a:pt x="6279929" y="388144"/>
                </a:cubicBezTo>
                <a:cubicBezTo>
                  <a:pt x="6285153" y="390195"/>
                  <a:pt x="6282625" y="392657"/>
                  <a:pt x="6274177" y="393614"/>
                </a:cubicBezTo>
                <a:cubicBezTo>
                  <a:pt x="6265758" y="394595"/>
                  <a:pt x="6254699" y="393660"/>
                  <a:pt x="6249447" y="391585"/>
                </a:cubicBezTo>
                <a:cubicBezTo>
                  <a:pt x="6244252" y="389511"/>
                  <a:pt x="6246863" y="387049"/>
                  <a:pt x="6255337" y="386115"/>
                </a:cubicBezTo>
                <a:close/>
                <a:moveTo>
                  <a:pt x="8170412" y="385818"/>
                </a:moveTo>
                <a:cubicBezTo>
                  <a:pt x="8172525" y="385544"/>
                  <a:pt x="8176110" y="385818"/>
                  <a:pt x="8178472" y="386410"/>
                </a:cubicBezTo>
                <a:cubicBezTo>
                  <a:pt x="8180779" y="387026"/>
                  <a:pt x="8181000" y="387710"/>
                  <a:pt x="8178944" y="388006"/>
                </a:cubicBezTo>
                <a:cubicBezTo>
                  <a:pt x="8176831" y="388303"/>
                  <a:pt x="8173275" y="388029"/>
                  <a:pt x="8170886" y="387436"/>
                </a:cubicBezTo>
                <a:cubicBezTo>
                  <a:pt x="8168579" y="386844"/>
                  <a:pt x="8168358" y="386137"/>
                  <a:pt x="8170412" y="385818"/>
                </a:cubicBezTo>
                <a:close/>
                <a:moveTo>
                  <a:pt x="6008565" y="384632"/>
                </a:moveTo>
                <a:cubicBezTo>
                  <a:pt x="6012122" y="384223"/>
                  <a:pt x="6016623" y="384587"/>
                  <a:pt x="6018652" y="385454"/>
                </a:cubicBezTo>
                <a:cubicBezTo>
                  <a:pt x="6020625" y="386297"/>
                  <a:pt x="6019430" y="387323"/>
                  <a:pt x="6015846" y="387733"/>
                </a:cubicBezTo>
                <a:cubicBezTo>
                  <a:pt x="6012233" y="388120"/>
                  <a:pt x="6007787" y="387733"/>
                  <a:pt x="6005732" y="386889"/>
                </a:cubicBezTo>
                <a:cubicBezTo>
                  <a:pt x="6003702" y="386047"/>
                  <a:pt x="6005036" y="385043"/>
                  <a:pt x="6008565" y="384632"/>
                </a:cubicBezTo>
                <a:close/>
                <a:moveTo>
                  <a:pt x="6629401" y="384109"/>
                </a:moveTo>
                <a:cubicBezTo>
                  <a:pt x="6640932" y="382741"/>
                  <a:pt x="6656799" y="384040"/>
                  <a:pt x="6665051" y="386958"/>
                </a:cubicBezTo>
                <a:cubicBezTo>
                  <a:pt x="6673220" y="389876"/>
                  <a:pt x="6670497" y="393387"/>
                  <a:pt x="6658938" y="394732"/>
                </a:cubicBezTo>
                <a:cubicBezTo>
                  <a:pt x="6647406" y="396099"/>
                  <a:pt x="6631373" y="394799"/>
                  <a:pt x="6623232" y="391859"/>
                </a:cubicBezTo>
                <a:cubicBezTo>
                  <a:pt x="6615174" y="388918"/>
                  <a:pt x="6617869" y="385454"/>
                  <a:pt x="6629401" y="384109"/>
                </a:cubicBezTo>
                <a:close/>
                <a:moveTo>
                  <a:pt x="2679627" y="383584"/>
                </a:moveTo>
                <a:cubicBezTo>
                  <a:pt x="2688491" y="382809"/>
                  <a:pt x="2695716" y="383539"/>
                  <a:pt x="2695827" y="385249"/>
                </a:cubicBezTo>
                <a:cubicBezTo>
                  <a:pt x="2695827" y="386958"/>
                  <a:pt x="2688630" y="388987"/>
                  <a:pt x="2679627" y="389762"/>
                </a:cubicBezTo>
                <a:cubicBezTo>
                  <a:pt x="2670680" y="390560"/>
                  <a:pt x="2663400" y="389808"/>
                  <a:pt x="2663428" y="388098"/>
                </a:cubicBezTo>
                <a:cubicBezTo>
                  <a:pt x="2663511" y="386388"/>
                  <a:pt x="2670652" y="384359"/>
                  <a:pt x="2679627" y="383584"/>
                </a:cubicBezTo>
                <a:close/>
                <a:moveTo>
                  <a:pt x="4716631" y="383014"/>
                </a:moveTo>
                <a:cubicBezTo>
                  <a:pt x="4721438" y="382535"/>
                  <a:pt x="4726522" y="382991"/>
                  <a:pt x="4728050" y="384040"/>
                </a:cubicBezTo>
                <a:cubicBezTo>
                  <a:pt x="4729690" y="385111"/>
                  <a:pt x="4726911" y="386365"/>
                  <a:pt x="4722132" y="386843"/>
                </a:cubicBezTo>
                <a:cubicBezTo>
                  <a:pt x="4717241" y="387322"/>
                  <a:pt x="4712157" y="386867"/>
                  <a:pt x="4710572" y="385795"/>
                </a:cubicBezTo>
                <a:cubicBezTo>
                  <a:pt x="4709100" y="384770"/>
                  <a:pt x="4711823" y="383493"/>
                  <a:pt x="4716631" y="383014"/>
                </a:cubicBezTo>
                <a:close/>
                <a:moveTo>
                  <a:pt x="3978450" y="382635"/>
                </a:moveTo>
                <a:cubicBezTo>
                  <a:pt x="3984198" y="383174"/>
                  <a:pt x="3988457" y="384268"/>
                  <a:pt x="3989902" y="385795"/>
                </a:cubicBezTo>
                <a:cubicBezTo>
                  <a:pt x="3992735" y="388872"/>
                  <a:pt x="3983094" y="392520"/>
                  <a:pt x="3968228" y="393979"/>
                </a:cubicBezTo>
                <a:cubicBezTo>
                  <a:pt x="3953417" y="395392"/>
                  <a:pt x="3939080" y="394047"/>
                  <a:pt x="3936384" y="390924"/>
                </a:cubicBezTo>
                <a:cubicBezTo>
                  <a:pt x="3933606" y="387869"/>
                  <a:pt x="3943359" y="384199"/>
                  <a:pt x="3958058" y="382809"/>
                </a:cubicBezTo>
                <a:cubicBezTo>
                  <a:pt x="3965463" y="382113"/>
                  <a:pt x="3972701" y="382097"/>
                  <a:pt x="3978450" y="382635"/>
                </a:cubicBezTo>
                <a:close/>
                <a:moveTo>
                  <a:pt x="3621841" y="382262"/>
                </a:moveTo>
                <a:cubicBezTo>
                  <a:pt x="3628843" y="382934"/>
                  <a:pt x="3633817" y="384302"/>
                  <a:pt x="3635095" y="386205"/>
                </a:cubicBezTo>
                <a:cubicBezTo>
                  <a:pt x="3637735" y="390058"/>
                  <a:pt x="3624480" y="394617"/>
                  <a:pt x="3605530" y="396395"/>
                </a:cubicBezTo>
                <a:cubicBezTo>
                  <a:pt x="3586607" y="398195"/>
                  <a:pt x="3569157" y="396509"/>
                  <a:pt x="3566711" y="392633"/>
                </a:cubicBezTo>
                <a:cubicBezTo>
                  <a:pt x="3564267" y="388781"/>
                  <a:pt x="3577633" y="384245"/>
                  <a:pt x="3596416" y="382489"/>
                </a:cubicBezTo>
                <a:cubicBezTo>
                  <a:pt x="3605807" y="381612"/>
                  <a:pt x="3614838" y="381589"/>
                  <a:pt x="3621841" y="382262"/>
                </a:cubicBezTo>
                <a:close/>
                <a:moveTo>
                  <a:pt x="8290591" y="380119"/>
                </a:moveTo>
                <a:cubicBezTo>
                  <a:pt x="8291257" y="380006"/>
                  <a:pt x="8292535" y="380097"/>
                  <a:pt x="8293257" y="380302"/>
                </a:cubicBezTo>
                <a:cubicBezTo>
                  <a:pt x="8294064" y="380507"/>
                  <a:pt x="8294090" y="380758"/>
                  <a:pt x="8293453" y="380849"/>
                </a:cubicBezTo>
                <a:cubicBezTo>
                  <a:pt x="8292786" y="380940"/>
                  <a:pt x="8291591" y="380849"/>
                  <a:pt x="8290758" y="380644"/>
                </a:cubicBezTo>
                <a:cubicBezTo>
                  <a:pt x="8290007" y="380439"/>
                  <a:pt x="8289950" y="380211"/>
                  <a:pt x="8290591" y="380119"/>
                </a:cubicBezTo>
                <a:close/>
                <a:moveTo>
                  <a:pt x="7601922" y="379384"/>
                </a:moveTo>
                <a:cubicBezTo>
                  <a:pt x="7613933" y="380290"/>
                  <a:pt x="7625853" y="382136"/>
                  <a:pt x="7634828" y="384724"/>
                </a:cubicBezTo>
                <a:cubicBezTo>
                  <a:pt x="7652918" y="389898"/>
                  <a:pt x="7652473" y="396098"/>
                  <a:pt x="7633550" y="398560"/>
                </a:cubicBezTo>
                <a:cubicBezTo>
                  <a:pt x="7614600" y="401000"/>
                  <a:pt x="7584535" y="398697"/>
                  <a:pt x="7566529" y="393409"/>
                </a:cubicBezTo>
                <a:cubicBezTo>
                  <a:pt x="7548690" y="388189"/>
                  <a:pt x="7549607" y="382056"/>
                  <a:pt x="7568474" y="379686"/>
                </a:cubicBezTo>
                <a:cubicBezTo>
                  <a:pt x="7577811" y="378512"/>
                  <a:pt x="7589911" y="378477"/>
                  <a:pt x="7601922" y="379384"/>
                </a:cubicBezTo>
                <a:close/>
                <a:moveTo>
                  <a:pt x="7136935" y="378868"/>
                </a:moveTo>
                <a:cubicBezTo>
                  <a:pt x="7146820" y="379635"/>
                  <a:pt x="7156357" y="381191"/>
                  <a:pt x="7163207" y="383356"/>
                </a:cubicBezTo>
                <a:cubicBezTo>
                  <a:pt x="7177045" y="387733"/>
                  <a:pt x="7174850" y="392976"/>
                  <a:pt x="7158261" y="395005"/>
                </a:cubicBezTo>
                <a:cubicBezTo>
                  <a:pt x="7141645" y="397056"/>
                  <a:pt x="7116887" y="395096"/>
                  <a:pt x="7103216" y="390673"/>
                </a:cubicBezTo>
                <a:cubicBezTo>
                  <a:pt x="7089600" y="386274"/>
                  <a:pt x="7092018" y="381123"/>
                  <a:pt x="7108579" y="379116"/>
                </a:cubicBezTo>
                <a:cubicBezTo>
                  <a:pt x="7116817" y="378125"/>
                  <a:pt x="7127050" y="378102"/>
                  <a:pt x="7136935" y="378868"/>
                </a:cubicBezTo>
                <a:close/>
                <a:moveTo>
                  <a:pt x="5632169" y="378569"/>
                </a:moveTo>
                <a:cubicBezTo>
                  <a:pt x="5635253" y="378227"/>
                  <a:pt x="5638782" y="378546"/>
                  <a:pt x="5640255" y="379253"/>
                </a:cubicBezTo>
                <a:cubicBezTo>
                  <a:pt x="5641755" y="379960"/>
                  <a:pt x="5640533" y="380758"/>
                  <a:pt x="5637476" y="381099"/>
                </a:cubicBezTo>
                <a:cubicBezTo>
                  <a:pt x="5634503" y="381418"/>
                  <a:pt x="5630890" y="381099"/>
                  <a:pt x="5629417" y="380415"/>
                </a:cubicBezTo>
                <a:cubicBezTo>
                  <a:pt x="5627945" y="379732"/>
                  <a:pt x="5629251" y="378911"/>
                  <a:pt x="5632169" y="378569"/>
                </a:cubicBezTo>
                <a:close/>
                <a:moveTo>
                  <a:pt x="2565424" y="378547"/>
                </a:moveTo>
                <a:cubicBezTo>
                  <a:pt x="2567203" y="378410"/>
                  <a:pt x="2568731" y="378524"/>
                  <a:pt x="2568731" y="378888"/>
                </a:cubicBezTo>
                <a:cubicBezTo>
                  <a:pt x="2568731" y="379230"/>
                  <a:pt x="2567203" y="379641"/>
                  <a:pt x="2565313" y="379823"/>
                </a:cubicBezTo>
                <a:cubicBezTo>
                  <a:pt x="2563535" y="379960"/>
                  <a:pt x="2562007" y="379823"/>
                  <a:pt x="2562090" y="379459"/>
                </a:cubicBezTo>
                <a:cubicBezTo>
                  <a:pt x="2562090" y="379094"/>
                  <a:pt x="2563619" y="378683"/>
                  <a:pt x="2565424" y="378547"/>
                </a:cubicBezTo>
                <a:close/>
                <a:moveTo>
                  <a:pt x="3158841" y="378210"/>
                </a:moveTo>
                <a:cubicBezTo>
                  <a:pt x="3166649" y="378985"/>
                  <a:pt x="3171866" y="380563"/>
                  <a:pt x="3172671" y="382763"/>
                </a:cubicBezTo>
                <a:cubicBezTo>
                  <a:pt x="3174283" y="387186"/>
                  <a:pt x="3157333" y="392474"/>
                  <a:pt x="3134687" y="394526"/>
                </a:cubicBezTo>
                <a:cubicBezTo>
                  <a:pt x="3112041" y="396600"/>
                  <a:pt x="3092535" y="394662"/>
                  <a:pt x="3091257" y="390172"/>
                </a:cubicBezTo>
                <a:cubicBezTo>
                  <a:pt x="3089895" y="385727"/>
                  <a:pt x="3107068" y="380506"/>
                  <a:pt x="3129464" y="378478"/>
                </a:cubicBezTo>
                <a:cubicBezTo>
                  <a:pt x="3140634" y="377463"/>
                  <a:pt x="3151033" y="377435"/>
                  <a:pt x="3158841" y="378210"/>
                </a:cubicBezTo>
                <a:close/>
                <a:moveTo>
                  <a:pt x="4201079" y="377908"/>
                </a:moveTo>
                <a:cubicBezTo>
                  <a:pt x="4211443" y="376905"/>
                  <a:pt x="4221808" y="377840"/>
                  <a:pt x="4224198" y="380051"/>
                </a:cubicBezTo>
                <a:cubicBezTo>
                  <a:pt x="4226587" y="382239"/>
                  <a:pt x="4220085" y="384861"/>
                  <a:pt x="4209692" y="385886"/>
                </a:cubicBezTo>
                <a:cubicBezTo>
                  <a:pt x="4199189" y="386912"/>
                  <a:pt x="4188797" y="385955"/>
                  <a:pt x="4186379" y="383720"/>
                </a:cubicBezTo>
                <a:cubicBezTo>
                  <a:pt x="4184046" y="381510"/>
                  <a:pt x="4190631" y="378934"/>
                  <a:pt x="4201079" y="377908"/>
                </a:cubicBezTo>
                <a:close/>
                <a:moveTo>
                  <a:pt x="4452909" y="377087"/>
                </a:moveTo>
                <a:cubicBezTo>
                  <a:pt x="4460800" y="376290"/>
                  <a:pt x="4468941" y="377042"/>
                  <a:pt x="4471081" y="378729"/>
                </a:cubicBezTo>
                <a:cubicBezTo>
                  <a:pt x="4473248" y="380416"/>
                  <a:pt x="4468553" y="382444"/>
                  <a:pt x="4460578" y="383220"/>
                </a:cubicBezTo>
                <a:cubicBezTo>
                  <a:pt x="4452714" y="384018"/>
                  <a:pt x="4444517" y="383265"/>
                  <a:pt x="4442405" y="381578"/>
                </a:cubicBezTo>
                <a:cubicBezTo>
                  <a:pt x="4440322" y="379868"/>
                  <a:pt x="4445045" y="377840"/>
                  <a:pt x="4452909" y="377087"/>
                </a:cubicBezTo>
                <a:close/>
                <a:moveTo>
                  <a:pt x="6399105" y="376153"/>
                </a:moveTo>
                <a:cubicBezTo>
                  <a:pt x="6406941" y="375241"/>
                  <a:pt x="6417389" y="376085"/>
                  <a:pt x="6422584" y="378023"/>
                </a:cubicBezTo>
                <a:cubicBezTo>
                  <a:pt x="6427725" y="379983"/>
                  <a:pt x="6425613" y="382285"/>
                  <a:pt x="6417666" y="383197"/>
                </a:cubicBezTo>
                <a:cubicBezTo>
                  <a:pt x="6409858" y="384132"/>
                  <a:pt x="6399272" y="383242"/>
                  <a:pt x="6394131" y="381283"/>
                </a:cubicBezTo>
                <a:cubicBezTo>
                  <a:pt x="6389047" y="379345"/>
                  <a:pt x="6391297" y="377042"/>
                  <a:pt x="6399105" y="376153"/>
                </a:cubicBezTo>
                <a:close/>
                <a:moveTo>
                  <a:pt x="4831056" y="374671"/>
                </a:moveTo>
                <a:cubicBezTo>
                  <a:pt x="4836251" y="374170"/>
                  <a:pt x="4841837" y="374626"/>
                  <a:pt x="4843587" y="375788"/>
                </a:cubicBezTo>
                <a:cubicBezTo>
                  <a:pt x="4845394" y="376928"/>
                  <a:pt x="4842587" y="378296"/>
                  <a:pt x="4837363" y="378821"/>
                </a:cubicBezTo>
                <a:cubicBezTo>
                  <a:pt x="4832111" y="379345"/>
                  <a:pt x="4826499" y="378843"/>
                  <a:pt x="4824748" y="377703"/>
                </a:cubicBezTo>
                <a:cubicBezTo>
                  <a:pt x="4823081" y="376564"/>
                  <a:pt x="4825832" y="375195"/>
                  <a:pt x="4831056" y="374671"/>
                </a:cubicBezTo>
                <a:close/>
                <a:moveTo>
                  <a:pt x="3496919" y="373887"/>
                </a:moveTo>
                <a:cubicBezTo>
                  <a:pt x="3503629" y="374534"/>
                  <a:pt x="3508333" y="375856"/>
                  <a:pt x="3509416" y="377703"/>
                </a:cubicBezTo>
                <a:cubicBezTo>
                  <a:pt x="3511611" y="381396"/>
                  <a:pt x="3498468" y="385795"/>
                  <a:pt x="3480018" y="387527"/>
                </a:cubicBezTo>
                <a:cubicBezTo>
                  <a:pt x="3461512" y="389237"/>
                  <a:pt x="3444757" y="387619"/>
                  <a:pt x="3442728" y="383880"/>
                </a:cubicBezTo>
                <a:cubicBezTo>
                  <a:pt x="3440700" y="380187"/>
                  <a:pt x="3453982" y="375811"/>
                  <a:pt x="3472377" y="374124"/>
                </a:cubicBezTo>
                <a:cubicBezTo>
                  <a:pt x="3481490" y="373269"/>
                  <a:pt x="3490209" y="373240"/>
                  <a:pt x="3496919" y="373887"/>
                </a:cubicBezTo>
                <a:close/>
                <a:moveTo>
                  <a:pt x="6784244" y="373586"/>
                </a:moveTo>
                <a:cubicBezTo>
                  <a:pt x="6793118" y="374284"/>
                  <a:pt x="6801482" y="375708"/>
                  <a:pt x="6807234" y="377703"/>
                </a:cubicBezTo>
                <a:cubicBezTo>
                  <a:pt x="6818932" y="381715"/>
                  <a:pt x="6815793" y="386456"/>
                  <a:pt x="6800121" y="388325"/>
                </a:cubicBezTo>
                <a:cubicBezTo>
                  <a:pt x="6784393" y="390195"/>
                  <a:pt x="6762275" y="388417"/>
                  <a:pt x="6750661" y="384382"/>
                </a:cubicBezTo>
                <a:cubicBezTo>
                  <a:pt x="6739157" y="380370"/>
                  <a:pt x="6742547" y="375674"/>
                  <a:pt x="6758191" y="373828"/>
                </a:cubicBezTo>
                <a:cubicBezTo>
                  <a:pt x="6765986" y="372916"/>
                  <a:pt x="6775370" y="372888"/>
                  <a:pt x="6784244" y="373586"/>
                </a:cubicBezTo>
                <a:close/>
                <a:moveTo>
                  <a:pt x="6159031" y="372118"/>
                </a:moveTo>
                <a:cubicBezTo>
                  <a:pt x="6162892" y="371685"/>
                  <a:pt x="6167978" y="372118"/>
                  <a:pt x="6170284" y="373053"/>
                </a:cubicBezTo>
                <a:cubicBezTo>
                  <a:pt x="6172562" y="373987"/>
                  <a:pt x="6171423" y="375104"/>
                  <a:pt x="6167421" y="375537"/>
                </a:cubicBezTo>
                <a:cubicBezTo>
                  <a:pt x="6163587" y="375970"/>
                  <a:pt x="6158530" y="375537"/>
                  <a:pt x="6156223" y="374603"/>
                </a:cubicBezTo>
                <a:cubicBezTo>
                  <a:pt x="6153889" y="373668"/>
                  <a:pt x="6155112" y="372574"/>
                  <a:pt x="6159031" y="372118"/>
                </a:cubicBezTo>
                <a:close/>
                <a:moveTo>
                  <a:pt x="7723235" y="372101"/>
                </a:moveTo>
                <a:cubicBezTo>
                  <a:pt x="7736075" y="373064"/>
                  <a:pt x="7748892" y="375025"/>
                  <a:pt x="7758672" y="377749"/>
                </a:cubicBezTo>
                <a:cubicBezTo>
                  <a:pt x="7778429" y="383220"/>
                  <a:pt x="7778456" y="389784"/>
                  <a:pt x="7758618" y="392383"/>
                </a:cubicBezTo>
                <a:cubicBezTo>
                  <a:pt x="7738694" y="394982"/>
                  <a:pt x="7706406" y="392520"/>
                  <a:pt x="7686817" y="386958"/>
                </a:cubicBezTo>
                <a:cubicBezTo>
                  <a:pt x="7667394" y="381442"/>
                  <a:pt x="7667866" y="374922"/>
                  <a:pt x="7687651" y="372438"/>
                </a:cubicBezTo>
                <a:cubicBezTo>
                  <a:pt x="7697529" y="371172"/>
                  <a:pt x="7710394" y="371138"/>
                  <a:pt x="7723235" y="372101"/>
                </a:cubicBezTo>
                <a:close/>
                <a:moveTo>
                  <a:pt x="7263125" y="371990"/>
                </a:moveTo>
                <a:cubicBezTo>
                  <a:pt x="7272680" y="372728"/>
                  <a:pt x="7281968" y="374227"/>
                  <a:pt x="7288720" y="376313"/>
                </a:cubicBezTo>
                <a:cubicBezTo>
                  <a:pt x="7302474" y="380507"/>
                  <a:pt x="7300807" y="385476"/>
                  <a:pt x="7285080" y="387414"/>
                </a:cubicBezTo>
                <a:cubicBezTo>
                  <a:pt x="7269241" y="389375"/>
                  <a:pt x="7245317" y="387528"/>
                  <a:pt x="7231841" y="383288"/>
                </a:cubicBezTo>
                <a:cubicBezTo>
                  <a:pt x="7218365" y="379117"/>
                  <a:pt x="7220170" y="374147"/>
                  <a:pt x="7235925" y="372233"/>
                </a:cubicBezTo>
                <a:cubicBezTo>
                  <a:pt x="7243747" y="371275"/>
                  <a:pt x="7253570" y="371252"/>
                  <a:pt x="7263125" y="371990"/>
                </a:cubicBezTo>
                <a:close/>
                <a:moveTo>
                  <a:pt x="5902366" y="371526"/>
                </a:moveTo>
                <a:cubicBezTo>
                  <a:pt x="5906395" y="371093"/>
                  <a:pt x="5911286" y="371526"/>
                  <a:pt x="5913425" y="372460"/>
                </a:cubicBezTo>
                <a:cubicBezTo>
                  <a:pt x="5915620" y="373395"/>
                  <a:pt x="5914119" y="374466"/>
                  <a:pt x="5910174" y="374922"/>
                </a:cubicBezTo>
                <a:cubicBezTo>
                  <a:pt x="5906284" y="375378"/>
                  <a:pt x="5901227" y="374968"/>
                  <a:pt x="5899087" y="374010"/>
                </a:cubicBezTo>
                <a:cubicBezTo>
                  <a:pt x="5896975" y="373076"/>
                  <a:pt x="5898448" y="371981"/>
                  <a:pt x="5902366" y="371526"/>
                </a:cubicBezTo>
                <a:close/>
                <a:moveTo>
                  <a:pt x="5519717" y="371526"/>
                </a:moveTo>
                <a:cubicBezTo>
                  <a:pt x="5523134" y="371116"/>
                  <a:pt x="5527164" y="371480"/>
                  <a:pt x="5528775" y="372278"/>
                </a:cubicBezTo>
                <a:cubicBezTo>
                  <a:pt x="5530304" y="373053"/>
                  <a:pt x="5528915" y="373987"/>
                  <a:pt x="5525469" y="374398"/>
                </a:cubicBezTo>
                <a:cubicBezTo>
                  <a:pt x="5522051" y="374740"/>
                  <a:pt x="5517939" y="374398"/>
                  <a:pt x="5516327" y="373600"/>
                </a:cubicBezTo>
                <a:cubicBezTo>
                  <a:pt x="5514799" y="372802"/>
                  <a:pt x="5516272" y="371890"/>
                  <a:pt x="5519717" y="371526"/>
                </a:cubicBezTo>
                <a:close/>
                <a:moveTo>
                  <a:pt x="3852187" y="371212"/>
                </a:moveTo>
                <a:cubicBezTo>
                  <a:pt x="3859520" y="371895"/>
                  <a:pt x="3864876" y="373291"/>
                  <a:pt x="3866501" y="375241"/>
                </a:cubicBezTo>
                <a:cubicBezTo>
                  <a:pt x="3869807" y="379162"/>
                  <a:pt x="3857054" y="383858"/>
                  <a:pt x="3837825" y="385681"/>
                </a:cubicBezTo>
                <a:cubicBezTo>
                  <a:pt x="3818486" y="387527"/>
                  <a:pt x="3800174" y="385795"/>
                  <a:pt x="3797062" y="381829"/>
                </a:cubicBezTo>
                <a:cubicBezTo>
                  <a:pt x="3793923" y="377863"/>
                  <a:pt x="3806898" y="373235"/>
                  <a:pt x="3826016" y="371457"/>
                </a:cubicBezTo>
                <a:cubicBezTo>
                  <a:pt x="3835547" y="370556"/>
                  <a:pt x="3844855" y="370528"/>
                  <a:pt x="3852187" y="371212"/>
                </a:cubicBezTo>
                <a:close/>
                <a:moveTo>
                  <a:pt x="3041724" y="370161"/>
                </a:moveTo>
                <a:cubicBezTo>
                  <a:pt x="3049688" y="370950"/>
                  <a:pt x="3054926" y="372563"/>
                  <a:pt x="3055578" y="374808"/>
                </a:cubicBezTo>
                <a:cubicBezTo>
                  <a:pt x="3056829" y="379321"/>
                  <a:pt x="3038879" y="384747"/>
                  <a:pt x="3015538" y="386844"/>
                </a:cubicBezTo>
                <a:cubicBezTo>
                  <a:pt x="2992031" y="388964"/>
                  <a:pt x="2972218" y="386958"/>
                  <a:pt x="2971219" y="382399"/>
                </a:cubicBezTo>
                <a:cubicBezTo>
                  <a:pt x="2970219" y="377840"/>
                  <a:pt x="2988279" y="372506"/>
                  <a:pt x="3011509" y="370454"/>
                </a:cubicBezTo>
                <a:cubicBezTo>
                  <a:pt x="3023069" y="369406"/>
                  <a:pt x="3033759" y="369371"/>
                  <a:pt x="3041724" y="370161"/>
                </a:cubicBezTo>
                <a:close/>
                <a:moveTo>
                  <a:pt x="4948065" y="369839"/>
                </a:moveTo>
                <a:cubicBezTo>
                  <a:pt x="4950232" y="369611"/>
                  <a:pt x="4952733" y="369839"/>
                  <a:pt x="4953511" y="370318"/>
                </a:cubicBezTo>
                <a:cubicBezTo>
                  <a:pt x="4954345" y="370796"/>
                  <a:pt x="4953178" y="371411"/>
                  <a:pt x="4950871" y="371640"/>
                </a:cubicBezTo>
                <a:cubicBezTo>
                  <a:pt x="4948676" y="371845"/>
                  <a:pt x="4946231" y="371640"/>
                  <a:pt x="4945398" y="371161"/>
                </a:cubicBezTo>
                <a:cubicBezTo>
                  <a:pt x="4944647" y="370637"/>
                  <a:pt x="4945814" y="370066"/>
                  <a:pt x="4948065" y="369839"/>
                </a:cubicBezTo>
                <a:close/>
                <a:moveTo>
                  <a:pt x="2896196" y="368562"/>
                </a:moveTo>
                <a:cubicBezTo>
                  <a:pt x="2902892" y="367992"/>
                  <a:pt x="2908533" y="368539"/>
                  <a:pt x="2908644" y="369839"/>
                </a:cubicBezTo>
                <a:cubicBezTo>
                  <a:pt x="2908894" y="371116"/>
                  <a:pt x="2903726" y="372620"/>
                  <a:pt x="2897029" y="373189"/>
                </a:cubicBezTo>
                <a:cubicBezTo>
                  <a:pt x="2890277" y="373782"/>
                  <a:pt x="2884747" y="373235"/>
                  <a:pt x="2884553" y="371935"/>
                </a:cubicBezTo>
                <a:cubicBezTo>
                  <a:pt x="2884303" y="370682"/>
                  <a:pt x="2889583" y="369154"/>
                  <a:pt x="2896196" y="368562"/>
                </a:cubicBezTo>
                <a:close/>
                <a:moveTo>
                  <a:pt x="5407070" y="367149"/>
                </a:moveTo>
                <a:cubicBezTo>
                  <a:pt x="5409654" y="366852"/>
                  <a:pt x="5412655" y="367126"/>
                  <a:pt x="5413878" y="367696"/>
                </a:cubicBezTo>
                <a:cubicBezTo>
                  <a:pt x="5415017" y="368288"/>
                  <a:pt x="5413794" y="368995"/>
                  <a:pt x="5411266" y="369268"/>
                </a:cubicBezTo>
                <a:cubicBezTo>
                  <a:pt x="5408654" y="369542"/>
                  <a:pt x="5405597" y="369268"/>
                  <a:pt x="5404513" y="368699"/>
                </a:cubicBezTo>
                <a:cubicBezTo>
                  <a:pt x="5403291" y="368106"/>
                  <a:pt x="5404486" y="367399"/>
                  <a:pt x="5407070" y="367149"/>
                </a:cubicBezTo>
                <a:close/>
                <a:moveTo>
                  <a:pt x="5063267" y="365986"/>
                </a:moveTo>
                <a:cubicBezTo>
                  <a:pt x="5065547" y="365759"/>
                  <a:pt x="5067936" y="365986"/>
                  <a:pt x="5068741" y="366465"/>
                </a:cubicBezTo>
                <a:cubicBezTo>
                  <a:pt x="5069575" y="366944"/>
                  <a:pt x="5068520" y="367559"/>
                  <a:pt x="5066324" y="367742"/>
                </a:cubicBezTo>
                <a:cubicBezTo>
                  <a:pt x="5064073" y="367992"/>
                  <a:pt x="5061656" y="367764"/>
                  <a:pt x="5060767" y="367263"/>
                </a:cubicBezTo>
                <a:cubicBezTo>
                  <a:pt x="5059989" y="366761"/>
                  <a:pt x="5061101" y="366214"/>
                  <a:pt x="5063267" y="365986"/>
                </a:cubicBezTo>
                <a:close/>
                <a:moveTo>
                  <a:pt x="7842936" y="365302"/>
                </a:moveTo>
                <a:cubicBezTo>
                  <a:pt x="7856128" y="366282"/>
                  <a:pt x="7869388" y="368277"/>
                  <a:pt x="7879628" y="371047"/>
                </a:cubicBezTo>
                <a:cubicBezTo>
                  <a:pt x="7900301" y="376631"/>
                  <a:pt x="7900968" y="383333"/>
                  <a:pt x="7880850" y="385955"/>
                </a:cubicBezTo>
                <a:cubicBezTo>
                  <a:pt x="7860732" y="388553"/>
                  <a:pt x="7827500" y="386091"/>
                  <a:pt x="7807022" y="380415"/>
                </a:cubicBezTo>
                <a:cubicBezTo>
                  <a:pt x="7786598" y="374808"/>
                  <a:pt x="7786598" y="368174"/>
                  <a:pt x="7806660" y="365644"/>
                </a:cubicBezTo>
                <a:cubicBezTo>
                  <a:pt x="7816622" y="364356"/>
                  <a:pt x="7829744" y="364322"/>
                  <a:pt x="7842936" y="365302"/>
                </a:cubicBezTo>
                <a:close/>
                <a:moveTo>
                  <a:pt x="3376319" y="365185"/>
                </a:moveTo>
                <a:cubicBezTo>
                  <a:pt x="3383383" y="365867"/>
                  <a:pt x="3388239" y="367252"/>
                  <a:pt x="3389239" y="369178"/>
                </a:cubicBezTo>
                <a:cubicBezTo>
                  <a:pt x="3391240" y="373076"/>
                  <a:pt x="3376847" y="377749"/>
                  <a:pt x="3357118" y="379550"/>
                </a:cubicBezTo>
                <a:cubicBezTo>
                  <a:pt x="3337279" y="381350"/>
                  <a:pt x="3319662" y="379641"/>
                  <a:pt x="3317829" y="375720"/>
                </a:cubicBezTo>
                <a:cubicBezTo>
                  <a:pt x="3316023" y="371800"/>
                  <a:pt x="3330527" y="367195"/>
                  <a:pt x="3350144" y="365417"/>
                </a:cubicBezTo>
                <a:cubicBezTo>
                  <a:pt x="3359980" y="364528"/>
                  <a:pt x="3369255" y="364505"/>
                  <a:pt x="3376319" y="365185"/>
                </a:cubicBezTo>
                <a:close/>
                <a:moveTo>
                  <a:pt x="4564277" y="365097"/>
                </a:moveTo>
                <a:cubicBezTo>
                  <a:pt x="4572030" y="364322"/>
                  <a:pt x="4580171" y="365052"/>
                  <a:pt x="4582422" y="366716"/>
                </a:cubicBezTo>
                <a:cubicBezTo>
                  <a:pt x="4584673" y="368357"/>
                  <a:pt x="4580254" y="370363"/>
                  <a:pt x="4572474" y="371116"/>
                </a:cubicBezTo>
                <a:cubicBezTo>
                  <a:pt x="4564611" y="371890"/>
                  <a:pt x="4556497" y="371161"/>
                  <a:pt x="4554218" y="369497"/>
                </a:cubicBezTo>
                <a:cubicBezTo>
                  <a:pt x="4551967" y="367833"/>
                  <a:pt x="4556497" y="365872"/>
                  <a:pt x="4564277" y="365097"/>
                </a:cubicBezTo>
                <a:close/>
                <a:moveTo>
                  <a:pt x="4083584" y="365061"/>
                </a:moveTo>
                <a:cubicBezTo>
                  <a:pt x="4089300" y="365588"/>
                  <a:pt x="4093586" y="366659"/>
                  <a:pt x="4095073" y="368152"/>
                </a:cubicBezTo>
                <a:cubicBezTo>
                  <a:pt x="4098157" y="371162"/>
                  <a:pt x="4088904" y="374717"/>
                  <a:pt x="4074372" y="376130"/>
                </a:cubicBezTo>
                <a:cubicBezTo>
                  <a:pt x="4059785" y="377521"/>
                  <a:pt x="4045502" y="376199"/>
                  <a:pt x="4042612" y="373167"/>
                </a:cubicBezTo>
                <a:cubicBezTo>
                  <a:pt x="4039667" y="370158"/>
                  <a:pt x="4049031" y="366625"/>
                  <a:pt x="4063508" y="365234"/>
                </a:cubicBezTo>
                <a:cubicBezTo>
                  <a:pt x="4070719" y="364550"/>
                  <a:pt x="4077867" y="364533"/>
                  <a:pt x="4083584" y="365061"/>
                </a:cubicBezTo>
                <a:close/>
                <a:moveTo>
                  <a:pt x="6916067" y="365004"/>
                </a:moveTo>
                <a:cubicBezTo>
                  <a:pt x="6925855" y="365770"/>
                  <a:pt x="6935163" y="367320"/>
                  <a:pt x="6941665" y="369474"/>
                </a:cubicBezTo>
                <a:cubicBezTo>
                  <a:pt x="6954864" y="373805"/>
                  <a:pt x="6951918" y="379002"/>
                  <a:pt x="6934968" y="381008"/>
                </a:cubicBezTo>
                <a:cubicBezTo>
                  <a:pt x="6917991" y="383037"/>
                  <a:pt x="6893567" y="381099"/>
                  <a:pt x="6880451" y="376723"/>
                </a:cubicBezTo>
                <a:cubicBezTo>
                  <a:pt x="6867503" y="372392"/>
                  <a:pt x="6870726" y="367240"/>
                  <a:pt x="6887593" y="365234"/>
                </a:cubicBezTo>
                <a:cubicBezTo>
                  <a:pt x="6896012" y="364254"/>
                  <a:pt x="6906279" y="364237"/>
                  <a:pt x="6916067" y="365004"/>
                </a:cubicBezTo>
                <a:close/>
                <a:moveTo>
                  <a:pt x="5293729" y="364961"/>
                </a:moveTo>
                <a:cubicBezTo>
                  <a:pt x="5295229" y="364847"/>
                  <a:pt x="5296980" y="364961"/>
                  <a:pt x="5297648" y="365325"/>
                </a:cubicBezTo>
                <a:cubicBezTo>
                  <a:pt x="5298342" y="365667"/>
                  <a:pt x="5297535" y="366055"/>
                  <a:pt x="5296007" y="366237"/>
                </a:cubicBezTo>
                <a:cubicBezTo>
                  <a:pt x="5294507" y="366351"/>
                  <a:pt x="5292729" y="366237"/>
                  <a:pt x="5292090" y="365872"/>
                </a:cubicBezTo>
                <a:cubicBezTo>
                  <a:pt x="5291479" y="365530"/>
                  <a:pt x="5292146" y="365143"/>
                  <a:pt x="5293729" y="364961"/>
                </a:cubicBezTo>
                <a:close/>
                <a:moveTo>
                  <a:pt x="6553203" y="364203"/>
                </a:moveTo>
                <a:cubicBezTo>
                  <a:pt x="6560372" y="364772"/>
                  <a:pt x="6567033" y="365929"/>
                  <a:pt x="6571493" y="367536"/>
                </a:cubicBezTo>
                <a:cubicBezTo>
                  <a:pt x="6580579" y="370773"/>
                  <a:pt x="6577300" y="374625"/>
                  <a:pt x="6564269" y="376153"/>
                </a:cubicBezTo>
                <a:cubicBezTo>
                  <a:pt x="6551098" y="377657"/>
                  <a:pt x="6533231" y="376244"/>
                  <a:pt x="6524283" y="372961"/>
                </a:cubicBezTo>
                <a:cubicBezTo>
                  <a:pt x="6515447" y="369701"/>
                  <a:pt x="6518893" y="365849"/>
                  <a:pt x="6531869" y="364390"/>
                </a:cubicBezTo>
                <a:cubicBezTo>
                  <a:pt x="6538357" y="363649"/>
                  <a:pt x="6546034" y="363632"/>
                  <a:pt x="6553203" y="364203"/>
                </a:cubicBezTo>
                <a:close/>
                <a:moveTo>
                  <a:pt x="5178164" y="364094"/>
                </a:moveTo>
                <a:cubicBezTo>
                  <a:pt x="5180776" y="363843"/>
                  <a:pt x="5183694" y="364094"/>
                  <a:pt x="5184806" y="364687"/>
                </a:cubicBezTo>
                <a:cubicBezTo>
                  <a:pt x="5185806" y="365257"/>
                  <a:pt x="5184583" y="365940"/>
                  <a:pt x="5181888" y="366237"/>
                </a:cubicBezTo>
                <a:cubicBezTo>
                  <a:pt x="5179276" y="366488"/>
                  <a:pt x="5176386" y="366259"/>
                  <a:pt x="5175303" y="365667"/>
                </a:cubicBezTo>
                <a:cubicBezTo>
                  <a:pt x="5174219" y="365074"/>
                  <a:pt x="5175441" y="364414"/>
                  <a:pt x="5178164" y="364094"/>
                </a:cubicBezTo>
                <a:close/>
                <a:moveTo>
                  <a:pt x="7388091" y="363425"/>
                </a:moveTo>
                <a:cubicBezTo>
                  <a:pt x="7399734" y="364306"/>
                  <a:pt x="7411134" y="366100"/>
                  <a:pt x="7419539" y="368608"/>
                </a:cubicBezTo>
                <a:cubicBezTo>
                  <a:pt x="7436461" y="373623"/>
                  <a:pt x="7435099" y="379618"/>
                  <a:pt x="7416177" y="381989"/>
                </a:cubicBezTo>
                <a:cubicBezTo>
                  <a:pt x="7397226" y="384337"/>
                  <a:pt x="7368161" y="382125"/>
                  <a:pt x="7351379" y="377019"/>
                </a:cubicBezTo>
                <a:cubicBezTo>
                  <a:pt x="7334651" y="371959"/>
                  <a:pt x="7336429" y="366032"/>
                  <a:pt x="7355185" y="363730"/>
                </a:cubicBezTo>
                <a:cubicBezTo>
                  <a:pt x="7364563" y="362578"/>
                  <a:pt x="7376449" y="362545"/>
                  <a:pt x="7388091" y="363425"/>
                </a:cubicBezTo>
                <a:close/>
                <a:moveTo>
                  <a:pt x="3724513" y="361974"/>
                </a:moveTo>
                <a:cubicBezTo>
                  <a:pt x="3731730" y="362652"/>
                  <a:pt x="3736919" y="364037"/>
                  <a:pt x="3738378" y="365963"/>
                </a:cubicBezTo>
                <a:cubicBezTo>
                  <a:pt x="3741351" y="369838"/>
                  <a:pt x="3728124" y="374465"/>
                  <a:pt x="3708812" y="376267"/>
                </a:cubicBezTo>
                <a:cubicBezTo>
                  <a:pt x="3689556" y="378067"/>
                  <a:pt x="3671578" y="376380"/>
                  <a:pt x="3668827" y="372460"/>
                </a:cubicBezTo>
                <a:cubicBezTo>
                  <a:pt x="3665966" y="368562"/>
                  <a:pt x="3679359" y="363980"/>
                  <a:pt x="3698476" y="362225"/>
                </a:cubicBezTo>
                <a:cubicBezTo>
                  <a:pt x="3708049" y="361324"/>
                  <a:pt x="3717294" y="361295"/>
                  <a:pt x="3724513" y="361974"/>
                </a:cubicBezTo>
                <a:close/>
                <a:moveTo>
                  <a:pt x="2781242" y="361860"/>
                </a:moveTo>
                <a:cubicBezTo>
                  <a:pt x="2785604" y="361473"/>
                  <a:pt x="2789189" y="361837"/>
                  <a:pt x="2789244" y="362658"/>
                </a:cubicBezTo>
                <a:cubicBezTo>
                  <a:pt x="2789328" y="363478"/>
                  <a:pt x="2785855" y="364482"/>
                  <a:pt x="2781520" y="364869"/>
                </a:cubicBezTo>
                <a:cubicBezTo>
                  <a:pt x="2777102" y="365257"/>
                  <a:pt x="2773517" y="364892"/>
                  <a:pt x="2773517" y="364071"/>
                </a:cubicBezTo>
                <a:cubicBezTo>
                  <a:pt x="2773378" y="363228"/>
                  <a:pt x="2776879" y="362247"/>
                  <a:pt x="2781242" y="361860"/>
                </a:cubicBezTo>
                <a:close/>
                <a:moveTo>
                  <a:pt x="8076439" y="361747"/>
                </a:moveTo>
                <a:cubicBezTo>
                  <a:pt x="8078497" y="361473"/>
                  <a:pt x="8081970" y="361747"/>
                  <a:pt x="8084275" y="362339"/>
                </a:cubicBezTo>
                <a:cubicBezTo>
                  <a:pt x="8086526" y="362932"/>
                  <a:pt x="8086638" y="363616"/>
                  <a:pt x="8084554" y="363843"/>
                </a:cubicBezTo>
                <a:cubicBezTo>
                  <a:pt x="8082498" y="364140"/>
                  <a:pt x="8079024" y="363889"/>
                  <a:pt x="8076745" y="363319"/>
                </a:cubicBezTo>
                <a:cubicBezTo>
                  <a:pt x="8074551" y="362726"/>
                  <a:pt x="8074385" y="362043"/>
                  <a:pt x="8076439" y="361747"/>
                </a:cubicBezTo>
                <a:close/>
                <a:moveTo>
                  <a:pt x="4326105" y="361712"/>
                </a:moveTo>
                <a:cubicBezTo>
                  <a:pt x="4331321" y="362185"/>
                  <a:pt x="4335344" y="363148"/>
                  <a:pt x="4336927" y="364482"/>
                </a:cubicBezTo>
                <a:cubicBezTo>
                  <a:pt x="4340207" y="367172"/>
                  <a:pt x="4332370" y="370385"/>
                  <a:pt x="4319532" y="371640"/>
                </a:cubicBezTo>
                <a:cubicBezTo>
                  <a:pt x="4306612" y="372916"/>
                  <a:pt x="4293692" y="371708"/>
                  <a:pt x="4290551" y="369018"/>
                </a:cubicBezTo>
                <a:cubicBezTo>
                  <a:pt x="4287495" y="366283"/>
                  <a:pt x="4295303" y="363114"/>
                  <a:pt x="4308113" y="361883"/>
                </a:cubicBezTo>
                <a:cubicBezTo>
                  <a:pt x="4314476" y="361256"/>
                  <a:pt x="4320888" y="361239"/>
                  <a:pt x="4326105" y="361712"/>
                </a:cubicBezTo>
                <a:close/>
                <a:moveTo>
                  <a:pt x="7961528" y="360908"/>
                </a:moveTo>
                <a:cubicBezTo>
                  <a:pt x="7972198" y="361690"/>
                  <a:pt x="7982994" y="363273"/>
                  <a:pt x="7991386" y="365485"/>
                </a:cubicBezTo>
                <a:cubicBezTo>
                  <a:pt x="8008279" y="369952"/>
                  <a:pt x="8009225" y="375309"/>
                  <a:pt x="7993360" y="377361"/>
                </a:cubicBezTo>
                <a:cubicBezTo>
                  <a:pt x="7977354" y="379459"/>
                  <a:pt x="7950622" y="377475"/>
                  <a:pt x="7933840" y="372962"/>
                </a:cubicBezTo>
                <a:cubicBezTo>
                  <a:pt x="7917140" y="368494"/>
                  <a:pt x="7916501" y="363228"/>
                  <a:pt x="7932422" y="361154"/>
                </a:cubicBezTo>
                <a:cubicBezTo>
                  <a:pt x="7940314" y="360150"/>
                  <a:pt x="7950858" y="360128"/>
                  <a:pt x="7961528" y="360908"/>
                </a:cubicBezTo>
                <a:close/>
                <a:moveTo>
                  <a:pt x="5794220" y="360242"/>
                </a:moveTo>
                <a:cubicBezTo>
                  <a:pt x="5799027" y="359741"/>
                  <a:pt x="5804974" y="360219"/>
                  <a:pt x="5807503" y="361314"/>
                </a:cubicBezTo>
                <a:cubicBezTo>
                  <a:pt x="5810004" y="362453"/>
                  <a:pt x="5808003" y="363776"/>
                  <a:pt x="5803335" y="364300"/>
                </a:cubicBezTo>
                <a:cubicBezTo>
                  <a:pt x="5798500" y="364824"/>
                  <a:pt x="5792581" y="364322"/>
                  <a:pt x="5789997" y="363206"/>
                </a:cubicBezTo>
                <a:cubicBezTo>
                  <a:pt x="5787552" y="362066"/>
                  <a:pt x="5789441" y="360767"/>
                  <a:pt x="5794220" y="360242"/>
                </a:cubicBezTo>
                <a:close/>
                <a:moveTo>
                  <a:pt x="6299685" y="359148"/>
                </a:moveTo>
                <a:cubicBezTo>
                  <a:pt x="6307882" y="358236"/>
                  <a:pt x="6318746" y="359102"/>
                  <a:pt x="6323915" y="361086"/>
                </a:cubicBezTo>
                <a:cubicBezTo>
                  <a:pt x="6329110" y="363091"/>
                  <a:pt x="6326693" y="365485"/>
                  <a:pt x="6318496" y="366374"/>
                </a:cubicBezTo>
                <a:cubicBezTo>
                  <a:pt x="6310272" y="367309"/>
                  <a:pt x="6299351" y="366419"/>
                  <a:pt x="6294183" y="364414"/>
                </a:cubicBezTo>
                <a:cubicBezTo>
                  <a:pt x="6289015" y="362430"/>
                  <a:pt x="6291488" y="360083"/>
                  <a:pt x="6299685" y="359148"/>
                </a:cubicBezTo>
                <a:close/>
                <a:moveTo>
                  <a:pt x="7044888" y="357387"/>
                </a:moveTo>
                <a:cubicBezTo>
                  <a:pt x="7054798" y="358151"/>
                  <a:pt x="7064314" y="359695"/>
                  <a:pt x="7071123" y="361838"/>
                </a:cubicBezTo>
                <a:cubicBezTo>
                  <a:pt x="7084793" y="366169"/>
                  <a:pt x="7082265" y="371366"/>
                  <a:pt x="7065342" y="373395"/>
                </a:cubicBezTo>
                <a:cubicBezTo>
                  <a:pt x="7048477" y="375424"/>
                  <a:pt x="7023663" y="373486"/>
                  <a:pt x="7010131" y="369109"/>
                </a:cubicBezTo>
                <a:cubicBezTo>
                  <a:pt x="6996710" y="364755"/>
                  <a:pt x="6999517" y="359627"/>
                  <a:pt x="7016300" y="357621"/>
                </a:cubicBezTo>
                <a:cubicBezTo>
                  <a:pt x="7024677" y="356640"/>
                  <a:pt x="7034979" y="356623"/>
                  <a:pt x="7044888" y="357387"/>
                </a:cubicBezTo>
                <a:close/>
                <a:moveTo>
                  <a:pt x="3256289" y="357190"/>
                </a:moveTo>
                <a:cubicBezTo>
                  <a:pt x="3263242" y="357865"/>
                  <a:pt x="3267952" y="359239"/>
                  <a:pt x="3268758" y="361154"/>
                </a:cubicBezTo>
                <a:cubicBezTo>
                  <a:pt x="3270453" y="364983"/>
                  <a:pt x="3255809" y="369588"/>
                  <a:pt x="3236025" y="371389"/>
                </a:cubicBezTo>
                <a:cubicBezTo>
                  <a:pt x="3216102" y="373190"/>
                  <a:pt x="3198791" y="371480"/>
                  <a:pt x="3197291" y="367605"/>
                </a:cubicBezTo>
                <a:cubicBezTo>
                  <a:pt x="3195846" y="363730"/>
                  <a:pt x="3210684" y="359171"/>
                  <a:pt x="3230356" y="357415"/>
                </a:cubicBezTo>
                <a:cubicBezTo>
                  <a:pt x="3240138" y="356538"/>
                  <a:pt x="3249335" y="356515"/>
                  <a:pt x="3256289" y="357190"/>
                </a:cubicBezTo>
                <a:close/>
                <a:moveTo>
                  <a:pt x="6053941" y="357051"/>
                </a:moveTo>
                <a:cubicBezTo>
                  <a:pt x="6059832" y="356436"/>
                  <a:pt x="6067390" y="357051"/>
                  <a:pt x="6070835" y="358441"/>
                </a:cubicBezTo>
                <a:cubicBezTo>
                  <a:pt x="6074281" y="359855"/>
                  <a:pt x="6072224" y="361519"/>
                  <a:pt x="6066278" y="362157"/>
                </a:cubicBezTo>
                <a:cubicBezTo>
                  <a:pt x="6060387" y="362818"/>
                  <a:pt x="6052746" y="362225"/>
                  <a:pt x="6049384" y="360789"/>
                </a:cubicBezTo>
                <a:cubicBezTo>
                  <a:pt x="6045994" y="359398"/>
                  <a:pt x="6048023" y="357689"/>
                  <a:pt x="6053941" y="357051"/>
                </a:cubicBezTo>
                <a:close/>
                <a:moveTo>
                  <a:pt x="7510626" y="356495"/>
                </a:moveTo>
                <a:cubicBezTo>
                  <a:pt x="7522494" y="357381"/>
                  <a:pt x="7534200" y="359182"/>
                  <a:pt x="7542939" y="361701"/>
                </a:cubicBezTo>
                <a:cubicBezTo>
                  <a:pt x="7560610" y="366784"/>
                  <a:pt x="7559721" y="372847"/>
                  <a:pt x="7540772" y="375218"/>
                </a:cubicBezTo>
                <a:cubicBezTo>
                  <a:pt x="7521821" y="377590"/>
                  <a:pt x="7492145" y="375378"/>
                  <a:pt x="7474584" y="370204"/>
                </a:cubicBezTo>
                <a:cubicBezTo>
                  <a:pt x="7457161" y="365097"/>
                  <a:pt x="7458468" y="359102"/>
                  <a:pt x="7477335" y="356777"/>
                </a:cubicBezTo>
                <a:cubicBezTo>
                  <a:pt x="7486726" y="355638"/>
                  <a:pt x="7498758" y="355609"/>
                  <a:pt x="7510626" y="356495"/>
                </a:cubicBezTo>
                <a:close/>
                <a:moveTo>
                  <a:pt x="8195644" y="356138"/>
                </a:moveTo>
                <a:cubicBezTo>
                  <a:pt x="8196393" y="356048"/>
                  <a:pt x="8197561" y="356138"/>
                  <a:pt x="8198312" y="356344"/>
                </a:cubicBezTo>
                <a:cubicBezTo>
                  <a:pt x="8199062" y="356526"/>
                  <a:pt x="8199088" y="356731"/>
                  <a:pt x="8198451" y="356845"/>
                </a:cubicBezTo>
                <a:cubicBezTo>
                  <a:pt x="8197755" y="356936"/>
                  <a:pt x="8196505" y="356845"/>
                  <a:pt x="8195783" y="356640"/>
                </a:cubicBezTo>
                <a:cubicBezTo>
                  <a:pt x="8195087" y="356481"/>
                  <a:pt x="8195005" y="356230"/>
                  <a:pt x="8195644" y="356138"/>
                </a:cubicBezTo>
                <a:close/>
                <a:moveTo>
                  <a:pt x="4675757" y="354680"/>
                </a:moveTo>
                <a:cubicBezTo>
                  <a:pt x="4684315" y="353836"/>
                  <a:pt x="4693402" y="354634"/>
                  <a:pt x="4696097" y="356480"/>
                </a:cubicBezTo>
                <a:cubicBezTo>
                  <a:pt x="4698792" y="358304"/>
                  <a:pt x="4694012" y="360493"/>
                  <a:pt x="4685371" y="361359"/>
                </a:cubicBezTo>
                <a:cubicBezTo>
                  <a:pt x="4676785" y="362202"/>
                  <a:pt x="4667616" y="361404"/>
                  <a:pt x="4665059" y="359558"/>
                </a:cubicBezTo>
                <a:cubicBezTo>
                  <a:pt x="4662419" y="357711"/>
                  <a:pt x="4667198" y="355523"/>
                  <a:pt x="4675757" y="354680"/>
                </a:cubicBezTo>
                <a:close/>
                <a:moveTo>
                  <a:pt x="2667595" y="354475"/>
                </a:moveTo>
                <a:cubicBezTo>
                  <a:pt x="2671986" y="354087"/>
                  <a:pt x="2675459" y="354453"/>
                  <a:pt x="2675542" y="355272"/>
                </a:cubicBezTo>
                <a:cubicBezTo>
                  <a:pt x="2675542" y="356093"/>
                  <a:pt x="2671930" y="357051"/>
                  <a:pt x="2667595" y="357461"/>
                </a:cubicBezTo>
                <a:cubicBezTo>
                  <a:pt x="2663233" y="357849"/>
                  <a:pt x="2659676" y="357461"/>
                  <a:pt x="2659676" y="356641"/>
                </a:cubicBezTo>
                <a:cubicBezTo>
                  <a:pt x="2659676" y="355843"/>
                  <a:pt x="2663205" y="354862"/>
                  <a:pt x="2667595" y="354475"/>
                </a:cubicBezTo>
                <a:close/>
                <a:moveTo>
                  <a:pt x="6690200" y="353506"/>
                </a:moveTo>
                <a:cubicBezTo>
                  <a:pt x="6699777" y="354252"/>
                  <a:pt x="6708772" y="355774"/>
                  <a:pt x="6714927" y="357894"/>
                </a:cubicBezTo>
                <a:cubicBezTo>
                  <a:pt x="6727320" y="362157"/>
                  <a:pt x="6723569" y="367263"/>
                  <a:pt x="6706480" y="369246"/>
                </a:cubicBezTo>
                <a:cubicBezTo>
                  <a:pt x="6689252" y="371252"/>
                  <a:pt x="6665301" y="369337"/>
                  <a:pt x="6652991" y="365028"/>
                </a:cubicBezTo>
                <a:cubicBezTo>
                  <a:pt x="6640876" y="360766"/>
                  <a:pt x="6644961" y="355705"/>
                  <a:pt x="6661994" y="353768"/>
                </a:cubicBezTo>
                <a:cubicBezTo>
                  <a:pt x="6670469" y="352788"/>
                  <a:pt x="6680625" y="352759"/>
                  <a:pt x="6690200" y="353506"/>
                </a:cubicBezTo>
                <a:close/>
                <a:moveTo>
                  <a:pt x="3598976" y="353395"/>
                </a:moveTo>
                <a:cubicBezTo>
                  <a:pt x="3605905" y="354047"/>
                  <a:pt x="3610811" y="355375"/>
                  <a:pt x="3612032" y="357233"/>
                </a:cubicBezTo>
                <a:cubicBezTo>
                  <a:pt x="3614616" y="360971"/>
                  <a:pt x="3601445" y="365416"/>
                  <a:pt x="3582606" y="367171"/>
                </a:cubicBezTo>
                <a:cubicBezTo>
                  <a:pt x="3563684" y="368904"/>
                  <a:pt x="3546456" y="367285"/>
                  <a:pt x="3544067" y="363501"/>
                </a:cubicBezTo>
                <a:cubicBezTo>
                  <a:pt x="3541816" y="359763"/>
                  <a:pt x="3555014" y="355318"/>
                  <a:pt x="3573770" y="353609"/>
                </a:cubicBezTo>
                <a:cubicBezTo>
                  <a:pt x="3583093" y="352764"/>
                  <a:pt x="3592047" y="352742"/>
                  <a:pt x="3598976" y="353395"/>
                </a:cubicBezTo>
                <a:close/>
                <a:moveTo>
                  <a:pt x="3955279" y="353323"/>
                </a:moveTo>
                <a:cubicBezTo>
                  <a:pt x="3962386" y="353973"/>
                  <a:pt x="3967645" y="355295"/>
                  <a:pt x="3969340" y="357142"/>
                </a:cubicBezTo>
                <a:cubicBezTo>
                  <a:pt x="3972869" y="360880"/>
                  <a:pt x="3960781" y="365325"/>
                  <a:pt x="3942442" y="367103"/>
                </a:cubicBezTo>
                <a:cubicBezTo>
                  <a:pt x="3924020" y="368835"/>
                  <a:pt x="3906320" y="367194"/>
                  <a:pt x="3902986" y="363433"/>
                </a:cubicBezTo>
                <a:cubicBezTo>
                  <a:pt x="3899707" y="359672"/>
                  <a:pt x="3911877" y="355249"/>
                  <a:pt x="3930133" y="353540"/>
                </a:cubicBezTo>
                <a:cubicBezTo>
                  <a:pt x="3939220" y="352697"/>
                  <a:pt x="3948174" y="352674"/>
                  <a:pt x="3955279" y="353323"/>
                </a:cubicBezTo>
                <a:close/>
                <a:moveTo>
                  <a:pt x="5684658" y="350827"/>
                </a:moveTo>
                <a:cubicBezTo>
                  <a:pt x="5690494" y="350212"/>
                  <a:pt x="5697551" y="350805"/>
                  <a:pt x="5700440" y="352126"/>
                </a:cubicBezTo>
                <a:cubicBezTo>
                  <a:pt x="5703414" y="353517"/>
                  <a:pt x="5701080" y="355090"/>
                  <a:pt x="5695217" y="355705"/>
                </a:cubicBezTo>
                <a:cubicBezTo>
                  <a:pt x="5689326" y="356321"/>
                  <a:pt x="5682213" y="355729"/>
                  <a:pt x="5679296" y="354383"/>
                </a:cubicBezTo>
                <a:cubicBezTo>
                  <a:pt x="5676377" y="353038"/>
                  <a:pt x="5678795" y="351443"/>
                  <a:pt x="5684658" y="350827"/>
                </a:cubicBezTo>
                <a:close/>
                <a:moveTo>
                  <a:pt x="7171470" y="350101"/>
                </a:moveTo>
                <a:cubicBezTo>
                  <a:pt x="7181401" y="350856"/>
                  <a:pt x="7190994" y="352389"/>
                  <a:pt x="7197913" y="354520"/>
                </a:cubicBezTo>
                <a:cubicBezTo>
                  <a:pt x="7211890" y="358852"/>
                  <a:pt x="7209945" y="363981"/>
                  <a:pt x="7193245" y="365964"/>
                </a:cubicBezTo>
                <a:cubicBezTo>
                  <a:pt x="7176573" y="367947"/>
                  <a:pt x="7151815" y="366055"/>
                  <a:pt x="7137977" y="361724"/>
                </a:cubicBezTo>
                <a:cubicBezTo>
                  <a:pt x="7124223" y="357415"/>
                  <a:pt x="7126530" y="352309"/>
                  <a:pt x="7143006" y="350349"/>
                </a:cubicBezTo>
                <a:cubicBezTo>
                  <a:pt x="7151274" y="349368"/>
                  <a:pt x="7161541" y="349345"/>
                  <a:pt x="7171470" y="350101"/>
                </a:cubicBezTo>
                <a:close/>
                <a:moveTo>
                  <a:pt x="8311652" y="350098"/>
                </a:moveTo>
                <a:cubicBezTo>
                  <a:pt x="8312068" y="350053"/>
                  <a:pt x="8312624" y="350075"/>
                  <a:pt x="8313042" y="350167"/>
                </a:cubicBezTo>
                <a:cubicBezTo>
                  <a:pt x="8313375" y="350281"/>
                  <a:pt x="8313403" y="350394"/>
                  <a:pt x="8313208" y="350440"/>
                </a:cubicBezTo>
                <a:cubicBezTo>
                  <a:pt x="8312763" y="350508"/>
                  <a:pt x="8312207" y="350440"/>
                  <a:pt x="8311791" y="350327"/>
                </a:cubicBezTo>
                <a:cubicBezTo>
                  <a:pt x="8311346" y="350258"/>
                  <a:pt x="8311346" y="350144"/>
                  <a:pt x="8311652" y="350098"/>
                </a:cubicBezTo>
                <a:close/>
                <a:moveTo>
                  <a:pt x="4417842" y="349323"/>
                </a:moveTo>
                <a:cubicBezTo>
                  <a:pt x="4428623" y="348298"/>
                  <a:pt x="4439654" y="349277"/>
                  <a:pt x="4442516" y="351534"/>
                </a:cubicBezTo>
                <a:cubicBezTo>
                  <a:pt x="4445406" y="353768"/>
                  <a:pt x="4438960" y="356458"/>
                  <a:pt x="4428262" y="357529"/>
                </a:cubicBezTo>
                <a:cubicBezTo>
                  <a:pt x="4417424" y="358579"/>
                  <a:pt x="4406283" y="357575"/>
                  <a:pt x="4403476" y="355318"/>
                </a:cubicBezTo>
                <a:cubicBezTo>
                  <a:pt x="4400698" y="353039"/>
                  <a:pt x="4407117" y="350372"/>
                  <a:pt x="4417842" y="349323"/>
                </a:cubicBezTo>
                <a:close/>
                <a:moveTo>
                  <a:pt x="7631543" y="349246"/>
                </a:moveTo>
                <a:cubicBezTo>
                  <a:pt x="7644221" y="350189"/>
                  <a:pt x="7656821" y="352104"/>
                  <a:pt x="7666366" y="354771"/>
                </a:cubicBezTo>
                <a:cubicBezTo>
                  <a:pt x="7685594" y="360150"/>
                  <a:pt x="7685261" y="366556"/>
                  <a:pt x="7665421" y="369041"/>
                </a:cubicBezTo>
                <a:cubicBezTo>
                  <a:pt x="7645359" y="371570"/>
                  <a:pt x="7613572" y="369154"/>
                  <a:pt x="7594537" y="363730"/>
                </a:cubicBezTo>
                <a:cubicBezTo>
                  <a:pt x="7575615" y="358349"/>
                  <a:pt x="7576393" y="351990"/>
                  <a:pt x="7596260" y="349550"/>
                </a:cubicBezTo>
                <a:cubicBezTo>
                  <a:pt x="7606111" y="348331"/>
                  <a:pt x="7618865" y="348303"/>
                  <a:pt x="7631543" y="349246"/>
                </a:cubicBezTo>
                <a:close/>
                <a:moveTo>
                  <a:pt x="3141779" y="348314"/>
                </a:moveTo>
                <a:cubicBezTo>
                  <a:pt x="3149685" y="349089"/>
                  <a:pt x="3154957" y="350657"/>
                  <a:pt x="3155749" y="352834"/>
                </a:cubicBezTo>
                <a:cubicBezTo>
                  <a:pt x="3157305" y="357233"/>
                  <a:pt x="3140022" y="362453"/>
                  <a:pt x="3117182" y="364482"/>
                </a:cubicBezTo>
                <a:cubicBezTo>
                  <a:pt x="3094174" y="366533"/>
                  <a:pt x="3074501" y="364595"/>
                  <a:pt x="3073223" y="360151"/>
                </a:cubicBezTo>
                <a:cubicBezTo>
                  <a:pt x="3071890" y="355751"/>
                  <a:pt x="3089367" y="350577"/>
                  <a:pt x="3112013" y="348548"/>
                </a:cubicBezTo>
                <a:cubicBezTo>
                  <a:pt x="3123337" y="347556"/>
                  <a:pt x="3133874" y="347539"/>
                  <a:pt x="3141779" y="348314"/>
                </a:cubicBezTo>
                <a:close/>
                <a:moveTo>
                  <a:pt x="2555338" y="348229"/>
                </a:moveTo>
                <a:cubicBezTo>
                  <a:pt x="2556700" y="348115"/>
                  <a:pt x="2557644" y="348229"/>
                  <a:pt x="2557644" y="348479"/>
                </a:cubicBezTo>
                <a:cubicBezTo>
                  <a:pt x="2557616" y="348708"/>
                  <a:pt x="2556588" y="348981"/>
                  <a:pt x="2555254" y="349095"/>
                </a:cubicBezTo>
                <a:cubicBezTo>
                  <a:pt x="2554004" y="349186"/>
                  <a:pt x="2552976" y="349095"/>
                  <a:pt x="2552976" y="348867"/>
                </a:cubicBezTo>
                <a:cubicBezTo>
                  <a:pt x="2553004" y="348616"/>
                  <a:pt x="2554060" y="348343"/>
                  <a:pt x="2555338" y="348229"/>
                </a:cubicBezTo>
                <a:close/>
                <a:moveTo>
                  <a:pt x="4192802" y="347943"/>
                </a:moveTo>
                <a:cubicBezTo>
                  <a:pt x="4199801" y="348576"/>
                  <a:pt x="4205122" y="349870"/>
                  <a:pt x="4207137" y="351671"/>
                </a:cubicBezTo>
                <a:cubicBezTo>
                  <a:pt x="4211027" y="355272"/>
                  <a:pt x="4200190" y="359558"/>
                  <a:pt x="4182573" y="361268"/>
                </a:cubicBezTo>
                <a:cubicBezTo>
                  <a:pt x="4164984" y="362954"/>
                  <a:pt x="4147590" y="361336"/>
                  <a:pt x="4143728" y="357711"/>
                </a:cubicBezTo>
                <a:cubicBezTo>
                  <a:pt x="4139866" y="354110"/>
                  <a:pt x="4150980" y="349824"/>
                  <a:pt x="4168402" y="348183"/>
                </a:cubicBezTo>
                <a:cubicBezTo>
                  <a:pt x="4177127" y="347340"/>
                  <a:pt x="4185804" y="347311"/>
                  <a:pt x="4192802" y="347943"/>
                </a:cubicBezTo>
                <a:close/>
                <a:moveTo>
                  <a:pt x="2997616" y="347796"/>
                </a:moveTo>
                <a:cubicBezTo>
                  <a:pt x="3000617" y="347522"/>
                  <a:pt x="3003146" y="347773"/>
                  <a:pt x="3003285" y="348343"/>
                </a:cubicBezTo>
                <a:cubicBezTo>
                  <a:pt x="3003396" y="348913"/>
                  <a:pt x="3001145" y="349597"/>
                  <a:pt x="2998060" y="349848"/>
                </a:cubicBezTo>
                <a:cubicBezTo>
                  <a:pt x="2995032" y="350098"/>
                  <a:pt x="2992559" y="349848"/>
                  <a:pt x="2992392" y="349301"/>
                </a:cubicBezTo>
                <a:cubicBezTo>
                  <a:pt x="2992226" y="348731"/>
                  <a:pt x="2994615" y="348070"/>
                  <a:pt x="2997616" y="347796"/>
                </a:cubicBezTo>
                <a:close/>
                <a:moveTo>
                  <a:pt x="4788097" y="346519"/>
                </a:moveTo>
                <a:cubicBezTo>
                  <a:pt x="4796766" y="345676"/>
                  <a:pt x="4806103" y="346474"/>
                  <a:pt x="4808992" y="348320"/>
                </a:cubicBezTo>
                <a:cubicBezTo>
                  <a:pt x="4811799" y="350189"/>
                  <a:pt x="4807131" y="352400"/>
                  <a:pt x="4798462" y="353267"/>
                </a:cubicBezTo>
                <a:cubicBezTo>
                  <a:pt x="4789736" y="354133"/>
                  <a:pt x="4780400" y="353312"/>
                  <a:pt x="4777539" y="351443"/>
                </a:cubicBezTo>
                <a:cubicBezTo>
                  <a:pt x="4774732" y="349574"/>
                  <a:pt x="4779427" y="347386"/>
                  <a:pt x="4788097" y="346519"/>
                </a:cubicBezTo>
                <a:close/>
                <a:moveTo>
                  <a:pt x="6456916" y="345841"/>
                </a:moveTo>
                <a:cubicBezTo>
                  <a:pt x="6465148" y="346485"/>
                  <a:pt x="6472754" y="347795"/>
                  <a:pt x="6477825" y="349619"/>
                </a:cubicBezTo>
                <a:cubicBezTo>
                  <a:pt x="6487884" y="353335"/>
                  <a:pt x="6483882" y="357711"/>
                  <a:pt x="6468683" y="359444"/>
                </a:cubicBezTo>
                <a:cubicBezTo>
                  <a:pt x="6453428" y="361153"/>
                  <a:pt x="6432922" y="359535"/>
                  <a:pt x="6422891" y="355819"/>
                </a:cubicBezTo>
                <a:cubicBezTo>
                  <a:pt x="6412888" y="352126"/>
                  <a:pt x="6417195" y="347727"/>
                  <a:pt x="6432255" y="346063"/>
                </a:cubicBezTo>
                <a:cubicBezTo>
                  <a:pt x="6439827" y="345219"/>
                  <a:pt x="6448684" y="345197"/>
                  <a:pt x="6456916" y="345841"/>
                </a:cubicBezTo>
                <a:close/>
                <a:moveTo>
                  <a:pt x="6822302" y="345514"/>
                </a:moveTo>
                <a:cubicBezTo>
                  <a:pt x="6831673" y="346234"/>
                  <a:pt x="6840537" y="347705"/>
                  <a:pt x="6846692" y="349756"/>
                </a:cubicBezTo>
                <a:cubicBezTo>
                  <a:pt x="6859140" y="353860"/>
                  <a:pt x="6855973" y="358806"/>
                  <a:pt x="6839522" y="360721"/>
                </a:cubicBezTo>
                <a:cubicBezTo>
                  <a:pt x="6822989" y="362658"/>
                  <a:pt x="6799538" y="360812"/>
                  <a:pt x="6787256" y="356640"/>
                </a:cubicBezTo>
                <a:cubicBezTo>
                  <a:pt x="6775030" y="352514"/>
                  <a:pt x="6778476" y="347659"/>
                  <a:pt x="6794870" y="345767"/>
                </a:cubicBezTo>
                <a:cubicBezTo>
                  <a:pt x="6803053" y="344821"/>
                  <a:pt x="6812930" y="344792"/>
                  <a:pt x="6822302" y="345514"/>
                </a:cubicBezTo>
                <a:close/>
                <a:moveTo>
                  <a:pt x="3475885" y="345132"/>
                </a:moveTo>
                <a:cubicBezTo>
                  <a:pt x="3482540" y="345761"/>
                  <a:pt x="3487188" y="347043"/>
                  <a:pt x="3488243" y="348822"/>
                </a:cubicBezTo>
                <a:cubicBezTo>
                  <a:pt x="3490327" y="352424"/>
                  <a:pt x="3477240" y="356709"/>
                  <a:pt x="3458818" y="358350"/>
                </a:cubicBezTo>
                <a:cubicBezTo>
                  <a:pt x="3440395" y="360060"/>
                  <a:pt x="3423890" y="358464"/>
                  <a:pt x="3421917" y="354840"/>
                </a:cubicBezTo>
                <a:cubicBezTo>
                  <a:pt x="3419972" y="351261"/>
                  <a:pt x="3433198" y="346975"/>
                  <a:pt x="3451482" y="345357"/>
                </a:cubicBezTo>
                <a:cubicBezTo>
                  <a:pt x="3460569" y="344524"/>
                  <a:pt x="3469231" y="344502"/>
                  <a:pt x="3475885" y="345132"/>
                </a:cubicBezTo>
                <a:close/>
                <a:moveTo>
                  <a:pt x="5577040" y="344832"/>
                </a:moveTo>
                <a:cubicBezTo>
                  <a:pt x="5580319" y="344467"/>
                  <a:pt x="5584376" y="344810"/>
                  <a:pt x="5586016" y="345562"/>
                </a:cubicBezTo>
                <a:cubicBezTo>
                  <a:pt x="5587600" y="346314"/>
                  <a:pt x="5586210" y="347226"/>
                  <a:pt x="5582821" y="347590"/>
                </a:cubicBezTo>
                <a:cubicBezTo>
                  <a:pt x="5579486" y="347933"/>
                  <a:pt x="5575429" y="347613"/>
                  <a:pt x="5573901" y="346861"/>
                </a:cubicBezTo>
                <a:cubicBezTo>
                  <a:pt x="5572233" y="346086"/>
                  <a:pt x="5573622" y="345197"/>
                  <a:pt x="5577040" y="344832"/>
                </a:cubicBezTo>
                <a:close/>
                <a:moveTo>
                  <a:pt x="5948824" y="344377"/>
                </a:moveTo>
                <a:cubicBezTo>
                  <a:pt x="5955521" y="343647"/>
                  <a:pt x="5963940" y="344354"/>
                  <a:pt x="5967747" y="345904"/>
                </a:cubicBezTo>
                <a:cubicBezTo>
                  <a:pt x="5971443" y="347477"/>
                  <a:pt x="5969053" y="349369"/>
                  <a:pt x="5962301" y="350075"/>
                </a:cubicBezTo>
                <a:cubicBezTo>
                  <a:pt x="5955549" y="350827"/>
                  <a:pt x="5947073" y="350121"/>
                  <a:pt x="5943351" y="348548"/>
                </a:cubicBezTo>
                <a:cubicBezTo>
                  <a:pt x="5939627" y="346975"/>
                  <a:pt x="5942073" y="345106"/>
                  <a:pt x="5948824" y="344377"/>
                </a:cubicBezTo>
                <a:close/>
                <a:moveTo>
                  <a:pt x="3826974" y="343519"/>
                </a:moveTo>
                <a:cubicBezTo>
                  <a:pt x="3834136" y="344177"/>
                  <a:pt x="3839368" y="345516"/>
                  <a:pt x="3840993" y="347386"/>
                </a:cubicBezTo>
                <a:cubicBezTo>
                  <a:pt x="3844189" y="351169"/>
                  <a:pt x="3831546" y="355660"/>
                  <a:pt x="3812623" y="357461"/>
                </a:cubicBezTo>
                <a:cubicBezTo>
                  <a:pt x="3793617" y="359216"/>
                  <a:pt x="3775805" y="357552"/>
                  <a:pt x="3772750" y="353722"/>
                </a:cubicBezTo>
                <a:cubicBezTo>
                  <a:pt x="3769748" y="349916"/>
                  <a:pt x="3782559" y="345471"/>
                  <a:pt x="3801370" y="343738"/>
                </a:cubicBezTo>
                <a:cubicBezTo>
                  <a:pt x="3810719" y="342883"/>
                  <a:pt x="3819813" y="342860"/>
                  <a:pt x="3826974" y="343519"/>
                </a:cubicBezTo>
                <a:close/>
                <a:moveTo>
                  <a:pt x="6197514" y="343373"/>
                </a:moveTo>
                <a:cubicBezTo>
                  <a:pt x="6207267" y="342279"/>
                  <a:pt x="6220021" y="343305"/>
                  <a:pt x="6225995" y="345653"/>
                </a:cubicBezTo>
                <a:cubicBezTo>
                  <a:pt x="6232052" y="347978"/>
                  <a:pt x="6228913" y="350736"/>
                  <a:pt x="6219076" y="351853"/>
                </a:cubicBezTo>
                <a:cubicBezTo>
                  <a:pt x="6209296" y="352924"/>
                  <a:pt x="6196486" y="351921"/>
                  <a:pt x="6190456" y="349550"/>
                </a:cubicBezTo>
                <a:cubicBezTo>
                  <a:pt x="6184593" y="347202"/>
                  <a:pt x="6187678" y="344445"/>
                  <a:pt x="6197514" y="343373"/>
                </a:cubicBezTo>
                <a:close/>
                <a:moveTo>
                  <a:pt x="7295916" y="343191"/>
                </a:moveTo>
                <a:cubicBezTo>
                  <a:pt x="7305752" y="343926"/>
                  <a:pt x="7315325" y="345425"/>
                  <a:pt x="7322313" y="347523"/>
                </a:cubicBezTo>
                <a:cubicBezTo>
                  <a:pt x="7336428" y="351717"/>
                  <a:pt x="7334928" y="356731"/>
                  <a:pt x="7318757" y="358715"/>
                </a:cubicBezTo>
                <a:cubicBezTo>
                  <a:pt x="7302529" y="360675"/>
                  <a:pt x="7277993" y="358806"/>
                  <a:pt x="7263961" y="354566"/>
                </a:cubicBezTo>
                <a:cubicBezTo>
                  <a:pt x="7250123" y="350327"/>
                  <a:pt x="7251902" y="345357"/>
                  <a:pt x="7267934" y="343442"/>
                </a:cubicBezTo>
                <a:cubicBezTo>
                  <a:pt x="7275979" y="342484"/>
                  <a:pt x="7286079" y="342456"/>
                  <a:pt x="7295916" y="343191"/>
                </a:cubicBezTo>
                <a:close/>
                <a:moveTo>
                  <a:pt x="7750816" y="342515"/>
                </a:moveTo>
                <a:cubicBezTo>
                  <a:pt x="7763870" y="343470"/>
                  <a:pt x="7776942" y="345413"/>
                  <a:pt x="7786960" y="348114"/>
                </a:cubicBezTo>
                <a:cubicBezTo>
                  <a:pt x="7807077" y="353585"/>
                  <a:pt x="7807271" y="360128"/>
                  <a:pt x="7787154" y="362680"/>
                </a:cubicBezTo>
                <a:cubicBezTo>
                  <a:pt x="7766953" y="365256"/>
                  <a:pt x="7734221" y="362818"/>
                  <a:pt x="7714215" y="357301"/>
                </a:cubicBezTo>
                <a:cubicBezTo>
                  <a:pt x="7694402" y="351785"/>
                  <a:pt x="7694709" y="345333"/>
                  <a:pt x="7714798" y="342849"/>
                </a:cubicBezTo>
                <a:cubicBezTo>
                  <a:pt x="7724732" y="341595"/>
                  <a:pt x="7737763" y="341561"/>
                  <a:pt x="7750816" y="342515"/>
                </a:cubicBezTo>
                <a:close/>
                <a:moveTo>
                  <a:pt x="4902606" y="341436"/>
                </a:moveTo>
                <a:cubicBezTo>
                  <a:pt x="4908302" y="340866"/>
                  <a:pt x="4914553" y="341391"/>
                  <a:pt x="4916582" y="342644"/>
                </a:cubicBezTo>
                <a:cubicBezTo>
                  <a:pt x="4918555" y="343875"/>
                  <a:pt x="4915554" y="345334"/>
                  <a:pt x="4909830" y="345904"/>
                </a:cubicBezTo>
                <a:cubicBezTo>
                  <a:pt x="4904133" y="346474"/>
                  <a:pt x="4897826" y="345949"/>
                  <a:pt x="4895826" y="344696"/>
                </a:cubicBezTo>
                <a:cubicBezTo>
                  <a:pt x="4893852" y="343442"/>
                  <a:pt x="4896853" y="342006"/>
                  <a:pt x="4902606" y="341436"/>
                </a:cubicBezTo>
                <a:close/>
                <a:moveTo>
                  <a:pt x="2882469" y="339338"/>
                </a:moveTo>
                <a:cubicBezTo>
                  <a:pt x="2888304" y="338837"/>
                  <a:pt x="2893111" y="339316"/>
                  <a:pt x="2893306" y="340410"/>
                </a:cubicBezTo>
                <a:cubicBezTo>
                  <a:pt x="2893472" y="341481"/>
                  <a:pt x="2888915" y="342781"/>
                  <a:pt x="2883192" y="343282"/>
                </a:cubicBezTo>
                <a:cubicBezTo>
                  <a:pt x="2877356" y="343761"/>
                  <a:pt x="2872549" y="343282"/>
                  <a:pt x="2872327" y="342210"/>
                </a:cubicBezTo>
                <a:cubicBezTo>
                  <a:pt x="2872215" y="341117"/>
                  <a:pt x="2876662" y="339817"/>
                  <a:pt x="2882469" y="339338"/>
                </a:cubicBezTo>
                <a:close/>
                <a:moveTo>
                  <a:pt x="5463950" y="338564"/>
                </a:moveTo>
                <a:cubicBezTo>
                  <a:pt x="5470090" y="337949"/>
                  <a:pt x="5477287" y="338542"/>
                  <a:pt x="5480010" y="339909"/>
                </a:cubicBezTo>
                <a:cubicBezTo>
                  <a:pt x="5482844" y="341253"/>
                  <a:pt x="5480149" y="342895"/>
                  <a:pt x="5473981" y="343533"/>
                </a:cubicBezTo>
                <a:cubicBezTo>
                  <a:pt x="5467840" y="344148"/>
                  <a:pt x="5460754" y="343556"/>
                  <a:pt x="5457920" y="342188"/>
                </a:cubicBezTo>
                <a:cubicBezTo>
                  <a:pt x="5455197" y="340844"/>
                  <a:pt x="5457808" y="339202"/>
                  <a:pt x="5463950" y="338564"/>
                </a:cubicBezTo>
                <a:close/>
                <a:moveTo>
                  <a:pt x="7981355" y="338541"/>
                </a:moveTo>
                <a:cubicBezTo>
                  <a:pt x="7984050" y="338199"/>
                  <a:pt x="7988578" y="338518"/>
                  <a:pt x="7991496" y="339270"/>
                </a:cubicBezTo>
                <a:cubicBezTo>
                  <a:pt x="7994442" y="340022"/>
                  <a:pt x="7994580" y="340935"/>
                  <a:pt x="7991857" y="341253"/>
                </a:cubicBezTo>
                <a:cubicBezTo>
                  <a:pt x="7989134" y="341618"/>
                  <a:pt x="7984522" y="341277"/>
                  <a:pt x="7981632" y="340524"/>
                </a:cubicBezTo>
                <a:cubicBezTo>
                  <a:pt x="7978658" y="339772"/>
                  <a:pt x="7978632" y="338883"/>
                  <a:pt x="7981355" y="338541"/>
                </a:cubicBezTo>
                <a:close/>
                <a:moveTo>
                  <a:pt x="4528043" y="338290"/>
                </a:moveTo>
                <a:cubicBezTo>
                  <a:pt x="4537520" y="337356"/>
                  <a:pt x="4547383" y="338222"/>
                  <a:pt x="4550023" y="340206"/>
                </a:cubicBezTo>
                <a:cubicBezTo>
                  <a:pt x="4552802" y="342188"/>
                  <a:pt x="4547244" y="344559"/>
                  <a:pt x="4537741" y="345471"/>
                </a:cubicBezTo>
                <a:cubicBezTo>
                  <a:pt x="4528293" y="346405"/>
                  <a:pt x="4518457" y="345539"/>
                  <a:pt x="4515762" y="343533"/>
                </a:cubicBezTo>
                <a:cubicBezTo>
                  <a:pt x="4512984" y="341550"/>
                  <a:pt x="4518568" y="339202"/>
                  <a:pt x="4528043" y="338290"/>
                </a:cubicBezTo>
                <a:close/>
                <a:moveTo>
                  <a:pt x="6951936" y="337464"/>
                </a:moveTo>
                <a:cubicBezTo>
                  <a:pt x="6961651" y="338204"/>
                  <a:pt x="6970925" y="339715"/>
                  <a:pt x="6977483" y="341824"/>
                </a:cubicBezTo>
                <a:cubicBezTo>
                  <a:pt x="6990598" y="345995"/>
                  <a:pt x="6987819" y="351078"/>
                  <a:pt x="6971064" y="353038"/>
                </a:cubicBezTo>
                <a:cubicBezTo>
                  <a:pt x="6954336" y="355021"/>
                  <a:pt x="6929912" y="353107"/>
                  <a:pt x="6916907" y="348867"/>
                </a:cubicBezTo>
                <a:cubicBezTo>
                  <a:pt x="6903959" y="344627"/>
                  <a:pt x="6907043" y="339635"/>
                  <a:pt x="6923743" y="337720"/>
                </a:cubicBezTo>
                <a:cubicBezTo>
                  <a:pt x="6932065" y="336751"/>
                  <a:pt x="6942222" y="336723"/>
                  <a:pt x="6951936" y="337464"/>
                </a:cubicBezTo>
                <a:close/>
                <a:moveTo>
                  <a:pt x="5015114" y="336900"/>
                </a:moveTo>
                <a:cubicBezTo>
                  <a:pt x="5021393" y="336261"/>
                  <a:pt x="5028395" y="336854"/>
                  <a:pt x="5030729" y="338221"/>
                </a:cubicBezTo>
                <a:cubicBezTo>
                  <a:pt x="5033008" y="339589"/>
                  <a:pt x="5029841" y="341207"/>
                  <a:pt x="5023532" y="341845"/>
                </a:cubicBezTo>
                <a:cubicBezTo>
                  <a:pt x="5017169" y="342462"/>
                  <a:pt x="5010139" y="341869"/>
                  <a:pt x="5007889" y="340501"/>
                </a:cubicBezTo>
                <a:cubicBezTo>
                  <a:pt x="5005499" y="339134"/>
                  <a:pt x="5008722" y="337514"/>
                  <a:pt x="5015114" y="336900"/>
                </a:cubicBezTo>
                <a:close/>
                <a:moveTo>
                  <a:pt x="4059594" y="336831"/>
                </a:moveTo>
                <a:cubicBezTo>
                  <a:pt x="4066641" y="337469"/>
                  <a:pt x="4071913" y="338769"/>
                  <a:pt x="4073733" y="340569"/>
                </a:cubicBezTo>
                <a:cubicBezTo>
                  <a:pt x="4077457" y="344194"/>
                  <a:pt x="4065925" y="348571"/>
                  <a:pt x="4047919" y="350257"/>
                </a:cubicBezTo>
                <a:cubicBezTo>
                  <a:pt x="4029775" y="351967"/>
                  <a:pt x="4012270" y="350349"/>
                  <a:pt x="4008713" y="346679"/>
                </a:cubicBezTo>
                <a:cubicBezTo>
                  <a:pt x="4005184" y="343031"/>
                  <a:pt x="4016771" y="338723"/>
                  <a:pt x="4034804" y="337059"/>
                </a:cubicBezTo>
                <a:cubicBezTo>
                  <a:pt x="4043724" y="336215"/>
                  <a:pt x="4052547" y="336193"/>
                  <a:pt x="4059594" y="336831"/>
                </a:cubicBezTo>
                <a:close/>
                <a:moveTo>
                  <a:pt x="7868659" y="336782"/>
                </a:moveTo>
                <a:cubicBezTo>
                  <a:pt x="7880934" y="337668"/>
                  <a:pt x="7893298" y="339475"/>
                  <a:pt x="7902857" y="342005"/>
                </a:cubicBezTo>
                <a:cubicBezTo>
                  <a:pt x="7922030" y="347066"/>
                  <a:pt x="7922780" y="353152"/>
                  <a:pt x="7904164" y="355546"/>
                </a:cubicBezTo>
                <a:cubicBezTo>
                  <a:pt x="7885546" y="357894"/>
                  <a:pt x="7854704" y="355659"/>
                  <a:pt x="7835642" y="350508"/>
                </a:cubicBezTo>
                <a:cubicBezTo>
                  <a:pt x="7816636" y="345379"/>
                  <a:pt x="7816497" y="339429"/>
                  <a:pt x="7835002" y="337081"/>
                </a:cubicBezTo>
                <a:cubicBezTo>
                  <a:pt x="7844200" y="335930"/>
                  <a:pt x="7856384" y="335896"/>
                  <a:pt x="7868659" y="336782"/>
                </a:cubicBezTo>
                <a:close/>
                <a:moveTo>
                  <a:pt x="6594192" y="336019"/>
                </a:moveTo>
                <a:cubicBezTo>
                  <a:pt x="6603184" y="336717"/>
                  <a:pt x="6611576" y="338131"/>
                  <a:pt x="6617230" y="340091"/>
                </a:cubicBezTo>
                <a:cubicBezTo>
                  <a:pt x="6628595" y="344080"/>
                  <a:pt x="6624704" y="348822"/>
                  <a:pt x="6608422" y="350668"/>
                </a:cubicBezTo>
                <a:cubicBezTo>
                  <a:pt x="6592111" y="352537"/>
                  <a:pt x="6569660" y="350760"/>
                  <a:pt x="6558434" y="346748"/>
                </a:cubicBezTo>
                <a:cubicBezTo>
                  <a:pt x="6547264" y="342758"/>
                  <a:pt x="6551320" y="338062"/>
                  <a:pt x="6567548" y="336239"/>
                </a:cubicBezTo>
                <a:cubicBezTo>
                  <a:pt x="6575606" y="335338"/>
                  <a:pt x="6585199" y="335321"/>
                  <a:pt x="6594192" y="336019"/>
                </a:cubicBezTo>
                <a:close/>
                <a:moveTo>
                  <a:pt x="5353443" y="335828"/>
                </a:moveTo>
                <a:cubicBezTo>
                  <a:pt x="5358361" y="335327"/>
                  <a:pt x="5363945" y="335805"/>
                  <a:pt x="5366113" y="336900"/>
                </a:cubicBezTo>
                <a:cubicBezTo>
                  <a:pt x="5368169" y="337971"/>
                  <a:pt x="5365974" y="339270"/>
                  <a:pt x="5361112" y="339749"/>
                </a:cubicBezTo>
                <a:cubicBezTo>
                  <a:pt x="5356194" y="340251"/>
                  <a:pt x="5350525" y="339772"/>
                  <a:pt x="5348357" y="338677"/>
                </a:cubicBezTo>
                <a:cubicBezTo>
                  <a:pt x="5346301" y="337606"/>
                  <a:pt x="5348580" y="336307"/>
                  <a:pt x="5353443" y="335828"/>
                </a:cubicBezTo>
                <a:close/>
                <a:moveTo>
                  <a:pt x="3359501" y="335793"/>
                </a:moveTo>
                <a:cubicBezTo>
                  <a:pt x="3367281" y="336534"/>
                  <a:pt x="3372637" y="338039"/>
                  <a:pt x="3373735" y="340136"/>
                </a:cubicBezTo>
                <a:cubicBezTo>
                  <a:pt x="3375847" y="344331"/>
                  <a:pt x="3360036" y="349368"/>
                  <a:pt x="3338168" y="351306"/>
                </a:cubicBezTo>
                <a:cubicBezTo>
                  <a:pt x="3316161" y="353289"/>
                  <a:pt x="3296738" y="351420"/>
                  <a:pt x="3294904" y="347157"/>
                </a:cubicBezTo>
                <a:cubicBezTo>
                  <a:pt x="3292903" y="342963"/>
                  <a:pt x="3309048" y="337971"/>
                  <a:pt x="3330721" y="336033"/>
                </a:cubicBezTo>
                <a:cubicBezTo>
                  <a:pt x="3341517" y="335076"/>
                  <a:pt x="3351721" y="335053"/>
                  <a:pt x="3359501" y="335793"/>
                </a:cubicBezTo>
                <a:close/>
                <a:moveTo>
                  <a:pt x="7418909" y="334791"/>
                </a:moveTo>
                <a:cubicBezTo>
                  <a:pt x="7430757" y="335669"/>
                  <a:pt x="7442378" y="337457"/>
                  <a:pt x="7450992" y="339954"/>
                </a:cubicBezTo>
                <a:cubicBezTo>
                  <a:pt x="7468415" y="344969"/>
                  <a:pt x="7467080" y="350964"/>
                  <a:pt x="7448019" y="353312"/>
                </a:cubicBezTo>
                <a:cubicBezTo>
                  <a:pt x="7428736" y="355637"/>
                  <a:pt x="7399003" y="353426"/>
                  <a:pt x="7381832" y="348365"/>
                </a:cubicBezTo>
                <a:cubicBezTo>
                  <a:pt x="7364743" y="343282"/>
                  <a:pt x="7366410" y="337401"/>
                  <a:pt x="7385472" y="335098"/>
                </a:cubicBezTo>
                <a:cubicBezTo>
                  <a:pt x="7394989" y="333947"/>
                  <a:pt x="7407062" y="333913"/>
                  <a:pt x="7418909" y="334791"/>
                </a:cubicBezTo>
                <a:close/>
                <a:moveTo>
                  <a:pt x="3700616" y="334600"/>
                </a:moveTo>
                <a:cubicBezTo>
                  <a:pt x="3707493" y="335241"/>
                  <a:pt x="3712425" y="336546"/>
                  <a:pt x="3713787" y="338358"/>
                </a:cubicBezTo>
                <a:cubicBezTo>
                  <a:pt x="3716594" y="341983"/>
                  <a:pt x="3703895" y="346291"/>
                  <a:pt x="3685445" y="348001"/>
                </a:cubicBezTo>
                <a:cubicBezTo>
                  <a:pt x="3666966" y="349688"/>
                  <a:pt x="3649878" y="348092"/>
                  <a:pt x="3647238" y="344422"/>
                </a:cubicBezTo>
                <a:cubicBezTo>
                  <a:pt x="3644709" y="340798"/>
                  <a:pt x="3657463" y="336512"/>
                  <a:pt x="3675775" y="334825"/>
                </a:cubicBezTo>
                <a:cubicBezTo>
                  <a:pt x="3684918" y="333982"/>
                  <a:pt x="3693739" y="333959"/>
                  <a:pt x="3700616" y="334600"/>
                </a:cubicBezTo>
                <a:close/>
                <a:moveTo>
                  <a:pt x="5127815" y="334484"/>
                </a:moveTo>
                <a:cubicBezTo>
                  <a:pt x="5134012" y="333845"/>
                  <a:pt x="5141125" y="334438"/>
                  <a:pt x="5143515" y="335805"/>
                </a:cubicBezTo>
                <a:cubicBezTo>
                  <a:pt x="5145987" y="337173"/>
                  <a:pt x="5142848" y="338769"/>
                  <a:pt x="5136624" y="339408"/>
                </a:cubicBezTo>
                <a:cubicBezTo>
                  <a:pt x="5130399" y="340022"/>
                  <a:pt x="5123370" y="339408"/>
                  <a:pt x="5120980" y="338062"/>
                </a:cubicBezTo>
                <a:cubicBezTo>
                  <a:pt x="5118507" y="336718"/>
                  <a:pt x="5121619" y="335099"/>
                  <a:pt x="5127815" y="334484"/>
                </a:cubicBezTo>
                <a:close/>
                <a:moveTo>
                  <a:pt x="4298700" y="334024"/>
                </a:moveTo>
                <a:cubicBezTo>
                  <a:pt x="4305376" y="334620"/>
                  <a:pt x="4310502" y="335828"/>
                  <a:pt x="4312503" y="337515"/>
                </a:cubicBezTo>
                <a:cubicBezTo>
                  <a:pt x="4316642" y="340911"/>
                  <a:pt x="4306557" y="344969"/>
                  <a:pt x="4290051" y="346519"/>
                </a:cubicBezTo>
                <a:cubicBezTo>
                  <a:pt x="4273463" y="348115"/>
                  <a:pt x="4256762" y="346588"/>
                  <a:pt x="4252790" y="343191"/>
                </a:cubicBezTo>
                <a:cubicBezTo>
                  <a:pt x="4248872" y="339772"/>
                  <a:pt x="4259125" y="335760"/>
                  <a:pt x="4275602" y="334210"/>
                </a:cubicBezTo>
                <a:cubicBezTo>
                  <a:pt x="4283799" y="333446"/>
                  <a:pt x="4292025" y="333429"/>
                  <a:pt x="4298700" y="334024"/>
                </a:cubicBezTo>
                <a:close/>
                <a:moveTo>
                  <a:pt x="5240046" y="333777"/>
                </a:moveTo>
                <a:cubicBezTo>
                  <a:pt x="5246631" y="333139"/>
                  <a:pt x="5254245" y="333777"/>
                  <a:pt x="5256912" y="335212"/>
                </a:cubicBezTo>
                <a:cubicBezTo>
                  <a:pt x="5259662" y="336648"/>
                  <a:pt x="5256522" y="338381"/>
                  <a:pt x="5249910" y="339065"/>
                </a:cubicBezTo>
                <a:cubicBezTo>
                  <a:pt x="5243269" y="339726"/>
                  <a:pt x="5235711" y="339088"/>
                  <a:pt x="5232988" y="337629"/>
                </a:cubicBezTo>
                <a:cubicBezTo>
                  <a:pt x="5230209" y="336170"/>
                  <a:pt x="5233460" y="334438"/>
                  <a:pt x="5240046" y="333777"/>
                </a:cubicBezTo>
                <a:close/>
                <a:moveTo>
                  <a:pt x="2769349" y="333526"/>
                </a:moveTo>
                <a:cubicBezTo>
                  <a:pt x="2770628" y="333412"/>
                  <a:pt x="2771628" y="333526"/>
                  <a:pt x="2771628" y="333753"/>
                </a:cubicBezTo>
                <a:cubicBezTo>
                  <a:pt x="2771684" y="334005"/>
                  <a:pt x="2770656" y="334301"/>
                  <a:pt x="2769349" y="334369"/>
                </a:cubicBezTo>
                <a:cubicBezTo>
                  <a:pt x="2768127" y="334483"/>
                  <a:pt x="2767071" y="334392"/>
                  <a:pt x="2767043" y="334118"/>
                </a:cubicBezTo>
                <a:cubicBezTo>
                  <a:pt x="2767071" y="333913"/>
                  <a:pt x="2768071" y="333640"/>
                  <a:pt x="2769349" y="333526"/>
                </a:cubicBezTo>
                <a:close/>
                <a:moveTo>
                  <a:pt x="8101087" y="333344"/>
                </a:moveTo>
                <a:cubicBezTo>
                  <a:pt x="8101781" y="333253"/>
                  <a:pt x="8102975" y="333344"/>
                  <a:pt x="8103670" y="333526"/>
                </a:cubicBezTo>
                <a:cubicBezTo>
                  <a:pt x="8104421" y="333709"/>
                  <a:pt x="8104476" y="333937"/>
                  <a:pt x="8103808" y="334005"/>
                </a:cubicBezTo>
                <a:cubicBezTo>
                  <a:pt x="8103086" y="334119"/>
                  <a:pt x="8101946" y="334005"/>
                  <a:pt x="8101252" y="333823"/>
                </a:cubicBezTo>
                <a:cubicBezTo>
                  <a:pt x="8100503" y="333663"/>
                  <a:pt x="8100448" y="333412"/>
                  <a:pt x="8101087" y="333344"/>
                </a:cubicBezTo>
                <a:close/>
                <a:moveTo>
                  <a:pt x="5840735" y="332705"/>
                </a:moveTo>
                <a:cubicBezTo>
                  <a:pt x="5850071" y="331702"/>
                  <a:pt x="5861686" y="332637"/>
                  <a:pt x="5866771" y="334803"/>
                </a:cubicBezTo>
                <a:cubicBezTo>
                  <a:pt x="5871745" y="336968"/>
                  <a:pt x="5868161" y="339521"/>
                  <a:pt x="5858769" y="340524"/>
                </a:cubicBezTo>
                <a:cubicBezTo>
                  <a:pt x="5849460" y="341527"/>
                  <a:pt x="5837706" y="340569"/>
                  <a:pt x="5832760" y="338404"/>
                </a:cubicBezTo>
                <a:cubicBezTo>
                  <a:pt x="5827758" y="336215"/>
                  <a:pt x="5831399" y="333686"/>
                  <a:pt x="5840735" y="332705"/>
                </a:cubicBezTo>
                <a:close/>
                <a:moveTo>
                  <a:pt x="6338892" y="332021"/>
                </a:moveTo>
                <a:cubicBezTo>
                  <a:pt x="6349839" y="330813"/>
                  <a:pt x="6364372" y="331976"/>
                  <a:pt x="6371430" y="334574"/>
                </a:cubicBezTo>
                <a:cubicBezTo>
                  <a:pt x="6378516" y="337196"/>
                  <a:pt x="6375431" y="340319"/>
                  <a:pt x="6364400" y="341550"/>
                </a:cubicBezTo>
                <a:cubicBezTo>
                  <a:pt x="6353313" y="342781"/>
                  <a:pt x="6338725" y="341618"/>
                  <a:pt x="6331695" y="338974"/>
                </a:cubicBezTo>
                <a:cubicBezTo>
                  <a:pt x="6324721" y="336329"/>
                  <a:pt x="6327944" y="333252"/>
                  <a:pt x="6338892" y="332021"/>
                </a:cubicBezTo>
                <a:close/>
                <a:moveTo>
                  <a:pt x="7078889" y="330021"/>
                </a:moveTo>
                <a:cubicBezTo>
                  <a:pt x="7088621" y="330756"/>
                  <a:pt x="7097978" y="332249"/>
                  <a:pt x="7104633" y="334324"/>
                </a:cubicBezTo>
                <a:cubicBezTo>
                  <a:pt x="7118221" y="338495"/>
                  <a:pt x="7115831" y="343464"/>
                  <a:pt x="7099354" y="345402"/>
                </a:cubicBezTo>
                <a:cubicBezTo>
                  <a:pt x="7082876" y="347386"/>
                  <a:pt x="7058507" y="345538"/>
                  <a:pt x="7045058" y="341299"/>
                </a:cubicBezTo>
                <a:cubicBezTo>
                  <a:pt x="7031832" y="337127"/>
                  <a:pt x="7034472" y="332181"/>
                  <a:pt x="7050894" y="330266"/>
                </a:cubicBezTo>
                <a:cubicBezTo>
                  <a:pt x="7059049" y="329308"/>
                  <a:pt x="7069156" y="329286"/>
                  <a:pt x="7078889" y="330021"/>
                </a:cubicBezTo>
                <a:close/>
                <a:moveTo>
                  <a:pt x="6095899" y="329924"/>
                </a:moveTo>
                <a:cubicBezTo>
                  <a:pt x="6105652" y="328875"/>
                  <a:pt x="6118129" y="329856"/>
                  <a:pt x="6123880" y="332135"/>
                </a:cubicBezTo>
                <a:cubicBezTo>
                  <a:pt x="6129632" y="334438"/>
                  <a:pt x="6126408" y="337173"/>
                  <a:pt x="6116656" y="338244"/>
                </a:cubicBezTo>
                <a:cubicBezTo>
                  <a:pt x="6106875" y="339270"/>
                  <a:pt x="6094176" y="338290"/>
                  <a:pt x="6088480" y="335988"/>
                </a:cubicBezTo>
                <a:cubicBezTo>
                  <a:pt x="6082812" y="333686"/>
                  <a:pt x="6086118" y="330973"/>
                  <a:pt x="6095899" y="329924"/>
                </a:cubicBezTo>
                <a:close/>
                <a:moveTo>
                  <a:pt x="4637883" y="328397"/>
                </a:moveTo>
                <a:cubicBezTo>
                  <a:pt x="4647609" y="327463"/>
                  <a:pt x="4657917" y="328352"/>
                  <a:pt x="4660891" y="330380"/>
                </a:cubicBezTo>
                <a:cubicBezTo>
                  <a:pt x="4663919" y="332455"/>
                  <a:pt x="4658362" y="334871"/>
                  <a:pt x="4648665" y="335828"/>
                </a:cubicBezTo>
                <a:cubicBezTo>
                  <a:pt x="4638801" y="336763"/>
                  <a:pt x="4628463" y="335897"/>
                  <a:pt x="4625490" y="333799"/>
                </a:cubicBezTo>
                <a:cubicBezTo>
                  <a:pt x="4622600" y="331748"/>
                  <a:pt x="4628158" y="329332"/>
                  <a:pt x="4637883" y="328397"/>
                </a:cubicBezTo>
                <a:close/>
                <a:moveTo>
                  <a:pt x="3241954" y="327755"/>
                </a:moveTo>
                <a:cubicBezTo>
                  <a:pt x="3249807" y="328499"/>
                  <a:pt x="3255115" y="330015"/>
                  <a:pt x="3256004" y="332135"/>
                </a:cubicBezTo>
                <a:cubicBezTo>
                  <a:pt x="3257782" y="336421"/>
                  <a:pt x="3241221" y="341482"/>
                  <a:pt x="3218741" y="343465"/>
                </a:cubicBezTo>
                <a:cubicBezTo>
                  <a:pt x="3196374" y="345471"/>
                  <a:pt x="3176812" y="343556"/>
                  <a:pt x="3175172" y="339248"/>
                </a:cubicBezTo>
                <a:cubicBezTo>
                  <a:pt x="3173589" y="335008"/>
                  <a:pt x="3190371" y="329970"/>
                  <a:pt x="3212629" y="328010"/>
                </a:cubicBezTo>
                <a:cubicBezTo>
                  <a:pt x="3223702" y="327041"/>
                  <a:pt x="3234101" y="327012"/>
                  <a:pt x="3241954" y="327755"/>
                </a:cubicBezTo>
                <a:close/>
                <a:moveTo>
                  <a:pt x="7539670" y="327636"/>
                </a:moveTo>
                <a:cubicBezTo>
                  <a:pt x="7552205" y="328551"/>
                  <a:pt x="7564598" y="330415"/>
                  <a:pt x="7573893" y="333025"/>
                </a:cubicBezTo>
                <a:cubicBezTo>
                  <a:pt x="7592594" y="338290"/>
                  <a:pt x="7591842" y="344559"/>
                  <a:pt x="7571865" y="346998"/>
                </a:cubicBezTo>
                <a:cubicBezTo>
                  <a:pt x="7551886" y="349460"/>
                  <a:pt x="7520488" y="347112"/>
                  <a:pt x="7501814" y="341801"/>
                </a:cubicBezTo>
                <a:cubicBezTo>
                  <a:pt x="7483447" y="336534"/>
                  <a:pt x="7484698" y="330335"/>
                  <a:pt x="7504593" y="327941"/>
                </a:cubicBezTo>
                <a:cubicBezTo>
                  <a:pt x="7514457" y="326756"/>
                  <a:pt x="7527135" y="326722"/>
                  <a:pt x="7539670" y="327636"/>
                </a:cubicBezTo>
                <a:close/>
                <a:moveTo>
                  <a:pt x="6727397" y="327607"/>
                </a:moveTo>
                <a:cubicBezTo>
                  <a:pt x="6736171" y="328277"/>
                  <a:pt x="6744437" y="329639"/>
                  <a:pt x="6750133" y="331543"/>
                </a:cubicBezTo>
                <a:cubicBezTo>
                  <a:pt x="6761553" y="335372"/>
                  <a:pt x="6758136" y="339954"/>
                  <a:pt x="6742604" y="341732"/>
                </a:cubicBezTo>
                <a:cubicBezTo>
                  <a:pt x="6726931" y="343533"/>
                  <a:pt x="6705008" y="341824"/>
                  <a:pt x="6693671" y="337971"/>
                </a:cubicBezTo>
                <a:cubicBezTo>
                  <a:pt x="6682473" y="334118"/>
                  <a:pt x="6686057" y="329582"/>
                  <a:pt x="6701618" y="327827"/>
                </a:cubicBezTo>
                <a:cubicBezTo>
                  <a:pt x="6709342" y="326960"/>
                  <a:pt x="6718623" y="326938"/>
                  <a:pt x="6727397" y="327607"/>
                </a:cubicBezTo>
                <a:close/>
                <a:moveTo>
                  <a:pt x="2657453" y="326573"/>
                </a:moveTo>
                <a:cubicBezTo>
                  <a:pt x="2657982" y="326528"/>
                  <a:pt x="2658398" y="326573"/>
                  <a:pt x="2658398" y="326687"/>
                </a:cubicBezTo>
                <a:cubicBezTo>
                  <a:pt x="2658398" y="326779"/>
                  <a:pt x="2657898" y="326870"/>
                  <a:pt x="2657453" y="326938"/>
                </a:cubicBezTo>
                <a:cubicBezTo>
                  <a:pt x="2657009" y="326984"/>
                  <a:pt x="2656564" y="326938"/>
                  <a:pt x="2656536" y="326824"/>
                </a:cubicBezTo>
                <a:cubicBezTo>
                  <a:pt x="2656536" y="326733"/>
                  <a:pt x="2656981" y="326619"/>
                  <a:pt x="2657453" y="326573"/>
                </a:cubicBezTo>
                <a:close/>
                <a:moveTo>
                  <a:pt x="3931483" y="326003"/>
                </a:moveTo>
                <a:cubicBezTo>
                  <a:pt x="3939156" y="326699"/>
                  <a:pt x="3944819" y="328112"/>
                  <a:pt x="3946666" y="330084"/>
                </a:cubicBezTo>
                <a:cubicBezTo>
                  <a:pt x="3950361" y="334050"/>
                  <a:pt x="3937218" y="338769"/>
                  <a:pt x="3917323" y="340615"/>
                </a:cubicBezTo>
                <a:cubicBezTo>
                  <a:pt x="3897316" y="342462"/>
                  <a:pt x="3878199" y="340729"/>
                  <a:pt x="3874670" y="336694"/>
                </a:cubicBezTo>
                <a:cubicBezTo>
                  <a:pt x="3871170" y="332728"/>
                  <a:pt x="3884479" y="328055"/>
                  <a:pt x="3904235" y="326232"/>
                </a:cubicBezTo>
                <a:cubicBezTo>
                  <a:pt x="3914128" y="325331"/>
                  <a:pt x="3923812" y="325308"/>
                  <a:pt x="3931483" y="326003"/>
                </a:cubicBezTo>
                <a:close/>
                <a:moveTo>
                  <a:pt x="3577451" y="325947"/>
                </a:moveTo>
                <a:cubicBezTo>
                  <a:pt x="3584232" y="326579"/>
                  <a:pt x="3589025" y="327861"/>
                  <a:pt x="3590219" y="329628"/>
                </a:cubicBezTo>
                <a:cubicBezTo>
                  <a:pt x="3592692" y="333230"/>
                  <a:pt x="3579632" y="337492"/>
                  <a:pt x="3561211" y="339180"/>
                </a:cubicBezTo>
                <a:cubicBezTo>
                  <a:pt x="3542649" y="340866"/>
                  <a:pt x="3525755" y="339270"/>
                  <a:pt x="3523504" y="335646"/>
                </a:cubicBezTo>
                <a:cubicBezTo>
                  <a:pt x="3521253" y="332044"/>
                  <a:pt x="3534396" y="327804"/>
                  <a:pt x="3552763" y="326164"/>
                </a:cubicBezTo>
                <a:cubicBezTo>
                  <a:pt x="3561905" y="325331"/>
                  <a:pt x="3570672" y="325314"/>
                  <a:pt x="3577451" y="325947"/>
                </a:cubicBezTo>
                <a:close/>
                <a:moveTo>
                  <a:pt x="3097897" y="324749"/>
                </a:moveTo>
                <a:cubicBezTo>
                  <a:pt x="3107428" y="323906"/>
                  <a:pt x="3115625" y="324682"/>
                  <a:pt x="3116236" y="326505"/>
                </a:cubicBezTo>
                <a:cubicBezTo>
                  <a:pt x="3116820" y="328306"/>
                  <a:pt x="3109595" y="330426"/>
                  <a:pt x="3099926" y="331292"/>
                </a:cubicBezTo>
                <a:cubicBezTo>
                  <a:pt x="3090368" y="332113"/>
                  <a:pt x="3082170" y="331315"/>
                  <a:pt x="3081531" y="329514"/>
                </a:cubicBezTo>
                <a:cubicBezTo>
                  <a:pt x="3081030" y="327713"/>
                  <a:pt x="3088311" y="325571"/>
                  <a:pt x="3097897" y="324749"/>
                </a:cubicBezTo>
                <a:close/>
                <a:moveTo>
                  <a:pt x="5734507" y="324066"/>
                </a:moveTo>
                <a:cubicBezTo>
                  <a:pt x="5743538" y="323132"/>
                  <a:pt x="5754457" y="323997"/>
                  <a:pt x="5759181" y="326026"/>
                </a:cubicBezTo>
                <a:cubicBezTo>
                  <a:pt x="5763710" y="328055"/>
                  <a:pt x="5760154" y="330471"/>
                  <a:pt x="5751151" y="331429"/>
                </a:cubicBezTo>
                <a:cubicBezTo>
                  <a:pt x="5742176" y="332386"/>
                  <a:pt x="5731061" y="331497"/>
                  <a:pt x="5726532" y="329446"/>
                </a:cubicBezTo>
                <a:cubicBezTo>
                  <a:pt x="5721975" y="327394"/>
                  <a:pt x="5725587" y="325001"/>
                  <a:pt x="5734507" y="324066"/>
                </a:cubicBezTo>
                <a:close/>
                <a:moveTo>
                  <a:pt x="7203644" y="322857"/>
                </a:moveTo>
                <a:cubicBezTo>
                  <a:pt x="7213389" y="323575"/>
                  <a:pt x="7222823" y="325045"/>
                  <a:pt x="7229645" y="327097"/>
                </a:cubicBezTo>
                <a:cubicBezTo>
                  <a:pt x="7243483" y="331246"/>
                  <a:pt x="7241593" y="336170"/>
                  <a:pt x="7225338" y="338131"/>
                </a:cubicBezTo>
                <a:cubicBezTo>
                  <a:pt x="7209110" y="340045"/>
                  <a:pt x="7184714" y="338221"/>
                  <a:pt x="7171043" y="334050"/>
                </a:cubicBezTo>
                <a:cubicBezTo>
                  <a:pt x="7157511" y="329879"/>
                  <a:pt x="7159623" y="325000"/>
                  <a:pt x="7175766" y="323131"/>
                </a:cubicBezTo>
                <a:cubicBezTo>
                  <a:pt x="7183839" y="322174"/>
                  <a:pt x="7193898" y="322139"/>
                  <a:pt x="7203644" y="322857"/>
                </a:cubicBezTo>
                <a:close/>
                <a:moveTo>
                  <a:pt x="4405223" y="321727"/>
                </a:moveTo>
                <a:cubicBezTo>
                  <a:pt x="4411618" y="322287"/>
                  <a:pt x="4416591" y="323427"/>
                  <a:pt x="4418647" y="325023"/>
                </a:cubicBezTo>
                <a:cubicBezTo>
                  <a:pt x="4422787" y="328192"/>
                  <a:pt x="4413479" y="331999"/>
                  <a:pt x="4397835" y="333480"/>
                </a:cubicBezTo>
                <a:cubicBezTo>
                  <a:pt x="4382219" y="334962"/>
                  <a:pt x="4366325" y="333572"/>
                  <a:pt x="4362324" y="330358"/>
                </a:cubicBezTo>
                <a:cubicBezTo>
                  <a:pt x="4358379" y="327189"/>
                  <a:pt x="4367770" y="323382"/>
                  <a:pt x="4383275" y="321901"/>
                </a:cubicBezTo>
                <a:cubicBezTo>
                  <a:pt x="4391014" y="321182"/>
                  <a:pt x="4398829" y="321165"/>
                  <a:pt x="4405223" y="321727"/>
                </a:cubicBezTo>
                <a:close/>
                <a:moveTo>
                  <a:pt x="4166297" y="321199"/>
                </a:moveTo>
                <a:cubicBezTo>
                  <a:pt x="4174064" y="321889"/>
                  <a:pt x="4179975" y="323291"/>
                  <a:pt x="4182184" y="325251"/>
                </a:cubicBezTo>
                <a:cubicBezTo>
                  <a:pt x="4186463" y="329195"/>
                  <a:pt x="4174238" y="333891"/>
                  <a:pt x="4154648" y="335691"/>
                </a:cubicBezTo>
                <a:cubicBezTo>
                  <a:pt x="4135114" y="337538"/>
                  <a:pt x="4115691" y="335805"/>
                  <a:pt x="4111524" y="331816"/>
                </a:cubicBezTo>
                <a:cubicBezTo>
                  <a:pt x="4107355" y="327873"/>
                  <a:pt x="4119803" y="323222"/>
                  <a:pt x="4139282" y="321422"/>
                </a:cubicBezTo>
                <a:cubicBezTo>
                  <a:pt x="4148910" y="320532"/>
                  <a:pt x="4158530" y="320510"/>
                  <a:pt x="4166297" y="321199"/>
                </a:cubicBezTo>
                <a:close/>
                <a:moveTo>
                  <a:pt x="7658648" y="321000"/>
                </a:moveTo>
                <a:cubicBezTo>
                  <a:pt x="7671444" y="321929"/>
                  <a:pt x="7684163" y="323815"/>
                  <a:pt x="7693819" y="326437"/>
                </a:cubicBezTo>
                <a:cubicBezTo>
                  <a:pt x="7713298" y="331725"/>
                  <a:pt x="7713048" y="338085"/>
                  <a:pt x="7693014" y="340547"/>
                </a:cubicBezTo>
                <a:cubicBezTo>
                  <a:pt x="7672980" y="343031"/>
                  <a:pt x="7640969" y="340638"/>
                  <a:pt x="7621630" y="335303"/>
                </a:cubicBezTo>
                <a:cubicBezTo>
                  <a:pt x="7602430" y="329993"/>
                  <a:pt x="7603180" y="323724"/>
                  <a:pt x="7623019" y="321308"/>
                </a:cubicBezTo>
                <a:cubicBezTo>
                  <a:pt x="7632981" y="320099"/>
                  <a:pt x="7645853" y="320071"/>
                  <a:pt x="7658648" y="321000"/>
                </a:cubicBezTo>
                <a:close/>
                <a:moveTo>
                  <a:pt x="4747890" y="320122"/>
                </a:moveTo>
                <a:cubicBezTo>
                  <a:pt x="4758115" y="319142"/>
                  <a:pt x="4769175" y="320077"/>
                  <a:pt x="4772509" y="322242"/>
                </a:cubicBezTo>
                <a:cubicBezTo>
                  <a:pt x="4775843" y="324408"/>
                  <a:pt x="4770202" y="326984"/>
                  <a:pt x="4759894" y="327987"/>
                </a:cubicBezTo>
                <a:cubicBezTo>
                  <a:pt x="4749530" y="328989"/>
                  <a:pt x="4738443" y="328055"/>
                  <a:pt x="4735192" y="325844"/>
                </a:cubicBezTo>
                <a:cubicBezTo>
                  <a:pt x="4731885" y="323678"/>
                  <a:pt x="4737665" y="321125"/>
                  <a:pt x="4747890" y="320122"/>
                </a:cubicBezTo>
                <a:close/>
                <a:moveTo>
                  <a:pt x="6497480" y="319536"/>
                </a:moveTo>
                <a:cubicBezTo>
                  <a:pt x="6506410" y="320220"/>
                  <a:pt x="6514669" y="321616"/>
                  <a:pt x="6520144" y="323564"/>
                </a:cubicBezTo>
                <a:cubicBezTo>
                  <a:pt x="6531369" y="327508"/>
                  <a:pt x="6527035" y="332181"/>
                  <a:pt x="6510696" y="334005"/>
                </a:cubicBezTo>
                <a:cubicBezTo>
                  <a:pt x="6494246" y="335828"/>
                  <a:pt x="6471989" y="334119"/>
                  <a:pt x="6461014" y="330130"/>
                </a:cubicBezTo>
                <a:cubicBezTo>
                  <a:pt x="6450066" y="326186"/>
                  <a:pt x="6454511" y="321559"/>
                  <a:pt x="6470795" y="319780"/>
                </a:cubicBezTo>
                <a:cubicBezTo>
                  <a:pt x="6478950" y="318880"/>
                  <a:pt x="6488550" y="318852"/>
                  <a:pt x="6497480" y="319536"/>
                </a:cubicBezTo>
                <a:close/>
                <a:moveTo>
                  <a:pt x="2547001" y="319484"/>
                </a:moveTo>
                <a:cubicBezTo>
                  <a:pt x="2547502" y="319461"/>
                  <a:pt x="2547890" y="319461"/>
                  <a:pt x="2547890" y="319575"/>
                </a:cubicBezTo>
                <a:cubicBezTo>
                  <a:pt x="2547890" y="319666"/>
                  <a:pt x="2547530" y="319780"/>
                  <a:pt x="2547001" y="319826"/>
                </a:cubicBezTo>
                <a:cubicBezTo>
                  <a:pt x="2546501" y="319871"/>
                  <a:pt x="2546112" y="319826"/>
                  <a:pt x="2546112" y="319735"/>
                </a:cubicBezTo>
                <a:cubicBezTo>
                  <a:pt x="2546057" y="319644"/>
                  <a:pt x="2546501" y="319530"/>
                  <a:pt x="2547001" y="319484"/>
                </a:cubicBezTo>
                <a:close/>
                <a:moveTo>
                  <a:pt x="2983695" y="319165"/>
                </a:moveTo>
                <a:cubicBezTo>
                  <a:pt x="2987585" y="318823"/>
                  <a:pt x="2990920" y="319142"/>
                  <a:pt x="2991086" y="319871"/>
                </a:cubicBezTo>
                <a:cubicBezTo>
                  <a:pt x="2991253" y="320578"/>
                  <a:pt x="2988224" y="321467"/>
                  <a:pt x="2984306" y="321787"/>
                </a:cubicBezTo>
                <a:cubicBezTo>
                  <a:pt x="2980389" y="322174"/>
                  <a:pt x="2976999" y="321809"/>
                  <a:pt x="2976860" y="321080"/>
                </a:cubicBezTo>
                <a:cubicBezTo>
                  <a:pt x="2976665" y="320373"/>
                  <a:pt x="2979722" y="319484"/>
                  <a:pt x="2983695" y="319165"/>
                </a:cubicBezTo>
                <a:close/>
                <a:moveTo>
                  <a:pt x="6858284" y="318654"/>
                </a:moveTo>
                <a:cubicBezTo>
                  <a:pt x="6868134" y="319404"/>
                  <a:pt x="6877478" y="320920"/>
                  <a:pt x="6884008" y="323017"/>
                </a:cubicBezTo>
                <a:cubicBezTo>
                  <a:pt x="6897206" y="327280"/>
                  <a:pt x="6893928" y="332317"/>
                  <a:pt x="6876783" y="334323"/>
                </a:cubicBezTo>
                <a:cubicBezTo>
                  <a:pt x="6859528" y="336284"/>
                  <a:pt x="6834826" y="334415"/>
                  <a:pt x="6821878" y="330106"/>
                </a:cubicBezTo>
                <a:cubicBezTo>
                  <a:pt x="6808901" y="325867"/>
                  <a:pt x="6812402" y="320851"/>
                  <a:pt x="6829518" y="318891"/>
                </a:cubicBezTo>
                <a:cubicBezTo>
                  <a:pt x="6838076" y="317922"/>
                  <a:pt x="6848433" y="317905"/>
                  <a:pt x="6858284" y="318654"/>
                </a:cubicBezTo>
                <a:close/>
                <a:moveTo>
                  <a:pt x="5627612" y="317182"/>
                </a:moveTo>
                <a:cubicBezTo>
                  <a:pt x="5635948" y="316338"/>
                  <a:pt x="5646091" y="317136"/>
                  <a:pt x="5650202" y="319006"/>
                </a:cubicBezTo>
                <a:cubicBezTo>
                  <a:pt x="5654315" y="320875"/>
                  <a:pt x="5650870" y="323154"/>
                  <a:pt x="5642478" y="323998"/>
                </a:cubicBezTo>
                <a:cubicBezTo>
                  <a:pt x="5634059" y="324864"/>
                  <a:pt x="5623889" y="324043"/>
                  <a:pt x="5619749" y="322174"/>
                </a:cubicBezTo>
                <a:cubicBezTo>
                  <a:pt x="5615664" y="320282"/>
                  <a:pt x="5619193" y="318048"/>
                  <a:pt x="5627612" y="317182"/>
                </a:cubicBezTo>
                <a:close/>
                <a:moveTo>
                  <a:pt x="6009840" y="316954"/>
                </a:moveTo>
                <a:cubicBezTo>
                  <a:pt x="6016068" y="317444"/>
                  <a:pt x="6021639" y="318447"/>
                  <a:pt x="6025070" y="319849"/>
                </a:cubicBezTo>
                <a:cubicBezTo>
                  <a:pt x="6031934" y="322653"/>
                  <a:pt x="6027794" y="325959"/>
                  <a:pt x="6015568" y="327280"/>
                </a:cubicBezTo>
                <a:cubicBezTo>
                  <a:pt x="6003370" y="328580"/>
                  <a:pt x="5987865" y="327349"/>
                  <a:pt x="5980974" y="324522"/>
                </a:cubicBezTo>
                <a:cubicBezTo>
                  <a:pt x="5974166" y="321695"/>
                  <a:pt x="5978555" y="318413"/>
                  <a:pt x="5990671" y="317136"/>
                </a:cubicBezTo>
                <a:cubicBezTo>
                  <a:pt x="5996728" y="316487"/>
                  <a:pt x="6003612" y="316464"/>
                  <a:pt x="6009840" y="316954"/>
                </a:cubicBezTo>
                <a:close/>
                <a:moveTo>
                  <a:pt x="3803890" y="316777"/>
                </a:moveTo>
                <a:cubicBezTo>
                  <a:pt x="3811171" y="317432"/>
                  <a:pt x="3816458" y="318777"/>
                  <a:pt x="3818013" y="320670"/>
                </a:cubicBezTo>
                <a:cubicBezTo>
                  <a:pt x="3821321" y="324431"/>
                  <a:pt x="3808344" y="328899"/>
                  <a:pt x="3789032" y="330699"/>
                </a:cubicBezTo>
                <a:cubicBezTo>
                  <a:pt x="3769720" y="332455"/>
                  <a:pt x="3751521" y="330791"/>
                  <a:pt x="3748575" y="326984"/>
                </a:cubicBezTo>
                <a:cubicBezTo>
                  <a:pt x="3745547" y="323200"/>
                  <a:pt x="3758661" y="318732"/>
                  <a:pt x="3777807" y="317023"/>
                </a:cubicBezTo>
                <a:cubicBezTo>
                  <a:pt x="3787337" y="316156"/>
                  <a:pt x="3796611" y="316122"/>
                  <a:pt x="3803890" y="316777"/>
                </a:cubicBezTo>
                <a:close/>
                <a:moveTo>
                  <a:pt x="3460498" y="316436"/>
                </a:moveTo>
                <a:cubicBezTo>
                  <a:pt x="3468397" y="317170"/>
                  <a:pt x="3473905" y="318663"/>
                  <a:pt x="3475156" y="320738"/>
                </a:cubicBezTo>
                <a:cubicBezTo>
                  <a:pt x="3477601" y="324955"/>
                  <a:pt x="3461985" y="329925"/>
                  <a:pt x="3440061" y="331885"/>
                </a:cubicBezTo>
                <a:cubicBezTo>
                  <a:pt x="3418110" y="333845"/>
                  <a:pt x="3398465" y="331976"/>
                  <a:pt x="3396158" y="327759"/>
                </a:cubicBezTo>
                <a:cubicBezTo>
                  <a:pt x="3393880" y="323564"/>
                  <a:pt x="3409774" y="318618"/>
                  <a:pt x="3431503" y="316681"/>
                </a:cubicBezTo>
                <a:cubicBezTo>
                  <a:pt x="3442312" y="315723"/>
                  <a:pt x="3452600" y="315700"/>
                  <a:pt x="3460498" y="316436"/>
                </a:cubicBezTo>
                <a:close/>
                <a:moveTo>
                  <a:pt x="7883934" y="315837"/>
                </a:moveTo>
                <a:cubicBezTo>
                  <a:pt x="7888742" y="315267"/>
                  <a:pt x="7896550" y="315814"/>
                  <a:pt x="7901440" y="317090"/>
                </a:cubicBezTo>
                <a:cubicBezTo>
                  <a:pt x="7906414" y="318390"/>
                  <a:pt x="7906580" y="319894"/>
                  <a:pt x="7901773" y="320464"/>
                </a:cubicBezTo>
                <a:cubicBezTo>
                  <a:pt x="7897022" y="321057"/>
                  <a:pt x="7889158" y="320487"/>
                  <a:pt x="7884268" y="319211"/>
                </a:cubicBezTo>
                <a:cubicBezTo>
                  <a:pt x="7879377" y="317957"/>
                  <a:pt x="7879183" y="316430"/>
                  <a:pt x="7883934" y="315837"/>
                </a:cubicBezTo>
                <a:close/>
                <a:moveTo>
                  <a:pt x="6258915" y="315822"/>
                </a:moveTo>
                <a:cubicBezTo>
                  <a:pt x="6266772" y="316435"/>
                  <a:pt x="6273927" y="317683"/>
                  <a:pt x="6278540" y="319416"/>
                </a:cubicBezTo>
                <a:cubicBezTo>
                  <a:pt x="6287765" y="322903"/>
                  <a:pt x="6283319" y="327075"/>
                  <a:pt x="6268426" y="328693"/>
                </a:cubicBezTo>
                <a:cubicBezTo>
                  <a:pt x="6253504" y="330335"/>
                  <a:pt x="6233831" y="328762"/>
                  <a:pt x="6224662" y="325251"/>
                </a:cubicBezTo>
                <a:cubicBezTo>
                  <a:pt x="6215547" y="321763"/>
                  <a:pt x="6220299" y="317637"/>
                  <a:pt x="6235082" y="316042"/>
                </a:cubicBezTo>
                <a:cubicBezTo>
                  <a:pt x="6242500" y="315232"/>
                  <a:pt x="6251058" y="315210"/>
                  <a:pt x="6258915" y="315822"/>
                </a:cubicBezTo>
                <a:close/>
                <a:moveTo>
                  <a:pt x="7776057" y="315261"/>
                </a:moveTo>
                <a:cubicBezTo>
                  <a:pt x="7788078" y="316122"/>
                  <a:pt x="7800116" y="317877"/>
                  <a:pt x="7809356" y="320328"/>
                </a:cubicBezTo>
                <a:cubicBezTo>
                  <a:pt x="7827945" y="325252"/>
                  <a:pt x="7828140" y="331132"/>
                  <a:pt x="7809717" y="333435"/>
                </a:cubicBezTo>
                <a:cubicBezTo>
                  <a:pt x="7791240" y="335715"/>
                  <a:pt x="7761090" y="333549"/>
                  <a:pt x="7742696" y="328557"/>
                </a:cubicBezTo>
                <a:cubicBezTo>
                  <a:pt x="7724302" y="323633"/>
                  <a:pt x="7724468" y="317820"/>
                  <a:pt x="7742863" y="315564"/>
                </a:cubicBezTo>
                <a:cubicBezTo>
                  <a:pt x="7752032" y="314435"/>
                  <a:pt x="7764036" y="314401"/>
                  <a:pt x="7776057" y="315261"/>
                </a:cubicBezTo>
                <a:close/>
                <a:moveTo>
                  <a:pt x="7326620" y="314945"/>
                </a:moveTo>
                <a:cubicBezTo>
                  <a:pt x="7337686" y="315757"/>
                  <a:pt x="7348488" y="317410"/>
                  <a:pt x="7356407" y="319712"/>
                </a:cubicBezTo>
                <a:cubicBezTo>
                  <a:pt x="7372468" y="324340"/>
                  <a:pt x="7370911" y="329879"/>
                  <a:pt x="7352739" y="332044"/>
                </a:cubicBezTo>
                <a:cubicBezTo>
                  <a:pt x="7334567" y="334232"/>
                  <a:pt x="7306836" y="332158"/>
                  <a:pt x="7290942" y="327485"/>
                </a:cubicBezTo>
                <a:cubicBezTo>
                  <a:pt x="7275215" y="322812"/>
                  <a:pt x="7277188" y="317342"/>
                  <a:pt x="7295249" y="315221"/>
                </a:cubicBezTo>
                <a:cubicBezTo>
                  <a:pt x="7304224" y="314161"/>
                  <a:pt x="7315553" y="314133"/>
                  <a:pt x="7326620" y="314945"/>
                </a:cubicBezTo>
                <a:close/>
                <a:moveTo>
                  <a:pt x="4859231" y="314355"/>
                </a:moveTo>
                <a:cubicBezTo>
                  <a:pt x="4868040" y="313511"/>
                  <a:pt x="4877709" y="314332"/>
                  <a:pt x="4880738" y="316179"/>
                </a:cubicBezTo>
                <a:cubicBezTo>
                  <a:pt x="4883795" y="318048"/>
                  <a:pt x="4879043" y="320259"/>
                  <a:pt x="4870179" y="321148"/>
                </a:cubicBezTo>
                <a:cubicBezTo>
                  <a:pt x="4861288" y="321991"/>
                  <a:pt x="4851673" y="321170"/>
                  <a:pt x="4848617" y="319301"/>
                </a:cubicBezTo>
                <a:cubicBezTo>
                  <a:pt x="4845643" y="317456"/>
                  <a:pt x="4850339" y="315221"/>
                  <a:pt x="4859231" y="314355"/>
                </a:cubicBezTo>
                <a:close/>
                <a:moveTo>
                  <a:pt x="2870604" y="312554"/>
                </a:moveTo>
                <a:cubicBezTo>
                  <a:pt x="2872271" y="312418"/>
                  <a:pt x="2873743" y="312554"/>
                  <a:pt x="2873799" y="312873"/>
                </a:cubicBezTo>
                <a:cubicBezTo>
                  <a:pt x="2873883" y="313216"/>
                  <a:pt x="2872522" y="313603"/>
                  <a:pt x="2870771" y="313717"/>
                </a:cubicBezTo>
                <a:cubicBezTo>
                  <a:pt x="2869132" y="313854"/>
                  <a:pt x="2867659" y="313740"/>
                  <a:pt x="2867520" y="313397"/>
                </a:cubicBezTo>
                <a:cubicBezTo>
                  <a:pt x="2867520" y="313078"/>
                  <a:pt x="2868854" y="312714"/>
                  <a:pt x="2870604" y="312554"/>
                </a:cubicBezTo>
                <a:close/>
                <a:moveTo>
                  <a:pt x="5519189" y="311757"/>
                </a:moveTo>
                <a:cubicBezTo>
                  <a:pt x="5527691" y="310913"/>
                  <a:pt x="5537612" y="311733"/>
                  <a:pt x="5541613" y="313580"/>
                </a:cubicBezTo>
                <a:cubicBezTo>
                  <a:pt x="5545559" y="315449"/>
                  <a:pt x="5541863" y="317637"/>
                  <a:pt x="5533527" y="318504"/>
                </a:cubicBezTo>
                <a:cubicBezTo>
                  <a:pt x="5524969" y="319393"/>
                  <a:pt x="5514994" y="318572"/>
                  <a:pt x="5511047" y="316703"/>
                </a:cubicBezTo>
                <a:cubicBezTo>
                  <a:pt x="5507074" y="314834"/>
                  <a:pt x="5510770" y="312623"/>
                  <a:pt x="5519189" y="311757"/>
                </a:cubicBezTo>
                <a:close/>
                <a:moveTo>
                  <a:pt x="8006667" y="311574"/>
                </a:moveTo>
                <a:cubicBezTo>
                  <a:pt x="8007446" y="311437"/>
                  <a:pt x="8008835" y="311551"/>
                  <a:pt x="8009753" y="311802"/>
                </a:cubicBezTo>
                <a:cubicBezTo>
                  <a:pt x="8010615" y="312007"/>
                  <a:pt x="8010615" y="312280"/>
                  <a:pt x="8009864" y="312372"/>
                </a:cubicBezTo>
                <a:cubicBezTo>
                  <a:pt x="8009002" y="312486"/>
                  <a:pt x="8007585" y="312372"/>
                  <a:pt x="8006805" y="312144"/>
                </a:cubicBezTo>
                <a:cubicBezTo>
                  <a:pt x="8005807" y="311939"/>
                  <a:pt x="8005807" y="311665"/>
                  <a:pt x="8006667" y="311574"/>
                </a:cubicBezTo>
                <a:close/>
                <a:moveTo>
                  <a:pt x="6631651" y="310964"/>
                </a:moveTo>
                <a:cubicBezTo>
                  <a:pt x="6639959" y="311597"/>
                  <a:pt x="6647725" y="312884"/>
                  <a:pt x="6652990" y="314674"/>
                </a:cubicBezTo>
                <a:cubicBezTo>
                  <a:pt x="6663522" y="318299"/>
                  <a:pt x="6660076" y="322561"/>
                  <a:pt x="6645127" y="324248"/>
                </a:cubicBezTo>
                <a:cubicBezTo>
                  <a:pt x="6630150" y="325935"/>
                  <a:pt x="6609449" y="324339"/>
                  <a:pt x="6598891" y="320692"/>
                </a:cubicBezTo>
                <a:cubicBezTo>
                  <a:pt x="6588471" y="317090"/>
                  <a:pt x="6592138" y="312828"/>
                  <a:pt x="6607059" y="311187"/>
                </a:cubicBezTo>
                <a:cubicBezTo>
                  <a:pt x="6614492" y="310354"/>
                  <a:pt x="6623343" y="310332"/>
                  <a:pt x="6631651" y="310964"/>
                </a:cubicBezTo>
                <a:close/>
                <a:moveTo>
                  <a:pt x="6985891" y="310887"/>
                </a:moveTo>
                <a:cubicBezTo>
                  <a:pt x="6995864" y="311631"/>
                  <a:pt x="7005408" y="313146"/>
                  <a:pt x="7012188" y="315267"/>
                </a:cubicBezTo>
                <a:cubicBezTo>
                  <a:pt x="7025720" y="319484"/>
                  <a:pt x="7022996" y="324544"/>
                  <a:pt x="7005880" y="326527"/>
                </a:cubicBezTo>
                <a:cubicBezTo>
                  <a:pt x="6988764" y="328511"/>
                  <a:pt x="6963811" y="326641"/>
                  <a:pt x="6950335" y="322356"/>
                </a:cubicBezTo>
                <a:cubicBezTo>
                  <a:pt x="6936942" y="318094"/>
                  <a:pt x="6939942" y="313101"/>
                  <a:pt x="6957031" y="311141"/>
                </a:cubicBezTo>
                <a:cubicBezTo>
                  <a:pt x="6965520" y="310172"/>
                  <a:pt x="6975920" y="310143"/>
                  <a:pt x="6985891" y="310887"/>
                </a:cubicBezTo>
                <a:close/>
                <a:moveTo>
                  <a:pt x="4512837" y="310754"/>
                </a:moveTo>
                <a:cubicBezTo>
                  <a:pt x="4519221" y="311306"/>
                  <a:pt x="4524237" y="312429"/>
                  <a:pt x="4526404" y="313990"/>
                </a:cubicBezTo>
                <a:cubicBezTo>
                  <a:pt x="4530738" y="317136"/>
                  <a:pt x="4521875" y="320875"/>
                  <a:pt x="4506480" y="322311"/>
                </a:cubicBezTo>
                <a:cubicBezTo>
                  <a:pt x="4491059" y="323770"/>
                  <a:pt x="4475138" y="322402"/>
                  <a:pt x="4470997" y="319233"/>
                </a:cubicBezTo>
                <a:cubicBezTo>
                  <a:pt x="4466746" y="316111"/>
                  <a:pt x="4475804" y="312395"/>
                  <a:pt x="4491059" y="310935"/>
                </a:cubicBezTo>
                <a:cubicBezTo>
                  <a:pt x="4498701" y="310218"/>
                  <a:pt x="4506453" y="310201"/>
                  <a:pt x="4512837" y="310754"/>
                </a:cubicBezTo>
                <a:close/>
                <a:moveTo>
                  <a:pt x="4034895" y="310474"/>
                </a:moveTo>
                <a:cubicBezTo>
                  <a:pt x="4042522" y="311152"/>
                  <a:pt x="4048211" y="312532"/>
                  <a:pt x="4050170" y="314447"/>
                </a:cubicBezTo>
                <a:cubicBezTo>
                  <a:pt x="4054116" y="318345"/>
                  <a:pt x="4041500" y="322949"/>
                  <a:pt x="4021939" y="324749"/>
                </a:cubicBezTo>
                <a:cubicBezTo>
                  <a:pt x="4002321" y="326573"/>
                  <a:pt x="3983315" y="324841"/>
                  <a:pt x="3979537" y="320943"/>
                </a:cubicBezTo>
                <a:cubicBezTo>
                  <a:pt x="3975842" y="317045"/>
                  <a:pt x="3988595" y="312463"/>
                  <a:pt x="4007990" y="310708"/>
                </a:cubicBezTo>
                <a:cubicBezTo>
                  <a:pt x="4017701" y="309818"/>
                  <a:pt x="4027267" y="309796"/>
                  <a:pt x="4034895" y="310474"/>
                </a:cubicBezTo>
                <a:close/>
                <a:moveTo>
                  <a:pt x="3338158" y="309656"/>
                </a:moveTo>
                <a:cubicBezTo>
                  <a:pt x="3344747" y="310275"/>
                  <a:pt x="3349242" y="311528"/>
                  <a:pt x="3350117" y="313261"/>
                </a:cubicBezTo>
                <a:cubicBezTo>
                  <a:pt x="3351867" y="316771"/>
                  <a:pt x="3338390" y="320943"/>
                  <a:pt x="3319829" y="322561"/>
                </a:cubicBezTo>
                <a:cubicBezTo>
                  <a:pt x="3301184" y="324203"/>
                  <a:pt x="3284762" y="322653"/>
                  <a:pt x="3283123" y="319142"/>
                </a:cubicBezTo>
                <a:cubicBezTo>
                  <a:pt x="3281622" y="315632"/>
                  <a:pt x="3295210" y="311460"/>
                  <a:pt x="3313633" y="309864"/>
                </a:cubicBezTo>
                <a:cubicBezTo>
                  <a:pt x="3322886" y="309055"/>
                  <a:pt x="3331569" y="309039"/>
                  <a:pt x="3338158" y="309656"/>
                </a:cubicBezTo>
                <a:close/>
                <a:moveTo>
                  <a:pt x="4969182" y="309317"/>
                </a:moveTo>
                <a:cubicBezTo>
                  <a:pt x="4978880" y="308382"/>
                  <a:pt x="4989773" y="309272"/>
                  <a:pt x="4993385" y="311368"/>
                </a:cubicBezTo>
                <a:cubicBezTo>
                  <a:pt x="4996969" y="313443"/>
                  <a:pt x="4991828" y="315928"/>
                  <a:pt x="4982075" y="316863"/>
                </a:cubicBezTo>
                <a:cubicBezTo>
                  <a:pt x="4972128" y="317842"/>
                  <a:pt x="4961236" y="316953"/>
                  <a:pt x="4957734" y="314834"/>
                </a:cubicBezTo>
                <a:cubicBezTo>
                  <a:pt x="4954122" y="312737"/>
                  <a:pt x="4959291" y="310297"/>
                  <a:pt x="4969182" y="309317"/>
                </a:cubicBezTo>
                <a:close/>
                <a:moveTo>
                  <a:pt x="5889945" y="308087"/>
                </a:moveTo>
                <a:cubicBezTo>
                  <a:pt x="5899059" y="307129"/>
                  <a:pt x="5910452" y="308064"/>
                  <a:pt x="5915481" y="310116"/>
                </a:cubicBezTo>
                <a:cubicBezTo>
                  <a:pt x="5920511" y="312236"/>
                  <a:pt x="5917093" y="314698"/>
                  <a:pt x="5907978" y="315632"/>
                </a:cubicBezTo>
                <a:cubicBezTo>
                  <a:pt x="5898754" y="316612"/>
                  <a:pt x="5887278" y="315700"/>
                  <a:pt x="5882249" y="313603"/>
                </a:cubicBezTo>
                <a:cubicBezTo>
                  <a:pt x="5877247" y="311506"/>
                  <a:pt x="5880776" y="309067"/>
                  <a:pt x="5889945" y="308087"/>
                </a:cubicBezTo>
                <a:close/>
                <a:moveTo>
                  <a:pt x="5410322" y="308018"/>
                </a:moveTo>
                <a:cubicBezTo>
                  <a:pt x="5418657" y="307197"/>
                  <a:pt x="5428632" y="307995"/>
                  <a:pt x="5432440" y="309842"/>
                </a:cubicBezTo>
                <a:cubicBezTo>
                  <a:pt x="5436219" y="311687"/>
                  <a:pt x="5432384" y="313853"/>
                  <a:pt x="5423882" y="314742"/>
                </a:cubicBezTo>
                <a:cubicBezTo>
                  <a:pt x="5415406" y="315608"/>
                  <a:pt x="5405431" y="314788"/>
                  <a:pt x="5401680" y="312942"/>
                </a:cubicBezTo>
                <a:cubicBezTo>
                  <a:pt x="5397928" y="311073"/>
                  <a:pt x="5401707" y="308861"/>
                  <a:pt x="5410322" y="308018"/>
                </a:cubicBezTo>
                <a:close/>
                <a:moveTo>
                  <a:pt x="4271129" y="307932"/>
                </a:moveTo>
                <a:cubicBezTo>
                  <a:pt x="4278694" y="308594"/>
                  <a:pt x="4284494" y="309933"/>
                  <a:pt x="4286745" y="311802"/>
                </a:cubicBezTo>
                <a:cubicBezTo>
                  <a:pt x="4291246" y="315586"/>
                  <a:pt x="4279715" y="320077"/>
                  <a:pt x="4260959" y="321832"/>
                </a:cubicBezTo>
                <a:cubicBezTo>
                  <a:pt x="4242147" y="323587"/>
                  <a:pt x="4223253" y="321923"/>
                  <a:pt x="4218946" y="318139"/>
                </a:cubicBezTo>
                <a:cubicBezTo>
                  <a:pt x="4214612" y="314355"/>
                  <a:pt x="4226281" y="309887"/>
                  <a:pt x="4244925" y="308132"/>
                </a:cubicBezTo>
                <a:cubicBezTo>
                  <a:pt x="4254235" y="307288"/>
                  <a:pt x="4263564" y="307272"/>
                  <a:pt x="4271129" y="307932"/>
                </a:cubicBezTo>
                <a:close/>
                <a:moveTo>
                  <a:pt x="3680011" y="307824"/>
                </a:moveTo>
                <a:cubicBezTo>
                  <a:pt x="3687187" y="308473"/>
                  <a:pt x="3692321" y="309796"/>
                  <a:pt x="3693753" y="311642"/>
                </a:cubicBezTo>
                <a:cubicBezTo>
                  <a:pt x="3696503" y="315358"/>
                  <a:pt x="3683277" y="319780"/>
                  <a:pt x="3663993" y="321535"/>
                </a:cubicBezTo>
                <a:cubicBezTo>
                  <a:pt x="3644626" y="323267"/>
                  <a:pt x="3626730" y="321627"/>
                  <a:pt x="3624091" y="317888"/>
                </a:cubicBezTo>
                <a:cubicBezTo>
                  <a:pt x="3621423" y="314149"/>
                  <a:pt x="3634900" y="309750"/>
                  <a:pt x="3654017" y="308041"/>
                </a:cubicBezTo>
                <a:cubicBezTo>
                  <a:pt x="3663618" y="307197"/>
                  <a:pt x="3672836" y="307175"/>
                  <a:pt x="3680011" y="307824"/>
                </a:cubicBezTo>
                <a:close/>
                <a:moveTo>
                  <a:pt x="7447641" y="307080"/>
                </a:moveTo>
                <a:cubicBezTo>
                  <a:pt x="7460259" y="307995"/>
                  <a:pt x="7472652" y="309853"/>
                  <a:pt x="7481836" y="312440"/>
                </a:cubicBezTo>
                <a:cubicBezTo>
                  <a:pt x="7500509" y="317683"/>
                  <a:pt x="7499286" y="323929"/>
                  <a:pt x="7478946" y="326368"/>
                </a:cubicBezTo>
                <a:cubicBezTo>
                  <a:pt x="7458551" y="328808"/>
                  <a:pt x="7426874" y="326505"/>
                  <a:pt x="7408479" y="321194"/>
                </a:cubicBezTo>
                <a:cubicBezTo>
                  <a:pt x="7390112" y="315951"/>
                  <a:pt x="7391863" y="309773"/>
                  <a:pt x="7412092" y="307380"/>
                </a:cubicBezTo>
                <a:cubicBezTo>
                  <a:pt x="7422178" y="306194"/>
                  <a:pt x="7435023" y="306166"/>
                  <a:pt x="7447641" y="307080"/>
                </a:cubicBezTo>
                <a:close/>
                <a:moveTo>
                  <a:pt x="5079550" y="306399"/>
                </a:moveTo>
                <a:cubicBezTo>
                  <a:pt x="5089303" y="305442"/>
                  <a:pt x="5100168" y="306354"/>
                  <a:pt x="5103975" y="308428"/>
                </a:cubicBezTo>
                <a:cubicBezTo>
                  <a:pt x="5107698" y="310502"/>
                  <a:pt x="5102836" y="312964"/>
                  <a:pt x="5093027" y="313922"/>
                </a:cubicBezTo>
                <a:cubicBezTo>
                  <a:pt x="5083246" y="314879"/>
                  <a:pt x="5072410" y="313968"/>
                  <a:pt x="5068630" y="311893"/>
                </a:cubicBezTo>
                <a:cubicBezTo>
                  <a:pt x="5064962" y="309796"/>
                  <a:pt x="5069881" y="307334"/>
                  <a:pt x="5079550" y="306399"/>
                </a:cubicBezTo>
                <a:close/>
                <a:moveTo>
                  <a:pt x="5301148" y="306217"/>
                </a:moveTo>
                <a:cubicBezTo>
                  <a:pt x="5309067" y="305419"/>
                  <a:pt x="5318153" y="306149"/>
                  <a:pt x="5321543" y="307858"/>
                </a:cubicBezTo>
                <a:cubicBezTo>
                  <a:pt x="5324905" y="309591"/>
                  <a:pt x="5321209" y="311620"/>
                  <a:pt x="5313290" y="312394"/>
                </a:cubicBezTo>
                <a:cubicBezTo>
                  <a:pt x="5305343" y="313170"/>
                  <a:pt x="5296229" y="312440"/>
                  <a:pt x="5292896" y="310730"/>
                </a:cubicBezTo>
                <a:cubicBezTo>
                  <a:pt x="5289477" y="309020"/>
                  <a:pt x="5293256" y="306992"/>
                  <a:pt x="5301148" y="306217"/>
                </a:cubicBezTo>
                <a:close/>
                <a:moveTo>
                  <a:pt x="8121537" y="305738"/>
                </a:moveTo>
                <a:cubicBezTo>
                  <a:pt x="8121982" y="305716"/>
                  <a:pt x="8122482" y="305738"/>
                  <a:pt x="8122926" y="305876"/>
                </a:cubicBezTo>
                <a:cubicBezTo>
                  <a:pt x="8123232" y="305922"/>
                  <a:pt x="8123232" y="306012"/>
                  <a:pt x="8122926" y="306081"/>
                </a:cubicBezTo>
                <a:cubicBezTo>
                  <a:pt x="8122566" y="306126"/>
                  <a:pt x="8122037" y="306103"/>
                  <a:pt x="8121733" y="305990"/>
                </a:cubicBezTo>
                <a:cubicBezTo>
                  <a:pt x="8121288" y="305898"/>
                  <a:pt x="8121259" y="305807"/>
                  <a:pt x="8121537" y="305738"/>
                </a:cubicBezTo>
                <a:close/>
                <a:moveTo>
                  <a:pt x="2759013" y="305647"/>
                </a:moveTo>
                <a:cubicBezTo>
                  <a:pt x="2759985" y="305556"/>
                  <a:pt x="2760791" y="305647"/>
                  <a:pt x="2760791" y="305830"/>
                </a:cubicBezTo>
                <a:cubicBezTo>
                  <a:pt x="2760791" y="306012"/>
                  <a:pt x="2760041" y="306217"/>
                  <a:pt x="2759013" y="306285"/>
                </a:cubicBezTo>
                <a:cubicBezTo>
                  <a:pt x="2758012" y="306377"/>
                  <a:pt x="2757262" y="306309"/>
                  <a:pt x="2757262" y="306103"/>
                </a:cubicBezTo>
                <a:cubicBezTo>
                  <a:pt x="2757207" y="305944"/>
                  <a:pt x="2757985" y="305738"/>
                  <a:pt x="2759013" y="305647"/>
                </a:cubicBezTo>
                <a:close/>
                <a:moveTo>
                  <a:pt x="6398883" y="305422"/>
                </a:moveTo>
                <a:cubicBezTo>
                  <a:pt x="6406635" y="306017"/>
                  <a:pt x="6413763" y="307232"/>
                  <a:pt x="6418417" y="308930"/>
                </a:cubicBezTo>
                <a:cubicBezTo>
                  <a:pt x="6427864" y="312281"/>
                  <a:pt x="6423891" y="316338"/>
                  <a:pt x="6409414" y="317888"/>
                </a:cubicBezTo>
                <a:cubicBezTo>
                  <a:pt x="6394993" y="319484"/>
                  <a:pt x="6375681" y="317980"/>
                  <a:pt x="6366344" y="314561"/>
                </a:cubicBezTo>
                <a:cubicBezTo>
                  <a:pt x="6357092" y="311187"/>
                  <a:pt x="6361205" y="307175"/>
                  <a:pt x="6375598" y="305625"/>
                </a:cubicBezTo>
                <a:cubicBezTo>
                  <a:pt x="6382752" y="304849"/>
                  <a:pt x="6391130" y="304826"/>
                  <a:pt x="6398883" y="305422"/>
                </a:cubicBezTo>
                <a:close/>
                <a:moveTo>
                  <a:pt x="3198541" y="305237"/>
                </a:moveTo>
                <a:cubicBezTo>
                  <a:pt x="3207932" y="304440"/>
                  <a:pt x="3216102" y="305192"/>
                  <a:pt x="3216769" y="306947"/>
                </a:cubicBezTo>
                <a:cubicBezTo>
                  <a:pt x="3217491" y="308679"/>
                  <a:pt x="3210462" y="310776"/>
                  <a:pt x="3201097" y="311597"/>
                </a:cubicBezTo>
                <a:cubicBezTo>
                  <a:pt x="3191650" y="312395"/>
                  <a:pt x="3183453" y="311620"/>
                  <a:pt x="3182786" y="309864"/>
                </a:cubicBezTo>
                <a:cubicBezTo>
                  <a:pt x="3182175" y="308109"/>
                  <a:pt x="3189205" y="306035"/>
                  <a:pt x="3198541" y="305237"/>
                </a:cubicBezTo>
                <a:close/>
                <a:moveTo>
                  <a:pt x="5189753" y="305054"/>
                </a:moveTo>
                <a:cubicBezTo>
                  <a:pt x="5199561" y="304074"/>
                  <a:pt x="5210786" y="305009"/>
                  <a:pt x="5214704" y="307106"/>
                </a:cubicBezTo>
                <a:cubicBezTo>
                  <a:pt x="5218706" y="309226"/>
                  <a:pt x="5214037" y="311756"/>
                  <a:pt x="5204145" y="312713"/>
                </a:cubicBezTo>
                <a:cubicBezTo>
                  <a:pt x="5194281" y="313717"/>
                  <a:pt x="5183028" y="312759"/>
                  <a:pt x="5179055" y="310640"/>
                </a:cubicBezTo>
                <a:cubicBezTo>
                  <a:pt x="5175136" y="308519"/>
                  <a:pt x="5179916" y="306012"/>
                  <a:pt x="5189753" y="305054"/>
                </a:cubicBezTo>
                <a:close/>
                <a:moveTo>
                  <a:pt x="6138941" y="304895"/>
                </a:moveTo>
                <a:cubicBezTo>
                  <a:pt x="6149805" y="303709"/>
                  <a:pt x="6163920" y="304804"/>
                  <a:pt x="6170478" y="307311"/>
                </a:cubicBezTo>
                <a:cubicBezTo>
                  <a:pt x="6177035" y="309842"/>
                  <a:pt x="6173562" y="312851"/>
                  <a:pt x="6162531" y="314013"/>
                </a:cubicBezTo>
                <a:cubicBezTo>
                  <a:pt x="6151555" y="315221"/>
                  <a:pt x="6137329" y="314082"/>
                  <a:pt x="6130910" y="311551"/>
                </a:cubicBezTo>
                <a:cubicBezTo>
                  <a:pt x="6124353" y="309020"/>
                  <a:pt x="6127937" y="306035"/>
                  <a:pt x="6138941" y="304895"/>
                </a:cubicBezTo>
                <a:close/>
                <a:moveTo>
                  <a:pt x="7111090" y="303382"/>
                </a:moveTo>
                <a:cubicBezTo>
                  <a:pt x="7121305" y="304137"/>
                  <a:pt x="7131155" y="305670"/>
                  <a:pt x="7138227" y="307813"/>
                </a:cubicBezTo>
                <a:cubicBezTo>
                  <a:pt x="7152399" y="312099"/>
                  <a:pt x="7150064" y="317204"/>
                  <a:pt x="7132920" y="319210"/>
                </a:cubicBezTo>
                <a:cubicBezTo>
                  <a:pt x="7115692" y="321194"/>
                  <a:pt x="7090073" y="319279"/>
                  <a:pt x="7075957" y="314970"/>
                </a:cubicBezTo>
                <a:cubicBezTo>
                  <a:pt x="7062008" y="310662"/>
                  <a:pt x="7064621" y="305602"/>
                  <a:pt x="7081765" y="303618"/>
                </a:cubicBezTo>
                <a:cubicBezTo>
                  <a:pt x="7090295" y="302649"/>
                  <a:pt x="7100875" y="302627"/>
                  <a:pt x="7111090" y="303382"/>
                </a:cubicBezTo>
                <a:close/>
                <a:moveTo>
                  <a:pt x="4619634" y="301854"/>
                </a:moveTo>
                <a:cubicBezTo>
                  <a:pt x="4625456" y="302353"/>
                  <a:pt x="4630076" y="303368"/>
                  <a:pt x="4632104" y="304781"/>
                </a:cubicBezTo>
                <a:cubicBezTo>
                  <a:pt x="4636272" y="307608"/>
                  <a:pt x="4628464" y="310958"/>
                  <a:pt x="4614681" y="312280"/>
                </a:cubicBezTo>
                <a:cubicBezTo>
                  <a:pt x="4600844" y="313625"/>
                  <a:pt x="4586312" y="312349"/>
                  <a:pt x="4582283" y="309499"/>
                </a:cubicBezTo>
                <a:cubicBezTo>
                  <a:pt x="4578226" y="306673"/>
                  <a:pt x="4586145" y="303345"/>
                  <a:pt x="4599954" y="302023"/>
                </a:cubicBezTo>
                <a:cubicBezTo>
                  <a:pt x="4606790" y="301373"/>
                  <a:pt x="4613814" y="301355"/>
                  <a:pt x="4619634" y="301854"/>
                </a:cubicBezTo>
                <a:close/>
                <a:moveTo>
                  <a:pt x="6763777" y="301407"/>
                </a:moveTo>
                <a:cubicBezTo>
                  <a:pt x="6773453" y="302131"/>
                  <a:pt x="6782573" y="303606"/>
                  <a:pt x="6788867" y="305670"/>
                </a:cubicBezTo>
                <a:cubicBezTo>
                  <a:pt x="6801594" y="309796"/>
                  <a:pt x="6798092" y="314742"/>
                  <a:pt x="6780892" y="316657"/>
                </a:cubicBezTo>
                <a:cubicBezTo>
                  <a:pt x="6763665" y="318595"/>
                  <a:pt x="6739491" y="316771"/>
                  <a:pt x="6726987" y="312600"/>
                </a:cubicBezTo>
                <a:cubicBezTo>
                  <a:pt x="6714455" y="308428"/>
                  <a:pt x="6718317" y="303550"/>
                  <a:pt x="6735351" y="301658"/>
                </a:cubicBezTo>
                <a:cubicBezTo>
                  <a:pt x="6743867" y="300711"/>
                  <a:pt x="6754100" y="300683"/>
                  <a:pt x="6763777" y="301407"/>
                </a:cubicBezTo>
                <a:close/>
                <a:moveTo>
                  <a:pt x="3905714" y="300931"/>
                </a:moveTo>
                <a:cubicBezTo>
                  <a:pt x="3912786" y="301561"/>
                  <a:pt x="3917976" y="302843"/>
                  <a:pt x="3919629" y="304621"/>
                </a:cubicBezTo>
                <a:cubicBezTo>
                  <a:pt x="3923046" y="308200"/>
                  <a:pt x="3910820" y="312508"/>
                  <a:pt x="3892426" y="314149"/>
                </a:cubicBezTo>
                <a:cubicBezTo>
                  <a:pt x="3873892" y="315859"/>
                  <a:pt x="3856276" y="314263"/>
                  <a:pt x="3853025" y="310639"/>
                </a:cubicBezTo>
                <a:cubicBezTo>
                  <a:pt x="3849885" y="307037"/>
                  <a:pt x="3862305" y="302797"/>
                  <a:pt x="3880505" y="301157"/>
                </a:cubicBezTo>
                <a:cubicBezTo>
                  <a:pt x="3889689" y="300325"/>
                  <a:pt x="3898643" y="300301"/>
                  <a:pt x="3905714" y="300931"/>
                </a:cubicBezTo>
                <a:close/>
                <a:moveTo>
                  <a:pt x="7566446" y="300504"/>
                </a:moveTo>
                <a:cubicBezTo>
                  <a:pt x="7579193" y="301418"/>
                  <a:pt x="7591801" y="303276"/>
                  <a:pt x="7601291" y="305875"/>
                </a:cubicBezTo>
                <a:cubicBezTo>
                  <a:pt x="7620463" y="311095"/>
                  <a:pt x="7619796" y="317341"/>
                  <a:pt x="7599595" y="319780"/>
                </a:cubicBezTo>
                <a:cubicBezTo>
                  <a:pt x="7579367" y="322220"/>
                  <a:pt x="7547413" y="319894"/>
                  <a:pt x="7528434" y="314628"/>
                </a:cubicBezTo>
                <a:cubicBezTo>
                  <a:pt x="7509567" y="309340"/>
                  <a:pt x="7510762" y="303185"/>
                  <a:pt x="7530768" y="300792"/>
                </a:cubicBezTo>
                <a:cubicBezTo>
                  <a:pt x="7540812" y="299618"/>
                  <a:pt x="7553699" y="299589"/>
                  <a:pt x="7566446" y="300504"/>
                </a:cubicBezTo>
                <a:close/>
                <a:moveTo>
                  <a:pt x="3084560" y="299994"/>
                </a:moveTo>
                <a:cubicBezTo>
                  <a:pt x="3087005" y="299812"/>
                  <a:pt x="3089062" y="299994"/>
                  <a:pt x="3089229" y="300450"/>
                </a:cubicBezTo>
                <a:cubicBezTo>
                  <a:pt x="3089367" y="300906"/>
                  <a:pt x="3087534" y="301407"/>
                  <a:pt x="3085061" y="301612"/>
                </a:cubicBezTo>
                <a:cubicBezTo>
                  <a:pt x="3082699" y="301795"/>
                  <a:pt x="3080615" y="301658"/>
                  <a:pt x="3080448" y="301179"/>
                </a:cubicBezTo>
                <a:cubicBezTo>
                  <a:pt x="3080309" y="300747"/>
                  <a:pt x="3082171" y="300200"/>
                  <a:pt x="3084560" y="299994"/>
                </a:cubicBezTo>
                <a:close/>
                <a:moveTo>
                  <a:pt x="3558160" y="299472"/>
                </a:moveTo>
                <a:cubicBezTo>
                  <a:pt x="3565044" y="300102"/>
                  <a:pt x="3569893" y="301384"/>
                  <a:pt x="3571103" y="303163"/>
                </a:cubicBezTo>
                <a:cubicBezTo>
                  <a:pt x="3573492" y="306718"/>
                  <a:pt x="3560238" y="310981"/>
                  <a:pt x="3541399" y="312668"/>
                </a:cubicBezTo>
                <a:cubicBezTo>
                  <a:pt x="3522448" y="314377"/>
                  <a:pt x="3505359" y="312782"/>
                  <a:pt x="3503081" y="309158"/>
                </a:cubicBezTo>
                <a:cubicBezTo>
                  <a:pt x="3500830" y="305556"/>
                  <a:pt x="3514195" y="301316"/>
                  <a:pt x="3533007" y="299697"/>
                </a:cubicBezTo>
                <a:cubicBezTo>
                  <a:pt x="3542357" y="298865"/>
                  <a:pt x="3551276" y="298842"/>
                  <a:pt x="3558160" y="299472"/>
                </a:cubicBezTo>
                <a:close/>
                <a:moveTo>
                  <a:pt x="2648867" y="298763"/>
                </a:moveTo>
                <a:cubicBezTo>
                  <a:pt x="2649395" y="298740"/>
                  <a:pt x="2649756" y="298763"/>
                  <a:pt x="2649756" y="298854"/>
                </a:cubicBezTo>
                <a:cubicBezTo>
                  <a:pt x="2649756" y="298945"/>
                  <a:pt x="2649395" y="299059"/>
                  <a:pt x="2648867" y="299104"/>
                </a:cubicBezTo>
                <a:cubicBezTo>
                  <a:pt x="2648422" y="299150"/>
                  <a:pt x="2647978" y="299104"/>
                  <a:pt x="2647978" y="299014"/>
                </a:cubicBezTo>
                <a:cubicBezTo>
                  <a:pt x="2648006" y="298945"/>
                  <a:pt x="2648395" y="298809"/>
                  <a:pt x="2648867" y="298763"/>
                </a:cubicBezTo>
                <a:close/>
                <a:moveTo>
                  <a:pt x="5782744" y="298399"/>
                </a:moveTo>
                <a:cubicBezTo>
                  <a:pt x="5794498" y="297191"/>
                  <a:pt x="5808919" y="298308"/>
                  <a:pt x="5815143" y="300952"/>
                </a:cubicBezTo>
                <a:cubicBezTo>
                  <a:pt x="5821340" y="303573"/>
                  <a:pt x="5816810" y="306719"/>
                  <a:pt x="5804973" y="307950"/>
                </a:cubicBezTo>
                <a:cubicBezTo>
                  <a:pt x="5793164" y="309181"/>
                  <a:pt x="5778576" y="308019"/>
                  <a:pt x="5772435" y="305374"/>
                </a:cubicBezTo>
                <a:cubicBezTo>
                  <a:pt x="5766322" y="302707"/>
                  <a:pt x="5770963" y="299607"/>
                  <a:pt x="5782744" y="298399"/>
                </a:cubicBezTo>
                <a:close/>
                <a:moveTo>
                  <a:pt x="4375936" y="296310"/>
                </a:moveTo>
                <a:cubicBezTo>
                  <a:pt x="4383116" y="296928"/>
                  <a:pt x="4388680" y="298193"/>
                  <a:pt x="4390917" y="299948"/>
                </a:cubicBezTo>
                <a:cubicBezTo>
                  <a:pt x="4395474" y="303459"/>
                  <a:pt x="4384943" y="307654"/>
                  <a:pt x="4367326" y="309295"/>
                </a:cubicBezTo>
                <a:cubicBezTo>
                  <a:pt x="4349765" y="310959"/>
                  <a:pt x="4331843" y="309409"/>
                  <a:pt x="4327480" y="305852"/>
                </a:cubicBezTo>
                <a:cubicBezTo>
                  <a:pt x="4323062" y="302297"/>
                  <a:pt x="4333732" y="298125"/>
                  <a:pt x="4351265" y="296552"/>
                </a:cubicBezTo>
                <a:cubicBezTo>
                  <a:pt x="4359963" y="295720"/>
                  <a:pt x="4368757" y="295691"/>
                  <a:pt x="4375936" y="296310"/>
                </a:cubicBezTo>
                <a:close/>
                <a:moveTo>
                  <a:pt x="4139116" y="296185"/>
                </a:moveTo>
                <a:cubicBezTo>
                  <a:pt x="4146881" y="296860"/>
                  <a:pt x="4152745" y="298239"/>
                  <a:pt x="4154897" y="300176"/>
                </a:cubicBezTo>
                <a:cubicBezTo>
                  <a:pt x="4159260" y="304052"/>
                  <a:pt x="4146812" y="308679"/>
                  <a:pt x="4127139" y="310503"/>
                </a:cubicBezTo>
                <a:cubicBezTo>
                  <a:pt x="4107355" y="312304"/>
                  <a:pt x="4087933" y="310594"/>
                  <a:pt x="4083848" y="306673"/>
                </a:cubicBezTo>
                <a:cubicBezTo>
                  <a:pt x="4079736" y="302776"/>
                  <a:pt x="4092350" y="298171"/>
                  <a:pt x="4111913" y="296415"/>
                </a:cubicBezTo>
                <a:cubicBezTo>
                  <a:pt x="4121680" y="295538"/>
                  <a:pt x="4131349" y="295509"/>
                  <a:pt x="4139116" y="296185"/>
                </a:cubicBezTo>
                <a:close/>
                <a:moveTo>
                  <a:pt x="7234189" y="295928"/>
                </a:moveTo>
                <a:cubicBezTo>
                  <a:pt x="7244949" y="296706"/>
                  <a:pt x="7255390" y="298295"/>
                  <a:pt x="7262989" y="300519"/>
                </a:cubicBezTo>
                <a:cubicBezTo>
                  <a:pt x="7278272" y="304986"/>
                  <a:pt x="7276355" y="310297"/>
                  <a:pt x="7258488" y="312395"/>
                </a:cubicBezTo>
                <a:cubicBezTo>
                  <a:pt x="7240649" y="314515"/>
                  <a:pt x="7213724" y="312532"/>
                  <a:pt x="7198525" y="308018"/>
                </a:cubicBezTo>
                <a:cubicBezTo>
                  <a:pt x="7183492" y="303505"/>
                  <a:pt x="7185770" y="298261"/>
                  <a:pt x="7203470" y="296210"/>
                </a:cubicBezTo>
                <a:cubicBezTo>
                  <a:pt x="7212348" y="295184"/>
                  <a:pt x="7223429" y="295150"/>
                  <a:pt x="7234189" y="295928"/>
                </a:cubicBezTo>
                <a:close/>
                <a:moveTo>
                  <a:pt x="6535308" y="295352"/>
                </a:moveTo>
                <a:cubicBezTo>
                  <a:pt x="6543588" y="295977"/>
                  <a:pt x="6551278" y="297247"/>
                  <a:pt x="6556432" y="299014"/>
                </a:cubicBezTo>
                <a:cubicBezTo>
                  <a:pt x="6566796" y="302592"/>
                  <a:pt x="6562990" y="306833"/>
                  <a:pt x="6547902" y="308497"/>
                </a:cubicBezTo>
                <a:cubicBezTo>
                  <a:pt x="6532731" y="310183"/>
                  <a:pt x="6512058" y="308587"/>
                  <a:pt x="6501887" y="304986"/>
                </a:cubicBezTo>
                <a:cubicBezTo>
                  <a:pt x="6491662" y="301430"/>
                  <a:pt x="6495636" y="297190"/>
                  <a:pt x="6510640" y="295571"/>
                </a:cubicBezTo>
                <a:cubicBezTo>
                  <a:pt x="6518156" y="294751"/>
                  <a:pt x="6527028" y="294728"/>
                  <a:pt x="6535308" y="295352"/>
                </a:cubicBezTo>
                <a:close/>
                <a:moveTo>
                  <a:pt x="7790460" y="295207"/>
                </a:moveTo>
                <a:cubicBezTo>
                  <a:pt x="7795379" y="294614"/>
                  <a:pt x="7803326" y="295162"/>
                  <a:pt x="7808244" y="296438"/>
                </a:cubicBezTo>
                <a:cubicBezTo>
                  <a:pt x="7813162" y="297738"/>
                  <a:pt x="7813246" y="299264"/>
                  <a:pt x="7808355" y="299857"/>
                </a:cubicBezTo>
                <a:cubicBezTo>
                  <a:pt x="7803464" y="300427"/>
                  <a:pt x="7795462" y="299881"/>
                  <a:pt x="7790600" y="298581"/>
                </a:cubicBezTo>
                <a:cubicBezTo>
                  <a:pt x="7785626" y="297304"/>
                  <a:pt x="7785626" y="295777"/>
                  <a:pt x="7790460" y="295207"/>
                </a:cubicBezTo>
                <a:close/>
                <a:moveTo>
                  <a:pt x="7683560" y="294814"/>
                </a:moveTo>
                <a:cubicBezTo>
                  <a:pt x="7695445" y="295657"/>
                  <a:pt x="7707282" y="297373"/>
                  <a:pt x="7716243" y="299766"/>
                </a:cubicBezTo>
                <a:cubicBezTo>
                  <a:pt x="7734416" y="304576"/>
                  <a:pt x="7734332" y="310320"/>
                  <a:pt x="7715854" y="312623"/>
                </a:cubicBezTo>
                <a:cubicBezTo>
                  <a:pt x="7697293" y="314879"/>
                  <a:pt x="7667394" y="312713"/>
                  <a:pt x="7649444" y="307835"/>
                </a:cubicBezTo>
                <a:cubicBezTo>
                  <a:pt x="7631577" y="303003"/>
                  <a:pt x="7632134" y="297304"/>
                  <a:pt x="7650584" y="295093"/>
                </a:cubicBezTo>
                <a:cubicBezTo>
                  <a:pt x="7659740" y="293999"/>
                  <a:pt x="7671674" y="293970"/>
                  <a:pt x="7683560" y="294814"/>
                </a:cubicBezTo>
                <a:close/>
                <a:moveTo>
                  <a:pt x="4728180" y="293831"/>
                </a:moveTo>
                <a:cubicBezTo>
                  <a:pt x="4734206" y="294341"/>
                  <a:pt x="4739054" y="295378"/>
                  <a:pt x="4741305" y="296826"/>
                </a:cubicBezTo>
                <a:cubicBezTo>
                  <a:pt x="4745779" y="299675"/>
                  <a:pt x="4738054" y="303117"/>
                  <a:pt x="4723938" y="304462"/>
                </a:cubicBezTo>
                <a:cubicBezTo>
                  <a:pt x="4709934" y="305807"/>
                  <a:pt x="4694930" y="304531"/>
                  <a:pt x="4690483" y="301636"/>
                </a:cubicBezTo>
                <a:cubicBezTo>
                  <a:pt x="4686150" y="298740"/>
                  <a:pt x="4694012" y="295344"/>
                  <a:pt x="4707989" y="293999"/>
                </a:cubicBezTo>
                <a:cubicBezTo>
                  <a:pt x="4714950" y="293338"/>
                  <a:pt x="4722153" y="293321"/>
                  <a:pt x="4728180" y="293831"/>
                </a:cubicBezTo>
                <a:close/>
                <a:moveTo>
                  <a:pt x="2971498" y="293155"/>
                </a:moveTo>
                <a:cubicBezTo>
                  <a:pt x="2972469" y="293064"/>
                  <a:pt x="2973276" y="293155"/>
                  <a:pt x="2973359" y="293338"/>
                </a:cubicBezTo>
                <a:cubicBezTo>
                  <a:pt x="2973359" y="293520"/>
                  <a:pt x="2972553" y="293702"/>
                  <a:pt x="2971636" y="293771"/>
                </a:cubicBezTo>
                <a:cubicBezTo>
                  <a:pt x="2970664" y="293862"/>
                  <a:pt x="2969830" y="293794"/>
                  <a:pt x="2969774" y="293612"/>
                </a:cubicBezTo>
                <a:cubicBezTo>
                  <a:pt x="2969774" y="293452"/>
                  <a:pt x="2970580" y="293224"/>
                  <a:pt x="2971498" y="293155"/>
                </a:cubicBezTo>
                <a:close/>
                <a:moveTo>
                  <a:pt x="6892417" y="293025"/>
                </a:moveTo>
                <a:cubicBezTo>
                  <a:pt x="6902647" y="293783"/>
                  <a:pt x="6912365" y="295322"/>
                  <a:pt x="6919187" y="297465"/>
                </a:cubicBezTo>
                <a:cubicBezTo>
                  <a:pt x="6932829" y="301772"/>
                  <a:pt x="6929662" y="306924"/>
                  <a:pt x="6911906" y="308930"/>
                </a:cubicBezTo>
                <a:cubicBezTo>
                  <a:pt x="6894095" y="310936"/>
                  <a:pt x="6868587" y="309021"/>
                  <a:pt x="6854944" y="304667"/>
                </a:cubicBezTo>
                <a:cubicBezTo>
                  <a:pt x="6841467" y="300360"/>
                  <a:pt x="6844996" y="295253"/>
                  <a:pt x="6862585" y="293270"/>
                </a:cubicBezTo>
                <a:cubicBezTo>
                  <a:pt x="6871449" y="292289"/>
                  <a:pt x="6882188" y="292267"/>
                  <a:pt x="6892417" y="293025"/>
                </a:cubicBezTo>
                <a:close/>
                <a:moveTo>
                  <a:pt x="5679156" y="292039"/>
                </a:moveTo>
                <a:cubicBezTo>
                  <a:pt x="5688937" y="291036"/>
                  <a:pt x="5700829" y="291970"/>
                  <a:pt x="5705803" y="294159"/>
                </a:cubicBezTo>
                <a:cubicBezTo>
                  <a:pt x="5710693" y="296347"/>
                  <a:pt x="5706748" y="298877"/>
                  <a:pt x="5696939" y="299903"/>
                </a:cubicBezTo>
                <a:cubicBezTo>
                  <a:pt x="5687075" y="300906"/>
                  <a:pt x="5675099" y="299948"/>
                  <a:pt x="5670264" y="297760"/>
                </a:cubicBezTo>
                <a:cubicBezTo>
                  <a:pt x="5665318" y="295572"/>
                  <a:pt x="5669347" y="293042"/>
                  <a:pt x="5679156" y="292039"/>
                </a:cubicBezTo>
                <a:close/>
                <a:moveTo>
                  <a:pt x="2540166" y="291856"/>
                </a:moveTo>
                <a:cubicBezTo>
                  <a:pt x="2540694" y="291834"/>
                  <a:pt x="2541083" y="291856"/>
                  <a:pt x="2541083" y="291970"/>
                </a:cubicBezTo>
                <a:cubicBezTo>
                  <a:pt x="2541083" y="292039"/>
                  <a:pt x="2540666" y="292153"/>
                  <a:pt x="2540166" y="292221"/>
                </a:cubicBezTo>
                <a:cubicBezTo>
                  <a:pt x="2539721" y="292244"/>
                  <a:pt x="2539305" y="292198"/>
                  <a:pt x="2539305" y="292107"/>
                </a:cubicBezTo>
                <a:cubicBezTo>
                  <a:pt x="2539305" y="292039"/>
                  <a:pt x="2539693" y="291924"/>
                  <a:pt x="2540166" y="291856"/>
                </a:cubicBezTo>
                <a:close/>
                <a:moveTo>
                  <a:pt x="3780140" y="291836"/>
                </a:moveTo>
                <a:cubicBezTo>
                  <a:pt x="3786845" y="292438"/>
                  <a:pt x="3791701" y="293657"/>
                  <a:pt x="3793117" y="295344"/>
                </a:cubicBezTo>
                <a:cubicBezTo>
                  <a:pt x="3795978" y="298741"/>
                  <a:pt x="3783948" y="302798"/>
                  <a:pt x="3766248" y="304394"/>
                </a:cubicBezTo>
                <a:cubicBezTo>
                  <a:pt x="3748380" y="305990"/>
                  <a:pt x="3731736" y="304462"/>
                  <a:pt x="3728930" y="301043"/>
                </a:cubicBezTo>
                <a:cubicBezTo>
                  <a:pt x="3726263" y="297624"/>
                  <a:pt x="3738378" y="293589"/>
                  <a:pt x="3756078" y="292039"/>
                </a:cubicBezTo>
                <a:cubicBezTo>
                  <a:pt x="3764885" y="291252"/>
                  <a:pt x="3773436" y="291235"/>
                  <a:pt x="3780140" y="291836"/>
                </a:cubicBezTo>
                <a:close/>
                <a:moveTo>
                  <a:pt x="6300255" y="291822"/>
                </a:moveTo>
                <a:cubicBezTo>
                  <a:pt x="6307896" y="292409"/>
                  <a:pt x="6314885" y="293600"/>
                  <a:pt x="6319414" y="295253"/>
                </a:cubicBezTo>
                <a:cubicBezTo>
                  <a:pt x="6328417" y="298558"/>
                  <a:pt x="6324193" y="302502"/>
                  <a:pt x="6309772" y="304074"/>
                </a:cubicBezTo>
                <a:cubicBezTo>
                  <a:pt x="6295406" y="305625"/>
                  <a:pt x="6276261" y="304120"/>
                  <a:pt x="6267398" y="300793"/>
                </a:cubicBezTo>
                <a:cubicBezTo>
                  <a:pt x="6258422" y="297441"/>
                  <a:pt x="6262785" y="293520"/>
                  <a:pt x="6277178" y="292016"/>
                </a:cubicBezTo>
                <a:cubicBezTo>
                  <a:pt x="6284319" y="291253"/>
                  <a:pt x="6292614" y="291235"/>
                  <a:pt x="6300255" y="291822"/>
                </a:cubicBezTo>
                <a:close/>
                <a:moveTo>
                  <a:pt x="6057276" y="291491"/>
                </a:moveTo>
                <a:cubicBezTo>
                  <a:pt x="6065201" y="292107"/>
                  <a:pt x="6072308" y="293361"/>
                  <a:pt x="6076726" y="295093"/>
                </a:cubicBezTo>
                <a:cubicBezTo>
                  <a:pt x="6085673" y="298581"/>
                  <a:pt x="6080449" y="302752"/>
                  <a:pt x="6065000" y="304371"/>
                </a:cubicBezTo>
                <a:cubicBezTo>
                  <a:pt x="6049412" y="306012"/>
                  <a:pt x="6029711" y="304462"/>
                  <a:pt x="6020930" y="300952"/>
                </a:cubicBezTo>
                <a:cubicBezTo>
                  <a:pt x="6012178" y="297441"/>
                  <a:pt x="6017513" y="293293"/>
                  <a:pt x="6032907" y="291719"/>
                </a:cubicBezTo>
                <a:cubicBezTo>
                  <a:pt x="6040604" y="290899"/>
                  <a:pt x="6049350" y="290876"/>
                  <a:pt x="6057276" y="291491"/>
                </a:cubicBezTo>
                <a:close/>
                <a:moveTo>
                  <a:pt x="7912833" y="290945"/>
                </a:moveTo>
                <a:cubicBezTo>
                  <a:pt x="7913666" y="290853"/>
                  <a:pt x="7915028" y="290945"/>
                  <a:pt x="7915944" y="291172"/>
                </a:cubicBezTo>
                <a:cubicBezTo>
                  <a:pt x="7916806" y="291400"/>
                  <a:pt x="7916722" y="291651"/>
                  <a:pt x="7915944" y="291743"/>
                </a:cubicBezTo>
                <a:cubicBezTo>
                  <a:pt x="7915166" y="291856"/>
                  <a:pt x="7913778" y="291765"/>
                  <a:pt x="7912916" y="291537"/>
                </a:cubicBezTo>
                <a:cubicBezTo>
                  <a:pt x="7912054" y="291332"/>
                  <a:pt x="7911999" y="291058"/>
                  <a:pt x="7912833" y="290945"/>
                </a:cubicBezTo>
                <a:close/>
                <a:moveTo>
                  <a:pt x="3442378" y="290314"/>
                </a:moveTo>
                <a:cubicBezTo>
                  <a:pt x="3450204" y="291024"/>
                  <a:pt x="3455636" y="292471"/>
                  <a:pt x="3456817" y="294500"/>
                </a:cubicBezTo>
                <a:cubicBezTo>
                  <a:pt x="3459207" y="298558"/>
                  <a:pt x="3443618" y="303414"/>
                  <a:pt x="3421862" y="305328"/>
                </a:cubicBezTo>
                <a:cubicBezTo>
                  <a:pt x="3400077" y="307243"/>
                  <a:pt x="3380598" y="305442"/>
                  <a:pt x="3378403" y="301316"/>
                </a:cubicBezTo>
                <a:cubicBezTo>
                  <a:pt x="3376208" y="297213"/>
                  <a:pt x="3392046" y="292426"/>
                  <a:pt x="3413581" y="290557"/>
                </a:cubicBezTo>
                <a:cubicBezTo>
                  <a:pt x="3424335" y="289633"/>
                  <a:pt x="3434553" y="289605"/>
                  <a:pt x="3442378" y="290314"/>
                </a:cubicBezTo>
                <a:close/>
                <a:moveTo>
                  <a:pt x="7355062" y="288904"/>
                </a:moveTo>
                <a:cubicBezTo>
                  <a:pt x="7366145" y="289696"/>
                  <a:pt x="7376982" y="291309"/>
                  <a:pt x="7384999" y="293566"/>
                </a:cubicBezTo>
                <a:cubicBezTo>
                  <a:pt x="7401088" y="298102"/>
                  <a:pt x="7399642" y="303550"/>
                  <a:pt x="7381554" y="305692"/>
                </a:cubicBezTo>
                <a:cubicBezTo>
                  <a:pt x="7363381" y="307835"/>
                  <a:pt x="7335594" y="305806"/>
                  <a:pt x="7319617" y="301202"/>
                </a:cubicBezTo>
                <a:cubicBezTo>
                  <a:pt x="7303780" y="296642"/>
                  <a:pt x="7305641" y="291264"/>
                  <a:pt x="7323646" y="289166"/>
                </a:cubicBezTo>
                <a:cubicBezTo>
                  <a:pt x="7332649" y="288140"/>
                  <a:pt x="7343979" y="288112"/>
                  <a:pt x="7355062" y="288904"/>
                </a:cubicBezTo>
                <a:close/>
                <a:moveTo>
                  <a:pt x="3299767" y="288437"/>
                </a:moveTo>
                <a:cubicBezTo>
                  <a:pt x="3304241" y="288072"/>
                  <a:pt x="3308186" y="288437"/>
                  <a:pt x="3308575" y="289258"/>
                </a:cubicBezTo>
                <a:cubicBezTo>
                  <a:pt x="3309020" y="290101"/>
                  <a:pt x="3305714" y="291082"/>
                  <a:pt x="3301212" y="291469"/>
                </a:cubicBezTo>
                <a:cubicBezTo>
                  <a:pt x="3296655" y="291879"/>
                  <a:pt x="3292737" y="291515"/>
                  <a:pt x="3292376" y="290671"/>
                </a:cubicBezTo>
                <a:cubicBezTo>
                  <a:pt x="3291959" y="289827"/>
                  <a:pt x="3295294" y="288848"/>
                  <a:pt x="3299767" y="288437"/>
                </a:cubicBezTo>
                <a:close/>
                <a:moveTo>
                  <a:pt x="4837346" y="287081"/>
                </a:moveTo>
                <a:cubicBezTo>
                  <a:pt x="4843845" y="287617"/>
                  <a:pt x="4849131" y="288710"/>
                  <a:pt x="4851673" y="290238"/>
                </a:cubicBezTo>
                <a:cubicBezTo>
                  <a:pt x="4856702" y="293339"/>
                  <a:pt x="4848728" y="297008"/>
                  <a:pt x="4833834" y="298422"/>
                </a:cubicBezTo>
                <a:cubicBezTo>
                  <a:pt x="4818829" y="299835"/>
                  <a:pt x="4802574" y="298490"/>
                  <a:pt x="4797684" y="295390"/>
                </a:cubicBezTo>
                <a:cubicBezTo>
                  <a:pt x="4792738" y="292313"/>
                  <a:pt x="4800879" y="288711"/>
                  <a:pt x="4815746" y="287275"/>
                </a:cubicBezTo>
                <a:cubicBezTo>
                  <a:pt x="4823137" y="286568"/>
                  <a:pt x="4830847" y="286546"/>
                  <a:pt x="4837346" y="287081"/>
                </a:cubicBezTo>
                <a:close/>
                <a:moveTo>
                  <a:pt x="6667804" y="286508"/>
                </a:moveTo>
                <a:cubicBezTo>
                  <a:pt x="6675984" y="287114"/>
                  <a:pt x="6683639" y="288345"/>
                  <a:pt x="6688836" y="290055"/>
                </a:cubicBezTo>
                <a:cubicBezTo>
                  <a:pt x="6699311" y="293566"/>
                  <a:pt x="6696032" y="297669"/>
                  <a:pt x="6681444" y="299288"/>
                </a:cubicBezTo>
                <a:cubicBezTo>
                  <a:pt x="6666718" y="300928"/>
                  <a:pt x="6646322" y="299378"/>
                  <a:pt x="6635902" y="295891"/>
                </a:cubicBezTo>
                <a:cubicBezTo>
                  <a:pt x="6625538" y="292426"/>
                  <a:pt x="6629067" y="288300"/>
                  <a:pt x="6643627" y="286705"/>
                </a:cubicBezTo>
                <a:cubicBezTo>
                  <a:pt x="6650920" y="285918"/>
                  <a:pt x="6659624" y="285901"/>
                  <a:pt x="6667804" y="286508"/>
                </a:cubicBezTo>
                <a:close/>
                <a:moveTo>
                  <a:pt x="4008258" y="286229"/>
                </a:moveTo>
                <a:cubicBezTo>
                  <a:pt x="4015298" y="286847"/>
                  <a:pt x="4020537" y="288107"/>
                  <a:pt x="4022301" y="289851"/>
                </a:cubicBezTo>
                <a:cubicBezTo>
                  <a:pt x="4025996" y="293361"/>
                  <a:pt x="4014188" y="297533"/>
                  <a:pt x="3996126" y="299174"/>
                </a:cubicBezTo>
                <a:cubicBezTo>
                  <a:pt x="3977982" y="300838"/>
                  <a:pt x="3960365" y="299265"/>
                  <a:pt x="3956975" y="295755"/>
                </a:cubicBezTo>
                <a:cubicBezTo>
                  <a:pt x="3953529" y="292221"/>
                  <a:pt x="3965449" y="288050"/>
                  <a:pt x="3983400" y="286454"/>
                </a:cubicBezTo>
                <a:cubicBezTo>
                  <a:pt x="3992375" y="285634"/>
                  <a:pt x="4001218" y="285611"/>
                  <a:pt x="4008258" y="286229"/>
                </a:cubicBezTo>
                <a:close/>
                <a:moveTo>
                  <a:pt x="5572483" y="286180"/>
                </a:moveTo>
                <a:cubicBezTo>
                  <a:pt x="5582958" y="285132"/>
                  <a:pt x="5595491" y="286134"/>
                  <a:pt x="5600464" y="288414"/>
                </a:cubicBezTo>
                <a:cubicBezTo>
                  <a:pt x="5605438" y="290671"/>
                  <a:pt x="5601048" y="293407"/>
                  <a:pt x="5590628" y="294455"/>
                </a:cubicBezTo>
                <a:cubicBezTo>
                  <a:pt x="5580125" y="295481"/>
                  <a:pt x="5567509" y="294500"/>
                  <a:pt x="5562508" y="292221"/>
                </a:cubicBezTo>
                <a:cubicBezTo>
                  <a:pt x="5557617" y="289919"/>
                  <a:pt x="5562092" y="287229"/>
                  <a:pt x="5572483" y="286180"/>
                </a:cubicBezTo>
                <a:close/>
                <a:moveTo>
                  <a:pt x="2859989" y="286134"/>
                </a:moveTo>
                <a:cubicBezTo>
                  <a:pt x="2860434" y="286089"/>
                  <a:pt x="2860879" y="286134"/>
                  <a:pt x="2860906" y="286226"/>
                </a:cubicBezTo>
                <a:cubicBezTo>
                  <a:pt x="2860906" y="286294"/>
                  <a:pt x="2860546" y="286408"/>
                  <a:pt x="2859989" y="286454"/>
                </a:cubicBezTo>
                <a:cubicBezTo>
                  <a:pt x="2859573" y="286500"/>
                  <a:pt x="2859184" y="286454"/>
                  <a:pt x="2859100" y="286386"/>
                </a:cubicBezTo>
                <a:cubicBezTo>
                  <a:pt x="2859100" y="286272"/>
                  <a:pt x="2859489" y="286180"/>
                  <a:pt x="2859989" y="286134"/>
                </a:cubicBezTo>
                <a:close/>
                <a:moveTo>
                  <a:pt x="4482050" y="285721"/>
                </a:moveTo>
                <a:cubicBezTo>
                  <a:pt x="4489309" y="286340"/>
                  <a:pt x="4495006" y="287593"/>
                  <a:pt x="4497450" y="289326"/>
                </a:cubicBezTo>
                <a:cubicBezTo>
                  <a:pt x="4502257" y="292836"/>
                  <a:pt x="4492060" y="297031"/>
                  <a:pt x="4474499" y="298650"/>
                </a:cubicBezTo>
                <a:cubicBezTo>
                  <a:pt x="4456938" y="300314"/>
                  <a:pt x="4438848" y="298741"/>
                  <a:pt x="4434125" y="295230"/>
                </a:cubicBezTo>
                <a:cubicBezTo>
                  <a:pt x="4429485" y="291674"/>
                  <a:pt x="4439821" y="287525"/>
                  <a:pt x="4457272" y="285929"/>
                </a:cubicBezTo>
                <a:cubicBezTo>
                  <a:pt x="4465968" y="285120"/>
                  <a:pt x="4474791" y="285104"/>
                  <a:pt x="4482050" y="285721"/>
                </a:cubicBezTo>
                <a:close/>
                <a:moveTo>
                  <a:pt x="7018107" y="285282"/>
                </a:moveTo>
                <a:cubicBezTo>
                  <a:pt x="7028533" y="286049"/>
                  <a:pt x="7038529" y="287604"/>
                  <a:pt x="7045671" y="289759"/>
                </a:cubicBezTo>
                <a:cubicBezTo>
                  <a:pt x="7060009" y="294113"/>
                  <a:pt x="7057313" y="299310"/>
                  <a:pt x="7039474" y="301316"/>
                </a:cubicBezTo>
                <a:cubicBezTo>
                  <a:pt x="7021552" y="303368"/>
                  <a:pt x="6995461" y="301407"/>
                  <a:pt x="6981261" y="297031"/>
                </a:cubicBezTo>
                <a:cubicBezTo>
                  <a:pt x="6967230" y="292676"/>
                  <a:pt x="6970175" y="287525"/>
                  <a:pt x="6987958" y="285542"/>
                </a:cubicBezTo>
                <a:cubicBezTo>
                  <a:pt x="6996821" y="284538"/>
                  <a:pt x="7007679" y="284516"/>
                  <a:pt x="7018107" y="285282"/>
                </a:cubicBezTo>
                <a:close/>
                <a:moveTo>
                  <a:pt x="8027368" y="285177"/>
                </a:moveTo>
                <a:cubicBezTo>
                  <a:pt x="8027646" y="285132"/>
                  <a:pt x="8028148" y="285177"/>
                  <a:pt x="8028564" y="285269"/>
                </a:cubicBezTo>
                <a:cubicBezTo>
                  <a:pt x="8028952" y="285337"/>
                  <a:pt x="8028897" y="285428"/>
                  <a:pt x="8028564" y="285496"/>
                </a:cubicBezTo>
                <a:cubicBezTo>
                  <a:pt x="8028315" y="285520"/>
                  <a:pt x="8027703" y="285496"/>
                  <a:pt x="8027397" y="285406"/>
                </a:cubicBezTo>
                <a:cubicBezTo>
                  <a:pt x="8026980" y="285315"/>
                  <a:pt x="8026980" y="285223"/>
                  <a:pt x="8027368" y="285177"/>
                </a:cubicBezTo>
                <a:close/>
                <a:moveTo>
                  <a:pt x="4926558" y="283878"/>
                </a:moveTo>
                <a:cubicBezTo>
                  <a:pt x="4937450" y="282830"/>
                  <a:pt x="4949399" y="283832"/>
                  <a:pt x="4953317" y="286067"/>
                </a:cubicBezTo>
                <a:cubicBezTo>
                  <a:pt x="4957207" y="288346"/>
                  <a:pt x="4951566" y="291036"/>
                  <a:pt x="4940534" y="292108"/>
                </a:cubicBezTo>
                <a:cubicBezTo>
                  <a:pt x="4929504" y="293156"/>
                  <a:pt x="4917472" y="292153"/>
                  <a:pt x="4913665" y="289873"/>
                </a:cubicBezTo>
                <a:cubicBezTo>
                  <a:pt x="4909775" y="287617"/>
                  <a:pt x="4915610" y="284927"/>
                  <a:pt x="4926558" y="283878"/>
                </a:cubicBezTo>
                <a:close/>
                <a:moveTo>
                  <a:pt x="4243304" y="283333"/>
                </a:moveTo>
                <a:cubicBezTo>
                  <a:pt x="4251143" y="284008"/>
                  <a:pt x="4257138" y="285382"/>
                  <a:pt x="4259458" y="287297"/>
                </a:cubicBezTo>
                <a:cubicBezTo>
                  <a:pt x="4264099" y="291149"/>
                  <a:pt x="4251957" y="295731"/>
                  <a:pt x="4232422" y="297509"/>
                </a:cubicBezTo>
                <a:cubicBezTo>
                  <a:pt x="4212805" y="299310"/>
                  <a:pt x="4193188" y="297623"/>
                  <a:pt x="4188798" y="293725"/>
                </a:cubicBezTo>
                <a:cubicBezTo>
                  <a:pt x="4184324" y="289850"/>
                  <a:pt x="4196606" y="285314"/>
                  <a:pt x="4216085" y="283559"/>
                </a:cubicBezTo>
                <a:cubicBezTo>
                  <a:pt x="4225782" y="282681"/>
                  <a:pt x="4235465" y="282658"/>
                  <a:pt x="4243304" y="283333"/>
                </a:cubicBezTo>
                <a:close/>
                <a:moveTo>
                  <a:pt x="5954309" y="282157"/>
                </a:moveTo>
                <a:cubicBezTo>
                  <a:pt x="5961440" y="282709"/>
                  <a:pt x="5967789" y="283832"/>
                  <a:pt x="5971693" y="285405"/>
                </a:cubicBezTo>
                <a:cubicBezTo>
                  <a:pt x="5979529" y="288529"/>
                  <a:pt x="5974527" y="292266"/>
                  <a:pt x="5960439" y="293726"/>
                </a:cubicBezTo>
                <a:cubicBezTo>
                  <a:pt x="5946240" y="295184"/>
                  <a:pt x="5928513" y="293817"/>
                  <a:pt x="5920705" y="290625"/>
                </a:cubicBezTo>
                <a:cubicBezTo>
                  <a:pt x="5913035" y="287479"/>
                  <a:pt x="5918287" y="283764"/>
                  <a:pt x="5932236" y="282328"/>
                </a:cubicBezTo>
                <a:cubicBezTo>
                  <a:pt x="5939266" y="281622"/>
                  <a:pt x="5947178" y="281604"/>
                  <a:pt x="5954309" y="282157"/>
                </a:cubicBezTo>
                <a:close/>
                <a:moveTo>
                  <a:pt x="6437471" y="281957"/>
                </a:moveTo>
                <a:cubicBezTo>
                  <a:pt x="6444599" y="282493"/>
                  <a:pt x="6451164" y="283581"/>
                  <a:pt x="6455457" y="285109"/>
                </a:cubicBezTo>
                <a:cubicBezTo>
                  <a:pt x="6464210" y="288118"/>
                  <a:pt x="6460736" y="291765"/>
                  <a:pt x="6447482" y="293201"/>
                </a:cubicBezTo>
                <a:cubicBezTo>
                  <a:pt x="6434283" y="294614"/>
                  <a:pt x="6416556" y="293292"/>
                  <a:pt x="6407858" y="290192"/>
                </a:cubicBezTo>
                <a:cubicBezTo>
                  <a:pt x="6399328" y="287138"/>
                  <a:pt x="6402996" y="283536"/>
                  <a:pt x="6416111" y="282122"/>
                </a:cubicBezTo>
                <a:cubicBezTo>
                  <a:pt x="6422655" y="281438"/>
                  <a:pt x="6430344" y="281421"/>
                  <a:pt x="6437471" y="281957"/>
                </a:cubicBezTo>
                <a:close/>
                <a:moveTo>
                  <a:pt x="3661576" y="281871"/>
                </a:moveTo>
                <a:cubicBezTo>
                  <a:pt x="3669369" y="282567"/>
                  <a:pt x="3674927" y="283980"/>
                  <a:pt x="3676414" y="285952"/>
                </a:cubicBezTo>
                <a:cubicBezTo>
                  <a:pt x="3679498" y="289918"/>
                  <a:pt x="3664965" y="294660"/>
                  <a:pt x="3643847" y="296506"/>
                </a:cubicBezTo>
                <a:cubicBezTo>
                  <a:pt x="3622785" y="298375"/>
                  <a:pt x="3603306" y="296621"/>
                  <a:pt x="3600500" y="292609"/>
                </a:cubicBezTo>
                <a:cubicBezTo>
                  <a:pt x="3597666" y="288619"/>
                  <a:pt x="3612421" y="283923"/>
                  <a:pt x="3633316" y="282100"/>
                </a:cubicBezTo>
                <a:cubicBezTo>
                  <a:pt x="3643751" y="281199"/>
                  <a:pt x="3653781" y="281176"/>
                  <a:pt x="3661576" y="281871"/>
                </a:cubicBezTo>
                <a:close/>
                <a:moveTo>
                  <a:pt x="3184926" y="281370"/>
                </a:moveTo>
                <a:cubicBezTo>
                  <a:pt x="3187759" y="281120"/>
                  <a:pt x="3190178" y="281370"/>
                  <a:pt x="3190371" y="281895"/>
                </a:cubicBezTo>
                <a:cubicBezTo>
                  <a:pt x="3190622" y="282396"/>
                  <a:pt x="3188482" y="283012"/>
                  <a:pt x="3185621" y="283263"/>
                </a:cubicBezTo>
                <a:cubicBezTo>
                  <a:pt x="3182841" y="283491"/>
                  <a:pt x="3180340" y="283286"/>
                  <a:pt x="3180146" y="282738"/>
                </a:cubicBezTo>
                <a:cubicBezTo>
                  <a:pt x="3179924" y="282237"/>
                  <a:pt x="3182064" y="281622"/>
                  <a:pt x="3184926" y="281370"/>
                </a:cubicBezTo>
                <a:close/>
                <a:moveTo>
                  <a:pt x="7474188" y="281325"/>
                </a:moveTo>
                <a:cubicBezTo>
                  <a:pt x="7486580" y="282203"/>
                  <a:pt x="7498786" y="283992"/>
                  <a:pt x="7507928" y="286500"/>
                </a:cubicBezTo>
                <a:cubicBezTo>
                  <a:pt x="7526184" y="291560"/>
                  <a:pt x="7525183" y="297533"/>
                  <a:pt x="7505232" y="299903"/>
                </a:cubicBezTo>
                <a:cubicBezTo>
                  <a:pt x="7485282" y="302251"/>
                  <a:pt x="7454299" y="300017"/>
                  <a:pt x="7436072" y="294934"/>
                </a:cubicBezTo>
                <a:cubicBezTo>
                  <a:pt x="7417983" y="289851"/>
                  <a:pt x="7419566" y="283947"/>
                  <a:pt x="7439322" y="281622"/>
                </a:cubicBezTo>
                <a:cubicBezTo>
                  <a:pt x="7449215" y="280482"/>
                  <a:pt x="7461795" y="280448"/>
                  <a:pt x="7474188" y="281325"/>
                </a:cubicBezTo>
                <a:close/>
                <a:moveTo>
                  <a:pt x="5483035" y="281225"/>
                </a:moveTo>
                <a:cubicBezTo>
                  <a:pt x="5488909" y="281690"/>
                  <a:pt x="5493945" y="282636"/>
                  <a:pt x="5496766" y="283947"/>
                </a:cubicBezTo>
                <a:cubicBezTo>
                  <a:pt x="5502350" y="286614"/>
                  <a:pt x="5497099" y="289782"/>
                  <a:pt x="5484678" y="291013"/>
                </a:cubicBezTo>
                <a:cubicBezTo>
                  <a:pt x="5472314" y="292244"/>
                  <a:pt x="5457698" y="291082"/>
                  <a:pt x="5452030" y="288415"/>
                </a:cubicBezTo>
                <a:cubicBezTo>
                  <a:pt x="5446528" y="285748"/>
                  <a:pt x="5452030" y="282601"/>
                  <a:pt x="5464283" y="281394"/>
                </a:cubicBezTo>
                <a:cubicBezTo>
                  <a:pt x="5470452" y="280778"/>
                  <a:pt x="5477162" y="280761"/>
                  <a:pt x="5483035" y="281225"/>
                </a:cubicBezTo>
                <a:close/>
                <a:moveTo>
                  <a:pt x="5034842" y="280527"/>
                </a:moveTo>
                <a:cubicBezTo>
                  <a:pt x="5045651" y="279501"/>
                  <a:pt x="5057711" y="280481"/>
                  <a:pt x="5061767" y="282738"/>
                </a:cubicBezTo>
                <a:cubicBezTo>
                  <a:pt x="5065824" y="284995"/>
                  <a:pt x="5060350" y="287662"/>
                  <a:pt x="5049514" y="288710"/>
                </a:cubicBezTo>
                <a:cubicBezTo>
                  <a:pt x="5038705" y="289782"/>
                  <a:pt x="5026562" y="288802"/>
                  <a:pt x="5022533" y="286500"/>
                </a:cubicBezTo>
                <a:cubicBezTo>
                  <a:pt x="5018476" y="284243"/>
                  <a:pt x="5024033" y="281553"/>
                  <a:pt x="5034842" y="280527"/>
                </a:cubicBezTo>
                <a:close/>
                <a:moveTo>
                  <a:pt x="6201005" y="279433"/>
                </a:moveTo>
                <a:cubicBezTo>
                  <a:pt x="6208712" y="280025"/>
                  <a:pt x="6215700" y="281222"/>
                  <a:pt x="6220160" y="282875"/>
                </a:cubicBezTo>
                <a:cubicBezTo>
                  <a:pt x="6229190" y="286226"/>
                  <a:pt x="6224606" y="290215"/>
                  <a:pt x="6209795" y="291765"/>
                </a:cubicBezTo>
                <a:cubicBezTo>
                  <a:pt x="6194958" y="293338"/>
                  <a:pt x="6175701" y="291856"/>
                  <a:pt x="6166893" y="288460"/>
                </a:cubicBezTo>
                <a:cubicBezTo>
                  <a:pt x="6158029" y="285109"/>
                  <a:pt x="6162865" y="281143"/>
                  <a:pt x="6177535" y="279615"/>
                </a:cubicBezTo>
                <a:cubicBezTo>
                  <a:pt x="6184872" y="278851"/>
                  <a:pt x="6193297" y="278840"/>
                  <a:pt x="6201005" y="279433"/>
                </a:cubicBezTo>
                <a:close/>
                <a:moveTo>
                  <a:pt x="5358444" y="279387"/>
                </a:moveTo>
                <a:cubicBezTo>
                  <a:pt x="5369225" y="278362"/>
                  <a:pt x="5381729" y="279319"/>
                  <a:pt x="5386398" y="281622"/>
                </a:cubicBezTo>
                <a:cubicBezTo>
                  <a:pt x="5391121" y="283924"/>
                  <a:pt x="5386230" y="286659"/>
                  <a:pt x="5375421" y="287731"/>
                </a:cubicBezTo>
                <a:cubicBezTo>
                  <a:pt x="5364641" y="288779"/>
                  <a:pt x="5352052" y="287798"/>
                  <a:pt x="5347384" y="285474"/>
                </a:cubicBezTo>
                <a:cubicBezTo>
                  <a:pt x="5342745" y="283148"/>
                  <a:pt x="5347662" y="280436"/>
                  <a:pt x="5358444" y="279387"/>
                </a:cubicBezTo>
                <a:close/>
                <a:moveTo>
                  <a:pt x="5251299" y="278475"/>
                </a:moveTo>
                <a:cubicBezTo>
                  <a:pt x="5261524" y="277496"/>
                  <a:pt x="5273222" y="278453"/>
                  <a:pt x="5277474" y="280596"/>
                </a:cubicBezTo>
                <a:cubicBezTo>
                  <a:pt x="5281753" y="282761"/>
                  <a:pt x="5276919" y="285315"/>
                  <a:pt x="5266638" y="286340"/>
                </a:cubicBezTo>
                <a:cubicBezTo>
                  <a:pt x="5256413" y="287320"/>
                  <a:pt x="5244686" y="286386"/>
                  <a:pt x="5240435" y="284197"/>
                </a:cubicBezTo>
                <a:cubicBezTo>
                  <a:pt x="5236211" y="282032"/>
                  <a:pt x="5241102" y="279479"/>
                  <a:pt x="5251299" y="278475"/>
                </a:cubicBezTo>
                <a:close/>
                <a:moveTo>
                  <a:pt x="5159923" y="278085"/>
                </a:moveTo>
                <a:cubicBezTo>
                  <a:pt x="5165397" y="278527"/>
                  <a:pt x="5169968" y="279422"/>
                  <a:pt x="5172329" y="280664"/>
                </a:cubicBezTo>
                <a:cubicBezTo>
                  <a:pt x="5177082" y="283194"/>
                  <a:pt x="5171274" y="286158"/>
                  <a:pt x="5159270" y="287320"/>
                </a:cubicBezTo>
                <a:cubicBezTo>
                  <a:pt x="5147182" y="288506"/>
                  <a:pt x="5133623" y="287389"/>
                  <a:pt x="5128900" y="284882"/>
                </a:cubicBezTo>
                <a:cubicBezTo>
                  <a:pt x="5124232" y="282374"/>
                  <a:pt x="5130177" y="279410"/>
                  <a:pt x="5142098" y="278225"/>
                </a:cubicBezTo>
                <a:cubicBezTo>
                  <a:pt x="5148072" y="277655"/>
                  <a:pt x="5154450" y="277644"/>
                  <a:pt x="5159923" y="278085"/>
                </a:cubicBezTo>
                <a:close/>
                <a:moveTo>
                  <a:pt x="7141579" y="277651"/>
                </a:moveTo>
                <a:cubicBezTo>
                  <a:pt x="7152551" y="278446"/>
                  <a:pt x="7163137" y="280059"/>
                  <a:pt x="7170792" y="282305"/>
                </a:cubicBezTo>
                <a:cubicBezTo>
                  <a:pt x="7186242" y="286841"/>
                  <a:pt x="7183852" y="292221"/>
                  <a:pt x="7165458" y="294318"/>
                </a:cubicBezTo>
                <a:cubicBezTo>
                  <a:pt x="7146952" y="296438"/>
                  <a:pt x="7119499" y="294432"/>
                  <a:pt x="7104188" y="289850"/>
                </a:cubicBezTo>
                <a:cubicBezTo>
                  <a:pt x="7089045" y="285314"/>
                  <a:pt x="7091712" y="279979"/>
                  <a:pt x="7110052" y="277905"/>
                </a:cubicBezTo>
                <a:cubicBezTo>
                  <a:pt x="7119249" y="276879"/>
                  <a:pt x="7130607" y="276857"/>
                  <a:pt x="7141579" y="277651"/>
                </a:cubicBezTo>
                <a:close/>
                <a:moveTo>
                  <a:pt x="7701545" y="276697"/>
                </a:moveTo>
                <a:cubicBezTo>
                  <a:pt x="7704184" y="276378"/>
                  <a:pt x="7708436" y="276697"/>
                  <a:pt x="7711047" y="277381"/>
                </a:cubicBezTo>
                <a:cubicBezTo>
                  <a:pt x="7713687" y="278065"/>
                  <a:pt x="7713687" y="278862"/>
                  <a:pt x="7711047" y="279182"/>
                </a:cubicBezTo>
                <a:cubicBezTo>
                  <a:pt x="7708296" y="279501"/>
                  <a:pt x="7704017" y="279204"/>
                  <a:pt x="7701377" y="278521"/>
                </a:cubicBezTo>
                <a:cubicBezTo>
                  <a:pt x="7698765" y="277837"/>
                  <a:pt x="7698821" y="277017"/>
                  <a:pt x="7701545" y="276697"/>
                </a:cubicBezTo>
                <a:close/>
                <a:moveTo>
                  <a:pt x="3881875" y="276592"/>
                </a:moveTo>
                <a:cubicBezTo>
                  <a:pt x="3888641" y="277187"/>
                  <a:pt x="3893608" y="278396"/>
                  <a:pt x="3895177" y="280071"/>
                </a:cubicBezTo>
                <a:cubicBezTo>
                  <a:pt x="3898317" y="283422"/>
                  <a:pt x="3886591" y="287457"/>
                  <a:pt x="3868919" y="289029"/>
                </a:cubicBezTo>
                <a:cubicBezTo>
                  <a:pt x="3851080" y="290625"/>
                  <a:pt x="3834352" y="289098"/>
                  <a:pt x="3831297" y="285702"/>
                </a:cubicBezTo>
                <a:cubicBezTo>
                  <a:pt x="3828323" y="282305"/>
                  <a:pt x="3840188" y="278293"/>
                  <a:pt x="3857776" y="276789"/>
                </a:cubicBezTo>
                <a:cubicBezTo>
                  <a:pt x="3866544" y="276013"/>
                  <a:pt x="3875110" y="275997"/>
                  <a:pt x="3881875" y="276592"/>
                </a:cubicBezTo>
                <a:close/>
                <a:moveTo>
                  <a:pt x="7591079" y="276400"/>
                </a:moveTo>
                <a:cubicBezTo>
                  <a:pt x="7601561" y="277136"/>
                  <a:pt x="7611947" y="278635"/>
                  <a:pt x="7619796" y="280732"/>
                </a:cubicBezTo>
                <a:cubicBezTo>
                  <a:pt x="7635523" y="284926"/>
                  <a:pt x="7635022" y="289941"/>
                  <a:pt x="7618517" y="291902"/>
                </a:cubicBezTo>
                <a:cubicBezTo>
                  <a:pt x="7601985" y="293885"/>
                  <a:pt x="7575699" y="292016"/>
                  <a:pt x="7560110" y="287752"/>
                </a:cubicBezTo>
                <a:cubicBezTo>
                  <a:pt x="7544522" y="283513"/>
                  <a:pt x="7545383" y="278566"/>
                  <a:pt x="7561778" y="276652"/>
                </a:cubicBezTo>
                <a:cubicBezTo>
                  <a:pt x="7570016" y="275694"/>
                  <a:pt x="7580596" y="275665"/>
                  <a:pt x="7591079" y="276400"/>
                </a:cubicBezTo>
                <a:close/>
                <a:moveTo>
                  <a:pt x="6798423" y="276387"/>
                </a:moveTo>
                <a:cubicBezTo>
                  <a:pt x="6808887" y="277154"/>
                  <a:pt x="6818794" y="278715"/>
                  <a:pt x="6825657" y="280892"/>
                </a:cubicBezTo>
                <a:cubicBezTo>
                  <a:pt x="6839439" y="285269"/>
                  <a:pt x="6835715" y="290489"/>
                  <a:pt x="6817376" y="292541"/>
                </a:cubicBezTo>
                <a:cubicBezTo>
                  <a:pt x="6798815" y="294592"/>
                  <a:pt x="6772695" y="292655"/>
                  <a:pt x="6758996" y="288232"/>
                </a:cubicBezTo>
                <a:cubicBezTo>
                  <a:pt x="6745520" y="283832"/>
                  <a:pt x="6749465" y="278658"/>
                  <a:pt x="6767832" y="276652"/>
                </a:cubicBezTo>
                <a:cubicBezTo>
                  <a:pt x="6776933" y="275648"/>
                  <a:pt x="6787957" y="275621"/>
                  <a:pt x="6798423" y="276387"/>
                </a:cubicBezTo>
                <a:close/>
                <a:moveTo>
                  <a:pt x="4588945" y="276299"/>
                </a:moveTo>
                <a:cubicBezTo>
                  <a:pt x="4596572" y="276937"/>
                  <a:pt x="4602623" y="278237"/>
                  <a:pt x="4605290" y="280049"/>
                </a:cubicBezTo>
                <a:cubicBezTo>
                  <a:pt x="4610625" y="283673"/>
                  <a:pt x="4600316" y="288004"/>
                  <a:pt x="4582088" y="289714"/>
                </a:cubicBezTo>
                <a:cubicBezTo>
                  <a:pt x="4563916" y="291378"/>
                  <a:pt x="4544910" y="289805"/>
                  <a:pt x="4539769" y="286135"/>
                </a:cubicBezTo>
                <a:cubicBezTo>
                  <a:pt x="4534573" y="282488"/>
                  <a:pt x="4545132" y="278179"/>
                  <a:pt x="4563138" y="276515"/>
                </a:cubicBezTo>
                <a:cubicBezTo>
                  <a:pt x="4572113" y="275683"/>
                  <a:pt x="4581317" y="275660"/>
                  <a:pt x="4588945" y="276299"/>
                </a:cubicBezTo>
                <a:close/>
                <a:moveTo>
                  <a:pt x="5831927" y="274874"/>
                </a:moveTo>
                <a:cubicBezTo>
                  <a:pt x="5843375" y="273711"/>
                  <a:pt x="5857712" y="274805"/>
                  <a:pt x="5863854" y="277335"/>
                </a:cubicBezTo>
                <a:cubicBezTo>
                  <a:pt x="5869994" y="279866"/>
                  <a:pt x="5865660" y="282920"/>
                  <a:pt x="5854128" y="284083"/>
                </a:cubicBezTo>
                <a:cubicBezTo>
                  <a:pt x="5842541" y="285291"/>
                  <a:pt x="5828148" y="284151"/>
                  <a:pt x="5822090" y="281598"/>
                </a:cubicBezTo>
                <a:cubicBezTo>
                  <a:pt x="5815977" y="279045"/>
                  <a:pt x="5820423" y="276059"/>
                  <a:pt x="5831927" y="274874"/>
                </a:cubicBezTo>
                <a:close/>
                <a:moveTo>
                  <a:pt x="3071639" y="273985"/>
                </a:moveTo>
                <a:cubicBezTo>
                  <a:pt x="3074390" y="273757"/>
                  <a:pt x="3076891" y="273985"/>
                  <a:pt x="3077058" y="274464"/>
                </a:cubicBezTo>
                <a:cubicBezTo>
                  <a:pt x="3077197" y="274988"/>
                  <a:pt x="3075085" y="275604"/>
                  <a:pt x="3072251" y="275854"/>
                </a:cubicBezTo>
                <a:cubicBezTo>
                  <a:pt x="3069389" y="276082"/>
                  <a:pt x="3066916" y="275854"/>
                  <a:pt x="3066721" y="275330"/>
                </a:cubicBezTo>
                <a:cubicBezTo>
                  <a:pt x="3066582" y="274828"/>
                  <a:pt x="3068777" y="274213"/>
                  <a:pt x="3071639" y="273985"/>
                </a:cubicBezTo>
                <a:close/>
                <a:moveTo>
                  <a:pt x="3542306" y="273412"/>
                </a:moveTo>
                <a:cubicBezTo>
                  <a:pt x="3550068" y="274104"/>
                  <a:pt x="3555529" y="275512"/>
                  <a:pt x="3556849" y="277473"/>
                </a:cubicBezTo>
                <a:cubicBezTo>
                  <a:pt x="3559516" y="281416"/>
                  <a:pt x="3544512" y="286158"/>
                  <a:pt x="3523199" y="288050"/>
                </a:cubicBezTo>
                <a:cubicBezTo>
                  <a:pt x="3501831" y="289873"/>
                  <a:pt x="3482463" y="288141"/>
                  <a:pt x="3479991" y="284129"/>
                </a:cubicBezTo>
                <a:cubicBezTo>
                  <a:pt x="3477545" y="280139"/>
                  <a:pt x="3492772" y="275444"/>
                  <a:pt x="3513945" y="273643"/>
                </a:cubicBezTo>
                <a:cubicBezTo>
                  <a:pt x="3524477" y="272742"/>
                  <a:pt x="3534543" y="272720"/>
                  <a:pt x="3542306" y="273412"/>
                </a:cubicBezTo>
                <a:close/>
                <a:moveTo>
                  <a:pt x="4111617" y="272569"/>
                </a:moveTo>
                <a:cubicBezTo>
                  <a:pt x="4118894" y="273192"/>
                  <a:pt x="4124374" y="274463"/>
                  <a:pt x="4126360" y="276241"/>
                </a:cubicBezTo>
                <a:cubicBezTo>
                  <a:pt x="4130307" y="279797"/>
                  <a:pt x="4118609" y="284083"/>
                  <a:pt x="4100130" y="285747"/>
                </a:cubicBezTo>
                <a:cubicBezTo>
                  <a:pt x="4081652" y="287433"/>
                  <a:pt x="4063508" y="285815"/>
                  <a:pt x="4059729" y="282214"/>
                </a:cubicBezTo>
                <a:cubicBezTo>
                  <a:pt x="4055894" y="278635"/>
                  <a:pt x="4067787" y="274417"/>
                  <a:pt x="4086098" y="272776"/>
                </a:cubicBezTo>
                <a:cubicBezTo>
                  <a:pt x="4095267" y="271967"/>
                  <a:pt x="4104341" y="271944"/>
                  <a:pt x="4111617" y="272569"/>
                </a:cubicBezTo>
                <a:close/>
                <a:moveTo>
                  <a:pt x="4346521" y="272318"/>
                </a:moveTo>
                <a:cubicBezTo>
                  <a:pt x="4353898" y="272942"/>
                  <a:pt x="4359573" y="274213"/>
                  <a:pt x="4361824" y="275991"/>
                </a:cubicBezTo>
                <a:cubicBezTo>
                  <a:pt x="4366437" y="279547"/>
                  <a:pt x="4355517" y="283810"/>
                  <a:pt x="4337317" y="285474"/>
                </a:cubicBezTo>
                <a:cubicBezTo>
                  <a:pt x="4319061" y="287138"/>
                  <a:pt x="4300638" y="285565"/>
                  <a:pt x="4296220" y="281963"/>
                </a:cubicBezTo>
                <a:cubicBezTo>
                  <a:pt x="4291774" y="278384"/>
                  <a:pt x="4302917" y="274167"/>
                  <a:pt x="4321006" y="272526"/>
                </a:cubicBezTo>
                <a:cubicBezTo>
                  <a:pt x="4330065" y="271717"/>
                  <a:pt x="4339143" y="271694"/>
                  <a:pt x="4346521" y="272318"/>
                </a:cubicBezTo>
                <a:close/>
                <a:moveTo>
                  <a:pt x="6571956" y="271842"/>
                </a:moveTo>
                <a:cubicBezTo>
                  <a:pt x="6579886" y="272429"/>
                  <a:pt x="6587263" y="273620"/>
                  <a:pt x="6592222" y="275284"/>
                </a:cubicBezTo>
                <a:cubicBezTo>
                  <a:pt x="6602197" y="278612"/>
                  <a:pt x="6598724" y="282624"/>
                  <a:pt x="6584275" y="284174"/>
                </a:cubicBezTo>
                <a:cubicBezTo>
                  <a:pt x="6569826" y="285747"/>
                  <a:pt x="6550070" y="284265"/>
                  <a:pt x="6540150" y="280915"/>
                </a:cubicBezTo>
                <a:cubicBezTo>
                  <a:pt x="6530230" y="277541"/>
                  <a:pt x="6534036" y="273551"/>
                  <a:pt x="6548375" y="272025"/>
                </a:cubicBezTo>
                <a:cubicBezTo>
                  <a:pt x="6555544" y="271272"/>
                  <a:pt x="6564026" y="271255"/>
                  <a:pt x="6571956" y="271842"/>
                </a:cubicBezTo>
                <a:close/>
                <a:moveTo>
                  <a:pt x="7819470" y="271409"/>
                </a:moveTo>
                <a:cubicBezTo>
                  <a:pt x="7820331" y="271295"/>
                  <a:pt x="7821582" y="271387"/>
                  <a:pt x="7822470" y="271592"/>
                </a:cubicBezTo>
                <a:cubicBezTo>
                  <a:pt x="7823304" y="271820"/>
                  <a:pt x="7823360" y="272047"/>
                  <a:pt x="7822470" y="272161"/>
                </a:cubicBezTo>
                <a:cubicBezTo>
                  <a:pt x="7821692" y="272275"/>
                  <a:pt x="7820302" y="272184"/>
                  <a:pt x="7819470" y="271956"/>
                </a:cubicBezTo>
                <a:cubicBezTo>
                  <a:pt x="7818664" y="271751"/>
                  <a:pt x="7818664" y="271523"/>
                  <a:pt x="7819470" y="271409"/>
                </a:cubicBezTo>
                <a:close/>
                <a:moveTo>
                  <a:pt x="7262777" y="270406"/>
                </a:moveTo>
                <a:cubicBezTo>
                  <a:pt x="7274194" y="271221"/>
                  <a:pt x="7285287" y="272879"/>
                  <a:pt x="7293387" y="275193"/>
                </a:cubicBezTo>
                <a:cubicBezTo>
                  <a:pt x="7309754" y="279820"/>
                  <a:pt x="7307809" y="285337"/>
                  <a:pt x="7288969" y="287525"/>
                </a:cubicBezTo>
                <a:cubicBezTo>
                  <a:pt x="7270102" y="289714"/>
                  <a:pt x="7241482" y="287639"/>
                  <a:pt x="7225310" y="282943"/>
                </a:cubicBezTo>
                <a:cubicBezTo>
                  <a:pt x="7209194" y="278293"/>
                  <a:pt x="7211472" y="272799"/>
                  <a:pt x="7230229" y="270680"/>
                </a:cubicBezTo>
                <a:cubicBezTo>
                  <a:pt x="7239621" y="269620"/>
                  <a:pt x="7251360" y="269591"/>
                  <a:pt x="7262777" y="270406"/>
                </a:cubicBezTo>
                <a:close/>
                <a:moveTo>
                  <a:pt x="6320080" y="269677"/>
                </a:moveTo>
                <a:cubicBezTo>
                  <a:pt x="6331806" y="268446"/>
                  <a:pt x="6347423" y="269631"/>
                  <a:pt x="6355064" y="272299"/>
                </a:cubicBezTo>
                <a:cubicBezTo>
                  <a:pt x="6362538" y="274988"/>
                  <a:pt x="6359093" y="278202"/>
                  <a:pt x="6347312" y="279456"/>
                </a:cubicBezTo>
                <a:cubicBezTo>
                  <a:pt x="6335446" y="280732"/>
                  <a:pt x="6319719" y="279525"/>
                  <a:pt x="6312189" y="276811"/>
                </a:cubicBezTo>
                <a:cubicBezTo>
                  <a:pt x="6304771" y="274099"/>
                  <a:pt x="6308355" y="270930"/>
                  <a:pt x="6320080" y="269677"/>
                </a:cubicBezTo>
                <a:close/>
                <a:moveTo>
                  <a:pt x="6100418" y="268935"/>
                </a:moveTo>
                <a:cubicBezTo>
                  <a:pt x="6107549" y="269477"/>
                  <a:pt x="6113974" y="270576"/>
                  <a:pt x="6118018" y="272115"/>
                </a:cubicBezTo>
                <a:cubicBezTo>
                  <a:pt x="6126103" y="275193"/>
                  <a:pt x="6121574" y="278840"/>
                  <a:pt x="6107764" y="280276"/>
                </a:cubicBezTo>
                <a:cubicBezTo>
                  <a:pt x="6093982" y="281689"/>
                  <a:pt x="6076198" y="280345"/>
                  <a:pt x="6068140" y="277244"/>
                </a:cubicBezTo>
                <a:cubicBezTo>
                  <a:pt x="6060193" y="274167"/>
                  <a:pt x="6064917" y="270520"/>
                  <a:pt x="6078588" y="269106"/>
                </a:cubicBezTo>
                <a:cubicBezTo>
                  <a:pt x="6085452" y="268411"/>
                  <a:pt x="6093287" y="268394"/>
                  <a:pt x="6100418" y="268935"/>
                </a:cubicBezTo>
                <a:close/>
                <a:moveTo>
                  <a:pt x="4695285" y="268514"/>
                </a:moveTo>
                <a:cubicBezTo>
                  <a:pt x="4702994" y="269152"/>
                  <a:pt x="4709170" y="270451"/>
                  <a:pt x="4712018" y="272253"/>
                </a:cubicBezTo>
                <a:cubicBezTo>
                  <a:pt x="4717631" y="275900"/>
                  <a:pt x="4707656" y="280231"/>
                  <a:pt x="4689567" y="281917"/>
                </a:cubicBezTo>
                <a:cubicBezTo>
                  <a:pt x="4671421" y="283605"/>
                  <a:pt x="4652165" y="282009"/>
                  <a:pt x="4646608" y="278362"/>
                </a:cubicBezTo>
                <a:cubicBezTo>
                  <a:pt x="4641106" y="274715"/>
                  <a:pt x="4651332" y="270383"/>
                  <a:pt x="4669338" y="268741"/>
                </a:cubicBezTo>
                <a:cubicBezTo>
                  <a:pt x="4678327" y="267898"/>
                  <a:pt x="4687573" y="267875"/>
                  <a:pt x="4695285" y="268514"/>
                </a:cubicBezTo>
                <a:close/>
                <a:moveTo>
                  <a:pt x="6924997" y="268200"/>
                </a:moveTo>
                <a:cubicBezTo>
                  <a:pt x="6935865" y="268987"/>
                  <a:pt x="6946222" y="270588"/>
                  <a:pt x="6953502" y="272822"/>
                </a:cubicBezTo>
                <a:cubicBezTo>
                  <a:pt x="6968229" y="277336"/>
                  <a:pt x="6964922" y="282693"/>
                  <a:pt x="6946138" y="284790"/>
                </a:cubicBezTo>
                <a:cubicBezTo>
                  <a:pt x="6927271" y="286887"/>
                  <a:pt x="6900013" y="284903"/>
                  <a:pt x="6885481" y="280345"/>
                </a:cubicBezTo>
                <a:cubicBezTo>
                  <a:pt x="6871004" y="275832"/>
                  <a:pt x="6874671" y="270543"/>
                  <a:pt x="6893427" y="268468"/>
                </a:cubicBezTo>
                <a:cubicBezTo>
                  <a:pt x="6902750" y="267442"/>
                  <a:pt x="6914129" y="267414"/>
                  <a:pt x="6924997" y="268200"/>
                </a:cubicBezTo>
                <a:close/>
                <a:moveTo>
                  <a:pt x="2960354" y="267557"/>
                </a:moveTo>
                <a:cubicBezTo>
                  <a:pt x="2960799" y="267488"/>
                  <a:pt x="2961215" y="267511"/>
                  <a:pt x="2961215" y="267625"/>
                </a:cubicBezTo>
                <a:cubicBezTo>
                  <a:pt x="2961271" y="267716"/>
                  <a:pt x="2960854" y="267808"/>
                  <a:pt x="2960382" y="267853"/>
                </a:cubicBezTo>
                <a:cubicBezTo>
                  <a:pt x="2959910" y="267876"/>
                  <a:pt x="2959548" y="267830"/>
                  <a:pt x="2959548" y="267740"/>
                </a:cubicBezTo>
                <a:cubicBezTo>
                  <a:pt x="2959465" y="267671"/>
                  <a:pt x="2959882" y="267580"/>
                  <a:pt x="2960354" y="267557"/>
                </a:cubicBezTo>
                <a:close/>
                <a:moveTo>
                  <a:pt x="3418530" y="267346"/>
                </a:moveTo>
                <a:cubicBezTo>
                  <a:pt x="3424111" y="267848"/>
                  <a:pt x="3427988" y="268868"/>
                  <a:pt x="3428836" y="270292"/>
                </a:cubicBezTo>
                <a:cubicBezTo>
                  <a:pt x="3430586" y="273142"/>
                  <a:pt x="3419332" y="276561"/>
                  <a:pt x="3403800" y="277883"/>
                </a:cubicBezTo>
                <a:cubicBezTo>
                  <a:pt x="3388267" y="279205"/>
                  <a:pt x="3374346" y="277951"/>
                  <a:pt x="3372734" y="275079"/>
                </a:cubicBezTo>
                <a:cubicBezTo>
                  <a:pt x="3371234" y="272207"/>
                  <a:pt x="3382571" y="268833"/>
                  <a:pt x="3397993" y="267511"/>
                </a:cubicBezTo>
                <a:cubicBezTo>
                  <a:pt x="3405662" y="266861"/>
                  <a:pt x="3412949" y="266844"/>
                  <a:pt x="3418530" y="267346"/>
                </a:cubicBezTo>
                <a:close/>
                <a:moveTo>
                  <a:pt x="3760374" y="266919"/>
                </a:moveTo>
                <a:cubicBezTo>
                  <a:pt x="3767547" y="267545"/>
                  <a:pt x="3772736" y="268822"/>
                  <a:pt x="3774250" y="270589"/>
                </a:cubicBezTo>
                <a:cubicBezTo>
                  <a:pt x="3777223" y="274190"/>
                  <a:pt x="3764330" y="278454"/>
                  <a:pt x="3745269" y="280140"/>
                </a:cubicBezTo>
                <a:cubicBezTo>
                  <a:pt x="3726151" y="281827"/>
                  <a:pt x="3708285" y="280231"/>
                  <a:pt x="3705367" y="276606"/>
                </a:cubicBezTo>
                <a:cubicBezTo>
                  <a:pt x="3702560" y="273028"/>
                  <a:pt x="3715648" y="268765"/>
                  <a:pt x="3734598" y="267147"/>
                </a:cubicBezTo>
                <a:cubicBezTo>
                  <a:pt x="3744046" y="266314"/>
                  <a:pt x="3753202" y="266292"/>
                  <a:pt x="3760374" y="266919"/>
                </a:cubicBezTo>
                <a:close/>
                <a:moveTo>
                  <a:pt x="5747917" y="266574"/>
                </a:moveTo>
                <a:cubicBezTo>
                  <a:pt x="5754882" y="267107"/>
                  <a:pt x="5760987" y="268195"/>
                  <a:pt x="5764599" y="269723"/>
                </a:cubicBezTo>
                <a:cubicBezTo>
                  <a:pt x="5771852" y="272800"/>
                  <a:pt x="5766266" y="276470"/>
                  <a:pt x="5752179" y="277883"/>
                </a:cubicBezTo>
                <a:cubicBezTo>
                  <a:pt x="5737952" y="279297"/>
                  <a:pt x="5720585" y="277952"/>
                  <a:pt x="5713473" y="274851"/>
                </a:cubicBezTo>
                <a:cubicBezTo>
                  <a:pt x="5706304" y="271774"/>
                  <a:pt x="5712000" y="268173"/>
                  <a:pt x="5726087" y="266759"/>
                </a:cubicBezTo>
                <a:cubicBezTo>
                  <a:pt x="5733132" y="266064"/>
                  <a:pt x="5740953" y="266041"/>
                  <a:pt x="5747917" y="266574"/>
                </a:cubicBezTo>
                <a:close/>
                <a:moveTo>
                  <a:pt x="7933590" y="265619"/>
                </a:moveTo>
                <a:cubicBezTo>
                  <a:pt x="7933895" y="265573"/>
                  <a:pt x="7934395" y="265619"/>
                  <a:pt x="7934756" y="265710"/>
                </a:cubicBezTo>
                <a:cubicBezTo>
                  <a:pt x="7935118" y="265779"/>
                  <a:pt x="7935118" y="265892"/>
                  <a:pt x="7934812" y="265938"/>
                </a:cubicBezTo>
                <a:cubicBezTo>
                  <a:pt x="7934506" y="265961"/>
                  <a:pt x="7934006" y="265938"/>
                  <a:pt x="7933590" y="265825"/>
                </a:cubicBezTo>
                <a:cubicBezTo>
                  <a:pt x="7933284" y="265756"/>
                  <a:pt x="7933200" y="265641"/>
                  <a:pt x="7933590" y="265619"/>
                </a:cubicBezTo>
                <a:close/>
                <a:moveTo>
                  <a:pt x="7381919" y="263328"/>
                </a:moveTo>
                <a:cubicBezTo>
                  <a:pt x="7393877" y="264171"/>
                  <a:pt x="7405589" y="265881"/>
                  <a:pt x="7414259" y="268264"/>
                </a:cubicBezTo>
                <a:cubicBezTo>
                  <a:pt x="7431681" y="273073"/>
                  <a:pt x="7430236" y="278818"/>
                  <a:pt x="7410785" y="281075"/>
                </a:cubicBezTo>
                <a:cubicBezTo>
                  <a:pt x="7391307" y="283331"/>
                  <a:pt x="7361353" y="281189"/>
                  <a:pt x="7344041" y="276310"/>
                </a:cubicBezTo>
                <a:cubicBezTo>
                  <a:pt x="7326815" y="271501"/>
                  <a:pt x="7328815" y="265825"/>
                  <a:pt x="7348099" y="263590"/>
                </a:cubicBezTo>
                <a:cubicBezTo>
                  <a:pt x="7357755" y="262508"/>
                  <a:pt x="7369960" y="262485"/>
                  <a:pt x="7381919" y="263328"/>
                </a:cubicBezTo>
                <a:close/>
                <a:moveTo>
                  <a:pt x="3284623" y="263294"/>
                </a:moveTo>
                <a:cubicBezTo>
                  <a:pt x="3289458" y="262884"/>
                  <a:pt x="3293737" y="263271"/>
                  <a:pt x="3294098" y="264137"/>
                </a:cubicBezTo>
                <a:cubicBezTo>
                  <a:pt x="3294542" y="265049"/>
                  <a:pt x="3291014" y="266075"/>
                  <a:pt x="3286123" y="266508"/>
                </a:cubicBezTo>
                <a:cubicBezTo>
                  <a:pt x="3281261" y="266941"/>
                  <a:pt x="3277010" y="266531"/>
                  <a:pt x="3276537" y="265641"/>
                </a:cubicBezTo>
                <a:cubicBezTo>
                  <a:pt x="3276148" y="264753"/>
                  <a:pt x="3279788" y="263704"/>
                  <a:pt x="3284623" y="263294"/>
                </a:cubicBezTo>
                <a:close/>
                <a:moveTo>
                  <a:pt x="3983406" y="262641"/>
                </a:moveTo>
                <a:cubicBezTo>
                  <a:pt x="3990144" y="263220"/>
                  <a:pt x="3995153" y="264399"/>
                  <a:pt x="3996848" y="266052"/>
                </a:cubicBezTo>
                <a:cubicBezTo>
                  <a:pt x="4000155" y="269335"/>
                  <a:pt x="3988901" y="273278"/>
                  <a:pt x="3971506" y="274851"/>
                </a:cubicBezTo>
                <a:cubicBezTo>
                  <a:pt x="3954084" y="276379"/>
                  <a:pt x="3937329" y="274920"/>
                  <a:pt x="3934078" y="271591"/>
                </a:cubicBezTo>
                <a:cubicBezTo>
                  <a:pt x="3930911" y="268240"/>
                  <a:pt x="3942330" y="264342"/>
                  <a:pt x="3959586" y="262838"/>
                </a:cubicBezTo>
                <a:cubicBezTo>
                  <a:pt x="3968201" y="262086"/>
                  <a:pt x="3976668" y="262063"/>
                  <a:pt x="3983406" y="262641"/>
                </a:cubicBezTo>
                <a:close/>
                <a:moveTo>
                  <a:pt x="4451204" y="262057"/>
                </a:moveTo>
                <a:cubicBezTo>
                  <a:pt x="4458771" y="262690"/>
                  <a:pt x="4464676" y="263978"/>
                  <a:pt x="4467107" y="265756"/>
                </a:cubicBezTo>
                <a:cubicBezTo>
                  <a:pt x="4472109" y="269358"/>
                  <a:pt x="4461327" y="273666"/>
                  <a:pt x="4442960" y="275330"/>
                </a:cubicBezTo>
                <a:cubicBezTo>
                  <a:pt x="4424622" y="277017"/>
                  <a:pt x="4405755" y="275444"/>
                  <a:pt x="4400836" y="271774"/>
                </a:cubicBezTo>
                <a:cubicBezTo>
                  <a:pt x="4396168" y="268173"/>
                  <a:pt x="4407144" y="263910"/>
                  <a:pt x="4425316" y="262291"/>
                </a:cubicBezTo>
                <a:cubicBezTo>
                  <a:pt x="4434403" y="261447"/>
                  <a:pt x="4443635" y="261425"/>
                  <a:pt x="4451204" y="262057"/>
                </a:cubicBezTo>
                <a:close/>
                <a:moveTo>
                  <a:pt x="4802574" y="261723"/>
                </a:moveTo>
                <a:cubicBezTo>
                  <a:pt x="4810841" y="262399"/>
                  <a:pt x="4817524" y="263772"/>
                  <a:pt x="4820691" y="265687"/>
                </a:cubicBezTo>
                <a:cubicBezTo>
                  <a:pt x="4827026" y="269539"/>
                  <a:pt x="4816774" y="274122"/>
                  <a:pt x="4797573" y="275922"/>
                </a:cubicBezTo>
                <a:cubicBezTo>
                  <a:pt x="4778428" y="277700"/>
                  <a:pt x="4757811" y="276036"/>
                  <a:pt x="4751530" y="272116"/>
                </a:cubicBezTo>
                <a:cubicBezTo>
                  <a:pt x="4745389" y="268240"/>
                  <a:pt x="4756004" y="263704"/>
                  <a:pt x="4774955" y="261949"/>
                </a:cubicBezTo>
                <a:cubicBezTo>
                  <a:pt x="4784458" y="261071"/>
                  <a:pt x="4794308" y="261049"/>
                  <a:pt x="4802574" y="261723"/>
                </a:cubicBezTo>
                <a:close/>
                <a:moveTo>
                  <a:pt x="6703927" y="261151"/>
                </a:moveTo>
                <a:cubicBezTo>
                  <a:pt x="6714288" y="261904"/>
                  <a:pt x="6724013" y="263442"/>
                  <a:pt x="6730682" y="265596"/>
                </a:cubicBezTo>
                <a:cubicBezTo>
                  <a:pt x="6744214" y="269950"/>
                  <a:pt x="6740102" y="275102"/>
                  <a:pt x="6721568" y="277108"/>
                </a:cubicBezTo>
                <a:cubicBezTo>
                  <a:pt x="6702979" y="279137"/>
                  <a:pt x="6677054" y="277199"/>
                  <a:pt x="6663717" y="272845"/>
                </a:cubicBezTo>
                <a:cubicBezTo>
                  <a:pt x="6650545" y="268468"/>
                  <a:pt x="6654908" y="263408"/>
                  <a:pt x="6673358" y="261425"/>
                </a:cubicBezTo>
                <a:cubicBezTo>
                  <a:pt x="6682569" y="260433"/>
                  <a:pt x="6693566" y="260399"/>
                  <a:pt x="6703927" y="261151"/>
                </a:cubicBezTo>
                <a:close/>
                <a:moveTo>
                  <a:pt x="5643690" y="260911"/>
                </a:moveTo>
                <a:cubicBezTo>
                  <a:pt x="5650480" y="261436"/>
                  <a:pt x="5656385" y="262508"/>
                  <a:pt x="5659789" y="264001"/>
                </a:cubicBezTo>
                <a:cubicBezTo>
                  <a:pt x="5666680" y="267032"/>
                  <a:pt x="5661039" y="270565"/>
                  <a:pt x="5646924" y="271979"/>
                </a:cubicBezTo>
                <a:cubicBezTo>
                  <a:pt x="5632891" y="273370"/>
                  <a:pt x="5616053" y="272047"/>
                  <a:pt x="5609218" y="269039"/>
                </a:cubicBezTo>
                <a:cubicBezTo>
                  <a:pt x="5602409" y="266030"/>
                  <a:pt x="5608300" y="262473"/>
                  <a:pt x="5622277" y="261106"/>
                </a:cubicBezTo>
                <a:cubicBezTo>
                  <a:pt x="5629223" y="260410"/>
                  <a:pt x="5636900" y="260387"/>
                  <a:pt x="5643690" y="260911"/>
                </a:cubicBezTo>
                <a:close/>
                <a:moveTo>
                  <a:pt x="7048836" y="260675"/>
                </a:moveTo>
                <a:cubicBezTo>
                  <a:pt x="7059815" y="261458"/>
                  <a:pt x="7070359" y="263054"/>
                  <a:pt x="7077903" y="265277"/>
                </a:cubicBezTo>
                <a:cubicBezTo>
                  <a:pt x="7093075" y="269791"/>
                  <a:pt x="7090296" y="275124"/>
                  <a:pt x="7071568" y="277222"/>
                </a:cubicBezTo>
                <a:cubicBezTo>
                  <a:pt x="7052812" y="279341"/>
                  <a:pt x="7025332" y="277358"/>
                  <a:pt x="7010355" y="272799"/>
                </a:cubicBezTo>
                <a:cubicBezTo>
                  <a:pt x="6995461" y="268286"/>
                  <a:pt x="6998517" y="262997"/>
                  <a:pt x="7017162" y="260946"/>
                </a:cubicBezTo>
                <a:cubicBezTo>
                  <a:pt x="7026442" y="259920"/>
                  <a:pt x="7037856" y="259891"/>
                  <a:pt x="7048836" y="260675"/>
                </a:cubicBezTo>
                <a:close/>
                <a:moveTo>
                  <a:pt x="4214798" y="260254"/>
                </a:moveTo>
                <a:cubicBezTo>
                  <a:pt x="4222232" y="260889"/>
                  <a:pt x="4227893" y="262177"/>
                  <a:pt x="4230032" y="263955"/>
                </a:cubicBezTo>
                <a:cubicBezTo>
                  <a:pt x="4234340" y="267556"/>
                  <a:pt x="4222781" y="271820"/>
                  <a:pt x="4204191" y="273484"/>
                </a:cubicBezTo>
                <a:cubicBezTo>
                  <a:pt x="4185546" y="275170"/>
                  <a:pt x="4167013" y="273575"/>
                  <a:pt x="4162845" y="269973"/>
                </a:cubicBezTo>
                <a:cubicBezTo>
                  <a:pt x="4158677" y="266371"/>
                  <a:pt x="4170458" y="262108"/>
                  <a:pt x="4188936" y="260468"/>
                </a:cubicBezTo>
                <a:cubicBezTo>
                  <a:pt x="4198161" y="259635"/>
                  <a:pt x="4207366" y="259618"/>
                  <a:pt x="4214798" y="260254"/>
                </a:cubicBezTo>
                <a:close/>
                <a:moveTo>
                  <a:pt x="5999719" y="259331"/>
                </a:moveTo>
                <a:cubicBezTo>
                  <a:pt x="6006738" y="259863"/>
                  <a:pt x="6013011" y="260946"/>
                  <a:pt x="6016901" y="262451"/>
                </a:cubicBezTo>
                <a:cubicBezTo>
                  <a:pt x="6024681" y="265483"/>
                  <a:pt x="6019875" y="269107"/>
                  <a:pt x="6006037" y="270497"/>
                </a:cubicBezTo>
                <a:cubicBezTo>
                  <a:pt x="5992282" y="271911"/>
                  <a:pt x="5974749" y="270566"/>
                  <a:pt x="5967052" y="267534"/>
                </a:cubicBezTo>
                <a:cubicBezTo>
                  <a:pt x="5959327" y="264480"/>
                  <a:pt x="5964329" y="260901"/>
                  <a:pt x="5978056" y="259510"/>
                </a:cubicBezTo>
                <a:cubicBezTo>
                  <a:pt x="5984933" y="258815"/>
                  <a:pt x="5992699" y="258798"/>
                  <a:pt x="5999719" y="259331"/>
                </a:cubicBezTo>
                <a:close/>
                <a:moveTo>
                  <a:pt x="4905822" y="258082"/>
                </a:moveTo>
                <a:cubicBezTo>
                  <a:pt x="4912581" y="258627"/>
                  <a:pt x="4918097" y="259738"/>
                  <a:pt x="4920778" y="261288"/>
                </a:cubicBezTo>
                <a:cubicBezTo>
                  <a:pt x="4926114" y="264388"/>
                  <a:pt x="4918083" y="268104"/>
                  <a:pt x="4902717" y="269540"/>
                </a:cubicBezTo>
                <a:cubicBezTo>
                  <a:pt x="4887295" y="270976"/>
                  <a:pt x="4870457" y="269631"/>
                  <a:pt x="4865150" y="266485"/>
                </a:cubicBezTo>
                <a:cubicBezTo>
                  <a:pt x="4859870" y="263385"/>
                  <a:pt x="4868123" y="259716"/>
                  <a:pt x="4883405" y="258279"/>
                </a:cubicBezTo>
                <a:cubicBezTo>
                  <a:pt x="4891061" y="257561"/>
                  <a:pt x="4899063" y="257538"/>
                  <a:pt x="4905822" y="258082"/>
                </a:cubicBezTo>
                <a:close/>
                <a:moveTo>
                  <a:pt x="6476237" y="257734"/>
                </a:moveTo>
                <a:cubicBezTo>
                  <a:pt x="6484743" y="258358"/>
                  <a:pt x="6492607" y="259634"/>
                  <a:pt x="6497830" y="261424"/>
                </a:cubicBezTo>
                <a:cubicBezTo>
                  <a:pt x="6508334" y="265003"/>
                  <a:pt x="6504249" y="269266"/>
                  <a:pt x="6488633" y="270907"/>
                </a:cubicBezTo>
                <a:cubicBezTo>
                  <a:pt x="6472878" y="272571"/>
                  <a:pt x="6451678" y="271021"/>
                  <a:pt x="6441201" y="267396"/>
                </a:cubicBezTo>
                <a:cubicBezTo>
                  <a:pt x="6430865" y="263818"/>
                  <a:pt x="6435200" y="259578"/>
                  <a:pt x="6450789" y="257960"/>
                </a:cubicBezTo>
                <a:cubicBezTo>
                  <a:pt x="6458582" y="257139"/>
                  <a:pt x="6467731" y="257110"/>
                  <a:pt x="6476237" y="257734"/>
                </a:cubicBezTo>
                <a:close/>
                <a:moveTo>
                  <a:pt x="5537865" y="257319"/>
                </a:moveTo>
                <a:cubicBezTo>
                  <a:pt x="5543648" y="257766"/>
                  <a:pt x="5548628" y="258677"/>
                  <a:pt x="5551421" y="259943"/>
                </a:cubicBezTo>
                <a:cubicBezTo>
                  <a:pt x="5557090" y="262496"/>
                  <a:pt x="5551977" y="265550"/>
                  <a:pt x="5539973" y="266736"/>
                </a:cubicBezTo>
                <a:cubicBezTo>
                  <a:pt x="5527830" y="267944"/>
                  <a:pt x="5513409" y="266827"/>
                  <a:pt x="5507769" y="264251"/>
                </a:cubicBezTo>
                <a:cubicBezTo>
                  <a:pt x="5502211" y="261698"/>
                  <a:pt x="5507435" y="258666"/>
                  <a:pt x="5519494" y="257481"/>
                </a:cubicBezTo>
                <a:cubicBezTo>
                  <a:pt x="5525497" y="256888"/>
                  <a:pt x="5532082" y="256871"/>
                  <a:pt x="5537865" y="257319"/>
                </a:cubicBezTo>
                <a:close/>
                <a:moveTo>
                  <a:pt x="3643368" y="257210"/>
                </a:moveTo>
                <a:cubicBezTo>
                  <a:pt x="3651524" y="257925"/>
                  <a:pt x="3657337" y="259384"/>
                  <a:pt x="3658881" y="261424"/>
                </a:cubicBezTo>
                <a:cubicBezTo>
                  <a:pt x="3661992" y="265505"/>
                  <a:pt x="3646766" y="270383"/>
                  <a:pt x="3624647" y="272274"/>
                </a:cubicBezTo>
                <a:cubicBezTo>
                  <a:pt x="3602529" y="274190"/>
                  <a:pt x="3582189" y="272389"/>
                  <a:pt x="3579327" y="268240"/>
                </a:cubicBezTo>
                <a:cubicBezTo>
                  <a:pt x="3576465" y="264137"/>
                  <a:pt x="3591914" y="259327"/>
                  <a:pt x="3613810" y="257458"/>
                </a:cubicBezTo>
                <a:cubicBezTo>
                  <a:pt x="3624716" y="256523"/>
                  <a:pt x="3635214" y="256495"/>
                  <a:pt x="3643368" y="257210"/>
                </a:cubicBezTo>
                <a:close/>
                <a:moveTo>
                  <a:pt x="3171727" y="257071"/>
                </a:moveTo>
                <a:cubicBezTo>
                  <a:pt x="3172644" y="257002"/>
                  <a:pt x="3173394" y="257071"/>
                  <a:pt x="3173533" y="257231"/>
                </a:cubicBezTo>
                <a:cubicBezTo>
                  <a:pt x="3173560" y="257413"/>
                  <a:pt x="3172839" y="257619"/>
                  <a:pt x="3171921" y="257687"/>
                </a:cubicBezTo>
                <a:cubicBezTo>
                  <a:pt x="3171032" y="257778"/>
                  <a:pt x="3170227" y="257687"/>
                  <a:pt x="3170115" y="257527"/>
                </a:cubicBezTo>
                <a:cubicBezTo>
                  <a:pt x="3170088" y="257367"/>
                  <a:pt x="3170782" y="257162"/>
                  <a:pt x="3171727" y="257071"/>
                </a:cubicBezTo>
                <a:close/>
                <a:moveTo>
                  <a:pt x="6241885" y="256866"/>
                </a:moveTo>
                <a:cubicBezTo>
                  <a:pt x="6249294" y="257419"/>
                  <a:pt x="6256046" y="258541"/>
                  <a:pt x="6260395" y="260102"/>
                </a:cubicBezTo>
                <a:cubicBezTo>
                  <a:pt x="6269064" y="263271"/>
                  <a:pt x="6264757" y="267032"/>
                  <a:pt x="6250698" y="268468"/>
                </a:cubicBezTo>
                <a:cubicBezTo>
                  <a:pt x="6236609" y="269927"/>
                  <a:pt x="6218159" y="268560"/>
                  <a:pt x="6209518" y="265368"/>
                </a:cubicBezTo>
                <a:cubicBezTo>
                  <a:pt x="6200959" y="262223"/>
                  <a:pt x="6205377" y="258484"/>
                  <a:pt x="6219437" y="257048"/>
                </a:cubicBezTo>
                <a:cubicBezTo>
                  <a:pt x="6226412" y="256330"/>
                  <a:pt x="6234477" y="256313"/>
                  <a:pt x="6241885" y="256866"/>
                </a:cubicBezTo>
                <a:close/>
                <a:moveTo>
                  <a:pt x="7499144" y="256550"/>
                </a:moveTo>
                <a:cubicBezTo>
                  <a:pt x="7511539" y="257413"/>
                  <a:pt x="7523766" y="259168"/>
                  <a:pt x="7532880" y="261607"/>
                </a:cubicBezTo>
                <a:cubicBezTo>
                  <a:pt x="7551302" y="266554"/>
                  <a:pt x="7550274" y="272435"/>
                  <a:pt x="7530490" y="274737"/>
                </a:cubicBezTo>
                <a:cubicBezTo>
                  <a:pt x="7510650" y="277039"/>
                  <a:pt x="7479612" y="274851"/>
                  <a:pt x="7461329" y="269859"/>
                </a:cubicBezTo>
                <a:cubicBezTo>
                  <a:pt x="7443156" y="264913"/>
                  <a:pt x="7444629" y="259100"/>
                  <a:pt x="7464385" y="256843"/>
                </a:cubicBezTo>
                <a:cubicBezTo>
                  <a:pt x="7474180" y="255714"/>
                  <a:pt x="7486747" y="255686"/>
                  <a:pt x="7499144" y="256550"/>
                </a:cubicBezTo>
                <a:close/>
                <a:moveTo>
                  <a:pt x="7596734" y="254997"/>
                </a:moveTo>
                <a:cubicBezTo>
                  <a:pt x="7606375" y="253902"/>
                  <a:pt x="7621658" y="254974"/>
                  <a:pt x="7630799" y="257367"/>
                </a:cubicBezTo>
                <a:cubicBezTo>
                  <a:pt x="7640080" y="259784"/>
                  <a:pt x="7639859" y="262679"/>
                  <a:pt x="7630188" y="263773"/>
                </a:cubicBezTo>
                <a:cubicBezTo>
                  <a:pt x="7620491" y="264890"/>
                  <a:pt x="7605097" y="263819"/>
                  <a:pt x="7595872" y="261402"/>
                </a:cubicBezTo>
                <a:cubicBezTo>
                  <a:pt x="7586703" y="258986"/>
                  <a:pt x="7587119" y="256114"/>
                  <a:pt x="7596734" y="254997"/>
                </a:cubicBezTo>
                <a:close/>
                <a:moveTo>
                  <a:pt x="5011959" y="254463"/>
                </a:moveTo>
                <a:cubicBezTo>
                  <a:pt x="5018754" y="255002"/>
                  <a:pt x="5024353" y="256101"/>
                  <a:pt x="5027145" y="257641"/>
                </a:cubicBezTo>
                <a:cubicBezTo>
                  <a:pt x="5032729" y="260718"/>
                  <a:pt x="5025005" y="264410"/>
                  <a:pt x="5009834" y="265846"/>
                </a:cubicBezTo>
                <a:cubicBezTo>
                  <a:pt x="4994579" y="267306"/>
                  <a:pt x="4977658" y="265938"/>
                  <a:pt x="4972100" y="262815"/>
                </a:cubicBezTo>
                <a:cubicBezTo>
                  <a:pt x="4966681" y="259715"/>
                  <a:pt x="4974517" y="256045"/>
                  <a:pt x="4989605" y="254654"/>
                </a:cubicBezTo>
                <a:cubicBezTo>
                  <a:pt x="4997177" y="253948"/>
                  <a:pt x="5005166" y="253925"/>
                  <a:pt x="5011959" y="254463"/>
                </a:cubicBezTo>
                <a:close/>
                <a:moveTo>
                  <a:pt x="3499191" y="253789"/>
                </a:moveTo>
                <a:cubicBezTo>
                  <a:pt x="3507388" y="253082"/>
                  <a:pt x="3514779" y="253766"/>
                  <a:pt x="3515724" y="255248"/>
                </a:cubicBezTo>
                <a:cubicBezTo>
                  <a:pt x="3516696" y="256752"/>
                  <a:pt x="3510917" y="258507"/>
                  <a:pt x="3502720" y="259191"/>
                </a:cubicBezTo>
                <a:cubicBezTo>
                  <a:pt x="3494551" y="259897"/>
                  <a:pt x="3487048" y="259237"/>
                  <a:pt x="3486131" y="257755"/>
                </a:cubicBezTo>
                <a:cubicBezTo>
                  <a:pt x="3485242" y="256228"/>
                  <a:pt x="3491049" y="254450"/>
                  <a:pt x="3499191" y="253789"/>
                </a:cubicBezTo>
                <a:close/>
                <a:moveTo>
                  <a:pt x="5434076" y="253580"/>
                </a:moveTo>
                <a:cubicBezTo>
                  <a:pt x="5440657" y="254096"/>
                  <a:pt x="5446291" y="255144"/>
                  <a:pt x="5449417" y="256592"/>
                </a:cubicBezTo>
                <a:cubicBezTo>
                  <a:pt x="5455696" y="259510"/>
                  <a:pt x="5449528" y="262997"/>
                  <a:pt x="5435524" y="264365"/>
                </a:cubicBezTo>
                <a:cubicBezTo>
                  <a:pt x="5421575" y="265733"/>
                  <a:pt x="5405236" y="264434"/>
                  <a:pt x="5399040" y="261493"/>
                </a:cubicBezTo>
                <a:cubicBezTo>
                  <a:pt x="5392927" y="258575"/>
                  <a:pt x="5399206" y="255110"/>
                  <a:pt x="5413044" y="253765"/>
                </a:cubicBezTo>
                <a:cubicBezTo>
                  <a:pt x="5419963" y="253081"/>
                  <a:pt x="5427493" y="253064"/>
                  <a:pt x="5434076" y="253580"/>
                </a:cubicBezTo>
                <a:close/>
                <a:moveTo>
                  <a:pt x="7170307" y="253409"/>
                </a:moveTo>
                <a:cubicBezTo>
                  <a:pt x="7181519" y="254204"/>
                  <a:pt x="7192369" y="255817"/>
                  <a:pt x="7200219" y="258051"/>
                </a:cubicBezTo>
                <a:cubicBezTo>
                  <a:pt x="7215974" y="262564"/>
                  <a:pt x="7213807" y="267989"/>
                  <a:pt x="7194912" y="270064"/>
                </a:cubicBezTo>
                <a:cubicBezTo>
                  <a:pt x="7176128" y="272184"/>
                  <a:pt x="7148092" y="270178"/>
                  <a:pt x="7132448" y="265619"/>
                </a:cubicBezTo>
                <a:cubicBezTo>
                  <a:pt x="7116915" y="261082"/>
                  <a:pt x="7119527" y="255749"/>
                  <a:pt x="7138227" y="253674"/>
                </a:cubicBezTo>
                <a:cubicBezTo>
                  <a:pt x="7147522" y="252636"/>
                  <a:pt x="7159095" y="252614"/>
                  <a:pt x="7170307" y="253409"/>
                </a:cubicBezTo>
                <a:close/>
                <a:moveTo>
                  <a:pt x="4555743" y="253136"/>
                </a:moveTo>
                <a:cubicBezTo>
                  <a:pt x="4563388" y="253766"/>
                  <a:pt x="4569418" y="255054"/>
                  <a:pt x="4572030" y="256843"/>
                </a:cubicBezTo>
                <a:cubicBezTo>
                  <a:pt x="4577310" y="260422"/>
                  <a:pt x="4566833" y="264730"/>
                  <a:pt x="4548523" y="266417"/>
                </a:cubicBezTo>
                <a:cubicBezTo>
                  <a:pt x="4530294" y="268081"/>
                  <a:pt x="4511150" y="266485"/>
                  <a:pt x="4506064" y="262884"/>
                </a:cubicBezTo>
                <a:cubicBezTo>
                  <a:pt x="4500952" y="259259"/>
                  <a:pt x="4511594" y="254997"/>
                  <a:pt x="4529767" y="253378"/>
                </a:cubicBezTo>
                <a:cubicBezTo>
                  <a:pt x="4538839" y="252534"/>
                  <a:pt x="4548099" y="252506"/>
                  <a:pt x="4555743" y="253136"/>
                </a:cubicBezTo>
                <a:close/>
                <a:moveTo>
                  <a:pt x="7726468" y="252831"/>
                </a:moveTo>
                <a:cubicBezTo>
                  <a:pt x="7727330" y="252717"/>
                  <a:pt x="7728663" y="252809"/>
                  <a:pt x="7729413" y="252990"/>
                </a:cubicBezTo>
                <a:cubicBezTo>
                  <a:pt x="7730247" y="253241"/>
                  <a:pt x="7730302" y="253492"/>
                  <a:pt x="7729442" y="253583"/>
                </a:cubicBezTo>
                <a:cubicBezTo>
                  <a:pt x="7728608" y="253674"/>
                  <a:pt x="7727274" y="253583"/>
                  <a:pt x="7726468" y="253355"/>
                </a:cubicBezTo>
                <a:cubicBezTo>
                  <a:pt x="7725689" y="253150"/>
                  <a:pt x="7725689" y="252900"/>
                  <a:pt x="7726468" y="252831"/>
                </a:cubicBezTo>
                <a:close/>
                <a:moveTo>
                  <a:pt x="3860872" y="252568"/>
                </a:moveTo>
                <a:cubicBezTo>
                  <a:pt x="3868009" y="253184"/>
                  <a:pt x="3873241" y="254437"/>
                  <a:pt x="3874865" y="256182"/>
                </a:cubicBezTo>
                <a:cubicBezTo>
                  <a:pt x="3878172" y="259692"/>
                  <a:pt x="3865723" y="263864"/>
                  <a:pt x="3846967" y="265459"/>
                </a:cubicBezTo>
                <a:cubicBezTo>
                  <a:pt x="3828129" y="267146"/>
                  <a:pt x="3810372" y="265573"/>
                  <a:pt x="3807316" y="262040"/>
                </a:cubicBezTo>
                <a:cubicBezTo>
                  <a:pt x="3804232" y="258530"/>
                  <a:pt x="3816819" y="254381"/>
                  <a:pt x="3835436" y="252785"/>
                </a:cubicBezTo>
                <a:cubicBezTo>
                  <a:pt x="3844690" y="251976"/>
                  <a:pt x="3853734" y="251954"/>
                  <a:pt x="3860872" y="252568"/>
                </a:cubicBezTo>
                <a:close/>
                <a:moveTo>
                  <a:pt x="6831478" y="252511"/>
                </a:moveTo>
                <a:cubicBezTo>
                  <a:pt x="6842468" y="253304"/>
                  <a:pt x="6852874" y="254916"/>
                  <a:pt x="6860112" y="257162"/>
                </a:cubicBezTo>
                <a:cubicBezTo>
                  <a:pt x="6874728" y="261675"/>
                  <a:pt x="6871005" y="267055"/>
                  <a:pt x="6851776" y="269152"/>
                </a:cubicBezTo>
                <a:cubicBezTo>
                  <a:pt x="6832353" y="271273"/>
                  <a:pt x="6804928" y="269266"/>
                  <a:pt x="6790478" y="264707"/>
                </a:cubicBezTo>
                <a:cubicBezTo>
                  <a:pt x="6776085" y="260194"/>
                  <a:pt x="6780087" y="254837"/>
                  <a:pt x="6799343" y="252785"/>
                </a:cubicBezTo>
                <a:cubicBezTo>
                  <a:pt x="6808916" y="251748"/>
                  <a:pt x="6820488" y="251719"/>
                  <a:pt x="6831478" y="252511"/>
                </a:cubicBezTo>
                <a:close/>
                <a:moveTo>
                  <a:pt x="5328102" y="252255"/>
                </a:moveTo>
                <a:cubicBezTo>
                  <a:pt x="5334173" y="252734"/>
                  <a:pt x="5339313" y="253709"/>
                  <a:pt x="5342106" y="255065"/>
                </a:cubicBezTo>
                <a:cubicBezTo>
                  <a:pt x="5347663" y="257754"/>
                  <a:pt x="5341633" y="260992"/>
                  <a:pt x="5328629" y="262223"/>
                </a:cubicBezTo>
                <a:cubicBezTo>
                  <a:pt x="5315542" y="263476"/>
                  <a:pt x="5300509" y="262291"/>
                  <a:pt x="5294952" y="259578"/>
                </a:cubicBezTo>
                <a:cubicBezTo>
                  <a:pt x="5289451" y="256866"/>
                  <a:pt x="5295563" y="253674"/>
                  <a:pt x="5308512" y="252421"/>
                </a:cubicBezTo>
                <a:cubicBezTo>
                  <a:pt x="5315028" y="251794"/>
                  <a:pt x="5322030" y="251777"/>
                  <a:pt x="5328102" y="252255"/>
                </a:cubicBezTo>
                <a:close/>
                <a:moveTo>
                  <a:pt x="5221853" y="252207"/>
                </a:moveTo>
                <a:cubicBezTo>
                  <a:pt x="5227501" y="252654"/>
                  <a:pt x="5232252" y="253560"/>
                  <a:pt x="5234767" y="254814"/>
                </a:cubicBezTo>
                <a:cubicBezTo>
                  <a:pt x="5239713" y="257367"/>
                  <a:pt x="5233877" y="260399"/>
                  <a:pt x="5221623" y="261539"/>
                </a:cubicBezTo>
                <a:cubicBezTo>
                  <a:pt x="5209286" y="262746"/>
                  <a:pt x="5195226" y="261607"/>
                  <a:pt x="5190224" y="259077"/>
                </a:cubicBezTo>
                <a:cubicBezTo>
                  <a:pt x="5185278" y="256523"/>
                  <a:pt x="5191225" y="253515"/>
                  <a:pt x="5203563" y="252352"/>
                </a:cubicBezTo>
                <a:cubicBezTo>
                  <a:pt x="5209661" y="251771"/>
                  <a:pt x="5216205" y="251759"/>
                  <a:pt x="5221853" y="252207"/>
                </a:cubicBezTo>
                <a:close/>
                <a:moveTo>
                  <a:pt x="5118757" y="251765"/>
                </a:moveTo>
                <a:cubicBezTo>
                  <a:pt x="5126030" y="252341"/>
                  <a:pt x="5132080" y="253515"/>
                  <a:pt x="5135179" y="255156"/>
                </a:cubicBezTo>
                <a:cubicBezTo>
                  <a:pt x="5141459" y="258439"/>
                  <a:pt x="5133540" y="262359"/>
                  <a:pt x="5117451" y="263909"/>
                </a:cubicBezTo>
                <a:cubicBezTo>
                  <a:pt x="5101363" y="265437"/>
                  <a:pt x="5083191" y="263955"/>
                  <a:pt x="5077078" y="260650"/>
                </a:cubicBezTo>
                <a:cubicBezTo>
                  <a:pt x="5070937" y="257344"/>
                  <a:pt x="5079022" y="253469"/>
                  <a:pt x="5095000" y="251964"/>
                </a:cubicBezTo>
                <a:cubicBezTo>
                  <a:pt x="5102989" y="251212"/>
                  <a:pt x="5111484" y="251190"/>
                  <a:pt x="5118757" y="251765"/>
                </a:cubicBezTo>
                <a:close/>
                <a:moveTo>
                  <a:pt x="5898756" y="250861"/>
                </a:moveTo>
                <a:cubicBezTo>
                  <a:pt x="5905887" y="251400"/>
                  <a:pt x="5912201" y="252500"/>
                  <a:pt x="5916036" y="254039"/>
                </a:cubicBezTo>
                <a:cubicBezTo>
                  <a:pt x="5923733" y="257116"/>
                  <a:pt x="5918481" y="260786"/>
                  <a:pt x="5904338" y="262199"/>
                </a:cubicBezTo>
                <a:cubicBezTo>
                  <a:pt x="5890084" y="263613"/>
                  <a:pt x="5872328" y="262268"/>
                  <a:pt x="5864687" y="259168"/>
                </a:cubicBezTo>
                <a:cubicBezTo>
                  <a:pt x="5857073" y="256090"/>
                  <a:pt x="5862464" y="252443"/>
                  <a:pt x="5876579" y="251053"/>
                </a:cubicBezTo>
                <a:cubicBezTo>
                  <a:pt x="5883679" y="250346"/>
                  <a:pt x="5891626" y="250323"/>
                  <a:pt x="5898756" y="250861"/>
                </a:cubicBezTo>
                <a:close/>
                <a:moveTo>
                  <a:pt x="4084956" y="249873"/>
                </a:moveTo>
                <a:cubicBezTo>
                  <a:pt x="4091663" y="250443"/>
                  <a:pt x="4096699" y="251599"/>
                  <a:pt x="4098464" y="253218"/>
                </a:cubicBezTo>
                <a:cubicBezTo>
                  <a:pt x="4102076" y="256456"/>
                  <a:pt x="4091156" y="260331"/>
                  <a:pt x="4074123" y="261812"/>
                </a:cubicBezTo>
                <a:cubicBezTo>
                  <a:pt x="4057034" y="263317"/>
                  <a:pt x="4040278" y="261904"/>
                  <a:pt x="4036833" y="258621"/>
                </a:cubicBezTo>
                <a:cubicBezTo>
                  <a:pt x="4033388" y="255384"/>
                  <a:pt x="4044419" y="251554"/>
                  <a:pt x="4061424" y="250050"/>
                </a:cubicBezTo>
                <a:cubicBezTo>
                  <a:pt x="4069872" y="249321"/>
                  <a:pt x="4078249" y="249303"/>
                  <a:pt x="4084956" y="249873"/>
                </a:cubicBezTo>
                <a:close/>
                <a:moveTo>
                  <a:pt x="3060080" y="249799"/>
                </a:moveTo>
                <a:cubicBezTo>
                  <a:pt x="3061025" y="249730"/>
                  <a:pt x="3061831" y="249799"/>
                  <a:pt x="3061831" y="249959"/>
                </a:cubicBezTo>
                <a:cubicBezTo>
                  <a:pt x="3061942" y="250118"/>
                  <a:pt x="3061219" y="250301"/>
                  <a:pt x="3060275" y="250414"/>
                </a:cubicBezTo>
                <a:cubicBezTo>
                  <a:pt x="3059247" y="250483"/>
                  <a:pt x="3058552" y="250414"/>
                  <a:pt x="3058552" y="250232"/>
                </a:cubicBezTo>
                <a:cubicBezTo>
                  <a:pt x="3058441" y="250073"/>
                  <a:pt x="3059080" y="249868"/>
                  <a:pt x="3060080" y="249799"/>
                </a:cubicBezTo>
                <a:close/>
                <a:moveTo>
                  <a:pt x="4318807" y="248876"/>
                </a:moveTo>
                <a:cubicBezTo>
                  <a:pt x="4326750" y="249538"/>
                  <a:pt x="4332871" y="250882"/>
                  <a:pt x="4335288" y="252763"/>
                </a:cubicBezTo>
                <a:cubicBezTo>
                  <a:pt x="4340205" y="256524"/>
                  <a:pt x="4328258" y="261037"/>
                  <a:pt x="4308668" y="262792"/>
                </a:cubicBezTo>
                <a:cubicBezTo>
                  <a:pt x="4288996" y="264548"/>
                  <a:pt x="4269184" y="262884"/>
                  <a:pt x="4264460" y="259077"/>
                </a:cubicBezTo>
                <a:cubicBezTo>
                  <a:pt x="4259820" y="255293"/>
                  <a:pt x="4271907" y="250803"/>
                  <a:pt x="4291386" y="249093"/>
                </a:cubicBezTo>
                <a:cubicBezTo>
                  <a:pt x="4301097" y="248238"/>
                  <a:pt x="4310864" y="248215"/>
                  <a:pt x="4318807" y="248876"/>
                </a:cubicBezTo>
                <a:close/>
                <a:moveTo>
                  <a:pt x="3384515" y="247497"/>
                </a:moveTo>
                <a:cubicBezTo>
                  <a:pt x="3387655" y="247200"/>
                  <a:pt x="3390490" y="247473"/>
                  <a:pt x="3390823" y="248044"/>
                </a:cubicBezTo>
                <a:cubicBezTo>
                  <a:pt x="3391157" y="248591"/>
                  <a:pt x="3388851" y="249275"/>
                  <a:pt x="3385627" y="249548"/>
                </a:cubicBezTo>
                <a:cubicBezTo>
                  <a:pt x="3382459" y="249822"/>
                  <a:pt x="3379625" y="249571"/>
                  <a:pt x="3379264" y="249001"/>
                </a:cubicBezTo>
                <a:cubicBezTo>
                  <a:pt x="3378958" y="248431"/>
                  <a:pt x="3381348" y="247770"/>
                  <a:pt x="3384515" y="247497"/>
                </a:cubicBezTo>
                <a:close/>
                <a:moveTo>
                  <a:pt x="7840394" y="247041"/>
                </a:moveTo>
                <a:cubicBezTo>
                  <a:pt x="7840698" y="246973"/>
                  <a:pt x="7841200" y="247041"/>
                  <a:pt x="7841588" y="247110"/>
                </a:cubicBezTo>
                <a:cubicBezTo>
                  <a:pt x="7841810" y="247178"/>
                  <a:pt x="7841894" y="247269"/>
                  <a:pt x="7841532" y="247338"/>
                </a:cubicBezTo>
                <a:cubicBezTo>
                  <a:pt x="7841200" y="247383"/>
                  <a:pt x="7840698" y="247338"/>
                  <a:pt x="7840394" y="247269"/>
                </a:cubicBezTo>
                <a:cubicBezTo>
                  <a:pt x="7840004" y="247155"/>
                  <a:pt x="7840004" y="247064"/>
                  <a:pt x="7840394" y="247041"/>
                </a:cubicBezTo>
                <a:close/>
                <a:moveTo>
                  <a:pt x="6142549" y="246841"/>
                </a:moveTo>
                <a:cubicBezTo>
                  <a:pt x="6149269" y="247343"/>
                  <a:pt x="6155348" y="248363"/>
                  <a:pt x="6159224" y="249776"/>
                </a:cubicBezTo>
                <a:cubicBezTo>
                  <a:pt x="6166865" y="252625"/>
                  <a:pt x="6162697" y="255999"/>
                  <a:pt x="6149776" y="257367"/>
                </a:cubicBezTo>
                <a:cubicBezTo>
                  <a:pt x="6136773" y="258689"/>
                  <a:pt x="6120045" y="257413"/>
                  <a:pt x="6112348" y="254540"/>
                </a:cubicBezTo>
                <a:cubicBezTo>
                  <a:pt x="6104818" y="251668"/>
                  <a:pt x="6109041" y="248340"/>
                  <a:pt x="6122018" y="247018"/>
                </a:cubicBezTo>
                <a:cubicBezTo>
                  <a:pt x="6128464" y="246356"/>
                  <a:pt x="6135827" y="246340"/>
                  <a:pt x="6142549" y="246841"/>
                </a:cubicBezTo>
                <a:close/>
                <a:moveTo>
                  <a:pt x="6609522" y="246565"/>
                </a:moveTo>
                <a:cubicBezTo>
                  <a:pt x="6620529" y="247360"/>
                  <a:pt x="6630803" y="248979"/>
                  <a:pt x="6637763" y="251236"/>
                </a:cubicBezTo>
                <a:cubicBezTo>
                  <a:pt x="6651741" y="255795"/>
                  <a:pt x="6647100" y="261266"/>
                  <a:pt x="6627205" y="263385"/>
                </a:cubicBezTo>
                <a:cubicBezTo>
                  <a:pt x="6607170" y="265505"/>
                  <a:pt x="6579579" y="263476"/>
                  <a:pt x="6565769" y="258872"/>
                </a:cubicBezTo>
                <a:cubicBezTo>
                  <a:pt x="6551987" y="254313"/>
                  <a:pt x="6557071" y="248933"/>
                  <a:pt x="6576884" y="246836"/>
                </a:cubicBezTo>
                <a:cubicBezTo>
                  <a:pt x="6586776" y="245799"/>
                  <a:pt x="6598515" y="245770"/>
                  <a:pt x="6609522" y="246565"/>
                </a:cubicBezTo>
                <a:close/>
                <a:moveTo>
                  <a:pt x="7289824" y="245964"/>
                </a:moveTo>
                <a:cubicBezTo>
                  <a:pt x="7301869" y="246802"/>
                  <a:pt x="7313602" y="248511"/>
                  <a:pt x="7322174" y="250893"/>
                </a:cubicBezTo>
                <a:cubicBezTo>
                  <a:pt x="7339541" y="255703"/>
                  <a:pt x="7337651" y="261425"/>
                  <a:pt x="7317840" y="263704"/>
                </a:cubicBezTo>
                <a:cubicBezTo>
                  <a:pt x="7297889" y="265961"/>
                  <a:pt x="7267712" y="263841"/>
                  <a:pt x="7250541" y="258963"/>
                </a:cubicBezTo>
                <a:cubicBezTo>
                  <a:pt x="7233536" y="254131"/>
                  <a:pt x="7235869" y="248454"/>
                  <a:pt x="7255598" y="246266"/>
                </a:cubicBezTo>
                <a:cubicBezTo>
                  <a:pt x="7265420" y="245160"/>
                  <a:pt x="7277778" y="245126"/>
                  <a:pt x="7289824" y="245964"/>
                </a:cubicBezTo>
                <a:close/>
                <a:moveTo>
                  <a:pt x="4661050" y="245245"/>
                </a:moveTo>
                <a:cubicBezTo>
                  <a:pt x="4669157" y="245901"/>
                  <a:pt x="4675631" y="247234"/>
                  <a:pt x="4678535" y="249092"/>
                </a:cubicBezTo>
                <a:cubicBezTo>
                  <a:pt x="4684454" y="252854"/>
                  <a:pt x="4673783" y="257321"/>
                  <a:pt x="4654639" y="259122"/>
                </a:cubicBezTo>
                <a:cubicBezTo>
                  <a:pt x="4635494" y="260855"/>
                  <a:pt x="4615293" y="259168"/>
                  <a:pt x="4609597" y="255406"/>
                </a:cubicBezTo>
                <a:cubicBezTo>
                  <a:pt x="4603900" y="251623"/>
                  <a:pt x="4614765" y="247177"/>
                  <a:pt x="4633771" y="245468"/>
                </a:cubicBezTo>
                <a:cubicBezTo>
                  <a:pt x="4643205" y="244613"/>
                  <a:pt x="4652944" y="244590"/>
                  <a:pt x="4661050" y="245245"/>
                </a:cubicBezTo>
                <a:close/>
                <a:moveTo>
                  <a:pt x="6379701" y="245240"/>
                </a:moveTo>
                <a:cubicBezTo>
                  <a:pt x="6388269" y="245873"/>
                  <a:pt x="6396146" y="247155"/>
                  <a:pt x="6401329" y="248933"/>
                </a:cubicBezTo>
                <a:cubicBezTo>
                  <a:pt x="6411693" y="252512"/>
                  <a:pt x="6407275" y="256775"/>
                  <a:pt x="6391297" y="258484"/>
                </a:cubicBezTo>
                <a:cubicBezTo>
                  <a:pt x="6375210" y="260148"/>
                  <a:pt x="6353786" y="258575"/>
                  <a:pt x="6343478" y="254951"/>
                </a:cubicBezTo>
                <a:cubicBezTo>
                  <a:pt x="6333335" y="251326"/>
                  <a:pt x="6337947" y="247087"/>
                  <a:pt x="6353924" y="245445"/>
                </a:cubicBezTo>
                <a:cubicBezTo>
                  <a:pt x="6361871" y="244625"/>
                  <a:pt x="6371132" y="244608"/>
                  <a:pt x="6379701" y="245240"/>
                </a:cubicBezTo>
                <a:close/>
                <a:moveTo>
                  <a:pt x="6955745" y="244924"/>
                </a:moveTo>
                <a:cubicBezTo>
                  <a:pt x="6966548" y="245696"/>
                  <a:pt x="6976857" y="247257"/>
                  <a:pt x="6984123" y="249435"/>
                </a:cubicBezTo>
                <a:cubicBezTo>
                  <a:pt x="6998822" y="253788"/>
                  <a:pt x="6995682" y="259031"/>
                  <a:pt x="6977093" y="261060"/>
                </a:cubicBezTo>
                <a:cubicBezTo>
                  <a:pt x="6958420" y="263112"/>
                  <a:pt x="6931412" y="261174"/>
                  <a:pt x="6916880" y="256752"/>
                </a:cubicBezTo>
                <a:cubicBezTo>
                  <a:pt x="6902431" y="252330"/>
                  <a:pt x="6905931" y="247178"/>
                  <a:pt x="6924410" y="245149"/>
                </a:cubicBezTo>
                <a:cubicBezTo>
                  <a:pt x="6933648" y="244169"/>
                  <a:pt x="6944943" y="244151"/>
                  <a:pt x="6955745" y="244924"/>
                </a:cubicBezTo>
                <a:close/>
                <a:moveTo>
                  <a:pt x="5798135" y="243052"/>
                </a:moveTo>
                <a:cubicBezTo>
                  <a:pt x="5806127" y="243661"/>
                  <a:pt x="5813170" y="244898"/>
                  <a:pt x="5817422" y="246608"/>
                </a:cubicBezTo>
                <a:cubicBezTo>
                  <a:pt x="5825841" y="250050"/>
                  <a:pt x="5819672" y="254176"/>
                  <a:pt x="5803500" y="255771"/>
                </a:cubicBezTo>
                <a:cubicBezTo>
                  <a:pt x="5787329" y="257413"/>
                  <a:pt x="5767323" y="255863"/>
                  <a:pt x="5758959" y="252375"/>
                </a:cubicBezTo>
                <a:cubicBezTo>
                  <a:pt x="5750679" y="248933"/>
                  <a:pt x="5757125" y="244853"/>
                  <a:pt x="5773158" y="243257"/>
                </a:cubicBezTo>
                <a:cubicBezTo>
                  <a:pt x="5781202" y="242459"/>
                  <a:pt x="5790142" y="242442"/>
                  <a:pt x="5798135" y="243052"/>
                </a:cubicBezTo>
                <a:close/>
                <a:moveTo>
                  <a:pt x="3742740" y="242624"/>
                </a:moveTo>
                <a:cubicBezTo>
                  <a:pt x="3750778" y="243314"/>
                  <a:pt x="3756579" y="244716"/>
                  <a:pt x="3758272" y="246676"/>
                </a:cubicBezTo>
                <a:cubicBezTo>
                  <a:pt x="3761579" y="250643"/>
                  <a:pt x="3746936" y="255338"/>
                  <a:pt x="3725485" y="257185"/>
                </a:cubicBezTo>
                <a:cubicBezTo>
                  <a:pt x="3703978" y="259031"/>
                  <a:pt x="3683999" y="257299"/>
                  <a:pt x="3680859" y="253287"/>
                </a:cubicBezTo>
                <a:cubicBezTo>
                  <a:pt x="3677775" y="249321"/>
                  <a:pt x="3692531" y="244670"/>
                  <a:pt x="3713787" y="242847"/>
                </a:cubicBezTo>
                <a:cubicBezTo>
                  <a:pt x="3724430" y="241957"/>
                  <a:pt x="3734703" y="241935"/>
                  <a:pt x="3742740" y="242624"/>
                </a:cubicBezTo>
                <a:close/>
                <a:moveTo>
                  <a:pt x="7516903" y="240772"/>
                </a:moveTo>
                <a:cubicBezTo>
                  <a:pt x="7519181" y="240521"/>
                  <a:pt x="7522737" y="240749"/>
                  <a:pt x="7524988" y="241342"/>
                </a:cubicBezTo>
                <a:cubicBezTo>
                  <a:pt x="7527156" y="241912"/>
                  <a:pt x="7527045" y="242596"/>
                  <a:pt x="7524711" y="242847"/>
                </a:cubicBezTo>
                <a:cubicBezTo>
                  <a:pt x="7522321" y="243097"/>
                  <a:pt x="7518764" y="242847"/>
                  <a:pt x="7516625" y="242276"/>
                </a:cubicBezTo>
                <a:cubicBezTo>
                  <a:pt x="7514374" y="241730"/>
                  <a:pt x="7514624" y="241045"/>
                  <a:pt x="7516903" y="240772"/>
                </a:cubicBezTo>
                <a:close/>
                <a:moveTo>
                  <a:pt x="3270980" y="240317"/>
                </a:moveTo>
                <a:cubicBezTo>
                  <a:pt x="3272564" y="240202"/>
                  <a:pt x="3273953" y="240317"/>
                  <a:pt x="3274120" y="240613"/>
                </a:cubicBezTo>
                <a:cubicBezTo>
                  <a:pt x="3274231" y="240909"/>
                  <a:pt x="3273092" y="241251"/>
                  <a:pt x="3271424" y="241365"/>
                </a:cubicBezTo>
                <a:cubicBezTo>
                  <a:pt x="3269924" y="241479"/>
                  <a:pt x="3268451" y="241388"/>
                  <a:pt x="3268285" y="241069"/>
                </a:cubicBezTo>
                <a:cubicBezTo>
                  <a:pt x="3268256" y="240772"/>
                  <a:pt x="3269396" y="240476"/>
                  <a:pt x="3270980" y="240317"/>
                </a:cubicBezTo>
                <a:close/>
                <a:moveTo>
                  <a:pt x="7407007" y="239598"/>
                </a:moveTo>
                <a:cubicBezTo>
                  <a:pt x="7418740" y="240407"/>
                  <a:pt x="7430250" y="242060"/>
                  <a:pt x="7438794" y="244373"/>
                </a:cubicBezTo>
                <a:cubicBezTo>
                  <a:pt x="7456050" y="249024"/>
                  <a:pt x="7454717" y="254540"/>
                  <a:pt x="7435682" y="256683"/>
                </a:cubicBezTo>
                <a:cubicBezTo>
                  <a:pt x="7416593" y="258872"/>
                  <a:pt x="7387222" y="256820"/>
                  <a:pt x="7370134" y="252147"/>
                </a:cubicBezTo>
                <a:cubicBezTo>
                  <a:pt x="7353129" y="247474"/>
                  <a:pt x="7354907" y="242003"/>
                  <a:pt x="7373885" y="239883"/>
                </a:cubicBezTo>
                <a:cubicBezTo>
                  <a:pt x="7383318" y="238823"/>
                  <a:pt x="7395273" y="238789"/>
                  <a:pt x="7407007" y="239598"/>
                </a:cubicBezTo>
                <a:close/>
                <a:moveTo>
                  <a:pt x="3961313" y="239330"/>
                </a:moveTo>
                <a:cubicBezTo>
                  <a:pt x="3968422" y="239928"/>
                  <a:pt x="3973689" y="241148"/>
                  <a:pt x="3975424" y="242846"/>
                </a:cubicBezTo>
                <a:cubicBezTo>
                  <a:pt x="3978926" y="246266"/>
                  <a:pt x="3966894" y="250392"/>
                  <a:pt x="3948472" y="251987"/>
                </a:cubicBezTo>
                <a:cubicBezTo>
                  <a:pt x="3930078" y="253606"/>
                  <a:pt x="3912293" y="252078"/>
                  <a:pt x="3908987" y="248613"/>
                </a:cubicBezTo>
                <a:cubicBezTo>
                  <a:pt x="3905653" y="245171"/>
                  <a:pt x="3917851" y="241114"/>
                  <a:pt x="3936135" y="239541"/>
                </a:cubicBezTo>
                <a:cubicBezTo>
                  <a:pt x="3945249" y="238754"/>
                  <a:pt x="3954203" y="238732"/>
                  <a:pt x="3961313" y="239330"/>
                </a:cubicBezTo>
                <a:close/>
                <a:moveTo>
                  <a:pt x="4422163" y="238917"/>
                </a:moveTo>
                <a:cubicBezTo>
                  <a:pt x="4430373" y="239587"/>
                  <a:pt x="4436778" y="240954"/>
                  <a:pt x="4439431" y="242869"/>
                </a:cubicBezTo>
                <a:cubicBezTo>
                  <a:pt x="4444711" y="246722"/>
                  <a:pt x="4432902" y="251281"/>
                  <a:pt x="4412868" y="253082"/>
                </a:cubicBezTo>
                <a:cubicBezTo>
                  <a:pt x="4392917" y="254883"/>
                  <a:pt x="4372411" y="253173"/>
                  <a:pt x="4367243" y="249298"/>
                </a:cubicBezTo>
                <a:cubicBezTo>
                  <a:pt x="4362214" y="245446"/>
                  <a:pt x="4374189" y="240910"/>
                  <a:pt x="4394056" y="239154"/>
                </a:cubicBezTo>
                <a:cubicBezTo>
                  <a:pt x="4403935" y="238276"/>
                  <a:pt x="4413952" y="238248"/>
                  <a:pt x="4422163" y="238917"/>
                </a:cubicBezTo>
                <a:close/>
                <a:moveTo>
                  <a:pt x="4765755" y="238772"/>
                </a:moveTo>
                <a:cubicBezTo>
                  <a:pt x="4774039" y="239438"/>
                  <a:pt x="4780707" y="240795"/>
                  <a:pt x="4783819" y="242687"/>
                </a:cubicBezTo>
                <a:cubicBezTo>
                  <a:pt x="4790126" y="246471"/>
                  <a:pt x="4779678" y="251007"/>
                  <a:pt x="4760339" y="252785"/>
                </a:cubicBezTo>
                <a:cubicBezTo>
                  <a:pt x="4741028" y="254563"/>
                  <a:pt x="4720326" y="252876"/>
                  <a:pt x="4714269" y="249024"/>
                </a:cubicBezTo>
                <a:cubicBezTo>
                  <a:pt x="4708184" y="245217"/>
                  <a:pt x="4718854" y="240727"/>
                  <a:pt x="4737999" y="238994"/>
                </a:cubicBezTo>
                <a:cubicBezTo>
                  <a:pt x="4747572" y="238128"/>
                  <a:pt x="4757470" y="238105"/>
                  <a:pt x="4765755" y="238772"/>
                </a:cubicBezTo>
                <a:close/>
                <a:moveTo>
                  <a:pt x="4186463" y="238270"/>
                </a:moveTo>
                <a:cubicBezTo>
                  <a:pt x="4193139" y="238829"/>
                  <a:pt x="4198204" y="239963"/>
                  <a:pt x="4200106" y="241548"/>
                </a:cubicBezTo>
                <a:cubicBezTo>
                  <a:pt x="4203941" y="244738"/>
                  <a:pt x="4193438" y="248523"/>
                  <a:pt x="4176627" y="249981"/>
                </a:cubicBezTo>
                <a:cubicBezTo>
                  <a:pt x="4159788" y="251464"/>
                  <a:pt x="4143088" y="250073"/>
                  <a:pt x="4139448" y="246859"/>
                </a:cubicBezTo>
                <a:cubicBezTo>
                  <a:pt x="4135835" y="243667"/>
                  <a:pt x="4146423" y="239884"/>
                  <a:pt x="4163151" y="238447"/>
                </a:cubicBezTo>
                <a:cubicBezTo>
                  <a:pt x="4171500" y="237728"/>
                  <a:pt x="4179787" y="237712"/>
                  <a:pt x="4186463" y="238270"/>
                </a:cubicBezTo>
                <a:close/>
                <a:moveTo>
                  <a:pt x="6737466" y="238128"/>
                </a:moveTo>
                <a:cubicBezTo>
                  <a:pt x="6748264" y="238903"/>
                  <a:pt x="6758440" y="240475"/>
                  <a:pt x="6765470" y="242664"/>
                </a:cubicBezTo>
                <a:cubicBezTo>
                  <a:pt x="6779559" y="247087"/>
                  <a:pt x="6775640" y="252352"/>
                  <a:pt x="6756273" y="254404"/>
                </a:cubicBezTo>
                <a:cubicBezTo>
                  <a:pt x="6737017" y="256478"/>
                  <a:pt x="6709925" y="254518"/>
                  <a:pt x="6695976" y="250050"/>
                </a:cubicBezTo>
                <a:cubicBezTo>
                  <a:pt x="6682194" y="245604"/>
                  <a:pt x="6686613" y="240385"/>
                  <a:pt x="6705729" y="238378"/>
                </a:cubicBezTo>
                <a:cubicBezTo>
                  <a:pt x="6715247" y="237375"/>
                  <a:pt x="6726667" y="237352"/>
                  <a:pt x="6737466" y="238128"/>
                </a:cubicBezTo>
                <a:close/>
                <a:moveTo>
                  <a:pt x="5694936" y="237923"/>
                </a:moveTo>
                <a:cubicBezTo>
                  <a:pt x="5702017" y="238458"/>
                  <a:pt x="5708207" y="239552"/>
                  <a:pt x="5711806" y="241091"/>
                </a:cubicBezTo>
                <a:cubicBezTo>
                  <a:pt x="5719114" y="244123"/>
                  <a:pt x="5713223" y="247770"/>
                  <a:pt x="5698802" y="249183"/>
                </a:cubicBezTo>
                <a:cubicBezTo>
                  <a:pt x="5684325" y="250620"/>
                  <a:pt x="5666653" y="249251"/>
                  <a:pt x="5659483" y="246175"/>
                </a:cubicBezTo>
                <a:cubicBezTo>
                  <a:pt x="5652426" y="243120"/>
                  <a:pt x="5658344" y="239518"/>
                  <a:pt x="5672711" y="238105"/>
                </a:cubicBezTo>
                <a:cubicBezTo>
                  <a:pt x="5679879" y="237409"/>
                  <a:pt x="5687854" y="237387"/>
                  <a:pt x="5694936" y="237923"/>
                </a:cubicBezTo>
                <a:close/>
                <a:moveTo>
                  <a:pt x="7077962" y="237205"/>
                </a:moveTo>
                <a:cubicBezTo>
                  <a:pt x="7089282" y="238002"/>
                  <a:pt x="7100160" y="239621"/>
                  <a:pt x="7107940" y="241866"/>
                </a:cubicBezTo>
                <a:cubicBezTo>
                  <a:pt x="7123612" y="246357"/>
                  <a:pt x="7120916" y="251805"/>
                  <a:pt x="7101743" y="253902"/>
                </a:cubicBezTo>
                <a:cubicBezTo>
                  <a:pt x="7082487" y="256045"/>
                  <a:pt x="7054173" y="254016"/>
                  <a:pt x="7038585" y="249457"/>
                </a:cubicBezTo>
                <a:cubicBezTo>
                  <a:pt x="7023135" y="244898"/>
                  <a:pt x="7026247" y="239541"/>
                  <a:pt x="7045337" y="237467"/>
                </a:cubicBezTo>
                <a:cubicBezTo>
                  <a:pt x="7054882" y="236430"/>
                  <a:pt x="7066643" y="236407"/>
                  <a:pt x="7077962" y="237205"/>
                </a:cubicBezTo>
                <a:close/>
                <a:moveTo>
                  <a:pt x="6044806" y="236387"/>
                </a:moveTo>
                <a:cubicBezTo>
                  <a:pt x="6052870" y="236989"/>
                  <a:pt x="6060109" y="238208"/>
                  <a:pt x="6064610" y="239906"/>
                </a:cubicBezTo>
                <a:cubicBezTo>
                  <a:pt x="6073725" y="243326"/>
                  <a:pt x="6068307" y="247383"/>
                  <a:pt x="6052579" y="248979"/>
                </a:cubicBezTo>
                <a:cubicBezTo>
                  <a:pt x="6036824" y="250552"/>
                  <a:pt x="6016596" y="249024"/>
                  <a:pt x="6007731" y="245605"/>
                </a:cubicBezTo>
                <a:cubicBezTo>
                  <a:pt x="5998757" y="242186"/>
                  <a:pt x="6004314" y="238128"/>
                  <a:pt x="6020041" y="236579"/>
                </a:cubicBezTo>
                <a:cubicBezTo>
                  <a:pt x="6027849" y="235803"/>
                  <a:pt x="6036741" y="235786"/>
                  <a:pt x="6044806" y="236387"/>
                </a:cubicBezTo>
                <a:close/>
                <a:moveTo>
                  <a:pt x="6512377" y="235572"/>
                </a:moveTo>
                <a:cubicBezTo>
                  <a:pt x="6520775" y="236179"/>
                  <a:pt x="6528563" y="237410"/>
                  <a:pt x="6533731" y="239108"/>
                </a:cubicBezTo>
                <a:cubicBezTo>
                  <a:pt x="6544206" y="242596"/>
                  <a:pt x="6540344" y="246699"/>
                  <a:pt x="6524923" y="248295"/>
                </a:cubicBezTo>
                <a:cubicBezTo>
                  <a:pt x="6509473" y="249936"/>
                  <a:pt x="6488523" y="248386"/>
                  <a:pt x="6478269" y="244921"/>
                </a:cubicBezTo>
                <a:cubicBezTo>
                  <a:pt x="6467905" y="241456"/>
                  <a:pt x="6472073" y="237353"/>
                  <a:pt x="6487355" y="235780"/>
                </a:cubicBezTo>
                <a:cubicBezTo>
                  <a:pt x="6494968" y="234982"/>
                  <a:pt x="6503978" y="234965"/>
                  <a:pt x="6512377" y="235572"/>
                </a:cubicBezTo>
                <a:close/>
                <a:moveTo>
                  <a:pt x="7634133" y="235278"/>
                </a:moveTo>
                <a:cubicBezTo>
                  <a:pt x="7634801" y="235187"/>
                  <a:pt x="7635829" y="235278"/>
                  <a:pt x="7636468" y="235415"/>
                </a:cubicBezTo>
                <a:cubicBezTo>
                  <a:pt x="7637107" y="235598"/>
                  <a:pt x="7637107" y="235780"/>
                  <a:pt x="7636468" y="235894"/>
                </a:cubicBezTo>
                <a:cubicBezTo>
                  <a:pt x="7635829" y="235940"/>
                  <a:pt x="7634745" y="235894"/>
                  <a:pt x="7634106" y="235712"/>
                </a:cubicBezTo>
                <a:cubicBezTo>
                  <a:pt x="7633494" y="235552"/>
                  <a:pt x="7633494" y="235347"/>
                  <a:pt x="7634133" y="235278"/>
                </a:cubicBezTo>
                <a:close/>
                <a:moveTo>
                  <a:pt x="3621462" y="235008"/>
                </a:moveTo>
                <a:cubicBezTo>
                  <a:pt x="3628384" y="235609"/>
                  <a:pt x="3633316" y="236828"/>
                  <a:pt x="3634622" y="238516"/>
                </a:cubicBezTo>
                <a:cubicBezTo>
                  <a:pt x="3637151" y="241935"/>
                  <a:pt x="3624092" y="245992"/>
                  <a:pt x="3605363" y="247565"/>
                </a:cubicBezTo>
                <a:cubicBezTo>
                  <a:pt x="3586524" y="249183"/>
                  <a:pt x="3569242" y="247679"/>
                  <a:pt x="3566823" y="244237"/>
                </a:cubicBezTo>
                <a:cubicBezTo>
                  <a:pt x="3564461" y="240795"/>
                  <a:pt x="3577659" y="236760"/>
                  <a:pt x="3596361" y="235210"/>
                </a:cubicBezTo>
                <a:cubicBezTo>
                  <a:pt x="3605627" y="234424"/>
                  <a:pt x="3614539" y="234406"/>
                  <a:pt x="3621462" y="235008"/>
                </a:cubicBezTo>
                <a:close/>
                <a:moveTo>
                  <a:pt x="6282649" y="233994"/>
                </a:moveTo>
                <a:cubicBezTo>
                  <a:pt x="6291114" y="234612"/>
                  <a:pt x="6298838" y="235872"/>
                  <a:pt x="6303826" y="237627"/>
                </a:cubicBezTo>
                <a:cubicBezTo>
                  <a:pt x="6313829" y="241160"/>
                  <a:pt x="6309050" y="245355"/>
                  <a:pt x="6293073" y="247019"/>
                </a:cubicBezTo>
                <a:cubicBezTo>
                  <a:pt x="6277068" y="248660"/>
                  <a:pt x="6255922" y="247087"/>
                  <a:pt x="6246002" y="243531"/>
                </a:cubicBezTo>
                <a:cubicBezTo>
                  <a:pt x="6236110" y="239998"/>
                  <a:pt x="6241056" y="235826"/>
                  <a:pt x="6257033" y="234208"/>
                </a:cubicBezTo>
                <a:cubicBezTo>
                  <a:pt x="6264980" y="233398"/>
                  <a:pt x="6274184" y="233375"/>
                  <a:pt x="6282649" y="233994"/>
                </a:cubicBezTo>
                <a:close/>
                <a:moveTo>
                  <a:pt x="4869655" y="233848"/>
                </a:moveTo>
                <a:cubicBezTo>
                  <a:pt x="4877786" y="234492"/>
                  <a:pt x="4884393" y="235802"/>
                  <a:pt x="4887573" y="237626"/>
                </a:cubicBezTo>
                <a:cubicBezTo>
                  <a:pt x="4894020" y="241342"/>
                  <a:pt x="4884156" y="245742"/>
                  <a:pt x="4865511" y="247451"/>
                </a:cubicBezTo>
                <a:cubicBezTo>
                  <a:pt x="4846783" y="249183"/>
                  <a:pt x="4826526" y="247542"/>
                  <a:pt x="4820247" y="243849"/>
                </a:cubicBezTo>
                <a:cubicBezTo>
                  <a:pt x="4814023" y="240133"/>
                  <a:pt x="4824109" y="235757"/>
                  <a:pt x="4842587" y="234070"/>
                </a:cubicBezTo>
                <a:cubicBezTo>
                  <a:pt x="4851868" y="233226"/>
                  <a:pt x="4861524" y="233204"/>
                  <a:pt x="4869655" y="233848"/>
                </a:cubicBezTo>
                <a:close/>
                <a:moveTo>
                  <a:pt x="3159279" y="233318"/>
                </a:moveTo>
                <a:cubicBezTo>
                  <a:pt x="3159779" y="233272"/>
                  <a:pt x="3160195" y="233318"/>
                  <a:pt x="3160195" y="233410"/>
                </a:cubicBezTo>
                <a:cubicBezTo>
                  <a:pt x="3160250" y="233478"/>
                  <a:pt x="3159918" y="233592"/>
                  <a:pt x="3159445" y="233614"/>
                </a:cubicBezTo>
                <a:cubicBezTo>
                  <a:pt x="3159000" y="233660"/>
                  <a:pt x="3158556" y="233614"/>
                  <a:pt x="3158556" y="233524"/>
                </a:cubicBezTo>
                <a:cubicBezTo>
                  <a:pt x="3158556" y="233478"/>
                  <a:pt x="3158861" y="233364"/>
                  <a:pt x="3159279" y="233318"/>
                </a:cubicBezTo>
                <a:close/>
                <a:moveTo>
                  <a:pt x="5592934" y="233053"/>
                </a:moveTo>
                <a:cubicBezTo>
                  <a:pt x="5600297" y="233614"/>
                  <a:pt x="5606674" y="234754"/>
                  <a:pt x="5610329" y="236350"/>
                </a:cubicBezTo>
                <a:cubicBezTo>
                  <a:pt x="5617720" y="239541"/>
                  <a:pt x="5611301" y="243326"/>
                  <a:pt x="5596018" y="244830"/>
                </a:cubicBezTo>
                <a:cubicBezTo>
                  <a:pt x="5580680" y="246312"/>
                  <a:pt x="5562286" y="244921"/>
                  <a:pt x="5555005" y="241662"/>
                </a:cubicBezTo>
                <a:cubicBezTo>
                  <a:pt x="5547837" y="238470"/>
                  <a:pt x="5554367" y="234686"/>
                  <a:pt x="5569622" y="233227"/>
                </a:cubicBezTo>
                <a:cubicBezTo>
                  <a:pt x="5577222" y="232509"/>
                  <a:pt x="5585571" y="232492"/>
                  <a:pt x="5592934" y="233053"/>
                </a:cubicBezTo>
                <a:close/>
                <a:moveTo>
                  <a:pt x="5488864" y="230360"/>
                </a:moveTo>
                <a:cubicBezTo>
                  <a:pt x="5495334" y="230856"/>
                  <a:pt x="5500906" y="231859"/>
                  <a:pt x="5504046" y="233250"/>
                </a:cubicBezTo>
                <a:cubicBezTo>
                  <a:pt x="5510353" y="236076"/>
                  <a:pt x="5504435" y="239450"/>
                  <a:pt x="5490792" y="240726"/>
                </a:cubicBezTo>
                <a:cubicBezTo>
                  <a:pt x="5477148" y="242049"/>
                  <a:pt x="5460977" y="240795"/>
                  <a:pt x="5454781" y="237968"/>
                </a:cubicBezTo>
                <a:cubicBezTo>
                  <a:pt x="5448612" y="235142"/>
                  <a:pt x="5454641" y="231814"/>
                  <a:pt x="5468285" y="230514"/>
                </a:cubicBezTo>
                <a:cubicBezTo>
                  <a:pt x="5475023" y="229876"/>
                  <a:pt x="5482393" y="229864"/>
                  <a:pt x="5488864" y="230360"/>
                </a:cubicBezTo>
                <a:close/>
                <a:moveTo>
                  <a:pt x="3482575" y="230355"/>
                </a:moveTo>
                <a:cubicBezTo>
                  <a:pt x="3491244" y="229603"/>
                  <a:pt x="3499080" y="230310"/>
                  <a:pt x="3500080" y="231860"/>
                </a:cubicBezTo>
                <a:cubicBezTo>
                  <a:pt x="3501136" y="233410"/>
                  <a:pt x="3494939" y="235279"/>
                  <a:pt x="3486159" y="236031"/>
                </a:cubicBezTo>
                <a:cubicBezTo>
                  <a:pt x="3477462" y="236760"/>
                  <a:pt x="3469598" y="236054"/>
                  <a:pt x="3468571" y="234503"/>
                </a:cubicBezTo>
                <a:cubicBezTo>
                  <a:pt x="3467625" y="232908"/>
                  <a:pt x="3473905" y="231084"/>
                  <a:pt x="3482575" y="230355"/>
                </a:cubicBezTo>
                <a:close/>
                <a:moveTo>
                  <a:pt x="4525071" y="230303"/>
                </a:moveTo>
                <a:cubicBezTo>
                  <a:pt x="4533344" y="230976"/>
                  <a:pt x="4539853" y="232337"/>
                  <a:pt x="4542659" y="234230"/>
                </a:cubicBezTo>
                <a:cubicBezTo>
                  <a:pt x="4548272" y="238082"/>
                  <a:pt x="4536769" y="242641"/>
                  <a:pt x="4516901" y="244419"/>
                </a:cubicBezTo>
                <a:cubicBezTo>
                  <a:pt x="4496950" y="246220"/>
                  <a:pt x="4476194" y="244511"/>
                  <a:pt x="4470859" y="240658"/>
                </a:cubicBezTo>
                <a:cubicBezTo>
                  <a:pt x="4465441" y="236806"/>
                  <a:pt x="4477111" y="232269"/>
                  <a:pt x="4496896" y="230514"/>
                </a:cubicBezTo>
                <a:cubicBezTo>
                  <a:pt x="4506760" y="229647"/>
                  <a:pt x="4516797" y="229631"/>
                  <a:pt x="4525071" y="230303"/>
                </a:cubicBezTo>
                <a:close/>
                <a:moveTo>
                  <a:pt x="4973792" y="230027"/>
                </a:moveTo>
                <a:cubicBezTo>
                  <a:pt x="4981957" y="230668"/>
                  <a:pt x="4988674" y="231973"/>
                  <a:pt x="4992023" y="233797"/>
                </a:cubicBezTo>
                <a:cubicBezTo>
                  <a:pt x="4998664" y="237444"/>
                  <a:pt x="4989244" y="241821"/>
                  <a:pt x="4970850" y="243531"/>
                </a:cubicBezTo>
                <a:cubicBezTo>
                  <a:pt x="4952288" y="245263"/>
                  <a:pt x="4931948" y="243622"/>
                  <a:pt x="4925363" y="239929"/>
                </a:cubicBezTo>
                <a:cubicBezTo>
                  <a:pt x="4918833" y="236236"/>
                  <a:pt x="4928530" y="231905"/>
                  <a:pt x="4946870" y="230241"/>
                </a:cubicBezTo>
                <a:cubicBezTo>
                  <a:pt x="4956012" y="229409"/>
                  <a:pt x="4965626" y="229386"/>
                  <a:pt x="4973792" y="230027"/>
                </a:cubicBezTo>
                <a:close/>
                <a:moveTo>
                  <a:pt x="6862779" y="230007"/>
                </a:moveTo>
                <a:cubicBezTo>
                  <a:pt x="6873706" y="230776"/>
                  <a:pt x="6884077" y="232338"/>
                  <a:pt x="6891315" y="234503"/>
                </a:cubicBezTo>
                <a:cubicBezTo>
                  <a:pt x="6905821" y="238903"/>
                  <a:pt x="6902319" y="244169"/>
                  <a:pt x="6883258" y="246242"/>
                </a:cubicBezTo>
                <a:cubicBezTo>
                  <a:pt x="6864141" y="248294"/>
                  <a:pt x="6836743" y="246334"/>
                  <a:pt x="6822349" y="241889"/>
                </a:cubicBezTo>
                <a:cubicBezTo>
                  <a:pt x="6808040" y="237444"/>
                  <a:pt x="6811930" y="232292"/>
                  <a:pt x="6830908" y="230264"/>
                </a:cubicBezTo>
                <a:cubicBezTo>
                  <a:pt x="6840369" y="229260"/>
                  <a:pt x="6851852" y="229238"/>
                  <a:pt x="6862779" y="230007"/>
                </a:cubicBezTo>
                <a:close/>
                <a:moveTo>
                  <a:pt x="7197749" y="229760"/>
                </a:moveTo>
                <a:cubicBezTo>
                  <a:pt x="7209687" y="230589"/>
                  <a:pt x="7221268" y="232270"/>
                  <a:pt x="7229700" y="234618"/>
                </a:cubicBezTo>
                <a:cubicBezTo>
                  <a:pt x="7246539" y="239336"/>
                  <a:pt x="7244316" y="244967"/>
                  <a:pt x="7224393" y="247201"/>
                </a:cubicBezTo>
                <a:cubicBezTo>
                  <a:pt x="7204359" y="249412"/>
                  <a:pt x="7174461" y="247292"/>
                  <a:pt x="7157733" y="242528"/>
                </a:cubicBezTo>
                <a:cubicBezTo>
                  <a:pt x="7141117" y="237764"/>
                  <a:pt x="7143757" y="232201"/>
                  <a:pt x="7163652" y="230013"/>
                </a:cubicBezTo>
                <a:cubicBezTo>
                  <a:pt x="7173517" y="228953"/>
                  <a:pt x="7185812" y="228930"/>
                  <a:pt x="7197749" y="229760"/>
                </a:cubicBezTo>
                <a:close/>
                <a:moveTo>
                  <a:pt x="3840587" y="229534"/>
                </a:moveTo>
                <a:cubicBezTo>
                  <a:pt x="3848009" y="230161"/>
                  <a:pt x="3853414" y="231437"/>
                  <a:pt x="3855053" y="233204"/>
                </a:cubicBezTo>
                <a:cubicBezTo>
                  <a:pt x="3858388" y="236783"/>
                  <a:pt x="3845328" y="241091"/>
                  <a:pt x="3825795" y="242755"/>
                </a:cubicBezTo>
                <a:cubicBezTo>
                  <a:pt x="3806260" y="244442"/>
                  <a:pt x="3787783" y="242823"/>
                  <a:pt x="3784559" y="239222"/>
                </a:cubicBezTo>
                <a:cubicBezTo>
                  <a:pt x="3781419" y="235643"/>
                  <a:pt x="3794617" y="231381"/>
                  <a:pt x="3814012" y="229762"/>
                </a:cubicBezTo>
                <a:cubicBezTo>
                  <a:pt x="3823724" y="228930"/>
                  <a:pt x="3833165" y="228907"/>
                  <a:pt x="3840587" y="229534"/>
                </a:cubicBezTo>
                <a:close/>
                <a:moveTo>
                  <a:pt x="7746976" y="229193"/>
                </a:moveTo>
                <a:cubicBezTo>
                  <a:pt x="7747698" y="229101"/>
                  <a:pt x="7748754" y="229193"/>
                  <a:pt x="7749338" y="229352"/>
                </a:cubicBezTo>
                <a:cubicBezTo>
                  <a:pt x="7750004" y="229512"/>
                  <a:pt x="7749976" y="229717"/>
                  <a:pt x="7749338" y="229785"/>
                </a:cubicBezTo>
                <a:cubicBezTo>
                  <a:pt x="7748754" y="229853"/>
                  <a:pt x="7747698" y="229785"/>
                  <a:pt x="7747003" y="229603"/>
                </a:cubicBezTo>
                <a:cubicBezTo>
                  <a:pt x="7746392" y="229466"/>
                  <a:pt x="7746364" y="229260"/>
                  <a:pt x="7746976" y="229193"/>
                </a:cubicBezTo>
                <a:close/>
                <a:moveTo>
                  <a:pt x="5945640" y="227975"/>
                </a:moveTo>
                <a:cubicBezTo>
                  <a:pt x="5953993" y="228594"/>
                  <a:pt x="5961440" y="229853"/>
                  <a:pt x="5965997" y="231609"/>
                </a:cubicBezTo>
                <a:cubicBezTo>
                  <a:pt x="5975111" y="235142"/>
                  <a:pt x="5969193" y="239358"/>
                  <a:pt x="5952770" y="241000"/>
                </a:cubicBezTo>
                <a:cubicBezTo>
                  <a:pt x="5936126" y="242664"/>
                  <a:pt x="5915286" y="241091"/>
                  <a:pt x="5906284" y="237535"/>
                </a:cubicBezTo>
                <a:cubicBezTo>
                  <a:pt x="5897253" y="233979"/>
                  <a:pt x="5903283" y="229807"/>
                  <a:pt x="5919844" y="228189"/>
                </a:cubicBezTo>
                <a:cubicBezTo>
                  <a:pt x="5928027" y="227380"/>
                  <a:pt x="5937286" y="227357"/>
                  <a:pt x="5945640" y="227975"/>
                </a:cubicBezTo>
                <a:close/>
                <a:moveTo>
                  <a:pt x="4289138" y="227354"/>
                </a:moveTo>
                <a:cubicBezTo>
                  <a:pt x="4296338" y="227950"/>
                  <a:pt x="4301875" y="229158"/>
                  <a:pt x="4304028" y="230834"/>
                </a:cubicBezTo>
                <a:cubicBezTo>
                  <a:pt x="4308390" y="234184"/>
                  <a:pt x="4297443" y="238219"/>
                  <a:pt x="4279603" y="239769"/>
                </a:cubicBezTo>
                <a:cubicBezTo>
                  <a:pt x="4261820" y="241342"/>
                  <a:pt x="4243815" y="239860"/>
                  <a:pt x="4239591" y="236487"/>
                </a:cubicBezTo>
                <a:cubicBezTo>
                  <a:pt x="4235451" y="233091"/>
                  <a:pt x="4246510" y="229079"/>
                  <a:pt x="4264266" y="227551"/>
                </a:cubicBezTo>
                <a:cubicBezTo>
                  <a:pt x="4273073" y="226776"/>
                  <a:pt x="4281938" y="226759"/>
                  <a:pt x="4289138" y="227354"/>
                </a:cubicBezTo>
                <a:close/>
                <a:moveTo>
                  <a:pt x="5078119" y="227215"/>
                </a:moveTo>
                <a:cubicBezTo>
                  <a:pt x="5086497" y="227870"/>
                  <a:pt x="5093458" y="229203"/>
                  <a:pt x="5097029" y="231062"/>
                </a:cubicBezTo>
                <a:cubicBezTo>
                  <a:pt x="5104086" y="234777"/>
                  <a:pt x="5094861" y="239245"/>
                  <a:pt x="5076188" y="240978"/>
                </a:cubicBezTo>
                <a:cubicBezTo>
                  <a:pt x="5057460" y="242710"/>
                  <a:pt x="5036509" y="241091"/>
                  <a:pt x="5029507" y="237307"/>
                </a:cubicBezTo>
                <a:cubicBezTo>
                  <a:pt x="5022615" y="233546"/>
                  <a:pt x="5032090" y="229124"/>
                  <a:pt x="5050707" y="227437"/>
                </a:cubicBezTo>
                <a:cubicBezTo>
                  <a:pt x="5059946" y="226582"/>
                  <a:pt x="5069742" y="226560"/>
                  <a:pt x="5078119" y="227215"/>
                </a:cubicBezTo>
                <a:close/>
                <a:moveTo>
                  <a:pt x="4062327" y="226963"/>
                </a:moveTo>
                <a:cubicBezTo>
                  <a:pt x="4069670" y="227579"/>
                  <a:pt x="4075165" y="228827"/>
                  <a:pt x="4077068" y="230560"/>
                </a:cubicBezTo>
                <a:cubicBezTo>
                  <a:pt x="4080959" y="234025"/>
                  <a:pt x="4068927" y="238196"/>
                  <a:pt x="4050170" y="239814"/>
                </a:cubicBezTo>
                <a:cubicBezTo>
                  <a:pt x="4031386" y="241456"/>
                  <a:pt x="4013075" y="239906"/>
                  <a:pt x="4009380" y="236395"/>
                </a:cubicBezTo>
                <a:cubicBezTo>
                  <a:pt x="4005684" y="232885"/>
                  <a:pt x="4017910" y="228759"/>
                  <a:pt x="4036499" y="227164"/>
                </a:cubicBezTo>
                <a:cubicBezTo>
                  <a:pt x="4045794" y="226365"/>
                  <a:pt x="4054984" y="226348"/>
                  <a:pt x="4062327" y="226963"/>
                </a:cubicBezTo>
                <a:close/>
                <a:moveTo>
                  <a:pt x="5388589" y="226631"/>
                </a:moveTo>
                <a:cubicBezTo>
                  <a:pt x="5396942" y="227272"/>
                  <a:pt x="5404069" y="228576"/>
                  <a:pt x="5408016" y="230400"/>
                </a:cubicBezTo>
                <a:cubicBezTo>
                  <a:pt x="5415824" y="234025"/>
                  <a:pt x="5407821" y="238402"/>
                  <a:pt x="5389982" y="240088"/>
                </a:cubicBezTo>
                <a:cubicBezTo>
                  <a:pt x="5372143" y="241798"/>
                  <a:pt x="5351275" y="240179"/>
                  <a:pt x="5343550" y="236509"/>
                </a:cubicBezTo>
                <a:cubicBezTo>
                  <a:pt x="5335826" y="232817"/>
                  <a:pt x="5344051" y="228508"/>
                  <a:pt x="5361806" y="226844"/>
                </a:cubicBezTo>
                <a:cubicBezTo>
                  <a:pt x="5370656" y="226012"/>
                  <a:pt x="5380235" y="225989"/>
                  <a:pt x="5388589" y="226631"/>
                </a:cubicBezTo>
                <a:close/>
                <a:moveTo>
                  <a:pt x="3049355" y="226161"/>
                </a:moveTo>
                <a:cubicBezTo>
                  <a:pt x="3049744" y="226138"/>
                  <a:pt x="3050161" y="226161"/>
                  <a:pt x="3050216" y="226229"/>
                </a:cubicBezTo>
                <a:cubicBezTo>
                  <a:pt x="3050216" y="226320"/>
                  <a:pt x="3049827" y="226411"/>
                  <a:pt x="3049383" y="226457"/>
                </a:cubicBezTo>
                <a:cubicBezTo>
                  <a:pt x="3048938" y="226480"/>
                  <a:pt x="3048577" y="226457"/>
                  <a:pt x="3048494" y="226389"/>
                </a:cubicBezTo>
                <a:cubicBezTo>
                  <a:pt x="3048466" y="226320"/>
                  <a:pt x="3048855" y="226206"/>
                  <a:pt x="3049355" y="226161"/>
                </a:cubicBezTo>
                <a:close/>
                <a:moveTo>
                  <a:pt x="5284671" y="225972"/>
                </a:moveTo>
                <a:cubicBezTo>
                  <a:pt x="5292597" y="226582"/>
                  <a:pt x="5299286" y="227824"/>
                  <a:pt x="5302843" y="229557"/>
                </a:cubicBezTo>
                <a:cubicBezTo>
                  <a:pt x="5310095" y="233021"/>
                  <a:pt x="5302065" y="237193"/>
                  <a:pt x="5284921" y="238812"/>
                </a:cubicBezTo>
                <a:cubicBezTo>
                  <a:pt x="5267664" y="240453"/>
                  <a:pt x="5247937" y="238903"/>
                  <a:pt x="5240850" y="235392"/>
                </a:cubicBezTo>
                <a:cubicBezTo>
                  <a:pt x="5233765" y="231905"/>
                  <a:pt x="5241990" y="227779"/>
                  <a:pt x="5259079" y="226184"/>
                </a:cubicBezTo>
                <a:cubicBezTo>
                  <a:pt x="5267582" y="225386"/>
                  <a:pt x="5276744" y="225362"/>
                  <a:pt x="5284671" y="225972"/>
                </a:cubicBezTo>
                <a:close/>
                <a:moveTo>
                  <a:pt x="5182524" y="225468"/>
                </a:moveTo>
                <a:cubicBezTo>
                  <a:pt x="5191308" y="226144"/>
                  <a:pt x="5198657" y="227528"/>
                  <a:pt x="5202478" y="229466"/>
                </a:cubicBezTo>
                <a:cubicBezTo>
                  <a:pt x="5210259" y="233364"/>
                  <a:pt x="5201034" y="237991"/>
                  <a:pt x="5181667" y="239814"/>
                </a:cubicBezTo>
                <a:cubicBezTo>
                  <a:pt x="5162272" y="241615"/>
                  <a:pt x="5140320" y="239906"/>
                  <a:pt x="5132818" y="235962"/>
                </a:cubicBezTo>
                <a:cubicBezTo>
                  <a:pt x="5125288" y="232064"/>
                  <a:pt x="5134790" y="227483"/>
                  <a:pt x="5153963" y="225727"/>
                </a:cubicBezTo>
                <a:cubicBezTo>
                  <a:pt x="5163522" y="224827"/>
                  <a:pt x="5173741" y="224793"/>
                  <a:pt x="5182524" y="225468"/>
                </a:cubicBezTo>
                <a:close/>
                <a:moveTo>
                  <a:pt x="7426596" y="224656"/>
                </a:moveTo>
                <a:cubicBezTo>
                  <a:pt x="7427791" y="224542"/>
                  <a:pt x="7429570" y="224656"/>
                  <a:pt x="7430625" y="224953"/>
                </a:cubicBezTo>
                <a:cubicBezTo>
                  <a:pt x="7431598" y="225248"/>
                  <a:pt x="7431570" y="225545"/>
                  <a:pt x="7430375" y="225659"/>
                </a:cubicBezTo>
                <a:cubicBezTo>
                  <a:pt x="7429236" y="225796"/>
                  <a:pt x="7427458" y="225681"/>
                  <a:pt x="7426457" y="225386"/>
                </a:cubicBezTo>
                <a:cubicBezTo>
                  <a:pt x="7425373" y="225112"/>
                  <a:pt x="7425484" y="224793"/>
                  <a:pt x="7426596" y="224656"/>
                </a:cubicBezTo>
                <a:close/>
                <a:moveTo>
                  <a:pt x="6643585" y="224493"/>
                </a:moveTo>
                <a:cubicBezTo>
                  <a:pt x="6654609" y="225278"/>
                  <a:pt x="6664925" y="226867"/>
                  <a:pt x="6671941" y="229079"/>
                </a:cubicBezTo>
                <a:cubicBezTo>
                  <a:pt x="6686113" y="233592"/>
                  <a:pt x="6681611" y="238926"/>
                  <a:pt x="6661688" y="241023"/>
                </a:cubicBezTo>
                <a:cubicBezTo>
                  <a:pt x="6641710" y="243143"/>
                  <a:pt x="6614090" y="241160"/>
                  <a:pt x="6600141" y="236624"/>
                </a:cubicBezTo>
                <a:cubicBezTo>
                  <a:pt x="6586220" y="232110"/>
                  <a:pt x="6591138" y="226798"/>
                  <a:pt x="6610978" y="224748"/>
                </a:cubicBezTo>
                <a:cubicBezTo>
                  <a:pt x="6620827" y="223733"/>
                  <a:pt x="6632560" y="223710"/>
                  <a:pt x="6643585" y="224493"/>
                </a:cubicBezTo>
                <a:close/>
                <a:moveTo>
                  <a:pt x="7315054" y="223695"/>
                </a:moveTo>
                <a:cubicBezTo>
                  <a:pt x="7326079" y="224456"/>
                  <a:pt x="7336832" y="226000"/>
                  <a:pt x="7344709" y="228143"/>
                </a:cubicBezTo>
                <a:cubicBezTo>
                  <a:pt x="7360686" y="232452"/>
                  <a:pt x="7359047" y="237604"/>
                  <a:pt x="7340930" y="239609"/>
                </a:cubicBezTo>
                <a:cubicBezTo>
                  <a:pt x="7322786" y="241615"/>
                  <a:pt x="7295194" y="239723"/>
                  <a:pt x="7279411" y="235369"/>
                </a:cubicBezTo>
                <a:cubicBezTo>
                  <a:pt x="7263628" y="231016"/>
                  <a:pt x="7265712" y="225933"/>
                  <a:pt x="7283773" y="223949"/>
                </a:cubicBezTo>
                <a:cubicBezTo>
                  <a:pt x="7292735" y="222957"/>
                  <a:pt x="7304030" y="222935"/>
                  <a:pt x="7315054" y="223695"/>
                </a:cubicBezTo>
                <a:close/>
                <a:moveTo>
                  <a:pt x="6185674" y="223517"/>
                </a:moveTo>
                <a:cubicBezTo>
                  <a:pt x="6194492" y="224166"/>
                  <a:pt x="6202473" y="225488"/>
                  <a:pt x="6207544" y="227323"/>
                </a:cubicBezTo>
                <a:cubicBezTo>
                  <a:pt x="6217826" y="230994"/>
                  <a:pt x="6212546" y="235370"/>
                  <a:pt x="6195597" y="237057"/>
                </a:cubicBezTo>
                <a:cubicBezTo>
                  <a:pt x="6178591" y="238789"/>
                  <a:pt x="6156556" y="237148"/>
                  <a:pt x="6146470" y="233456"/>
                </a:cubicBezTo>
                <a:cubicBezTo>
                  <a:pt x="6136411" y="229763"/>
                  <a:pt x="6141913" y="225432"/>
                  <a:pt x="6158780" y="223744"/>
                </a:cubicBezTo>
                <a:cubicBezTo>
                  <a:pt x="6167199" y="222889"/>
                  <a:pt x="6176855" y="222867"/>
                  <a:pt x="6185674" y="223517"/>
                </a:cubicBezTo>
                <a:close/>
                <a:moveTo>
                  <a:pt x="4627898" y="222840"/>
                </a:moveTo>
                <a:cubicBezTo>
                  <a:pt x="4636272" y="223510"/>
                  <a:pt x="4642926" y="224872"/>
                  <a:pt x="4645885" y="226776"/>
                </a:cubicBezTo>
                <a:cubicBezTo>
                  <a:pt x="4651861" y="230605"/>
                  <a:pt x="4640663" y="235164"/>
                  <a:pt x="4620850" y="236943"/>
                </a:cubicBezTo>
                <a:cubicBezTo>
                  <a:pt x="4600982" y="238721"/>
                  <a:pt x="4580005" y="237034"/>
                  <a:pt x="4574252" y="233181"/>
                </a:cubicBezTo>
                <a:cubicBezTo>
                  <a:pt x="4568472" y="229329"/>
                  <a:pt x="4579864" y="224815"/>
                  <a:pt x="4599593" y="223060"/>
                </a:cubicBezTo>
                <a:cubicBezTo>
                  <a:pt x="4609430" y="222194"/>
                  <a:pt x="4619524" y="222171"/>
                  <a:pt x="4627898" y="222840"/>
                </a:cubicBezTo>
                <a:close/>
                <a:moveTo>
                  <a:pt x="6418098" y="222476"/>
                </a:moveTo>
                <a:cubicBezTo>
                  <a:pt x="6428018" y="223186"/>
                  <a:pt x="6437160" y="224633"/>
                  <a:pt x="6443175" y="226662"/>
                </a:cubicBezTo>
                <a:cubicBezTo>
                  <a:pt x="6455206" y="230720"/>
                  <a:pt x="6450261" y="235598"/>
                  <a:pt x="6431783" y="237490"/>
                </a:cubicBezTo>
                <a:cubicBezTo>
                  <a:pt x="6413305" y="239405"/>
                  <a:pt x="6388602" y="237604"/>
                  <a:pt x="6376571" y="233478"/>
                </a:cubicBezTo>
                <a:cubicBezTo>
                  <a:pt x="6364706" y="229375"/>
                  <a:pt x="6370042" y="224565"/>
                  <a:pt x="6388352" y="222718"/>
                </a:cubicBezTo>
                <a:cubicBezTo>
                  <a:pt x="6397480" y="221795"/>
                  <a:pt x="6408178" y="221766"/>
                  <a:pt x="6418098" y="222476"/>
                </a:cubicBezTo>
                <a:close/>
                <a:moveTo>
                  <a:pt x="3368428" y="222331"/>
                </a:moveTo>
                <a:cubicBezTo>
                  <a:pt x="3377820" y="221556"/>
                  <a:pt x="3386183" y="222286"/>
                  <a:pt x="3387100" y="223949"/>
                </a:cubicBezTo>
                <a:cubicBezTo>
                  <a:pt x="3388045" y="225591"/>
                  <a:pt x="3381237" y="227574"/>
                  <a:pt x="3371790" y="228349"/>
                </a:cubicBezTo>
                <a:cubicBezTo>
                  <a:pt x="3362426" y="229124"/>
                  <a:pt x="3354035" y="228395"/>
                  <a:pt x="3353117" y="226731"/>
                </a:cubicBezTo>
                <a:cubicBezTo>
                  <a:pt x="3352173" y="225067"/>
                  <a:pt x="3359064" y="223084"/>
                  <a:pt x="3368428" y="222331"/>
                </a:cubicBezTo>
                <a:close/>
                <a:moveTo>
                  <a:pt x="6985356" y="222299"/>
                </a:moveTo>
                <a:cubicBezTo>
                  <a:pt x="6996391" y="223072"/>
                  <a:pt x="7006936" y="224634"/>
                  <a:pt x="7014383" y="226799"/>
                </a:cubicBezTo>
                <a:cubicBezTo>
                  <a:pt x="7029499" y="231176"/>
                  <a:pt x="7026442" y="236441"/>
                  <a:pt x="7007492" y="238470"/>
                </a:cubicBezTo>
                <a:cubicBezTo>
                  <a:pt x="6988403" y="240522"/>
                  <a:pt x="6960838" y="238584"/>
                  <a:pt x="6945944" y="234162"/>
                </a:cubicBezTo>
                <a:cubicBezTo>
                  <a:pt x="6931162" y="229739"/>
                  <a:pt x="6934552" y="224565"/>
                  <a:pt x="6953392" y="222537"/>
                </a:cubicBezTo>
                <a:cubicBezTo>
                  <a:pt x="6962798" y="221544"/>
                  <a:pt x="6974322" y="221528"/>
                  <a:pt x="6985356" y="222299"/>
                </a:cubicBezTo>
                <a:close/>
                <a:moveTo>
                  <a:pt x="5845240" y="221282"/>
                </a:moveTo>
                <a:cubicBezTo>
                  <a:pt x="5853121" y="221869"/>
                  <a:pt x="5860088" y="223060"/>
                  <a:pt x="5864271" y="224724"/>
                </a:cubicBezTo>
                <a:cubicBezTo>
                  <a:pt x="5872718" y="228075"/>
                  <a:pt x="5866799" y="232041"/>
                  <a:pt x="5851044" y="233592"/>
                </a:cubicBezTo>
                <a:cubicBezTo>
                  <a:pt x="5835150" y="235142"/>
                  <a:pt x="5815477" y="233659"/>
                  <a:pt x="5807141" y="230309"/>
                </a:cubicBezTo>
                <a:cubicBezTo>
                  <a:pt x="5798888" y="226958"/>
                  <a:pt x="5805001" y="222992"/>
                  <a:pt x="5820729" y="221465"/>
                </a:cubicBezTo>
                <a:cubicBezTo>
                  <a:pt x="5828565" y="220712"/>
                  <a:pt x="5837359" y="220695"/>
                  <a:pt x="5845240" y="221282"/>
                </a:cubicBezTo>
                <a:close/>
                <a:moveTo>
                  <a:pt x="3723075" y="220160"/>
                </a:moveTo>
                <a:cubicBezTo>
                  <a:pt x="3730953" y="220827"/>
                  <a:pt x="3736628" y="222183"/>
                  <a:pt x="3738238" y="224086"/>
                </a:cubicBezTo>
                <a:cubicBezTo>
                  <a:pt x="3741546" y="227893"/>
                  <a:pt x="3727014" y="232452"/>
                  <a:pt x="3705951" y="234207"/>
                </a:cubicBezTo>
                <a:cubicBezTo>
                  <a:pt x="3684833" y="235986"/>
                  <a:pt x="3665243" y="234298"/>
                  <a:pt x="3662187" y="230469"/>
                </a:cubicBezTo>
                <a:cubicBezTo>
                  <a:pt x="3659159" y="226639"/>
                  <a:pt x="3673719" y="222126"/>
                  <a:pt x="3694697" y="220370"/>
                </a:cubicBezTo>
                <a:cubicBezTo>
                  <a:pt x="3705118" y="219515"/>
                  <a:pt x="3715198" y="219493"/>
                  <a:pt x="3723075" y="220160"/>
                </a:cubicBezTo>
                <a:close/>
                <a:moveTo>
                  <a:pt x="7541882" y="218547"/>
                </a:moveTo>
                <a:cubicBezTo>
                  <a:pt x="7542632" y="218479"/>
                  <a:pt x="7543633" y="218524"/>
                  <a:pt x="7544243" y="218706"/>
                </a:cubicBezTo>
                <a:cubicBezTo>
                  <a:pt x="7544883" y="218866"/>
                  <a:pt x="7544827" y="219048"/>
                  <a:pt x="7544188" y="219139"/>
                </a:cubicBezTo>
                <a:cubicBezTo>
                  <a:pt x="7543549" y="219208"/>
                  <a:pt x="7542549" y="219139"/>
                  <a:pt x="7541882" y="218958"/>
                </a:cubicBezTo>
                <a:cubicBezTo>
                  <a:pt x="7541298" y="218798"/>
                  <a:pt x="7541298" y="218615"/>
                  <a:pt x="7541882" y="218547"/>
                </a:cubicBezTo>
                <a:close/>
                <a:moveTo>
                  <a:pt x="4391042" y="217778"/>
                </a:moveTo>
                <a:cubicBezTo>
                  <a:pt x="4398474" y="218382"/>
                  <a:pt x="4404241" y="219607"/>
                  <a:pt x="4406589" y="221305"/>
                </a:cubicBezTo>
                <a:cubicBezTo>
                  <a:pt x="4411451" y="224724"/>
                  <a:pt x="4400504" y="228850"/>
                  <a:pt x="4382331" y="230469"/>
                </a:cubicBezTo>
                <a:cubicBezTo>
                  <a:pt x="4364076" y="232087"/>
                  <a:pt x="4345514" y="230537"/>
                  <a:pt x="4340929" y="227095"/>
                </a:cubicBezTo>
                <a:cubicBezTo>
                  <a:pt x="4336344" y="223630"/>
                  <a:pt x="4347431" y="219550"/>
                  <a:pt x="4365492" y="217977"/>
                </a:cubicBezTo>
                <a:cubicBezTo>
                  <a:pt x="4374509" y="217191"/>
                  <a:pt x="4383609" y="217173"/>
                  <a:pt x="4391042" y="217778"/>
                </a:cubicBezTo>
                <a:close/>
                <a:moveTo>
                  <a:pt x="3257948" y="217658"/>
                </a:moveTo>
                <a:cubicBezTo>
                  <a:pt x="3258337" y="217635"/>
                  <a:pt x="3258782" y="217658"/>
                  <a:pt x="3258810" y="217749"/>
                </a:cubicBezTo>
                <a:cubicBezTo>
                  <a:pt x="3258810" y="217795"/>
                  <a:pt x="3258504" y="217909"/>
                  <a:pt x="3258143" y="217954"/>
                </a:cubicBezTo>
                <a:cubicBezTo>
                  <a:pt x="3257671" y="218000"/>
                  <a:pt x="3257282" y="217954"/>
                  <a:pt x="3257171" y="217886"/>
                </a:cubicBezTo>
                <a:cubicBezTo>
                  <a:pt x="3257143" y="217795"/>
                  <a:pt x="3257448" y="217704"/>
                  <a:pt x="3257948" y="217658"/>
                </a:cubicBezTo>
                <a:close/>
                <a:moveTo>
                  <a:pt x="3582356" y="217612"/>
                </a:moveTo>
                <a:cubicBezTo>
                  <a:pt x="3586135" y="217293"/>
                  <a:pt x="3589497" y="217567"/>
                  <a:pt x="3590053" y="218228"/>
                </a:cubicBezTo>
                <a:cubicBezTo>
                  <a:pt x="3590525" y="218889"/>
                  <a:pt x="3587885" y="219687"/>
                  <a:pt x="3584190" y="220005"/>
                </a:cubicBezTo>
                <a:cubicBezTo>
                  <a:pt x="3580466" y="220325"/>
                  <a:pt x="3577049" y="220029"/>
                  <a:pt x="3576549" y="219367"/>
                </a:cubicBezTo>
                <a:cubicBezTo>
                  <a:pt x="3576048" y="218706"/>
                  <a:pt x="3578661" y="217908"/>
                  <a:pt x="3582356" y="217612"/>
                </a:cubicBezTo>
                <a:close/>
                <a:moveTo>
                  <a:pt x="3939847" y="216926"/>
                </a:moveTo>
                <a:cubicBezTo>
                  <a:pt x="3947242" y="217544"/>
                  <a:pt x="3952695" y="218798"/>
                  <a:pt x="3954473" y="220530"/>
                </a:cubicBezTo>
                <a:cubicBezTo>
                  <a:pt x="3958058" y="224063"/>
                  <a:pt x="3945471" y="228235"/>
                  <a:pt x="3926243" y="229876"/>
                </a:cubicBezTo>
                <a:cubicBezTo>
                  <a:pt x="3907042" y="231517"/>
                  <a:pt x="3888647" y="229968"/>
                  <a:pt x="3885201" y="226434"/>
                </a:cubicBezTo>
                <a:cubicBezTo>
                  <a:pt x="3881784" y="222901"/>
                  <a:pt x="3894566" y="218752"/>
                  <a:pt x="3913572" y="217134"/>
                </a:cubicBezTo>
                <a:cubicBezTo>
                  <a:pt x="3923117" y="216325"/>
                  <a:pt x="3932453" y="216307"/>
                  <a:pt x="3939847" y="216926"/>
                </a:cubicBezTo>
                <a:close/>
                <a:moveTo>
                  <a:pt x="4730799" y="216463"/>
                </a:moveTo>
                <a:cubicBezTo>
                  <a:pt x="4739354" y="217145"/>
                  <a:pt x="4746223" y="218524"/>
                  <a:pt x="4749391" y="220439"/>
                </a:cubicBezTo>
                <a:cubicBezTo>
                  <a:pt x="4755782" y="224291"/>
                  <a:pt x="4744806" y="228895"/>
                  <a:pt x="4724800" y="230697"/>
                </a:cubicBezTo>
                <a:cubicBezTo>
                  <a:pt x="4704710" y="232520"/>
                  <a:pt x="4683371" y="230810"/>
                  <a:pt x="4677146" y="226912"/>
                </a:cubicBezTo>
                <a:cubicBezTo>
                  <a:pt x="4670950" y="223015"/>
                  <a:pt x="4682148" y="218455"/>
                  <a:pt x="4702098" y="216677"/>
                </a:cubicBezTo>
                <a:cubicBezTo>
                  <a:pt x="4712004" y="215800"/>
                  <a:pt x="4722244" y="215783"/>
                  <a:pt x="4730799" y="216463"/>
                </a:cubicBezTo>
                <a:close/>
                <a:moveTo>
                  <a:pt x="4162054" y="216025"/>
                </a:moveTo>
                <a:cubicBezTo>
                  <a:pt x="4169202" y="216615"/>
                  <a:pt x="4174599" y="217805"/>
                  <a:pt x="4176572" y="219458"/>
                </a:cubicBezTo>
                <a:cubicBezTo>
                  <a:pt x="4180685" y="222810"/>
                  <a:pt x="4169347" y="226798"/>
                  <a:pt x="4151314" y="228372"/>
                </a:cubicBezTo>
                <a:cubicBezTo>
                  <a:pt x="4133169" y="229922"/>
                  <a:pt x="4115359" y="228440"/>
                  <a:pt x="4111524" y="225066"/>
                </a:cubicBezTo>
                <a:cubicBezTo>
                  <a:pt x="4107634" y="221715"/>
                  <a:pt x="4119137" y="217727"/>
                  <a:pt x="4137032" y="216199"/>
                </a:cubicBezTo>
                <a:cubicBezTo>
                  <a:pt x="4146007" y="215446"/>
                  <a:pt x="4154905" y="215435"/>
                  <a:pt x="4162054" y="216025"/>
                </a:cubicBezTo>
                <a:close/>
                <a:moveTo>
                  <a:pt x="6769726" y="216011"/>
                </a:moveTo>
                <a:cubicBezTo>
                  <a:pt x="6780865" y="216791"/>
                  <a:pt x="6791368" y="218376"/>
                  <a:pt x="6798621" y="220576"/>
                </a:cubicBezTo>
                <a:cubicBezTo>
                  <a:pt x="6813237" y="225043"/>
                  <a:pt x="6809208" y="230355"/>
                  <a:pt x="6789479" y="232474"/>
                </a:cubicBezTo>
                <a:cubicBezTo>
                  <a:pt x="6769668" y="234572"/>
                  <a:pt x="6741770" y="232588"/>
                  <a:pt x="6727348" y="228075"/>
                </a:cubicBezTo>
                <a:cubicBezTo>
                  <a:pt x="6712983" y="223562"/>
                  <a:pt x="6717428" y="218319"/>
                  <a:pt x="6737018" y="216267"/>
                </a:cubicBezTo>
                <a:cubicBezTo>
                  <a:pt x="6746812" y="215253"/>
                  <a:pt x="6758587" y="215230"/>
                  <a:pt x="6769726" y="216011"/>
                </a:cubicBezTo>
                <a:close/>
                <a:moveTo>
                  <a:pt x="5745763" y="214925"/>
                </a:moveTo>
                <a:cubicBezTo>
                  <a:pt x="5754208" y="215554"/>
                  <a:pt x="5761613" y="216837"/>
                  <a:pt x="5766016" y="218615"/>
                </a:cubicBezTo>
                <a:cubicBezTo>
                  <a:pt x="5774825" y="222217"/>
                  <a:pt x="5768073" y="226457"/>
                  <a:pt x="5750845" y="228143"/>
                </a:cubicBezTo>
                <a:cubicBezTo>
                  <a:pt x="5733590" y="229830"/>
                  <a:pt x="5712556" y="228235"/>
                  <a:pt x="5703914" y="224610"/>
                </a:cubicBezTo>
                <a:cubicBezTo>
                  <a:pt x="5695272" y="221031"/>
                  <a:pt x="5702163" y="216791"/>
                  <a:pt x="5719280" y="215150"/>
                </a:cubicBezTo>
                <a:cubicBezTo>
                  <a:pt x="5727838" y="214318"/>
                  <a:pt x="5737320" y="214295"/>
                  <a:pt x="5745763" y="214925"/>
                </a:cubicBezTo>
                <a:close/>
                <a:moveTo>
                  <a:pt x="7105651" y="214791"/>
                </a:moveTo>
                <a:cubicBezTo>
                  <a:pt x="7117089" y="215577"/>
                  <a:pt x="7128113" y="217178"/>
                  <a:pt x="7136032" y="219412"/>
                </a:cubicBezTo>
                <a:cubicBezTo>
                  <a:pt x="7151982" y="223881"/>
                  <a:pt x="7149342" y="229260"/>
                  <a:pt x="7130059" y="231381"/>
                </a:cubicBezTo>
                <a:cubicBezTo>
                  <a:pt x="7110664" y="233500"/>
                  <a:pt x="7081960" y="231495"/>
                  <a:pt x="7066205" y="226935"/>
                </a:cubicBezTo>
                <a:cubicBezTo>
                  <a:pt x="7050561" y="222422"/>
                  <a:pt x="7053535" y="217110"/>
                  <a:pt x="7072791" y="215059"/>
                </a:cubicBezTo>
                <a:cubicBezTo>
                  <a:pt x="7082364" y="214033"/>
                  <a:pt x="7094214" y="214004"/>
                  <a:pt x="7105651" y="214791"/>
                </a:cubicBezTo>
                <a:close/>
                <a:moveTo>
                  <a:pt x="6088084" y="214386"/>
                </a:moveTo>
                <a:cubicBezTo>
                  <a:pt x="6096982" y="215036"/>
                  <a:pt x="6104985" y="216358"/>
                  <a:pt x="6109987" y="218205"/>
                </a:cubicBezTo>
                <a:cubicBezTo>
                  <a:pt x="6120212" y="221874"/>
                  <a:pt x="6114433" y="226297"/>
                  <a:pt x="6097094" y="228007"/>
                </a:cubicBezTo>
                <a:cubicBezTo>
                  <a:pt x="6079811" y="229762"/>
                  <a:pt x="6057526" y="228121"/>
                  <a:pt x="6047578" y="224382"/>
                </a:cubicBezTo>
                <a:cubicBezTo>
                  <a:pt x="6037686" y="220667"/>
                  <a:pt x="6043605" y="216313"/>
                  <a:pt x="6060805" y="214603"/>
                </a:cubicBezTo>
                <a:cubicBezTo>
                  <a:pt x="6069391" y="213760"/>
                  <a:pt x="6079185" y="213737"/>
                  <a:pt x="6088084" y="214386"/>
                </a:cubicBezTo>
                <a:close/>
                <a:moveTo>
                  <a:pt x="7654835" y="212415"/>
                </a:moveTo>
                <a:cubicBezTo>
                  <a:pt x="7655419" y="212370"/>
                  <a:pt x="7656447" y="212415"/>
                  <a:pt x="7657057" y="212575"/>
                </a:cubicBezTo>
                <a:cubicBezTo>
                  <a:pt x="7657697" y="212734"/>
                  <a:pt x="7657697" y="212917"/>
                  <a:pt x="7657057" y="213008"/>
                </a:cubicBezTo>
                <a:cubicBezTo>
                  <a:pt x="7656363" y="213076"/>
                  <a:pt x="7655363" y="213008"/>
                  <a:pt x="7654780" y="212848"/>
                </a:cubicBezTo>
                <a:cubicBezTo>
                  <a:pt x="7654112" y="212688"/>
                  <a:pt x="7654196" y="212506"/>
                  <a:pt x="7654835" y="212415"/>
                </a:cubicBezTo>
                <a:close/>
                <a:moveTo>
                  <a:pt x="6549327" y="212147"/>
                </a:moveTo>
                <a:cubicBezTo>
                  <a:pt x="6560289" y="212922"/>
                  <a:pt x="6570466" y="214501"/>
                  <a:pt x="6577301" y="216701"/>
                </a:cubicBezTo>
                <a:cubicBezTo>
                  <a:pt x="6591110" y="221122"/>
                  <a:pt x="6586193" y="226388"/>
                  <a:pt x="6566158" y="228508"/>
                </a:cubicBezTo>
                <a:cubicBezTo>
                  <a:pt x="6546069" y="230605"/>
                  <a:pt x="6518532" y="228622"/>
                  <a:pt x="6504973" y="224131"/>
                </a:cubicBezTo>
                <a:cubicBezTo>
                  <a:pt x="6491440" y="219664"/>
                  <a:pt x="6496747" y="214444"/>
                  <a:pt x="6516643" y="212415"/>
                </a:cubicBezTo>
                <a:cubicBezTo>
                  <a:pt x="6526618" y="211400"/>
                  <a:pt x="6538365" y="211372"/>
                  <a:pt x="6549327" y="212147"/>
                </a:cubicBezTo>
                <a:close/>
                <a:moveTo>
                  <a:pt x="4832666" y="211537"/>
                </a:moveTo>
                <a:cubicBezTo>
                  <a:pt x="4840982" y="212187"/>
                  <a:pt x="4847727" y="213509"/>
                  <a:pt x="4850950" y="215356"/>
                </a:cubicBezTo>
                <a:cubicBezTo>
                  <a:pt x="4857425" y="219094"/>
                  <a:pt x="4847227" y="223517"/>
                  <a:pt x="4827971" y="225272"/>
                </a:cubicBezTo>
                <a:cubicBezTo>
                  <a:pt x="4808826" y="227004"/>
                  <a:pt x="4788015" y="225363"/>
                  <a:pt x="4781706" y="221579"/>
                </a:cubicBezTo>
                <a:cubicBezTo>
                  <a:pt x="4775454" y="217863"/>
                  <a:pt x="4785874" y="213464"/>
                  <a:pt x="4804963" y="211754"/>
                </a:cubicBezTo>
                <a:cubicBezTo>
                  <a:pt x="4814467" y="210911"/>
                  <a:pt x="4824351" y="210888"/>
                  <a:pt x="4832666" y="211537"/>
                </a:cubicBezTo>
                <a:close/>
                <a:moveTo>
                  <a:pt x="6322640" y="211366"/>
                </a:moveTo>
                <a:cubicBezTo>
                  <a:pt x="6332889" y="212101"/>
                  <a:pt x="6342282" y="213600"/>
                  <a:pt x="6348394" y="215698"/>
                </a:cubicBezTo>
                <a:cubicBezTo>
                  <a:pt x="6360648" y="219846"/>
                  <a:pt x="6355091" y="224884"/>
                  <a:pt x="6335863" y="226844"/>
                </a:cubicBezTo>
                <a:cubicBezTo>
                  <a:pt x="6316413" y="228804"/>
                  <a:pt x="6290737" y="226935"/>
                  <a:pt x="6278679" y="222696"/>
                </a:cubicBezTo>
                <a:cubicBezTo>
                  <a:pt x="6266619" y="218501"/>
                  <a:pt x="6272565" y="213532"/>
                  <a:pt x="6291738" y="211617"/>
                </a:cubicBezTo>
                <a:cubicBezTo>
                  <a:pt x="6301283" y="210659"/>
                  <a:pt x="6312390" y="210630"/>
                  <a:pt x="6322640" y="211366"/>
                </a:cubicBezTo>
                <a:close/>
                <a:moveTo>
                  <a:pt x="5644576" y="210568"/>
                </a:moveTo>
                <a:cubicBezTo>
                  <a:pt x="5652474" y="211155"/>
                  <a:pt x="5659344" y="212346"/>
                  <a:pt x="5663317" y="214010"/>
                </a:cubicBezTo>
                <a:cubicBezTo>
                  <a:pt x="5671348" y="217407"/>
                  <a:pt x="5664707" y="221419"/>
                  <a:pt x="5648397" y="222946"/>
                </a:cubicBezTo>
                <a:cubicBezTo>
                  <a:pt x="5632002" y="224519"/>
                  <a:pt x="5612302" y="223038"/>
                  <a:pt x="5604354" y="219641"/>
                </a:cubicBezTo>
                <a:cubicBezTo>
                  <a:pt x="5596463" y="216267"/>
                  <a:pt x="5603382" y="212301"/>
                  <a:pt x="5619665" y="210751"/>
                </a:cubicBezTo>
                <a:cubicBezTo>
                  <a:pt x="5627751" y="209998"/>
                  <a:pt x="5636677" y="209981"/>
                  <a:pt x="5644576" y="210568"/>
                </a:cubicBezTo>
                <a:close/>
                <a:moveTo>
                  <a:pt x="3147747" y="210409"/>
                </a:moveTo>
                <a:cubicBezTo>
                  <a:pt x="3148192" y="210364"/>
                  <a:pt x="3148553" y="210387"/>
                  <a:pt x="3148553" y="210478"/>
                </a:cubicBezTo>
                <a:cubicBezTo>
                  <a:pt x="3148608" y="210568"/>
                  <a:pt x="3148276" y="210660"/>
                  <a:pt x="3147858" y="210683"/>
                </a:cubicBezTo>
                <a:cubicBezTo>
                  <a:pt x="3147386" y="210728"/>
                  <a:pt x="3147025" y="210683"/>
                  <a:pt x="3146969" y="210614"/>
                </a:cubicBezTo>
                <a:cubicBezTo>
                  <a:pt x="3146969" y="210523"/>
                  <a:pt x="3147274" y="210455"/>
                  <a:pt x="3147747" y="210409"/>
                </a:cubicBezTo>
                <a:close/>
                <a:moveTo>
                  <a:pt x="7222900" y="209329"/>
                </a:moveTo>
                <a:cubicBezTo>
                  <a:pt x="7232354" y="209970"/>
                  <a:pt x="7241538" y="211274"/>
                  <a:pt x="7248207" y="213098"/>
                </a:cubicBezTo>
                <a:cubicBezTo>
                  <a:pt x="7261572" y="216746"/>
                  <a:pt x="7259849" y="221145"/>
                  <a:pt x="7244177" y="222855"/>
                </a:cubicBezTo>
                <a:cubicBezTo>
                  <a:pt x="7228395" y="224565"/>
                  <a:pt x="7204805" y="222946"/>
                  <a:pt x="7191577" y="219231"/>
                </a:cubicBezTo>
                <a:cubicBezTo>
                  <a:pt x="7178296" y="215560"/>
                  <a:pt x="7180297" y="211229"/>
                  <a:pt x="7195968" y="209543"/>
                </a:cubicBezTo>
                <a:cubicBezTo>
                  <a:pt x="7203720" y="208710"/>
                  <a:pt x="7213446" y="208688"/>
                  <a:pt x="7222900" y="209329"/>
                </a:cubicBezTo>
                <a:close/>
                <a:moveTo>
                  <a:pt x="4493146" y="209104"/>
                </a:moveTo>
                <a:cubicBezTo>
                  <a:pt x="4501014" y="209731"/>
                  <a:pt x="4507190" y="211013"/>
                  <a:pt x="4509816" y="212803"/>
                </a:cubicBezTo>
                <a:cubicBezTo>
                  <a:pt x="4515123" y="216404"/>
                  <a:pt x="4504063" y="220644"/>
                  <a:pt x="4485057" y="222354"/>
                </a:cubicBezTo>
                <a:cubicBezTo>
                  <a:pt x="4466107" y="224041"/>
                  <a:pt x="4446434" y="222445"/>
                  <a:pt x="4441322" y="218820"/>
                </a:cubicBezTo>
                <a:cubicBezTo>
                  <a:pt x="4436264" y="215219"/>
                  <a:pt x="4447491" y="210979"/>
                  <a:pt x="4466329" y="209338"/>
                </a:cubicBezTo>
                <a:cubicBezTo>
                  <a:pt x="4475722" y="208506"/>
                  <a:pt x="4485280" y="208477"/>
                  <a:pt x="4493146" y="209104"/>
                </a:cubicBezTo>
                <a:close/>
                <a:moveTo>
                  <a:pt x="7335179" y="209087"/>
                </a:moveTo>
                <a:cubicBezTo>
                  <a:pt x="7336040" y="209018"/>
                  <a:pt x="7337291" y="209087"/>
                  <a:pt x="7337957" y="209292"/>
                </a:cubicBezTo>
                <a:cubicBezTo>
                  <a:pt x="7338708" y="209475"/>
                  <a:pt x="7338624" y="209725"/>
                  <a:pt x="7337763" y="209794"/>
                </a:cubicBezTo>
                <a:cubicBezTo>
                  <a:pt x="7337013" y="209885"/>
                  <a:pt x="7335763" y="209794"/>
                  <a:pt x="7335040" y="209611"/>
                </a:cubicBezTo>
                <a:cubicBezTo>
                  <a:pt x="7334262" y="209429"/>
                  <a:pt x="7334456" y="209201"/>
                  <a:pt x="7335179" y="209087"/>
                </a:cubicBezTo>
                <a:close/>
                <a:moveTo>
                  <a:pt x="6892973" y="208069"/>
                </a:moveTo>
                <a:cubicBezTo>
                  <a:pt x="6904119" y="208842"/>
                  <a:pt x="6914713" y="210409"/>
                  <a:pt x="6922159" y="212597"/>
                </a:cubicBezTo>
                <a:cubicBezTo>
                  <a:pt x="6937081" y="217019"/>
                  <a:pt x="6933635" y="222285"/>
                  <a:pt x="6914185" y="224336"/>
                </a:cubicBezTo>
                <a:cubicBezTo>
                  <a:pt x="6894789" y="226388"/>
                  <a:pt x="6866892" y="224428"/>
                  <a:pt x="6852054" y="219983"/>
                </a:cubicBezTo>
                <a:cubicBezTo>
                  <a:pt x="6837382" y="215538"/>
                  <a:pt x="6841217" y="210341"/>
                  <a:pt x="6860473" y="208312"/>
                </a:cubicBezTo>
                <a:cubicBezTo>
                  <a:pt x="6870129" y="207320"/>
                  <a:pt x="6881827" y="207297"/>
                  <a:pt x="6892973" y="208069"/>
                </a:cubicBezTo>
                <a:close/>
                <a:moveTo>
                  <a:pt x="4934974" y="207516"/>
                </a:moveTo>
                <a:cubicBezTo>
                  <a:pt x="4943334" y="208163"/>
                  <a:pt x="4950176" y="209474"/>
                  <a:pt x="4953511" y="211298"/>
                </a:cubicBezTo>
                <a:cubicBezTo>
                  <a:pt x="4960263" y="214991"/>
                  <a:pt x="4950427" y="219436"/>
                  <a:pt x="4931476" y="221145"/>
                </a:cubicBezTo>
                <a:cubicBezTo>
                  <a:pt x="4912415" y="222878"/>
                  <a:pt x="4891547" y="221236"/>
                  <a:pt x="4884961" y="217521"/>
                </a:cubicBezTo>
                <a:cubicBezTo>
                  <a:pt x="4878403" y="213806"/>
                  <a:pt x="4888490" y="209429"/>
                  <a:pt x="4907329" y="207719"/>
                </a:cubicBezTo>
                <a:cubicBezTo>
                  <a:pt x="4916735" y="206886"/>
                  <a:pt x="4926613" y="206870"/>
                  <a:pt x="4934974" y="207516"/>
                </a:cubicBezTo>
                <a:close/>
                <a:moveTo>
                  <a:pt x="3822633" y="206859"/>
                </a:moveTo>
                <a:cubicBezTo>
                  <a:pt x="3830872" y="207549"/>
                  <a:pt x="3836867" y="208950"/>
                  <a:pt x="3838714" y="210911"/>
                </a:cubicBezTo>
                <a:cubicBezTo>
                  <a:pt x="3842438" y="214832"/>
                  <a:pt x="3827822" y="219504"/>
                  <a:pt x="3805927" y="221351"/>
                </a:cubicBezTo>
                <a:cubicBezTo>
                  <a:pt x="3784141" y="223175"/>
                  <a:pt x="3763496" y="221442"/>
                  <a:pt x="3760079" y="217453"/>
                </a:cubicBezTo>
                <a:cubicBezTo>
                  <a:pt x="3756661" y="213509"/>
                  <a:pt x="3771472" y="208882"/>
                  <a:pt x="3793090" y="207081"/>
                </a:cubicBezTo>
                <a:cubicBezTo>
                  <a:pt x="3803913" y="206192"/>
                  <a:pt x="3814395" y="206169"/>
                  <a:pt x="3822633" y="206859"/>
                </a:cubicBezTo>
                <a:close/>
                <a:moveTo>
                  <a:pt x="3482971" y="206565"/>
                </a:moveTo>
                <a:cubicBezTo>
                  <a:pt x="3487597" y="206961"/>
                  <a:pt x="3490827" y="207765"/>
                  <a:pt x="3491577" y="208882"/>
                </a:cubicBezTo>
                <a:cubicBezTo>
                  <a:pt x="3493078" y="211115"/>
                  <a:pt x="3483909" y="213806"/>
                  <a:pt x="3471182" y="214854"/>
                </a:cubicBezTo>
                <a:cubicBezTo>
                  <a:pt x="3458483" y="215879"/>
                  <a:pt x="3446952" y="214900"/>
                  <a:pt x="3445479" y="212620"/>
                </a:cubicBezTo>
                <a:cubicBezTo>
                  <a:pt x="3444090" y="210386"/>
                  <a:pt x="3453287" y="207719"/>
                  <a:pt x="3465986" y="206693"/>
                </a:cubicBezTo>
                <a:cubicBezTo>
                  <a:pt x="3472322" y="206180"/>
                  <a:pt x="3478344" y="206169"/>
                  <a:pt x="3482971" y="206565"/>
                </a:cubicBezTo>
                <a:close/>
                <a:moveTo>
                  <a:pt x="4260459" y="206542"/>
                </a:moveTo>
                <a:cubicBezTo>
                  <a:pt x="4266933" y="207070"/>
                  <a:pt x="4271907" y="208141"/>
                  <a:pt x="4273852" y="209634"/>
                </a:cubicBezTo>
                <a:cubicBezTo>
                  <a:pt x="4277630" y="212597"/>
                  <a:pt x="4267739" y="216153"/>
                  <a:pt x="4251650" y="217567"/>
                </a:cubicBezTo>
                <a:cubicBezTo>
                  <a:pt x="4235534" y="218934"/>
                  <a:pt x="4219418" y="217612"/>
                  <a:pt x="4215695" y="214626"/>
                </a:cubicBezTo>
                <a:cubicBezTo>
                  <a:pt x="4211999" y="211617"/>
                  <a:pt x="4221974" y="208107"/>
                  <a:pt x="4238063" y="206716"/>
                </a:cubicBezTo>
                <a:cubicBezTo>
                  <a:pt x="4246009" y="206032"/>
                  <a:pt x="4253984" y="206015"/>
                  <a:pt x="4260459" y="206542"/>
                </a:cubicBezTo>
                <a:close/>
                <a:moveTo>
                  <a:pt x="5544454" y="206523"/>
                </a:moveTo>
                <a:cubicBezTo>
                  <a:pt x="5552831" y="207143"/>
                  <a:pt x="5560077" y="208415"/>
                  <a:pt x="5564203" y="210181"/>
                </a:cubicBezTo>
                <a:cubicBezTo>
                  <a:pt x="5572456" y="213783"/>
                  <a:pt x="5565037" y="218023"/>
                  <a:pt x="5547504" y="219687"/>
                </a:cubicBezTo>
                <a:cubicBezTo>
                  <a:pt x="5529914" y="221374"/>
                  <a:pt x="5508964" y="219778"/>
                  <a:pt x="5500766" y="216177"/>
                </a:cubicBezTo>
                <a:cubicBezTo>
                  <a:pt x="5492792" y="212597"/>
                  <a:pt x="5500406" y="208380"/>
                  <a:pt x="5517911" y="206762"/>
                </a:cubicBezTo>
                <a:cubicBezTo>
                  <a:pt x="5526566" y="205930"/>
                  <a:pt x="5536076" y="205901"/>
                  <a:pt x="5544454" y="206523"/>
                </a:cubicBezTo>
                <a:close/>
                <a:moveTo>
                  <a:pt x="5990052" y="206446"/>
                </a:moveTo>
                <a:cubicBezTo>
                  <a:pt x="5998847" y="207087"/>
                  <a:pt x="6006718" y="208392"/>
                  <a:pt x="6011594" y="210204"/>
                </a:cubicBezTo>
                <a:cubicBezTo>
                  <a:pt x="6021375" y="213874"/>
                  <a:pt x="6015345" y="218228"/>
                  <a:pt x="5998006" y="219915"/>
                </a:cubicBezTo>
                <a:cubicBezTo>
                  <a:pt x="5980667" y="221625"/>
                  <a:pt x="5958660" y="220006"/>
                  <a:pt x="5949019" y="216336"/>
                </a:cubicBezTo>
                <a:cubicBezTo>
                  <a:pt x="5939433" y="212643"/>
                  <a:pt x="5945739" y="208312"/>
                  <a:pt x="5962968" y="206671"/>
                </a:cubicBezTo>
                <a:cubicBezTo>
                  <a:pt x="5971540" y="205828"/>
                  <a:pt x="5981258" y="205805"/>
                  <a:pt x="5990052" y="206446"/>
                </a:cubicBezTo>
                <a:close/>
                <a:moveTo>
                  <a:pt x="4040684" y="204770"/>
                </a:moveTo>
                <a:cubicBezTo>
                  <a:pt x="4048718" y="205428"/>
                  <a:pt x="4054713" y="206773"/>
                  <a:pt x="4056755" y="208654"/>
                </a:cubicBezTo>
                <a:cubicBezTo>
                  <a:pt x="4060951" y="212416"/>
                  <a:pt x="4047753" y="216883"/>
                  <a:pt x="4027080" y="218639"/>
                </a:cubicBezTo>
                <a:cubicBezTo>
                  <a:pt x="4006490" y="220394"/>
                  <a:pt x="3986400" y="218730"/>
                  <a:pt x="3982454" y="214946"/>
                </a:cubicBezTo>
                <a:cubicBezTo>
                  <a:pt x="3978454" y="211161"/>
                  <a:pt x="3991985" y="206716"/>
                  <a:pt x="4012380" y="205007"/>
                </a:cubicBezTo>
                <a:cubicBezTo>
                  <a:pt x="4022578" y="204140"/>
                  <a:pt x="4032651" y="204112"/>
                  <a:pt x="4040684" y="204770"/>
                </a:cubicBezTo>
                <a:close/>
                <a:moveTo>
                  <a:pt x="5037382" y="204442"/>
                </a:moveTo>
                <a:cubicBezTo>
                  <a:pt x="5045929" y="205098"/>
                  <a:pt x="5053001" y="206431"/>
                  <a:pt x="5056571" y="208289"/>
                </a:cubicBezTo>
                <a:cubicBezTo>
                  <a:pt x="5063769" y="212073"/>
                  <a:pt x="5054154" y="216541"/>
                  <a:pt x="5034926" y="218296"/>
                </a:cubicBezTo>
                <a:cubicBezTo>
                  <a:pt x="5015697" y="220051"/>
                  <a:pt x="4994302" y="218410"/>
                  <a:pt x="4987327" y="214603"/>
                </a:cubicBezTo>
                <a:cubicBezTo>
                  <a:pt x="4980325" y="210819"/>
                  <a:pt x="4990217" y="206375"/>
                  <a:pt x="5009334" y="204665"/>
                </a:cubicBezTo>
                <a:cubicBezTo>
                  <a:pt x="5018810" y="203810"/>
                  <a:pt x="5028834" y="203787"/>
                  <a:pt x="5037382" y="204442"/>
                </a:cubicBezTo>
                <a:close/>
                <a:moveTo>
                  <a:pt x="5443325" y="204012"/>
                </a:moveTo>
                <a:cubicBezTo>
                  <a:pt x="5451633" y="204636"/>
                  <a:pt x="5458754" y="205907"/>
                  <a:pt x="5462727" y="207673"/>
                </a:cubicBezTo>
                <a:cubicBezTo>
                  <a:pt x="5470673" y="211229"/>
                  <a:pt x="5462921" y="215446"/>
                  <a:pt x="5445305" y="217134"/>
                </a:cubicBezTo>
                <a:cubicBezTo>
                  <a:pt x="5427605" y="218798"/>
                  <a:pt x="5406820" y="217224"/>
                  <a:pt x="5399068" y="213623"/>
                </a:cubicBezTo>
                <a:cubicBezTo>
                  <a:pt x="5391232" y="210067"/>
                  <a:pt x="5399235" y="205850"/>
                  <a:pt x="5416795" y="204231"/>
                </a:cubicBezTo>
                <a:cubicBezTo>
                  <a:pt x="5425521" y="203410"/>
                  <a:pt x="5435016" y="203388"/>
                  <a:pt x="5443325" y="204012"/>
                </a:cubicBezTo>
                <a:close/>
                <a:moveTo>
                  <a:pt x="3039296" y="203388"/>
                </a:moveTo>
                <a:cubicBezTo>
                  <a:pt x="3039740" y="203366"/>
                  <a:pt x="3040130" y="203388"/>
                  <a:pt x="3040130" y="203480"/>
                </a:cubicBezTo>
                <a:cubicBezTo>
                  <a:pt x="3040185" y="203548"/>
                  <a:pt x="3039824" y="203616"/>
                  <a:pt x="3039407" y="203685"/>
                </a:cubicBezTo>
                <a:cubicBezTo>
                  <a:pt x="3038962" y="203707"/>
                  <a:pt x="3038573" y="203685"/>
                  <a:pt x="3038546" y="203616"/>
                </a:cubicBezTo>
                <a:cubicBezTo>
                  <a:pt x="3038546" y="203548"/>
                  <a:pt x="3038879" y="203457"/>
                  <a:pt x="3039296" y="203388"/>
                </a:cubicBezTo>
                <a:close/>
                <a:moveTo>
                  <a:pt x="6676426" y="203200"/>
                </a:moveTo>
                <a:cubicBezTo>
                  <a:pt x="6687488" y="203975"/>
                  <a:pt x="6697853" y="205541"/>
                  <a:pt x="6704924" y="207719"/>
                </a:cubicBezTo>
                <a:cubicBezTo>
                  <a:pt x="6719206" y="212141"/>
                  <a:pt x="6714844" y="217430"/>
                  <a:pt x="6694977" y="219458"/>
                </a:cubicBezTo>
                <a:cubicBezTo>
                  <a:pt x="6675109" y="221533"/>
                  <a:pt x="6647379" y="219572"/>
                  <a:pt x="6633263" y="215105"/>
                </a:cubicBezTo>
                <a:cubicBezTo>
                  <a:pt x="6619286" y="210660"/>
                  <a:pt x="6624010" y="205462"/>
                  <a:pt x="6643739" y="203434"/>
                </a:cubicBezTo>
                <a:cubicBezTo>
                  <a:pt x="6653603" y="202442"/>
                  <a:pt x="6665363" y="202425"/>
                  <a:pt x="6676426" y="203200"/>
                </a:cubicBezTo>
                <a:close/>
                <a:moveTo>
                  <a:pt x="3679665" y="202728"/>
                </a:moveTo>
                <a:cubicBezTo>
                  <a:pt x="3687806" y="202089"/>
                  <a:pt x="3695392" y="202705"/>
                  <a:pt x="3696615" y="204164"/>
                </a:cubicBezTo>
                <a:cubicBezTo>
                  <a:pt x="3697783" y="205600"/>
                  <a:pt x="3692169" y="207355"/>
                  <a:pt x="3683999" y="208062"/>
                </a:cubicBezTo>
                <a:cubicBezTo>
                  <a:pt x="3675775" y="208723"/>
                  <a:pt x="3668133" y="208062"/>
                  <a:pt x="3666940" y="206602"/>
                </a:cubicBezTo>
                <a:cubicBezTo>
                  <a:pt x="3665800" y="205121"/>
                  <a:pt x="3671468" y="203388"/>
                  <a:pt x="3679665" y="202728"/>
                </a:cubicBezTo>
                <a:close/>
                <a:moveTo>
                  <a:pt x="7450131" y="202727"/>
                </a:moveTo>
                <a:cubicBezTo>
                  <a:pt x="7450798" y="202658"/>
                  <a:pt x="7451798" y="202727"/>
                  <a:pt x="7452410" y="202887"/>
                </a:cubicBezTo>
                <a:cubicBezTo>
                  <a:pt x="7452993" y="203047"/>
                  <a:pt x="7452966" y="203228"/>
                  <a:pt x="7452298" y="203274"/>
                </a:cubicBezTo>
                <a:cubicBezTo>
                  <a:pt x="7451715" y="203342"/>
                  <a:pt x="7450604" y="203274"/>
                  <a:pt x="7450048" y="203137"/>
                </a:cubicBezTo>
                <a:cubicBezTo>
                  <a:pt x="7449465" y="202978"/>
                  <a:pt x="7449548" y="202795"/>
                  <a:pt x="7450131" y="202727"/>
                </a:cubicBezTo>
                <a:close/>
                <a:moveTo>
                  <a:pt x="5139965" y="202322"/>
                </a:moveTo>
                <a:cubicBezTo>
                  <a:pt x="5148912" y="203006"/>
                  <a:pt x="5156380" y="204402"/>
                  <a:pt x="5160270" y="206351"/>
                </a:cubicBezTo>
                <a:cubicBezTo>
                  <a:pt x="5168050" y="210249"/>
                  <a:pt x="5158353" y="214900"/>
                  <a:pt x="5138597" y="216701"/>
                </a:cubicBezTo>
                <a:cubicBezTo>
                  <a:pt x="5118702" y="218524"/>
                  <a:pt x="5096361" y="216792"/>
                  <a:pt x="5088775" y="212871"/>
                </a:cubicBezTo>
                <a:cubicBezTo>
                  <a:pt x="5081245" y="208950"/>
                  <a:pt x="5091054" y="204346"/>
                  <a:pt x="5110782" y="202567"/>
                </a:cubicBezTo>
                <a:cubicBezTo>
                  <a:pt x="5120591" y="201667"/>
                  <a:pt x="5131018" y="201638"/>
                  <a:pt x="5139965" y="202322"/>
                </a:cubicBezTo>
                <a:close/>
                <a:moveTo>
                  <a:pt x="3355618" y="202203"/>
                </a:moveTo>
                <a:cubicBezTo>
                  <a:pt x="3358285" y="201997"/>
                  <a:pt x="3360536" y="202203"/>
                  <a:pt x="3360842" y="202658"/>
                </a:cubicBezTo>
                <a:cubicBezTo>
                  <a:pt x="3361120" y="203115"/>
                  <a:pt x="3359203" y="203661"/>
                  <a:pt x="3356507" y="203889"/>
                </a:cubicBezTo>
                <a:cubicBezTo>
                  <a:pt x="3353896" y="204094"/>
                  <a:pt x="3351561" y="203889"/>
                  <a:pt x="3351339" y="203434"/>
                </a:cubicBezTo>
                <a:cubicBezTo>
                  <a:pt x="3351061" y="202978"/>
                  <a:pt x="3352895" y="202430"/>
                  <a:pt x="3355618" y="202203"/>
                </a:cubicBezTo>
                <a:close/>
                <a:moveTo>
                  <a:pt x="5342946" y="202074"/>
                </a:moveTo>
                <a:cubicBezTo>
                  <a:pt x="5351831" y="202744"/>
                  <a:pt x="5359360" y="204106"/>
                  <a:pt x="5363445" y="206010"/>
                </a:cubicBezTo>
                <a:cubicBezTo>
                  <a:pt x="5371753" y="209839"/>
                  <a:pt x="5363000" y="214375"/>
                  <a:pt x="5343884" y="216153"/>
                </a:cubicBezTo>
                <a:cubicBezTo>
                  <a:pt x="5324766" y="217932"/>
                  <a:pt x="5302509" y="216267"/>
                  <a:pt x="5294396" y="212392"/>
                </a:cubicBezTo>
                <a:cubicBezTo>
                  <a:pt x="5286394" y="208563"/>
                  <a:pt x="5295285" y="204049"/>
                  <a:pt x="5314318" y="202294"/>
                </a:cubicBezTo>
                <a:cubicBezTo>
                  <a:pt x="5323822" y="201427"/>
                  <a:pt x="5334061" y="201405"/>
                  <a:pt x="5342946" y="202074"/>
                </a:cubicBezTo>
                <a:close/>
                <a:moveTo>
                  <a:pt x="5241116" y="201878"/>
                </a:moveTo>
                <a:cubicBezTo>
                  <a:pt x="5249757" y="202533"/>
                  <a:pt x="5257024" y="203867"/>
                  <a:pt x="5260885" y="205736"/>
                </a:cubicBezTo>
                <a:cubicBezTo>
                  <a:pt x="5268666" y="209475"/>
                  <a:pt x="5259747" y="213919"/>
                  <a:pt x="5240907" y="215675"/>
                </a:cubicBezTo>
                <a:cubicBezTo>
                  <a:pt x="5222039" y="217407"/>
                  <a:pt x="5200394" y="215743"/>
                  <a:pt x="5192781" y="211982"/>
                </a:cubicBezTo>
                <a:cubicBezTo>
                  <a:pt x="5185250" y="208198"/>
                  <a:pt x="5194336" y="203798"/>
                  <a:pt x="5213092" y="202089"/>
                </a:cubicBezTo>
                <a:cubicBezTo>
                  <a:pt x="5222457" y="201245"/>
                  <a:pt x="5232474" y="201222"/>
                  <a:pt x="5241116" y="201878"/>
                </a:cubicBezTo>
                <a:close/>
                <a:moveTo>
                  <a:pt x="4595086" y="201521"/>
                </a:moveTo>
                <a:cubicBezTo>
                  <a:pt x="4603380" y="202174"/>
                  <a:pt x="4609958" y="203502"/>
                  <a:pt x="4612876" y="205349"/>
                </a:cubicBezTo>
                <a:cubicBezTo>
                  <a:pt x="4618710" y="209110"/>
                  <a:pt x="4607485" y="213577"/>
                  <a:pt x="4587756" y="215310"/>
                </a:cubicBezTo>
                <a:cubicBezTo>
                  <a:pt x="4567944" y="217065"/>
                  <a:pt x="4547243" y="215401"/>
                  <a:pt x="4541575" y="211617"/>
                </a:cubicBezTo>
                <a:cubicBezTo>
                  <a:pt x="4535907" y="207879"/>
                  <a:pt x="4547327" y="203434"/>
                  <a:pt x="4566999" y="201747"/>
                </a:cubicBezTo>
                <a:cubicBezTo>
                  <a:pt x="4576781" y="200892"/>
                  <a:pt x="4586791" y="200869"/>
                  <a:pt x="4595086" y="201521"/>
                </a:cubicBezTo>
                <a:close/>
                <a:moveTo>
                  <a:pt x="6226920" y="201339"/>
                </a:moveTo>
                <a:cubicBezTo>
                  <a:pt x="6237402" y="202089"/>
                  <a:pt x="6246933" y="203615"/>
                  <a:pt x="6253088" y="205758"/>
                </a:cubicBezTo>
                <a:cubicBezTo>
                  <a:pt x="6265370" y="210044"/>
                  <a:pt x="6259256" y="215127"/>
                  <a:pt x="6239195" y="217134"/>
                </a:cubicBezTo>
                <a:cubicBezTo>
                  <a:pt x="6219132" y="219139"/>
                  <a:pt x="6192930" y="217224"/>
                  <a:pt x="6180731" y="212893"/>
                </a:cubicBezTo>
                <a:cubicBezTo>
                  <a:pt x="6168699" y="208608"/>
                  <a:pt x="6175147" y="203548"/>
                  <a:pt x="6195042" y="201587"/>
                </a:cubicBezTo>
                <a:cubicBezTo>
                  <a:pt x="6205003" y="200618"/>
                  <a:pt x="6216437" y="200590"/>
                  <a:pt x="6226920" y="201339"/>
                </a:cubicBezTo>
                <a:close/>
                <a:moveTo>
                  <a:pt x="6454776" y="200835"/>
                </a:moveTo>
                <a:cubicBezTo>
                  <a:pt x="6465578" y="201599"/>
                  <a:pt x="6475560" y="203149"/>
                  <a:pt x="6482187" y="205303"/>
                </a:cubicBezTo>
                <a:cubicBezTo>
                  <a:pt x="6495524" y="209657"/>
                  <a:pt x="6490272" y="214832"/>
                  <a:pt x="6470211" y="216883"/>
                </a:cubicBezTo>
                <a:cubicBezTo>
                  <a:pt x="6450205" y="218935"/>
                  <a:pt x="6423196" y="216997"/>
                  <a:pt x="6409997" y="212597"/>
                </a:cubicBezTo>
                <a:cubicBezTo>
                  <a:pt x="6396938" y="208221"/>
                  <a:pt x="6402551" y="203069"/>
                  <a:pt x="6422446" y="201086"/>
                </a:cubicBezTo>
                <a:cubicBezTo>
                  <a:pt x="6432352" y="200095"/>
                  <a:pt x="6443974" y="200072"/>
                  <a:pt x="6454776" y="200835"/>
                </a:cubicBezTo>
                <a:close/>
                <a:moveTo>
                  <a:pt x="7013778" y="200379"/>
                </a:moveTo>
                <a:cubicBezTo>
                  <a:pt x="7025227" y="201160"/>
                  <a:pt x="7036195" y="202749"/>
                  <a:pt x="7044004" y="204961"/>
                </a:cubicBezTo>
                <a:cubicBezTo>
                  <a:pt x="7059703" y="209451"/>
                  <a:pt x="7056730" y="214786"/>
                  <a:pt x="7037113" y="216883"/>
                </a:cubicBezTo>
                <a:cubicBezTo>
                  <a:pt x="7017468" y="218979"/>
                  <a:pt x="6988792" y="216996"/>
                  <a:pt x="6973176" y="212460"/>
                </a:cubicBezTo>
                <a:cubicBezTo>
                  <a:pt x="6957838" y="207969"/>
                  <a:pt x="6961199" y="202681"/>
                  <a:pt x="6980678" y="200653"/>
                </a:cubicBezTo>
                <a:cubicBezTo>
                  <a:pt x="6990403" y="199627"/>
                  <a:pt x="7002330" y="199598"/>
                  <a:pt x="7013778" y="200379"/>
                </a:cubicBezTo>
                <a:close/>
                <a:moveTo>
                  <a:pt x="5892151" y="199365"/>
                </a:moveTo>
                <a:cubicBezTo>
                  <a:pt x="5901122" y="200014"/>
                  <a:pt x="5909076" y="201337"/>
                  <a:pt x="5913925" y="203183"/>
                </a:cubicBezTo>
                <a:cubicBezTo>
                  <a:pt x="5923622" y="206921"/>
                  <a:pt x="5917092" y="211366"/>
                  <a:pt x="5899198" y="213099"/>
                </a:cubicBezTo>
                <a:cubicBezTo>
                  <a:pt x="5881165" y="214854"/>
                  <a:pt x="5858769" y="213213"/>
                  <a:pt x="5849182" y="209452"/>
                </a:cubicBezTo>
                <a:cubicBezTo>
                  <a:pt x="5839651" y="205713"/>
                  <a:pt x="5846431" y="201291"/>
                  <a:pt x="5864271" y="199581"/>
                </a:cubicBezTo>
                <a:cubicBezTo>
                  <a:pt x="5873189" y="198738"/>
                  <a:pt x="5883179" y="198716"/>
                  <a:pt x="5892151" y="199365"/>
                </a:cubicBezTo>
                <a:close/>
                <a:moveTo>
                  <a:pt x="4361890" y="196925"/>
                </a:moveTo>
                <a:cubicBezTo>
                  <a:pt x="4369035" y="197495"/>
                  <a:pt x="4374565" y="198658"/>
                  <a:pt x="4376774" y="200287"/>
                </a:cubicBezTo>
                <a:cubicBezTo>
                  <a:pt x="4381220" y="203525"/>
                  <a:pt x="4370716" y="207400"/>
                  <a:pt x="4353238" y="208904"/>
                </a:cubicBezTo>
                <a:cubicBezTo>
                  <a:pt x="4335677" y="210409"/>
                  <a:pt x="4317838" y="208995"/>
                  <a:pt x="4313503" y="205690"/>
                </a:cubicBezTo>
                <a:cubicBezTo>
                  <a:pt x="4309252" y="202430"/>
                  <a:pt x="4319922" y="198601"/>
                  <a:pt x="4337317" y="197119"/>
                </a:cubicBezTo>
                <a:cubicBezTo>
                  <a:pt x="4345986" y="196378"/>
                  <a:pt x="4354746" y="196356"/>
                  <a:pt x="4361890" y="196925"/>
                </a:cubicBezTo>
                <a:close/>
                <a:moveTo>
                  <a:pt x="7563111" y="196527"/>
                </a:moveTo>
                <a:cubicBezTo>
                  <a:pt x="7563695" y="196435"/>
                  <a:pt x="7564696" y="196504"/>
                  <a:pt x="7565307" y="196664"/>
                </a:cubicBezTo>
                <a:cubicBezTo>
                  <a:pt x="7565946" y="196823"/>
                  <a:pt x="7565806" y="196960"/>
                  <a:pt x="7565195" y="197073"/>
                </a:cubicBezTo>
                <a:cubicBezTo>
                  <a:pt x="7564612" y="197142"/>
                  <a:pt x="7563612" y="197097"/>
                  <a:pt x="7562973" y="196914"/>
                </a:cubicBezTo>
                <a:cubicBezTo>
                  <a:pt x="7562306" y="196754"/>
                  <a:pt x="7562445" y="196595"/>
                  <a:pt x="7563111" y="196527"/>
                </a:cubicBezTo>
                <a:close/>
                <a:moveTo>
                  <a:pt x="3245500" y="195523"/>
                </a:moveTo>
                <a:cubicBezTo>
                  <a:pt x="3245889" y="195456"/>
                  <a:pt x="3246333" y="195501"/>
                  <a:pt x="3246333" y="195569"/>
                </a:cubicBezTo>
                <a:cubicBezTo>
                  <a:pt x="3246444" y="195661"/>
                  <a:pt x="3246138" y="195752"/>
                  <a:pt x="3245639" y="195820"/>
                </a:cubicBezTo>
                <a:cubicBezTo>
                  <a:pt x="3245194" y="195842"/>
                  <a:pt x="3244833" y="195797"/>
                  <a:pt x="3244805" y="195729"/>
                </a:cubicBezTo>
                <a:cubicBezTo>
                  <a:pt x="3244805" y="195637"/>
                  <a:pt x="3245083" y="195546"/>
                  <a:pt x="3245500" y="195523"/>
                </a:cubicBezTo>
                <a:close/>
                <a:moveTo>
                  <a:pt x="4695923" y="195330"/>
                </a:moveTo>
                <a:cubicBezTo>
                  <a:pt x="4704239" y="195980"/>
                  <a:pt x="4710893" y="197302"/>
                  <a:pt x="4713936" y="199148"/>
                </a:cubicBezTo>
                <a:cubicBezTo>
                  <a:pt x="4720021" y="202841"/>
                  <a:pt x="4709212" y="207264"/>
                  <a:pt x="4689678" y="208996"/>
                </a:cubicBezTo>
                <a:cubicBezTo>
                  <a:pt x="4670143" y="210706"/>
                  <a:pt x="4649359" y="209087"/>
                  <a:pt x="4643497" y="205349"/>
                </a:cubicBezTo>
                <a:cubicBezTo>
                  <a:pt x="4637606" y="201633"/>
                  <a:pt x="4648554" y="197256"/>
                  <a:pt x="4667949" y="195547"/>
                </a:cubicBezTo>
                <a:cubicBezTo>
                  <a:pt x="4677633" y="194703"/>
                  <a:pt x="4687608" y="194681"/>
                  <a:pt x="4695923" y="195330"/>
                </a:cubicBezTo>
                <a:close/>
                <a:moveTo>
                  <a:pt x="6800572" y="194879"/>
                </a:moveTo>
                <a:cubicBezTo>
                  <a:pt x="6811735" y="195649"/>
                  <a:pt x="6822280" y="197211"/>
                  <a:pt x="6829602" y="199376"/>
                </a:cubicBezTo>
                <a:cubicBezTo>
                  <a:pt x="6844357" y="203775"/>
                  <a:pt x="6840411" y="209018"/>
                  <a:pt x="6820766" y="211070"/>
                </a:cubicBezTo>
                <a:cubicBezTo>
                  <a:pt x="6800982" y="213144"/>
                  <a:pt x="6773057" y="211184"/>
                  <a:pt x="6758441" y="206739"/>
                </a:cubicBezTo>
                <a:cubicBezTo>
                  <a:pt x="6743992" y="202317"/>
                  <a:pt x="6748243" y="197165"/>
                  <a:pt x="6767832" y="195136"/>
                </a:cubicBezTo>
                <a:cubicBezTo>
                  <a:pt x="6777627" y="194133"/>
                  <a:pt x="6789409" y="194111"/>
                  <a:pt x="6800572" y="194879"/>
                </a:cubicBezTo>
                <a:close/>
                <a:moveTo>
                  <a:pt x="3920709" y="194834"/>
                </a:moveTo>
                <a:cubicBezTo>
                  <a:pt x="3928945" y="195507"/>
                  <a:pt x="3935023" y="196880"/>
                  <a:pt x="3936997" y="198806"/>
                </a:cubicBezTo>
                <a:cubicBezTo>
                  <a:pt x="3940941" y="202658"/>
                  <a:pt x="3926770" y="207263"/>
                  <a:pt x="3905347" y="209041"/>
                </a:cubicBezTo>
                <a:cubicBezTo>
                  <a:pt x="3883840" y="210842"/>
                  <a:pt x="3863334" y="209132"/>
                  <a:pt x="3859582" y="205257"/>
                </a:cubicBezTo>
                <a:cubicBezTo>
                  <a:pt x="3855859" y="201382"/>
                  <a:pt x="3870169" y="196846"/>
                  <a:pt x="3891482" y="195068"/>
                </a:cubicBezTo>
                <a:cubicBezTo>
                  <a:pt x="3902082" y="194190"/>
                  <a:pt x="3912474" y="194162"/>
                  <a:pt x="3920709" y="194834"/>
                </a:cubicBezTo>
                <a:close/>
                <a:moveTo>
                  <a:pt x="3564739" y="194611"/>
                </a:moveTo>
                <a:cubicBezTo>
                  <a:pt x="3572353" y="193996"/>
                  <a:pt x="3579550" y="194544"/>
                  <a:pt x="3580523" y="195934"/>
                </a:cubicBezTo>
                <a:cubicBezTo>
                  <a:pt x="3581551" y="197325"/>
                  <a:pt x="3576048" y="198920"/>
                  <a:pt x="3568297" y="199535"/>
                </a:cubicBezTo>
                <a:cubicBezTo>
                  <a:pt x="3560572" y="200174"/>
                  <a:pt x="3553458" y="199581"/>
                  <a:pt x="3552458" y="198213"/>
                </a:cubicBezTo>
                <a:cubicBezTo>
                  <a:pt x="3551485" y="196846"/>
                  <a:pt x="3556960" y="195204"/>
                  <a:pt x="3564739" y="194611"/>
                </a:cubicBezTo>
                <a:close/>
                <a:moveTo>
                  <a:pt x="4138449" y="194529"/>
                </a:moveTo>
                <a:cubicBezTo>
                  <a:pt x="4146048" y="195142"/>
                  <a:pt x="4151786" y="196390"/>
                  <a:pt x="4153869" y="198123"/>
                </a:cubicBezTo>
                <a:cubicBezTo>
                  <a:pt x="4158093" y="201633"/>
                  <a:pt x="4145950" y="205804"/>
                  <a:pt x="4126667" y="207446"/>
                </a:cubicBezTo>
                <a:cubicBezTo>
                  <a:pt x="4107438" y="209087"/>
                  <a:pt x="4088460" y="207514"/>
                  <a:pt x="4084404" y="204004"/>
                </a:cubicBezTo>
                <a:cubicBezTo>
                  <a:pt x="4080429" y="200493"/>
                  <a:pt x="4092684" y="196344"/>
                  <a:pt x="4111856" y="194749"/>
                </a:cubicBezTo>
                <a:cubicBezTo>
                  <a:pt x="4121388" y="193939"/>
                  <a:pt x="4130849" y="193916"/>
                  <a:pt x="4138449" y="194529"/>
                </a:cubicBezTo>
                <a:close/>
                <a:moveTo>
                  <a:pt x="7132166" y="193224"/>
                </a:moveTo>
                <a:cubicBezTo>
                  <a:pt x="7143722" y="194003"/>
                  <a:pt x="7154871" y="195581"/>
                  <a:pt x="7162902" y="197781"/>
                </a:cubicBezTo>
                <a:cubicBezTo>
                  <a:pt x="7179019" y="202249"/>
                  <a:pt x="7176489" y="207560"/>
                  <a:pt x="7157094" y="209657"/>
                </a:cubicBezTo>
                <a:cubicBezTo>
                  <a:pt x="7137561" y="211754"/>
                  <a:pt x="7108607" y="209771"/>
                  <a:pt x="7092686" y="205280"/>
                </a:cubicBezTo>
                <a:cubicBezTo>
                  <a:pt x="7076709" y="200767"/>
                  <a:pt x="7079626" y="195524"/>
                  <a:pt x="7098992" y="193472"/>
                </a:cubicBezTo>
                <a:cubicBezTo>
                  <a:pt x="7108648" y="192469"/>
                  <a:pt x="7120611" y="192447"/>
                  <a:pt x="7132166" y="193224"/>
                </a:cubicBezTo>
                <a:close/>
                <a:moveTo>
                  <a:pt x="6130233" y="192902"/>
                </a:moveTo>
                <a:cubicBezTo>
                  <a:pt x="6140211" y="193615"/>
                  <a:pt x="6149221" y="195068"/>
                  <a:pt x="6154917" y="197097"/>
                </a:cubicBezTo>
                <a:cubicBezTo>
                  <a:pt x="6166421" y="201178"/>
                  <a:pt x="6160169" y="206033"/>
                  <a:pt x="6140885" y="207925"/>
                </a:cubicBezTo>
                <a:cubicBezTo>
                  <a:pt x="6121518" y="209839"/>
                  <a:pt x="6096566" y="208061"/>
                  <a:pt x="6085284" y="203913"/>
                </a:cubicBezTo>
                <a:cubicBezTo>
                  <a:pt x="6073947" y="199832"/>
                  <a:pt x="6080616" y="195023"/>
                  <a:pt x="6099733" y="193153"/>
                </a:cubicBezTo>
                <a:cubicBezTo>
                  <a:pt x="6109305" y="192219"/>
                  <a:pt x="6120254" y="192190"/>
                  <a:pt x="6130233" y="192902"/>
                </a:cubicBezTo>
                <a:close/>
                <a:moveTo>
                  <a:pt x="5794626" y="192880"/>
                </a:moveTo>
                <a:cubicBezTo>
                  <a:pt x="5804314" y="193586"/>
                  <a:pt x="5812837" y="195023"/>
                  <a:pt x="5817950" y="197028"/>
                </a:cubicBezTo>
                <a:cubicBezTo>
                  <a:pt x="5828231" y="201063"/>
                  <a:pt x="5820701" y="205873"/>
                  <a:pt x="5801084" y="207765"/>
                </a:cubicBezTo>
                <a:cubicBezTo>
                  <a:pt x="5781383" y="209634"/>
                  <a:pt x="5757125" y="207856"/>
                  <a:pt x="5747066" y="203776"/>
                </a:cubicBezTo>
                <a:cubicBezTo>
                  <a:pt x="5737008" y="199718"/>
                  <a:pt x="5744816" y="194954"/>
                  <a:pt x="5764322" y="193107"/>
                </a:cubicBezTo>
                <a:cubicBezTo>
                  <a:pt x="5774090" y="192195"/>
                  <a:pt x="5784940" y="192173"/>
                  <a:pt x="5794626" y="192880"/>
                </a:cubicBezTo>
                <a:close/>
                <a:moveTo>
                  <a:pt x="6582910" y="191492"/>
                </a:moveTo>
                <a:cubicBezTo>
                  <a:pt x="6593723" y="192241"/>
                  <a:pt x="6603809" y="193768"/>
                  <a:pt x="6610617" y="195911"/>
                </a:cubicBezTo>
                <a:cubicBezTo>
                  <a:pt x="6624288" y="200220"/>
                  <a:pt x="6619564" y="205325"/>
                  <a:pt x="6599974" y="207309"/>
                </a:cubicBezTo>
                <a:cubicBezTo>
                  <a:pt x="6580274" y="209315"/>
                  <a:pt x="6553210" y="207400"/>
                  <a:pt x="6539650" y="203069"/>
                </a:cubicBezTo>
                <a:cubicBezTo>
                  <a:pt x="6526173" y="198783"/>
                  <a:pt x="6531369" y="193700"/>
                  <a:pt x="6550848" y="191740"/>
                </a:cubicBezTo>
                <a:cubicBezTo>
                  <a:pt x="6560558" y="190771"/>
                  <a:pt x="6572097" y="190743"/>
                  <a:pt x="6582910" y="191492"/>
                </a:cubicBezTo>
                <a:close/>
                <a:moveTo>
                  <a:pt x="6360041" y="190569"/>
                </a:moveTo>
                <a:cubicBezTo>
                  <a:pt x="6370610" y="191312"/>
                  <a:pt x="6380308" y="192823"/>
                  <a:pt x="6386657" y="194931"/>
                </a:cubicBezTo>
                <a:cubicBezTo>
                  <a:pt x="6399411" y="199148"/>
                  <a:pt x="6393881" y="204254"/>
                  <a:pt x="6374014" y="206215"/>
                </a:cubicBezTo>
                <a:cubicBezTo>
                  <a:pt x="6354119" y="208198"/>
                  <a:pt x="6327666" y="206329"/>
                  <a:pt x="6315051" y="202043"/>
                </a:cubicBezTo>
                <a:cubicBezTo>
                  <a:pt x="6302603" y="197758"/>
                  <a:pt x="6308521" y="192766"/>
                  <a:pt x="6328194" y="190805"/>
                </a:cubicBezTo>
                <a:cubicBezTo>
                  <a:pt x="6338030" y="189847"/>
                  <a:pt x="6349471" y="189825"/>
                  <a:pt x="6360041" y="190569"/>
                </a:cubicBezTo>
                <a:close/>
                <a:moveTo>
                  <a:pt x="4797135" y="189984"/>
                </a:moveTo>
                <a:cubicBezTo>
                  <a:pt x="4805728" y="190645"/>
                  <a:pt x="4812661" y="191990"/>
                  <a:pt x="4815884" y="193859"/>
                </a:cubicBezTo>
                <a:cubicBezTo>
                  <a:pt x="4822525" y="197644"/>
                  <a:pt x="4811799" y="202157"/>
                  <a:pt x="4791905" y="203934"/>
                </a:cubicBezTo>
                <a:cubicBezTo>
                  <a:pt x="4771898" y="205690"/>
                  <a:pt x="4750474" y="204003"/>
                  <a:pt x="4744084" y="200197"/>
                </a:cubicBezTo>
                <a:cubicBezTo>
                  <a:pt x="4737748" y="196390"/>
                  <a:pt x="4748640" y="191945"/>
                  <a:pt x="4768425" y="190212"/>
                </a:cubicBezTo>
                <a:cubicBezTo>
                  <a:pt x="4778289" y="189346"/>
                  <a:pt x="4788542" y="189323"/>
                  <a:pt x="4797135" y="189984"/>
                </a:cubicBezTo>
                <a:close/>
                <a:moveTo>
                  <a:pt x="3453288" y="188822"/>
                </a:moveTo>
                <a:cubicBezTo>
                  <a:pt x="3454344" y="188754"/>
                  <a:pt x="3455372" y="188822"/>
                  <a:pt x="3455483" y="189027"/>
                </a:cubicBezTo>
                <a:cubicBezTo>
                  <a:pt x="3455567" y="189187"/>
                  <a:pt x="3454816" y="189415"/>
                  <a:pt x="3453732" y="189506"/>
                </a:cubicBezTo>
                <a:cubicBezTo>
                  <a:pt x="3452621" y="189597"/>
                  <a:pt x="3451732" y="189506"/>
                  <a:pt x="3451565" y="189324"/>
                </a:cubicBezTo>
                <a:cubicBezTo>
                  <a:pt x="3451482" y="189141"/>
                  <a:pt x="3452232" y="188914"/>
                  <a:pt x="3453288" y="188822"/>
                </a:cubicBezTo>
                <a:close/>
                <a:moveTo>
                  <a:pt x="4462474" y="188559"/>
                </a:moveTo>
                <a:cubicBezTo>
                  <a:pt x="4470038" y="189152"/>
                  <a:pt x="4475957" y="190361"/>
                  <a:pt x="4478416" y="192036"/>
                </a:cubicBezTo>
                <a:cubicBezTo>
                  <a:pt x="4483446" y="195433"/>
                  <a:pt x="4472748" y="199490"/>
                  <a:pt x="4454437" y="201086"/>
                </a:cubicBezTo>
                <a:cubicBezTo>
                  <a:pt x="4436098" y="202682"/>
                  <a:pt x="4417230" y="201154"/>
                  <a:pt x="4412424" y="197735"/>
                </a:cubicBezTo>
                <a:cubicBezTo>
                  <a:pt x="4407560" y="194338"/>
                  <a:pt x="4418508" y="190326"/>
                  <a:pt x="4436653" y="188776"/>
                </a:cubicBezTo>
                <a:cubicBezTo>
                  <a:pt x="4445698" y="187990"/>
                  <a:pt x="4454909" y="187967"/>
                  <a:pt x="4462474" y="188559"/>
                </a:cubicBezTo>
                <a:close/>
                <a:moveTo>
                  <a:pt x="5695155" y="188492"/>
                </a:moveTo>
                <a:cubicBezTo>
                  <a:pt x="5704220" y="189153"/>
                  <a:pt x="5712139" y="190498"/>
                  <a:pt x="5716779" y="192379"/>
                </a:cubicBezTo>
                <a:cubicBezTo>
                  <a:pt x="5726087" y="196140"/>
                  <a:pt x="5718697" y="200653"/>
                  <a:pt x="5700080" y="202431"/>
                </a:cubicBezTo>
                <a:cubicBezTo>
                  <a:pt x="5681462" y="204186"/>
                  <a:pt x="5658817" y="202500"/>
                  <a:pt x="5649647" y="198693"/>
                </a:cubicBezTo>
                <a:cubicBezTo>
                  <a:pt x="5640533" y="194886"/>
                  <a:pt x="5648202" y="190418"/>
                  <a:pt x="5666652" y="188708"/>
                </a:cubicBezTo>
                <a:cubicBezTo>
                  <a:pt x="5675878" y="187853"/>
                  <a:pt x="5686089" y="187831"/>
                  <a:pt x="5695155" y="188492"/>
                </a:cubicBezTo>
                <a:close/>
                <a:moveTo>
                  <a:pt x="3136827" y="188389"/>
                </a:moveTo>
                <a:cubicBezTo>
                  <a:pt x="3137355" y="188343"/>
                  <a:pt x="3137717" y="188389"/>
                  <a:pt x="3137717" y="188457"/>
                </a:cubicBezTo>
                <a:cubicBezTo>
                  <a:pt x="3137744" y="188525"/>
                  <a:pt x="3137410" y="188616"/>
                  <a:pt x="3136966" y="188662"/>
                </a:cubicBezTo>
                <a:cubicBezTo>
                  <a:pt x="3136605" y="188685"/>
                  <a:pt x="3136188" y="188662"/>
                  <a:pt x="3136188" y="188594"/>
                </a:cubicBezTo>
                <a:cubicBezTo>
                  <a:pt x="3136132" y="188502"/>
                  <a:pt x="3136494" y="188411"/>
                  <a:pt x="3136827" y="188389"/>
                </a:cubicBezTo>
                <a:close/>
                <a:moveTo>
                  <a:pt x="7247581" y="188021"/>
                </a:moveTo>
                <a:cubicBezTo>
                  <a:pt x="7256883" y="188640"/>
                  <a:pt x="7265921" y="189904"/>
                  <a:pt x="7272520" y="191671"/>
                </a:cubicBezTo>
                <a:cubicBezTo>
                  <a:pt x="7285746" y="195204"/>
                  <a:pt x="7284135" y="199422"/>
                  <a:pt x="7268769" y="201086"/>
                </a:cubicBezTo>
                <a:cubicBezTo>
                  <a:pt x="7253319" y="202750"/>
                  <a:pt x="7230090" y="201177"/>
                  <a:pt x="7216974" y="197598"/>
                </a:cubicBezTo>
                <a:cubicBezTo>
                  <a:pt x="7203888" y="194042"/>
                  <a:pt x="7205749" y="189847"/>
                  <a:pt x="7221059" y="188252"/>
                </a:cubicBezTo>
                <a:cubicBezTo>
                  <a:pt x="7228714" y="187431"/>
                  <a:pt x="7238280" y="187403"/>
                  <a:pt x="7247581" y="188021"/>
                </a:cubicBezTo>
                <a:close/>
                <a:moveTo>
                  <a:pt x="7358713" y="187773"/>
                </a:moveTo>
                <a:cubicBezTo>
                  <a:pt x="7359408" y="187682"/>
                  <a:pt x="7360352" y="187750"/>
                  <a:pt x="7360880" y="187910"/>
                </a:cubicBezTo>
                <a:cubicBezTo>
                  <a:pt x="7361492" y="188070"/>
                  <a:pt x="7361437" y="188252"/>
                  <a:pt x="7360742" y="188320"/>
                </a:cubicBezTo>
                <a:cubicBezTo>
                  <a:pt x="7360131" y="188389"/>
                  <a:pt x="7359213" y="188320"/>
                  <a:pt x="7358574" y="188183"/>
                </a:cubicBezTo>
                <a:cubicBezTo>
                  <a:pt x="7358046" y="188024"/>
                  <a:pt x="7358074" y="187842"/>
                  <a:pt x="7358713" y="187773"/>
                </a:cubicBezTo>
                <a:close/>
                <a:moveTo>
                  <a:pt x="3796889" y="187636"/>
                </a:moveTo>
                <a:cubicBezTo>
                  <a:pt x="3802925" y="188132"/>
                  <a:pt x="3807316" y="189141"/>
                  <a:pt x="3808622" y="190532"/>
                </a:cubicBezTo>
                <a:cubicBezTo>
                  <a:pt x="3811262" y="193358"/>
                  <a:pt x="3800508" y="196732"/>
                  <a:pt x="3784559" y="198031"/>
                </a:cubicBezTo>
                <a:cubicBezTo>
                  <a:pt x="3768582" y="199353"/>
                  <a:pt x="3753660" y="198099"/>
                  <a:pt x="3751103" y="195273"/>
                </a:cubicBezTo>
                <a:cubicBezTo>
                  <a:pt x="3748575" y="192423"/>
                  <a:pt x="3759495" y="189118"/>
                  <a:pt x="3775278" y="187819"/>
                </a:cubicBezTo>
                <a:cubicBezTo>
                  <a:pt x="3783169" y="187158"/>
                  <a:pt x="3790852" y="187140"/>
                  <a:pt x="3796889" y="187636"/>
                </a:cubicBezTo>
                <a:close/>
                <a:moveTo>
                  <a:pt x="6921989" y="186961"/>
                </a:moveTo>
                <a:cubicBezTo>
                  <a:pt x="6933350" y="187734"/>
                  <a:pt x="6944180" y="189301"/>
                  <a:pt x="6951835" y="191489"/>
                </a:cubicBezTo>
                <a:cubicBezTo>
                  <a:pt x="6967118" y="195888"/>
                  <a:pt x="6963700" y="201178"/>
                  <a:pt x="6944000" y="203228"/>
                </a:cubicBezTo>
                <a:cubicBezTo>
                  <a:pt x="6924299" y="205280"/>
                  <a:pt x="6895818" y="203320"/>
                  <a:pt x="6880590" y="198875"/>
                </a:cubicBezTo>
                <a:cubicBezTo>
                  <a:pt x="6865585" y="194407"/>
                  <a:pt x="6869337" y="189209"/>
                  <a:pt x="6888954" y="187204"/>
                </a:cubicBezTo>
                <a:cubicBezTo>
                  <a:pt x="6898735" y="186212"/>
                  <a:pt x="6910628" y="186189"/>
                  <a:pt x="6921989" y="186961"/>
                </a:cubicBezTo>
                <a:close/>
                <a:moveTo>
                  <a:pt x="4897626" y="185835"/>
                </a:moveTo>
                <a:cubicBezTo>
                  <a:pt x="4906233" y="186497"/>
                  <a:pt x="4913263" y="187842"/>
                  <a:pt x="4916694" y="189711"/>
                </a:cubicBezTo>
                <a:cubicBezTo>
                  <a:pt x="4923613" y="193449"/>
                  <a:pt x="4913220" y="197917"/>
                  <a:pt x="4893548" y="199695"/>
                </a:cubicBezTo>
                <a:cubicBezTo>
                  <a:pt x="4873791" y="201451"/>
                  <a:pt x="4852313" y="199787"/>
                  <a:pt x="4845616" y="195980"/>
                </a:cubicBezTo>
                <a:cubicBezTo>
                  <a:pt x="4838975" y="192218"/>
                  <a:pt x="4849534" y="187773"/>
                  <a:pt x="4869096" y="186064"/>
                </a:cubicBezTo>
                <a:cubicBezTo>
                  <a:pt x="4878835" y="185197"/>
                  <a:pt x="4889019" y="185175"/>
                  <a:pt x="4897626" y="185835"/>
                </a:cubicBezTo>
                <a:close/>
                <a:moveTo>
                  <a:pt x="4235867" y="185294"/>
                </a:moveTo>
                <a:cubicBezTo>
                  <a:pt x="4242953" y="185859"/>
                  <a:pt x="4248371" y="187010"/>
                  <a:pt x="4250456" y="188617"/>
                </a:cubicBezTo>
                <a:cubicBezTo>
                  <a:pt x="4254624" y="191854"/>
                  <a:pt x="4243703" y="195707"/>
                  <a:pt x="4226003" y="197188"/>
                </a:cubicBezTo>
                <a:cubicBezTo>
                  <a:pt x="4208164" y="198692"/>
                  <a:pt x="4190465" y="197233"/>
                  <a:pt x="4186463" y="193997"/>
                </a:cubicBezTo>
                <a:cubicBezTo>
                  <a:pt x="4182546" y="190783"/>
                  <a:pt x="4193604" y="186953"/>
                  <a:pt x="4211276" y="185494"/>
                </a:cubicBezTo>
                <a:cubicBezTo>
                  <a:pt x="4220029" y="184753"/>
                  <a:pt x="4228782" y="184731"/>
                  <a:pt x="4235867" y="185294"/>
                </a:cubicBezTo>
                <a:close/>
                <a:moveTo>
                  <a:pt x="6033945" y="185049"/>
                </a:moveTo>
                <a:cubicBezTo>
                  <a:pt x="6043994" y="185767"/>
                  <a:pt x="6053010" y="187226"/>
                  <a:pt x="6058637" y="189255"/>
                </a:cubicBezTo>
                <a:cubicBezTo>
                  <a:pt x="6069891" y="193335"/>
                  <a:pt x="6063138" y="198236"/>
                  <a:pt x="6043466" y="200174"/>
                </a:cubicBezTo>
                <a:cubicBezTo>
                  <a:pt x="6023737" y="202089"/>
                  <a:pt x="5998535" y="200265"/>
                  <a:pt x="5987448" y="196139"/>
                </a:cubicBezTo>
                <a:cubicBezTo>
                  <a:pt x="5976500" y="192013"/>
                  <a:pt x="5983447" y="187158"/>
                  <a:pt x="6003064" y="185288"/>
                </a:cubicBezTo>
                <a:cubicBezTo>
                  <a:pt x="6012818" y="184354"/>
                  <a:pt x="6023897" y="184331"/>
                  <a:pt x="6033945" y="185049"/>
                </a:cubicBezTo>
                <a:close/>
                <a:moveTo>
                  <a:pt x="5596658" y="184400"/>
                </a:moveTo>
                <a:cubicBezTo>
                  <a:pt x="5605994" y="185083"/>
                  <a:pt x="5614093" y="186474"/>
                  <a:pt x="5618748" y="188412"/>
                </a:cubicBezTo>
                <a:cubicBezTo>
                  <a:pt x="5628112" y="192310"/>
                  <a:pt x="5620054" y="196960"/>
                  <a:pt x="5600631" y="198783"/>
                </a:cubicBezTo>
                <a:cubicBezTo>
                  <a:pt x="5581180" y="200607"/>
                  <a:pt x="5557868" y="198875"/>
                  <a:pt x="5548615" y="194931"/>
                </a:cubicBezTo>
                <a:cubicBezTo>
                  <a:pt x="5539529" y="191010"/>
                  <a:pt x="5547864" y="186383"/>
                  <a:pt x="5567149" y="184628"/>
                </a:cubicBezTo>
                <a:cubicBezTo>
                  <a:pt x="5576749" y="183738"/>
                  <a:pt x="5587322" y="183716"/>
                  <a:pt x="5596658" y="184400"/>
                </a:cubicBezTo>
                <a:close/>
                <a:moveTo>
                  <a:pt x="4017924" y="184003"/>
                </a:moveTo>
                <a:cubicBezTo>
                  <a:pt x="4025884" y="184645"/>
                  <a:pt x="4031817" y="185949"/>
                  <a:pt x="4033859" y="187773"/>
                </a:cubicBezTo>
                <a:cubicBezTo>
                  <a:pt x="4037889" y="191443"/>
                  <a:pt x="4024690" y="195820"/>
                  <a:pt x="4004267" y="197530"/>
                </a:cubicBezTo>
                <a:cubicBezTo>
                  <a:pt x="3983649" y="199239"/>
                  <a:pt x="3963782" y="197644"/>
                  <a:pt x="3959864" y="193928"/>
                </a:cubicBezTo>
                <a:cubicBezTo>
                  <a:pt x="3955974" y="190258"/>
                  <a:pt x="3969422" y="185904"/>
                  <a:pt x="3989818" y="184217"/>
                </a:cubicBezTo>
                <a:cubicBezTo>
                  <a:pt x="3999973" y="183385"/>
                  <a:pt x="4009963" y="183362"/>
                  <a:pt x="4017924" y="184003"/>
                </a:cubicBezTo>
                <a:close/>
                <a:moveTo>
                  <a:pt x="6708005" y="182784"/>
                </a:moveTo>
                <a:cubicBezTo>
                  <a:pt x="6718887" y="183527"/>
                  <a:pt x="6729112" y="185049"/>
                  <a:pt x="6736128" y="187181"/>
                </a:cubicBezTo>
                <a:cubicBezTo>
                  <a:pt x="6750327" y="191443"/>
                  <a:pt x="6746104" y="196527"/>
                  <a:pt x="6726653" y="198487"/>
                </a:cubicBezTo>
                <a:cubicBezTo>
                  <a:pt x="6707119" y="200493"/>
                  <a:pt x="6679833" y="198624"/>
                  <a:pt x="6665829" y="194293"/>
                </a:cubicBezTo>
                <a:cubicBezTo>
                  <a:pt x="6651962" y="190031"/>
                  <a:pt x="6656520" y="184992"/>
                  <a:pt x="6675943" y="183055"/>
                </a:cubicBezTo>
                <a:cubicBezTo>
                  <a:pt x="6685585" y="182074"/>
                  <a:pt x="6697123" y="182040"/>
                  <a:pt x="6708005" y="182784"/>
                </a:cubicBezTo>
                <a:close/>
                <a:moveTo>
                  <a:pt x="4998609" y="182434"/>
                </a:moveTo>
                <a:cubicBezTo>
                  <a:pt x="5007583" y="183112"/>
                  <a:pt x="5014975" y="184490"/>
                  <a:pt x="5018698" y="186406"/>
                </a:cubicBezTo>
                <a:cubicBezTo>
                  <a:pt x="5026201" y="190304"/>
                  <a:pt x="5015892" y="194954"/>
                  <a:pt x="4995580" y="196755"/>
                </a:cubicBezTo>
                <a:cubicBezTo>
                  <a:pt x="4975212" y="198579"/>
                  <a:pt x="4952761" y="196869"/>
                  <a:pt x="4945481" y="192926"/>
                </a:cubicBezTo>
                <a:cubicBezTo>
                  <a:pt x="4938284" y="189027"/>
                  <a:pt x="4948871" y="184423"/>
                  <a:pt x="4969016" y="182667"/>
                </a:cubicBezTo>
                <a:cubicBezTo>
                  <a:pt x="4979075" y="181778"/>
                  <a:pt x="4989634" y="181755"/>
                  <a:pt x="4998609" y="182434"/>
                </a:cubicBezTo>
                <a:close/>
                <a:moveTo>
                  <a:pt x="3661937" y="181755"/>
                </a:moveTo>
                <a:cubicBezTo>
                  <a:pt x="3669967" y="181117"/>
                  <a:pt x="3677414" y="181710"/>
                  <a:pt x="3678525" y="183124"/>
                </a:cubicBezTo>
                <a:cubicBezTo>
                  <a:pt x="3679748" y="184514"/>
                  <a:pt x="3674134" y="186224"/>
                  <a:pt x="3666104" y="186862"/>
                </a:cubicBezTo>
                <a:cubicBezTo>
                  <a:pt x="3657991" y="187500"/>
                  <a:pt x="3650489" y="186885"/>
                  <a:pt x="3649404" y="185471"/>
                </a:cubicBezTo>
                <a:cubicBezTo>
                  <a:pt x="3648238" y="184081"/>
                  <a:pt x="3653851" y="182371"/>
                  <a:pt x="3661937" y="181755"/>
                </a:cubicBezTo>
                <a:close/>
                <a:moveTo>
                  <a:pt x="5497224" y="181730"/>
                </a:moveTo>
                <a:cubicBezTo>
                  <a:pt x="5506310" y="182399"/>
                  <a:pt x="5514118" y="183761"/>
                  <a:pt x="5518522" y="185654"/>
                </a:cubicBezTo>
                <a:cubicBezTo>
                  <a:pt x="5527386" y="189460"/>
                  <a:pt x="5519106" y="194019"/>
                  <a:pt x="5499905" y="195751"/>
                </a:cubicBezTo>
                <a:cubicBezTo>
                  <a:pt x="5480705" y="197552"/>
                  <a:pt x="5458031" y="195866"/>
                  <a:pt x="5449334" y="192013"/>
                </a:cubicBezTo>
                <a:cubicBezTo>
                  <a:pt x="5440776" y="188183"/>
                  <a:pt x="5449195" y="183693"/>
                  <a:pt x="5468257" y="181961"/>
                </a:cubicBezTo>
                <a:cubicBezTo>
                  <a:pt x="5477774" y="181083"/>
                  <a:pt x="5488138" y="181060"/>
                  <a:pt x="5497224" y="181730"/>
                </a:cubicBezTo>
                <a:close/>
                <a:moveTo>
                  <a:pt x="7471777" y="181436"/>
                </a:moveTo>
                <a:cubicBezTo>
                  <a:pt x="7472361" y="181368"/>
                  <a:pt x="7473389" y="181414"/>
                  <a:pt x="7473973" y="181574"/>
                </a:cubicBezTo>
                <a:cubicBezTo>
                  <a:pt x="7474584" y="181710"/>
                  <a:pt x="7474500" y="181893"/>
                  <a:pt x="7473833" y="181983"/>
                </a:cubicBezTo>
                <a:cubicBezTo>
                  <a:pt x="7473221" y="182052"/>
                  <a:pt x="7472222" y="181983"/>
                  <a:pt x="7471638" y="181824"/>
                </a:cubicBezTo>
                <a:cubicBezTo>
                  <a:pt x="7471110" y="181664"/>
                  <a:pt x="7471110" y="181505"/>
                  <a:pt x="7471777" y="181436"/>
                </a:cubicBezTo>
                <a:close/>
                <a:moveTo>
                  <a:pt x="4562123" y="181410"/>
                </a:moveTo>
                <a:cubicBezTo>
                  <a:pt x="4569758" y="182012"/>
                  <a:pt x="4575780" y="183225"/>
                  <a:pt x="4578420" y="184901"/>
                </a:cubicBezTo>
                <a:cubicBezTo>
                  <a:pt x="4583755" y="188275"/>
                  <a:pt x="4573280" y="192332"/>
                  <a:pt x="4554996" y="193905"/>
                </a:cubicBezTo>
                <a:cubicBezTo>
                  <a:pt x="4536741" y="195501"/>
                  <a:pt x="4517651" y="193997"/>
                  <a:pt x="4512455" y="190577"/>
                </a:cubicBezTo>
                <a:cubicBezTo>
                  <a:pt x="4507398" y="187158"/>
                  <a:pt x="4518040" y="183146"/>
                  <a:pt x="4536157" y="181595"/>
                </a:cubicBezTo>
                <a:cubicBezTo>
                  <a:pt x="4545244" y="180820"/>
                  <a:pt x="4554489" y="180809"/>
                  <a:pt x="4562123" y="181410"/>
                </a:cubicBezTo>
                <a:close/>
                <a:moveTo>
                  <a:pt x="3342531" y="181277"/>
                </a:moveTo>
                <a:cubicBezTo>
                  <a:pt x="3343587" y="181186"/>
                  <a:pt x="3344587" y="181277"/>
                  <a:pt x="3344642" y="181460"/>
                </a:cubicBezTo>
                <a:cubicBezTo>
                  <a:pt x="3344781" y="181641"/>
                  <a:pt x="3343948" y="181847"/>
                  <a:pt x="3342948" y="181938"/>
                </a:cubicBezTo>
                <a:cubicBezTo>
                  <a:pt x="3341808" y="182007"/>
                  <a:pt x="3340891" y="181961"/>
                  <a:pt x="3340752" y="181755"/>
                </a:cubicBezTo>
                <a:cubicBezTo>
                  <a:pt x="3340641" y="181574"/>
                  <a:pt x="3341391" y="181368"/>
                  <a:pt x="3342531" y="181277"/>
                </a:cubicBezTo>
                <a:close/>
                <a:moveTo>
                  <a:pt x="6265167" y="181149"/>
                </a:moveTo>
                <a:cubicBezTo>
                  <a:pt x="6275588" y="181881"/>
                  <a:pt x="6285097" y="183374"/>
                  <a:pt x="6291266" y="185471"/>
                </a:cubicBezTo>
                <a:cubicBezTo>
                  <a:pt x="6303631" y="189642"/>
                  <a:pt x="6297713" y="194657"/>
                  <a:pt x="6277873" y="196595"/>
                </a:cubicBezTo>
                <a:cubicBezTo>
                  <a:pt x="6258006" y="198556"/>
                  <a:pt x="6231914" y="196709"/>
                  <a:pt x="6219771" y="192446"/>
                </a:cubicBezTo>
                <a:cubicBezTo>
                  <a:pt x="6207629" y="188252"/>
                  <a:pt x="6213936" y="183328"/>
                  <a:pt x="6233609" y="181390"/>
                </a:cubicBezTo>
                <a:cubicBezTo>
                  <a:pt x="6243418" y="180444"/>
                  <a:pt x="6254747" y="180416"/>
                  <a:pt x="6265167" y="181149"/>
                </a:cubicBezTo>
                <a:close/>
                <a:moveTo>
                  <a:pt x="6489426" y="180649"/>
                </a:moveTo>
                <a:cubicBezTo>
                  <a:pt x="6500075" y="181390"/>
                  <a:pt x="6509933" y="182894"/>
                  <a:pt x="6516503" y="184992"/>
                </a:cubicBezTo>
                <a:cubicBezTo>
                  <a:pt x="6529758" y="189232"/>
                  <a:pt x="6524673" y="194224"/>
                  <a:pt x="6505083" y="196208"/>
                </a:cubicBezTo>
                <a:cubicBezTo>
                  <a:pt x="6485383" y="198168"/>
                  <a:pt x="6458735" y="196299"/>
                  <a:pt x="6445675" y="192013"/>
                </a:cubicBezTo>
                <a:cubicBezTo>
                  <a:pt x="6432699" y="187819"/>
                  <a:pt x="6438090" y="182826"/>
                  <a:pt x="6457596" y="180889"/>
                </a:cubicBezTo>
                <a:cubicBezTo>
                  <a:pt x="6467335" y="179932"/>
                  <a:pt x="6478776" y="179909"/>
                  <a:pt x="6489426" y="180649"/>
                </a:cubicBezTo>
                <a:close/>
                <a:moveTo>
                  <a:pt x="5099078" y="180145"/>
                </a:moveTo>
                <a:cubicBezTo>
                  <a:pt x="5108289" y="180833"/>
                  <a:pt x="5115951" y="182234"/>
                  <a:pt x="5119868" y="184195"/>
                </a:cubicBezTo>
                <a:cubicBezTo>
                  <a:pt x="5127788" y="188138"/>
                  <a:pt x="5117674" y="192857"/>
                  <a:pt x="5097195" y="194703"/>
                </a:cubicBezTo>
                <a:cubicBezTo>
                  <a:pt x="5076605" y="196550"/>
                  <a:pt x="5053599" y="194817"/>
                  <a:pt x="5045929" y="190805"/>
                </a:cubicBezTo>
                <a:cubicBezTo>
                  <a:pt x="5038287" y="186816"/>
                  <a:pt x="5048596" y="182166"/>
                  <a:pt x="5068991" y="180388"/>
                </a:cubicBezTo>
                <a:cubicBezTo>
                  <a:pt x="5079106" y="179487"/>
                  <a:pt x="5089867" y="179458"/>
                  <a:pt x="5099078" y="180145"/>
                </a:cubicBezTo>
                <a:close/>
                <a:moveTo>
                  <a:pt x="7040874" y="179612"/>
                </a:moveTo>
                <a:cubicBezTo>
                  <a:pt x="7052256" y="180376"/>
                  <a:pt x="7063176" y="181926"/>
                  <a:pt x="7070957" y="184081"/>
                </a:cubicBezTo>
                <a:cubicBezTo>
                  <a:pt x="7086572" y="188435"/>
                  <a:pt x="7083710" y="193655"/>
                  <a:pt x="7064343" y="195683"/>
                </a:cubicBezTo>
                <a:cubicBezTo>
                  <a:pt x="7044864" y="197712"/>
                  <a:pt x="7016467" y="195775"/>
                  <a:pt x="7000906" y="191375"/>
                </a:cubicBezTo>
                <a:cubicBezTo>
                  <a:pt x="6985541" y="186998"/>
                  <a:pt x="6988792" y="181847"/>
                  <a:pt x="7008020" y="179864"/>
                </a:cubicBezTo>
                <a:cubicBezTo>
                  <a:pt x="7017647" y="178872"/>
                  <a:pt x="7029491" y="178849"/>
                  <a:pt x="7040874" y="179612"/>
                </a:cubicBezTo>
                <a:close/>
                <a:moveTo>
                  <a:pt x="5398645" y="179507"/>
                </a:moveTo>
                <a:cubicBezTo>
                  <a:pt x="5408182" y="180211"/>
                  <a:pt x="5416310" y="181641"/>
                  <a:pt x="5420769" y="183648"/>
                </a:cubicBezTo>
                <a:cubicBezTo>
                  <a:pt x="5429855" y="187660"/>
                  <a:pt x="5420687" y="192447"/>
                  <a:pt x="5400319" y="194316"/>
                </a:cubicBezTo>
                <a:cubicBezTo>
                  <a:pt x="5379924" y="196208"/>
                  <a:pt x="5355999" y="194430"/>
                  <a:pt x="5347190" y="190350"/>
                </a:cubicBezTo>
                <a:cubicBezTo>
                  <a:pt x="5338466" y="186315"/>
                  <a:pt x="5347774" y="181574"/>
                  <a:pt x="5368058" y="179727"/>
                </a:cubicBezTo>
                <a:cubicBezTo>
                  <a:pt x="5378159" y="178827"/>
                  <a:pt x="5389107" y="178804"/>
                  <a:pt x="5398645" y="179507"/>
                </a:cubicBezTo>
                <a:close/>
                <a:moveTo>
                  <a:pt x="5198429" y="179265"/>
                </a:moveTo>
                <a:cubicBezTo>
                  <a:pt x="5207334" y="179926"/>
                  <a:pt x="5214802" y="181276"/>
                  <a:pt x="5218706" y="183169"/>
                </a:cubicBezTo>
                <a:cubicBezTo>
                  <a:pt x="5226681" y="186930"/>
                  <a:pt x="5217289" y="191466"/>
                  <a:pt x="5197726" y="193244"/>
                </a:cubicBezTo>
                <a:cubicBezTo>
                  <a:pt x="5178110" y="195023"/>
                  <a:pt x="5155852" y="193335"/>
                  <a:pt x="5148101" y="189506"/>
                </a:cubicBezTo>
                <a:cubicBezTo>
                  <a:pt x="5140431" y="185721"/>
                  <a:pt x="5150045" y="181209"/>
                  <a:pt x="5169524" y="179499"/>
                </a:cubicBezTo>
                <a:cubicBezTo>
                  <a:pt x="5179180" y="178632"/>
                  <a:pt x="5189523" y="178603"/>
                  <a:pt x="5198429" y="179265"/>
                </a:cubicBezTo>
                <a:close/>
                <a:moveTo>
                  <a:pt x="5298756" y="178820"/>
                </a:moveTo>
                <a:cubicBezTo>
                  <a:pt x="5308053" y="179510"/>
                  <a:pt x="5315931" y="180912"/>
                  <a:pt x="5320210" y="182872"/>
                </a:cubicBezTo>
                <a:cubicBezTo>
                  <a:pt x="5328741" y="186816"/>
                  <a:pt x="5319404" y="191512"/>
                  <a:pt x="5299259" y="193359"/>
                </a:cubicBezTo>
                <a:cubicBezTo>
                  <a:pt x="5278975" y="195204"/>
                  <a:pt x="5255829" y="193450"/>
                  <a:pt x="5247437" y="189460"/>
                </a:cubicBezTo>
                <a:cubicBezTo>
                  <a:pt x="5239129" y="185494"/>
                  <a:pt x="5248661" y="180867"/>
                  <a:pt x="5268777" y="179043"/>
                </a:cubicBezTo>
                <a:cubicBezTo>
                  <a:pt x="5278739" y="178154"/>
                  <a:pt x="5289458" y="178131"/>
                  <a:pt x="5298756" y="178820"/>
                </a:cubicBezTo>
                <a:close/>
                <a:moveTo>
                  <a:pt x="5937383" y="178208"/>
                </a:moveTo>
                <a:cubicBezTo>
                  <a:pt x="5947413" y="178923"/>
                  <a:pt x="5956340" y="180376"/>
                  <a:pt x="5961800" y="182394"/>
                </a:cubicBezTo>
                <a:cubicBezTo>
                  <a:pt x="5972804" y="186497"/>
                  <a:pt x="5965690" y="191375"/>
                  <a:pt x="5945795" y="193289"/>
                </a:cubicBezTo>
                <a:cubicBezTo>
                  <a:pt x="5925762" y="195227"/>
                  <a:pt x="5900698" y="193380"/>
                  <a:pt x="5889889" y="189255"/>
                </a:cubicBezTo>
                <a:cubicBezTo>
                  <a:pt x="5879136" y="185152"/>
                  <a:pt x="5886610" y="180342"/>
                  <a:pt x="5906339" y="178450"/>
                </a:cubicBezTo>
                <a:cubicBezTo>
                  <a:pt x="5916217" y="177516"/>
                  <a:pt x="5927352" y="177493"/>
                  <a:pt x="5937383" y="178208"/>
                </a:cubicBezTo>
                <a:close/>
                <a:moveTo>
                  <a:pt x="7138922" y="176695"/>
                </a:moveTo>
                <a:cubicBezTo>
                  <a:pt x="7148564" y="175715"/>
                  <a:pt x="7162707" y="176650"/>
                  <a:pt x="7170766" y="178815"/>
                </a:cubicBezTo>
                <a:cubicBezTo>
                  <a:pt x="7178823" y="180981"/>
                  <a:pt x="7177546" y="183579"/>
                  <a:pt x="7167931" y="184582"/>
                </a:cubicBezTo>
                <a:cubicBezTo>
                  <a:pt x="7158261" y="185608"/>
                  <a:pt x="7144007" y="184650"/>
                  <a:pt x="7136032" y="182462"/>
                </a:cubicBezTo>
                <a:cubicBezTo>
                  <a:pt x="7128002" y="180251"/>
                  <a:pt x="7129363" y="177675"/>
                  <a:pt x="7138922" y="176695"/>
                </a:cubicBezTo>
                <a:close/>
                <a:moveTo>
                  <a:pt x="4334642" y="176427"/>
                </a:moveTo>
                <a:cubicBezTo>
                  <a:pt x="4341894" y="176996"/>
                  <a:pt x="4347487" y="178153"/>
                  <a:pt x="4349709" y="179772"/>
                </a:cubicBezTo>
                <a:cubicBezTo>
                  <a:pt x="4354266" y="183055"/>
                  <a:pt x="4343457" y="186930"/>
                  <a:pt x="4325534" y="188411"/>
                </a:cubicBezTo>
                <a:cubicBezTo>
                  <a:pt x="4307668" y="189939"/>
                  <a:pt x="4289524" y="188502"/>
                  <a:pt x="4285272" y="185220"/>
                </a:cubicBezTo>
                <a:cubicBezTo>
                  <a:pt x="4280938" y="181937"/>
                  <a:pt x="4291885" y="178085"/>
                  <a:pt x="4309613" y="176604"/>
                </a:cubicBezTo>
                <a:cubicBezTo>
                  <a:pt x="4318477" y="175874"/>
                  <a:pt x="4327389" y="175857"/>
                  <a:pt x="4334642" y="176427"/>
                </a:cubicBezTo>
                <a:close/>
                <a:moveTo>
                  <a:pt x="3894072" y="176162"/>
                </a:moveTo>
                <a:cubicBezTo>
                  <a:pt x="3900075" y="176649"/>
                  <a:pt x="3904500" y="177640"/>
                  <a:pt x="3905931" y="179020"/>
                </a:cubicBezTo>
                <a:cubicBezTo>
                  <a:pt x="3908764" y="181778"/>
                  <a:pt x="3898373" y="185083"/>
                  <a:pt x="3882701" y="186314"/>
                </a:cubicBezTo>
                <a:cubicBezTo>
                  <a:pt x="3866974" y="187659"/>
                  <a:pt x="3851997" y="186406"/>
                  <a:pt x="3849274" y="183647"/>
                </a:cubicBezTo>
                <a:cubicBezTo>
                  <a:pt x="3846662" y="180866"/>
                  <a:pt x="3857165" y="177606"/>
                  <a:pt x="3872754" y="176330"/>
                </a:cubicBezTo>
                <a:cubicBezTo>
                  <a:pt x="3880492" y="175692"/>
                  <a:pt x="3888071" y="175675"/>
                  <a:pt x="3894072" y="176162"/>
                </a:cubicBezTo>
                <a:close/>
                <a:moveTo>
                  <a:pt x="4661537" y="175216"/>
                </a:moveTo>
                <a:cubicBezTo>
                  <a:pt x="4669289" y="175817"/>
                  <a:pt x="4675492" y="177037"/>
                  <a:pt x="4678313" y="178724"/>
                </a:cubicBezTo>
                <a:cubicBezTo>
                  <a:pt x="4683842" y="182120"/>
                  <a:pt x="4673672" y="186178"/>
                  <a:pt x="4655444" y="187728"/>
                </a:cubicBezTo>
                <a:cubicBezTo>
                  <a:pt x="4637134" y="189323"/>
                  <a:pt x="4617849" y="187819"/>
                  <a:pt x="4612403" y="184377"/>
                </a:cubicBezTo>
                <a:cubicBezTo>
                  <a:pt x="4607013" y="180957"/>
                  <a:pt x="4617349" y="176946"/>
                  <a:pt x="4635465" y="175419"/>
                </a:cubicBezTo>
                <a:cubicBezTo>
                  <a:pt x="4644483" y="174632"/>
                  <a:pt x="4653784" y="174615"/>
                  <a:pt x="4661537" y="175216"/>
                </a:cubicBezTo>
                <a:close/>
                <a:moveTo>
                  <a:pt x="3549651" y="175031"/>
                </a:moveTo>
                <a:cubicBezTo>
                  <a:pt x="3553264" y="174757"/>
                  <a:pt x="3556597" y="175031"/>
                  <a:pt x="3556986" y="175646"/>
                </a:cubicBezTo>
                <a:cubicBezTo>
                  <a:pt x="3557514" y="176262"/>
                  <a:pt x="3554931" y="176969"/>
                  <a:pt x="3551290" y="177265"/>
                </a:cubicBezTo>
                <a:cubicBezTo>
                  <a:pt x="3547706" y="177562"/>
                  <a:pt x="3544455" y="177265"/>
                  <a:pt x="3543955" y="176672"/>
                </a:cubicBezTo>
                <a:cubicBezTo>
                  <a:pt x="3543538" y="176057"/>
                  <a:pt x="3546122" y="175350"/>
                  <a:pt x="3549651" y="175031"/>
                </a:cubicBezTo>
                <a:close/>
                <a:moveTo>
                  <a:pt x="6830189" y="174592"/>
                </a:moveTo>
                <a:cubicBezTo>
                  <a:pt x="6841196" y="175339"/>
                  <a:pt x="6851623" y="176855"/>
                  <a:pt x="6858862" y="178975"/>
                </a:cubicBezTo>
                <a:cubicBezTo>
                  <a:pt x="6873450" y="183214"/>
                  <a:pt x="6869726" y="188275"/>
                  <a:pt x="6850442" y="190258"/>
                </a:cubicBezTo>
                <a:cubicBezTo>
                  <a:pt x="6831047" y="192241"/>
                  <a:pt x="6803538" y="190349"/>
                  <a:pt x="6789062" y="186064"/>
                </a:cubicBezTo>
                <a:cubicBezTo>
                  <a:pt x="6774751" y="181801"/>
                  <a:pt x="6778836" y="176786"/>
                  <a:pt x="6798036" y="174826"/>
                </a:cubicBezTo>
                <a:cubicBezTo>
                  <a:pt x="6807595" y="173869"/>
                  <a:pt x="6819182" y="173846"/>
                  <a:pt x="6830189" y="174592"/>
                </a:cubicBezTo>
                <a:close/>
                <a:moveTo>
                  <a:pt x="7267435" y="173549"/>
                </a:moveTo>
                <a:cubicBezTo>
                  <a:pt x="7268213" y="173458"/>
                  <a:pt x="7269408" y="173549"/>
                  <a:pt x="7270131" y="173754"/>
                </a:cubicBezTo>
                <a:cubicBezTo>
                  <a:pt x="7270853" y="173936"/>
                  <a:pt x="7270741" y="174119"/>
                  <a:pt x="7269992" y="174210"/>
                </a:cubicBezTo>
                <a:cubicBezTo>
                  <a:pt x="7269074" y="174302"/>
                  <a:pt x="7267880" y="174210"/>
                  <a:pt x="7267185" y="174028"/>
                </a:cubicBezTo>
                <a:cubicBezTo>
                  <a:pt x="7266518" y="173869"/>
                  <a:pt x="7266629" y="173640"/>
                  <a:pt x="7267435" y="173549"/>
                </a:cubicBezTo>
                <a:close/>
                <a:moveTo>
                  <a:pt x="4116699" y="173426"/>
                </a:moveTo>
                <a:cubicBezTo>
                  <a:pt x="4125132" y="174096"/>
                  <a:pt x="4131474" y="175463"/>
                  <a:pt x="4133752" y="177378"/>
                </a:cubicBezTo>
                <a:cubicBezTo>
                  <a:pt x="4138392" y="181209"/>
                  <a:pt x="4124833" y="185767"/>
                  <a:pt x="4103410" y="187545"/>
                </a:cubicBezTo>
                <a:cubicBezTo>
                  <a:pt x="4081875" y="189323"/>
                  <a:pt x="4060896" y="187659"/>
                  <a:pt x="4056451" y="183784"/>
                </a:cubicBezTo>
                <a:cubicBezTo>
                  <a:pt x="4052087" y="179932"/>
                  <a:pt x="4065870" y="175419"/>
                  <a:pt x="4087099" y="173663"/>
                </a:cubicBezTo>
                <a:cubicBezTo>
                  <a:pt x="4097742" y="172785"/>
                  <a:pt x="4108265" y="172757"/>
                  <a:pt x="4116699" y="173426"/>
                </a:cubicBezTo>
                <a:close/>
                <a:moveTo>
                  <a:pt x="6170144" y="172765"/>
                </a:moveTo>
                <a:cubicBezTo>
                  <a:pt x="6180349" y="173480"/>
                  <a:pt x="6189595" y="174939"/>
                  <a:pt x="6195485" y="176968"/>
                </a:cubicBezTo>
                <a:cubicBezTo>
                  <a:pt x="6207350" y="181071"/>
                  <a:pt x="6201126" y="185950"/>
                  <a:pt x="6181508" y="187864"/>
                </a:cubicBezTo>
                <a:cubicBezTo>
                  <a:pt x="6161808" y="189779"/>
                  <a:pt x="6136328" y="187978"/>
                  <a:pt x="6124602" y="183807"/>
                </a:cubicBezTo>
                <a:cubicBezTo>
                  <a:pt x="6113015" y="179726"/>
                  <a:pt x="6119516" y="174894"/>
                  <a:pt x="6139051" y="173025"/>
                </a:cubicBezTo>
                <a:cubicBezTo>
                  <a:pt x="6148776" y="172078"/>
                  <a:pt x="6159939" y="172050"/>
                  <a:pt x="6170144" y="172765"/>
                </a:cubicBezTo>
                <a:close/>
                <a:moveTo>
                  <a:pt x="5840086" y="172672"/>
                </a:moveTo>
                <a:cubicBezTo>
                  <a:pt x="5849655" y="173350"/>
                  <a:pt x="5858116" y="174734"/>
                  <a:pt x="5863214" y="176672"/>
                </a:cubicBezTo>
                <a:cubicBezTo>
                  <a:pt x="5873412" y="180570"/>
                  <a:pt x="5866215" y="185221"/>
                  <a:pt x="5846904" y="187067"/>
                </a:cubicBezTo>
                <a:cubicBezTo>
                  <a:pt x="5827703" y="188845"/>
                  <a:pt x="5803779" y="187135"/>
                  <a:pt x="5793665" y="183214"/>
                </a:cubicBezTo>
                <a:cubicBezTo>
                  <a:pt x="5783661" y="179294"/>
                  <a:pt x="5791137" y="174689"/>
                  <a:pt x="5810309" y="172911"/>
                </a:cubicBezTo>
                <a:cubicBezTo>
                  <a:pt x="5819840" y="172022"/>
                  <a:pt x="5830517" y="171994"/>
                  <a:pt x="5840086" y="172672"/>
                </a:cubicBezTo>
                <a:close/>
                <a:moveTo>
                  <a:pt x="6615518" y="171497"/>
                </a:moveTo>
                <a:cubicBezTo>
                  <a:pt x="6626274" y="172232"/>
                  <a:pt x="6636305" y="173731"/>
                  <a:pt x="6643071" y="175829"/>
                </a:cubicBezTo>
                <a:cubicBezTo>
                  <a:pt x="6656799" y="179977"/>
                  <a:pt x="6652269" y="184992"/>
                  <a:pt x="6632762" y="186930"/>
                </a:cubicBezTo>
                <a:cubicBezTo>
                  <a:pt x="6613284" y="188913"/>
                  <a:pt x="6586387" y="187066"/>
                  <a:pt x="6572827" y="182804"/>
                </a:cubicBezTo>
                <a:cubicBezTo>
                  <a:pt x="6559406" y="178609"/>
                  <a:pt x="6564296" y="173663"/>
                  <a:pt x="6583609" y="171748"/>
                </a:cubicBezTo>
                <a:cubicBezTo>
                  <a:pt x="6593278" y="170790"/>
                  <a:pt x="6604760" y="170762"/>
                  <a:pt x="6615518" y="171497"/>
                </a:cubicBezTo>
                <a:close/>
                <a:moveTo>
                  <a:pt x="6395890" y="170714"/>
                </a:moveTo>
                <a:cubicBezTo>
                  <a:pt x="6406407" y="171441"/>
                  <a:pt x="6416083" y="172922"/>
                  <a:pt x="6422446" y="174986"/>
                </a:cubicBezTo>
                <a:cubicBezTo>
                  <a:pt x="6435284" y="179112"/>
                  <a:pt x="6429837" y="184081"/>
                  <a:pt x="6410248" y="186019"/>
                </a:cubicBezTo>
                <a:cubicBezTo>
                  <a:pt x="6390548" y="187956"/>
                  <a:pt x="6364262" y="186109"/>
                  <a:pt x="6351646" y="181893"/>
                </a:cubicBezTo>
                <a:cubicBezTo>
                  <a:pt x="6339086" y="177767"/>
                  <a:pt x="6344727" y="172843"/>
                  <a:pt x="6364289" y="170974"/>
                </a:cubicBezTo>
                <a:cubicBezTo>
                  <a:pt x="6374014" y="170016"/>
                  <a:pt x="6385372" y="169987"/>
                  <a:pt x="6395890" y="170714"/>
                </a:cubicBezTo>
                <a:close/>
                <a:moveTo>
                  <a:pt x="3758911" y="169993"/>
                </a:moveTo>
                <a:cubicBezTo>
                  <a:pt x="3766387" y="169401"/>
                  <a:pt x="3773444" y="169970"/>
                  <a:pt x="3774557" y="171293"/>
                </a:cubicBezTo>
                <a:cubicBezTo>
                  <a:pt x="3775834" y="172592"/>
                  <a:pt x="3770639" y="174142"/>
                  <a:pt x="3763164" y="174735"/>
                </a:cubicBezTo>
                <a:cubicBezTo>
                  <a:pt x="3755661" y="175350"/>
                  <a:pt x="3748575" y="174757"/>
                  <a:pt x="3747408" y="173481"/>
                </a:cubicBezTo>
                <a:cubicBezTo>
                  <a:pt x="3746214" y="172159"/>
                  <a:pt x="3751382" y="170586"/>
                  <a:pt x="3758911" y="169993"/>
                </a:cubicBezTo>
                <a:close/>
                <a:moveTo>
                  <a:pt x="4761821" y="169580"/>
                </a:moveTo>
                <a:cubicBezTo>
                  <a:pt x="4770168" y="170222"/>
                  <a:pt x="4776900" y="171520"/>
                  <a:pt x="4780011" y="173322"/>
                </a:cubicBezTo>
                <a:cubicBezTo>
                  <a:pt x="4786346" y="176923"/>
                  <a:pt x="4775816" y="181254"/>
                  <a:pt x="4756421" y="182941"/>
                </a:cubicBezTo>
                <a:cubicBezTo>
                  <a:pt x="4736943" y="184650"/>
                  <a:pt x="4715991" y="183055"/>
                  <a:pt x="4709933" y="179385"/>
                </a:cubicBezTo>
                <a:cubicBezTo>
                  <a:pt x="4703876" y="175760"/>
                  <a:pt x="4714602" y="171453"/>
                  <a:pt x="4733942" y="169789"/>
                </a:cubicBezTo>
                <a:cubicBezTo>
                  <a:pt x="4743514" y="168956"/>
                  <a:pt x="4753475" y="168939"/>
                  <a:pt x="4761821" y="169580"/>
                </a:cubicBezTo>
                <a:close/>
                <a:moveTo>
                  <a:pt x="4433392" y="168441"/>
                </a:moveTo>
                <a:cubicBezTo>
                  <a:pt x="4440891" y="169025"/>
                  <a:pt x="4446740" y="170210"/>
                  <a:pt x="4449158" y="171862"/>
                </a:cubicBezTo>
                <a:cubicBezTo>
                  <a:pt x="4454103" y="175167"/>
                  <a:pt x="4443294" y="179134"/>
                  <a:pt x="4425094" y="180684"/>
                </a:cubicBezTo>
                <a:cubicBezTo>
                  <a:pt x="4406810" y="182212"/>
                  <a:pt x="4388054" y="180776"/>
                  <a:pt x="4383331" y="177402"/>
                </a:cubicBezTo>
                <a:cubicBezTo>
                  <a:pt x="4378607" y="174074"/>
                  <a:pt x="4389583" y="170130"/>
                  <a:pt x="4407727" y="168625"/>
                </a:cubicBezTo>
                <a:cubicBezTo>
                  <a:pt x="4416744" y="167873"/>
                  <a:pt x="4425893" y="167857"/>
                  <a:pt x="4433392" y="168441"/>
                </a:cubicBezTo>
                <a:close/>
                <a:moveTo>
                  <a:pt x="3439144" y="168238"/>
                </a:moveTo>
                <a:cubicBezTo>
                  <a:pt x="3439589" y="168215"/>
                  <a:pt x="3439922" y="168238"/>
                  <a:pt x="3440006" y="168306"/>
                </a:cubicBezTo>
                <a:cubicBezTo>
                  <a:pt x="3440061" y="168374"/>
                  <a:pt x="3439783" y="168466"/>
                  <a:pt x="3439339" y="168512"/>
                </a:cubicBezTo>
                <a:cubicBezTo>
                  <a:pt x="3438894" y="168533"/>
                  <a:pt x="3438561" y="168512"/>
                  <a:pt x="3438478" y="168443"/>
                </a:cubicBezTo>
                <a:cubicBezTo>
                  <a:pt x="3438423" y="168374"/>
                  <a:pt x="3438700" y="168283"/>
                  <a:pt x="3439144" y="168238"/>
                </a:cubicBezTo>
                <a:close/>
                <a:moveTo>
                  <a:pt x="6949251" y="167582"/>
                </a:moveTo>
                <a:cubicBezTo>
                  <a:pt x="6959400" y="168260"/>
                  <a:pt x="6969091" y="169640"/>
                  <a:pt x="6975954" y="171566"/>
                </a:cubicBezTo>
                <a:cubicBezTo>
                  <a:pt x="6989625" y="175419"/>
                  <a:pt x="6986763" y="180046"/>
                  <a:pt x="6969230" y="181847"/>
                </a:cubicBezTo>
                <a:cubicBezTo>
                  <a:pt x="6951669" y="183647"/>
                  <a:pt x="6926300" y="181938"/>
                  <a:pt x="6912712" y="178040"/>
                </a:cubicBezTo>
                <a:cubicBezTo>
                  <a:pt x="6899179" y="174142"/>
                  <a:pt x="6902375" y="169583"/>
                  <a:pt x="6919797" y="167805"/>
                </a:cubicBezTo>
                <a:cubicBezTo>
                  <a:pt x="6928494" y="166927"/>
                  <a:pt x="6939102" y="166905"/>
                  <a:pt x="6949251" y="167582"/>
                </a:cubicBezTo>
                <a:close/>
                <a:moveTo>
                  <a:pt x="5743464" y="167505"/>
                </a:moveTo>
                <a:cubicBezTo>
                  <a:pt x="5753290" y="168209"/>
                  <a:pt x="5761918" y="169640"/>
                  <a:pt x="5767017" y="171634"/>
                </a:cubicBezTo>
                <a:cubicBezTo>
                  <a:pt x="5777270" y="175669"/>
                  <a:pt x="5769462" y="180433"/>
                  <a:pt x="5749484" y="182302"/>
                </a:cubicBezTo>
                <a:cubicBezTo>
                  <a:pt x="5729339" y="184194"/>
                  <a:pt x="5704747" y="182394"/>
                  <a:pt x="5694689" y="178359"/>
                </a:cubicBezTo>
                <a:cubicBezTo>
                  <a:pt x="5684658" y="174324"/>
                  <a:pt x="5692744" y="169583"/>
                  <a:pt x="5712721" y="167736"/>
                </a:cubicBezTo>
                <a:cubicBezTo>
                  <a:pt x="5722614" y="166824"/>
                  <a:pt x="5733638" y="166802"/>
                  <a:pt x="5743464" y="167505"/>
                </a:cubicBezTo>
                <a:close/>
                <a:moveTo>
                  <a:pt x="7381443" y="167281"/>
                </a:moveTo>
                <a:cubicBezTo>
                  <a:pt x="7381749" y="167235"/>
                  <a:pt x="7382193" y="167258"/>
                  <a:pt x="7382471" y="167327"/>
                </a:cubicBezTo>
                <a:cubicBezTo>
                  <a:pt x="7382777" y="167394"/>
                  <a:pt x="7382749" y="167486"/>
                  <a:pt x="7382471" y="167554"/>
                </a:cubicBezTo>
                <a:cubicBezTo>
                  <a:pt x="7382110" y="167577"/>
                  <a:pt x="7381665" y="167554"/>
                  <a:pt x="7381359" y="167463"/>
                </a:cubicBezTo>
                <a:cubicBezTo>
                  <a:pt x="7381081" y="167394"/>
                  <a:pt x="7381138" y="167303"/>
                  <a:pt x="7381443" y="167281"/>
                </a:cubicBezTo>
                <a:close/>
                <a:moveTo>
                  <a:pt x="3987290" y="166674"/>
                </a:moveTo>
                <a:cubicBezTo>
                  <a:pt x="3991930" y="167047"/>
                  <a:pt x="3995361" y="167805"/>
                  <a:pt x="3996486" y="168853"/>
                </a:cubicBezTo>
                <a:cubicBezTo>
                  <a:pt x="3998821" y="170973"/>
                  <a:pt x="3991040" y="173435"/>
                  <a:pt x="3979147" y="174438"/>
                </a:cubicBezTo>
                <a:cubicBezTo>
                  <a:pt x="3967199" y="175419"/>
                  <a:pt x="3955668" y="174484"/>
                  <a:pt x="3953390" y="172364"/>
                </a:cubicBezTo>
                <a:cubicBezTo>
                  <a:pt x="3951167" y="170244"/>
                  <a:pt x="3959031" y="167782"/>
                  <a:pt x="3970839" y="166802"/>
                </a:cubicBezTo>
                <a:cubicBezTo>
                  <a:pt x="3976800" y="166312"/>
                  <a:pt x="3982649" y="166300"/>
                  <a:pt x="3987290" y="166674"/>
                </a:cubicBezTo>
                <a:close/>
                <a:moveTo>
                  <a:pt x="7056090" y="165776"/>
                </a:moveTo>
                <a:cubicBezTo>
                  <a:pt x="7060286" y="165320"/>
                  <a:pt x="7066483" y="165753"/>
                  <a:pt x="7069928" y="166688"/>
                </a:cubicBezTo>
                <a:cubicBezTo>
                  <a:pt x="7073290" y="167622"/>
                  <a:pt x="7072679" y="168739"/>
                  <a:pt x="7068427" y="169172"/>
                </a:cubicBezTo>
                <a:cubicBezTo>
                  <a:pt x="7064232" y="169605"/>
                  <a:pt x="7058035" y="169195"/>
                  <a:pt x="7054646" y="168260"/>
                </a:cubicBezTo>
                <a:cubicBezTo>
                  <a:pt x="7051199" y="167303"/>
                  <a:pt x="7051895" y="166209"/>
                  <a:pt x="7056090" y="165776"/>
                </a:cubicBezTo>
                <a:close/>
                <a:moveTo>
                  <a:pt x="6074687" y="165503"/>
                </a:moveTo>
                <a:cubicBezTo>
                  <a:pt x="6084408" y="166186"/>
                  <a:pt x="6093146" y="167577"/>
                  <a:pt x="6098621" y="169515"/>
                </a:cubicBezTo>
                <a:cubicBezTo>
                  <a:pt x="6109736" y="173413"/>
                  <a:pt x="6103429" y="178040"/>
                  <a:pt x="6084395" y="179841"/>
                </a:cubicBezTo>
                <a:cubicBezTo>
                  <a:pt x="6065361" y="181665"/>
                  <a:pt x="6041075" y="179955"/>
                  <a:pt x="6030183" y="176011"/>
                </a:cubicBezTo>
                <a:cubicBezTo>
                  <a:pt x="6019346" y="172113"/>
                  <a:pt x="6025987" y="167508"/>
                  <a:pt x="6044854" y="165731"/>
                </a:cubicBezTo>
                <a:cubicBezTo>
                  <a:pt x="6054261" y="164841"/>
                  <a:pt x="6064965" y="164819"/>
                  <a:pt x="6074687" y="165503"/>
                </a:cubicBezTo>
                <a:close/>
                <a:moveTo>
                  <a:pt x="4860699" y="165368"/>
                </a:moveTo>
                <a:cubicBezTo>
                  <a:pt x="4869061" y="165998"/>
                  <a:pt x="4875875" y="167280"/>
                  <a:pt x="4879181" y="169058"/>
                </a:cubicBezTo>
                <a:cubicBezTo>
                  <a:pt x="4885656" y="172660"/>
                  <a:pt x="4875486" y="176945"/>
                  <a:pt x="4856285" y="178633"/>
                </a:cubicBezTo>
                <a:cubicBezTo>
                  <a:pt x="4837029" y="180297"/>
                  <a:pt x="4816190" y="178701"/>
                  <a:pt x="4809743" y="175076"/>
                </a:cubicBezTo>
                <a:cubicBezTo>
                  <a:pt x="4803407" y="171498"/>
                  <a:pt x="4813800" y="167235"/>
                  <a:pt x="4832945" y="165593"/>
                </a:cubicBezTo>
                <a:cubicBezTo>
                  <a:pt x="4842434" y="164761"/>
                  <a:pt x="4852340" y="164738"/>
                  <a:pt x="4860699" y="165368"/>
                </a:cubicBezTo>
                <a:close/>
                <a:moveTo>
                  <a:pt x="4213684" y="164251"/>
                </a:moveTo>
                <a:cubicBezTo>
                  <a:pt x="4222044" y="164904"/>
                  <a:pt x="4228421" y="166231"/>
                  <a:pt x="4230838" y="168078"/>
                </a:cubicBezTo>
                <a:cubicBezTo>
                  <a:pt x="4235618" y="171817"/>
                  <a:pt x="4222614" y="176262"/>
                  <a:pt x="4201774" y="178040"/>
                </a:cubicBezTo>
                <a:cubicBezTo>
                  <a:pt x="4180739" y="179772"/>
                  <a:pt x="4159955" y="178131"/>
                  <a:pt x="4155315" y="174347"/>
                </a:cubicBezTo>
                <a:cubicBezTo>
                  <a:pt x="4150702" y="170586"/>
                  <a:pt x="4163873" y="166186"/>
                  <a:pt x="4184630" y="164477"/>
                </a:cubicBezTo>
                <a:cubicBezTo>
                  <a:pt x="4194980" y="163622"/>
                  <a:pt x="4205323" y="163599"/>
                  <a:pt x="4213684" y="164251"/>
                </a:cubicBezTo>
                <a:close/>
                <a:moveTo>
                  <a:pt x="5646038" y="163693"/>
                </a:moveTo>
                <a:cubicBezTo>
                  <a:pt x="5655600" y="164374"/>
                  <a:pt x="5663916" y="165764"/>
                  <a:pt x="5668736" y="167714"/>
                </a:cubicBezTo>
                <a:cubicBezTo>
                  <a:pt x="5678489" y="171634"/>
                  <a:pt x="5670404" y="176307"/>
                  <a:pt x="5650758" y="178108"/>
                </a:cubicBezTo>
                <a:cubicBezTo>
                  <a:pt x="5630919" y="179954"/>
                  <a:pt x="5606966" y="178222"/>
                  <a:pt x="5597464" y="174256"/>
                </a:cubicBezTo>
                <a:cubicBezTo>
                  <a:pt x="5587933" y="170312"/>
                  <a:pt x="5596268" y="165707"/>
                  <a:pt x="5615858" y="163929"/>
                </a:cubicBezTo>
                <a:cubicBezTo>
                  <a:pt x="5625667" y="163040"/>
                  <a:pt x="5636476" y="163012"/>
                  <a:pt x="5646038" y="163693"/>
                </a:cubicBezTo>
                <a:close/>
                <a:moveTo>
                  <a:pt x="6738654" y="162838"/>
                </a:moveTo>
                <a:cubicBezTo>
                  <a:pt x="6749675" y="163576"/>
                  <a:pt x="6760053" y="165081"/>
                  <a:pt x="6767222" y="167189"/>
                </a:cubicBezTo>
                <a:cubicBezTo>
                  <a:pt x="6781615" y="171407"/>
                  <a:pt x="6777475" y="176490"/>
                  <a:pt x="6757857" y="178473"/>
                </a:cubicBezTo>
                <a:cubicBezTo>
                  <a:pt x="6738212" y="180456"/>
                  <a:pt x="6710565" y="178587"/>
                  <a:pt x="6696394" y="174279"/>
                </a:cubicBezTo>
                <a:cubicBezTo>
                  <a:pt x="6682251" y="170016"/>
                  <a:pt x="6686807" y="165024"/>
                  <a:pt x="6706230" y="163086"/>
                </a:cubicBezTo>
                <a:cubicBezTo>
                  <a:pt x="6715969" y="162129"/>
                  <a:pt x="6727633" y="162100"/>
                  <a:pt x="6738654" y="162838"/>
                </a:cubicBezTo>
                <a:close/>
                <a:moveTo>
                  <a:pt x="4959478" y="161983"/>
                </a:moveTo>
                <a:cubicBezTo>
                  <a:pt x="4967967" y="162613"/>
                  <a:pt x="4974935" y="163895"/>
                  <a:pt x="4978380" y="165685"/>
                </a:cubicBezTo>
                <a:cubicBezTo>
                  <a:pt x="4985326" y="169309"/>
                  <a:pt x="4975407" y="173640"/>
                  <a:pt x="4956179" y="175327"/>
                </a:cubicBezTo>
                <a:cubicBezTo>
                  <a:pt x="4936923" y="176991"/>
                  <a:pt x="4915750" y="175395"/>
                  <a:pt x="4908997" y="171748"/>
                </a:cubicBezTo>
                <a:cubicBezTo>
                  <a:pt x="4902272" y="168124"/>
                  <a:pt x="4912387" y="163861"/>
                  <a:pt x="4931448" y="162197"/>
                </a:cubicBezTo>
                <a:cubicBezTo>
                  <a:pt x="4940979" y="161376"/>
                  <a:pt x="4950990" y="161353"/>
                  <a:pt x="4959478" y="161983"/>
                </a:cubicBezTo>
                <a:close/>
                <a:moveTo>
                  <a:pt x="6301998" y="161837"/>
                </a:moveTo>
                <a:cubicBezTo>
                  <a:pt x="6312105" y="162533"/>
                  <a:pt x="6321344" y="163952"/>
                  <a:pt x="6327333" y="165935"/>
                </a:cubicBezTo>
                <a:cubicBezTo>
                  <a:pt x="6339364" y="169902"/>
                  <a:pt x="6333807" y="174666"/>
                  <a:pt x="6314690" y="176535"/>
                </a:cubicBezTo>
                <a:cubicBezTo>
                  <a:pt x="6295629" y="178359"/>
                  <a:pt x="6270343" y="176626"/>
                  <a:pt x="6258422" y="172592"/>
                </a:cubicBezTo>
                <a:cubicBezTo>
                  <a:pt x="6246558" y="168602"/>
                  <a:pt x="6252559" y="163884"/>
                  <a:pt x="6271454" y="162083"/>
                </a:cubicBezTo>
                <a:cubicBezTo>
                  <a:pt x="6280915" y="161171"/>
                  <a:pt x="6291891" y="161142"/>
                  <a:pt x="6301998" y="161837"/>
                </a:cubicBezTo>
                <a:close/>
                <a:moveTo>
                  <a:pt x="3644931" y="161490"/>
                </a:moveTo>
                <a:cubicBezTo>
                  <a:pt x="3652795" y="160852"/>
                  <a:pt x="3660213" y="161445"/>
                  <a:pt x="3661270" y="162790"/>
                </a:cubicBezTo>
                <a:cubicBezTo>
                  <a:pt x="3662409" y="164203"/>
                  <a:pt x="3656879" y="165798"/>
                  <a:pt x="3648960" y="166414"/>
                </a:cubicBezTo>
                <a:cubicBezTo>
                  <a:pt x="3641013" y="167029"/>
                  <a:pt x="3633678" y="166460"/>
                  <a:pt x="3632594" y="165069"/>
                </a:cubicBezTo>
                <a:cubicBezTo>
                  <a:pt x="3631483" y="163702"/>
                  <a:pt x="3637039" y="162083"/>
                  <a:pt x="3644931" y="161490"/>
                </a:cubicBezTo>
                <a:close/>
                <a:moveTo>
                  <a:pt x="4531690" y="161405"/>
                </a:moveTo>
                <a:cubicBezTo>
                  <a:pt x="4539359" y="161992"/>
                  <a:pt x="4545409" y="163189"/>
                  <a:pt x="4548049" y="164865"/>
                </a:cubicBezTo>
                <a:cubicBezTo>
                  <a:pt x="4553273" y="168238"/>
                  <a:pt x="4542659" y="172205"/>
                  <a:pt x="4524291" y="173800"/>
                </a:cubicBezTo>
                <a:cubicBezTo>
                  <a:pt x="4505841" y="175350"/>
                  <a:pt x="4486669" y="173869"/>
                  <a:pt x="4481556" y="170495"/>
                </a:cubicBezTo>
                <a:cubicBezTo>
                  <a:pt x="4476499" y="167121"/>
                  <a:pt x="4487308" y="163132"/>
                  <a:pt x="4505619" y="161605"/>
                </a:cubicBezTo>
                <a:cubicBezTo>
                  <a:pt x="4514733" y="160841"/>
                  <a:pt x="4524020" y="160818"/>
                  <a:pt x="4531690" y="161405"/>
                </a:cubicBezTo>
                <a:close/>
                <a:moveTo>
                  <a:pt x="6523075" y="161023"/>
                </a:moveTo>
                <a:cubicBezTo>
                  <a:pt x="6533767" y="161753"/>
                  <a:pt x="6543694" y="163234"/>
                  <a:pt x="6550348" y="165298"/>
                </a:cubicBezTo>
                <a:cubicBezTo>
                  <a:pt x="6563769" y="169424"/>
                  <a:pt x="6558768" y="174393"/>
                  <a:pt x="6539178" y="176330"/>
                </a:cubicBezTo>
                <a:cubicBezTo>
                  <a:pt x="6519533" y="178290"/>
                  <a:pt x="6492830" y="176444"/>
                  <a:pt x="6479632" y="172227"/>
                </a:cubicBezTo>
                <a:cubicBezTo>
                  <a:pt x="6466461" y="168056"/>
                  <a:pt x="6471795" y="163177"/>
                  <a:pt x="6491219" y="161263"/>
                </a:cubicBezTo>
                <a:cubicBezTo>
                  <a:pt x="6500929" y="160317"/>
                  <a:pt x="6512385" y="160294"/>
                  <a:pt x="6523075" y="161023"/>
                </a:cubicBezTo>
                <a:close/>
                <a:moveTo>
                  <a:pt x="5548869" y="160513"/>
                </a:moveTo>
                <a:cubicBezTo>
                  <a:pt x="5558515" y="161206"/>
                  <a:pt x="5566843" y="162619"/>
                  <a:pt x="5571623" y="164591"/>
                </a:cubicBezTo>
                <a:cubicBezTo>
                  <a:pt x="5581153" y="168558"/>
                  <a:pt x="5572706" y="173298"/>
                  <a:pt x="5552422" y="175146"/>
                </a:cubicBezTo>
                <a:cubicBezTo>
                  <a:pt x="5532082" y="177014"/>
                  <a:pt x="5508019" y="175236"/>
                  <a:pt x="5498571" y="171224"/>
                </a:cubicBezTo>
                <a:cubicBezTo>
                  <a:pt x="5489318" y="167235"/>
                  <a:pt x="5498127" y="162563"/>
                  <a:pt x="5518216" y="160761"/>
                </a:cubicBezTo>
                <a:cubicBezTo>
                  <a:pt x="5528261" y="159849"/>
                  <a:pt x="5539223" y="159821"/>
                  <a:pt x="5548869" y="160513"/>
                </a:cubicBezTo>
                <a:close/>
                <a:moveTo>
                  <a:pt x="7176712" y="160191"/>
                </a:moveTo>
                <a:cubicBezTo>
                  <a:pt x="7177546" y="160100"/>
                  <a:pt x="7178685" y="160168"/>
                  <a:pt x="7179407" y="160374"/>
                </a:cubicBezTo>
                <a:cubicBezTo>
                  <a:pt x="7180073" y="160579"/>
                  <a:pt x="7179935" y="160761"/>
                  <a:pt x="7179129" y="160829"/>
                </a:cubicBezTo>
                <a:cubicBezTo>
                  <a:pt x="7178351" y="160920"/>
                  <a:pt x="7177156" y="160829"/>
                  <a:pt x="7176489" y="160670"/>
                </a:cubicBezTo>
                <a:cubicBezTo>
                  <a:pt x="7175766" y="160510"/>
                  <a:pt x="7175905" y="160282"/>
                  <a:pt x="7176712" y="160191"/>
                </a:cubicBezTo>
                <a:close/>
                <a:moveTo>
                  <a:pt x="5058093" y="159538"/>
                </a:moveTo>
                <a:cubicBezTo>
                  <a:pt x="5066693" y="160174"/>
                  <a:pt x="5073813" y="161467"/>
                  <a:pt x="5077439" y="163269"/>
                </a:cubicBezTo>
                <a:cubicBezTo>
                  <a:pt x="5084746" y="166893"/>
                  <a:pt x="5075133" y="171224"/>
                  <a:pt x="5055821" y="172934"/>
                </a:cubicBezTo>
                <a:cubicBezTo>
                  <a:pt x="5036564" y="174643"/>
                  <a:pt x="5015114" y="173025"/>
                  <a:pt x="5007972" y="169355"/>
                </a:cubicBezTo>
                <a:cubicBezTo>
                  <a:pt x="5000998" y="165708"/>
                  <a:pt x="5010751" y="161399"/>
                  <a:pt x="5029868" y="159758"/>
                </a:cubicBezTo>
                <a:cubicBezTo>
                  <a:pt x="5039413" y="158926"/>
                  <a:pt x="5049493" y="158903"/>
                  <a:pt x="5058093" y="159538"/>
                </a:cubicBezTo>
                <a:close/>
                <a:moveTo>
                  <a:pt x="3855275" y="158960"/>
                </a:moveTo>
                <a:cubicBezTo>
                  <a:pt x="3862667" y="158391"/>
                  <a:pt x="3869725" y="158937"/>
                  <a:pt x="3870975" y="160237"/>
                </a:cubicBezTo>
                <a:cubicBezTo>
                  <a:pt x="3872225" y="161513"/>
                  <a:pt x="3867390" y="163063"/>
                  <a:pt x="3859916" y="163634"/>
                </a:cubicBezTo>
                <a:cubicBezTo>
                  <a:pt x="3852580" y="164203"/>
                  <a:pt x="3845523" y="163679"/>
                  <a:pt x="3844216" y="162357"/>
                </a:cubicBezTo>
                <a:cubicBezTo>
                  <a:pt x="3842966" y="161080"/>
                  <a:pt x="3847912" y="159553"/>
                  <a:pt x="3855275" y="158960"/>
                </a:cubicBezTo>
                <a:close/>
                <a:moveTo>
                  <a:pt x="5979473" y="158837"/>
                </a:moveTo>
                <a:cubicBezTo>
                  <a:pt x="5989094" y="159507"/>
                  <a:pt x="5997688" y="160874"/>
                  <a:pt x="6002981" y="162790"/>
                </a:cubicBezTo>
                <a:cubicBezTo>
                  <a:pt x="6013678" y="166642"/>
                  <a:pt x="6007037" y="171224"/>
                  <a:pt x="5988031" y="173025"/>
                </a:cubicBezTo>
                <a:cubicBezTo>
                  <a:pt x="5968942" y="174826"/>
                  <a:pt x="5944879" y="173117"/>
                  <a:pt x="5934431" y="169218"/>
                </a:cubicBezTo>
                <a:cubicBezTo>
                  <a:pt x="5923956" y="165366"/>
                  <a:pt x="5930846" y="160830"/>
                  <a:pt x="5949797" y="159075"/>
                </a:cubicBezTo>
                <a:cubicBezTo>
                  <a:pt x="5959202" y="158196"/>
                  <a:pt x="5969852" y="158168"/>
                  <a:pt x="5979473" y="158837"/>
                </a:cubicBezTo>
                <a:close/>
                <a:moveTo>
                  <a:pt x="5451084" y="158535"/>
                </a:moveTo>
                <a:cubicBezTo>
                  <a:pt x="5460497" y="159210"/>
                  <a:pt x="5468562" y="160590"/>
                  <a:pt x="5473063" y="162517"/>
                </a:cubicBezTo>
                <a:cubicBezTo>
                  <a:pt x="5482121" y="166391"/>
                  <a:pt x="5473368" y="171041"/>
                  <a:pt x="5453390" y="172842"/>
                </a:cubicBezTo>
                <a:cubicBezTo>
                  <a:pt x="5433356" y="174666"/>
                  <a:pt x="5409877" y="172957"/>
                  <a:pt x="5400957" y="169012"/>
                </a:cubicBezTo>
                <a:cubicBezTo>
                  <a:pt x="5392176" y="165115"/>
                  <a:pt x="5401235" y="160533"/>
                  <a:pt x="5421019" y="158778"/>
                </a:cubicBezTo>
                <a:cubicBezTo>
                  <a:pt x="5430911" y="157888"/>
                  <a:pt x="5441672" y="157860"/>
                  <a:pt x="5451084" y="158535"/>
                </a:cubicBezTo>
                <a:close/>
                <a:moveTo>
                  <a:pt x="5157544" y="157527"/>
                </a:moveTo>
                <a:cubicBezTo>
                  <a:pt x="5166876" y="158213"/>
                  <a:pt x="5174677" y="159609"/>
                  <a:pt x="5178749" y="161559"/>
                </a:cubicBezTo>
                <a:cubicBezTo>
                  <a:pt x="5186917" y="165457"/>
                  <a:pt x="5176915" y="170107"/>
                  <a:pt x="5156325" y="171931"/>
                </a:cubicBezTo>
                <a:cubicBezTo>
                  <a:pt x="5135679" y="173754"/>
                  <a:pt x="5112395" y="172045"/>
                  <a:pt x="5104447" y="168055"/>
                </a:cubicBezTo>
                <a:cubicBezTo>
                  <a:pt x="5096473" y="164134"/>
                  <a:pt x="5106726" y="159530"/>
                  <a:pt x="5127149" y="157752"/>
                </a:cubicBezTo>
                <a:cubicBezTo>
                  <a:pt x="5137346" y="156863"/>
                  <a:pt x="5148210" y="156840"/>
                  <a:pt x="5157544" y="157527"/>
                </a:cubicBezTo>
                <a:close/>
                <a:moveTo>
                  <a:pt x="5353654" y="157168"/>
                </a:moveTo>
                <a:cubicBezTo>
                  <a:pt x="5363181" y="157855"/>
                  <a:pt x="5371281" y="159256"/>
                  <a:pt x="5375699" y="161217"/>
                </a:cubicBezTo>
                <a:cubicBezTo>
                  <a:pt x="5384536" y="165183"/>
                  <a:pt x="5375255" y="169902"/>
                  <a:pt x="5354776" y="171726"/>
                </a:cubicBezTo>
                <a:cubicBezTo>
                  <a:pt x="5334242" y="173572"/>
                  <a:pt x="5310456" y="171840"/>
                  <a:pt x="5301759" y="167827"/>
                </a:cubicBezTo>
                <a:cubicBezTo>
                  <a:pt x="5293146" y="163861"/>
                  <a:pt x="5302649" y="159210"/>
                  <a:pt x="5323044" y="157410"/>
                </a:cubicBezTo>
                <a:cubicBezTo>
                  <a:pt x="5333172" y="156509"/>
                  <a:pt x="5344127" y="156481"/>
                  <a:pt x="5353654" y="157168"/>
                </a:cubicBezTo>
                <a:close/>
                <a:moveTo>
                  <a:pt x="5255745" y="156846"/>
                </a:moveTo>
                <a:cubicBezTo>
                  <a:pt x="5265213" y="157536"/>
                  <a:pt x="5273195" y="158937"/>
                  <a:pt x="5277474" y="160898"/>
                </a:cubicBezTo>
                <a:cubicBezTo>
                  <a:pt x="5286004" y="164865"/>
                  <a:pt x="5276362" y="169560"/>
                  <a:pt x="5255717" y="171407"/>
                </a:cubicBezTo>
                <a:cubicBezTo>
                  <a:pt x="5235043" y="173253"/>
                  <a:pt x="5211425" y="171498"/>
                  <a:pt x="5203062" y="167508"/>
                </a:cubicBezTo>
                <a:cubicBezTo>
                  <a:pt x="5194725" y="163519"/>
                  <a:pt x="5204673" y="158869"/>
                  <a:pt x="5225096" y="157068"/>
                </a:cubicBezTo>
                <a:cubicBezTo>
                  <a:pt x="5235322" y="156179"/>
                  <a:pt x="5246276" y="156156"/>
                  <a:pt x="5255745" y="156846"/>
                </a:cubicBezTo>
                <a:close/>
                <a:moveTo>
                  <a:pt x="4310006" y="156029"/>
                </a:moveTo>
                <a:cubicBezTo>
                  <a:pt x="4318102" y="156653"/>
                  <a:pt x="4324340" y="157923"/>
                  <a:pt x="4326814" y="159690"/>
                </a:cubicBezTo>
                <a:cubicBezTo>
                  <a:pt x="4331732" y="163292"/>
                  <a:pt x="4319617" y="167531"/>
                  <a:pt x="4299583" y="169218"/>
                </a:cubicBezTo>
                <a:cubicBezTo>
                  <a:pt x="4279549" y="170928"/>
                  <a:pt x="4259375" y="169310"/>
                  <a:pt x="4254568" y="165708"/>
                </a:cubicBezTo>
                <a:cubicBezTo>
                  <a:pt x="4249872" y="162106"/>
                  <a:pt x="4262182" y="157889"/>
                  <a:pt x="4282049" y="156248"/>
                </a:cubicBezTo>
                <a:cubicBezTo>
                  <a:pt x="4291955" y="155427"/>
                  <a:pt x="4301910" y="155404"/>
                  <a:pt x="4310006" y="156029"/>
                </a:cubicBezTo>
                <a:close/>
                <a:moveTo>
                  <a:pt x="3534925" y="155701"/>
                </a:moveTo>
                <a:cubicBezTo>
                  <a:pt x="3535786" y="155655"/>
                  <a:pt x="3536565" y="155701"/>
                  <a:pt x="3536648" y="155861"/>
                </a:cubicBezTo>
                <a:cubicBezTo>
                  <a:pt x="3536731" y="155997"/>
                  <a:pt x="3536203" y="156134"/>
                  <a:pt x="3535314" y="156248"/>
                </a:cubicBezTo>
                <a:cubicBezTo>
                  <a:pt x="3534424" y="156294"/>
                  <a:pt x="3533730" y="156248"/>
                  <a:pt x="3533564" y="156088"/>
                </a:cubicBezTo>
                <a:cubicBezTo>
                  <a:pt x="3533507" y="155951"/>
                  <a:pt x="3534175" y="155769"/>
                  <a:pt x="3534925" y="155701"/>
                </a:cubicBezTo>
                <a:close/>
                <a:moveTo>
                  <a:pt x="4087925" y="155558"/>
                </a:moveTo>
                <a:cubicBezTo>
                  <a:pt x="4094142" y="156042"/>
                  <a:pt x="4098825" y="157034"/>
                  <a:pt x="4100520" y="158413"/>
                </a:cubicBezTo>
                <a:cubicBezTo>
                  <a:pt x="4103881" y="161194"/>
                  <a:pt x="4093712" y="164545"/>
                  <a:pt x="4077928" y="165799"/>
                </a:cubicBezTo>
                <a:cubicBezTo>
                  <a:pt x="4062062" y="167121"/>
                  <a:pt x="4046585" y="165867"/>
                  <a:pt x="4043391" y="163063"/>
                </a:cubicBezTo>
                <a:cubicBezTo>
                  <a:pt x="4040194" y="160282"/>
                  <a:pt x="4050365" y="157000"/>
                  <a:pt x="4066120" y="155746"/>
                </a:cubicBezTo>
                <a:cubicBezTo>
                  <a:pt x="4073956" y="155096"/>
                  <a:pt x="4081707" y="155074"/>
                  <a:pt x="4087925" y="155558"/>
                </a:cubicBezTo>
                <a:close/>
                <a:moveTo>
                  <a:pt x="4629225" y="155463"/>
                </a:moveTo>
                <a:cubicBezTo>
                  <a:pt x="4636821" y="156037"/>
                  <a:pt x="4642858" y="157205"/>
                  <a:pt x="4645553" y="158846"/>
                </a:cubicBezTo>
                <a:cubicBezTo>
                  <a:pt x="4650971" y="162129"/>
                  <a:pt x="4640829" y="166050"/>
                  <a:pt x="4622795" y="167577"/>
                </a:cubicBezTo>
                <a:cubicBezTo>
                  <a:pt x="4604845" y="169104"/>
                  <a:pt x="4585811" y="167645"/>
                  <a:pt x="4580560" y="164340"/>
                </a:cubicBezTo>
                <a:cubicBezTo>
                  <a:pt x="4575309" y="161012"/>
                  <a:pt x="4585644" y="157160"/>
                  <a:pt x="4603539" y="155655"/>
                </a:cubicBezTo>
                <a:cubicBezTo>
                  <a:pt x="4612473" y="154914"/>
                  <a:pt x="4621629" y="154891"/>
                  <a:pt x="4629225" y="155463"/>
                </a:cubicBezTo>
                <a:close/>
                <a:moveTo>
                  <a:pt x="6858821" y="154945"/>
                </a:moveTo>
                <a:cubicBezTo>
                  <a:pt x="6869754" y="155672"/>
                  <a:pt x="6880133" y="157147"/>
                  <a:pt x="6887371" y="159210"/>
                </a:cubicBezTo>
                <a:cubicBezTo>
                  <a:pt x="6901959" y="163382"/>
                  <a:pt x="6898430" y="168306"/>
                  <a:pt x="6879258" y="170243"/>
                </a:cubicBezTo>
                <a:cubicBezTo>
                  <a:pt x="6860112" y="172204"/>
                  <a:pt x="6832687" y="170357"/>
                  <a:pt x="6818294" y="166164"/>
                </a:cubicBezTo>
                <a:cubicBezTo>
                  <a:pt x="6803983" y="162015"/>
                  <a:pt x="6807873" y="157091"/>
                  <a:pt x="6826935" y="155176"/>
                </a:cubicBezTo>
                <a:cubicBezTo>
                  <a:pt x="6836397" y="154241"/>
                  <a:pt x="6847886" y="154219"/>
                  <a:pt x="6858821" y="154945"/>
                </a:cubicBezTo>
                <a:close/>
                <a:moveTo>
                  <a:pt x="6207844" y="154045"/>
                </a:moveTo>
                <a:cubicBezTo>
                  <a:pt x="6217285" y="154692"/>
                  <a:pt x="6225856" y="156008"/>
                  <a:pt x="6231358" y="157843"/>
                </a:cubicBezTo>
                <a:cubicBezTo>
                  <a:pt x="6242362" y="161559"/>
                  <a:pt x="6236721" y="165981"/>
                  <a:pt x="6218687" y="167736"/>
                </a:cubicBezTo>
                <a:cubicBezTo>
                  <a:pt x="6200571" y="169446"/>
                  <a:pt x="6176980" y="167827"/>
                  <a:pt x="6166116" y="164067"/>
                </a:cubicBezTo>
                <a:cubicBezTo>
                  <a:pt x="6155278" y="160374"/>
                  <a:pt x="6161197" y="155974"/>
                  <a:pt x="6179120" y="154265"/>
                </a:cubicBezTo>
                <a:cubicBezTo>
                  <a:pt x="6188094" y="153421"/>
                  <a:pt x="6198403" y="153398"/>
                  <a:pt x="6207844" y="154045"/>
                </a:cubicBezTo>
                <a:close/>
                <a:moveTo>
                  <a:pt x="7291054" y="153740"/>
                </a:moveTo>
                <a:cubicBezTo>
                  <a:pt x="7291331" y="153718"/>
                  <a:pt x="7291859" y="153740"/>
                  <a:pt x="7292054" y="153808"/>
                </a:cubicBezTo>
                <a:cubicBezTo>
                  <a:pt x="7292387" y="153877"/>
                  <a:pt x="7292387" y="153968"/>
                  <a:pt x="7292054" y="153991"/>
                </a:cubicBezTo>
                <a:cubicBezTo>
                  <a:pt x="7291720" y="154059"/>
                  <a:pt x="7291248" y="153991"/>
                  <a:pt x="7290942" y="153946"/>
                </a:cubicBezTo>
                <a:cubicBezTo>
                  <a:pt x="7290665" y="153877"/>
                  <a:pt x="7290720" y="153786"/>
                  <a:pt x="7291054" y="153740"/>
                </a:cubicBezTo>
                <a:close/>
                <a:moveTo>
                  <a:pt x="3222520" y="153718"/>
                </a:moveTo>
                <a:cubicBezTo>
                  <a:pt x="3222965" y="153672"/>
                  <a:pt x="3223354" y="153718"/>
                  <a:pt x="3223409" y="153786"/>
                </a:cubicBezTo>
                <a:cubicBezTo>
                  <a:pt x="3223493" y="153854"/>
                  <a:pt x="3223076" y="153946"/>
                  <a:pt x="3222631" y="153969"/>
                </a:cubicBezTo>
                <a:cubicBezTo>
                  <a:pt x="3222242" y="153992"/>
                  <a:pt x="3221881" y="153969"/>
                  <a:pt x="3221854" y="153877"/>
                </a:cubicBezTo>
                <a:cubicBezTo>
                  <a:pt x="3221854" y="153832"/>
                  <a:pt x="3222131" y="153740"/>
                  <a:pt x="3222520" y="153718"/>
                </a:cubicBezTo>
                <a:close/>
                <a:moveTo>
                  <a:pt x="5884141" y="153053"/>
                </a:moveTo>
                <a:cubicBezTo>
                  <a:pt x="5893655" y="153723"/>
                  <a:pt x="5902088" y="155085"/>
                  <a:pt x="5907201" y="156977"/>
                </a:cubicBezTo>
                <a:cubicBezTo>
                  <a:pt x="5917537" y="160784"/>
                  <a:pt x="5910507" y="165343"/>
                  <a:pt x="5891501" y="167098"/>
                </a:cubicBezTo>
                <a:cubicBezTo>
                  <a:pt x="5872439" y="168876"/>
                  <a:pt x="5848655" y="167189"/>
                  <a:pt x="5838456" y="163337"/>
                </a:cubicBezTo>
                <a:cubicBezTo>
                  <a:pt x="5828425" y="159530"/>
                  <a:pt x="5835650" y="155017"/>
                  <a:pt x="5854600" y="153284"/>
                </a:cubicBezTo>
                <a:cubicBezTo>
                  <a:pt x="5864033" y="152406"/>
                  <a:pt x="5874627" y="152384"/>
                  <a:pt x="5884141" y="153053"/>
                </a:cubicBezTo>
                <a:close/>
                <a:moveTo>
                  <a:pt x="6962477" y="152623"/>
                </a:moveTo>
                <a:cubicBezTo>
                  <a:pt x="6968702" y="151985"/>
                  <a:pt x="6977815" y="152578"/>
                  <a:pt x="6982845" y="153968"/>
                </a:cubicBezTo>
                <a:cubicBezTo>
                  <a:pt x="6987819" y="155336"/>
                  <a:pt x="6986763" y="156977"/>
                  <a:pt x="6980400" y="157639"/>
                </a:cubicBezTo>
                <a:cubicBezTo>
                  <a:pt x="6974120" y="158253"/>
                  <a:pt x="6964950" y="157661"/>
                  <a:pt x="6960004" y="156271"/>
                </a:cubicBezTo>
                <a:cubicBezTo>
                  <a:pt x="6955058" y="154880"/>
                  <a:pt x="6956114" y="153239"/>
                  <a:pt x="6962477" y="152623"/>
                </a:cubicBezTo>
                <a:close/>
                <a:moveTo>
                  <a:pt x="6647118" y="151999"/>
                </a:moveTo>
                <a:cubicBezTo>
                  <a:pt x="6657986" y="152725"/>
                  <a:pt x="6668162" y="154207"/>
                  <a:pt x="6675109" y="156270"/>
                </a:cubicBezTo>
                <a:cubicBezTo>
                  <a:pt x="6689030" y="160464"/>
                  <a:pt x="6684584" y="165433"/>
                  <a:pt x="6664967" y="167371"/>
                </a:cubicBezTo>
                <a:cubicBezTo>
                  <a:pt x="6645377" y="169309"/>
                  <a:pt x="6618119" y="167462"/>
                  <a:pt x="6604309" y="163246"/>
                </a:cubicBezTo>
                <a:cubicBezTo>
                  <a:pt x="6590666" y="159074"/>
                  <a:pt x="6595501" y="154150"/>
                  <a:pt x="6614979" y="152258"/>
                </a:cubicBezTo>
                <a:cubicBezTo>
                  <a:pt x="6624691" y="151300"/>
                  <a:pt x="6636249" y="151272"/>
                  <a:pt x="6647118" y="151999"/>
                </a:cubicBezTo>
                <a:close/>
                <a:moveTo>
                  <a:pt x="6430803" y="151298"/>
                </a:moveTo>
                <a:cubicBezTo>
                  <a:pt x="6441542" y="152025"/>
                  <a:pt x="6451455" y="153500"/>
                  <a:pt x="6458013" y="155564"/>
                </a:cubicBezTo>
                <a:cubicBezTo>
                  <a:pt x="6471129" y="159758"/>
                  <a:pt x="6465793" y="164682"/>
                  <a:pt x="6445870" y="166620"/>
                </a:cubicBezTo>
                <a:cubicBezTo>
                  <a:pt x="6425892" y="168579"/>
                  <a:pt x="6399050" y="166734"/>
                  <a:pt x="6386018" y="162517"/>
                </a:cubicBezTo>
                <a:cubicBezTo>
                  <a:pt x="6373097" y="158368"/>
                  <a:pt x="6378794" y="153444"/>
                  <a:pt x="6398634" y="151529"/>
                </a:cubicBezTo>
                <a:cubicBezTo>
                  <a:pt x="6408498" y="150594"/>
                  <a:pt x="6420063" y="150572"/>
                  <a:pt x="6430803" y="151298"/>
                </a:cubicBezTo>
                <a:close/>
                <a:moveTo>
                  <a:pt x="4727029" y="150173"/>
                </a:moveTo>
                <a:cubicBezTo>
                  <a:pt x="4734803" y="150766"/>
                  <a:pt x="4741041" y="151963"/>
                  <a:pt x="4743945" y="153626"/>
                </a:cubicBezTo>
                <a:cubicBezTo>
                  <a:pt x="4749724" y="156909"/>
                  <a:pt x="4739693" y="160875"/>
                  <a:pt x="4721604" y="162471"/>
                </a:cubicBezTo>
                <a:cubicBezTo>
                  <a:pt x="4703321" y="163998"/>
                  <a:pt x="4683926" y="162494"/>
                  <a:pt x="4678313" y="159166"/>
                </a:cubicBezTo>
                <a:cubicBezTo>
                  <a:pt x="4672700" y="155815"/>
                  <a:pt x="4682870" y="151871"/>
                  <a:pt x="4700903" y="150344"/>
                </a:cubicBezTo>
                <a:cubicBezTo>
                  <a:pt x="4709948" y="149592"/>
                  <a:pt x="4719256" y="149580"/>
                  <a:pt x="4727029" y="150173"/>
                </a:cubicBezTo>
                <a:close/>
                <a:moveTo>
                  <a:pt x="4406338" y="148580"/>
                </a:moveTo>
                <a:cubicBezTo>
                  <a:pt x="4414279" y="149187"/>
                  <a:pt x="4420469" y="150423"/>
                  <a:pt x="4423038" y="152145"/>
                </a:cubicBezTo>
                <a:cubicBezTo>
                  <a:pt x="4428039" y="155632"/>
                  <a:pt x="4416564" y="159758"/>
                  <a:pt x="4397114" y="161332"/>
                </a:cubicBezTo>
                <a:cubicBezTo>
                  <a:pt x="4377774" y="162972"/>
                  <a:pt x="4357962" y="161399"/>
                  <a:pt x="4353072" y="157958"/>
                </a:cubicBezTo>
                <a:cubicBezTo>
                  <a:pt x="4348181" y="154470"/>
                  <a:pt x="4359880" y="150366"/>
                  <a:pt x="4379136" y="148794"/>
                </a:cubicBezTo>
                <a:cubicBezTo>
                  <a:pt x="4388708" y="147996"/>
                  <a:pt x="4398399" y="147973"/>
                  <a:pt x="4406338" y="148580"/>
                </a:cubicBezTo>
                <a:close/>
                <a:moveTo>
                  <a:pt x="3425418" y="148224"/>
                </a:moveTo>
                <a:cubicBezTo>
                  <a:pt x="3425807" y="148201"/>
                  <a:pt x="3426223" y="148224"/>
                  <a:pt x="3426279" y="148292"/>
                </a:cubicBezTo>
                <a:cubicBezTo>
                  <a:pt x="3426279" y="148361"/>
                  <a:pt x="3426057" y="148429"/>
                  <a:pt x="3425528" y="148475"/>
                </a:cubicBezTo>
                <a:cubicBezTo>
                  <a:pt x="3425195" y="148520"/>
                  <a:pt x="3424834" y="148475"/>
                  <a:pt x="3424723" y="148429"/>
                </a:cubicBezTo>
                <a:cubicBezTo>
                  <a:pt x="3424723" y="148338"/>
                  <a:pt x="3425028" y="148247"/>
                  <a:pt x="3425418" y="148224"/>
                </a:cubicBezTo>
                <a:close/>
                <a:moveTo>
                  <a:pt x="5789017" y="147958"/>
                </a:moveTo>
                <a:cubicBezTo>
                  <a:pt x="5798714" y="148634"/>
                  <a:pt x="5807266" y="150013"/>
                  <a:pt x="5812392" y="151940"/>
                </a:cubicBezTo>
                <a:cubicBezTo>
                  <a:pt x="5822618" y="155838"/>
                  <a:pt x="5815032" y="160465"/>
                  <a:pt x="5795415" y="162266"/>
                </a:cubicBezTo>
                <a:cubicBezTo>
                  <a:pt x="5775686" y="164090"/>
                  <a:pt x="5751484" y="162380"/>
                  <a:pt x="5741398" y="158459"/>
                </a:cubicBezTo>
                <a:cubicBezTo>
                  <a:pt x="5731451" y="154538"/>
                  <a:pt x="5739258" y="149956"/>
                  <a:pt x="5758765" y="148201"/>
                </a:cubicBezTo>
                <a:cubicBezTo>
                  <a:pt x="5768475" y="147312"/>
                  <a:pt x="5779319" y="147283"/>
                  <a:pt x="5789017" y="147958"/>
                </a:cubicBezTo>
                <a:close/>
                <a:moveTo>
                  <a:pt x="7402727" y="147403"/>
                </a:moveTo>
                <a:cubicBezTo>
                  <a:pt x="7403006" y="147357"/>
                  <a:pt x="7403477" y="147403"/>
                  <a:pt x="7403672" y="147448"/>
                </a:cubicBezTo>
                <a:cubicBezTo>
                  <a:pt x="7404061" y="147494"/>
                  <a:pt x="7404034" y="147585"/>
                  <a:pt x="7403672" y="147653"/>
                </a:cubicBezTo>
                <a:cubicBezTo>
                  <a:pt x="7403367" y="147677"/>
                  <a:pt x="7402894" y="147653"/>
                  <a:pt x="7402700" y="147585"/>
                </a:cubicBezTo>
                <a:cubicBezTo>
                  <a:pt x="7402338" y="147517"/>
                  <a:pt x="7402422" y="147425"/>
                  <a:pt x="7402727" y="147403"/>
                </a:cubicBezTo>
                <a:close/>
                <a:moveTo>
                  <a:pt x="3761645" y="147006"/>
                </a:moveTo>
                <a:cubicBezTo>
                  <a:pt x="3768248" y="147528"/>
                  <a:pt x="3773027" y="148588"/>
                  <a:pt x="3774416" y="150070"/>
                </a:cubicBezTo>
                <a:cubicBezTo>
                  <a:pt x="3777196" y="153079"/>
                  <a:pt x="3765275" y="156635"/>
                  <a:pt x="3747798" y="158025"/>
                </a:cubicBezTo>
                <a:cubicBezTo>
                  <a:pt x="3730264" y="159416"/>
                  <a:pt x="3713814" y="158094"/>
                  <a:pt x="3711175" y="155085"/>
                </a:cubicBezTo>
                <a:cubicBezTo>
                  <a:pt x="3708535" y="152076"/>
                  <a:pt x="3720622" y="148520"/>
                  <a:pt x="3737934" y="147175"/>
                </a:cubicBezTo>
                <a:cubicBezTo>
                  <a:pt x="3746618" y="146503"/>
                  <a:pt x="3755043" y="146485"/>
                  <a:pt x="3761645" y="147006"/>
                </a:cubicBezTo>
                <a:close/>
                <a:moveTo>
                  <a:pt x="6113716" y="146913"/>
                </a:moveTo>
                <a:cubicBezTo>
                  <a:pt x="6122691" y="147528"/>
                  <a:pt x="6130770" y="148782"/>
                  <a:pt x="6135856" y="150526"/>
                </a:cubicBezTo>
                <a:cubicBezTo>
                  <a:pt x="6146081" y="154059"/>
                  <a:pt x="6140468" y="158254"/>
                  <a:pt x="6123046" y="159895"/>
                </a:cubicBezTo>
                <a:cubicBezTo>
                  <a:pt x="6105651" y="161559"/>
                  <a:pt x="6083200" y="159987"/>
                  <a:pt x="6073141" y="156453"/>
                </a:cubicBezTo>
                <a:cubicBezTo>
                  <a:pt x="6063027" y="152920"/>
                  <a:pt x="6068917" y="148725"/>
                  <a:pt x="6086201" y="147130"/>
                </a:cubicBezTo>
                <a:cubicBezTo>
                  <a:pt x="6094870" y="146321"/>
                  <a:pt x="6104741" y="146298"/>
                  <a:pt x="6113716" y="146913"/>
                </a:cubicBezTo>
                <a:close/>
                <a:moveTo>
                  <a:pt x="3967346" y="146782"/>
                </a:moveTo>
                <a:cubicBezTo>
                  <a:pt x="3972444" y="147181"/>
                  <a:pt x="3976217" y="147996"/>
                  <a:pt x="3977480" y="149135"/>
                </a:cubicBezTo>
                <a:cubicBezTo>
                  <a:pt x="3980036" y="151415"/>
                  <a:pt x="3971423" y="154127"/>
                  <a:pt x="3958197" y="155199"/>
                </a:cubicBezTo>
                <a:cubicBezTo>
                  <a:pt x="3944999" y="156270"/>
                  <a:pt x="3932271" y="155267"/>
                  <a:pt x="3929854" y="152965"/>
                </a:cubicBezTo>
                <a:cubicBezTo>
                  <a:pt x="3927437" y="150663"/>
                  <a:pt x="3936106" y="147973"/>
                  <a:pt x="3949249" y="146924"/>
                </a:cubicBezTo>
                <a:cubicBezTo>
                  <a:pt x="3955820" y="146400"/>
                  <a:pt x="3962246" y="146383"/>
                  <a:pt x="3967346" y="146782"/>
                </a:cubicBezTo>
                <a:close/>
                <a:moveTo>
                  <a:pt x="6766075" y="146155"/>
                </a:moveTo>
                <a:cubicBezTo>
                  <a:pt x="6773516" y="146652"/>
                  <a:pt x="6780518" y="147654"/>
                  <a:pt x="6785311" y="149045"/>
                </a:cubicBezTo>
                <a:cubicBezTo>
                  <a:pt x="6795091" y="151849"/>
                  <a:pt x="6792314" y="155177"/>
                  <a:pt x="6779254" y="156499"/>
                </a:cubicBezTo>
                <a:cubicBezTo>
                  <a:pt x="6766083" y="157821"/>
                  <a:pt x="6747466" y="156567"/>
                  <a:pt x="6737852" y="153740"/>
                </a:cubicBezTo>
                <a:cubicBezTo>
                  <a:pt x="6728265" y="150937"/>
                  <a:pt x="6731099" y="147609"/>
                  <a:pt x="6744214" y="146309"/>
                </a:cubicBezTo>
                <a:cubicBezTo>
                  <a:pt x="6750758" y="145671"/>
                  <a:pt x="6758636" y="145659"/>
                  <a:pt x="6766075" y="146155"/>
                </a:cubicBezTo>
                <a:close/>
                <a:moveTo>
                  <a:pt x="4824314" y="145904"/>
                </a:moveTo>
                <a:cubicBezTo>
                  <a:pt x="4832105" y="146486"/>
                  <a:pt x="4838405" y="147665"/>
                  <a:pt x="4841392" y="149295"/>
                </a:cubicBezTo>
                <a:cubicBezTo>
                  <a:pt x="4847505" y="152578"/>
                  <a:pt x="4837808" y="156521"/>
                  <a:pt x="4819885" y="158094"/>
                </a:cubicBezTo>
                <a:cubicBezTo>
                  <a:pt x="4801768" y="159622"/>
                  <a:pt x="4782373" y="158139"/>
                  <a:pt x="4776455" y="154811"/>
                </a:cubicBezTo>
                <a:cubicBezTo>
                  <a:pt x="4770593" y="151506"/>
                  <a:pt x="4780429" y="147585"/>
                  <a:pt x="4798295" y="146104"/>
                </a:cubicBezTo>
                <a:cubicBezTo>
                  <a:pt x="4807242" y="145340"/>
                  <a:pt x="4816524" y="145323"/>
                  <a:pt x="4824314" y="145904"/>
                </a:cubicBezTo>
                <a:close/>
                <a:moveTo>
                  <a:pt x="4188555" y="145106"/>
                </a:moveTo>
                <a:cubicBezTo>
                  <a:pt x="4196592" y="145727"/>
                  <a:pt x="4202705" y="146993"/>
                  <a:pt x="4204996" y="148748"/>
                </a:cubicBezTo>
                <a:cubicBezTo>
                  <a:pt x="4209554" y="152304"/>
                  <a:pt x="4196911" y="156544"/>
                  <a:pt x="4176766" y="158185"/>
                </a:cubicBezTo>
                <a:cubicBezTo>
                  <a:pt x="4156426" y="159872"/>
                  <a:pt x="4136475" y="158277"/>
                  <a:pt x="4132057" y="154698"/>
                </a:cubicBezTo>
                <a:cubicBezTo>
                  <a:pt x="4127667" y="151141"/>
                  <a:pt x="4140421" y="146947"/>
                  <a:pt x="4160566" y="145329"/>
                </a:cubicBezTo>
                <a:cubicBezTo>
                  <a:pt x="4170555" y="144508"/>
                  <a:pt x="4180517" y="144485"/>
                  <a:pt x="4188555" y="145106"/>
                </a:cubicBezTo>
                <a:close/>
                <a:moveTo>
                  <a:pt x="5692882" y="144206"/>
                </a:moveTo>
                <a:cubicBezTo>
                  <a:pt x="5702052" y="144850"/>
                  <a:pt x="5710068" y="146160"/>
                  <a:pt x="5714778" y="147996"/>
                </a:cubicBezTo>
                <a:cubicBezTo>
                  <a:pt x="5724225" y="151665"/>
                  <a:pt x="5716668" y="156065"/>
                  <a:pt x="5697912" y="157798"/>
                </a:cubicBezTo>
                <a:cubicBezTo>
                  <a:pt x="5678989" y="159507"/>
                  <a:pt x="5656066" y="157889"/>
                  <a:pt x="5646812" y="154173"/>
                </a:cubicBezTo>
                <a:cubicBezTo>
                  <a:pt x="5637615" y="150480"/>
                  <a:pt x="5645312" y="146104"/>
                  <a:pt x="5664068" y="144417"/>
                </a:cubicBezTo>
                <a:cubicBezTo>
                  <a:pt x="5673390" y="143584"/>
                  <a:pt x="5683713" y="143562"/>
                  <a:pt x="5692882" y="144206"/>
                </a:cubicBezTo>
                <a:close/>
                <a:moveTo>
                  <a:pt x="3630260" y="144075"/>
                </a:moveTo>
                <a:cubicBezTo>
                  <a:pt x="3631094" y="143984"/>
                  <a:pt x="3631844" y="144052"/>
                  <a:pt x="3632010" y="144211"/>
                </a:cubicBezTo>
                <a:cubicBezTo>
                  <a:pt x="3632122" y="144325"/>
                  <a:pt x="3631538" y="144508"/>
                  <a:pt x="3630677" y="144577"/>
                </a:cubicBezTo>
                <a:cubicBezTo>
                  <a:pt x="3629843" y="144644"/>
                  <a:pt x="3629120" y="144577"/>
                  <a:pt x="3628981" y="144440"/>
                </a:cubicBezTo>
                <a:cubicBezTo>
                  <a:pt x="3628926" y="144280"/>
                  <a:pt x="3629510" y="144120"/>
                  <a:pt x="3630260" y="144075"/>
                </a:cubicBezTo>
                <a:close/>
                <a:moveTo>
                  <a:pt x="6879674" y="143208"/>
                </a:moveTo>
                <a:cubicBezTo>
                  <a:pt x="6880507" y="143117"/>
                  <a:pt x="6881619" y="143186"/>
                  <a:pt x="6882258" y="143391"/>
                </a:cubicBezTo>
                <a:cubicBezTo>
                  <a:pt x="6882869" y="143551"/>
                  <a:pt x="6882702" y="143733"/>
                  <a:pt x="6881924" y="143824"/>
                </a:cubicBezTo>
                <a:cubicBezTo>
                  <a:pt x="6881091" y="143915"/>
                  <a:pt x="6879924" y="143847"/>
                  <a:pt x="6879340" y="143665"/>
                </a:cubicBezTo>
                <a:cubicBezTo>
                  <a:pt x="6878729" y="143505"/>
                  <a:pt x="6878840" y="143300"/>
                  <a:pt x="6879674" y="143208"/>
                </a:cubicBezTo>
                <a:close/>
                <a:moveTo>
                  <a:pt x="6337868" y="142994"/>
                </a:moveTo>
                <a:cubicBezTo>
                  <a:pt x="6347819" y="143664"/>
                  <a:pt x="6356940" y="145031"/>
                  <a:pt x="6362873" y="146947"/>
                </a:cubicBezTo>
                <a:cubicBezTo>
                  <a:pt x="6374904" y="150799"/>
                  <a:pt x="6369540" y="155404"/>
                  <a:pt x="6350841" y="157182"/>
                </a:cubicBezTo>
                <a:cubicBezTo>
                  <a:pt x="6332001" y="158983"/>
                  <a:pt x="6307104" y="157296"/>
                  <a:pt x="6295240" y="153375"/>
                </a:cubicBezTo>
                <a:cubicBezTo>
                  <a:pt x="6283514" y="149522"/>
                  <a:pt x="6289182" y="144986"/>
                  <a:pt x="6307882" y="143231"/>
                </a:cubicBezTo>
                <a:cubicBezTo>
                  <a:pt x="6317135" y="142353"/>
                  <a:pt x="6327917" y="142325"/>
                  <a:pt x="6337868" y="142994"/>
                </a:cubicBezTo>
                <a:close/>
                <a:moveTo>
                  <a:pt x="4921681" y="142311"/>
                </a:moveTo>
                <a:cubicBezTo>
                  <a:pt x="4929676" y="142901"/>
                  <a:pt x="4936213" y="144098"/>
                  <a:pt x="4939395" y="145762"/>
                </a:cubicBezTo>
                <a:cubicBezTo>
                  <a:pt x="4945787" y="149135"/>
                  <a:pt x="4936310" y="153148"/>
                  <a:pt x="4918138" y="154675"/>
                </a:cubicBezTo>
                <a:cubicBezTo>
                  <a:pt x="4899965" y="156248"/>
                  <a:pt x="4879988" y="154744"/>
                  <a:pt x="4873708" y="151370"/>
                </a:cubicBezTo>
                <a:cubicBezTo>
                  <a:pt x="4867455" y="147996"/>
                  <a:pt x="4877209" y="144030"/>
                  <a:pt x="4895215" y="142502"/>
                </a:cubicBezTo>
                <a:cubicBezTo>
                  <a:pt x="4904231" y="141739"/>
                  <a:pt x="4913686" y="141721"/>
                  <a:pt x="4921681" y="142311"/>
                </a:cubicBezTo>
                <a:close/>
                <a:moveTo>
                  <a:pt x="6555766" y="141929"/>
                </a:moveTo>
                <a:cubicBezTo>
                  <a:pt x="6566588" y="142656"/>
                  <a:pt x="6576661" y="144131"/>
                  <a:pt x="6583441" y="146195"/>
                </a:cubicBezTo>
                <a:cubicBezTo>
                  <a:pt x="6597001" y="150298"/>
                  <a:pt x="6592222" y="155222"/>
                  <a:pt x="6572493" y="157182"/>
                </a:cubicBezTo>
                <a:cubicBezTo>
                  <a:pt x="6552710" y="159097"/>
                  <a:pt x="6525673" y="157273"/>
                  <a:pt x="6512169" y="153079"/>
                </a:cubicBezTo>
                <a:cubicBezTo>
                  <a:pt x="6498831" y="148953"/>
                  <a:pt x="6503972" y="144075"/>
                  <a:pt x="6523589" y="142160"/>
                </a:cubicBezTo>
                <a:cubicBezTo>
                  <a:pt x="6533370" y="141225"/>
                  <a:pt x="6544943" y="141203"/>
                  <a:pt x="6555766" y="141929"/>
                </a:cubicBezTo>
                <a:close/>
                <a:moveTo>
                  <a:pt x="4502789" y="141870"/>
                </a:moveTo>
                <a:cubicBezTo>
                  <a:pt x="4510719" y="142474"/>
                  <a:pt x="4516942" y="143699"/>
                  <a:pt x="4519624" y="145397"/>
                </a:cubicBezTo>
                <a:cubicBezTo>
                  <a:pt x="4524959" y="148816"/>
                  <a:pt x="4513845" y="152874"/>
                  <a:pt x="4494728" y="154470"/>
                </a:cubicBezTo>
                <a:cubicBezTo>
                  <a:pt x="4475527" y="156066"/>
                  <a:pt x="4455771" y="154538"/>
                  <a:pt x="4450547" y="151096"/>
                </a:cubicBezTo>
                <a:cubicBezTo>
                  <a:pt x="4445406" y="147677"/>
                  <a:pt x="4456660" y="143619"/>
                  <a:pt x="4475722" y="142069"/>
                </a:cubicBezTo>
                <a:cubicBezTo>
                  <a:pt x="4485225" y="141283"/>
                  <a:pt x="4494859" y="141265"/>
                  <a:pt x="4502789" y="141870"/>
                </a:cubicBezTo>
                <a:close/>
                <a:moveTo>
                  <a:pt x="3837853" y="141522"/>
                </a:moveTo>
                <a:cubicBezTo>
                  <a:pt x="3839214" y="141408"/>
                  <a:pt x="3840576" y="141522"/>
                  <a:pt x="3840854" y="141749"/>
                </a:cubicBezTo>
                <a:cubicBezTo>
                  <a:pt x="3841020" y="141978"/>
                  <a:pt x="3840104" y="142297"/>
                  <a:pt x="3838714" y="142411"/>
                </a:cubicBezTo>
                <a:cubicBezTo>
                  <a:pt x="3837325" y="142502"/>
                  <a:pt x="3835936" y="142411"/>
                  <a:pt x="3835770" y="142160"/>
                </a:cubicBezTo>
                <a:cubicBezTo>
                  <a:pt x="3835464" y="141932"/>
                  <a:pt x="3836409" y="141636"/>
                  <a:pt x="3837853" y="141522"/>
                </a:cubicBezTo>
                <a:close/>
                <a:moveTo>
                  <a:pt x="7201025" y="140975"/>
                </a:moveTo>
                <a:cubicBezTo>
                  <a:pt x="7201358" y="140929"/>
                  <a:pt x="7201803" y="140975"/>
                  <a:pt x="7202081" y="141020"/>
                </a:cubicBezTo>
                <a:cubicBezTo>
                  <a:pt x="7202359" y="141111"/>
                  <a:pt x="7202275" y="141180"/>
                  <a:pt x="7201997" y="141225"/>
                </a:cubicBezTo>
                <a:cubicBezTo>
                  <a:pt x="7201664" y="141271"/>
                  <a:pt x="7201219" y="141225"/>
                  <a:pt x="7200941" y="141135"/>
                </a:cubicBezTo>
                <a:cubicBezTo>
                  <a:pt x="7200663" y="141089"/>
                  <a:pt x="7200663" y="140997"/>
                  <a:pt x="7201025" y="140975"/>
                </a:cubicBezTo>
                <a:close/>
                <a:moveTo>
                  <a:pt x="5597769" y="140656"/>
                </a:moveTo>
                <a:cubicBezTo>
                  <a:pt x="5607293" y="141328"/>
                  <a:pt x="5615552" y="142696"/>
                  <a:pt x="5620304" y="144599"/>
                </a:cubicBezTo>
                <a:cubicBezTo>
                  <a:pt x="5629862" y="148452"/>
                  <a:pt x="5621610" y="153034"/>
                  <a:pt x="5601826" y="154811"/>
                </a:cubicBezTo>
                <a:cubicBezTo>
                  <a:pt x="5581958" y="156589"/>
                  <a:pt x="5558173" y="154880"/>
                  <a:pt x="5548809" y="151005"/>
                </a:cubicBezTo>
                <a:cubicBezTo>
                  <a:pt x="5539417" y="147152"/>
                  <a:pt x="5547975" y="142639"/>
                  <a:pt x="5567649" y="140884"/>
                </a:cubicBezTo>
                <a:cubicBezTo>
                  <a:pt x="5577457" y="140006"/>
                  <a:pt x="5588245" y="139983"/>
                  <a:pt x="5597769" y="140656"/>
                </a:cubicBezTo>
                <a:close/>
                <a:moveTo>
                  <a:pt x="6019937" y="140299"/>
                </a:moveTo>
                <a:cubicBezTo>
                  <a:pt x="6028905" y="140912"/>
                  <a:pt x="6036935" y="142161"/>
                  <a:pt x="6041937" y="143893"/>
                </a:cubicBezTo>
                <a:cubicBezTo>
                  <a:pt x="6051940" y="147449"/>
                  <a:pt x="6045938" y="151643"/>
                  <a:pt x="6028294" y="153261"/>
                </a:cubicBezTo>
                <a:cubicBezTo>
                  <a:pt x="6010732" y="154925"/>
                  <a:pt x="5988309" y="153353"/>
                  <a:pt x="5978361" y="149797"/>
                </a:cubicBezTo>
                <a:cubicBezTo>
                  <a:pt x="5968580" y="146263"/>
                  <a:pt x="5974889" y="142115"/>
                  <a:pt x="5992310" y="140519"/>
                </a:cubicBezTo>
                <a:cubicBezTo>
                  <a:pt x="6001063" y="139710"/>
                  <a:pt x="6010969" y="139687"/>
                  <a:pt x="6019937" y="140299"/>
                </a:cubicBezTo>
                <a:close/>
                <a:moveTo>
                  <a:pt x="5018980" y="139521"/>
                </a:moveTo>
                <a:cubicBezTo>
                  <a:pt x="5027242" y="140132"/>
                  <a:pt x="5034063" y="141362"/>
                  <a:pt x="5037510" y="143072"/>
                </a:cubicBezTo>
                <a:cubicBezTo>
                  <a:pt x="5044345" y="146514"/>
                  <a:pt x="5035037" y="150617"/>
                  <a:pt x="5016392" y="152213"/>
                </a:cubicBezTo>
                <a:cubicBezTo>
                  <a:pt x="4997747" y="153808"/>
                  <a:pt x="4977157" y="152281"/>
                  <a:pt x="4970404" y="148794"/>
                </a:cubicBezTo>
                <a:cubicBezTo>
                  <a:pt x="4963653" y="145351"/>
                  <a:pt x="4973294" y="141271"/>
                  <a:pt x="4991801" y="139698"/>
                </a:cubicBezTo>
                <a:cubicBezTo>
                  <a:pt x="5001012" y="138923"/>
                  <a:pt x="5010716" y="138911"/>
                  <a:pt x="5018980" y="139521"/>
                </a:cubicBezTo>
                <a:close/>
                <a:moveTo>
                  <a:pt x="5501465" y="138541"/>
                </a:moveTo>
                <a:cubicBezTo>
                  <a:pt x="5510590" y="139185"/>
                  <a:pt x="5518453" y="140496"/>
                  <a:pt x="5522885" y="142320"/>
                </a:cubicBezTo>
                <a:cubicBezTo>
                  <a:pt x="5531721" y="146013"/>
                  <a:pt x="5523469" y="150412"/>
                  <a:pt x="5504296" y="152144"/>
                </a:cubicBezTo>
                <a:cubicBezTo>
                  <a:pt x="5484984" y="153854"/>
                  <a:pt x="5462310" y="152213"/>
                  <a:pt x="5453530" y="148497"/>
                </a:cubicBezTo>
                <a:cubicBezTo>
                  <a:pt x="5444888" y="144827"/>
                  <a:pt x="5453308" y="140427"/>
                  <a:pt x="5472480" y="138763"/>
                </a:cubicBezTo>
                <a:cubicBezTo>
                  <a:pt x="5481956" y="137920"/>
                  <a:pt x="5492340" y="137897"/>
                  <a:pt x="5501465" y="138541"/>
                </a:cubicBezTo>
                <a:close/>
                <a:moveTo>
                  <a:pt x="4060792" y="137951"/>
                </a:moveTo>
                <a:cubicBezTo>
                  <a:pt x="4065182" y="138285"/>
                  <a:pt x="4068482" y="138968"/>
                  <a:pt x="4069649" y="139926"/>
                </a:cubicBezTo>
                <a:cubicBezTo>
                  <a:pt x="4071900" y="141887"/>
                  <a:pt x="4064814" y="144211"/>
                  <a:pt x="4053533" y="145101"/>
                </a:cubicBezTo>
                <a:cubicBezTo>
                  <a:pt x="4042418" y="146013"/>
                  <a:pt x="4031471" y="145123"/>
                  <a:pt x="4029191" y="143186"/>
                </a:cubicBezTo>
                <a:cubicBezTo>
                  <a:pt x="4026941" y="141248"/>
                  <a:pt x="4034277" y="138946"/>
                  <a:pt x="4045391" y="138080"/>
                </a:cubicBezTo>
                <a:cubicBezTo>
                  <a:pt x="4050921" y="137635"/>
                  <a:pt x="4056401" y="137618"/>
                  <a:pt x="4060792" y="137951"/>
                </a:cubicBezTo>
                <a:close/>
                <a:moveTo>
                  <a:pt x="5115350" y="137889"/>
                </a:moveTo>
                <a:cubicBezTo>
                  <a:pt x="5123481" y="138479"/>
                  <a:pt x="5130247" y="139675"/>
                  <a:pt x="5133735" y="141340"/>
                </a:cubicBezTo>
                <a:cubicBezTo>
                  <a:pt x="5140792" y="144713"/>
                  <a:pt x="5131873" y="148725"/>
                  <a:pt x="5113839" y="150275"/>
                </a:cubicBezTo>
                <a:cubicBezTo>
                  <a:pt x="5095750" y="151871"/>
                  <a:pt x="5075466" y="150344"/>
                  <a:pt x="5068575" y="146970"/>
                </a:cubicBezTo>
                <a:cubicBezTo>
                  <a:pt x="5061684" y="143573"/>
                  <a:pt x="5070797" y="139607"/>
                  <a:pt x="5088775" y="138080"/>
                </a:cubicBezTo>
                <a:cubicBezTo>
                  <a:pt x="5097723" y="137316"/>
                  <a:pt x="5107219" y="137299"/>
                  <a:pt x="5115350" y="137889"/>
                </a:cubicBezTo>
                <a:close/>
                <a:moveTo>
                  <a:pt x="4284901" y="136743"/>
                </a:moveTo>
                <a:cubicBezTo>
                  <a:pt x="4293240" y="137379"/>
                  <a:pt x="4299638" y="138672"/>
                  <a:pt x="4302139" y="140473"/>
                </a:cubicBezTo>
                <a:cubicBezTo>
                  <a:pt x="4307196" y="144120"/>
                  <a:pt x="4294580" y="148451"/>
                  <a:pt x="4273852" y="150161"/>
                </a:cubicBezTo>
                <a:cubicBezTo>
                  <a:pt x="4253068" y="151848"/>
                  <a:pt x="4232172" y="150230"/>
                  <a:pt x="4227365" y="146560"/>
                </a:cubicBezTo>
                <a:cubicBezTo>
                  <a:pt x="4222530" y="142913"/>
                  <a:pt x="4235395" y="138627"/>
                  <a:pt x="4256013" y="136963"/>
                </a:cubicBezTo>
                <a:cubicBezTo>
                  <a:pt x="4266280" y="136130"/>
                  <a:pt x="4276562" y="136108"/>
                  <a:pt x="4284901" y="136743"/>
                </a:cubicBezTo>
                <a:close/>
                <a:moveTo>
                  <a:pt x="5406003" y="136737"/>
                </a:moveTo>
                <a:cubicBezTo>
                  <a:pt x="5415392" y="137402"/>
                  <a:pt x="5423395" y="138752"/>
                  <a:pt x="5427799" y="140633"/>
                </a:cubicBezTo>
                <a:cubicBezTo>
                  <a:pt x="5436747" y="144463"/>
                  <a:pt x="5427799" y="149022"/>
                  <a:pt x="5407792" y="150777"/>
                </a:cubicBezTo>
                <a:cubicBezTo>
                  <a:pt x="5387703" y="152577"/>
                  <a:pt x="5364279" y="150868"/>
                  <a:pt x="5355471" y="147015"/>
                </a:cubicBezTo>
                <a:cubicBezTo>
                  <a:pt x="5346857" y="143209"/>
                  <a:pt x="5355999" y="138695"/>
                  <a:pt x="5375894" y="136963"/>
                </a:cubicBezTo>
                <a:cubicBezTo>
                  <a:pt x="5385841" y="136096"/>
                  <a:pt x="5396616" y="136073"/>
                  <a:pt x="5406003" y="136737"/>
                </a:cubicBezTo>
                <a:close/>
                <a:moveTo>
                  <a:pt x="5308425" y="136723"/>
                </a:moveTo>
                <a:cubicBezTo>
                  <a:pt x="5316820" y="137321"/>
                  <a:pt x="5323933" y="138535"/>
                  <a:pt x="5327795" y="140222"/>
                </a:cubicBezTo>
                <a:cubicBezTo>
                  <a:pt x="5335492" y="143664"/>
                  <a:pt x="5327128" y="147745"/>
                  <a:pt x="5308928" y="149341"/>
                </a:cubicBezTo>
                <a:cubicBezTo>
                  <a:pt x="5290728" y="150936"/>
                  <a:pt x="5269777" y="149409"/>
                  <a:pt x="5262275" y="145967"/>
                </a:cubicBezTo>
                <a:cubicBezTo>
                  <a:pt x="5254744" y="142502"/>
                  <a:pt x="5263331" y="138467"/>
                  <a:pt x="5281365" y="136917"/>
                </a:cubicBezTo>
                <a:cubicBezTo>
                  <a:pt x="5290353" y="136141"/>
                  <a:pt x="5300029" y="136125"/>
                  <a:pt x="5308425" y="136723"/>
                </a:cubicBezTo>
                <a:close/>
                <a:moveTo>
                  <a:pt x="5212506" y="136635"/>
                </a:moveTo>
                <a:cubicBezTo>
                  <a:pt x="5221102" y="137259"/>
                  <a:pt x="5228320" y="138524"/>
                  <a:pt x="5232153" y="140268"/>
                </a:cubicBezTo>
                <a:cubicBezTo>
                  <a:pt x="5239851" y="143779"/>
                  <a:pt x="5230820" y="148019"/>
                  <a:pt x="5212037" y="149637"/>
                </a:cubicBezTo>
                <a:cubicBezTo>
                  <a:pt x="5193170" y="151324"/>
                  <a:pt x="5171718" y="149728"/>
                  <a:pt x="5164188" y="146172"/>
                </a:cubicBezTo>
                <a:cubicBezTo>
                  <a:pt x="5156741" y="142639"/>
                  <a:pt x="5165911" y="138468"/>
                  <a:pt x="5184584" y="136849"/>
                </a:cubicBezTo>
                <a:cubicBezTo>
                  <a:pt x="5193934" y="136028"/>
                  <a:pt x="5203910" y="136011"/>
                  <a:pt x="5212506" y="136635"/>
                </a:cubicBezTo>
                <a:close/>
                <a:moveTo>
                  <a:pt x="3520309" y="136347"/>
                </a:moveTo>
                <a:cubicBezTo>
                  <a:pt x="3520670" y="136301"/>
                  <a:pt x="3521059" y="136347"/>
                  <a:pt x="3521115" y="136393"/>
                </a:cubicBezTo>
                <a:cubicBezTo>
                  <a:pt x="3521226" y="136461"/>
                  <a:pt x="3520893" y="136552"/>
                  <a:pt x="3520447" y="136598"/>
                </a:cubicBezTo>
                <a:cubicBezTo>
                  <a:pt x="3520115" y="136621"/>
                  <a:pt x="3519754" y="136598"/>
                  <a:pt x="3519726" y="136530"/>
                </a:cubicBezTo>
                <a:cubicBezTo>
                  <a:pt x="3519615" y="136461"/>
                  <a:pt x="3519865" y="136370"/>
                  <a:pt x="3520309" y="136347"/>
                </a:cubicBezTo>
                <a:close/>
                <a:moveTo>
                  <a:pt x="6996377" y="135778"/>
                </a:moveTo>
                <a:cubicBezTo>
                  <a:pt x="6997211" y="135686"/>
                  <a:pt x="6998350" y="135778"/>
                  <a:pt x="6998962" y="135960"/>
                </a:cubicBezTo>
                <a:cubicBezTo>
                  <a:pt x="6999546" y="136097"/>
                  <a:pt x="6999434" y="136302"/>
                  <a:pt x="6998628" y="136416"/>
                </a:cubicBezTo>
                <a:cubicBezTo>
                  <a:pt x="6997794" y="136485"/>
                  <a:pt x="6996655" y="136416"/>
                  <a:pt x="6996044" y="136234"/>
                </a:cubicBezTo>
                <a:cubicBezTo>
                  <a:pt x="6995461" y="136074"/>
                  <a:pt x="6995544" y="135869"/>
                  <a:pt x="6996377" y="135778"/>
                </a:cubicBezTo>
                <a:close/>
                <a:moveTo>
                  <a:pt x="4599455" y="135754"/>
                </a:moveTo>
                <a:cubicBezTo>
                  <a:pt x="4607652" y="136365"/>
                  <a:pt x="4614153" y="137613"/>
                  <a:pt x="4617043" y="139356"/>
                </a:cubicBezTo>
                <a:cubicBezTo>
                  <a:pt x="4622767" y="142821"/>
                  <a:pt x="4611764" y="147016"/>
                  <a:pt x="4592258" y="148634"/>
                </a:cubicBezTo>
                <a:cubicBezTo>
                  <a:pt x="4572779" y="150275"/>
                  <a:pt x="4552245" y="148702"/>
                  <a:pt x="4546716" y="145192"/>
                </a:cubicBezTo>
                <a:cubicBezTo>
                  <a:pt x="4541102" y="141704"/>
                  <a:pt x="4552356" y="137578"/>
                  <a:pt x="4571696" y="135983"/>
                </a:cubicBezTo>
                <a:cubicBezTo>
                  <a:pt x="4581365" y="135173"/>
                  <a:pt x="4591258" y="135145"/>
                  <a:pt x="4599455" y="135754"/>
                </a:cubicBezTo>
                <a:close/>
                <a:moveTo>
                  <a:pt x="5924855" y="135330"/>
                </a:moveTo>
                <a:cubicBezTo>
                  <a:pt x="5932688" y="135869"/>
                  <a:pt x="5939654" y="136963"/>
                  <a:pt x="5943906" y="138491"/>
                </a:cubicBezTo>
                <a:cubicBezTo>
                  <a:pt x="5952381" y="141568"/>
                  <a:pt x="5946796" y="145238"/>
                  <a:pt x="5931291" y="146652"/>
                </a:cubicBezTo>
                <a:cubicBezTo>
                  <a:pt x="5915730" y="148087"/>
                  <a:pt x="5896197" y="146719"/>
                  <a:pt x="5887777" y="143619"/>
                </a:cubicBezTo>
                <a:cubicBezTo>
                  <a:pt x="5879385" y="140542"/>
                  <a:pt x="5885165" y="136895"/>
                  <a:pt x="5900615" y="135504"/>
                </a:cubicBezTo>
                <a:cubicBezTo>
                  <a:pt x="5908326" y="134809"/>
                  <a:pt x="5917023" y="134792"/>
                  <a:pt x="5924855" y="135330"/>
                </a:cubicBezTo>
                <a:close/>
                <a:moveTo>
                  <a:pt x="6245706" y="134769"/>
                </a:moveTo>
                <a:cubicBezTo>
                  <a:pt x="6255907" y="135458"/>
                  <a:pt x="6265201" y="136860"/>
                  <a:pt x="6271176" y="138809"/>
                </a:cubicBezTo>
                <a:cubicBezTo>
                  <a:pt x="6283235" y="142730"/>
                  <a:pt x="6277372" y="147448"/>
                  <a:pt x="6257950" y="149272"/>
                </a:cubicBezTo>
                <a:cubicBezTo>
                  <a:pt x="6238471" y="151118"/>
                  <a:pt x="6212908" y="149386"/>
                  <a:pt x="6201098" y="145420"/>
                </a:cubicBezTo>
                <a:cubicBezTo>
                  <a:pt x="6189289" y="141453"/>
                  <a:pt x="6195485" y="136780"/>
                  <a:pt x="6214797" y="135002"/>
                </a:cubicBezTo>
                <a:cubicBezTo>
                  <a:pt x="6224397" y="134101"/>
                  <a:pt x="6235506" y="134079"/>
                  <a:pt x="6245706" y="134769"/>
                </a:cubicBezTo>
                <a:close/>
                <a:moveTo>
                  <a:pt x="7313005" y="134456"/>
                </a:moveTo>
                <a:cubicBezTo>
                  <a:pt x="7313311" y="134410"/>
                  <a:pt x="7313755" y="134456"/>
                  <a:pt x="7313977" y="134501"/>
                </a:cubicBezTo>
                <a:cubicBezTo>
                  <a:pt x="7314311" y="134569"/>
                  <a:pt x="7314227" y="134661"/>
                  <a:pt x="7313922" y="134683"/>
                </a:cubicBezTo>
                <a:cubicBezTo>
                  <a:pt x="7313644" y="134729"/>
                  <a:pt x="7313199" y="134683"/>
                  <a:pt x="7312866" y="134615"/>
                </a:cubicBezTo>
                <a:cubicBezTo>
                  <a:pt x="7312672" y="134569"/>
                  <a:pt x="7312672" y="134478"/>
                  <a:pt x="7313005" y="134456"/>
                </a:cubicBezTo>
                <a:close/>
                <a:moveTo>
                  <a:pt x="6677384" y="133538"/>
                </a:moveTo>
                <a:cubicBezTo>
                  <a:pt x="6687836" y="134227"/>
                  <a:pt x="6697644" y="135629"/>
                  <a:pt x="6704341" y="137578"/>
                </a:cubicBezTo>
                <a:cubicBezTo>
                  <a:pt x="6717789" y="141499"/>
                  <a:pt x="6713538" y="146195"/>
                  <a:pt x="6694866" y="148018"/>
                </a:cubicBezTo>
                <a:cubicBezTo>
                  <a:pt x="6676110" y="149865"/>
                  <a:pt x="6649934" y="148132"/>
                  <a:pt x="6636625" y="144144"/>
                </a:cubicBezTo>
                <a:cubicBezTo>
                  <a:pt x="6623426" y="140199"/>
                  <a:pt x="6627872" y="135549"/>
                  <a:pt x="6646573" y="133771"/>
                </a:cubicBezTo>
                <a:cubicBezTo>
                  <a:pt x="6655839" y="132870"/>
                  <a:pt x="6666933" y="132848"/>
                  <a:pt x="6677384" y="133538"/>
                </a:cubicBezTo>
                <a:close/>
                <a:moveTo>
                  <a:pt x="3724957" y="132974"/>
                </a:moveTo>
                <a:cubicBezTo>
                  <a:pt x="3726346" y="132837"/>
                  <a:pt x="3727652" y="132974"/>
                  <a:pt x="3727847" y="133202"/>
                </a:cubicBezTo>
                <a:cubicBezTo>
                  <a:pt x="3728125" y="133430"/>
                  <a:pt x="3727097" y="133749"/>
                  <a:pt x="3725651" y="133840"/>
                </a:cubicBezTo>
                <a:cubicBezTo>
                  <a:pt x="3724290" y="133931"/>
                  <a:pt x="3722956" y="133840"/>
                  <a:pt x="3722761" y="133566"/>
                </a:cubicBezTo>
                <a:cubicBezTo>
                  <a:pt x="3722567" y="133361"/>
                  <a:pt x="3723485" y="133065"/>
                  <a:pt x="3724957" y="132974"/>
                </a:cubicBezTo>
                <a:close/>
                <a:moveTo>
                  <a:pt x="6464386" y="132766"/>
                </a:moveTo>
                <a:cubicBezTo>
                  <a:pt x="6474969" y="133470"/>
                  <a:pt x="6484744" y="134900"/>
                  <a:pt x="6491218" y="136895"/>
                </a:cubicBezTo>
                <a:cubicBezTo>
                  <a:pt x="6504334" y="140906"/>
                  <a:pt x="6499221" y="145716"/>
                  <a:pt x="6479631" y="147609"/>
                </a:cubicBezTo>
                <a:cubicBezTo>
                  <a:pt x="6459958" y="149501"/>
                  <a:pt x="6433505" y="147723"/>
                  <a:pt x="6420556" y="143642"/>
                </a:cubicBezTo>
                <a:cubicBezTo>
                  <a:pt x="6407775" y="139607"/>
                  <a:pt x="6413221" y="134843"/>
                  <a:pt x="6432699" y="132997"/>
                </a:cubicBezTo>
                <a:cubicBezTo>
                  <a:pt x="6442410" y="132085"/>
                  <a:pt x="6453803" y="132062"/>
                  <a:pt x="6464386" y="132766"/>
                </a:cubicBezTo>
                <a:close/>
                <a:moveTo>
                  <a:pt x="6789339" y="132335"/>
                </a:moveTo>
                <a:cubicBezTo>
                  <a:pt x="6790173" y="132267"/>
                  <a:pt x="6791341" y="132335"/>
                  <a:pt x="6791924" y="132495"/>
                </a:cubicBezTo>
                <a:cubicBezTo>
                  <a:pt x="6792508" y="132678"/>
                  <a:pt x="6792313" y="132905"/>
                  <a:pt x="6791535" y="132996"/>
                </a:cubicBezTo>
                <a:cubicBezTo>
                  <a:pt x="6790729" y="133065"/>
                  <a:pt x="6789590" y="132996"/>
                  <a:pt x="6789006" y="132792"/>
                </a:cubicBezTo>
                <a:cubicBezTo>
                  <a:pt x="6788395" y="132632"/>
                  <a:pt x="6788561" y="132426"/>
                  <a:pt x="6789339" y="132335"/>
                </a:cubicBezTo>
                <a:close/>
                <a:moveTo>
                  <a:pt x="3932077" y="131059"/>
                </a:moveTo>
                <a:cubicBezTo>
                  <a:pt x="3935383" y="130785"/>
                  <a:pt x="3938718" y="131036"/>
                  <a:pt x="3939357" y="131628"/>
                </a:cubicBezTo>
                <a:cubicBezTo>
                  <a:pt x="3939996" y="132199"/>
                  <a:pt x="3937718" y="132905"/>
                  <a:pt x="3934328" y="133156"/>
                </a:cubicBezTo>
                <a:cubicBezTo>
                  <a:pt x="3930911" y="133430"/>
                  <a:pt x="3927687" y="133156"/>
                  <a:pt x="3927048" y="132586"/>
                </a:cubicBezTo>
                <a:cubicBezTo>
                  <a:pt x="3926381" y="132016"/>
                  <a:pt x="3928660" y="131332"/>
                  <a:pt x="3932077" y="131059"/>
                </a:cubicBezTo>
                <a:close/>
                <a:moveTo>
                  <a:pt x="4694350" y="131022"/>
                </a:moveTo>
                <a:cubicBezTo>
                  <a:pt x="4702085" y="131589"/>
                  <a:pt x="4708281" y="132746"/>
                  <a:pt x="4711101" y="134365"/>
                </a:cubicBezTo>
                <a:cubicBezTo>
                  <a:pt x="4716713" y="137624"/>
                  <a:pt x="4706739" y="141522"/>
                  <a:pt x="4688594" y="143026"/>
                </a:cubicBezTo>
                <a:cubicBezTo>
                  <a:pt x="4670394" y="144531"/>
                  <a:pt x="4651137" y="143095"/>
                  <a:pt x="4645692" y="139812"/>
                </a:cubicBezTo>
                <a:cubicBezTo>
                  <a:pt x="4640162" y="136531"/>
                  <a:pt x="4650415" y="132678"/>
                  <a:pt x="4668365" y="131219"/>
                </a:cubicBezTo>
                <a:cubicBezTo>
                  <a:pt x="4677341" y="130478"/>
                  <a:pt x="4686615" y="130455"/>
                  <a:pt x="4694350" y="131022"/>
                </a:cubicBezTo>
                <a:close/>
                <a:moveTo>
                  <a:pt x="5830714" y="130443"/>
                </a:moveTo>
                <a:cubicBezTo>
                  <a:pt x="5838373" y="130973"/>
                  <a:pt x="5845153" y="132050"/>
                  <a:pt x="5849238" y="133543"/>
                </a:cubicBezTo>
                <a:cubicBezTo>
                  <a:pt x="5857434" y="136575"/>
                  <a:pt x="5851544" y="140131"/>
                  <a:pt x="5836205" y="141544"/>
                </a:cubicBezTo>
                <a:cubicBezTo>
                  <a:pt x="5820756" y="142934"/>
                  <a:pt x="5801695" y="141636"/>
                  <a:pt x="5793609" y="138581"/>
                </a:cubicBezTo>
                <a:cubicBezTo>
                  <a:pt x="5785606" y="135572"/>
                  <a:pt x="5791607" y="132016"/>
                  <a:pt x="5806918" y="130625"/>
                </a:cubicBezTo>
                <a:cubicBezTo>
                  <a:pt x="5814518" y="129930"/>
                  <a:pt x="5823056" y="129913"/>
                  <a:pt x="5830714" y="130443"/>
                </a:cubicBezTo>
                <a:close/>
                <a:moveTo>
                  <a:pt x="4379205" y="129708"/>
                </a:moveTo>
                <a:cubicBezTo>
                  <a:pt x="4387158" y="130306"/>
                  <a:pt x="4393334" y="131526"/>
                  <a:pt x="4395862" y="133225"/>
                </a:cubicBezTo>
                <a:cubicBezTo>
                  <a:pt x="4400948" y="136666"/>
                  <a:pt x="4389250" y="140724"/>
                  <a:pt x="4369772" y="142297"/>
                </a:cubicBezTo>
                <a:cubicBezTo>
                  <a:pt x="4350292" y="143915"/>
                  <a:pt x="4330426" y="142388"/>
                  <a:pt x="4325534" y="138946"/>
                </a:cubicBezTo>
                <a:cubicBezTo>
                  <a:pt x="4320672" y="135527"/>
                  <a:pt x="4332537" y="131469"/>
                  <a:pt x="4351877" y="129919"/>
                </a:cubicBezTo>
                <a:cubicBezTo>
                  <a:pt x="4361519" y="129132"/>
                  <a:pt x="4371252" y="129110"/>
                  <a:pt x="4379205" y="129708"/>
                </a:cubicBezTo>
                <a:close/>
                <a:moveTo>
                  <a:pt x="4157704" y="128677"/>
                </a:moveTo>
                <a:cubicBezTo>
                  <a:pt x="4162866" y="129070"/>
                  <a:pt x="4166777" y="129873"/>
                  <a:pt x="4168235" y="130990"/>
                </a:cubicBezTo>
                <a:cubicBezTo>
                  <a:pt x="4171069" y="133225"/>
                  <a:pt x="4162956" y="135914"/>
                  <a:pt x="4149923" y="136963"/>
                </a:cubicBezTo>
                <a:cubicBezTo>
                  <a:pt x="4136919" y="138011"/>
                  <a:pt x="4124054" y="137009"/>
                  <a:pt x="4121304" y="134752"/>
                </a:cubicBezTo>
                <a:cubicBezTo>
                  <a:pt x="4118469" y="132495"/>
                  <a:pt x="4126695" y="129828"/>
                  <a:pt x="4139670" y="128825"/>
                </a:cubicBezTo>
                <a:cubicBezTo>
                  <a:pt x="4146131" y="128301"/>
                  <a:pt x="4152542" y="128284"/>
                  <a:pt x="4157704" y="128677"/>
                </a:cubicBezTo>
                <a:close/>
                <a:moveTo>
                  <a:pt x="6152816" y="127953"/>
                </a:moveTo>
                <a:cubicBezTo>
                  <a:pt x="6162371" y="128597"/>
                  <a:pt x="6171020" y="129908"/>
                  <a:pt x="6176507" y="131743"/>
                </a:cubicBezTo>
                <a:cubicBezTo>
                  <a:pt x="6187511" y="135413"/>
                  <a:pt x="6181647" y="139812"/>
                  <a:pt x="6163198" y="141545"/>
                </a:cubicBezTo>
                <a:cubicBezTo>
                  <a:pt x="6144775" y="143254"/>
                  <a:pt x="6120879" y="141636"/>
                  <a:pt x="6110014" y="137921"/>
                </a:cubicBezTo>
                <a:cubicBezTo>
                  <a:pt x="6099122" y="134228"/>
                  <a:pt x="6105373" y="129851"/>
                  <a:pt x="6123685" y="128164"/>
                </a:cubicBezTo>
                <a:cubicBezTo>
                  <a:pt x="6132799" y="127332"/>
                  <a:pt x="6143260" y="127309"/>
                  <a:pt x="6152816" y="127953"/>
                </a:cubicBezTo>
                <a:close/>
                <a:moveTo>
                  <a:pt x="4790036" y="126702"/>
                </a:moveTo>
                <a:cubicBezTo>
                  <a:pt x="4797760" y="127270"/>
                  <a:pt x="4804006" y="128426"/>
                  <a:pt x="4806965" y="130056"/>
                </a:cubicBezTo>
                <a:cubicBezTo>
                  <a:pt x="4812884" y="133247"/>
                  <a:pt x="4803157" y="137100"/>
                  <a:pt x="4785292" y="138627"/>
                </a:cubicBezTo>
                <a:cubicBezTo>
                  <a:pt x="4767341" y="140132"/>
                  <a:pt x="4748057" y="138695"/>
                  <a:pt x="4742305" y="135436"/>
                </a:cubicBezTo>
                <a:cubicBezTo>
                  <a:pt x="4736526" y="132176"/>
                  <a:pt x="4746390" y="128392"/>
                  <a:pt x="4764229" y="126888"/>
                </a:cubicBezTo>
                <a:cubicBezTo>
                  <a:pt x="4773107" y="126158"/>
                  <a:pt x="4782311" y="126136"/>
                  <a:pt x="4790036" y="126702"/>
                </a:cubicBezTo>
                <a:close/>
                <a:moveTo>
                  <a:pt x="5736329" y="126469"/>
                </a:moveTo>
                <a:cubicBezTo>
                  <a:pt x="5743662" y="126979"/>
                  <a:pt x="5750081" y="128016"/>
                  <a:pt x="5753846" y="129464"/>
                </a:cubicBezTo>
                <a:cubicBezTo>
                  <a:pt x="5761516" y="132336"/>
                  <a:pt x="5755625" y="135778"/>
                  <a:pt x="5740703" y="137100"/>
                </a:cubicBezTo>
                <a:cubicBezTo>
                  <a:pt x="5725754" y="138468"/>
                  <a:pt x="5707443" y="137191"/>
                  <a:pt x="5699968" y="134296"/>
                </a:cubicBezTo>
                <a:cubicBezTo>
                  <a:pt x="5692466" y="131378"/>
                  <a:pt x="5698496" y="127982"/>
                  <a:pt x="5713333" y="126637"/>
                </a:cubicBezTo>
                <a:cubicBezTo>
                  <a:pt x="5720752" y="125976"/>
                  <a:pt x="5728998" y="125959"/>
                  <a:pt x="5736329" y="126469"/>
                </a:cubicBezTo>
                <a:close/>
                <a:moveTo>
                  <a:pt x="3614422" y="125019"/>
                </a:moveTo>
                <a:cubicBezTo>
                  <a:pt x="3615450" y="124927"/>
                  <a:pt x="3616340" y="125019"/>
                  <a:pt x="3616478" y="125178"/>
                </a:cubicBezTo>
                <a:cubicBezTo>
                  <a:pt x="3616617" y="125360"/>
                  <a:pt x="3615895" y="125543"/>
                  <a:pt x="3614895" y="125633"/>
                </a:cubicBezTo>
                <a:cubicBezTo>
                  <a:pt x="3613866" y="125725"/>
                  <a:pt x="3612950" y="125633"/>
                  <a:pt x="3612782" y="125474"/>
                </a:cubicBezTo>
                <a:cubicBezTo>
                  <a:pt x="3612643" y="125292"/>
                  <a:pt x="3613366" y="125109"/>
                  <a:pt x="3614422" y="125019"/>
                </a:cubicBezTo>
                <a:close/>
                <a:moveTo>
                  <a:pt x="6373111" y="124288"/>
                </a:moveTo>
                <a:cubicBezTo>
                  <a:pt x="6383559" y="124984"/>
                  <a:pt x="6393146" y="126397"/>
                  <a:pt x="6399412" y="128369"/>
                </a:cubicBezTo>
                <a:cubicBezTo>
                  <a:pt x="6412165" y="132313"/>
                  <a:pt x="6406691" y="137054"/>
                  <a:pt x="6387130" y="138923"/>
                </a:cubicBezTo>
                <a:cubicBezTo>
                  <a:pt x="6367512" y="140792"/>
                  <a:pt x="6341337" y="139014"/>
                  <a:pt x="6328889" y="135002"/>
                </a:cubicBezTo>
                <a:cubicBezTo>
                  <a:pt x="6316440" y="131014"/>
                  <a:pt x="6322248" y="126317"/>
                  <a:pt x="6341642" y="124517"/>
                </a:cubicBezTo>
                <a:cubicBezTo>
                  <a:pt x="6351354" y="123616"/>
                  <a:pt x="6362663" y="123593"/>
                  <a:pt x="6373111" y="124288"/>
                </a:cubicBezTo>
                <a:close/>
                <a:moveTo>
                  <a:pt x="6586957" y="123881"/>
                </a:moveTo>
                <a:cubicBezTo>
                  <a:pt x="6597259" y="124556"/>
                  <a:pt x="6606865" y="125930"/>
                  <a:pt x="6613340" y="127845"/>
                </a:cubicBezTo>
                <a:cubicBezTo>
                  <a:pt x="6626427" y="131720"/>
                  <a:pt x="6621898" y="136347"/>
                  <a:pt x="6603226" y="138148"/>
                </a:cubicBezTo>
                <a:cubicBezTo>
                  <a:pt x="6584469" y="139926"/>
                  <a:pt x="6558656" y="138240"/>
                  <a:pt x="6545736" y="134319"/>
                </a:cubicBezTo>
                <a:cubicBezTo>
                  <a:pt x="6532898" y="130443"/>
                  <a:pt x="6537677" y="125862"/>
                  <a:pt x="6556405" y="124107"/>
                </a:cubicBezTo>
                <a:cubicBezTo>
                  <a:pt x="6565658" y="123229"/>
                  <a:pt x="6576655" y="123206"/>
                  <a:pt x="6586957" y="123881"/>
                </a:cubicBezTo>
                <a:close/>
                <a:moveTo>
                  <a:pt x="4473888" y="123248"/>
                </a:moveTo>
                <a:cubicBezTo>
                  <a:pt x="4481682" y="123827"/>
                  <a:pt x="4487781" y="125006"/>
                  <a:pt x="4490366" y="126659"/>
                </a:cubicBezTo>
                <a:cubicBezTo>
                  <a:pt x="4495506" y="129987"/>
                  <a:pt x="4484529" y="133954"/>
                  <a:pt x="4465662" y="135481"/>
                </a:cubicBezTo>
                <a:cubicBezTo>
                  <a:pt x="4446768" y="137008"/>
                  <a:pt x="4427373" y="135549"/>
                  <a:pt x="4422288" y="132221"/>
                </a:cubicBezTo>
                <a:cubicBezTo>
                  <a:pt x="4417314" y="128870"/>
                  <a:pt x="4428540" y="124973"/>
                  <a:pt x="4447240" y="123445"/>
                </a:cubicBezTo>
                <a:cubicBezTo>
                  <a:pt x="4456605" y="122692"/>
                  <a:pt x="4466094" y="122670"/>
                  <a:pt x="4473888" y="123248"/>
                </a:cubicBezTo>
                <a:close/>
                <a:moveTo>
                  <a:pt x="4885729" y="123109"/>
                </a:moveTo>
                <a:cubicBezTo>
                  <a:pt x="4893561" y="123680"/>
                  <a:pt x="4899939" y="124836"/>
                  <a:pt x="4903023" y="126455"/>
                </a:cubicBezTo>
                <a:cubicBezTo>
                  <a:pt x="4909219" y="129669"/>
                  <a:pt x="4899856" y="133544"/>
                  <a:pt x="4881933" y="135071"/>
                </a:cubicBezTo>
                <a:cubicBezTo>
                  <a:pt x="4863927" y="136576"/>
                  <a:pt x="4844365" y="135162"/>
                  <a:pt x="4838280" y="131857"/>
                </a:cubicBezTo>
                <a:cubicBezTo>
                  <a:pt x="4832279" y="128597"/>
                  <a:pt x="4841865" y="124790"/>
                  <a:pt x="4859704" y="123286"/>
                </a:cubicBezTo>
                <a:cubicBezTo>
                  <a:pt x="4868609" y="122557"/>
                  <a:pt x="4877897" y="122540"/>
                  <a:pt x="4885729" y="123109"/>
                </a:cubicBezTo>
                <a:close/>
                <a:moveTo>
                  <a:pt x="3819292" y="122989"/>
                </a:moveTo>
                <a:cubicBezTo>
                  <a:pt x="3820153" y="122921"/>
                  <a:pt x="3820931" y="122989"/>
                  <a:pt x="3821014" y="123103"/>
                </a:cubicBezTo>
                <a:cubicBezTo>
                  <a:pt x="3821181" y="123263"/>
                  <a:pt x="3820682" y="123422"/>
                  <a:pt x="3819820" y="123490"/>
                </a:cubicBezTo>
                <a:cubicBezTo>
                  <a:pt x="3819014" y="123536"/>
                  <a:pt x="3818291" y="123490"/>
                  <a:pt x="3818125" y="123354"/>
                </a:cubicBezTo>
                <a:cubicBezTo>
                  <a:pt x="3818014" y="123217"/>
                  <a:pt x="3818542" y="123035"/>
                  <a:pt x="3819292" y="122989"/>
                </a:cubicBezTo>
                <a:close/>
                <a:moveTo>
                  <a:pt x="5642790" y="122735"/>
                </a:moveTo>
                <a:cubicBezTo>
                  <a:pt x="5650578" y="123268"/>
                  <a:pt x="5657358" y="124357"/>
                  <a:pt x="5661262" y="125885"/>
                </a:cubicBezTo>
                <a:cubicBezTo>
                  <a:pt x="5669153" y="128985"/>
                  <a:pt x="5662595" y="132654"/>
                  <a:pt x="5646535" y="134068"/>
                </a:cubicBezTo>
                <a:cubicBezTo>
                  <a:pt x="5630446" y="135481"/>
                  <a:pt x="5611024" y="134136"/>
                  <a:pt x="5603216" y="131036"/>
                </a:cubicBezTo>
                <a:cubicBezTo>
                  <a:pt x="5595547" y="127959"/>
                  <a:pt x="5602271" y="124334"/>
                  <a:pt x="5618276" y="122921"/>
                </a:cubicBezTo>
                <a:cubicBezTo>
                  <a:pt x="5626210" y="122226"/>
                  <a:pt x="5635004" y="122203"/>
                  <a:pt x="5642790" y="122735"/>
                </a:cubicBezTo>
                <a:close/>
                <a:moveTo>
                  <a:pt x="6059721" y="121981"/>
                </a:moveTo>
                <a:cubicBezTo>
                  <a:pt x="6068577" y="122573"/>
                  <a:pt x="6076531" y="123787"/>
                  <a:pt x="6081505" y="125474"/>
                </a:cubicBezTo>
                <a:cubicBezTo>
                  <a:pt x="6091481" y="128893"/>
                  <a:pt x="6085646" y="132929"/>
                  <a:pt x="6068334" y="134547"/>
                </a:cubicBezTo>
                <a:cubicBezTo>
                  <a:pt x="6051051" y="136142"/>
                  <a:pt x="6029044" y="134615"/>
                  <a:pt x="6019124" y="131174"/>
                </a:cubicBezTo>
                <a:cubicBezTo>
                  <a:pt x="6009372" y="127777"/>
                  <a:pt x="6015401" y="123742"/>
                  <a:pt x="6032518" y="122215"/>
                </a:cubicBezTo>
                <a:cubicBezTo>
                  <a:pt x="6041104" y="121417"/>
                  <a:pt x="6050863" y="121388"/>
                  <a:pt x="6059721" y="121981"/>
                </a:cubicBezTo>
                <a:close/>
                <a:moveTo>
                  <a:pt x="4250911" y="121229"/>
                </a:moveTo>
                <a:cubicBezTo>
                  <a:pt x="4255528" y="121576"/>
                  <a:pt x="4259056" y="122283"/>
                  <a:pt x="4260431" y="123263"/>
                </a:cubicBezTo>
                <a:cubicBezTo>
                  <a:pt x="4263182" y="125246"/>
                  <a:pt x="4256041" y="127594"/>
                  <a:pt x="4244536" y="128529"/>
                </a:cubicBezTo>
                <a:cubicBezTo>
                  <a:pt x="4233172" y="129441"/>
                  <a:pt x="4221669" y="128574"/>
                  <a:pt x="4218973" y="126569"/>
                </a:cubicBezTo>
                <a:cubicBezTo>
                  <a:pt x="4216306" y="124586"/>
                  <a:pt x="4223475" y="122260"/>
                  <a:pt x="4234867" y="121349"/>
                </a:cubicBezTo>
                <a:cubicBezTo>
                  <a:pt x="4240592" y="120893"/>
                  <a:pt x="4246296" y="120881"/>
                  <a:pt x="4250911" y="121229"/>
                </a:cubicBezTo>
                <a:close/>
                <a:moveTo>
                  <a:pt x="4025356" y="120984"/>
                </a:moveTo>
                <a:cubicBezTo>
                  <a:pt x="4031858" y="120505"/>
                  <a:pt x="4038111" y="120961"/>
                  <a:pt x="4039389" y="122078"/>
                </a:cubicBezTo>
                <a:cubicBezTo>
                  <a:pt x="4040750" y="123195"/>
                  <a:pt x="4036527" y="124494"/>
                  <a:pt x="4029941" y="124995"/>
                </a:cubicBezTo>
                <a:cubicBezTo>
                  <a:pt x="4023495" y="125497"/>
                  <a:pt x="4017243" y="125041"/>
                  <a:pt x="4015909" y="123924"/>
                </a:cubicBezTo>
                <a:cubicBezTo>
                  <a:pt x="4014631" y="122807"/>
                  <a:pt x="4018855" y="121485"/>
                  <a:pt x="4025356" y="120984"/>
                </a:cubicBezTo>
                <a:close/>
                <a:moveTo>
                  <a:pt x="6693838" y="120687"/>
                </a:moveTo>
                <a:cubicBezTo>
                  <a:pt x="6698840" y="120209"/>
                  <a:pt x="6705786" y="120642"/>
                  <a:pt x="6709371" y="121691"/>
                </a:cubicBezTo>
                <a:cubicBezTo>
                  <a:pt x="6712983" y="122717"/>
                  <a:pt x="6711899" y="123924"/>
                  <a:pt x="6706842" y="124426"/>
                </a:cubicBezTo>
                <a:cubicBezTo>
                  <a:pt x="6701868" y="124905"/>
                  <a:pt x="6694922" y="124448"/>
                  <a:pt x="6691282" y="123423"/>
                </a:cubicBezTo>
                <a:cubicBezTo>
                  <a:pt x="6687697" y="122351"/>
                  <a:pt x="6688808" y="121166"/>
                  <a:pt x="6693838" y="120687"/>
                </a:cubicBezTo>
                <a:close/>
                <a:moveTo>
                  <a:pt x="4981742" y="120038"/>
                </a:moveTo>
                <a:cubicBezTo>
                  <a:pt x="4990023" y="120636"/>
                  <a:pt x="4996830" y="121850"/>
                  <a:pt x="5000219" y="123536"/>
                </a:cubicBezTo>
                <a:cubicBezTo>
                  <a:pt x="5007055" y="126910"/>
                  <a:pt x="4997497" y="130968"/>
                  <a:pt x="4978741" y="132564"/>
                </a:cubicBezTo>
                <a:cubicBezTo>
                  <a:pt x="4960013" y="134159"/>
                  <a:pt x="4939367" y="132632"/>
                  <a:pt x="4932727" y="129212"/>
                </a:cubicBezTo>
                <a:cubicBezTo>
                  <a:pt x="4926114" y="125793"/>
                  <a:pt x="4935894" y="121781"/>
                  <a:pt x="4954428" y="120231"/>
                </a:cubicBezTo>
                <a:cubicBezTo>
                  <a:pt x="4963709" y="119456"/>
                  <a:pt x="4973462" y="119439"/>
                  <a:pt x="4981742" y="120038"/>
                </a:cubicBezTo>
                <a:close/>
                <a:moveTo>
                  <a:pt x="5549143" y="119824"/>
                </a:moveTo>
                <a:cubicBezTo>
                  <a:pt x="5557292" y="120390"/>
                  <a:pt x="5564342" y="121542"/>
                  <a:pt x="5568371" y="123149"/>
                </a:cubicBezTo>
                <a:cubicBezTo>
                  <a:pt x="5576402" y="126409"/>
                  <a:pt x="5569177" y="130238"/>
                  <a:pt x="5552144" y="131720"/>
                </a:cubicBezTo>
                <a:cubicBezTo>
                  <a:pt x="5535055" y="133225"/>
                  <a:pt x="5514771" y="131811"/>
                  <a:pt x="5506880" y="128551"/>
                </a:cubicBezTo>
                <a:cubicBezTo>
                  <a:pt x="5498933" y="125292"/>
                  <a:pt x="5506379" y="121485"/>
                  <a:pt x="5523329" y="120003"/>
                </a:cubicBezTo>
                <a:cubicBezTo>
                  <a:pt x="5531749" y="119274"/>
                  <a:pt x="5540995" y="119256"/>
                  <a:pt x="5549143" y="119824"/>
                </a:cubicBezTo>
                <a:close/>
                <a:moveTo>
                  <a:pt x="5076963" y="117974"/>
                </a:moveTo>
                <a:cubicBezTo>
                  <a:pt x="5085359" y="118578"/>
                  <a:pt x="5092333" y="119797"/>
                  <a:pt x="5095889" y="121485"/>
                </a:cubicBezTo>
                <a:cubicBezTo>
                  <a:pt x="5103003" y="124904"/>
                  <a:pt x="5093667" y="128985"/>
                  <a:pt x="5075022" y="130557"/>
                </a:cubicBezTo>
                <a:cubicBezTo>
                  <a:pt x="5056211" y="132175"/>
                  <a:pt x="5035231" y="130649"/>
                  <a:pt x="5028229" y="127229"/>
                </a:cubicBezTo>
                <a:cubicBezTo>
                  <a:pt x="5021282" y="123764"/>
                  <a:pt x="5030870" y="119730"/>
                  <a:pt x="5049514" y="118157"/>
                </a:cubicBezTo>
                <a:cubicBezTo>
                  <a:pt x="5058753" y="117381"/>
                  <a:pt x="5068569" y="117371"/>
                  <a:pt x="5076963" y="117974"/>
                </a:cubicBezTo>
                <a:close/>
                <a:moveTo>
                  <a:pt x="5455297" y="117749"/>
                </a:moveTo>
                <a:cubicBezTo>
                  <a:pt x="5463720" y="118345"/>
                  <a:pt x="5470937" y="119547"/>
                  <a:pt x="5474980" y="121211"/>
                </a:cubicBezTo>
                <a:cubicBezTo>
                  <a:pt x="5483122" y="124562"/>
                  <a:pt x="5475230" y="128551"/>
                  <a:pt x="5457447" y="130101"/>
                </a:cubicBezTo>
                <a:cubicBezTo>
                  <a:pt x="5439497" y="131674"/>
                  <a:pt x="5418491" y="130193"/>
                  <a:pt x="5410543" y="126796"/>
                </a:cubicBezTo>
                <a:cubicBezTo>
                  <a:pt x="5402680" y="123423"/>
                  <a:pt x="5410682" y="119479"/>
                  <a:pt x="5428382" y="117928"/>
                </a:cubicBezTo>
                <a:cubicBezTo>
                  <a:pt x="5437247" y="117165"/>
                  <a:pt x="5446875" y="117154"/>
                  <a:pt x="5455297" y="117749"/>
                </a:cubicBezTo>
                <a:close/>
                <a:moveTo>
                  <a:pt x="7022219" y="117564"/>
                </a:moveTo>
                <a:cubicBezTo>
                  <a:pt x="7022552" y="117519"/>
                  <a:pt x="7022997" y="117564"/>
                  <a:pt x="7023247" y="117632"/>
                </a:cubicBezTo>
                <a:cubicBezTo>
                  <a:pt x="7023525" y="117701"/>
                  <a:pt x="7023441" y="117769"/>
                  <a:pt x="7023136" y="117792"/>
                </a:cubicBezTo>
                <a:cubicBezTo>
                  <a:pt x="7022775" y="117838"/>
                  <a:pt x="7022386" y="117792"/>
                  <a:pt x="7022108" y="117747"/>
                </a:cubicBezTo>
                <a:cubicBezTo>
                  <a:pt x="7021885" y="117678"/>
                  <a:pt x="7021914" y="117587"/>
                  <a:pt x="7022219" y="117564"/>
                </a:cubicBezTo>
                <a:close/>
                <a:moveTo>
                  <a:pt x="4568420" y="117521"/>
                </a:moveTo>
                <a:cubicBezTo>
                  <a:pt x="4576142" y="118088"/>
                  <a:pt x="4582241" y="119240"/>
                  <a:pt x="4584894" y="120847"/>
                </a:cubicBezTo>
                <a:cubicBezTo>
                  <a:pt x="4590230" y="124107"/>
                  <a:pt x="4579782" y="127982"/>
                  <a:pt x="4561359" y="129509"/>
                </a:cubicBezTo>
                <a:cubicBezTo>
                  <a:pt x="4542853" y="131014"/>
                  <a:pt x="4523569" y="129578"/>
                  <a:pt x="4518345" y="126317"/>
                </a:cubicBezTo>
                <a:cubicBezTo>
                  <a:pt x="4513177" y="123035"/>
                  <a:pt x="4523875" y="119183"/>
                  <a:pt x="4542214" y="117701"/>
                </a:cubicBezTo>
                <a:cubicBezTo>
                  <a:pt x="4551356" y="116971"/>
                  <a:pt x="4560700" y="116954"/>
                  <a:pt x="4568420" y="117521"/>
                </a:cubicBezTo>
                <a:close/>
                <a:moveTo>
                  <a:pt x="5171302" y="116986"/>
                </a:moveTo>
                <a:cubicBezTo>
                  <a:pt x="5179409" y="117559"/>
                  <a:pt x="5186181" y="118727"/>
                  <a:pt x="5189696" y="120368"/>
                </a:cubicBezTo>
                <a:cubicBezTo>
                  <a:pt x="5196838" y="123651"/>
                  <a:pt x="5188251" y="127548"/>
                  <a:pt x="5170411" y="129076"/>
                </a:cubicBezTo>
                <a:cubicBezTo>
                  <a:pt x="5152490" y="130603"/>
                  <a:pt x="5132345" y="129167"/>
                  <a:pt x="5125260" y="125839"/>
                </a:cubicBezTo>
                <a:cubicBezTo>
                  <a:pt x="5118368" y="122534"/>
                  <a:pt x="5127149" y="118682"/>
                  <a:pt x="5144904" y="117177"/>
                </a:cubicBezTo>
                <a:cubicBezTo>
                  <a:pt x="5153754" y="116436"/>
                  <a:pt x="5163194" y="116413"/>
                  <a:pt x="5171302" y="116986"/>
                </a:cubicBezTo>
                <a:close/>
                <a:moveTo>
                  <a:pt x="5360712" y="116764"/>
                </a:moveTo>
                <a:cubicBezTo>
                  <a:pt x="5368989" y="117348"/>
                  <a:pt x="5376033" y="118533"/>
                  <a:pt x="5379895" y="120185"/>
                </a:cubicBezTo>
                <a:cubicBezTo>
                  <a:pt x="5387592" y="123490"/>
                  <a:pt x="5379590" y="127435"/>
                  <a:pt x="5361806" y="128985"/>
                </a:cubicBezTo>
                <a:cubicBezTo>
                  <a:pt x="5344023" y="130511"/>
                  <a:pt x="5323350" y="129030"/>
                  <a:pt x="5315792" y="125702"/>
                </a:cubicBezTo>
                <a:cubicBezTo>
                  <a:pt x="5308206" y="122374"/>
                  <a:pt x="5316459" y="118453"/>
                  <a:pt x="5334130" y="116948"/>
                </a:cubicBezTo>
                <a:cubicBezTo>
                  <a:pt x="5342925" y="116196"/>
                  <a:pt x="5352435" y="116180"/>
                  <a:pt x="5360712" y="116764"/>
                </a:cubicBezTo>
                <a:close/>
                <a:moveTo>
                  <a:pt x="6281947" y="116538"/>
                </a:moveTo>
                <a:cubicBezTo>
                  <a:pt x="6292287" y="117222"/>
                  <a:pt x="6301714" y="118612"/>
                  <a:pt x="6307771" y="120550"/>
                </a:cubicBezTo>
                <a:cubicBezTo>
                  <a:pt x="6319997" y="124471"/>
                  <a:pt x="6314246" y="129144"/>
                  <a:pt x="6294656" y="130990"/>
                </a:cubicBezTo>
                <a:cubicBezTo>
                  <a:pt x="6275066" y="132837"/>
                  <a:pt x="6249280" y="131082"/>
                  <a:pt x="6237110" y="127115"/>
                </a:cubicBezTo>
                <a:cubicBezTo>
                  <a:pt x="6225050" y="123194"/>
                  <a:pt x="6231163" y="118544"/>
                  <a:pt x="6250642" y="116766"/>
                </a:cubicBezTo>
                <a:cubicBezTo>
                  <a:pt x="6260353" y="115877"/>
                  <a:pt x="6271607" y="115854"/>
                  <a:pt x="6281947" y="116538"/>
                </a:cubicBezTo>
                <a:close/>
                <a:moveTo>
                  <a:pt x="5266277" y="116405"/>
                </a:moveTo>
                <a:cubicBezTo>
                  <a:pt x="5274583" y="116989"/>
                  <a:pt x="5281600" y="118179"/>
                  <a:pt x="5285366" y="119843"/>
                </a:cubicBezTo>
                <a:cubicBezTo>
                  <a:pt x="5292867" y="123194"/>
                  <a:pt x="5284448" y="127183"/>
                  <a:pt x="5266359" y="128733"/>
                </a:cubicBezTo>
                <a:cubicBezTo>
                  <a:pt x="5248298" y="130306"/>
                  <a:pt x="5227486" y="128825"/>
                  <a:pt x="5220123" y="125428"/>
                </a:cubicBezTo>
                <a:cubicBezTo>
                  <a:pt x="5212759" y="122078"/>
                  <a:pt x="5221484" y="118111"/>
                  <a:pt x="5239435" y="116607"/>
                </a:cubicBezTo>
                <a:cubicBezTo>
                  <a:pt x="5248368" y="115843"/>
                  <a:pt x="5257968" y="115820"/>
                  <a:pt x="5266277" y="116405"/>
                </a:cubicBezTo>
                <a:close/>
                <a:moveTo>
                  <a:pt x="5967351" y="116242"/>
                </a:moveTo>
                <a:cubicBezTo>
                  <a:pt x="5976187" y="116846"/>
                  <a:pt x="5984072" y="118065"/>
                  <a:pt x="5988948" y="119752"/>
                </a:cubicBezTo>
                <a:cubicBezTo>
                  <a:pt x="5998701" y="123125"/>
                  <a:pt x="5992560" y="127206"/>
                  <a:pt x="5975083" y="128802"/>
                </a:cubicBezTo>
                <a:cubicBezTo>
                  <a:pt x="5957605" y="130397"/>
                  <a:pt x="5935403" y="128893"/>
                  <a:pt x="5925873" y="125451"/>
                </a:cubicBezTo>
                <a:cubicBezTo>
                  <a:pt x="5916286" y="122009"/>
                  <a:pt x="5922677" y="117997"/>
                  <a:pt x="5940043" y="116424"/>
                </a:cubicBezTo>
                <a:cubicBezTo>
                  <a:pt x="5948726" y="115649"/>
                  <a:pt x="5958514" y="115638"/>
                  <a:pt x="5967351" y="116242"/>
                </a:cubicBezTo>
                <a:close/>
                <a:moveTo>
                  <a:pt x="6496667" y="114979"/>
                </a:moveTo>
                <a:cubicBezTo>
                  <a:pt x="6506834" y="115644"/>
                  <a:pt x="6516253" y="116994"/>
                  <a:pt x="6522533" y="118886"/>
                </a:cubicBezTo>
                <a:cubicBezTo>
                  <a:pt x="6535232" y="122693"/>
                  <a:pt x="6530425" y="127229"/>
                  <a:pt x="6511697" y="128985"/>
                </a:cubicBezTo>
                <a:cubicBezTo>
                  <a:pt x="6492941" y="130763"/>
                  <a:pt x="6467488" y="129075"/>
                  <a:pt x="6455012" y="125246"/>
                </a:cubicBezTo>
                <a:cubicBezTo>
                  <a:pt x="6442592" y="121440"/>
                  <a:pt x="6447676" y="116926"/>
                  <a:pt x="6466321" y="115193"/>
                </a:cubicBezTo>
                <a:cubicBezTo>
                  <a:pt x="6475587" y="114338"/>
                  <a:pt x="6486501" y="114316"/>
                  <a:pt x="6496667" y="114979"/>
                </a:cubicBezTo>
                <a:close/>
                <a:moveTo>
                  <a:pt x="3708090" y="114623"/>
                </a:moveTo>
                <a:cubicBezTo>
                  <a:pt x="3708924" y="114578"/>
                  <a:pt x="3709675" y="114623"/>
                  <a:pt x="3709841" y="114760"/>
                </a:cubicBezTo>
                <a:cubicBezTo>
                  <a:pt x="3709896" y="114897"/>
                  <a:pt x="3709369" y="115079"/>
                  <a:pt x="3708618" y="115125"/>
                </a:cubicBezTo>
                <a:cubicBezTo>
                  <a:pt x="3707757" y="115193"/>
                  <a:pt x="3706980" y="115125"/>
                  <a:pt x="3706868" y="114988"/>
                </a:cubicBezTo>
                <a:cubicBezTo>
                  <a:pt x="3706785" y="114852"/>
                  <a:pt x="3707396" y="114692"/>
                  <a:pt x="3708090" y="114623"/>
                </a:cubicBezTo>
                <a:close/>
                <a:moveTo>
                  <a:pt x="4329731" y="114533"/>
                </a:moveTo>
                <a:cubicBezTo>
                  <a:pt x="4339873" y="113735"/>
                  <a:pt x="4350071" y="114487"/>
                  <a:pt x="4352655" y="116220"/>
                </a:cubicBezTo>
                <a:cubicBezTo>
                  <a:pt x="4355240" y="118020"/>
                  <a:pt x="4349098" y="120095"/>
                  <a:pt x="4338956" y="120915"/>
                </a:cubicBezTo>
                <a:cubicBezTo>
                  <a:pt x="4328703" y="121713"/>
                  <a:pt x="4318422" y="120938"/>
                  <a:pt x="4315894" y="119183"/>
                </a:cubicBezTo>
                <a:cubicBezTo>
                  <a:pt x="4313393" y="117427"/>
                  <a:pt x="4319617" y="115353"/>
                  <a:pt x="4329731" y="114533"/>
                </a:cubicBezTo>
                <a:close/>
                <a:moveTo>
                  <a:pt x="6817460" y="114282"/>
                </a:moveTo>
                <a:cubicBezTo>
                  <a:pt x="6818099" y="114213"/>
                  <a:pt x="6818933" y="114282"/>
                  <a:pt x="6819405" y="114419"/>
                </a:cubicBezTo>
                <a:cubicBezTo>
                  <a:pt x="6819877" y="114556"/>
                  <a:pt x="6819794" y="114715"/>
                  <a:pt x="6819155" y="114784"/>
                </a:cubicBezTo>
                <a:cubicBezTo>
                  <a:pt x="6818571" y="114829"/>
                  <a:pt x="6817710" y="114784"/>
                  <a:pt x="6817154" y="114646"/>
                </a:cubicBezTo>
                <a:cubicBezTo>
                  <a:pt x="6816709" y="114510"/>
                  <a:pt x="6816821" y="114350"/>
                  <a:pt x="6817460" y="114282"/>
                </a:cubicBezTo>
                <a:close/>
                <a:moveTo>
                  <a:pt x="3913071" y="113529"/>
                </a:moveTo>
                <a:cubicBezTo>
                  <a:pt x="3913905" y="113461"/>
                  <a:pt x="3914627" y="113529"/>
                  <a:pt x="3914766" y="113666"/>
                </a:cubicBezTo>
                <a:cubicBezTo>
                  <a:pt x="3914877" y="113780"/>
                  <a:pt x="3914377" y="113962"/>
                  <a:pt x="3913599" y="114008"/>
                </a:cubicBezTo>
                <a:cubicBezTo>
                  <a:pt x="3912822" y="114076"/>
                  <a:pt x="3912071" y="114008"/>
                  <a:pt x="3911876" y="113894"/>
                </a:cubicBezTo>
                <a:cubicBezTo>
                  <a:pt x="3911765" y="113757"/>
                  <a:pt x="3912266" y="113597"/>
                  <a:pt x="3913071" y="113529"/>
                </a:cubicBezTo>
                <a:close/>
                <a:moveTo>
                  <a:pt x="6609422" y="112846"/>
                </a:moveTo>
                <a:cubicBezTo>
                  <a:pt x="6610172" y="112754"/>
                  <a:pt x="6611284" y="112800"/>
                  <a:pt x="6611867" y="112982"/>
                </a:cubicBezTo>
                <a:cubicBezTo>
                  <a:pt x="6612451" y="113164"/>
                  <a:pt x="6612256" y="113347"/>
                  <a:pt x="6611450" y="113438"/>
                </a:cubicBezTo>
                <a:cubicBezTo>
                  <a:pt x="6610644" y="113507"/>
                  <a:pt x="6609450" y="113438"/>
                  <a:pt x="6608950" y="113279"/>
                </a:cubicBezTo>
                <a:cubicBezTo>
                  <a:pt x="6608394" y="113119"/>
                  <a:pt x="6608616" y="112891"/>
                  <a:pt x="6609422" y="112846"/>
                </a:cubicBezTo>
                <a:close/>
                <a:moveTo>
                  <a:pt x="4663548" y="112196"/>
                </a:moveTo>
                <a:cubicBezTo>
                  <a:pt x="4671603" y="112789"/>
                  <a:pt x="4678036" y="113986"/>
                  <a:pt x="4680954" y="115650"/>
                </a:cubicBezTo>
                <a:cubicBezTo>
                  <a:pt x="4686788" y="119000"/>
                  <a:pt x="4676145" y="122990"/>
                  <a:pt x="4657140" y="124562"/>
                </a:cubicBezTo>
                <a:cubicBezTo>
                  <a:pt x="4638162" y="126135"/>
                  <a:pt x="4618072" y="124631"/>
                  <a:pt x="4612348" y="121257"/>
                </a:cubicBezTo>
                <a:cubicBezTo>
                  <a:pt x="4606735" y="117884"/>
                  <a:pt x="4617516" y="113917"/>
                  <a:pt x="4636411" y="112367"/>
                </a:cubicBezTo>
                <a:cubicBezTo>
                  <a:pt x="4645817" y="111615"/>
                  <a:pt x="4655494" y="111603"/>
                  <a:pt x="4663548" y="112196"/>
                </a:cubicBezTo>
                <a:close/>
                <a:moveTo>
                  <a:pt x="5874287" y="111665"/>
                </a:moveTo>
                <a:cubicBezTo>
                  <a:pt x="5882532" y="112224"/>
                  <a:pt x="5889833" y="113358"/>
                  <a:pt x="5894251" y="114943"/>
                </a:cubicBezTo>
                <a:cubicBezTo>
                  <a:pt x="5903088" y="118111"/>
                  <a:pt x="5897031" y="121895"/>
                  <a:pt x="5880552" y="123400"/>
                </a:cubicBezTo>
                <a:cubicBezTo>
                  <a:pt x="5864075" y="124859"/>
                  <a:pt x="5843429" y="123468"/>
                  <a:pt x="5834649" y="120254"/>
                </a:cubicBezTo>
                <a:cubicBezTo>
                  <a:pt x="5825980" y="117085"/>
                  <a:pt x="5832259" y="113279"/>
                  <a:pt x="5848654" y="111842"/>
                </a:cubicBezTo>
                <a:cubicBezTo>
                  <a:pt x="5856851" y="111124"/>
                  <a:pt x="5866041" y="111107"/>
                  <a:pt x="5874287" y="111665"/>
                </a:cubicBezTo>
                <a:close/>
                <a:moveTo>
                  <a:pt x="4117803" y="111501"/>
                </a:moveTo>
                <a:cubicBezTo>
                  <a:pt x="4127862" y="110726"/>
                  <a:pt x="4137810" y="111478"/>
                  <a:pt x="4139921" y="113188"/>
                </a:cubicBezTo>
                <a:cubicBezTo>
                  <a:pt x="4142116" y="114898"/>
                  <a:pt x="4135753" y="116927"/>
                  <a:pt x="4125722" y="117747"/>
                </a:cubicBezTo>
                <a:cubicBezTo>
                  <a:pt x="4115580" y="118522"/>
                  <a:pt x="4105549" y="117769"/>
                  <a:pt x="4103437" y="116060"/>
                </a:cubicBezTo>
                <a:cubicBezTo>
                  <a:pt x="4101353" y="114327"/>
                  <a:pt x="4107744" y="112299"/>
                  <a:pt x="4117803" y="111501"/>
                </a:cubicBezTo>
                <a:close/>
                <a:moveTo>
                  <a:pt x="6389269" y="110953"/>
                </a:moveTo>
                <a:cubicBezTo>
                  <a:pt x="6396855" y="110224"/>
                  <a:pt x="6407108" y="110885"/>
                  <a:pt x="6412165" y="112458"/>
                </a:cubicBezTo>
                <a:cubicBezTo>
                  <a:pt x="6417195" y="113985"/>
                  <a:pt x="6415083" y="115831"/>
                  <a:pt x="6407302" y="116561"/>
                </a:cubicBezTo>
                <a:cubicBezTo>
                  <a:pt x="6399661" y="117290"/>
                  <a:pt x="6389297" y="116584"/>
                  <a:pt x="6384295" y="115033"/>
                </a:cubicBezTo>
                <a:cubicBezTo>
                  <a:pt x="6379322" y="113461"/>
                  <a:pt x="6381516" y="111660"/>
                  <a:pt x="6389269" y="110953"/>
                </a:cubicBezTo>
                <a:close/>
                <a:moveTo>
                  <a:pt x="6190766" y="109511"/>
                </a:moveTo>
                <a:cubicBezTo>
                  <a:pt x="6200981" y="110190"/>
                  <a:pt x="6210254" y="111569"/>
                  <a:pt x="6216187" y="113484"/>
                </a:cubicBezTo>
                <a:cubicBezTo>
                  <a:pt x="6228135" y="117359"/>
                  <a:pt x="6221883" y="121986"/>
                  <a:pt x="6202349" y="123787"/>
                </a:cubicBezTo>
                <a:cubicBezTo>
                  <a:pt x="6182676" y="125611"/>
                  <a:pt x="6157140" y="123878"/>
                  <a:pt x="6145414" y="119980"/>
                </a:cubicBezTo>
                <a:cubicBezTo>
                  <a:pt x="6133800" y="116083"/>
                  <a:pt x="6140219" y="111524"/>
                  <a:pt x="6159697" y="109745"/>
                </a:cubicBezTo>
                <a:cubicBezTo>
                  <a:pt x="6169395" y="108856"/>
                  <a:pt x="6180551" y="108833"/>
                  <a:pt x="6190766" y="109511"/>
                </a:cubicBezTo>
                <a:close/>
                <a:moveTo>
                  <a:pt x="4424539" y="108606"/>
                </a:moveTo>
                <a:cubicBezTo>
                  <a:pt x="4432818" y="107968"/>
                  <a:pt x="4441321" y="108606"/>
                  <a:pt x="4443599" y="110042"/>
                </a:cubicBezTo>
                <a:cubicBezTo>
                  <a:pt x="4445822" y="111478"/>
                  <a:pt x="4440877" y="113188"/>
                  <a:pt x="4432569" y="113872"/>
                </a:cubicBezTo>
                <a:cubicBezTo>
                  <a:pt x="4424261" y="114533"/>
                  <a:pt x="4415646" y="113894"/>
                  <a:pt x="4413479" y="112458"/>
                </a:cubicBezTo>
                <a:cubicBezTo>
                  <a:pt x="4411256" y="110999"/>
                  <a:pt x="4416174" y="109267"/>
                  <a:pt x="4424539" y="108606"/>
                </a:cubicBezTo>
                <a:close/>
                <a:moveTo>
                  <a:pt x="5780580" y="108130"/>
                </a:moveTo>
                <a:cubicBezTo>
                  <a:pt x="5787815" y="108623"/>
                  <a:pt x="5794179" y="109620"/>
                  <a:pt x="5797943" y="110999"/>
                </a:cubicBezTo>
                <a:cubicBezTo>
                  <a:pt x="5805501" y="113803"/>
                  <a:pt x="5799888" y="117131"/>
                  <a:pt x="5785189" y="118431"/>
                </a:cubicBezTo>
                <a:cubicBezTo>
                  <a:pt x="5770602" y="119753"/>
                  <a:pt x="5752512" y="118499"/>
                  <a:pt x="5744982" y="115696"/>
                </a:cubicBezTo>
                <a:cubicBezTo>
                  <a:pt x="5737508" y="112891"/>
                  <a:pt x="5743343" y="109586"/>
                  <a:pt x="5757987" y="108287"/>
                </a:cubicBezTo>
                <a:cubicBezTo>
                  <a:pt x="5765238" y="107648"/>
                  <a:pt x="5773345" y="107637"/>
                  <a:pt x="5780580" y="108130"/>
                </a:cubicBezTo>
                <a:close/>
                <a:moveTo>
                  <a:pt x="4757734" y="107865"/>
                </a:moveTo>
                <a:cubicBezTo>
                  <a:pt x="4765792" y="108446"/>
                  <a:pt x="4772287" y="109631"/>
                  <a:pt x="4775343" y="111295"/>
                </a:cubicBezTo>
                <a:cubicBezTo>
                  <a:pt x="4781400" y="114600"/>
                  <a:pt x="4771203" y="118590"/>
                  <a:pt x="4752363" y="120140"/>
                </a:cubicBezTo>
                <a:cubicBezTo>
                  <a:pt x="4733580" y="121713"/>
                  <a:pt x="4713435" y="120209"/>
                  <a:pt x="4707433" y="116881"/>
                </a:cubicBezTo>
                <a:cubicBezTo>
                  <a:pt x="4701570" y="113507"/>
                  <a:pt x="4712018" y="109586"/>
                  <a:pt x="4730745" y="108058"/>
                </a:cubicBezTo>
                <a:cubicBezTo>
                  <a:pt x="4740054" y="107306"/>
                  <a:pt x="4749675" y="107284"/>
                  <a:pt x="4757734" y="107865"/>
                </a:cubicBezTo>
                <a:close/>
                <a:moveTo>
                  <a:pt x="4006240" y="104707"/>
                </a:moveTo>
                <a:cubicBezTo>
                  <a:pt x="4007241" y="104616"/>
                  <a:pt x="4008157" y="104707"/>
                  <a:pt x="4008352" y="104844"/>
                </a:cubicBezTo>
                <a:cubicBezTo>
                  <a:pt x="4008574" y="105004"/>
                  <a:pt x="4007963" y="105186"/>
                  <a:pt x="4006963" y="105277"/>
                </a:cubicBezTo>
                <a:cubicBezTo>
                  <a:pt x="4005962" y="105369"/>
                  <a:pt x="4005045" y="105277"/>
                  <a:pt x="4004851" y="105118"/>
                </a:cubicBezTo>
                <a:cubicBezTo>
                  <a:pt x="4004712" y="104958"/>
                  <a:pt x="4005323" y="104753"/>
                  <a:pt x="4006240" y="104707"/>
                </a:cubicBezTo>
                <a:close/>
                <a:moveTo>
                  <a:pt x="4212388" y="104662"/>
                </a:moveTo>
                <a:cubicBezTo>
                  <a:pt x="4219640" y="104114"/>
                  <a:pt x="4226921" y="104639"/>
                  <a:pt x="4228588" y="105870"/>
                </a:cubicBezTo>
                <a:cubicBezTo>
                  <a:pt x="4230227" y="107124"/>
                  <a:pt x="4225725" y="108583"/>
                  <a:pt x="4218418" y="109153"/>
                </a:cubicBezTo>
                <a:cubicBezTo>
                  <a:pt x="4211166" y="109745"/>
                  <a:pt x="4203886" y="109198"/>
                  <a:pt x="4202218" y="107945"/>
                </a:cubicBezTo>
                <a:cubicBezTo>
                  <a:pt x="4200551" y="106714"/>
                  <a:pt x="4205052" y="105232"/>
                  <a:pt x="4212388" y="104662"/>
                </a:cubicBezTo>
                <a:close/>
                <a:moveTo>
                  <a:pt x="6728321" y="104571"/>
                </a:moveTo>
                <a:cubicBezTo>
                  <a:pt x="6728904" y="104503"/>
                  <a:pt x="6729794" y="104571"/>
                  <a:pt x="6730265" y="104685"/>
                </a:cubicBezTo>
                <a:cubicBezTo>
                  <a:pt x="6730766" y="104822"/>
                  <a:pt x="6730627" y="104958"/>
                  <a:pt x="6730043" y="105050"/>
                </a:cubicBezTo>
                <a:cubicBezTo>
                  <a:pt x="6729376" y="105095"/>
                  <a:pt x="6728487" y="105050"/>
                  <a:pt x="6727987" y="104913"/>
                </a:cubicBezTo>
                <a:cubicBezTo>
                  <a:pt x="6727571" y="104777"/>
                  <a:pt x="6727737" y="104617"/>
                  <a:pt x="6728321" y="104571"/>
                </a:cubicBezTo>
                <a:close/>
                <a:moveTo>
                  <a:pt x="6519671" y="104092"/>
                </a:moveTo>
                <a:cubicBezTo>
                  <a:pt x="6520532" y="104024"/>
                  <a:pt x="6521617" y="104092"/>
                  <a:pt x="6522172" y="104274"/>
                </a:cubicBezTo>
                <a:cubicBezTo>
                  <a:pt x="6522700" y="104434"/>
                  <a:pt x="6522478" y="104617"/>
                  <a:pt x="6521727" y="104707"/>
                </a:cubicBezTo>
                <a:cubicBezTo>
                  <a:pt x="6520865" y="104776"/>
                  <a:pt x="6519782" y="104707"/>
                  <a:pt x="6519171" y="104548"/>
                </a:cubicBezTo>
                <a:cubicBezTo>
                  <a:pt x="6518671" y="104365"/>
                  <a:pt x="6518893" y="104160"/>
                  <a:pt x="6519671" y="104092"/>
                </a:cubicBezTo>
                <a:close/>
                <a:moveTo>
                  <a:pt x="4852336" y="104021"/>
                </a:moveTo>
                <a:cubicBezTo>
                  <a:pt x="4860752" y="104622"/>
                  <a:pt x="4867594" y="105847"/>
                  <a:pt x="4870846" y="107557"/>
                </a:cubicBezTo>
                <a:cubicBezTo>
                  <a:pt x="4877431" y="110977"/>
                  <a:pt x="4867178" y="115079"/>
                  <a:pt x="4847811" y="116698"/>
                </a:cubicBezTo>
                <a:cubicBezTo>
                  <a:pt x="4828416" y="118271"/>
                  <a:pt x="4807353" y="116767"/>
                  <a:pt x="4800990" y="113279"/>
                </a:cubicBezTo>
                <a:cubicBezTo>
                  <a:pt x="4794600" y="109859"/>
                  <a:pt x="4805102" y="105779"/>
                  <a:pt x="4824387" y="104229"/>
                </a:cubicBezTo>
                <a:cubicBezTo>
                  <a:pt x="4833931" y="103443"/>
                  <a:pt x="4843921" y="103420"/>
                  <a:pt x="4852336" y="104021"/>
                </a:cubicBezTo>
                <a:close/>
                <a:moveTo>
                  <a:pt x="6099122" y="103659"/>
                </a:moveTo>
                <a:cubicBezTo>
                  <a:pt x="6108624" y="104292"/>
                  <a:pt x="6117183" y="105574"/>
                  <a:pt x="6122573" y="107352"/>
                </a:cubicBezTo>
                <a:cubicBezTo>
                  <a:pt x="6133355" y="110953"/>
                  <a:pt x="6127325" y="115216"/>
                  <a:pt x="6108847" y="116926"/>
                </a:cubicBezTo>
                <a:cubicBezTo>
                  <a:pt x="6090341" y="118612"/>
                  <a:pt x="6066528" y="117017"/>
                  <a:pt x="6055858" y="113392"/>
                </a:cubicBezTo>
                <a:cubicBezTo>
                  <a:pt x="6045244" y="109768"/>
                  <a:pt x="6051635" y="105529"/>
                  <a:pt x="6070001" y="103864"/>
                </a:cubicBezTo>
                <a:cubicBezTo>
                  <a:pt x="6079171" y="103043"/>
                  <a:pt x="6089619" y="103026"/>
                  <a:pt x="6099122" y="103659"/>
                </a:cubicBezTo>
                <a:close/>
                <a:moveTo>
                  <a:pt x="4519263" y="103522"/>
                </a:moveTo>
                <a:cubicBezTo>
                  <a:pt x="4525488" y="103044"/>
                  <a:pt x="4531850" y="103522"/>
                  <a:pt x="4533600" y="104594"/>
                </a:cubicBezTo>
                <a:cubicBezTo>
                  <a:pt x="4535379" y="105642"/>
                  <a:pt x="4531740" y="106919"/>
                  <a:pt x="4525571" y="107420"/>
                </a:cubicBezTo>
                <a:cubicBezTo>
                  <a:pt x="4519402" y="107922"/>
                  <a:pt x="4512983" y="107444"/>
                  <a:pt x="4511261" y="106349"/>
                </a:cubicBezTo>
                <a:cubicBezTo>
                  <a:pt x="4509454" y="105323"/>
                  <a:pt x="4513094" y="104024"/>
                  <a:pt x="4519263" y="103522"/>
                </a:cubicBezTo>
                <a:close/>
                <a:moveTo>
                  <a:pt x="5690416" y="103240"/>
                </a:moveTo>
                <a:cubicBezTo>
                  <a:pt x="5699516" y="103859"/>
                  <a:pt x="5707470" y="105118"/>
                  <a:pt x="5712138" y="106873"/>
                </a:cubicBezTo>
                <a:cubicBezTo>
                  <a:pt x="5721586" y="110407"/>
                  <a:pt x="5714084" y="114623"/>
                  <a:pt x="5695356" y="116265"/>
                </a:cubicBezTo>
                <a:cubicBezTo>
                  <a:pt x="5676655" y="117929"/>
                  <a:pt x="5653870" y="116356"/>
                  <a:pt x="5644645" y="112800"/>
                </a:cubicBezTo>
                <a:cubicBezTo>
                  <a:pt x="5635559" y="109267"/>
                  <a:pt x="5643256" y="105072"/>
                  <a:pt x="5661817" y="103454"/>
                </a:cubicBezTo>
                <a:cubicBezTo>
                  <a:pt x="5671070" y="102645"/>
                  <a:pt x="5681316" y="102622"/>
                  <a:pt x="5690416" y="103240"/>
                </a:cubicBezTo>
                <a:close/>
                <a:moveTo>
                  <a:pt x="4946193" y="101078"/>
                </a:moveTo>
                <a:cubicBezTo>
                  <a:pt x="4954720" y="101676"/>
                  <a:pt x="4961708" y="102896"/>
                  <a:pt x="4965154" y="104594"/>
                </a:cubicBezTo>
                <a:cubicBezTo>
                  <a:pt x="4972045" y="108058"/>
                  <a:pt x="4962041" y="112184"/>
                  <a:pt x="4942702" y="113780"/>
                </a:cubicBezTo>
                <a:cubicBezTo>
                  <a:pt x="4923307" y="115421"/>
                  <a:pt x="4902022" y="113872"/>
                  <a:pt x="4895270" y="110407"/>
                </a:cubicBezTo>
                <a:cubicBezTo>
                  <a:pt x="4888490" y="106964"/>
                  <a:pt x="4898799" y="102861"/>
                  <a:pt x="4918000" y="101289"/>
                </a:cubicBezTo>
                <a:cubicBezTo>
                  <a:pt x="4927600" y="100502"/>
                  <a:pt x="4937666" y="100479"/>
                  <a:pt x="4946193" y="101078"/>
                </a:cubicBezTo>
                <a:close/>
                <a:moveTo>
                  <a:pt x="5596814" y="101038"/>
                </a:moveTo>
                <a:cubicBezTo>
                  <a:pt x="5605091" y="101602"/>
                  <a:pt x="5612260" y="102748"/>
                  <a:pt x="5616386" y="104344"/>
                </a:cubicBezTo>
                <a:cubicBezTo>
                  <a:pt x="5624694" y="107558"/>
                  <a:pt x="5617498" y="111387"/>
                  <a:pt x="5600381" y="112914"/>
                </a:cubicBezTo>
                <a:cubicBezTo>
                  <a:pt x="5583098" y="114419"/>
                  <a:pt x="5562424" y="112982"/>
                  <a:pt x="5554284" y="109746"/>
                </a:cubicBezTo>
                <a:cubicBezTo>
                  <a:pt x="5546142" y="106509"/>
                  <a:pt x="5553505" y="102702"/>
                  <a:pt x="5570594" y="101220"/>
                </a:cubicBezTo>
                <a:cubicBezTo>
                  <a:pt x="5579152" y="100491"/>
                  <a:pt x="5588537" y="100474"/>
                  <a:pt x="5596814" y="101038"/>
                </a:cubicBezTo>
                <a:close/>
                <a:moveTo>
                  <a:pt x="6316051" y="99590"/>
                </a:moveTo>
                <a:cubicBezTo>
                  <a:pt x="6325471" y="100205"/>
                  <a:pt x="6334085" y="101459"/>
                  <a:pt x="6339670" y="103203"/>
                </a:cubicBezTo>
                <a:cubicBezTo>
                  <a:pt x="6350896" y="106714"/>
                  <a:pt x="6345755" y="110886"/>
                  <a:pt x="6328027" y="112503"/>
                </a:cubicBezTo>
                <a:cubicBezTo>
                  <a:pt x="6310217" y="114167"/>
                  <a:pt x="6286737" y="112617"/>
                  <a:pt x="6275594" y="109084"/>
                </a:cubicBezTo>
                <a:cubicBezTo>
                  <a:pt x="6264563" y="105551"/>
                  <a:pt x="6269954" y="101403"/>
                  <a:pt x="6287598" y="99807"/>
                </a:cubicBezTo>
                <a:cubicBezTo>
                  <a:pt x="6296406" y="98998"/>
                  <a:pt x="6306632" y="98975"/>
                  <a:pt x="6316051" y="99590"/>
                </a:cubicBezTo>
                <a:close/>
                <a:moveTo>
                  <a:pt x="5039680" y="98892"/>
                </a:moveTo>
                <a:cubicBezTo>
                  <a:pt x="5048235" y="99493"/>
                  <a:pt x="5055307" y="100718"/>
                  <a:pt x="5058878" y="102428"/>
                </a:cubicBezTo>
                <a:cubicBezTo>
                  <a:pt x="5066130" y="105825"/>
                  <a:pt x="5056432" y="109974"/>
                  <a:pt x="5037315" y="111569"/>
                </a:cubicBezTo>
                <a:cubicBezTo>
                  <a:pt x="5017976" y="113188"/>
                  <a:pt x="4996663" y="111638"/>
                  <a:pt x="4989605" y="108195"/>
                </a:cubicBezTo>
                <a:cubicBezTo>
                  <a:pt x="4982631" y="104731"/>
                  <a:pt x="4992551" y="100672"/>
                  <a:pt x="5011585" y="99100"/>
                </a:cubicBezTo>
                <a:cubicBezTo>
                  <a:pt x="5021087" y="98313"/>
                  <a:pt x="5031126" y="98291"/>
                  <a:pt x="5039680" y="98892"/>
                </a:cubicBezTo>
                <a:close/>
                <a:moveTo>
                  <a:pt x="4306890" y="98712"/>
                </a:moveTo>
                <a:cubicBezTo>
                  <a:pt x="4310808" y="98370"/>
                  <a:pt x="4314809" y="98689"/>
                  <a:pt x="4315782" y="99350"/>
                </a:cubicBezTo>
                <a:cubicBezTo>
                  <a:pt x="4316810" y="100012"/>
                  <a:pt x="4314364" y="100832"/>
                  <a:pt x="4310446" y="101128"/>
                </a:cubicBezTo>
                <a:cubicBezTo>
                  <a:pt x="4306474" y="101448"/>
                  <a:pt x="4302444" y="101151"/>
                  <a:pt x="4301472" y="100467"/>
                </a:cubicBezTo>
                <a:cubicBezTo>
                  <a:pt x="4300499" y="99807"/>
                  <a:pt x="4302972" y="99009"/>
                  <a:pt x="4306890" y="98712"/>
                </a:cubicBezTo>
                <a:close/>
                <a:moveTo>
                  <a:pt x="5504996" y="98496"/>
                </a:moveTo>
                <a:cubicBezTo>
                  <a:pt x="5513888" y="99106"/>
                  <a:pt x="5521550" y="100342"/>
                  <a:pt x="5525885" y="102063"/>
                </a:cubicBezTo>
                <a:cubicBezTo>
                  <a:pt x="5534527" y="105551"/>
                  <a:pt x="5526524" y="109677"/>
                  <a:pt x="5507741" y="111273"/>
                </a:cubicBezTo>
                <a:cubicBezTo>
                  <a:pt x="5489013" y="112892"/>
                  <a:pt x="5466812" y="111341"/>
                  <a:pt x="5458336" y="107853"/>
                </a:cubicBezTo>
                <a:cubicBezTo>
                  <a:pt x="5449862" y="104389"/>
                  <a:pt x="5458170" y="100263"/>
                  <a:pt x="5476731" y="98690"/>
                </a:cubicBezTo>
                <a:cubicBezTo>
                  <a:pt x="5485983" y="97904"/>
                  <a:pt x="5496105" y="97886"/>
                  <a:pt x="5504996" y="98496"/>
                </a:cubicBezTo>
                <a:close/>
                <a:moveTo>
                  <a:pt x="6008694" y="97632"/>
                </a:moveTo>
                <a:cubicBezTo>
                  <a:pt x="6018694" y="98297"/>
                  <a:pt x="6027641" y="99647"/>
                  <a:pt x="6033185" y="101539"/>
                </a:cubicBezTo>
                <a:cubicBezTo>
                  <a:pt x="6044299" y="105323"/>
                  <a:pt x="6037575" y="109836"/>
                  <a:pt x="6017930" y="111592"/>
                </a:cubicBezTo>
                <a:cubicBezTo>
                  <a:pt x="5998174" y="113369"/>
                  <a:pt x="5973110" y="111705"/>
                  <a:pt x="5962134" y="107853"/>
                </a:cubicBezTo>
                <a:cubicBezTo>
                  <a:pt x="5951186" y="104069"/>
                  <a:pt x="5958328" y="99601"/>
                  <a:pt x="5977889" y="97846"/>
                </a:cubicBezTo>
                <a:cubicBezTo>
                  <a:pt x="5987642" y="96991"/>
                  <a:pt x="5998694" y="96969"/>
                  <a:pt x="6008694" y="97632"/>
                </a:cubicBezTo>
                <a:close/>
                <a:moveTo>
                  <a:pt x="5411517" y="97535"/>
                </a:moveTo>
                <a:cubicBezTo>
                  <a:pt x="5419845" y="98108"/>
                  <a:pt x="5426952" y="99271"/>
                  <a:pt x="5430884" y="100901"/>
                </a:cubicBezTo>
                <a:cubicBezTo>
                  <a:pt x="5438775" y="104160"/>
                  <a:pt x="5430884" y="108036"/>
                  <a:pt x="5413128" y="109586"/>
                </a:cubicBezTo>
                <a:cubicBezTo>
                  <a:pt x="5395345" y="111090"/>
                  <a:pt x="5374533" y="109654"/>
                  <a:pt x="5366780" y="106348"/>
                </a:cubicBezTo>
                <a:cubicBezTo>
                  <a:pt x="5359028" y="103067"/>
                  <a:pt x="5367169" y="99214"/>
                  <a:pt x="5384813" y="97710"/>
                </a:cubicBezTo>
                <a:cubicBezTo>
                  <a:pt x="5393636" y="96979"/>
                  <a:pt x="5403187" y="96963"/>
                  <a:pt x="5411517" y="97535"/>
                </a:cubicBezTo>
                <a:close/>
                <a:moveTo>
                  <a:pt x="5132894" y="97470"/>
                </a:moveTo>
                <a:cubicBezTo>
                  <a:pt x="5141404" y="98068"/>
                  <a:pt x="5148503" y="99282"/>
                  <a:pt x="5152185" y="100969"/>
                </a:cubicBezTo>
                <a:cubicBezTo>
                  <a:pt x="5159548" y="104365"/>
                  <a:pt x="5150378" y="108446"/>
                  <a:pt x="5131539" y="109950"/>
                </a:cubicBezTo>
                <a:cubicBezTo>
                  <a:pt x="5112644" y="111569"/>
                  <a:pt x="5091387" y="110041"/>
                  <a:pt x="5084080" y="106622"/>
                </a:cubicBezTo>
                <a:cubicBezTo>
                  <a:pt x="5076911" y="103226"/>
                  <a:pt x="5086386" y="99191"/>
                  <a:pt x="5105142" y="97664"/>
                </a:cubicBezTo>
                <a:cubicBezTo>
                  <a:pt x="5114465" y="96888"/>
                  <a:pt x="5124384" y="96871"/>
                  <a:pt x="5132894" y="97470"/>
                </a:cubicBezTo>
                <a:close/>
                <a:moveTo>
                  <a:pt x="4098908" y="96479"/>
                </a:moveTo>
                <a:cubicBezTo>
                  <a:pt x="4100242" y="96387"/>
                  <a:pt x="4101576" y="96479"/>
                  <a:pt x="4101881" y="96706"/>
                </a:cubicBezTo>
                <a:cubicBezTo>
                  <a:pt x="4102131" y="96934"/>
                  <a:pt x="4101325" y="97185"/>
                  <a:pt x="4099992" y="97299"/>
                </a:cubicBezTo>
                <a:cubicBezTo>
                  <a:pt x="4098630" y="97390"/>
                  <a:pt x="4097324" y="97299"/>
                  <a:pt x="4097018" y="97071"/>
                </a:cubicBezTo>
                <a:cubicBezTo>
                  <a:pt x="4096740" y="96888"/>
                  <a:pt x="4097547" y="96593"/>
                  <a:pt x="4098908" y="96479"/>
                </a:cubicBezTo>
                <a:close/>
                <a:moveTo>
                  <a:pt x="5226902" y="96341"/>
                </a:moveTo>
                <a:cubicBezTo>
                  <a:pt x="5235940" y="96974"/>
                  <a:pt x="5243533" y="98256"/>
                  <a:pt x="5247576" y="100034"/>
                </a:cubicBezTo>
                <a:cubicBezTo>
                  <a:pt x="5255689" y="103636"/>
                  <a:pt x="5246270" y="107876"/>
                  <a:pt x="5226513" y="109563"/>
                </a:cubicBezTo>
                <a:cubicBezTo>
                  <a:pt x="5206646" y="111250"/>
                  <a:pt x="5184056" y="109654"/>
                  <a:pt x="5176137" y="106029"/>
                </a:cubicBezTo>
                <a:cubicBezTo>
                  <a:pt x="5168301" y="102428"/>
                  <a:pt x="5177832" y="98211"/>
                  <a:pt x="5197560" y="96547"/>
                </a:cubicBezTo>
                <a:cubicBezTo>
                  <a:pt x="5207382" y="95726"/>
                  <a:pt x="5217864" y="95709"/>
                  <a:pt x="5226902" y="96341"/>
                </a:cubicBezTo>
                <a:close/>
                <a:moveTo>
                  <a:pt x="6208295" y="96319"/>
                </a:moveTo>
                <a:cubicBezTo>
                  <a:pt x="6216436" y="95567"/>
                  <a:pt x="6227107" y="96273"/>
                  <a:pt x="6232080" y="97892"/>
                </a:cubicBezTo>
                <a:cubicBezTo>
                  <a:pt x="6237165" y="99487"/>
                  <a:pt x="6234581" y="101379"/>
                  <a:pt x="6226384" y="102132"/>
                </a:cubicBezTo>
                <a:cubicBezTo>
                  <a:pt x="6218132" y="102884"/>
                  <a:pt x="6207462" y="102177"/>
                  <a:pt x="6202460" y="100559"/>
                </a:cubicBezTo>
                <a:cubicBezTo>
                  <a:pt x="6197430" y="98963"/>
                  <a:pt x="6200098" y="97048"/>
                  <a:pt x="6208295" y="96319"/>
                </a:cubicBezTo>
                <a:close/>
                <a:moveTo>
                  <a:pt x="5320130" y="96171"/>
                </a:moveTo>
                <a:cubicBezTo>
                  <a:pt x="5329380" y="96809"/>
                  <a:pt x="5337215" y="98108"/>
                  <a:pt x="5341467" y="99921"/>
                </a:cubicBezTo>
                <a:cubicBezTo>
                  <a:pt x="5350080" y="103568"/>
                  <a:pt x="5340883" y="107922"/>
                  <a:pt x="5320821" y="109609"/>
                </a:cubicBezTo>
                <a:cubicBezTo>
                  <a:pt x="5300788" y="111318"/>
                  <a:pt x="5277669" y="109700"/>
                  <a:pt x="5269277" y="106030"/>
                </a:cubicBezTo>
                <a:cubicBezTo>
                  <a:pt x="5260914" y="102360"/>
                  <a:pt x="5270389" y="98029"/>
                  <a:pt x="5290312" y="96388"/>
                </a:cubicBezTo>
                <a:cubicBezTo>
                  <a:pt x="5300218" y="95556"/>
                  <a:pt x="5310881" y="95532"/>
                  <a:pt x="5320130" y="96171"/>
                </a:cubicBezTo>
                <a:close/>
                <a:moveTo>
                  <a:pt x="6430227" y="96046"/>
                </a:moveTo>
                <a:cubicBezTo>
                  <a:pt x="6431032" y="95977"/>
                  <a:pt x="6432172" y="96023"/>
                  <a:pt x="6432644" y="96182"/>
                </a:cubicBezTo>
                <a:cubicBezTo>
                  <a:pt x="6433144" y="96365"/>
                  <a:pt x="6432950" y="96547"/>
                  <a:pt x="6432172" y="96616"/>
                </a:cubicBezTo>
                <a:cubicBezTo>
                  <a:pt x="6431366" y="96706"/>
                  <a:pt x="6430282" y="96616"/>
                  <a:pt x="6429699" y="96456"/>
                </a:cubicBezTo>
                <a:cubicBezTo>
                  <a:pt x="6429198" y="96296"/>
                  <a:pt x="6429393" y="96114"/>
                  <a:pt x="6430227" y="96046"/>
                </a:cubicBezTo>
                <a:close/>
                <a:moveTo>
                  <a:pt x="6639875" y="95590"/>
                </a:moveTo>
                <a:cubicBezTo>
                  <a:pt x="6640181" y="95567"/>
                  <a:pt x="6640598" y="95590"/>
                  <a:pt x="6640820" y="95658"/>
                </a:cubicBezTo>
                <a:cubicBezTo>
                  <a:pt x="6641098" y="95704"/>
                  <a:pt x="6640931" y="95795"/>
                  <a:pt x="6640653" y="95818"/>
                </a:cubicBezTo>
                <a:cubicBezTo>
                  <a:pt x="6640320" y="95863"/>
                  <a:pt x="6639904" y="95840"/>
                  <a:pt x="6639709" y="95749"/>
                </a:cubicBezTo>
                <a:cubicBezTo>
                  <a:pt x="6639431" y="95704"/>
                  <a:pt x="6639542" y="95613"/>
                  <a:pt x="6639875" y="95590"/>
                </a:cubicBezTo>
                <a:close/>
                <a:moveTo>
                  <a:pt x="4632090" y="94593"/>
                </a:moveTo>
                <a:cubicBezTo>
                  <a:pt x="4639696" y="95140"/>
                  <a:pt x="4645747" y="96251"/>
                  <a:pt x="4648442" y="97801"/>
                </a:cubicBezTo>
                <a:cubicBezTo>
                  <a:pt x="4653916" y="100924"/>
                  <a:pt x="4643719" y="104640"/>
                  <a:pt x="4625741" y="106075"/>
                </a:cubicBezTo>
                <a:cubicBezTo>
                  <a:pt x="4607735" y="107535"/>
                  <a:pt x="4588784" y="106167"/>
                  <a:pt x="4583477" y="103021"/>
                </a:cubicBezTo>
                <a:cubicBezTo>
                  <a:pt x="4578198" y="99898"/>
                  <a:pt x="4588534" y="96206"/>
                  <a:pt x="4606401" y="94769"/>
                </a:cubicBezTo>
                <a:cubicBezTo>
                  <a:pt x="4615320" y="94063"/>
                  <a:pt x="4624483" y="94045"/>
                  <a:pt x="4632090" y="94593"/>
                </a:cubicBezTo>
                <a:close/>
                <a:moveTo>
                  <a:pt x="5917349" y="92905"/>
                </a:moveTo>
                <a:cubicBezTo>
                  <a:pt x="5926999" y="93549"/>
                  <a:pt x="5935570" y="94860"/>
                  <a:pt x="5940795" y="96684"/>
                </a:cubicBezTo>
                <a:cubicBezTo>
                  <a:pt x="5951353" y="100331"/>
                  <a:pt x="5944435" y="104707"/>
                  <a:pt x="5925179" y="106394"/>
                </a:cubicBezTo>
                <a:cubicBezTo>
                  <a:pt x="5905866" y="108127"/>
                  <a:pt x="5881748" y="106531"/>
                  <a:pt x="5871439" y="102815"/>
                </a:cubicBezTo>
                <a:cubicBezTo>
                  <a:pt x="5861158" y="99145"/>
                  <a:pt x="5868327" y="94791"/>
                  <a:pt x="5887444" y="93127"/>
                </a:cubicBezTo>
                <a:cubicBezTo>
                  <a:pt x="5896974" y="92284"/>
                  <a:pt x="5907701" y="92261"/>
                  <a:pt x="5917349" y="92905"/>
                </a:cubicBezTo>
                <a:close/>
                <a:moveTo>
                  <a:pt x="4400143" y="92695"/>
                </a:moveTo>
                <a:cubicBezTo>
                  <a:pt x="4403115" y="92444"/>
                  <a:pt x="4406200" y="92672"/>
                  <a:pt x="4406950" y="93173"/>
                </a:cubicBezTo>
                <a:cubicBezTo>
                  <a:pt x="4407728" y="93675"/>
                  <a:pt x="4405922" y="94290"/>
                  <a:pt x="4402976" y="94564"/>
                </a:cubicBezTo>
                <a:cubicBezTo>
                  <a:pt x="4399948" y="94792"/>
                  <a:pt x="4396919" y="94564"/>
                  <a:pt x="4396141" y="94039"/>
                </a:cubicBezTo>
                <a:cubicBezTo>
                  <a:pt x="4395334" y="93538"/>
                  <a:pt x="4397141" y="92923"/>
                  <a:pt x="4400143" y="92695"/>
                </a:cubicBezTo>
                <a:close/>
                <a:moveTo>
                  <a:pt x="6118767" y="90256"/>
                </a:moveTo>
                <a:cubicBezTo>
                  <a:pt x="6126519" y="89572"/>
                  <a:pt x="6136355" y="90210"/>
                  <a:pt x="6140996" y="91692"/>
                </a:cubicBezTo>
                <a:cubicBezTo>
                  <a:pt x="6145608" y="93196"/>
                  <a:pt x="6143024" y="94974"/>
                  <a:pt x="6135244" y="95658"/>
                </a:cubicBezTo>
                <a:cubicBezTo>
                  <a:pt x="6127492" y="96365"/>
                  <a:pt x="6117544" y="95727"/>
                  <a:pt x="6113015" y="94222"/>
                </a:cubicBezTo>
                <a:cubicBezTo>
                  <a:pt x="6108458" y="92694"/>
                  <a:pt x="6111070" y="90917"/>
                  <a:pt x="6118767" y="90256"/>
                </a:cubicBezTo>
                <a:close/>
                <a:moveTo>
                  <a:pt x="4724900" y="90244"/>
                </a:moveTo>
                <a:cubicBezTo>
                  <a:pt x="4732524" y="90785"/>
                  <a:pt x="4738637" y="91885"/>
                  <a:pt x="4741415" y="93424"/>
                </a:cubicBezTo>
                <a:cubicBezTo>
                  <a:pt x="4747140" y="96524"/>
                  <a:pt x="4737331" y="100217"/>
                  <a:pt x="4719493" y="101652"/>
                </a:cubicBezTo>
                <a:cubicBezTo>
                  <a:pt x="4701653" y="103088"/>
                  <a:pt x="4682647" y="101721"/>
                  <a:pt x="4677090" y="98598"/>
                </a:cubicBezTo>
                <a:cubicBezTo>
                  <a:pt x="4671617" y="95521"/>
                  <a:pt x="4681591" y="91805"/>
                  <a:pt x="4699319" y="90415"/>
                </a:cubicBezTo>
                <a:cubicBezTo>
                  <a:pt x="4708142" y="89720"/>
                  <a:pt x="4717276" y="89702"/>
                  <a:pt x="4724900" y="90244"/>
                </a:cubicBezTo>
                <a:close/>
                <a:moveTo>
                  <a:pt x="4191382" y="89161"/>
                </a:moveTo>
                <a:cubicBezTo>
                  <a:pt x="4192354" y="89093"/>
                  <a:pt x="4193327" y="89161"/>
                  <a:pt x="4193521" y="89320"/>
                </a:cubicBezTo>
                <a:cubicBezTo>
                  <a:pt x="4193743" y="89458"/>
                  <a:pt x="4193132" y="89663"/>
                  <a:pt x="4192215" y="89754"/>
                </a:cubicBezTo>
                <a:cubicBezTo>
                  <a:pt x="4191215" y="89845"/>
                  <a:pt x="4190354" y="89754"/>
                  <a:pt x="4190159" y="89594"/>
                </a:cubicBezTo>
                <a:cubicBezTo>
                  <a:pt x="4189964" y="89435"/>
                  <a:pt x="4190465" y="89253"/>
                  <a:pt x="4191382" y="89161"/>
                </a:cubicBezTo>
                <a:close/>
                <a:moveTo>
                  <a:pt x="5826109" y="88782"/>
                </a:moveTo>
                <a:cubicBezTo>
                  <a:pt x="5835504" y="89412"/>
                  <a:pt x="5843792" y="90688"/>
                  <a:pt x="5848766" y="92467"/>
                </a:cubicBezTo>
                <a:cubicBezTo>
                  <a:pt x="5858769" y="96046"/>
                  <a:pt x="5851711" y="100285"/>
                  <a:pt x="5832705" y="101926"/>
                </a:cubicBezTo>
                <a:cubicBezTo>
                  <a:pt x="5813699" y="103636"/>
                  <a:pt x="5790247" y="102041"/>
                  <a:pt x="5780383" y="98439"/>
                </a:cubicBezTo>
                <a:cubicBezTo>
                  <a:pt x="5770629" y="94860"/>
                  <a:pt x="5777965" y="90643"/>
                  <a:pt x="5796804" y="88979"/>
                </a:cubicBezTo>
                <a:cubicBezTo>
                  <a:pt x="5806210" y="88169"/>
                  <a:pt x="5816713" y="88152"/>
                  <a:pt x="5826109" y="88782"/>
                </a:cubicBezTo>
                <a:close/>
                <a:moveTo>
                  <a:pt x="6340226" y="88433"/>
                </a:moveTo>
                <a:cubicBezTo>
                  <a:pt x="6341615" y="88295"/>
                  <a:pt x="6343532" y="88433"/>
                  <a:pt x="6344532" y="88706"/>
                </a:cubicBezTo>
                <a:cubicBezTo>
                  <a:pt x="6345366" y="88979"/>
                  <a:pt x="6345005" y="89344"/>
                  <a:pt x="6343532" y="89458"/>
                </a:cubicBezTo>
                <a:cubicBezTo>
                  <a:pt x="6342115" y="89595"/>
                  <a:pt x="6340142" y="89458"/>
                  <a:pt x="6339309" y="89162"/>
                </a:cubicBezTo>
                <a:cubicBezTo>
                  <a:pt x="6338309" y="88888"/>
                  <a:pt x="6338725" y="88569"/>
                  <a:pt x="6340226" y="88433"/>
                </a:cubicBezTo>
                <a:close/>
                <a:moveTo>
                  <a:pt x="4493115" y="87337"/>
                </a:moveTo>
                <a:cubicBezTo>
                  <a:pt x="4495005" y="87224"/>
                  <a:pt x="4496867" y="87337"/>
                  <a:pt x="4497450" y="87656"/>
                </a:cubicBezTo>
                <a:cubicBezTo>
                  <a:pt x="4497950" y="87976"/>
                  <a:pt x="4496839" y="88386"/>
                  <a:pt x="4495005" y="88477"/>
                </a:cubicBezTo>
                <a:cubicBezTo>
                  <a:pt x="4493171" y="88636"/>
                  <a:pt x="4491226" y="88477"/>
                  <a:pt x="4490753" y="88181"/>
                </a:cubicBezTo>
                <a:cubicBezTo>
                  <a:pt x="4490225" y="87862"/>
                  <a:pt x="4491337" y="87474"/>
                  <a:pt x="4493115" y="87337"/>
                </a:cubicBezTo>
                <a:close/>
                <a:moveTo>
                  <a:pt x="6551237" y="87156"/>
                </a:moveTo>
                <a:cubicBezTo>
                  <a:pt x="6551514" y="87133"/>
                  <a:pt x="6551959" y="87156"/>
                  <a:pt x="6552237" y="87247"/>
                </a:cubicBezTo>
                <a:cubicBezTo>
                  <a:pt x="6552403" y="87293"/>
                  <a:pt x="6552293" y="87361"/>
                  <a:pt x="6552014" y="87406"/>
                </a:cubicBezTo>
                <a:cubicBezTo>
                  <a:pt x="6551682" y="87406"/>
                  <a:pt x="6551237" y="87406"/>
                  <a:pt x="6551043" y="87316"/>
                </a:cubicBezTo>
                <a:cubicBezTo>
                  <a:pt x="6550848" y="87270"/>
                  <a:pt x="6550930" y="87178"/>
                  <a:pt x="6551237" y="87156"/>
                </a:cubicBezTo>
                <a:close/>
                <a:moveTo>
                  <a:pt x="4817090" y="86708"/>
                </a:moveTo>
                <a:cubicBezTo>
                  <a:pt x="4824574" y="87235"/>
                  <a:pt x="4830639" y="88306"/>
                  <a:pt x="4833528" y="89799"/>
                </a:cubicBezTo>
                <a:cubicBezTo>
                  <a:pt x="4839280" y="92808"/>
                  <a:pt x="4830028" y="96410"/>
                  <a:pt x="4812772" y="97824"/>
                </a:cubicBezTo>
                <a:cubicBezTo>
                  <a:pt x="4795461" y="99214"/>
                  <a:pt x="4776760" y="97892"/>
                  <a:pt x="4771120" y="94860"/>
                </a:cubicBezTo>
                <a:cubicBezTo>
                  <a:pt x="4765562" y="91828"/>
                  <a:pt x="4774955" y="88272"/>
                  <a:pt x="4792126" y="86882"/>
                </a:cubicBezTo>
                <a:cubicBezTo>
                  <a:pt x="4800698" y="86198"/>
                  <a:pt x="4809605" y="86181"/>
                  <a:pt x="4817090" y="86708"/>
                </a:cubicBezTo>
                <a:close/>
                <a:moveTo>
                  <a:pt x="5734618" y="85480"/>
                </a:moveTo>
                <a:cubicBezTo>
                  <a:pt x="5743614" y="86078"/>
                  <a:pt x="5751499" y="87292"/>
                  <a:pt x="5756125" y="88979"/>
                </a:cubicBezTo>
                <a:cubicBezTo>
                  <a:pt x="5765489" y="92398"/>
                  <a:pt x="5758292" y="96479"/>
                  <a:pt x="5739981" y="98074"/>
                </a:cubicBezTo>
                <a:cubicBezTo>
                  <a:pt x="5721586" y="99693"/>
                  <a:pt x="5699079" y="98143"/>
                  <a:pt x="5689882" y="94701"/>
                </a:cubicBezTo>
                <a:cubicBezTo>
                  <a:pt x="5680768" y="91282"/>
                  <a:pt x="5688270" y="87247"/>
                  <a:pt x="5706442" y="85673"/>
                </a:cubicBezTo>
                <a:cubicBezTo>
                  <a:pt x="5715514" y="84898"/>
                  <a:pt x="5725622" y="84881"/>
                  <a:pt x="5734618" y="85480"/>
                </a:cubicBezTo>
                <a:close/>
                <a:moveTo>
                  <a:pt x="4908784" y="83929"/>
                </a:moveTo>
                <a:cubicBezTo>
                  <a:pt x="4915965" y="84431"/>
                  <a:pt x="4921834" y="85457"/>
                  <a:pt x="4924696" y="86881"/>
                </a:cubicBezTo>
                <a:cubicBezTo>
                  <a:pt x="4930476" y="89776"/>
                  <a:pt x="4921918" y="93196"/>
                  <a:pt x="4905495" y="94518"/>
                </a:cubicBezTo>
                <a:cubicBezTo>
                  <a:pt x="4889129" y="95886"/>
                  <a:pt x="4871124" y="94609"/>
                  <a:pt x="4865511" y="91714"/>
                </a:cubicBezTo>
                <a:cubicBezTo>
                  <a:pt x="4859953" y="88819"/>
                  <a:pt x="4868678" y="85445"/>
                  <a:pt x="4885017" y="84123"/>
                </a:cubicBezTo>
                <a:cubicBezTo>
                  <a:pt x="4893117" y="83451"/>
                  <a:pt x="4901605" y="83428"/>
                  <a:pt x="4908784" y="83929"/>
                </a:cubicBezTo>
                <a:close/>
                <a:moveTo>
                  <a:pt x="4283438" y="82437"/>
                </a:moveTo>
                <a:cubicBezTo>
                  <a:pt x="4284161" y="82369"/>
                  <a:pt x="4284966" y="82437"/>
                  <a:pt x="4285161" y="82551"/>
                </a:cubicBezTo>
                <a:cubicBezTo>
                  <a:pt x="4285300" y="82688"/>
                  <a:pt x="4284828" y="82825"/>
                  <a:pt x="4284105" y="82893"/>
                </a:cubicBezTo>
                <a:cubicBezTo>
                  <a:pt x="4283382" y="82961"/>
                  <a:pt x="4282605" y="82893"/>
                  <a:pt x="4282410" y="82756"/>
                </a:cubicBezTo>
                <a:cubicBezTo>
                  <a:pt x="4282244" y="82642"/>
                  <a:pt x="4282716" y="82483"/>
                  <a:pt x="4283438" y="82437"/>
                </a:cubicBezTo>
                <a:close/>
                <a:moveTo>
                  <a:pt x="4585395" y="82413"/>
                </a:moveTo>
                <a:cubicBezTo>
                  <a:pt x="4587062" y="82277"/>
                  <a:pt x="4588812" y="82413"/>
                  <a:pt x="4589257" y="82687"/>
                </a:cubicBezTo>
                <a:cubicBezTo>
                  <a:pt x="4589758" y="82961"/>
                  <a:pt x="4588785" y="83303"/>
                  <a:pt x="4587201" y="83439"/>
                </a:cubicBezTo>
                <a:cubicBezTo>
                  <a:pt x="4585534" y="83577"/>
                  <a:pt x="4583755" y="83439"/>
                  <a:pt x="4583283" y="83143"/>
                </a:cubicBezTo>
                <a:cubicBezTo>
                  <a:pt x="4582810" y="82892"/>
                  <a:pt x="4583728" y="82551"/>
                  <a:pt x="4585395" y="82413"/>
                </a:cubicBezTo>
                <a:close/>
                <a:moveTo>
                  <a:pt x="4999038" y="82365"/>
                </a:moveTo>
                <a:cubicBezTo>
                  <a:pt x="5005222" y="82795"/>
                  <a:pt x="5010306" y="83667"/>
                  <a:pt x="5012835" y="84875"/>
                </a:cubicBezTo>
                <a:cubicBezTo>
                  <a:pt x="5017975" y="87360"/>
                  <a:pt x="5010890" y="90278"/>
                  <a:pt x="4996969" y="91395"/>
                </a:cubicBezTo>
                <a:cubicBezTo>
                  <a:pt x="4983020" y="92535"/>
                  <a:pt x="4967626" y="91441"/>
                  <a:pt x="4962596" y="88956"/>
                </a:cubicBezTo>
                <a:cubicBezTo>
                  <a:pt x="4957651" y="86539"/>
                  <a:pt x="4964847" y="83622"/>
                  <a:pt x="4978658" y="82505"/>
                </a:cubicBezTo>
                <a:cubicBezTo>
                  <a:pt x="4985577" y="81946"/>
                  <a:pt x="4992856" y="81935"/>
                  <a:pt x="4999038" y="82365"/>
                </a:cubicBezTo>
                <a:close/>
                <a:moveTo>
                  <a:pt x="5644219" y="82214"/>
                </a:moveTo>
                <a:cubicBezTo>
                  <a:pt x="5653628" y="82847"/>
                  <a:pt x="5661804" y="84135"/>
                  <a:pt x="5666542" y="85925"/>
                </a:cubicBezTo>
                <a:cubicBezTo>
                  <a:pt x="5676101" y="89526"/>
                  <a:pt x="5668154" y="93789"/>
                  <a:pt x="5648730" y="95453"/>
                </a:cubicBezTo>
                <a:cubicBezTo>
                  <a:pt x="5629280" y="97162"/>
                  <a:pt x="5605772" y="95567"/>
                  <a:pt x="5596353" y="91920"/>
                </a:cubicBezTo>
                <a:cubicBezTo>
                  <a:pt x="5587017" y="88318"/>
                  <a:pt x="5595158" y="84078"/>
                  <a:pt x="5614497" y="82437"/>
                </a:cubicBezTo>
                <a:cubicBezTo>
                  <a:pt x="5624167" y="81604"/>
                  <a:pt x="5634810" y="81582"/>
                  <a:pt x="5644219" y="82214"/>
                </a:cubicBezTo>
                <a:close/>
                <a:moveTo>
                  <a:pt x="6251753" y="81913"/>
                </a:moveTo>
                <a:cubicBezTo>
                  <a:pt x="6252560" y="81821"/>
                  <a:pt x="6253615" y="81913"/>
                  <a:pt x="6254087" y="82072"/>
                </a:cubicBezTo>
                <a:cubicBezTo>
                  <a:pt x="6254616" y="82232"/>
                  <a:pt x="6254366" y="82414"/>
                  <a:pt x="6253588" y="82482"/>
                </a:cubicBezTo>
                <a:cubicBezTo>
                  <a:pt x="6252754" y="82551"/>
                  <a:pt x="6251726" y="82482"/>
                  <a:pt x="6251226" y="82323"/>
                </a:cubicBezTo>
                <a:cubicBezTo>
                  <a:pt x="6250698" y="82163"/>
                  <a:pt x="6250976" y="81980"/>
                  <a:pt x="6251753" y="81913"/>
                </a:cubicBezTo>
                <a:close/>
                <a:moveTo>
                  <a:pt x="6047324" y="80513"/>
                </a:moveTo>
                <a:cubicBezTo>
                  <a:pt x="6057199" y="81154"/>
                  <a:pt x="6066056" y="82459"/>
                  <a:pt x="6071558" y="84283"/>
                </a:cubicBezTo>
                <a:cubicBezTo>
                  <a:pt x="6082728" y="87976"/>
                  <a:pt x="6076142" y="92353"/>
                  <a:pt x="6056831" y="94085"/>
                </a:cubicBezTo>
                <a:cubicBezTo>
                  <a:pt x="6037436" y="95794"/>
                  <a:pt x="6012789" y="94176"/>
                  <a:pt x="6001813" y="90460"/>
                </a:cubicBezTo>
                <a:cubicBezTo>
                  <a:pt x="5990976" y="86767"/>
                  <a:pt x="5997784" y="82413"/>
                  <a:pt x="6016985" y="80727"/>
                </a:cubicBezTo>
                <a:cubicBezTo>
                  <a:pt x="6026558" y="79895"/>
                  <a:pt x="6037449" y="79872"/>
                  <a:pt x="6047324" y="80513"/>
                </a:cubicBezTo>
                <a:close/>
                <a:moveTo>
                  <a:pt x="5552947" y="80063"/>
                </a:moveTo>
                <a:cubicBezTo>
                  <a:pt x="5562203" y="80682"/>
                  <a:pt x="5570191" y="81946"/>
                  <a:pt x="5574735" y="83713"/>
                </a:cubicBezTo>
                <a:cubicBezTo>
                  <a:pt x="5583960" y="87247"/>
                  <a:pt x="5575818" y="91463"/>
                  <a:pt x="5556396" y="93127"/>
                </a:cubicBezTo>
                <a:cubicBezTo>
                  <a:pt x="5536972" y="94815"/>
                  <a:pt x="5513771" y="93219"/>
                  <a:pt x="5504879" y="89640"/>
                </a:cubicBezTo>
                <a:cubicBezTo>
                  <a:pt x="5495876" y="86084"/>
                  <a:pt x="5504323" y="81890"/>
                  <a:pt x="5523552" y="80294"/>
                </a:cubicBezTo>
                <a:cubicBezTo>
                  <a:pt x="5533167" y="79473"/>
                  <a:pt x="5543690" y="79445"/>
                  <a:pt x="5552947" y="80063"/>
                </a:cubicBezTo>
                <a:close/>
                <a:moveTo>
                  <a:pt x="5094396" y="79297"/>
                </a:moveTo>
                <a:cubicBezTo>
                  <a:pt x="5102531" y="79855"/>
                  <a:pt x="5109296" y="80990"/>
                  <a:pt x="5112728" y="82574"/>
                </a:cubicBezTo>
                <a:cubicBezTo>
                  <a:pt x="5119702" y="85765"/>
                  <a:pt x="5110783" y="89572"/>
                  <a:pt x="5092694" y="91099"/>
                </a:cubicBezTo>
                <a:cubicBezTo>
                  <a:pt x="5074632" y="92558"/>
                  <a:pt x="5054292" y="91168"/>
                  <a:pt x="5047541" y="87908"/>
                </a:cubicBezTo>
                <a:cubicBezTo>
                  <a:pt x="5040761" y="84694"/>
                  <a:pt x="5049875" y="80932"/>
                  <a:pt x="5067853" y="79473"/>
                </a:cubicBezTo>
                <a:cubicBezTo>
                  <a:pt x="5076759" y="78755"/>
                  <a:pt x="5086261" y="78738"/>
                  <a:pt x="5094396" y="79297"/>
                </a:cubicBezTo>
                <a:close/>
                <a:moveTo>
                  <a:pt x="6462236" y="79177"/>
                </a:moveTo>
                <a:cubicBezTo>
                  <a:pt x="6462987" y="79108"/>
                  <a:pt x="6464098" y="79177"/>
                  <a:pt x="6464626" y="79337"/>
                </a:cubicBezTo>
                <a:cubicBezTo>
                  <a:pt x="6465209" y="79496"/>
                  <a:pt x="6464932" y="79678"/>
                  <a:pt x="6464126" y="79747"/>
                </a:cubicBezTo>
                <a:cubicBezTo>
                  <a:pt x="6463375" y="79838"/>
                  <a:pt x="6462319" y="79770"/>
                  <a:pt x="6461736" y="79610"/>
                </a:cubicBezTo>
                <a:cubicBezTo>
                  <a:pt x="6461209" y="79451"/>
                  <a:pt x="6461430" y="79245"/>
                  <a:pt x="6462236" y="79177"/>
                </a:cubicBezTo>
                <a:close/>
                <a:moveTo>
                  <a:pt x="5185070" y="78744"/>
                </a:moveTo>
                <a:cubicBezTo>
                  <a:pt x="5192593" y="79257"/>
                  <a:pt x="5198880" y="80306"/>
                  <a:pt x="5202145" y="81776"/>
                </a:cubicBezTo>
                <a:cubicBezTo>
                  <a:pt x="5208758" y="84694"/>
                  <a:pt x="5200868" y="88204"/>
                  <a:pt x="5184362" y="89595"/>
                </a:cubicBezTo>
                <a:cubicBezTo>
                  <a:pt x="5167801" y="90963"/>
                  <a:pt x="5149018" y="89664"/>
                  <a:pt x="5142516" y="86700"/>
                </a:cubicBezTo>
                <a:cubicBezTo>
                  <a:pt x="5136069" y="83736"/>
                  <a:pt x="5144155" y="80295"/>
                  <a:pt x="5160577" y="78926"/>
                </a:cubicBezTo>
                <a:cubicBezTo>
                  <a:pt x="5168788" y="78254"/>
                  <a:pt x="5177547" y="78231"/>
                  <a:pt x="5185070" y="78744"/>
                </a:cubicBezTo>
                <a:close/>
                <a:moveTo>
                  <a:pt x="5275894" y="78724"/>
                </a:moveTo>
                <a:cubicBezTo>
                  <a:pt x="5282963" y="79205"/>
                  <a:pt x="5288923" y="80180"/>
                  <a:pt x="5292118" y="81525"/>
                </a:cubicBezTo>
                <a:cubicBezTo>
                  <a:pt x="5298537" y="84283"/>
                  <a:pt x="5291395" y="87543"/>
                  <a:pt x="5276030" y="88866"/>
                </a:cubicBezTo>
                <a:cubicBezTo>
                  <a:pt x="5260636" y="90119"/>
                  <a:pt x="5243047" y="88911"/>
                  <a:pt x="5236712" y="86152"/>
                </a:cubicBezTo>
                <a:cubicBezTo>
                  <a:pt x="5230348" y="83371"/>
                  <a:pt x="5237711" y="80157"/>
                  <a:pt x="5253022" y="78881"/>
                </a:cubicBezTo>
                <a:cubicBezTo>
                  <a:pt x="5260649" y="78254"/>
                  <a:pt x="5268826" y="78243"/>
                  <a:pt x="5275894" y="78724"/>
                </a:cubicBezTo>
                <a:close/>
                <a:moveTo>
                  <a:pt x="6668857" y="78721"/>
                </a:moveTo>
                <a:cubicBezTo>
                  <a:pt x="6669107" y="78675"/>
                  <a:pt x="6669551" y="78721"/>
                  <a:pt x="6669746" y="78766"/>
                </a:cubicBezTo>
                <a:cubicBezTo>
                  <a:pt x="6669996" y="78835"/>
                  <a:pt x="6669940" y="78904"/>
                  <a:pt x="6669607" y="78926"/>
                </a:cubicBezTo>
                <a:cubicBezTo>
                  <a:pt x="6669274" y="78972"/>
                  <a:pt x="6668885" y="78926"/>
                  <a:pt x="6668690" y="78881"/>
                </a:cubicBezTo>
                <a:cubicBezTo>
                  <a:pt x="6668412" y="78812"/>
                  <a:pt x="6668551" y="78744"/>
                  <a:pt x="6668857" y="78721"/>
                </a:cubicBezTo>
                <a:close/>
                <a:moveTo>
                  <a:pt x="5461758" y="78482"/>
                </a:moveTo>
                <a:cubicBezTo>
                  <a:pt x="5470945" y="79103"/>
                  <a:pt x="5478829" y="80363"/>
                  <a:pt x="5483262" y="82118"/>
                </a:cubicBezTo>
                <a:cubicBezTo>
                  <a:pt x="5492125" y="85651"/>
                  <a:pt x="5483623" y="89868"/>
                  <a:pt x="5464144" y="91509"/>
                </a:cubicBezTo>
                <a:cubicBezTo>
                  <a:pt x="5444638" y="93173"/>
                  <a:pt x="5421603" y="91578"/>
                  <a:pt x="5412961" y="88022"/>
                </a:cubicBezTo>
                <a:cubicBezTo>
                  <a:pt x="5404237" y="84465"/>
                  <a:pt x="5413073" y="80271"/>
                  <a:pt x="5432440" y="78675"/>
                </a:cubicBezTo>
                <a:cubicBezTo>
                  <a:pt x="5442081" y="77877"/>
                  <a:pt x="5452571" y="77860"/>
                  <a:pt x="5461758" y="78482"/>
                </a:cubicBezTo>
                <a:close/>
                <a:moveTo>
                  <a:pt x="5934932" y="78425"/>
                </a:moveTo>
                <a:cubicBezTo>
                  <a:pt x="5946518" y="77422"/>
                  <a:pt x="5961217" y="78379"/>
                  <a:pt x="5967775" y="80568"/>
                </a:cubicBezTo>
                <a:cubicBezTo>
                  <a:pt x="5974277" y="82801"/>
                  <a:pt x="5970053" y="85446"/>
                  <a:pt x="5958328" y="86471"/>
                </a:cubicBezTo>
                <a:cubicBezTo>
                  <a:pt x="5946518" y="87497"/>
                  <a:pt x="5931736" y="86517"/>
                  <a:pt x="5925317" y="84283"/>
                </a:cubicBezTo>
                <a:cubicBezTo>
                  <a:pt x="5918899" y="82049"/>
                  <a:pt x="5923205" y="79428"/>
                  <a:pt x="5934932" y="78425"/>
                </a:cubicBezTo>
                <a:close/>
                <a:moveTo>
                  <a:pt x="5370461" y="77538"/>
                </a:moveTo>
                <a:cubicBezTo>
                  <a:pt x="5379589" y="78157"/>
                  <a:pt x="5387369" y="79416"/>
                  <a:pt x="5391676" y="81161"/>
                </a:cubicBezTo>
                <a:cubicBezTo>
                  <a:pt x="5400235" y="84694"/>
                  <a:pt x="5391398" y="88911"/>
                  <a:pt x="5371782" y="90551"/>
                </a:cubicBezTo>
                <a:cubicBezTo>
                  <a:pt x="5352165" y="92239"/>
                  <a:pt x="5329380" y="90643"/>
                  <a:pt x="5320877" y="87064"/>
                </a:cubicBezTo>
                <a:cubicBezTo>
                  <a:pt x="5312541" y="83554"/>
                  <a:pt x="5321682" y="79359"/>
                  <a:pt x="5341161" y="77764"/>
                </a:cubicBezTo>
                <a:cubicBezTo>
                  <a:pt x="5350858" y="76943"/>
                  <a:pt x="5361333" y="76921"/>
                  <a:pt x="5370461" y="77538"/>
                </a:cubicBezTo>
                <a:close/>
                <a:moveTo>
                  <a:pt x="4675868" y="77285"/>
                </a:moveTo>
                <a:cubicBezTo>
                  <a:pt x="4680036" y="76943"/>
                  <a:pt x="4684454" y="77262"/>
                  <a:pt x="4685733" y="77969"/>
                </a:cubicBezTo>
                <a:cubicBezTo>
                  <a:pt x="4687038" y="78675"/>
                  <a:pt x="4684732" y="79519"/>
                  <a:pt x="4680536" y="79861"/>
                </a:cubicBezTo>
                <a:cubicBezTo>
                  <a:pt x="4676368" y="80203"/>
                  <a:pt x="4672005" y="79884"/>
                  <a:pt x="4670644" y="79177"/>
                </a:cubicBezTo>
                <a:cubicBezTo>
                  <a:pt x="4669449" y="78447"/>
                  <a:pt x="4671755" y="77627"/>
                  <a:pt x="4675868" y="77285"/>
                </a:cubicBezTo>
                <a:close/>
                <a:moveTo>
                  <a:pt x="4374994" y="76237"/>
                </a:moveTo>
                <a:cubicBezTo>
                  <a:pt x="4375801" y="76191"/>
                  <a:pt x="4376440" y="76237"/>
                  <a:pt x="4376663" y="76350"/>
                </a:cubicBezTo>
                <a:cubicBezTo>
                  <a:pt x="4376856" y="76510"/>
                  <a:pt x="4376440" y="76670"/>
                  <a:pt x="4375745" y="76715"/>
                </a:cubicBezTo>
                <a:cubicBezTo>
                  <a:pt x="4374967" y="76761"/>
                  <a:pt x="4374217" y="76715"/>
                  <a:pt x="4374023" y="76578"/>
                </a:cubicBezTo>
                <a:cubicBezTo>
                  <a:pt x="4373828" y="76464"/>
                  <a:pt x="4374300" y="76304"/>
                  <a:pt x="4374994" y="76237"/>
                </a:cubicBezTo>
                <a:close/>
                <a:moveTo>
                  <a:pt x="6162697" y="75804"/>
                </a:moveTo>
                <a:cubicBezTo>
                  <a:pt x="6163504" y="75712"/>
                  <a:pt x="6164532" y="75781"/>
                  <a:pt x="6165032" y="75940"/>
                </a:cubicBezTo>
                <a:cubicBezTo>
                  <a:pt x="6165560" y="76123"/>
                  <a:pt x="6165254" y="76259"/>
                  <a:pt x="6164448" y="76373"/>
                </a:cubicBezTo>
                <a:cubicBezTo>
                  <a:pt x="6163670" y="76442"/>
                  <a:pt x="6162615" y="76373"/>
                  <a:pt x="6162142" y="76214"/>
                </a:cubicBezTo>
                <a:cubicBezTo>
                  <a:pt x="6161614" y="76055"/>
                  <a:pt x="6161948" y="75872"/>
                  <a:pt x="6162697" y="75804"/>
                </a:cubicBezTo>
                <a:close/>
                <a:moveTo>
                  <a:pt x="5845486" y="74254"/>
                </a:moveTo>
                <a:cubicBezTo>
                  <a:pt x="5856796" y="73273"/>
                  <a:pt x="5870967" y="74208"/>
                  <a:pt x="5877163" y="76328"/>
                </a:cubicBezTo>
                <a:cubicBezTo>
                  <a:pt x="5883193" y="78470"/>
                  <a:pt x="5878942" y="81023"/>
                  <a:pt x="5867522" y="82003"/>
                </a:cubicBezTo>
                <a:cubicBezTo>
                  <a:pt x="5856074" y="82984"/>
                  <a:pt x="5841791" y="82072"/>
                  <a:pt x="5835734" y="79906"/>
                </a:cubicBezTo>
                <a:cubicBezTo>
                  <a:pt x="5829760" y="77741"/>
                  <a:pt x="5834067" y="75233"/>
                  <a:pt x="5845486" y="74254"/>
                </a:cubicBezTo>
                <a:close/>
                <a:moveTo>
                  <a:pt x="4768008" y="73866"/>
                </a:moveTo>
                <a:cubicBezTo>
                  <a:pt x="4771120" y="73638"/>
                  <a:pt x="4774428" y="73866"/>
                  <a:pt x="4775345" y="74390"/>
                </a:cubicBezTo>
                <a:cubicBezTo>
                  <a:pt x="4776372" y="74914"/>
                  <a:pt x="4774733" y="75530"/>
                  <a:pt x="4771621" y="75758"/>
                </a:cubicBezTo>
                <a:cubicBezTo>
                  <a:pt x="4768564" y="76008"/>
                  <a:pt x="4765313" y="75780"/>
                  <a:pt x="4764285" y="75279"/>
                </a:cubicBezTo>
                <a:cubicBezTo>
                  <a:pt x="4763313" y="74709"/>
                  <a:pt x="4765007" y="74116"/>
                  <a:pt x="4768008" y="73866"/>
                </a:cubicBezTo>
                <a:close/>
                <a:moveTo>
                  <a:pt x="6374265" y="72042"/>
                </a:moveTo>
                <a:cubicBezTo>
                  <a:pt x="6374792" y="71997"/>
                  <a:pt x="6375738" y="72042"/>
                  <a:pt x="6376099" y="72179"/>
                </a:cubicBezTo>
                <a:cubicBezTo>
                  <a:pt x="6376487" y="72316"/>
                  <a:pt x="6376349" y="72430"/>
                  <a:pt x="6375681" y="72521"/>
                </a:cubicBezTo>
                <a:cubicBezTo>
                  <a:pt x="6375070" y="72567"/>
                  <a:pt x="6374265" y="72521"/>
                  <a:pt x="6373847" y="72384"/>
                </a:cubicBezTo>
                <a:cubicBezTo>
                  <a:pt x="6373431" y="72271"/>
                  <a:pt x="6373569" y="72111"/>
                  <a:pt x="6374265" y="72042"/>
                </a:cubicBezTo>
                <a:close/>
                <a:moveTo>
                  <a:pt x="4859954" y="71040"/>
                </a:moveTo>
                <a:cubicBezTo>
                  <a:pt x="4862094" y="70880"/>
                  <a:pt x="4864399" y="71017"/>
                  <a:pt x="4865093" y="71427"/>
                </a:cubicBezTo>
                <a:cubicBezTo>
                  <a:pt x="4865844" y="71792"/>
                  <a:pt x="4864677" y="72225"/>
                  <a:pt x="4862566" y="72384"/>
                </a:cubicBezTo>
                <a:cubicBezTo>
                  <a:pt x="4860398" y="72544"/>
                  <a:pt x="4858119" y="72407"/>
                  <a:pt x="4857425" y="72019"/>
                </a:cubicBezTo>
                <a:cubicBezTo>
                  <a:pt x="4856702" y="71655"/>
                  <a:pt x="4857758" y="71199"/>
                  <a:pt x="4859954" y="71040"/>
                </a:cubicBezTo>
                <a:close/>
                <a:moveTo>
                  <a:pt x="4466219" y="70720"/>
                </a:moveTo>
                <a:cubicBezTo>
                  <a:pt x="4466968" y="70651"/>
                  <a:pt x="4467663" y="70697"/>
                  <a:pt x="4467913" y="70834"/>
                </a:cubicBezTo>
                <a:cubicBezTo>
                  <a:pt x="4468108" y="70971"/>
                  <a:pt x="4467635" y="71107"/>
                  <a:pt x="4466968" y="71153"/>
                </a:cubicBezTo>
                <a:cubicBezTo>
                  <a:pt x="4466219" y="71221"/>
                  <a:pt x="4465440" y="71176"/>
                  <a:pt x="4465301" y="71039"/>
                </a:cubicBezTo>
                <a:cubicBezTo>
                  <a:pt x="4465079" y="70902"/>
                  <a:pt x="4465496" y="70788"/>
                  <a:pt x="4466219" y="70720"/>
                </a:cubicBezTo>
                <a:close/>
                <a:moveTo>
                  <a:pt x="6073753" y="70309"/>
                </a:moveTo>
                <a:cubicBezTo>
                  <a:pt x="6074615" y="70218"/>
                  <a:pt x="6075587" y="70309"/>
                  <a:pt x="6076143" y="70447"/>
                </a:cubicBezTo>
                <a:cubicBezTo>
                  <a:pt x="6076532" y="70583"/>
                  <a:pt x="6076309" y="70788"/>
                  <a:pt x="6075532" y="70857"/>
                </a:cubicBezTo>
                <a:cubicBezTo>
                  <a:pt x="6074698" y="70925"/>
                  <a:pt x="6073670" y="70857"/>
                  <a:pt x="6073197" y="70720"/>
                </a:cubicBezTo>
                <a:cubicBezTo>
                  <a:pt x="6072725" y="70561"/>
                  <a:pt x="6072976" y="70378"/>
                  <a:pt x="6073753" y="70309"/>
                </a:cubicBezTo>
                <a:close/>
                <a:moveTo>
                  <a:pt x="4951343" y="68737"/>
                </a:moveTo>
                <a:cubicBezTo>
                  <a:pt x="4952927" y="68600"/>
                  <a:pt x="4954650" y="68737"/>
                  <a:pt x="4955261" y="69010"/>
                </a:cubicBezTo>
                <a:cubicBezTo>
                  <a:pt x="4955844" y="69284"/>
                  <a:pt x="4955066" y="69603"/>
                  <a:pt x="4953454" y="69763"/>
                </a:cubicBezTo>
                <a:cubicBezTo>
                  <a:pt x="4951843" y="69877"/>
                  <a:pt x="4950120" y="69763"/>
                  <a:pt x="4949509" y="69467"/>
                </a:cubicBezTo>
                <a:cubicBezTo>
                  <a:pt x="4948926" y="69216"/>
                  <a:pt x="4949787" y="68874"/>
                  <a:pt x="4951343" y="68737"/>
                </a:cubicBezTo>
                <a:close/>
                <a:moveTo>
                  <a:pt x="5778052" y="67939"/>
                </a:moveTo>
                <a:cubicBezTo>
                  <a:pt x="5787426" y="68554"/>
                  <a:pt x="5795678" y="69808"/>
                  <a:pt x="5800611" y="71540"/>
                </a:cubicBezTo>
                <a:cubicBezTo>
                  <a:pt x="5810392" y="75051"/>
                  <a:pt x="5803112" y="79223"/>
                  <a:pt x="5784133" y="80841"/>
                </a:cubicBezTo>
                <a:cubicBezTo>
                  <a:pt x="5765044" y="82505"/>
                  <a:pt x="5741676" y="80932"/>
                  <a:pt x="5731978" y="77399"/>
                </a:cubicBezTo>
                <a:cubicBezTo>
                  <a:pt x="5722308" y="73888"/>
                  <a:pt x="5729866" y="69763"/>
                  <a:pt x="5748761" y="68166"/>
                </a:cubicBezTo>
                <a:cubicBezTo>
                  <a:pt x="5758181" y="67346"/>
                  <a:pt x="5768677" y="67323"/>
                  <a:pt x="5778052" y="67939"/>
                </a:cubicBezTo>
                <a:close/>
                <a:moveTo>
                  <a:pt x="5493181" y="66183"/>
                </a:moveTo>
                <a:cubicBezTo>
                  <a:pt x="5496377" y="65910"/>
                  <a:pt x="5500127" y="66183"/>
                  <a:pt x="5501656" y="66730"/>
                </a:cubicBezTo>
                <a:cubicBezTo>
                  <a:pt x="5503128" y="67301"/>
                  <a:pt x="5501740" y="68007"/>
                  <a:pt x="5498571" y="68258"/>
                </a:cubicBezTo>
                <a:cubicBezTo>
                  <a:pt x="5495293" y="68509"/>
                  <a:pt x="5491541" y="68258"/>
                  <a:pt x="5490041" y="67688"/>
                </a:cubicBezTo>
                <a:cubicBezTo>
                  <a:pt x="5488540" y="67118"/>
                  <a:pt x="5490013" y="66434"/>
                  <a:pt x="5493181" y="66183"/>
                </a:cubicBezTo>
                <a:close/>
                <a:moveTo>
                  <a:pt x="4557247" y="65887"/>
                </a:moveTo>
                <a:cubicBezTo>
                  <a:pt x="4557636" y="65864"/>
                  <a:pt x="4558025" y="65887"/>
                  <a:pt x="4558136" y="65933"/>
                </a:cubicBezTo>
                <a:cubicBezTo>
                  <a:pt x="4558219" y="66001"/>
                  <a:pt x="4558025" y="66070"/>
                  <a:pt x="4557636" y="66092"/>
                </a:cubicBezTo>
                <a:cubicBezTo>
                  <a:pt x="4557330" y="66116"/>
                  <a:pt x="4556886" y="66092"/>
                  <a:pt x="4556775" y="66047"/>
                </a:cubicBezTo>
                <a:cubicBezTo>
                  <a:pt x="4556746" y="65978"/>
                  <a:pt x="4556886" y="65910"/>
                  <a:pt x="4557247" y="65887"/>
                </a:cubicBezTo>
                <a:close/>
                <a:moveTo>
                  <a:pt x="5686878" y="65734"/>
                </a:moveTo>
                <a:cubicBezTo>
                  <a:pt x="5695036" y="66270"/>
                  <a:pt x="5702178" y="67357"/>
                  <a:pt x="5706387" y="68874"/>
                </a:cubicBezTo>
                <a:cubicBezTo>
                  <a:pt x="5714668" y="71929"/>
                  <a:pt x="5708054" y="75553"/>
                  <a:pt x="5691271" y="76989"/>
                </a:cubicBezTo>
                <a:cubicBezTo>
                  <a:pt x="5674489" y="78402"/>
                  <a:pt x="5654176" y="77081"/>
                  <a:pt x="5645924" y="73980"/>
                </a:cubicBezTo>
                <a:cubicBezTo>
                  <a:pt x="5637671" y="70926"/>
                  <a:pt x="5644618" y="67301"/>
                  <a:pt x="5661262" y="65910"/>
                </a:cubicBezTo>
                <a:cubicBezTo>
                  <a:pt x="5669543" y="65215"/>
                  <a:pt x="5678719" y="65198"/>
                  <a:pt x="5686878" y="65734"/>
                </a:cubicBezTo>
                <a:close/>
                <a:moveTo>
                  <a:pt x="6286625" y="65591"/>
                </a:moveTo>
                <a:cubicBezTo>
                  <a:pt x="6286875" y="65568"/>
                  <a:pt x="6287348" y="65591"/>
                  <a:pt x="6287514" y="65659"/>
                </a:cubicBezTo>
                <a:cubicBezTo>
                  <a:pt x="6287681" y="65705"/>
                  <a:pt x="6287598" y="65796"/>
                  <a:pt x="6287292" y="65819"/>
                </a:cubicBezTo>
                <a:cubicBezTo>
                  <a:pt x="6286932" y="65842"/>
                  <a:pt x="6286542" y="65819"/>
                  <a:pt x="6286348" y="65773"/>
                </a:cubicBezTo>
                <a:cubicBezTo>
                  <a:pt x="6286153" y="65683"/>
                  <a:pt x="6286209" y="65614"/>
                  <a:pt x="6286625" y="65591"/>
                </a:cubicBezTo>
                <a:close/>
                <a:moveTo>
                  <a:pt x="5983418" y="64907"/>
                </a:moveTo>
                <a:cubicBezTo>
                  <a:pt x="5985698" y="64702"/>
                  <a:pt x="5988615" y="64885"/>
                  <a:pt x="5989809" y="65317"/>
                </a:cubicBezTo>
                <a:cubicBezTo>
                  <a:pt x="5991171" y="65728"/>
                  <a:pt x="5990338" y="66252"/>
                  <a:pt x="5988060" y="66435"/>
                </a:cubicBezTo>
                <a:cubicBezTo>
                  <a:pt x="5985753" y="66640"/>
                  <a:pt x="5982891" y="66457"/>
                  <a:pt x="5981585" y="66002"/>
                </a:cubicBezTo>
                <a:cubicBezTo>
                  <a:pt x="5980335" y="65591"/>
                  <a:pt x="5981168" y="65090"/>
                  <a:pt x="5983418" y="64907"/>
                </a:cubicBezTo>
                <a:close/>
                <a:moveTo>
                  <a:pt x="5037954" y="64839"/>
                </a:moveTo>
                <a:cubicBezTo>
                  <a:pt x="5045900" y="64200"/>
                  <a:pt x="5054876" y="64816"/>
                  <a:pt x="5057849" y="66207"/>
                </a:cubicBezTo>
                <a:cubicBezTo>
                  <a:pt x="5060906" y="67597"/>
                  <a:pt x="5056821" y="69284"/>
                  <a:pt x="5048763" y="69876"/>
                </a:cubicBezTo>
                <a:cubicBezTo>
                  <a:pt x="5040760" y="70561"/>
                  <a:pt x="5031813" y="69968"/>
                  <a:pt x="5028784" y="68532"/>
                </a:cubicBezTo>
                <a:cubicBezTo>
                  <a:pt x="5025811" y="67164"/>
                  <a:pt x="5029952" y="65477"/>
                  <a:pt x="5037954" y="64839"/>
                </a:cubicBezTo>
                <a:close/>
                <a:moveTo>
                  <a:pt x="5131234" y="64816"/>
                </a:moveTo>
                <a:cubicBezTo>
                  <a:pt x="5135290" y="64497"/>
                  <a:pt x="5139986" y="64816"/>
                  <a:pt x="5141625" y="65523"/>
                </a:cubicBezTo>
                <a:cubicBezTo>
                  <a:pt x="5143265" y="66252"/>
                  <a:pt x="5141209" y="67095"/>
                  <a:pt x="5137041" y="67460"/>
                </a:cubicBezTo>
                <a:cubicBezTo>
                  <a:pt x="5132928" y="67801"/>
                  <a:pt x="5128261" y="67483"/>
                  <a:pt x="5126593" y="66776"/>
                </a:cubicBezTo>
                <a:cubicBezTo>
                  <a:pt x="5124982" y="66024"/>
                  <a:pt x="5127093" y="65180"/>
                  <a:pt x="5131234" y="64816"/>
                </a:cubicBezTo>
                <a:close/>
                <a:moveTo>
                  <a:pt x="5222569" y="64565"/>
                </a:moveTo>
                <a:cubicBezTo>
                  <a:pt x="5225486" y="64337"/>
                  <a:pt x="5228821" y="64565"/>
                  <a:pt x="5230044" y="65066"/>
                </a:cubicBezTo>
                <a:cubicBezTo>
                  <a:pt x="5231238" y="65568"/>
                  <a:pt x="5229849" y="66183"/>
                  <a:pt x="5226931" y="66434"/>
                </a:cubicBezTo>
                <a:cubicBezTo>
                  <a:pt x="5223985" y="66685"/>
                  <a:pt x="5220624" y="66434"/>
                  <a:pt x="5219456" y="65933"/>
                </a:cubicBezTo>
                <a:cubicBezTo>
                  <a:pt x="5218261" y="65408"/>
                  <a:pt x="5219679" y="64816"/>
                  <a:pt x="5222569" y="64565"/>
                </a:cubicBezTo>
                <a:close/>
                <a:moveTo>
                  <a:pt x="5597214" y="63369"/>
                </a:moveTo>
                <a:cubicBezTo>
                  <a:pt x="5605307" y="63899"/>
                  <a:pt x="5612316" y="64976"/>
                  <a:pt x="5616359" y="66481"/>
                </a:cubicBezTo>
                <a:cubicBezTo>
                  <a:pt x="5624389" y="69512"/>
                  <a:pt x="5617470" y="73136"/>
                  <a:pt x="5600660" y="74573"/>
                </a:cubicBezTo>
                <a:cubicBezTo>
                  <a:pt x="5583765" y="76009"/>
                  <a:pt x="5563620" y="74664"/>
                  <a:pt x="5555618" y="71586"/>
                </a:cubicBezTo>
                <a:cubicBezTo>
                  <a:pt x="5547698" y="68509"/>
                  <a:pt x="5554867" y="64931"/>
                  <a:pt x="5571567" y="63540"/>
                </a:cubicBezTo>
                <a:cubicBezTo>
                  <a:pt x="5579945" y="62856"/>
                  <a:pt x="5589122" y="62839"/>
                  <a:pt x="5597214" y="63369"/>
                </a:cubicBezTo>
                <a:close/>
                <a:moveTo>
                  <a:pt x="5398485" y="63197"/>
                </a:moveTo>
                <a:cubicBezTo>
                  <a:pt x="5407293" y="62445"/>
                  <a:pt x="5417574" y="63175"/>
                  <a:pt x="5421492" y="64725"/>
                </a:cubicBezTo>
                <a:cubicBezTo>
                  <a:pt x="5425410" y="66275"/>
                  <a:pt x="5421492" y="68167"/>
                  <a:pt x="5412656" y="68897"/>
                </a:cubicBezTo>
                <a:cubicBezTo>
                  <a:pt x="5403820" y="69649"/>
                  <a:pt x="5393538" y="68942"/>
                  <a:pt x="5389565" y="67392"/>
                </a:cubicBezTo>
                <a:cubicBezTo>
                  <a:pt x="5385786" y="65796"/>
                  <a:pt x="5389704" y="63927"/>
                  <a:pt x="5398485" y="63197"/>
                </a:cubicBezTo>
                <a:close/>
                <a:moveTo>
                  <a:pt x="6493857" y="62969"/>
                </a:moveTo>
                <a:cubicBezTo>
                  <a:pt x="6494190" y="62947"/>
                  <a:pt x="6494635" y="62992"/>
                  <a:pt x="6494774" y="63038"/>
                </a:cubicBezTo>
                <a:cubicBezTo>
                  <a:pt x="6494969" y="63084"/>
                  <a:pt x="6494941" y="63152"/>
                  <a:pt x="6494635" y="63175"/>
                </a:cubicBezTo>
                <a:cubicBezTo>
                  <a:pt x="6494302" y="63243"/>
                  <a:pt x="6493857" y="63175"/>
                  <a:pt x="6493635" y="63129"/>
                </a:cubicBezTo>
                <a:cubicBezTo>
                  <a:pt x="6493440" y="63061"/>
                  <a:pt x="6493580" y="62992"/>
                  <a:pt x="6493857" y="62969"/>
                </a:cubicBezTo>
                <a:close/>
                <a:moveTo>
                  <a:pt x="4647164" y="61169"/>
                </a:moveTo>
                <a:cubicBezTo>
                  <a:pt x="4648748" y="61055"/>
                  <a:pt x="4650471" y="61146"/>
                  <a:pt x="4650943" y="61443"/>
                </a:cubicBezTo>
                <a:cubicBezTo>
                  <a:pt x="4651444" y="61716"/>
                  <a:pt x="4650498" y="62035"/>
                  <a:pt x="4648915" y="62149"/>
                </a:cubicBezTo>
                <a:cubicBezTo>
                  <a:pt x="4647331" y="62263"/>
                  <a:pt x="4645636" y="62149"/>
                  <a:pt x="4645164" y="61876"/>
                </a:cubicBezTo>
                <a:cubicBezTo>
                  <a:pt x="4644552" y="61602"/>
                  <a:pt x="4645553" y="61305"/>
                  <a:pt x="4647164" y="61169"/>
                </a:cubicBezTo>
                <a:close/>
                <a:moveTo>
                  <a:pt x="5894780" y="60622"/>
                </a:moveTo>
                <a:cubicBezTo>
                  <a:pt x="5897002" y="60440"/>
                  <a:pt x="5899809" y="60577"/>
                  <a:pt x="5901032" y="61032"/>
                </a:cubicBezTo>
                <a:cubicBezTo>
                  <a:pt x="5902338" y="61443"/>
                  <a:pt x="5901449" y="61944"/>
                  <a:pt x="5899198" y="62149"/>
                </a:cubicBezTo>
                <a:cubicBezTo>
                  <a:pt x="5896863" y="62332"/>
                  <a:pt x="5894029" y="62172"/>
                  <a:pt x="5892835" y="61739"/>
                </a:cubicBezTo>
                <a:cubicBezTo>
                  <a:pt x="5891585" y="61306"/>
                  <a:pt x="5892390" y="60827"/>
                  <a:pt x="5894780" y="60622"/>
                </a:cubicBezTo>
                <a:close/>
                <a:moveTo>
                  <a:pt x="5326205" y="60491"/>
                </a:moveTo>
                <a:cubicBezTo>
                  <a:pt x="5333200" y="60959"/>
                  <a:pt x="5339132" y="61910"/>
                  <a:pt x="5342356" y="63243"/>
                </a:cubicBezTo>
                <a:cubicBezTo>
                  <a:pt x="5348802" y="65888"/>
                  <a:pt x="5341856" y="69056"/>
                  <a:pt x="5326795" y="70287"/>
                </a:cubicBezTo>
                <a:cubicBezTo>
                  <a:pt x="5311735" y="71540"/>
                  <a:pt x="5294285" y="70355"/>
                  <a:pt x="5288005" y="67688"/>
                </a:cubicBezTo>
                <a:cubicBezTo>
                  <a:pt x="5281642" y="64998"/>
                  <a:pt x="5288729" y="61876"/>
                  <a:pt x="5303676" y="60645"/>
                </a:cubicBezTo>
                <a:cubicBezTo>
                  <a:pt x="5311151" y="60041"/>
                  <a:pt x="5319210" y="60024"/>
                  <a:pt x="5326205" y="60491"/>
                </a:cubicBezTo>
                <a:close/>
                <a:moveTo>
                  <a:pt x="6198765" y="59574"/>
                </a:moveTo>
                <a:cubicBezTo>
                  <a:pt x="6199070" y="59550"/>
                  <a:pt x="6199459" y="59574"/>
                  <a:pt x="6199626" y="59642"/>
                </a:cubicBezTo>
                <a:cubicBezTo>
                  <a:pt x="6199876" y="59710"/>
                  <a:pt x="6199736" y="59779"/>
                  <a:pt x="6199431" y="59824"/>
                </a:cubicBezTo>
                <a:cubicBezTo>
                  <a:pt x="6199070" y="59847"/>
                  <a:pt x="6198681" y="59824"/>
                  <a:pt x="6198486" y="59755"/>
                </a:cubicBezTo>
                <a:cubicBezTo>
                  <a:pt x="6198292" y="59687"/>
                  <a:pt x="6198376" y="59642"/>
                  <a:pt x="6198765" y="59574"/>
                </a:cubicBezTo>
                <a:close/>
                <a:moveTo>
                  <a:pt x="4737582" y="57545"/>
                </a:moveTo>
                <a:cubicBezTo>
                  <a:pt x="4738832" y="57431"/>
                  <a:pt x="4740082" y="57522"/>
                  <a:pt x="4740500" y="57727"/>
                </a:cubicBezTo>
                <a:cubicBezTo>
                  <a:pt x="4740944" y="57955"/>
                  <a:pt x="4740277" y="58183"/>
                  <a:pt x="4739054" y="58297"/>
                </a:cubicBezTo>
                <a:cubicBezTo>
                  <a:pt x="4737749" y="58365"/>
                  <a:pt x="4736471" y="58297"/>
                  <a:pt x="4736081" y="58069"/>
                </a:cubicBezTo>
                <a:cubicBezTo>
                  <a:pt x="4735664" y="57886"/>
                  <a:pt x="4736387" y="57636"/>
                  <a:pt x="4737582" y="57545"/>
                </a:cubicBezTo>
                <a:close/>
                <a:moveTo>
                  <a:pt x="5807418" y="57385"/>
                </a:moveTo>
                <a:cubicBezTo>
                  <a:pt x="5808252" y="57316"/>
                  <a:pt x="5809196" y="57385"/>
                  <a:pt x="5809641" y="57544"/>
                </a:cubicBezTo>
                <a:cubicBezTo>
                  <a:pt x="5810086" y="57704"/>
                  <a:pt x="5809808" y="57864"/>
                  <a:pt x="5808947" y="57955"/>
                </a:cubicBezTo>
                <a:cubicBezTo>
                  <a:pt x="5808169" y="58023"/>
                  <a:pt x="5807168" y="57955"/>
                  <a:pt x="5806696" y="57795"/>
                </a:cubicBezTo>
                <a:cubicBezTo>
                  <a:pt x="5806308" y="57635"/>
                  <a:pt x="5806613" y="57453"/>
                  <a:pt x="5807418" y="57385"/>
                </a:cubicBezTo>
                <a:close/>
                <a:moveTo>
                  <a:pt x="6406719" y="55994"/>
                </a:moveTo>
                <a:cubicBezTo>
                  <a:pt x="6407081" y="55971"/>
                  <a:pt x="6407497" y="55994"/>
                  <a:pt x="6407720" y="56062"/>
                </a:cubicBezTo>
                <a:cubicBezTo>
                  <a:pt x="6407858" y="56131"/>
                  <a:pt x="6407802" y="56200"/>
                  <a:pt x="6407497" y="56222"/>
                </a:cubicBezTo>
                <a:cubicBezTo>
                  <a:pt x="6407163" y="56245"/>
                  <a:pt x="6406719" y="56222"/>
                  <a:pt x="6406580" y="56154"/>
                </a:cubicBezTo>
                <a:cubicBezTo>
                  <a:pt x="6406386" y="56086"/>
                  <a:pt x="6406441" y="56040"/>
                  <a:pt x="6406719" y="55994"/>
                </a:cubicBezTo>
                <a:close/>
                <a:moveTo>
                  <a:pt x="4827860" y="54513"/>
                </a:moveTo>
                <a:cubicBezTo>
                  <a:pt x="4828583" y="54490"/>
                  <a:pt x="4829333" y="54513"/>
                  <a:pt x="4829611" y="54650"/>
                </a:cubicBezTo>
                <a:cubicBezTo>
                  <a:pt x="4829805" y="54763"/>
                  <a:pt x="4829500" y="54923"/>
                  <a:pt x="4828777" y="54969"/>
                </a:cubicBezTo>
                <a:cubicBezTo>
                  <a:pt x="4828083" y="55037"/>
                  <a:pt x="4827305" y="54969"/>
                  <a:pt x="4827026" y="54855"/>
                </a:cubicBezTo>
                <a:cubicBezTo>
                  <a:pt x="4826832" y="54718"/>
                  <a:pt x="4827249" y="54581"/>
                  <a:pt x="4827860" y="54513"/>
                </a:cubicBezTo>
                <a:close/>
                <a:moveTo>
                  <a:pt x="6610339" y="54399"/>
                </a:moveTo>
                <a:cubicBezTo>
                  <a:pt x="6610673" y="54377"/>
                  <a:pt x="6611062" y="54399"/>
                  <a:pt x="6611284" y="54467"/>
                </a:cubicBezTo>
                <a:cubicBezTo>
                  <a:pt x="6611478" y="54513"/>
                  <a:pt x="6611450" y="54604"/>
                  <a:pt x="6611062" y="54627"/>
                </a:cubicBezTo>
                <a:cubicBezTo>
                  <a:pt x="6610811" y="54650"/>
                  <a:pt x="6610339" y="54650"/>
                  <a:pt x="6610172" y="54582"/>
                </a:cubicBezTo>
                <a:cubicBezTo>
                  <a:pt x="6609922" y="54513"/>
                  <a:pt x="6610061" y="54444"/>
                  <a:pt x="6610339" y="54399"/>
                </a:cubicBezTo>
                <a:close/>
                <a:moveTo>
                  <a:pt x="5714362" y="52712"/>
                </a:moveTo>
                <a:cubicBezTo>
                  <a:pt x="5719919" y="52233"/>
                  <a:pt x="5726699" y="52712"/>
                  <a:pt x="5729561" y="53692"/>
                </a:cubicBezTo>
                <a:cubicBezTo>
                  <a:pt x="5732396" y="54695"/>
                  <a:pt x="5730116" y="55903"/>
                  <a:pt x="5724532" y="56359"/>
                </a:cubicBezTo>
                <a:cubicBezTo>
                  <a:pt x="5719002" y="56860"/>
                  <a:pt x="5712138" y="56381"/>
                  <a:pt x="5709361" y="55402"/>
                </a:cubicBezTo>
                <a:cubicBezTo>
                  <a:pt x="5706581" y="54352"/>
                  <a:pt x="5708832" y="53167"/>
                  <a:pt x="5714362" y="52712"/>
                </a:cubicBezTo>
                <a:close/>
                <a:moveTo>
                  <a:pt x="4917666" y="51936"/>
                </a:moveTo>
                <a:cubicBezTo>
                  <a:pt x="4918388" y="51891"/>
                  <a:pt x="4919111" y="51936"/>
                  <a:pt x="4919361" y="52050"/>
                </a:cubicBezTo>
                <a:cubicBezTo>
                  <a:pt x="4919667" y="52187"/>
                  <a:pt x="4919277" y="52347"/>
                  <a:pt x="4918582" y="52369"/>
                </a:cubicBezTo>
                <a:cubicBezTo>
                  <a:pt x="4917888" y="52438"/>
                  <a:pt x="4917083" y="52369"/>
                  <a:pt x="4916888" y="52278"/>
                </a:cubicBezTo>
                <a:cubicBezTo>
                  <a:pt x="4916665" y="52142"/>
                  <a:pt x="4917027" y="52005"/>
                  <a:pt x="4917666" y="51936"/>
                </a:cubicBezTo>
                <a:close/>
                <a:moveTo>
                  <a:pt x="5629947" y="51731"/>
                </a:moveTo>
                <a:cubicBezTo>
                  <a:pt x="5630836" y="51663"/>
                  <a:pt x="5631809" y="51731"/>
                  <a:pt x="5632253" y="51890"/>
                </a:cubicBezTo>
                <a:cubicBezTo>
                  <a:pt x="5632642" y="52028"/>
                  <a:pt x="5632280" y="52210"/>
                  <a:pt x="5631447" y="52278"/>
                </a:cubicBezTo>
                <a:cubicBezTo>
                  <a:pt x="5630670" y="52347"/>
                  <a:pt x="5629668" y="52278"/>
                  <a:pt x="5629252" y="52119"/>
                </a:cubicBezTo>
                <a:cubicBezTo>
                  <a:pt x="5628835" y="51982"/>
                  <a:pt x="5629141" y="51800"/>
                  <a:pt x="5629947" y="51731"/>
                </a:cubicBezTo>
                <a:close/>
                <a:moveTo>
                  <a:pt x="5007222" y="49930"/>
                </a:moveTo>
                <a:cubicBezTo>
                  <a:pt x="5007917" y="49907"/>
                  <a:pt x="5008695" y="49930"/>
                  <a:pt x="5008945" y="50067"/>
                </a:cubicBezTo>
                <a:cubicBezTo>
                  <a:pt x="5009167" y="50181"/>
                  <a:pt x="5008834" y="50318"/>
                  <a:pt x="5008167" y="50386"/>
                </a:cubicBezTo>
                <a:cubicBezTo>
                  <a:pt x="5007444" y="50432"/>
                  <a:pt x="5006638" y="50386"/>
                  <a:pt x="5006445" y="50250"/>
                </a:cubicBezTo>
                <a:cubicBezTo>
                  <a:pt x="5006167" y="50136"/>
                  <a:pt x="5006555" y="49999"/>
                  <a:pt x="5007222" y="49930"/>
                </a:cubicBezTo>
                <a:close/>
                <a:moveTo>
                  <a:pt x="6319942" y="49589"/>
                </a:moveTo>
                <a:cubicBezTo>
                  <a:pt x="6320192" y="49543"/>
                  <a:pt x="6320636" y="49589"/>
                  <a:pt x="6320776" y="49634"/>
                </a:cubicBezTo>
                <a:cubicBezTo>
                  <a:pt x="6320914" y="49658"/>
                  <a:pt x="6320858" y="49749"/>
                  <a:pt x="6320636" y="49794"/>
                </a:cubicBezTo>
                <a:cubicBezTo>
                  <a:pt x="6320274" y="49840"/>
                  <a:pt x="6319886" y="49794"/>
                  <a:pt x="6319664" y="49749"/>
                </a:cubicBezTo>
                <a:cubicBezTo>
                  <a:pt x="6319441" y="49680"/>
                  <a:pt x="6319636" y="49612"/>
                  <a:pt x="6319942" y="49589"/>
                </a:cubicBezTo>
                <a:close/>
                <a:moveTo>
                  <a:pt x="5540724" y="49543"/>
                </a:moveTo>
                <a:cubicBezTo>
                  <a:pt x="5542224" y="49407"/>
                  <a:pt x="5543975" y="49543"/>
                  <a:pt x="5544696" y="49817"/>
                </a:cubicBezTo>
                <a:cubicBezTo>
                  <a:pt x="5545364" y="50091"/>
                  <a:pt x="5544696" y="50410"/>
                  <a:pt x="5543252" y="50501"/>
                </a:cubicBezTo>
                <a:cubicBezTo>
                  <a:pt x="5541751" y="50638"/>
                  <a:pt x="5539973" y="50501"/>
                  <a:pt x="5539279" y="50227"/>
                </a:cubicBezTo>
                <a:cubicBezTo>
                  <a:pt x="5538639" y="49999"/>
                  <a:pt x="5539139" y="49658"/>
                  <a:pt x="5540724" y="49543"/>
                </a:cubicBezTo>
                <a:close/>
                <a:moveTo>
                  <a:pt x="6023404" y="49338"/>
                </a:moveTo>
                <a:cubicBezTo>
                  <a:pt x="6023765" y="49292"/>
                  <a:pt x="6024126" y="49338"/>
                  <a:pt x="6024349" y="49383"/>
                </a:cubicBezTo>
                <a:cubicBezTo>
                  <a:pt x="6024516" y="49452"/>
                  <a:pt x="6024405" y="49520"/>
                  <a:pt x="6023987" y="49543"/>
                </a:cubicBezTo>
                <a:cubicBezTo>
                  <a:pt x="6023737" y="49588"/>
                  <a:pt x="6023348" y="49543"/>
                  <a:pt x="6023154" y="49498"/>
                </a:cubicBezTo>
                <a:cubicBezTo>
                  <a:pt x="6023015" y="49429"/>
                  <a:pt x="6023071" y="49338"/>
                  <a:pt x="6023404" y="49338"/>
                </a:cubicBezTo>
                <a:close/>
                <a:moveTo>
                  <a:pt x="5096806" y="48609"/>
                </a:moveTo>
                <a:cubicBezTo>
                  <a:pt x="5097140" y="48563"/>
                  <a:pt x="5097528" y="48609"/>
                  <a:pt x="5097668" y="48654"/>
                </a:cubicBezTo>
                <a:cubicBezTo>
                  <a:pt x="5097806" y="48722"/>
                  <a:pt x="5097668" y="48790"/>
                  <a:pt x="5097251" y="48814"/>
                </a:cubicBezTo>
                <a:cubicBezTo>
                  <a:pt x="5096945" y="48836"/>
                  <a:pt x="5096583" y="48814"/>
                  <a:pt x="5096473" y="48768"/>
                </a:cubicBezTo>
                <a:cubicBezTo>
                  <a:pt x="5096306" y="48700"/>
                  <a:pt x="5096473" y="48631"/>
                  <a:pt x="5096806" y="48609"/>
                </a:cubicBezTo>
                <a:close/>
                <a:moveTo>
                  <a:pt x="5452445" y="48381"/>
                </a:moveTo>
                <a:cubicBezTo>
                  <a:pt x="5453307" y="48312"/>
                  <a:pt x="5454280" y="48381"/>
                  <a:pt x="5454669" y="48541"/>
                </a:cubicBezTo>
                <a:cubicBezTo>
                  <a:pt x="5455085" y="48655"/>
                  <a:pt x="5454669" y="48814"/>
                  <a:pt x="5453862" y="48928"/>
                </a:cubicBezTo>
                <a:cubicBezTo>
                  <a:pt x="5453029" y="48996"/>
                  <a:pt x="5452140" y="48928"/>
                  <a:pt x="5451750" y="48791"/>
                </a:cubicBezTo>
                <a:cubicBezTo>
                  <a:pt x="5451251" y="48632"/>
                  <a:pt x="5451750" y="48449"/>
                  <a:pt x="5452445" y="48381"/>
                </a:cubicBezTo>
                <a:close/>
                <a:moveTo>
                  <a:pt x="5186057" y="47720"/>
                </a:moveTo>
                <a:cubicBezTo>
                  <a:pt x="5186362" y="47697"/>
                  <a:pt x="5186751" y="47720"/>
                  <a:pt x="5186918" y="47788"/>
                </a:cubicBezTo>
                <a:cubicBezTo>
                  <a:pt x="5187001" y="47834"/>
                  <a:pt x="5186918" y="47925"/>
                  <a:pt x="5186501" y="47970"/>
                </a:cubicBezTo>
                <a:cubicBezTo>
                  <a:pt x="5186196" y="47994"/>
                  <a:pt x="5185807" y="47948"/>
                  <a:pt x="5185640" y="47902"/>
                </a:cubicBezTo>
                <a:cubicBezTo>
                  <a:pt x="5185500" y="47810"/>
                  <a:pt x="5185723" y="47765"/>
                  <a:pt x="5186057" y="47720"/>
                </a:cubicBezTo>
                <a:close/>
                <a:moveTo>
                  <a:pt x="5363418" y="47446"/>
                </a:moveTo>
                <a:cubicBezTo>
                  <a:pt x="5364585" y="47356"/>
                  <a:pt x="5365919" y="47446"/>
                  <a:pt x="5366419" y="47651"/>
                </a:cubicBezTo>
                <a:cubicBezTo>
                  <a:pt x="5366890" y="47834"/>
                  <a:pt x="5366419" y="48085"/>
                  <a:pt x="5365224" y="48176"/>
                </a:cubicBezTo>
                <a:cubicBezTo>
                  <a:pt x="5364057" y="48290"/>
                  <a:pt x="5362695" y="48199"/>
                  <a:pt x="5362195" y="47994"/>
                </a:cubicBezTo>
                <a:cubicBezTo>
                  <a:pt x="5361667" y="47789"/>
                  <a:pt x="5362195" y="47537"/>
                  <a:pt x="5363418" y="47446"/>
                </a:cubicBezTo>
                <a:close/>
                <a:moveTo>
                  <a:pt x="6524061" y="47081"/>
                </a:moveTo>
                <a:cubicBezTo>
                  <a:pt x="6524339" y="47059"/>
                  <a:pt x="6524756" y="47059"/>
                  <a:pt x="6524978" y="47127"/>
                </a:cubicBezTo>
                <a:cubicBezTo>
                  <a:pt x="6525201" y="47196"/>
                  <a:pt x="6525062" y="47264"/>
                  <a:pt x="6524673" y="47287"/>
                </a:cubicBezTo>
                <a:cubicBezTo>
                  <a:pt x="6524478" y="47310"/>
                  <a:pt x="6524061" y="47287"/>
                  <a:pt x="6523839" y="47218"/>
                </a:cubicBezTo>
                <a:cubicBezTo>
                  <a:pt x="6523616" y="47172"/>
                  <a:pt x="6523728" y="47081"/>
                  <a:pt x="6524061" y="47081"/>
                </a:cubicBezTo>
                <a:close/>
                <a:moveTo>
                  <a:pt x="5273195" y="46648"/>
                </a:moveTo>
                <a:cubicBezTo>
                  <a:pt x="5276030" y="46420"/>
                  <a:pt x="5279336" y="46648"/>
                  <a:pt x="5280530" y="47126"/>
                </a:cubicBezTo>
                <a:cubicBezTo>
                  <a:pt x="5281753" y="47651"/>
                  <a:pt x="5280364" y="48221"/>
                  <a:pt x="5277558" y="48449"/>
                </a:cubicBezTo>
                <a:cubicBezTo>
                  <a:pt x="5274612" y="48677"/>
                  <a:pt x="5271333" y="48449"/>
                  <a:pt x="5270194" y="47970"/>
                </a:cubicBezTo>
                <a:cubicBezTo>
                  <a:pt x="5268999" y="47446"/>
                  <a:pt x="5270305" y="46876"/>
                  <a:pt x="5273195" y="46648"/>
                </a:cubicBezTo>
                <a:close/>
                <a:moveTo>
                  <a:pt x="4618600" y="45167"/>
                </a:moveTo>
                <a:cubicBezTo>
                  <a:pt x="4618905" y="45144"/>
                  <a:pt x="4619294" y="45167"/>
                  <a:pt x="4619406" y="45213"/>
                </a:cubicBezTo>
                <a:cubicBezTo>
                  <a:pt x="4619517" y="45303"/>
                  <a:pt x="4619294" y="45349"/>
                  <a:pt x="4618905" y="45395"/>
                </a:cubicBezTo>
                <a:cubicBezTo>
                  <a:pt x="4618600" y="45418"/>
                  <a:pt x="4618266" y="45395"/>
                  <a:pt x="4618128" y="45327"/>
                </a:cubicBezTo>
                <a:cubicBezTo>
                  <a:pt x="4618017" y="45281"/>
                  <a:pt x="4618266" y="45190"/>
                  <a:pt x="4618600" y="45167"/>
                </a:cubicBezTo>
                <a:close/>
                <a:moveTo>
                  <a:pt x="5935848" y="45053"/>
                </a:moveTo>
                <a:cubicBezTo>
                  <a:pt x="5936209" y="44984"/>
                  <a:pt x="5936627" y="45053"/>
                  <a:pt x="5936765" y="45098"/>
                </a:cubicBezTo>
                <a:cubicBezTo>
                  <a:pt x="5937016" y="45144"/>
                  <a:pt x="5936849" y="45212"/>
                  <a:pt x="5936543" y="45257"/>
                </a:cubicBezTo>
                <a:cubicBezTo>
                  <a:pt x="5936209" y="45281"/>
                  <a:pt x="5935820" y="45257"/>
                  <a:pt x="5935654" y="45189"/>
                </a:cubicBezTo>
                <a:cubicBezTo>
                  <a:pt x="5935404" y="45121"/>
                  <a:pt x="5935543" y="45053"/>
                  <a:pt x="5935848" y="45053"/>
                </a:cubicBezTo>
                <a:close/>
                <a:moveTo>
                  <a:pt x="4707518" y="41406"/>
                </a:moveTo>
                <a:cubicBezTo>
                  <a:pt x="4707850" y="41382"/>
                  <a:pt x="4708239" y="41406"/>
                  <a:pt x="4708323" y="41474"/>
                </a:cubicBezTo>
                <a:cubicBezTo>
                  <a:pt x="4708489" y="41542"/>
                  <a:pt x="4708295" y="41611"/>
                  <a:pt x="4707934" y="41634"/>
                </a:cubicBezTo>
                <a:cubicBezTo>
                  <a:pt x="4707573" y="41656"/>
                  <a:pt x="4707211" y="41634"/>
                  <a:pt x="4707100" y="41588"/>
                </a:cubicBezTo>
                <a:cubicBezTo>
                  <a:pt x="4706934" y="41520"/>
                  <a:pt x="4707211" y="41451"/>
                  <a:pt x="4707518" y="41406"/>
                </a:cubicBezTo>
                <a:close/>
                <a:moveTo>
                  <a:pt x="5848015" y="41132"/>
                </a:moveTo>
                <a:cubicBezTo>
                  <a:pt x="5848821" y="41064"/>
                  <a:pt x="5849821" y="41132"/>
                  <a:pt x="5850210" y="41292"/>
                </a:cubicBezTo>
                <a:cubicBezTo>
                  <a:pt x="5850683" y="41451"/>
                  <a:pt x="5850349" y="41611"/>
                  <a:pt x="5849571" y="41679"/>
                </a:cubicBezTo>
                <a:cubicBezTo>
                  <a:pt x="5848737" y="41748"/>
                  <a:pt x="5847793" y="41679"/>
                  <a:pt x="5847320" y="41542"/>
                </a:cubicBezTo>
                <a:cubicBezTo>
                  <a:pt x="5846875" y="41383"/>
                  <a:pt x="5847182" y="41201"/>
                  <a:pt x="5848015" y="41132"/>
                </a:cubicBezTo>
                <a:close/>
                <a:moveTo>
                  <a:pt x="6438006" y="40266"/>
                </a:moveTo>
                <a:cubicBezTo>
                  <a:pt x="6438312" y="40243"/>
                  <a:pt x="6438784" y="40266"/>
                  <a:pt x="6438951" y="40335"/>
                </a:cubicBezTo>
                <a:cubicBezTo>
                  <a:pt x="6439146" y="40380"/>
                  <a:pt x="6439090" y="40448"/>
                  <a:pt x="6438784" y="40494"/>
                </a:cubicBezTo>
                <a:cubicBezTo>
                  <a:pt x="6438368" y="40517"/>
                  <a:pt x="6438034" y="40494"/>
                  <a:pt x="6437784" y="40425"/>
                </a:cubicBezTo>
                <a:cubicBezTo>
                  <a:pt x="6437617" y="40357"/>
                  <a:pt x="6437645" y="40289"/>
                  <a:pt x="6438006" y="40266"/>
                </a:cubicBezTo>
                <a:close/>
                <a:moveTo>
                  <a:pt x="5761071" y="38123"/>
                </a:moveTo>
                <a:cubicBezTo>
                  <a:pt x="5761377" y="38077"/>
                  <a:pt x="5761766" y="38100"/>
                  <a:pt x="5761961" y="38168"/>
                </a:cubicBezTo>
                <a:cubicBezTo>
                  <a:pt x="5762099" y="38236"/>
                  <a:pt x="5761988" y="38282"/>
                  <a:pt x="5761682" y="38305"/>
                </a:cubicBezTo>
                <a:cubicBezTo>
                  <a:pt x="5761322" y="38351"/>
                  <a:pt x="5760904" y="38328"/>
                  <a:pt x="5760765" y="38260"/>
                </a:cubicBezTo>
                <a:cubicBezTo>
                  <a:pt x="5760599" y="38214"/>
                  <a:pt x="5760765" y="38145"/>
                  <a:pt x="5761071" y="38123"/>
                </a:cubicBezTo>
                <a:close/>
                <a:moveTo>
                  <a:pt x="4795989" y="38123"/>
                </a:moveTo>
                <a:cubicBezTo>
                  <a:pt x="4796656" y="38078"/>
                  <a:pt x="4797406" y="38123"/>
                  <a:pt x="4797684" y="38237"/>
                </a:cubicBezTo>
                <a:cubicBezTo>
                  <a:pt x="4797878" y="38351"/>
                  <a:pt x="4797544" y="38487"/>
                  <a:pt x="4796850" y="38556"/>
                </a:cubicBezTo>
                <a:cubicBezTo>
                  <a:pt x="4796155" y="38601"/>
                  <a:pt x="4795350" y="38556"/>
                  <a:pt x="4795155" y="38465"/>
                </a:cubicBezTo>
                <a:cubicBezTo>
                  <a:pt x="4794877" y="38328"/>
                  <a:pt x="4795322" y="38168"/>
                  <a:pt x="4795989" y="38123"/>
                </a:cubicBezTo>
                <a:close/>
                <a:moveTo>
                  <a:pt x="4884740" y="35547"/>
                </a:moveTo>
                <a:cubicBezTo>
                  <a:pt x="4885017" y="35525"/>
                  <a:pt x="4885379" y="35547"/>
                  <a:pt x="4885462" y="35615"/>
                </a:cubicBezTo>
                <a:cubicBezTo>
                  <a:pt x="4885656" y="35661"/>
                  <a:pt x="4885433" y="35752"/>
                  <a:pt x="4885129" y="35752"/>
                </a:cubicBezTo>
                <a:cubicBezTo>
                  <a:pt x="4884767" y="35775"/>
                  <a:pt x="4884405" y="35752"/>
                  <a:pt x="4884294" y="35706"/>
                </a:cubicBezTo>
                <a:cubicBezTo>
                  <a:pt x="4884156" y="35661"/>
                  <a:pt x="4884322" y="35570"/>
                  <a:pt x="4884740" y="35547"/>
                </a:cubicBezTo>
                <a:close/>
                <a:moveTo>
                  <a:pt x="5673265" y="35319"/>
                </a:moveTo>
                <a:cubicBezTo>
                  <a:pt x="5674099" y="35251"/>
                  <a:pt x="5675016" y="35319"/>
                  <a:pt x="5675488" y="35433"/>
                </a:cubicBezTo>
                <a:cubicBezTo>
                  <a:pt x="5675822" y="35615"/>
                  <a:pt x="5675572" y="35775"/>
                  <a:pt x="5674738" y="35843"/>
                </a:cubicBezTo>
                <a:cubicBezTo>
                  <a:pt x="5673988" y="35912"/>
                  <a:pt x="5672960" y="35843"/>
                  <a:pt x="5672543" y="35684"/>
                </a:cubicBezTo>
                <a:cubicBezTo>
                  <a:pt x="5672154" y="35547"/>
                  <a:pt x="5672543" y="35365"/>
                  <a:pt x="5673265" y="35319"/>
                </a:cubicBezTo>
                <a:close/>
                <a:moveTo>
                  <a:pt x="6060276" y="33564"/>
                </a:moveTo>
                <a:cubicBezTo>
                  <a:pt x="6060582" y="33542"/>
                  <a:pt x="6060944" y="33564"/>
                  <a:pt x="6061165" y="33632"/>
                </a:cubicBezTo>
                <a:cubicBezTo>
                  <a:pt x="6061360" y="33701"/>
                  <a:pt x="6061249" y="33747"/>
                  <a:pt x="6060888" y="33769"/>
                </a:cubicBezTo>
                <a:cubicBezTo>
                  <a:pt x="6060582" y="33815"/>
                  <a:pt x="6060192" y="33769"/>
                  <a:pt x="6059998" y="33723"/>
                </a:cubicBezTo>
                <a:cubicBezTo>
                  <a:pt x="6059804" y="33655"/>
                  <a:pt x="6059971" y="33609"/>
                  <a:pt x="6060276" y="33564"/>
                </a:cubicBezTo>
                <a:close/>
                <a:moveTo>
                  <a:pt x="4972878" y="33427"/>
                </a:moveTo>
                <a:cubicBezTo>
                  <a:pt x="4973239" y="33381"/>
                  <a:pt x="4973573" y="33427"/>
                  <a:pt x="4973712" y="33472"/>
                </a:cubicBezTo>
                <a:cubicBezTo>
                  <a:pt x="4973767" y="33541"/>
                  <a:pt x="4973712" y="33609"/>
                  <a:pt x="4973267" y="33632"/>
                </a:cubicBezTo>
                <a:cubicBezTo>
                  <a:pt x="4972989" y="33655"/>
                  <a:pt x="4972628" y="33632"/>
                  <a:pt x="4972434" y="33564"/>
                </a:cubicBezTo>
                <a:cubicBezTo>
                  <a:pt x="4972378" y="33518"/>
                  <a:pt x="4972572" y="33450"/>
                  <a:pt x="4972878" y="33427"/>
                </a:cubicBezTo>
                <a:close/>
                <a:moveTo>
                  <a:pt x="5586098" y="33290"/>
                </a:moveTo>
                <a:cubicBezTo>
                  <a:pt x="5586793" y="33222"/>
                  <a:pt x="5587544" y="33268"/>
                  <a:pt x="5587849" y="33382"/>
                </a:cubicBezTo>
                <a:cubicBezTo>
                  <a:pt x="5588127" y="33473"/>
                  <a:pt x="5587849" y="33632"/>
                  <a:pt x="5587210" y="33701"/>
                </a:cubicBezTo>
                <a:cubicBezTo>
                  <a:pt x="5586571" y="33747"/>
                  <a:pt x="5585821" y="33723"/>
                  <a:pt x="5585515" y="33587"/>
                </a:cubicBezTo>
                <a:cubicBezTo>
                  <a:pt x="5585209" y="33473"/>
                  <a:pt x="5585459" y="33336"/>
                  <a:pt x="5586098" y="33290"/>
                </a:cubicBezTo>
                <a:close/>
                <a:moveTo>
                  <a:pt x="5060906" y="31832"/>
                </a:moveTo>
                <a:cubicBezTo>
                  <a:pt x="5061212" y="31808"/>
                  <a:pt x="5061601" y="31832"/>
                  <a:pt x="5061767" y="31900"/>
                </a:cubicBezTo>
                <a:cubicBezTo>
                  <a:pt x="5061907" y="31946"/>
                  <a:pt x="5061767" y="32013"/>
                  <a:pt x="5061350" y="32059"/>
                </a:cubicBezTo>
                <a:cubicBezTo>
                  <a:pt x="5061045" y="32059"/>
                  <a:pt x="5060656" y="32059"/>
                  <a:pt x="5060544" y="31968"/>
                </a:cubicBezTo>
                <a:cubicBezTo>
                  <a:pt x="5060435" y="31923"/>
                  <a:pt x="5060572" y="31854"/>
                  <a:pt x="5060906" y="31832"/>
                </a:cubicBezTo>
                <a:close/>
                <a:moveTo>
                  <a:pt x="5498683" y="31694"/>
                </a:moveTo>
                <a:cubicBezTo>
                  <a:pt x="5499349" y="31626"/>
                  <a:pt x="5500127" y="31672"/>
                  <a:pt x="5500406" y="31808"/>
                </a:cubicBezTo>
                <a:cubicBezTo>
                  <a:pt x="5500767" y="31900"/>
                  <a:pt x="5500488" y="32059"/>
                  <a:pt x="5499794" y="32105"/>
                </a:cubicBezTo>
                <a:cubicBezTo>
                  <a:pt x="5499155" y="32150"/>
                  <a:pt x="5498349" y="32105"/>
                  <a:pt x="5498099" y="31968"/>
                </a:cubicBezTo>
                <a:cubicBezTo>
                  <a:pt x="5497737" y="31854"/>
                  <a:pt x="5498099" y="31740"/>
                  <a:pt x="5498683" y="31694"/>
                </a:cubicBezTo>
                <a:close/>
                <a:moveTo>
                  <a:pt x="5148794" y="30760"/>
                </a:moveTo>
                <a:cubicBezTo>
                  <a:pt x="5149073" y="30737"/>
                  <a:pt x="5149517" y="30760"/>
                  <a:pt x="5149601" y="30828"/>
                </a:cubicBezTo>
                <a:cubicBezTo>
                  <a:pt x="5149712" y="30874"/>
                  <a:pt x="5149545" y="30942"/>
                  <a:pt x="5149239" y="30965"/>
                </a:cubicBezTo>
                <a:cubicBezTo>
                  <a:pt x="5148878" y="30988"/>
                  <a:pt x="5148545" y="30988"/>
                  <a:pt x="5148350" y="30919"/>
                </a:cubicBezTo>
                <a:cubicBezTo>
                  <a:pt x="5148267" y="30851"/>
                  <a:pt x="5148407" y="30805"/>
                  <a:pt x="5148794" y="30760"/>
                </a:cubicBezTo>
                <a:close/>
                <a:moveTo>
                  <a:pt x="5236462" y="30236"/>
                </a:moveTo>
                <a:cubicBezTo>
                  <a:pt x="5236767" y="30214"/>
                  <a:pt x="5237184" y="30236"/>
                  <a:pt x="5237323" y="30304"/>
                </a:cubicBezTo>
                <a:cubicBezTo>
                  <a:pt x="5237462" y="30350"/>
                  <a:pt x="5237239" y="30418"/>
                  <a:pt x="5236906" y="30464"/>
                </a:cubicBezTo>
                <a:cubicBezTo>
                  <a:pt x="5236656" y="30464"/>
                  <a:pt x="5236212" y="30464"/>
                  <a:pt x="5236128" y="30373"/>
                </a:cubicBezTo>
                <a:cubicBezTo>
                  <a:pt x="5236017" y="30350"/>
                  <a:pt x="5236128" y="30259"/>
                  <a:pt x="5236462" y="30236"/>
                </a:cubicBezTo>
                <a:close/>
                <a:moveTo>
                  <a:pt x="5973971" y="29324"/>
                </a:moveTo>
                <a:cubicBezTo>
                  <a:pt x="5974277" y="29301"/>
                  <a:pt x="5974666" y="29324"/>
                  <a:pt x="5974889" y="29392"/>
                </a:cubicBezTo>
                <a:cubicBezTo>
                  <a:pt x="5975027" y="29438"/>
                  <a:pt x="5974916" y="29506"/>
                  <a:pt x="5974639" y="29530"/>
                </a:cubicBezTo>
                <a:cubicBezTo>
                  <a:pt x="5974277" y="29552"/>
                  <a:pt x="5973916" y="29530"/>
                  <a:pt x="5973693" y="29461"/>
                </a:cubicBezTo>
                <a:cubicBezTo>
                  <a:pt x="5973527" y="29416"/>
                  <a:pt x="5973637" y="29324"/>
                  <a:pt x="5973971" y="29324"/>
                </a:cubicBezTo>
                <a:close/>
                <a:moveTo>
                  <a:pt x="5887861" y="25563"/>
                </a:moveTo>
                <a:cubicBezTo>
                  <a:pt x="5888166" y="25517"/>
                  <a:pt x="5888527" y="25563"/>
                  <a:pt x="5888750" y="25631"/>
                </a:cubicBezTo>
                <a:cubicBezTo>
                  <a:pt x="5888889" y="25700"/>
                  <a:pt x="5888778" y="25745"/>
                  <a:pt x="5888416" y="25791"/>
                </a:cubicBezTo>
                <a:cubicBezTo>
                  <a:pt x="5888139" y="25791"/>
                  <a:pt x="5887750" y="25791"/>
                  <a:pt x="5887555" y="25723"/>
                </a:cubicBezTo>
                <a:cubicBezTo>
                  <a:pt x="5887388" y="25654"/>
                  <a:pt x="5887500" y="25609"/>
                  <a:pt x="5887861" y="25563"/>
                </a:cubicBezTo>
                <a:close/>
                <a:moveTo>
                  <a:pt x="5801723" y="22325"/>
                </a:moveTo>
                <a:cubicBezTo>
                  <a:pt x="5802028" y="22303"/>
                  <a:pt x="5802446" y="22325"/>
                  <a:pt x="5802612" y="22371"/>
                </a:cubicBezTo>
                <a:cubicBezTo>
                  <a:pt x="5802779" y="22439"/>
                  <a:pt x="5802585" y="22508"/>
                  <a:pt x="5802306" y="22531"/>
                </a:cubicBezTo>
                <a:cubicBezTo>
                  <a:pt x="5802028" y="22554"/>
                  <a:pt x="5801667" y="22531"/>
                  <a:pt x="5801445" y="22485"/>
                </a:cubicBezTo>
                <a:cubicBezTo>
                  <a:pt x="5801278" y="22417"/>
                  <a:pt x="5801445" y="22325"/>
                  <a:pt x="5801723" y="22325"/>
                </a:cubicBezTo>
                <a:close/>
                <a:moveTo>
                  <a:pt x="5715668" y="19590"/>
                </a:moveTo>
                <a:cubicBezTo>
                  <a:pt x="5715973" y="19567"/>
                  <a:pt x="5716362" y="19590"/>
                  <a:pt x="5716501" y="19658"/>
                </a:cubicBezTo>
                <a:cubicBezTo>
                  <a:pt x="5716668" y="19704"/>
                  <a:pt x="5716585" y="19772"/>
                  <a:pt x="5716251" y="19818"/>
                </a:cubicBezTo>
                <a:cubicBezTo>
                  <a:pt x="5715891" y="19818"/>
                  <a:pt x="5715557" y="19818"/>
                  <a:pt x="5715307" y="19749"/>
                </a:cubicBezTo>
                <a:cubicBezTo>
                  <a:pt x="5715251" y="19704"/>
                  <a:pt x="5715307" y="19613"/>
                  <a:pt x="5715668" y="19590"/>
                </a:cubicBezTo>
                <a:close/>
                <a:moveTo>
                  <a:pt x="4852479" y="19590"/>
                </a:moveTo>
                <a:cubicBezTo>
                  <a:pt x="4852785" y="19567"/>
                  <a:pt x="4853201" y="19590"/>
                  <a:pt x="4853285" y="19658"/>
                </a:cubicBezTo>
                <a:cubicBezTo>
                  <a:pt x="4853341" y="19704"/>
                  <a:pt x="4853201" y="19772"/>
                  <a:pt x="4852812" y="19795"/>
                </a:cubicBezTo>
                <a:cubicBezTo>
                  <a:pt x="4852479" y="19818"/>
                  <a:pt x="4852145" y="19795"/>
                  <a:pt x="4852062" y="19749"/>
                </a:cubicBezTo>
                <a:cubicBezTo>
                  <a:pt x="4851895" y="19682"/>
                  <a:pt x="4852062" y="19613"/>
                  <a:pt x="4852479" y="19590"/>
                </a:cubicBezTo>
                <a:close/>
                <a:moveTo>
                  <a:pt x="4939367" y="17356"/>
                </a:moveTo>
                <a:cubicBezTo>
                  <a:pt x="4939701" y="17333"/>
                  <a:pt x="4940063" y="17356"/>
                  <a:pt x="4940202" y="17402"/>
                </a:cubicBezTo>
                <a:cubicBezTo>
                  <a:pt x="4940313" y="17470"/>
                  <a:pt x="4940118" y="17539"/>
                  <a:pt x="4939756" y="17561"/>
                </a:cubicBezTo>
                <a:cubicBezTo>
                  <a:pt x="4939479" y="17585"/>
                  <a:pt x="4939090" y="17561"/>
                  <a:pt x="4939006" y="17516"/>
                </a:cubicBezTo>
                <a:cubicBezTo>
                  <a:pt x="4938868" y="17447"/>
                  <a:pt x="4939062" y="17379"/>
                  <a:pt x="4939367" y="17356"/>
                </a:cubicBezTo>
                <a:close/>
                <a:moveTo>
                  <a:pt x="5026061" y="15624"/>
                </a:moveTo>
                <a:cubicBezTo>
                  <a:pt x="5026423" y="15624"/>
                  <a:pt x="5026783" y="15624"/>
                  <a:pt x="5026894" y="15692"/>
                </a:cubicBezTo>
                <a:cubicBezTo>
                  <a:pt x="5027006" y="15761"/>
                  <a:pt x="5026840" y="15807"/>
                  <a:pt x="5026533" y="15852"/>
                </a:cubicBezTo>
                <a:cubicBezTo>
                  <a:pt x="5026228" y="15875"/>
                  <a:pt x="5025811" y="15852"/>
                  <a:pt x="5025728" y="15783"/>
                </a:cubicBezTo>
                <a:cubicBezTo>
                  <a:pt x="5025617" y="15738"/>
                  <a:pt x="5025728" y="15670"/>
                  <a:pt x="5026061" y="15624"/>
                </a:cubicBezTo>
                <a:close/>
                <a:moveTo>
                  <a:pt x="5112644" y="14416"/>
                </a:moveTo>
                <a:cubicBezTo>
                  <a:pt x="5112922" y="14370"/>
                  <a:pt x="5113283" y="14416"/>
                  <a:pt x="5113423" y="14461"/>
                </a:cubicBezTo>
                <a:cubicBezTo>
                  <a:pt x="5113561" y="14507"/>
                  <a:pt x="5113423" y="14576"/>
                  <a:pt x="5113089" y="14621"/>
                </a:cubicBezTo>
                <a:cubicBezTo>
                  <a:pt x="5112728" y="14644"/>
                  <a:pt x="5112367" y="14621"/>
                  <a:pt x="5112255" y="14530"/>
                </a:cubicBezTo>
                <a:cubicBezTo>
                  <a:pt x="5112088" y="14485"/>
                  <a:pt x="5112311" y="14416"/>
                  <a:pt x="5112644" y="14416"/>
                </a:cubicBezTo>
                <a:close/>
                <a:moveTo>
                  <a:pt x="6010927" y="14052"/>
                </a:moveTo>
                <a:cubicBezTo>
                  <a:pt x="6011289" y="14028"/>
                  <a:pt x="6011706" y="14052"/>
                  <a:pt x="6011873" y="14119"/>
                </a:cubicBezTo>
                <a:cubicBezTo>
                  <a:pt x="6012011" y="14165"/>
                  <a:pt x="6011900" y="14233"/>
                  <a:pt x="6011595" y="14256"/>
                </a:cubicBezTo>
                <a:cubicBezTo>
                  <a:pt x="6011289" y="14279"/>
                  <a:pt x="6010872" y="14256"/>
                  <a:pt x="6010733" y="14211"/>
                </a:cubicBezTo>
                <a:cubicBezTo>
                  <a:pt x="6010567" y="14143"/>
                  <a:pt x="6010733" y="14074"/>
                  <a:pt x="6010927" y="14052"/>
                </a:cubicBezTo>
                <a:close/>
                <a:moveTo>
                  <a:pt x="5199087" y="13664"/>
                </a:moveTo>
                <a:cubicBezTo>
                  <a:pt x="5199366" y="13641"/>
                  <a:pt x="5199755" y="13664"/>
                  <a:pt x="5199866" y="13732"/>
                </a:cubicBezTo>
                <a:cubicBezTo>
                  <a:pt x="5200032" y="13778"/>
                  <a:pt x="5199866" y="13846"/>
                  <a:pt x="5199449" y="13869"/>
                </a:cubicBezTo>
                <a:cubicBezTo>
                  <a:pt x="5199227" y="13892"/>
                  <a:pt x="5198838" y="13869"/>
                  <a:pt x="5198671" y="13823"/>
                </a:cubicBezTo>
                <a:cubicBezTo>
                  <a:pt x="5198532" y="13755"/>
                  <a:pt x="5198782" y="13686"/>
                  <a:pt x="5199087" y="13664"/>
                </a:cubicBezTo>
                <a:close/>
                <a:moveTo>
                  <a:pt x="5926012" y="10313"/>
                </a:moveTo>
                <a:cubicBezTo>
                  <a:pt x="5926345" y="10267"/>
                  <a:pt x="5926679" y="10313"/>
                  <a:pt x="5926846" y="10359"/>
                </a:cubicBezTo>
                <a:cubicBezTo>
                  <a:pt x="5927068" y="10427"/>
                  <a:pt x="5926957" y="10472"/>
                  <a:pt x="5926651" y="10518"/>
                </a:cubicBezTo>
                <a:cubicBezTo>
                  <a:pt x="5926345" y="10541"/>
                  <a:pt x="5925928" y="10518"/>
                  <a:pt x="5925762" y="10450"/>
                </a:cubicBezTo>
                <a:cubicBezTo>
                  <a:pt x="5925623" y="10405"/>
                  <a:pt x="5925706" y="10336"/>
                  <a:pt x="5926012" y="10313"/>
                </a:cubicBezTo>
                <a:close/>
                <a:moveTo>
                  <a:pt x="5841152" y="7031"/>
                </a:moveTo>
                <a:cubicBezTo>
                  <a:pt x="5841457" y="6985"/>
                  <a:pt x="5841874" y="7031"/>
                  <a:pt x="5842041" y="7076"/>
                </a:cubicBezTo>
                <a:cubicBezTo>
                  <a:pt x="5842235" y="7145"/>
                  <a:pt x="5842041" y="7213"/>
                  <a:pt x="5841763" y="7236"/>
                </a:cubicBezTo>
                <a:cubicBezTo>
                  <a:pt x="5841430" y="7258"/>
                  <a:pt x="5841068" y="7236"/>
                  <a:pt x="5840873" y="7167"/>
                </a:cubicBezTo>
                <a:cubicBezTo>
                  <a:pt x="5840734" y="7122"/>
                  <a:pt x="5840873" y="7053"/>
                  <a:pt x="5841152" y="7031"/>
                </a:cubicBezTo>
                <a:close/>
                <a:moveTo>
                  <a:pt x="4992300" y="9"/>
                </a:moveTo>
                <a:cubicBezTo>
                  <a:pt x="4992634" y="-14"/>
                  <a:pt x="4992967" y="9"/>
                  <a:pt x="4993190" y="55"/>
                </a:cubicBezTo>
                <a:cubicBezTo>
                  <a:pt x="4993245" y="100"/>
                  <a:pt x="4993050" y="169"/>
                  <a:pt x="4992746" y="192"/>
                </a:cubicBezTo>
                <a:cubicBezTo>
                  <a:pt x="4992467" y="214"/>
                  <a:pt x="4992023" y="192"/>
                  <a:pt x="4991911" y="146"/>
                </a:cubicBezTo>
                <a:cubicBezTo>
                  <a:pt x="4991828" y="100"/>
                  <a:pt x="4992023" y="32"/>
                  <a:pt x="4992300" y="9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0"/>
                </a:srgbClr>
              </a:gs>
              <a:gs pos="50000">
                <a:srgbClr val="FFFFFF">
                  <a:alpha val="60000"/>
                </a:srgbClr>
              </a:gs>
            </a:gsLst>
            <a:lin ang="16200000" scaled="0"/>
          </a:gradFill>
          <a:ln w="24717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714056" y="1032234"/>
            <a:ext cx="2880000" cy="1081088"/>
          </a:xfrm>
        </p:spPr>
        <p:txBody>
          <a:bodyPr wrap="square" anchor="ctr">
            <a:normAutofit/>
          </a:bodyPr>
          <a:lstStyle>
            <a:lvl1pPr algn="ctr">
              <a:defRPr sz="6600" spc="10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80000">
                <a:schemeClr val="accent1">
                  <a:lumMod val="90000"/>
                </a:schemeClr>
              </a:gs>
              <a:gs pos="0">
                <a:schemeClr val="accent1">
                  <a:lumMod val="75000"/>
                  <a:lumOff val="2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 rot="1819444">
            <a:off x="1232745" y="1011486"/>
            <a:ext cx="4819079" cy="4835028"/>
          </a:xfrm>
          <a:custGeom>
            <a:avLst/>
            <a:gdLst>
              <a:gd name="connsiteX0" fmla="*/ 1681552 w 4819079"/>
              <a:gd name="connsiteY0" fmla="*/ 4755281 h 4835028"/>
              <a:gd name="connsiteX1" fmla="*/ 1699780 w 4819079"/>
              <a:gd name="connsiteY1" fmla="*/ 4755281 h 4835028"/>
              <a:gd name="connsiteX2" fmla="*/ 1699780 w 4819079"/>
              <a:gd name="connsiteY2" fmla="*/ 4766673 h 4835028"/>
              <a:gd name="connsiteX3" fmla="*/ 3055503 w 4819079"/>
              <a:gd name="connsiteY3" fmla="*/ 4755280 h 4835028"/>
              <a:gd name="connsiteX4" fmla="*/ 3094237 w 4819079"/>
              <a:gd name="connsiteY4" fmla="*/ 4794015 h 4835028"/>
              <a:gd name="connsiteX5" fmla="*/ 3055503 w 4819079"/>
              <a:gd name="connsiteY5" fmla="*/ 4835028 h 4835028"/>
              <a:gd name="connsiteX6" fmla="*/ 3053155 w 4819079"/>
              <a:gd name="connsiteY6" fmla="*/ 4834962 h 4835028"/>
              <a:gd name="connsiteX7" fmla="*/ 3016767 w 4819079"/>
              <a:gd name="connsiteY7" fmla="*/ 4794015 h 4835028"/>
              <a:gd name="connsiteX8" fmla="*/ 3055503 w 4819079"/>
              <a:gd name="connsiteY8" fmla="*/ 4755280 h 4835028"/>
              <a:gd name="connsiteX9" fmla="*/ 2615746 w 4819079"/>
              <a:gd name="connsiteY9" fmla="*/ 4711989 h 4835028"/>
              <a:gd name="connsiteX10" fmla="*/ 2652203 w 4819079"/>
              <a:gd name="connsiteY10" fmla="*/ 4748445 h 4835028"/>
              <a:gd name="connsiteX11" fmla="*/ 2615746 w 4819079"/>
              <a:gd name="connsiteY11" fmla="*/ 4784902 h 4835028"/>
              <a:gd name="connsiteX12" fmla="*/ 2579290 w 4819079"/>
              <a:gd name="connsiteY12" fmla="*/ 4748445 h 4835028"/>
              <a:gd name="connsiteX13" fmla="*/ 2615746 w 4819079"/>
              <a:gd name="connsiteY13" fmla="*/ 4711989 h 4835028"/>
              <a:gd name="connsiteX14" fmla="*/ 3189935 w 4819079"/>
              <a:gd name="connsiteY14" fmla="*/ 4702874 h 4835028"/>
              <a:gd name="connsiteX15" fmla="*/ 3242343 w 4819079"/>
              <a:gd name="connsiteY15" fmla="*/ 4755280 h 4835028"/>
              <a:gd name="connsiteX16" fmla="*/ 3242391 w 4819079"/>
              <a:gd name="connsiteY16" fmla="*/ 4757609 h 4835028"/>
              <a:gd name="connsiteX17" fmla="*/ 3189935 w 4819079"/>
              <a:gd name="connsiteY17" fmla="*/ 4809965 h 4835028"/>
              <a:gd name="connsiteX18" fmla="*/ 3135251 w 4819079"/>
              <a:gd name="connsiteY18" fmla="*/ 4755280 h 4835028"/>
              <a:gd name="connsiteX19" fmla="*/ 3135301 w 4819079"/>
              <a:gd name="connsiteY19" fmla="*/ 4752952 h 4835028"/>
              <a:gd name="connsiteX20" fmla="*/ 3189935 w 4819079"/>
              <a:gd name="connsiteY20" fmla="*/ 4702874 h 4835028"/>
              <a:gd name="connsiteX21" fmla="*/ 2752458 w 4819079"/>
              <a:gd name="connsiteY21" fmla="*/ 4693760 h 4835028"/>
              <a:gd name="connsiteX22" fmla="*/ 2798029 w 4819079"/>
              <a:gd name="connsiteY22" fmla="*/ 4739331 h 4835028"/>
              <a:gd name="connsiteX23" fmla="*/ 2752458 w 4819079"/>
              <a:gd name="connsiteY23" fmla="*/ 4784901 h 4835028"/>
              <a:gd name="connsiteX24" fmla="*/ 2706888 w 4819079"/>
              <a:gd name="connsiteY24" fmla="*/ 4739331 h 4835028"/>
              <a:gd name="connsiteX25" fmla="*/ 2752458 w 4819079"/>
              <a:gd name="connsiteY25" fmla="*/ 4693760 h 4835028"/>
              <a:gd name="connsiteX26" fmla="*/ 2886891 w 4819079"/>
              <a:gd name="connsiteY26" fmla="*/ 4684646 h 4835028"/>
              <a:gd name="connsiteX27" fmla="*/ 2923348 w 4819079"/>
              <a:gd name="connsiteY27" fmla="*/ 4721102 h 4835028"/>
              <a:gd name="connsiteX28" fmla="*/ 2886891 w 4819079"/>
              <a:gd name="connsiteY28" fmla="*/ 4757559 h 4835028"/>
              <a:gd name="connsiteX29" fmla="*/ 2850435 w 4819079"/>
              <a:gd name="connsiteY29" fmla="*/ 4721102 h 4835028"/>
              <a:gd name="connsiteX30" fmla="*/ 2886891 w 4819079"/>
              <a:gd name="connsiteY30" fmla="*/ 4684646 h 4835028"/>
              <a:gd name="connsiteX31" fmla="*/ 1932189 w 4819079"/>
              <a:gd name="connsiteY31" fmla="*/ 4661861 h 4835028"/>
              <a:gd name="connsiteX32" fmla="*/ 1977760 w 4819079"/>
              <a:gd name="connsiteY32" fmla="*/ 4707432 h 4835028"/>
              <a:gd name="connsiteX33" fmla="*/ 1932189 w 4819079"/>
              <a:gd name="connsiteY33" fmla="*/ 4753002 h 4835028"/>
              <a:gd name="connsiteX34" fmla="*/ 1886619 w 4819079"/>
              <a:gd name="connsiteY34" fmla="*/ 4707432 h 4835028"/>
              <a:gd name="connsiteX35" fmla="*/ 1932189 w 4819079"/>
              <a:gd name="connsiteY35" fmla="*/ 4661861 h 4835028"/>
              <a:gd name="connsiteX36" fmla="*/ 1802313 w 4819079"/>
              <a:gd name="connsiteY36" fmla="*/ 4650469 h 4835028"/>
              <a:gd name="connsiteX37" fmla="*/ 1804719 w 4819079"/>
              <a:gd name="connsiteY37" fmla="*/ 4650596 h 4835028"/>
              <a:gd name="connsiteX38" fmla="*/ 1822820 w 4819079"/>
              <a:gd name="connsiteY38" fmla="*/ 4673254 h 4835028"/>
              <a:gd name="connsiteX39" fmla="*/ 1822693 w 4819079"/>
              <a:gd name="connsiteY39" fmla="*/ 4675660 h 4835028"/>
              <a:gd name="connsiteX40" fmla="*/ 1800035 w 4819079"/>
              <a:gd name="connsiteY40" fmla="*/ 4693761 h 4835028"/>
              <a:gd name="connsiteX41" fmla="*/ 1800035 w 4819079"/>
              <a:gd name="connsiteY41" fmla="*/ 4693762 h 4835028"/>
              <a:gd name="connsiteX42" fmla="*/ 1779528 w 4819079"/>
              <a:gd name="connsiteY42" fmla="*/ 4673255 h 4835028"/>
              <a:gd name="connsiteX43" fmla="*/ 1802313 w 4819079"/>
              <a:gd name="connsiteY43" fmla="*/ 4650469 h 4835028"/>
              <a:gd name="connsiteX44" fmla="*/ 3021323 w 4819079"/>
              <a:gd name="connsiteY44" fmla="*/ 4650468 h 4835028"/>
              <a:gd name="connsiteX45" fmla="*/ 3060059 w 4819079"/>
              <a:gd name="connsiteY45" fmla="*/ 4691482 h 4835028"/>
              <a:gd name="connsiteX46" fmla="*/ 3021323 w 4819079"/>
              <a:gd name="connsiteY46" fmla="*/ 4730217 h 4835028"/>
              <a:gd name="connsiteX47" fmla="*/ 3021323 w 4819079"/>
              <a:gd name="connsiteY47" fmla="*/ 4730216 h 4835028"/>
              <a:gd name="connsiteX48" fmla="*/ 2982589 w 4819079"/>
              <a:gd name="connsiteY48" fmla="*/ 4691481 h 4835028"/>
              <a:gd name="connsiteX49" fmla="*/ 2982522 w 4819079"/>
              <a:gd name="connsiteY49" fmla="*/ 4689136 h 4835028"/>
              <a:gd name="connsiteX50" fmla="*/ 3021323 w 4819079"/>
              <a:gd name="connsiteY50" fmla="*/ 4650468 h 4835028"/>
              <a:gd name="connsiteX51" fmla="*/ 2305868 w 4819079"/>
              <a:gd name="connsiteY51" fmla="*/ 4634519 h 4835028"/>
              <a:gd name="connsiteX52" fmla="*/ 2321817 w 4819079"/>
              <a:gd name="connsiteY52" fmla="*/ 4650469 h 4835028"/>
              <a:gd name="connsiteX53" fmla="*/ 2305868 w 4819079"/>
              <a:gd name="connsiteY53" fmla="*/ 4666418 h 4835028"/>
              <a:gd name="connsiteX54" fmla="*/ 2289918 w 4819079"/>
              <a:gd name="connsiteY54" fmla="*/ 4650469 h 4835028"/>
              <a:gd name="connsiteX55" fmla="*/ 2305868 w 4819079"/>
              <a:gd name="connsiteY55" fmla="*/ 4634519 h 4835028"/>
              <a:gd name="connsiteX56" fmla="*/ 2442579 w 4819079"/>
              <a:gd name="connsiteY56" fmla="*/ 4632240 h 4835028"/>
              <a:gd name="connsiteX57" fmla="*/ 2465365 w 4819079"/>
              <a:gd name="connsiteY57" fmla="*/ 4655025 h 4835028"/>
              <a:gd name="connsiteX58" fmla="*/ 2442579 w 4819079"/>
              <a:gd name="connsiteY58" fmla="*/ 4677811 h 4835028"/>
              <a:gd name="connsiteX59" fmla="*/ 2419794 w 4819079"/>
              <a:gd name="connsiteY59" fmla="*/ 4655025 h 4835028"/>
              <a:gd name="connsiteX60" fmla="*/ 2442579 w 4819079"/>
              <a:gd name="connsiteY60" fmla="*/ 4632240 h 4835028"/>
              <a:gd name="connsiteX61" fmla="*/ 2718281 w 4819079"/>
              <a:gd name="connsiteY61" fmla="*/ 4618569 h 4835028"/>
              <a:gd name="connsiteX62" fmla="*/ 2736509 w 4819079"/>
              <a:gd name="connsiteY62" fmla="*/ 4636798 h 4835028"/>
              <a:gd name="connsiteX63" fmla="*/ 2718281 w 4819079"/>
              <a:gd name="connsiteY63" fmla="*/ 4657304 h 4835028"/>
              <a:gd name="connsiteX64" fmla="*/ 2697774 w 4819079"/>
              <a:gd name="connsiteY64" fmla="*/ 4636798 h 4835028"/>
              <a:gd name="connsiteX65" fmla="*/ 2718281 w 4819079"/>
              <a:gd name="connsiteY65" fmla="*/ 4618569 h 4835028"/>
              <a:gd name="connsiteX66" fmla="*/ 3153479 w 4819079"/>
              <a:gd name="connsiteY66" fmla="*/ 4611734 h 4835028"/>
              <a:gd name="connsiteX67" fmla="*/ 3192215 w 4819079"/>
              <a:gd name="connsiteY67" fmla="*/ 4652748 h 4835028"/>
              <a:gd name="connsiteX68" fmla="*/ 3153479 w 4819079"/>
              <a:gd name="connsiteY68" fmla="*/ 4691483 h 4835028"/>
              <a:gd name="connsiteX69" fmla="*/ 3153479 w 4819079"/>
              <a:gd name="connsiteY69" fmla="*/ 4691482 h 4835028"/>
              <a:gd name="connsiteX70" fmla="*/ 3114743 w 4819079"/>
              <a:gd name="connsiteY70" fmla="*/ 4652747 h 4835028"/>
              <a:gd name="connsiteX71" fmla="*/ 3114677 w 4819079"/>
              <a:gd name="connsiteY71" fmla="*/ 4650402 h 4835028"/>
              <a:gd name="connsiteX72" fmla="*/ 3153479 w 4819079"/>
              <a:gd name="connsiteY72" fmla="*/ 4611734 h 4835028"/>
              <a:gd name="connsiteX73" fmla="*/ 3442851 w 4819079"/>
              <a:gd name="connsiteY73" fmla="*/ 4611733 h 4835028"/>
              <a:gd name="connsiteX74" fmla="*/ 3488423 w 4819079"/>
              <a:gd name="connsiteY74" fmla="*/ 4657304 h 4835028"/>
              <a:gd name="connsiteX75" fmla="*/ 3442851 w 4819079"/>
              <a:gd name="connsiteY75" fmla="*/ 4702874 h 4835028"/>
              <a:gd name="connsiteX76" fmla="*/ 3397281 w 4819079"/>
              <a:gd name="connsiteY76" fmla="*/ 4657304 h 4835028"/>
              <a:gd name="connsiteX77" fmla="*/ 3442851 w 4819079"/>
              <a:gd name="connsiteY77" fmla="*/ 4611733 h 4835028"/>
              <a:gd name="connsiteX78" fmla="*/ 2169157 w 4819079"/>
              <a:gd name="connsiteY78" fmla="*/ 4595784 h 4835028"/>
              <a:gd name="connsiteX79" fmla="*/ 2210170 w 4819079"/>
              <a:gd name="connsiteY79" fmla="*/ 4636798 h 4835028"/>
              <a:gd name="connsiteX80" fmla="*/ 2169157 w 4819079"/>
              <a:gd name="connsiteY80" fmla="*/ 4677811 h 4835028"/>
              <a:gd name="connsiteX81" fmla="*/ 2128143 w 4819079"/>
              <a:gd name="connsiteY81" fmla="*/ 4636798 h 4835028"/>
              <a:gd name="connsiteX82" fmla="*/ 2169157 w 4819079"/>
              <a:gd name="connsiteY82" fmla="*/ 4595784 h 4835028"/>
              <a:gd name="connsiteX83" fmla="*/ 2852713 w 4819079"/>
              <a:gd name="connsiteY83" fmla="*/ 4584392 h 4835028"/>
              <a:gd name="connsiteX84" fmla="*/ 2884613 w 4819079"/>
              <a:gd name="connsiteY84" fmla="*/ 4616291 h 4835028"/>
              <a:gd name="connsiteX85" fmla="*/ 2852713 w 4819079"/>
              <a:gd name="connsiteY85" fmla="*/ 4648190 h 4835028"/>
              <a:gd name="connsiteX86" fmla="*/ 2820814 w 4819079"/>
              <a:gd name="connsiteY86" fmla="*/ 4616291 h 4835028"/>
              <a:gd name="connsiteX87" fmla="*/ 2852713 w 4819079"/>
              <a:gd name="connsiteY87" fmla="*/ 4584392 h 4835028"/>
              <a:gd name="connsiteX88" fmla="*/ 2032445 w 4819079"/>
              <a:gd name="connsiteY88" fmla="*/ 4577556 h 4835028"/>
              <a:gd name="connsiteX89" fmla="*/ 2071180 w 4819079"/>
              <a:gd name="connsiteY89" fmla="*/ 4616291 h 4835028"/>
              <a:gd name="connsiteX90" fmla="*/ 2032445 w 4819079"/>
              <a:gd name="connsiteY90" fmla="*/ 4655026 h 4835028"/>
              <a:gd name="connsiteX91" fmla="*/ 1993710 w 4819079"/>
              <a:gd name="connsiteY91" fmla="*/ 4616291 h 4835028"/>
              <a:gd name="connsiteX92" fmla="*/ 2032445 w 4819079"/>
              <a:gd name="connsiteY92" fmla="*/ 4577556 h 4835028"/>
              <a:gd name="connsiteX93" fmla="*/ 1900290 w 4819079"/>
              <a:gd name="connsiteY93" fmla="*/ 4566163 h 4835028"/>
              <a:gd name="connsiteX94" fmla="*/ 1920797 w 4819079"/>
              <a:gd name="connsiteY94" fmla="*/ 4586670 h 4835028"/>
              <a:gd name="connsiteX95" fmla="*/ 1900290 w 4819079"/>
              <a:gd name="connsiteY95" fmla="*/ 4607177 h 4835028"/>
              <a:gd name="connsiteX96" fmla="*/ 1879783 w 4819079"/>
              <a:gd name="connsiteY96" fmla="*/ 4586670 h 4835028"/>
              <a:gd name="connsiteX97" fmla="*/ 1900290 w 4819079"/>
              <a:gd name="connsiteY97" fmla="*/ 4566163 h 4835028"/>
              <a:gd name="connsiteX98" fmla="*/ 3283355 w 4819079"/>
              <a:gd name="connsiteY98" fmla="*/ 4552492 h 4835028"/>
              <a:gd name="connsiteX99" fmla="*/ 3335761 w 4819079"/>
              <a:gd name="connsiteY99" fmla="*/ 4604898 h 4835028"/>
              <a:gd name="connsiteX100" fmla="*/ 3335811 w 4819079"/>
              <a:gd name="connsiteY100" fmla="*/ 4607227 h 4835028"/>
              <a:gd name="connsiteX101" fmla="*/ 3283355 w 4819079"/>
              <a:gd name="connsiteY101" fmla="*/ 4659583 h 4835028"/>
              <a:gd name="connsiteX102" fmla="*/ 3228671 w 4819079"/>
              <a:gd name="connsiteY102" fmla="*/ 4604898 h 4835028"/>
              <a:gd name="connsiteX103" fmla="*/ 3228719 w 4819079"/>
              <a:gd name="connsiteY103" fmla="*/ 4602570 h 4835028"/>
              <a:gd name="connsiteX104" fmla="*/ 3283355 w 4819079"/>
              <a:gd name="connsiteY104" fmla="*/ 4552492 h 4835028"/>
              <a:gd name="connsiteX105" fmla="*/ 3565891 w 4819079"/>
              <a:gd name="connsiteY105" fmla="*/ 4550213 h 4835028"/>
              <a:gd name="connsiteX106" fmla="*/ 3611463 w 4819079"/>
              <a:gd name="connsiteY106" fmla="*/ 4595784 h 4835028"/>
              <a:gd name="connsiteX107" fmla="*/ 3565891 w 4819079"/>
              <a:gd name="connsiteY107" fmla="*/ 4641354 h 4835028"/>
              <a:gd name="connsiteX108" fmla="*/ 3520321 w 4819079"/>
              <a:gd name="connsiteY108" fmla="*/ 4595784 h 4835028"/>
              <a:gd name="connsiteX109" fmla="*/ 3565891 w 4819079"/>
              <a:gd name="connsiteY109" fmla="*/ 4550213 h 4835028"/>
              <a:gd name="connsiteX110" fmla="*/ 3107907 w 4819079"/>
              <a:gd name="connsiteY110" fmla="*/ 4543378 h 4835028"/>
              <a:gd name="connsiteX111" fmla="*/ 3130693 w 4819079"/>
              <a:gd name="connsiteY111" fmla="*/ 4543378 h 4835028"/>
              <a:gd name="connsiteX112" fmla="*/ 3119301 w 4819079"/>
              <a:gd name="connsiteY112" fmla="*/ 4557049 h 4835028"/>
              <a:gd name="connsiteX113" fmla="*/ 3107907 w 4819079"/>
              <a:gd name="connsiteY113" fmla="*/ 4543378 h 4835028"/>
              <a:gd name="connsiteX114" fmla="*/ 1768136 w 4819079"/>
              <a:gd name="connsiteY114" fmla="*/ 4520593 h 4835028"/>
              <a:gd name="connsiteX115" fmla="*/ 1786364 w 4819079"/>
              <a:gd name="connsiteY115" fmla="*/ 4538821 h 4835028"/>
              <a:gd name="connsiteX116" fmla="*/ 1768136 w 4819079"/>
              <a:gd name="connsiteY116" fmla="*/ 4557049 h 4835028"/>
              <a:gd name="connsiteX117" fmla="*/ 1749908 w 4819079"/>
              <a:gd name="connsiteY117" fmla="*/ 4538821 h 4835028"/>
              <a:gd name="connsiteX118" fmla="*/ 1768136 w 4819079"/>
              <a:gd name="connsiteY118" fmla="*/ 4520593 h 4835028"/>
              <a:gd name="connsiteX119" fmla="*/ 2408401 w 4819079"/>
              <a:gd name="connsiteY119" fmla="*/ 4513757 h 4835028"/>
              <a:gd name="connsiteX120" fmla="*/ 2431186 w 4819079"/>
              <a:gd name="connsiteY120" fmla="*/ 4536542 h 4835028"/>
              <a:gd name="connsiteX121" fmla="*/ 2408401 w 4819079"/>
              <a:gd name="connsiteY121" fmla="*/ 4557049 h 4835028"/>
              <a:gd name="connsiteX122" fmla="*/ 2387894 w 4819079"/>
              <a:gd name="connsiteY122" fmla="*/ 4536542 h 4835028"/>
              <a:gd name="connsiteX123" fmla="*/ 2408401 w 4819079"/>
              <a:gd name="connsiteY123" fmla="*/ 4513757 h 4835028"/>
              <a:gd name="connsiteX124" fmla="*/ 2547391 w 4819079"/>
              <a:gd name="connsiteY124" fmla="*/ 4511478 h 4835028"/>
              <a:gd name="connsiteX125" fmla="*/ 2570177 w 4819079"/>
              <a:gd name="connsiteY125" fmla="*/ 4534263 h 4835028"/>
              <a:gd name="connsiteX126" fmla="*/ 2547391 w 4819079"/>
              <a:gd name="connsiteY126" fmla="*/ 4557049 h 4835028"/>
              <a:gd name="connsiteX127" fmla="*/ 2524606 w 4819079"/>
              <a:gd name="connsiteY127" fmla="*/ 4534263 h 4835028"/>
              <a:gd name="connsiteX128" fmla="*/ 2547391 w 4819079"/>
              <a:gd name="connsiteY128" fmla="*/ 4511478 h 4835028"/>
              <a:gd name="connsiteX129" fmla="*/ 2134979 w 4819079"/>
              <a:gd name="connsiteY129" fmla="*/ 4506922 h 4835028"/>
              <a:gd name="connsiteX130" fmla="*/ 2150928 w 4819079"/>
              <a:gd name="connsiteY130" fmla="*/ 4522872 h 4835028"/>
              <a:gd name="connsiteX131" fmla="*/ 2134979 w 4819079"/>
              <a:gd name="connsiteY131" fmla="*/ 4538821 h 4835028"/>
              <a:gd name="connsiteX132" fmla="*/ 2119029 w 4819079"/>
              <a:gd name="connsiteY132" fmla="*/ 4522872 h 4835028"/>
              <a:gd name="connsiteX133" fmla="*/ 2134979 w 4819079"/>
              <a:gd name="connsiteY133" fmla="*/ 4506922 h 4835028"/>
              <a:gd name="connsiteX134" fmla="*/ 3417787 w 4819079"/>
              <a:gd name="connsiteY134" fmla="*/ 4506921 h 4835028"/>
              <a:gd name="connsiteX135" fmla="*/ 3463359 w 4819079"/>
              <a:gd name="connsiteY135" fmla="*/ 4552492 h 4835028"/>
              <a:gd name="connsiteX136" fmla="*/ 3417787 w 4819079"/>
              <a:gd name="connsiteY136" fmla="*/ 4598062 h 4835028"/>
              <a:gd name="connsiteX137" fmla="*/ 3372217 w 4819079"/>
              <a:gd name="connsiteY137" fmla="*/ 4552492 h 4835028"/>
              <a:gd name="connsiteX138" fmla="*/ 3417787 w 4819079"/>
              <a:gd name="connsiteY138" fmla="*/ 4506921 h 4835028"/>
              <a:gd name="connsiteX139" fmla="*/ 3686653 w 4819079"/>
              <a:gd name="connsiteY139" fmla="*/ 4484136 h 4835028"/>
              <a:gd name="connsiteX140" fmla="*/ 3723111 w 4819079"/>
              <a:gd name="connsiteY140" fmla="*/ 4520592 h 4835028"/>
              <a:gd name="connsiteX141" fmla="*/ 3686653 w 4819079"/>
              <a:gd name="connsiteY141" fmla="*/ 4557049 h 4835028"/>
              <a:gd name="connsiteX142" fmla="*/ 3650197 w 4819079"/>
              <a:gd name="connsiteY142" fmla="*/ 4520592 h 4835028"/>
              <a:gd name="connsiteX143" fmla="*/ 3686653 w 4819079"/>
              <a:gd name="connsiteY143" fmla="*/ 4484136 h 4835028"/>
              <a:gd name="connsiteX144" fmla="*/ 2000545 w 4819079"/>
              <a:gd name="connsiteY144" fmla="*/ 4484136 h 4835028"/>
              <a:gd name="connsiteX145" fmla="*/ 2014216 w 4819079"/>
              <a:gd name="connsiteY145" fmla="*/ 4497807 h 4835028"/>
              <a:gd name="connsiteX146" fmla="*/ 2000545 w 4819079"/>
              <a:gd name="connsiteY146" fmla="*/ 4511478 h 4835028"/>
              <a:gd name="connsiteX147" fmla="*/ 1986874 w 4819079"/>
              <a:gd name="connsiteY147" fmla="*/ 4497807 h 4835028"/>
              <a:gd name="connsiteX148" fmla="*/ 2000545 w 4819079"/>
              <a:gd name="connsiteY148" fmla="*/ 4484136 h 4835028"/>
              <a:gd name="connsiteX149" fmla="*/ 3249177 w 4819079"/>
              <a:gd name="connsiteY149" fmla="*/ 4468187 h 4835028"/>
              <a:gd name="connsiteX150" fmla="*/ 3281075 w 4819079"/>
              <a:gd name="connsiteY150" fmla="*/ 4502365 h 4835028"/>
              <a:gd name="connsiteX151" fmla="*/ 3249177 w 4819079"/>
              <a:gd name="connsiteY151" fmla="*/ 4534264 h 4835028"/>
              <a:gd name="connsiteX152" fmla="*/ 3214999 w 4819079"/>
              <a:gd name="connsiteY152" fmla="*/ 4502365 h 4835028"/>
              <a:gd name="connsiteX153" fmla="*/ 3249177 w 4819079"/>
              <a:gd name="connsiteY153" fmla="*/ 4468187 h 4835028"/>
              <a:gd name="connsiteX154" fmla="*/ 1638260 w 4819079"/>
              <a:gd name="connsiteY154" fmla="*/ 4463630 h 4835028"/>
              <a:gd name="connsiteX155" fmla="*/ 1676995 w 4819079"/>
              <a:gd name="connsiteY155" fmla="*/ 4502365 h 4835028"/>
              <a:gd name="connsiteX156" fmla="*/ 1638260 w 4819079"/>
              <a:gd name="connsiteY156" fmla="*/ 4538821 h 4835028"/>
              <a:gd name="connsiteX157" fmla="*/ 1599525 w 4819079"/>
              <a:gd name="connsiteY157" fmla="*/ 4502365 h 4835028"/>
              <a:gd name="connsiteX158" fmla="*/ 1638260 w 4819079"/>
              <a:gd name="connsiteY158" fmla="*/ 4463630 h 4835028"/>
              <a:gd name="connsiteX159" fmla="*/ 1866113 w 4819079"/>
              <a:gd name="connsiteY159" fmla="*/ 4452237 h 4835028"/>
              <a:gd name="connsiteX160" fmla="*/ 1877505 w 4819079"/>
              <a:gd name="connsiteY160" fmla="*/ 4463629 h 4835028"/>
              <a:gd name="connsiteX161" fmla="*/ 1866113 w 4819079"/>
              <a:gd name="connsiteY161" fmla="*/ 4475022 h 4835028"/>
              <a:gd name="connsiteX162" fmla="*/ 1854720 w 4819079"/>
              <a:gd name="connsiteY162" fmla="*/ 4463629 h 4835028"/>
              <a:gd name="connsiteX163" fmla="*/ 1866113 w 4819079"/>
              <a:gd name="connsiteY163" fmla="*/ 4452237 h 4835028"/>
              <a:gd name="connsiteX164" fmla="*/ 3531713 w 4819079"/>
              <a:gd name="connsiteY164" fmla="*/ 4445401 h 4835028"/>
              <a:gd name="connsiteX165" fmla="*/ 3577283 w 4819079"/>
              <a:gd name="connsiteY165" fmla="*/ 4490972 h 4835028"/>
              <a:gd name="connsiteX166" fmla="*/ 3577223 w 4819079"/>
              <a:gd name="connsiteY166" fmla="*/ 4493310 h 4835028"/>
              <a:gd name="connsiteX167" fmla="*/ 3531713 w 4819079"/>
              <a:gd name="connsiteY167" fmla="*/ 4534264 h 4835028"/>
              <a:gd name="connsiteX168" fmla="*/ 3529375 w 4819079"/>
              <a:gd name="connsiteY168" fmla="*/ 4534324 h 4835028"/>
              <a:gd name="connsiteX169" fmla="*/ 3486143 w 4819079"/>
              <a:gd name="connsiteY169" fmla="*/ 4490972 h 4835028"/>
              <a:gd name="connsiteX170" fmla="*/ 3531713 w 4819079"/>
              <a:gd name="connsiteY170" fmla="*/ 4445401 h 4835028"/>
              <a:gd name="connsiteX171" fmla="*/ 3374495 w 4819079"/>
              <a:gd name="connsiteY171" fmla="*/ 4431730 h 4835028"/>
              <a:gd name="connsiteX172" fmla="*/ 3390445 w 4819079"/>
              <a:gd name="connsiteY172" fmla="*/ 4447680 h 4835028"/>
              <a:gd name="connsiteX173" fmla="*/ 3374495 w 4819079"/>
              <a:gd name="connsiteY173" fmla="*/ 4463629 h 4835028"/>
              <a:gd name="connsiteX174" fmla="*/ 3358547 w 4819079"/>
              <a:gd name="connsiteY174" fmla="*/ 4447680 h 4835028"/>
              <a:gd name="connsiteX175" fmla="*/ 3374495 w 4819079"/>
              <a:gd name="connsiteY175" fmla="*/ 4431730 h 4835028"/>
              <a:gd name="connsiteX176" fmla="*/ 2374223 w 4819079"/>
              <a:gd name="connsiteY176" fmla="*/ 4422616 h 4835028"/>
              <a:gd name="connsiteX177" fmla="*/ 2385150 w 4819079"/>
              <a:gd name="connsiteY177" fmla="*/ 4422616 h 4835028"/>
              <a:gd name="connsiteX178" fmla="*/ 2392219 w 4819079"/>
              <a:gd name="connsiteY178" fmla="*/ 4440612 h 4835028"/>
              <a:gd name="connsiteX179" fmla="*/ 2374223 w 4819079"/>
              <a:gd name="connsiteY179" fmla="*/ 4447680 h 4835028"/>
              <a:gd name="connsiteX180" fmla="*/ 2362830 w 4819079"/>
              <a:gd name="connsiteY180" fmla="*/ 4436287 h 4835028"/>
              <a:gd name="connsiteX181" fmla="*/ 2374223 w 4819079"/>
              <a:gd name="connsiteY181" fmla="*/ 4422616 h 4835028"/>
              <a:gd name="connsiteX182" fmla="*/ 1512941 w 4819079"/>
              <a:gd name="connsiteY182" fmla="*/ 4422616 h 4835028"/>
              <a:gd name="connsiteX183" fmla="*/ 1535726 w 4819079"/>
              <a:gd name="connsiteY183" fmla="*/ 4447680 h 4835028"/>
              <a:gd name="connsiteX184" fmla="*/ 1512941 w 4819079"/>
              <a:gd name="connsiteY184" fmla="*/ 4470465 h 4835028"/>
              <a:gd name="connsiteX185" fmla="*/ 1510548 w 4819079"/>
              <a:gd name="connsiteY185" fmla="*/ 4470579 h 4835028"/>
              <a:gd name="connsiteX186" fmla="*/ 1487877 w 4819079"/>
              <a:gd name="connsiteY186" fmla="*/ 4447680 h 4835028"/>
              <a:gd name="connsiteX187" fmla="*/ 1512941 w 4819079"/>
              <a:gd name="connsiteY187" fmla="*/ 4422616 h 4835028"/>
              <a:gd name="connsiteX188" fmla="*/ 3085123 w 4819079"/>
              <a:gd name="connsiteY188" fmla="*/ 4418059 h 4835028"/>
              <a:gd name="connsiteX189" fmla="*/ 3110187 w 4819079"/>
              <a:gd name="connsiteY189" fmla="*/ 4443123 h 4835028"/>
              <a:gd name="connsiteX190" fmla="*/ 3110291 w 4819079"/>
              <a:gd name="connsiteY190" fmla="*/ 4445505 h 4835028"/>
              <a:gd name="connsiteX191" fmla="*/ 3085123 w 4819079"/>
              <a:gd name="connsiteY191" fmla="*/ 4470465 h 4835028"/>
              <a:gd name="connsiteX192" fmla="*/ 3082741 w 4819079"/>
              <a:gd name="connsiteY192" fmla="*/ 4470362 h 4835028"/>
              <a:gd name="connsiteX193" fmla="*/ 3060059 w 4819079"/>
              <a:gd name="connsiteY193" fmla="*/ 4443123 h 4835028"/>
              <a:gd name="connsiteX194" fmla="*/ 3085123 w 4819079"/>
              <a:gd name="connsiteY194" fmla="*/ 4418059 h 4835028"/>
              <a:gd name="connsiteX195" fmla="*/ 2506378 w 4819079"/>
              <a:gd name="connsiteY195" fmla="*/ 4413503 h 4835028"/>
              <a:gd name="connsiteX196" fmla="*/ 2508784 w 4819079"/>
              <a:gd name="connsiteY196" fmla="*/ 4413629 h 4835028"/>
              <a:gd name="connsiteX197" fmla="*/ 2526885 w 4819079"/>
              <a:gd name="connsiteY197" fmla="*/ 4436287 h 4835028"/>
              <a:gd name="connsiteX198" fmla="*/ 2506378 w 4819079"/>
              <a:gd name="connsiteY198" fmla="*/ 4456794 h 4835028"/>
              <a:gd name="connsiteX199" fmla="*/ 2503972 w 4819079"/>
              <a:gd name="connsiteY199" fmla="*/ 4456921 h 4835028"/>
              <a:gd name="connsiteX200" fmla="*/ 2483593 w 4819079"/>
              <a:gd name="connsiteY200" fmla="*/ 4436287 h 4835028"/>
              <a:gd name="connsiteX201" fmla="*/ 2483593 w 4819079"/>
              <a:gd name="connsiteY201" fmla="*/ 4431443 h 4835028"/>
              <a:gd name="connsiteX202" fmla="*/ 2506378 w 4819079"/>
              <a:gd name="connsiteY202" fmla="*/ 4413503 h 4835028"/>
              <a:gd name="connsiteX203" fmla="*/ 2649925 w 4819079"/>
              <a:gd name="connsiteY203" fmla="*/ 4413502 h 4835028"/>
              <a:gd name="connsiteX204" fmla="*/ 2649925 w 4819079"/>
              <a:gd name="connsiteY204" fmla="*/ 4424895 h 4835028"/>
              <a:gd name="connsiteX205" fmla="*/ 2649925 w 4819079"/>
              <a:gd name="connsiteY205" fmla="*/ 4438566 h 4835028"/>
              <a:gd name="connsiteX206" fmla="*/ 2636254 w 4819079"/>
              <a:gd name="connsiteY206" fmla="*/ 4424895 h 4835028"/>
              <a:gd name="connsiteX207" fmla="*/ 2649925 w 4819079"/>
              <a:gd name="connsiteY207" fmla="*/ 4413502 h 4835028"/>
              <a:gd name="connsiteX208" fmla="*/ 1304384 w 4819079"/>
              <a:gd name="connsiteY208" fmla="*/ 4412434 h 4835028"/>
              <a:gd name="connsiteX209" fmla="*/ 1330659 w 4819079"/>
              <a:gd name="connsiteY209" fmla="*/ 4456794 h 4835028"/>
              <a:gd name="connsiteX210" fmla="*/ 1294202 w 4819079"/>
              <a:gd name="connsiteY210" fmla="*/ 4490972 h 4835028"/>
              <a:gd name="connsiteX211" fmla="*/ 1260024 w 4819079"/>
              <a:gd name="connsiteY211" fmla="*/ 4456794 h 4835028"/>
              <a:gd name="connsiteX212" fmla="*/ 1260024 w 4819079"/>
              <a:gd name="connsiteY212" fmla="*/ 4438709 h 4835028"/>
              <a:gd name="connsiteX213" fmla="*/ 1304384 w 4819079"/>
              <a:gd name="connsiteY213" fmla="*/ 4412434 h 4835028"/>
              <a:gd name="connsiteX214" fmla="*/ 1724844 w 4819079"/>
              <a:gd name="connsiteY214" fmla="*/ 4411224 h 4835028"/>
              <a:gd name="connsiteX215" fmla="*/ 1736236 w 4819079"/>
              <a:gd name="connsiteY215" fmla="*/ 4422616 h 4835028"/>
              <a:gd name="connsiteX216" fmla="*/ 1736236 w 4819079"/>
              <a:gd name="connsiteY216" fmla="*/ 4434009 h 4835028"/>
              <a:gd name="connsiteX217" fmla="*/ 1713451 w 4819079"/>
              <a:gd name="connsiteY217" fmla="*/ 4422616 h 4835028"/>
              <a:gd name="connsiteX218" fmla="*/ 1724844 w 4819079"/>
              <a:gd name="connsiteY218" fmla="*/ 4411224 h 4835028"/>
              <a:gd name="connsiteX219" fmla="*/ 3800579 w 4819079"/>
              <a:gd name="connsiteY219" fmla="*/ 4408945 h 4835028"/>
              <a:gd name="connsiteX220" fmla="*/ 3846151 w 4819079"/>
              <a:gd name="connsiteY220" fmla="*/ 4454516 h 4835028"/>
              <a:gd name="connsiteX221" fmla="*/ 3800579 w 4819079"/>
              <a:gd name="connsiteY221" fmla="*/ 4500086 h 4835028"/>
              <a:gd name="connsiteX222" fmla="*/ 3755009 w 4819079"/>
              <a:gd name="connsiteY222" fmla="*/ 4454516 h 4835028"/>
              <a:gd name="connsiteX223" fmla="*/ 3800579 w 4819079"/>
              <a:gd name="connsiteY223" fmla="*/ 4408945 h 4835028"/>
              <a:gd name="connsiteX224" fmla="*/ 2237512 w 4819079"/>
              <a:gd name="connsiteY224" fmla="*/ 4406666 h 4835028"/>
              <a:gd name="connsiteX225" fmla="*/ 2258019 w 4819079"/>
              <a:gd name="connsiteY225" fmla="*/ 4424895 h 4835028"/>
              <a:gd name="connsiteX226" fmla="*/ 2237512 w 4819079"/>
              <a:gd name="connsiteY226" fmla="*/ 4445401 h 4835028"/>
              <a:gd name="connsiteX227" fmla="*/ 2235090 w 4819079"/>
              <a:gd name="connsiteY227" fmla="*/ 4445259 h 4835028"/>
              <a:gd name="connsiteX228" fmla="*/ 2219284 w 4819079"/>
              <a:gd name="connsiteY228" fmla="*/ 4424895 h 4835028"/>
              <a:gd name="connsiteX229" fmla="*/ 2237512 w 4819079"/>
              <a:gd name="connsiteY229" fmla="*/ 4406666 h 4835028"/>
              <a:gd name="connsiteX230" fmla="*/ 3227815 w 4819079"/>
              <a:gd name="connsiteY230" fmla="*/ 4392244 h 4835028"/>
              <a:gd name="connsiteX231" fmla="*/ 3234731 w 4819079"/>
              <a:gd name="connsiteY231" fmla="*/ 4397552 h 4835028"/>
              <a:gd name="connsiteX232" fmla="*/ 3230563 w 4819079"/>
              <a:gd name="connsiteY232" fmla="*/ 4413115 h 4835028"/>
              <a:gd name="connsiteX233" fmla="*/ 3214999 w 4819079"/>
              <a:gd name="connsiteY233" fmla="*/ 4408945 h 4835028"/>
              <a:gd name="connsiteX234" fmla="*/ 3214999 w 4819079"/>
              <a:gd name="connsiteY234" fmla="*/ 4397552 h 4835028"/>
              <a:gd name="connsiteX235" fmla="*/ 3219169 w 4819079"/>
              <a:gd name="connsiteY235" fmla="*/ 4393382 h 4835028"/>
              <a:gd name="connsiteX236" fmla="*/ 3227815 w 4819079"/>
              <a:gd name="connsiteY236" fmla="*/ 4392244 h 4835028"/>
              <a:gd name="connsiteX237" fmla="*/ 3645639 w 4819079"/>
              <a:gd name="connsiteY237" fmla="*/ 4390717 h 4835028"/>
              <a:gd name="connsiteX238" fmla="*/ 3675261 w 4819079"/>
              <a:gd name="connsiteY238" fmla="*/ 4420338 h 4835028"/>
              <a:gd name="connsiteX239" fmla="*/ 3675349 w 4819079"/>
              <a:gd name="connsiteY239" fmla="*/ 4422704 h 4835028"/>
              <a:gd name="connsiteX240" fmla="*/ 3645639 w 4819079"/>
              <a:gd name="connsiteY240" fmla="*/ 4452237 h 4835028"/>
              <a:gd name="connsiteX241" fmla="*/ 3643275 w 4819079"/>
              <a:gd name="connsiteY241" fmla="*/ 4452149 h 4835028"/>
              <a:gd name="connsiteX242" fmla="*/ 3616019 w 4819079"/>
              <a:gd name="connsiteY242" fmla="*/ 4420338 h 4835028"/>
              <a:gd name="connsiteX243" fmla="*/ 3645639 w 4819079"/>
              <a:gd name="connsiteY243" fmla="*/ 4390717 h 4835028"/>
              <a:gd name="connsiteX244" fmla="*/ 2784358 w 4819079"/>
              <a:gd name="connsiteY244" fmla="*/ 4388438 h 4835028"/>
              <a:gd name="connsiteX245" fmla="*/ 2802586 w 4819079"/>
              <a:gd name="connsiteY245" fmla="*/ 4406666 h 4835028"/>
              <a:gd name="connsiteX246" fmla="*/ 2784358 w 4819079"/>
              <a:gd name="connsiteY246" fmla="*/ 4424894 h 4835028"/>
              <a:gd name="connsiteX247" fmla="*/ 2766130 w 4819079"/>
              <a:gd name="connsiteY247" fmla="*/ 4406666 h 4835028"/>
              <a:gd name="connsiteX248" fmla="*/ 2784358 w 4819079"/>
              <a:gd name="connsiteY248" fmla="*/ 4388438 h 4835028"/>
              <a:gd name="connsiteX249" fmla="*/ 2100801 w 4819079"/>
              <a:gd name="connsiteY249" fmla="*/ 4386160 h 4835028"/>
              <a:gd name="connsiteX250" fmla="*/ 2121307 w 4819079"/>
              <a:gd name="connsiteY250" fmla="*/ 4406667 h 4835028"/>
              <a:gd name="connsiteX251" fmla="*/ 2121165 w 4819079"/>
              <a:gd name="connsiteY251" fmla="*/ 4409089 h 4835028"/>
              <a:gd name="connsiteX252" fmla="*/ 2100801 w 4819079"/>
              <a:gd name="connsiteY252" fmla="*/ 4424895 h 4835028"/>
              <a:gd name="connsiteX253" fmla="*/ 2082572 w 4819079"/>
              <a:gd name="connsiteY253" fmla="*/ 4406667 h 4835028"/>
              <a:gd name="connsiteX254" fmla="*/ 2100801 w 4819079"/>
              <a:gd name="connsiteY254" fmla="*/ 4386160 h 4835028"/>
              <a:gd name="connsiteX255" fmla="*/ 1966367 w 4819079"/>
              <a:gd name="connsiteY255" fmla="*/ 4356538 h 4835028"/>
              <a:gd name="connsiteX256" fmla="*/ 1989152 w 4819079"/>
              <a:gd name="connsiteY256" fmla="*/ 4377045 h 4835028"/>
              <a:gd name="connsiteX257" fmla="*/ 1966367 w 4819079"/>
              <a:gd name="connsiteY257" fmla="*/ 4399830 h 4835028"/>
              <a:gd name="connsiteX258" fmla="*/ 1945860 w 4819079"/>
              <a:gd name="connsiteY258" fmla="*/ 4377045 h 4835028"/>
              <a:gd name="connsiteX259" fmla="*/ 1966367 w 4819079"/>
              <a:gd name="connsiteY259" fmla="*/ 4356538 h 4835028"/>
              <a:gd name="connsiteX260" fmla="*/ 975209 w 4819079"/>
              <a:gd name="connsiteY260" fmla="*/ 4354260 h 4835028"/>
              <a:gd name="connsiteX261" fmla="*/ 993437 w 4819079"/>
              <a:gd name="connsiteY261" fmla="*/ 4372489 h 4835028"/>
              <a:gd name="connsiteX262" fmla="*/ 975209 w 4819079"/>
              <a:gd name="connsiteY262" fmla="*/ 4392995 h 4835028"/>
              <a:gd name="connsiteX263" fmla="*/ 954702 w 4819079"/>
              <a:gd name="connsiteY263" fmla="*/ 4372489 h 4835028"/>
              <a:gd name="connsiteX264" fmla="*/ 975209 w 4819079"/>
              <a:gd name="connsiteY264" fmla="*/ 4354260 h 4835028"/>
              <a:gd name="connsiteX265" fmla="*/ 3497535 w 4819079"/>
              <a:gd name="connsiteY265" fmla="*/ 4351982 h 4835028"/>
              <a:gd name="connsiteX266" fmla="*/ 3529435 w 4819079"/>
              <a:gd name="connsiteY266" fmla="*/ 4383881 h 4835028"/>
              <a:gd name="connsiteX267" fmla="*/ 3497535 w 4819079"/>
              <a:gd name="connsiteY267" fmla="*/ 4418059 h 4835028"/>
              <a:gd name="connsiteX268" fmla="*/ 3463359 w 4819079"/>
              <a:gd name="connsiteY268" fmla="*/ 4383881 h 4835028"/>
              <a:gd name="connsiteX269" fmla="*/ 3497535 w 4819079"/>
              <a:gd name="connsiteY269" fmla="*/ 4351982 h 4835028"/>
              <a:gd name="connsiteX270" fmla="*/ 1389901 w 4819079"/>
              <a:gd name="connsiteY270" fmla="*/ 4349703 h 4835028"/>
              <a:gd name="connsiteX271" fmla="*/ 1424079 w 4819079"/>
              <a:gd name="connsiteY271" fmla="*/ 4383881 h 4835028"/>
              <a:gd name="connsiteX272" fmla="*/ 1389901 w 4819079"/>
              <a:gd name="connsiteY272" fmla="*/ 4418059 h 4835028"/>
              <a:gd name="connsiteX273" fmla="*/ 1355723 w 4819079"/>
              <a:gd name="connsiteY273" fmla="*/ 4383881 h 4835028"/>
              <a:gd name="connsiteX274" fmla="*/ 1389901 w 4819079"/>
              <a:gd name="connsiteY274" fmla="*/ 4349703 h 4835028"/>
              <a:gd name="connsiteX275" fmla="*/ 2918791 w 4819079"/>
              <a:gd name="connsiteY275" fmla="*/ 4347425 h 4835028"/>
              <a:gd name="connsiteX276" fmla="*/ 2948412 w 4819079"/>
              <a:gd name="connsiteY276" fmla="*/ 4377046 h 4835028"/>
              <a:gd name="connsiteX277" fmla="*/ 2918791 w 4819079"/>
              <a:gd name="connsiteY277" fmla="*/ 4406666 h 4835028"/>
              <a:gd name="connsiteX278" fmla="*/ 2889170 w 4819079"/>
              <a:gd name="connsiteY278" fmla="*/ 4377046 h 4835028"/>
              <a:gd name="connsiteX279" fmla="*/ 2918791 w 4819079"/>
              <a:gd name="connsiteY279" fmla="*/ 4347425 h 4835028"/>
              <a:gd name="connsiteX280" fmla="*/ 1608639 w 4819079"/>
              <a:gd name="connsiteY280" fmla="*/ 4340589 h 4835028"/>
              <a:gd name="connsiteX281" fmla="*/ 1638260 w 4819079"/>
              <a:gd name="connsiteY281" fmla="*/ 4370210 h 4835028"/>
              <a:gd name="connsiteX282" fmla="*/ 1608639 w 4819079"/>
              <a:gd name="connsiteY282" fmla="*/ 4399830 h 4835028"/>
              <a:gd name="connsiteX283" fmla="*/ 1579018 w 4819079"/>
              <a:gd name="connsiteY283" fmla="*/ 4370210 h 4835028"/>
              <a:gd name="connsiteX284" fmla="*/ 1608639 w 4819079"/>
              <a:gd name="connsiteY284" fmla="*/ 4340589 h 4835028"/>
              <a:gd name="connsiteX285" fmla="*/ 3912227 w 4819079"/>
              <a:gd name="connsiteY285" fmla="*/ 4336032 h 4835028"/>
              <a:gd name="connsiteX286" fmla="*/ 3948683 w 4819079"/>
              <a:gd name="connsiteY286" fmla="*/ 4372488 h 4835028"/>
              <a:gd name="connsiteX287" fmla="*/ 3912227 w 4819079"/>
              <a:gd name="connsiteY287" fmla="*/ 4408945 h 4835028"/>
              <a:gd name="connsiteX288" fmla="*/ 3875771 w 4819079"/>
              <a:gd name="connsiteY288" fmla="*/ 4372488 h 4835028"/>
              <a:gd name="connsiteX289" fmla="*/ 3912227 w 4819079"/>
              <a:gd name="connsiteY289" fmla="*/ 4336032 h 4835028"/>
              <a:gd name="connsiteX290" fmla="*/ 1834213 w 4819079"/>
              <a:gd name="connsiteY290" fmla="*/ 4320082 h 4835028"/>
              <a:gd name="connsiteX291" fmla="*/ 1854720 w 4819079"/>
              <a:gd name="connsiteY291" fmla="*/ 4340589 h 4835028"/>
              <a:gd name="connsiteX292" fmla="*/ 1834213 w 4819079"/>
              <a:gd name="connsiteY292" fmla="*/ 4361096 h 4835028"/>
              <a:gd name="connsiteX293" fmla="*/ 1813706 w 4819079"/>
              <a:gd name="connsiteY293" fmla="*/ 4340589 h 4835028"/>
              <a:gd name="connsiteX294" fmla="*/ 1834213 w 4819079"/>
              <a:gd name="connsiteY294" fmla="*/ 4320082 h 4835028"/>
              <a:gd name="connsiteX295" fmla="*/ 3766403 w 4819079"/>
              <a:gd name="connsiteY295" fmla="*/ 4315526 h 4835028"/>
              <a:gd name="connsiteX296" fmla="*/ 3796023 w 4819079"/>
              <a:gd name="connsiteY296" fmla="*/ 4345147 h 4835028"/>
              <a:gd name="connsiteX297" fmla="*/ 3766403 w 4819079"/>
              <a:gd name="connsiteY297" fmla="*/ 4374767 h 4835028"/>
              <a:gd name="connsiteX298" fmla="*/ 3736781 w 4819079"/>
              <a:gd name="connsiteY298" fmla="*/ 4345147 h 4835028"/>
              <a:gd name="connsiteX299" fmla="*/ 3766403 w 4819079"/>
              <a:gd name="connsiteY299" fmla="*/ 4315526 h 4835028"/>
              <a:gd name="connsiteX300" fmla="*/ 3050945 w 4819079"/>
              <a:gd name="connsiteY300" fmla="*/ 4304133 h 4835028"/>
              <a:gd name="connsiteX301" fmla="*/ 3087403 w 4819079"/>
              <a:gd name="connsiteY301" fmla="*/ 4340589 h 4835028"/>
              <a:gd name="connsiteX302" fmla="*/ 3050945 w 4819079"/>
              <a:gd name="connsiteY302" fmla="*/ 4377046 h 4835028"/>
              <a:gd name="connsiteX303" fmla="*/ 3014489 w 4819079"/>
              <a:gd name="connsiteY303" fmla="*/ 4340589 h 4835028"/>
              <a:gd name="connsiteX304" fmla="*/ 3050945 w 4819079"/>
              <a:gd name="connsiteY304" fmla="*/ 4304133 h 4835028"/>
              <a:gd name="connsiteX305" fmla="*/ 2476757 w 4819079"/>
              <a:gd name="connsiteY305" fmla="*/ 4297298 h 4835028"/>
              <a:gd name="connsiteX306" fmla="*/ 2506378 w 4819079"/>
              <a:gd name="connsiteY306" fmla="*/ 4326919 h 4835028"/>
              <a:gd name="connsiteX307" fmla="*/ 2476757 w 4819079"/>
              <a:gd name="connsiteY307" fmla="*/ 4356539 h 4835028"/>
              <a:gd name="connsiteX308" fmla="*/ 2447136 w 4819079"/>
              <a:gd name="connsiteY308" fmla="*/ 4326919 h 4835028"/>
              <a:gd name="connsiteX309" fmla="*/ 2476757 w 4819079"/>
              <a:gd name="connsiteY309" fmla="*/ 4297298 h 4835028"/>
              <a:gd name="connsiteX310" fmla="*/ 2203334 w 4819079"/>
              <a:gd name="connsiteY310" fmla="*/ 4297297 h 4835028"/>
              <a:gd name="connsiteX311" fmla="*/ 2217005 w 4819079"/>
              <a:gd name="connsiteY311" fmla="*/ 4310968 h 4835028"/>
              <a:gd name="connsiteX312" fmla="*/ 2203334 w 4819079"/>
              <a:gd name="connsiteY312" fmla="*/ 4324639 h 4835028"/>
              <a:gd name="connsiteX313" fmla="*/ 2189663 w 4819079"/>
              <a:gd name="connsiteY313" fmla="*/ 4310968 h 4835028"/>
              <a:gd name="connsiteX314" fmla="*/ 2203334 w 4819079"/>
              <a:gd name="connsiteY314" fmla="*/ 4297297 h 4835028"/>
              <a:gd name="connsiteX315" fmla="*/ 1271418 w 4819079"/>
              <a:gd name="connsiteY315" fmla="*/ 4297297 h 4835028"/>
              <a:gd name="connsiteX316" fmla="*/ 1287367 w 4819079"/>
              <a:gd name="connsiteY316" fmla="*/ 4313247 h 4835028"/>
              <a:gd name="connsiteX317" fmla="*/ 1271418 w 4819079"/>
              <a:gd name="connsiteY317" fmla="*/ 4329196 h 4835028"/>
              <a:gd name="connsiteX318" fmla="*/ 1255468 w 4819079"/>
              <a:gd name="connsiteY318" fmla="*/ 4313247 h 4835028"/>
              <a:gd name="connsiteX319" fmla="*/ 1271418 w 4819079"/>
              <a:gd name="connsiteY319" fmla="*/ 4297297 h 4835028"/>
              <a:gd name="connsiteX320" fmla="*/ 3616019 w 4819079"/>
              <a:gd name="connsiteY320" fmla="*/ 4290462 h 4835028"/>
              <a:gd name="connsiteX321" fmla="*/ 3634247 w 4819079"/>
              <a:gd name="connsiteY321" fmla="*/ 4310968 h 4835028"/>
              <a:gd name="connsiteX322" fmla="*/ 3616019 w 4819079"/>
              <a:gd name="connsiteY322" fmla="*/ 4329197 h 4835028"/>
              <a:gd name="connsiteX323" fmla="*/ 3597791 w 4819079"/>
              <a:gd name="connsiteY323" fmla="*/ 4310968 h 4835028"/>
              <a:gd name="connsiteX324" fmla="*/ 3597649 w 4819079"/>
              <a:gd name="connsiteY324" fmla="*/ 4308546 h 4835028"/>
              <a:gd name="connsiteX325" fmla="*/ 3616019 w 4819079"/>
              <a:gd name="connsiteY325" fmla="*/ 4290462 h 4835028"/>
              <a:gd name="connsiteX326" fmla="*/ 2750180 w 4819079"/>
              <a:gd name="connsiteY326" fmla="*/ 4285905 h 4835028"/>
              <a:gd name="connsiteX327" fmla="*/ 2766130 w 4819079"/>
              <a:gd name="connsiteY327" fmla="*/ 4301855 h 4835028"/>
              <a:gd name="connsiteX328" fmla="*/ 2750180 w 4819079"/>
              <a:gd name="connsiteY328" fmla="*/ 4315526 h 4835028"/>
              <a:gd name="connsiteX329" fmla="*/ 2736509 w 4819079"/>
              <a:gd name="connsiteY329" fmla="*/ 4301855 h 4835028"/>
              <a:gd name="connsiteX330" fmla="*/ 2750180 w 4819079"/>
              <a:gd name="connsiteY330" fmla="*/ 4285905 h 4835028"/>
              <a:gd name="connsiteX331" fmla="*/ 2068901 w 4819079"/>
              <a:gd name="connsiteY331" fmla="*/ 4281348 h 4835028"/>
              <a:gd name="connsiteX332" fmla="*/ 2075736 w 4819079"/>
              <a:gd name="connsiteY332" fmla="*/ 4288184 h 4835028"/>
              <a:gd name="connsiteX333" fmla="*/ 2068901 w 4819079"/>
              <a:gd name="connsiteY333" fmla="*/ 4295019 h 4835028"/>
              <a:gd name="connsiteX334" fmla="*/ 2062065 w 4819079"/>
              <a:gd name="connsiteY334" fmla="*/ 4288184 h 4835028"/>
              <a:gd name="connsiteX335" fmla="*/ 2068901 w 4819079"/>
              <a:gd name="connsiteY335" fmla="*/ 4281348 h 4835028"/>
              <a:gd name="connsiteX336" fmla="*/ 1706616 w 4819079"/>
              <a:gd name="connsiteY336" fmla="*/ 4272233 h 4835028"/>
              <a:gd name="connsiteX337" fmla="*/ 1727123 w 4819079"/>
              <a:gd name="connsiteY337" fmla="*/ 4292740 h 4835028"/>
              <a:gd name="connsiteX338" fmla="*/ 1706616 w 4819079"/>
              <a:gd name="connsiteY338" fmla="*/ 4313247 h 4835028"/>
              <a:gd name="connsiteX339" fmla="*/ 1686109 w 4819079"/>
              <a:gd name="connsiteY339" fmla="*/ 4292740 h 4835028"/>
              <a:gd name="connsiteX340" fmla="*/ 1706616 w 4819079"/>
              <a:gd name="connsiteY340" fmla="*/ 4272233 h 4835028"/>
              <a:gd name="connsiteX341" fmla="*/ 1066350 w 4819079"/>
              <a:gd name="connsiteY341" fmla="*/ 4272233 h 4835028"/>
              <a:gd name="connsiteX342" fmla="*/ 1093692 w 4819079"/>
              <a:gd name="connsiteY342" fmla="*/ 4299575 h 4835028"/>
              <a:gd name="connsiteX343" fmla="*/ 1066350 w 4819079"/>
              <a:gd name="connsiteY343" fmla="*/ 4329196 h 4835028"/>
              <a:gd name="connsiteX344" fmla="*/ 1063976 w 4819079"/>
              <a:gd name="connsiteY344" fmla="*/ 4329101 h 4835028"/>
              <a:gd name="connsiteX345" fmla="*/ 1039008 w 4819079"/>
              <a:gd name="connsiteY345" fmla="*/ 4299575 h 4835028"/>
              <a:gd name="connsiteX346" fmla="*/ 1066350 w 4819079"/>
              <a:gd name="connsiteY346" fmla="*/ 4272233 h 4835028"/>
              <a:gd name="connsiteX347" fmla="*/ 2884613 w 4819079"/>
              <a:gd name="connsiteY347" fmla="*/ 4244891 h 4835028"/>
              <a:gd name="connsiteX348" fmla="*/ 2889378 w 4819079"/>
              <a:gd name="connsiteY348" fmla="*/ 4244891 h 4835028"/>
              <a:gd name="connsiteX349" fmla="*/ 2914234 w 4819079"/>
              <a:gd name="connsiteY349" fmla="*/ 4274512 h 4835028"/>
              <a:gd name="connsiteX350" fmla="*/ 2884613 w 4819079"/>
              <a:gd name="connsiteY350" fmla="*/ 4304132 h 4835028"/>
              <a:gd name="connsiteX351" fmla="*/ 2882239 w 4819079"/>
              <a:gd name="connsiteY351" fmla="*/ 4304037 h 4835028"/>
              <a:gd name="connsiteX352" fmla="*/ 2857271 w 4819079"/>
              <a:gd name="connsiteY352" fmla="*/ 4274512 h 4835028"/>
              <a:gd name="connsiteX353" fmla="*/ 2857176 w 4819079"/>
              <a:gd name="connsiteY353" fmla="*/ 4272138 h 4835028"/>
              <a:gd name="connsiteX354" fmla="*/ 2884613 w 4819079"/>
              <a:gd name="connsiteY354" fmla="*/ 4244891 h 4835028"/>
              <a:gd name="connsiteX355" fmla="*/ 1934468 w 4819079"/>
              <a:gd name="connsiteY355" fmla="*/ 4244891 h 4835028"/>
              <a:gd name="connsiteX356" fmla="*/ 1945860 w 4819079"/>
              <a:gd name="connsiteY356" fmla="*/ 4256283 h 4835028"/>
              <a:gd name="connsiteX357" fmla="*/ 1934468 w 4819079"/>
              <a:gd name="connsiteY357" fmla="*/ 4267676 h 4835028"/>
              <a:gd name="connsiteX358" fmla="*/ 1923075 w 4819079"/>
              <a:gd name="connsiteY358" fmla="*/ 4256283 h 4835028"/>
              <a:gd name="connsiteX359" fmla="*/ 1934468 w 4819079"/>
              <a:gd name="connsiteY359" fmla="*/ 4244891 h 4835028"/>
              <a:gd name="connsiteX360" fmla="*/ 4019319 w 4819079"/>
              <a:gd name="connsiteY360" fmla="*/ 4242612 h 4835028"/>
              <a:gd name="connsiteX361" fmla="*/ 4062611 w 4819079"/>
              <a:gd name="connsiteY361" fmla="*/ 4285904 h 4835028"/>
              <a:gd name="connsiteX362" fmla="*/ 4019319 w 4819079"/>
              <a:gd name="connsiteY362" fmla="*/ 4329196 h 4835028"/>
              <a:gd name="connsiteX363" fmla="*/ 4014627 w 4819079"/>
              <a:gd name="connsiteY363" fmla="*/ 4329196 h 4835028"/>
              <a:gd name="connsiteX364" fmla="*/ 3976027 w 4819079"/>
              <a:gd name="connsiteY364" fmla="*/ 4285904 h 4835028"/>
              <a:gd name="connsiteX365" fmla="*/ 4019319 w 4819079"/>
              <a:gd name="connsiteY365" fmla="*/ 4242612 h 4835028"/>
              <a:gd name="connsiteX366" fmla="*/ 1157491 w 4819079"/>
              <a:gd name="connsiteY366" fmla="*/ 4235777 h 4835028"/>
              <a:gd name="connsiteX367" fmla="*/ 1171162 w 4819079"/>
              <a:gd name="connsiteY367" fmla="*/ 4249448 h 4835028"/>
              <a:gd name="connsiteX368" fmla="*/ 1157491 w 4819079"/>
              <a:gd name="connsiteY368" fmla="*/ 4249448 h 4835028"/>
              <a:gd name="connsiteX369" fmla="*/ 1157491 w 4819079"/>
              <a:gd name="connsiteY369" fmla="*/ 4235777 h 4835028"/>
              <a:gd name="connsiteX370" fmla="*/ 3873491 w 4819079"/>
              <a:gd name="connsiteY370" fmla="*/ 4226663 h 4835028"/>
              <a:gd name="connsiteX371" fmla="*/ 3909949 w 4819079"/>
              <a:gd name="connsiteY371" fmla="*/ 4263119 h 4835028"/>
              <a:gd name="connsiteX372" fmla="*/ 3873491 w 4819079"/>
              <a:gd name="connsiteY372" fmla="*/ 4299576 h 4835028"/>
              <a:gd name="connsiteX373" fmla="*/ 3837035 w 4819079"/>
              <a:gd name="connsiteY373" fmla="*/ 4263119 h 4835028"/>
              <a:gd name="connsiteX374" fmla="*/ 3873491 w 4819079"/>
              <a:gd name="connsiteY374" fmla="*/ 4226663 h 4835028"/>
              <a:gd name="connsiteX375" fmla="*/ 3019047 w 4819079"/>
              <a:gd name="connsiteY375" fmla="*/ 4222106 h 4835028"/>
              <a:gd name="connsiteX376" fmla="*/ 3032717 w 4819079"/>
              <a:gd name="connsiteY376" fmla="*/ 4235777 h 4835028"/>
              <a:gd name="connsiteX377" fmla="*/ 3019047 w 4819079"/>
              <a:gd name="connsiteY377" fmla="*/ 4249448 h 4835028"/>
              <a:gd name="connsiteX378" fmla="*/ 3003095 w 4819079"/>
              <a:gd name="connsiteY378" fmla="*/ 4235777 h 4835028"/>
              <a:gd name="connsiteX379" fmla="*/ 3019047 w 4819079"/>
              <a:gd name="connsiteY379" fmla="*/ 4222106 h 4835028"/>
              <a:gd name="connsiteX380" fmla="*/ 1367115 w 4819079"/>
              <a:gd name="connsiteY380" fmla="*/ 4222105 h 4835028"/>
              <a:gd name="connsiteX381" fmla="*/ 1371959 w 4819079"/>
              <a:gd name="connsiteY381" fmla="*/ 4222105 h 4835028"/>
              <a:gd name="connsiteX382" fmla="*/ 1389900 w 4819079"/>
              <a:gd name="connsiteY382" fmla="*/ 4244891 h 4835028"/>
              <a:gd name="connsiteX383" fmla="*/ 1367115 w 4819079"/>
              <a:gd name="connsiteY383" fmla="*/ 4267676 h 4835028"/>
              <a:gd name="connsiteX384" fmla="*/ 1344330 w 4819079"/>
              <a:gd name="connsiteY384" fmla="*/ 4244891 h 4835028"/>
              <a:gd name="connsiteX385" fmla="*/ 1367115 w 4819079"/>
              <a:gd name="connsiteY385" fmla="*/ 4222105 h 4835028"/>
              <a:gd name="connsiteX386" fmla="*/ 1576740 w 4819079"/>
              <a:gd name="connsiteY386" fmla="*/ 4217549 h 4835028"/>
              <a:gd name="connsiteX387" fmla="*/ 1594968 w 4819079"/>
              <a:gd name="connsiteY387" fmla="*/ 4238056 h 4835028"/>
              <a:gd name="connsiteX388" fmla="*/ 1581297 w 4819079"/>
              <a:gd name="connsiteY388" fmla="*/ 4256284 h 4835028"/>
              <a:gd name="connsiteX389" fmla="*/ 1578414 w 4819079"/>
              <a:gd name="connsiteY389" fmla="*/ 4256739 h 4835028"/>
              <a:gd name="connsiteX390" fmla="*/ 1556233 w 4819079"/>
              <a:gd name="connsiteY390" fmla="*/ 4238056 h 4835028"/>
              <a:gd name="connsiteX391" fmla="*/ 1576740 w 4819079"/>
              <a:gd name="connsiteY391" fmla="*/ 4217549 h 4835028"/>
              <a:gd name="connsiteX392" fmla="*/ 3579563 w 4819079"/>
              <a:gd name="connsiteY392" fmla="*/ 4206156 h 4835028"/>
              <a:gd name="connsiteX393" fmla="*/ 3581841 w 4819079"/>
              <a:gd name="connsiteY393" fmla="*/ 4208434 h 4835028"/>
              <a:gd name="connsiteX394" fmla="*/ 3579563 w 4819079"/>
              <a:gd name="connsiteY394" fmla="*/ 4210713 h 4835028"/>
              <a:gd name="connsiteX395" fmla="*/ 3577283 w 4819079"/>
              <a:gd name="connsiteY395" fmla="*/ 4208434 h 4835028"/>
              <a:gd name="connsiteX396" fmla="*/ 3579563 w 4819079"/>
              <a:gd name="connsiteY396" fmla="*/ 4206156 h 4835028"/>
              <a:gd name="connsiteX397" fmla="*/ 2581569 w 4819079"/>
              <a:gd name="connsiteY397" fmla="*/ 4194764 h 4835028"/>
              <a:gd name="connsiteX398" fmla="*/ 2599797 w 4819079"/>
              <a:gd name="connsiteY398" fmla="*/ 4212992 h 4835028"/>
              <a:gd name="connsiteX399" fmla="*/ 2581569 w 4819079"/>
              <a:gd name="connsiteY399" fmla="*/ 4231220 h 4835028"/>
              <a:gd name="connsiteX400" fmla="*/ 2563341 w 4819079"/>
              <a:gd name="connsiteY400" fmla="*/ 4212992 h 4835028"/>
              <a:gd name="connsiteX401" fmla="*/ 2563341 w 4819079"/>
              <a:gd name="connsiteY401" fmla="*/ 4208050 h 4835028"/>
              <a:gd name="connsiteX402" fmla="*/ 2581569 w 4819079"/>
              <a:gd name="connsiteY402" fmla="*/ 4194764 h 4835028"/>
              <a:gd name="connsiteX403" fmla="*/ 2305867 w 4819079"/>
              <a:gd name="connsiteY403" fmla="*/ 4194764 h 4835028"/>
              <a:gd name="connsiteX404" fmla="*/ 2324095 w 4819079"/>
              <a:gd name="connsiteY404" fmla="*/ 4212992 h 4835028"/>
              <a:gd name="connsiteX405" fmla="*/ 2305867 w 4819079"/>
              <a:gd name="connsiteY405" fmla="*/ 4228942 h 4835028"/>
              <a:gd name="connsiteX406" fmla="*/ 2289918 w 4819079"/>
              <a:gd name="connsiteY406" fmla="*/ 4212992 h 4835028"/>
              <a:gd name="connsiteX407" fmla="*/ 2305867 w 4819079"/>
              <a:gd name="connsiteY407" fmla="*/ 4194764 h 4835028"/>
              <a:gd name="connsiteX408" fmla="*/ 1804592 w 4819079"/>
              <a:gd name="connsiteY408" fmla="*/ 4190206 h 4835028"/>
              <a:gd name="connsiteX409" fmla="*/ 1827377 w 4819079"/>
              <a:gd name="connsiteY409" fmla="*/ 4212992 h 4835028"/>
              <a:gd name="connsiteX410" fmla="*/ 1804592 w 4819079"/>
              <a:gd name="connsiteY410" fmla="*/ 4238055 h 4835028"/>
              <a:gd name="connsiteX411" fmla="*/ 1779528 w 4819079"/>
              <a:gd name="connsiteY411" fmla="*/ 4212992 h 4835028"/>
              <a:gd name="connsiteX412" fmla="*/ 1804592 w 4819079"/>
              <a:gd name="connsiteY412" fmla="*/ 4190206 h 4835028"/>
              <a:gd name="connsiteX413" fmla="*/ 2442579 w 4819079"/>
              <a:gd name="connsiteY413" fmla="*/ 4185650 h 4835028"/>
              <a:gd name="connsiteX414" fmla="*/ 2474479 w 4819079"/>
              <a:gd name="connsiteY414" fmla="*/ 4217549 h 4835028"/>
              <a:gd name="connsiteX415" fmla="*/ 2442579 w 4819079"/>
              <a:gd name="connsiteY415" fmla="*/ 4249448 h 4835028"/>
              <a:gd name="connsiteX416" fmla="*/ 2410680 w 4819079"/>
              <a:gd name="connsiteY416" fmla="*/ 4217549 h 4835028"/>
              <a:gd name="connsiteX417" fmla="*/ 2442579 w 4819079"/>
              <a:gd name="connsiteY417" fmla="*/ 4185650 h 4835028"/>
              <a:gd name="connsiteX418" fmla="*/ 2169156 w 4819079"/>
              <a:gd name="connsiteY418" fmla="*/ 4178814 h 4835028"/>
              <a:gd name="connsiteX419" fmla="*/ 2187385 w 4819079"/>
              <a:gd name="connsiteY419" fmla="*/ 4197042 h 4835028"/>
              <a:gd name="connsiteX420" fmla="*/ 2169156 w 4819079"/>
              <a:gd name="connsiteY420" fmla="*/ 4212992 h 4835028"/>
              <a:gd name="connsiteX421" fmla="*/ 2153207 w 4819079"/>
              <a:gd name="connsiteY421" fmla="*/ 4197042 h 4835028"/>
              <a:gd name="connsiteX422" fmla="*/ 2153044 w 4819079"/>
              <a:gd name="connsiteY422" fmla="*/ 4194599 h 4835028"/>
              <a:gd name="connsiteX423" fmla="*/ 2169156 w 4819079"/>
              <a:gd name="connsiteY423" fmla="*/ 4178814 h 4835028"/>
              <a:gd name="connsiteX424" fmla="*/ 3146643 w 4819079"/>
              <a:gd name="connsiteY424" fmla="*/ 4162864 h 4835028"/>
              <a:gd name="connsiteX425" fmla="*/ 3171707 w 4819079"/>
              <a:gd name="connsiteY425" fmla="*/ 4187928 h 4835028"/>
              <a:gd name="connsiteX426" fmla="*/ 3146643 w 4819079"/>
              <a:gd name="connsiteY426" fmla="*/ 4212992 h 4835028"/>
              <a:gd name="connsiteX427" fmla="*/ 3121579 w 4819079"/>
              <a:gd name="connsiteY427" fmla="*/ 4187928 h 4835028"/>
              <a:gd name="connsiteX428" fmla="*/ 3146643 w 4819079"/>
              <a:gd name="connsiteY428" fmla="*/ 4162864 h 4835028"/>
              <a:gd name="connsiteX429" fmla="*/ 2716002 w 4819079"/>
              <a:gd name="connsiteY429" fmla="*/ 4160586 h 4835028"/>
              <a:gd name="connsiteX430" fmla="*/ 2752459 w 4819079"/>
              <a:gd name="connsiteY430" fmla="*/ 4197042 h 4835028"/>
              <a:gd name="connsiteX431" fmla="*/ 2716002 w 4819079"/>
              <a:gd name="connsiteY431" fmla="*/ 4233499 h 4835028"/>
              <a:gd name="connsiteX432" fmla="*/ 2679546 w 4819079"/>
              <a:gd name="connsiteY432" fmla="*/ 4197042 h 4835028"/>
              <a:gd name="connsiteX433" fmla="*/ 2716002 w 4819079"/>
              <a:gd name="connsiteY433" fmla="*/ 4160586 h 4835028"/>
              <a:gd name="connsiteX434" fmla="*/ 1250910 w 4819079"/>
              <a:gd name="connsiteY434" fmla="*/ 4156029 h 4835028"/>
              <a:gd name="connsiteX435" fmla="*/ 1250910 w 4819079"/>
              <a:gd name="connsiteY435" fmla="*/ 4169700 h 4835028"/>
              <a:gd name="connsiteX436" fmla="*/ 1250910 w 4819079"/>
              <a:gd name="connsiteY436" fmla="*/ 4181092 h 4835028"/>
              <a:gd name="connsiteX437" fmla="*/ 1237239 w 4819079"/>
              <a:gd name="connsiteY437" fmla="*/ 4169700 h 4835028"/>
              <a:gd name="connsiteX438" fmla="*/ 1250910 w 4819079"/>
              <a:gd name="connsiteY438" fmla="*/ 4156029 h 4835028"/>
              <a:gd name="connsiteX439" fmla="*/ 1048122 w 4819079"/>
              <a:gd name="connsiteY439" fmla="*/ 4146915 h 4835028"/>
              <a:gd name="connsiteX440" fmla="*/ 1054957 w 4819079"/>
              <a:gd name="connsiteY440" fmla="*/ 4153750 h 4835028"/>
              <a:gd name="connsiteX441" fmla="*/ 1048122 w 4819079"/>
              <a:gd name="connsiteY441" fmla="*/ 4160586 h 4835028"/>
              <a:gd name="connsiteX442" fmla="*/ 1041286 w 4819079"/>
              <a:gd name="connsiteY442" fmla="*/ 4153750 h 4835028"/>
              <a:gd name="connsiteX443" fmla="*/ 1048122 w 4819079"/>
              <a:gd name="connsiteY443" fmla="*/ 4146915 h 4835028"/>
              <a:gd name="connsiteX444" fmla="*/ 1676995 w 4819079"/>
              <a:gd name="connsiteY444" fmla="*/ 4137801 h 4835028"/>
              <a:gd name="connsiteX445" fmla="*/ 1699780 w 4819079"/>
              <a:gd name="connsiteY445" fmla="*/ 4160587 h 4835028"/>
              <a:gd name="connsiteX446" fmla="*/ 1699894 w 4819079"/>
              <a:gd name="connsiteY446" fmla="*/ 4162979 h 4835028"/>
              <a:gd name="connsiteX447" fmla="*/ 1676995 w 4819079"/>
              <a:gd name="connsiteY447" fmla="*/ 4185650 h 4835028"/>
              <a:gd name="connsiteX448" fmla="*/ 1651931 w 4819079"/>
              <a:gd name="connsiteY448" fmla="*/ 4160587 h 4835028"/>
              <a:gd name="connsiteX449" fmla="*/ 1676995 w 4819079"/>
              <a:gd name="connsiteY449" fmla="*/ 4137801 h 4835028"/>
              <a:gd name="connsiteX450" fmla="*/ 3980583 w 4819079"/>
              <a:gd name="connsiteY450" fmla="*/ 4137800 h 4835028"/>
              <a:gd name="connsiteX451" fmla="*/ 4017039 w 4819079"/>
              <a:gd name="connsiteY451" fmla="*/ 4174256 h 4835028"/>
              <a:gd name="connsiteX452" fmla="*/ 3980583 w 4819079"/>
              <a:gd name="connsiteY452" fmla="*/ 4212991 h 4835028"/>
              <a:gd name="connsiteX453" fmla="*/ 3941847 w 4819079"/>
              <a:gd name="connsiteY453" fmla="*/ 4174256 h 4835028"/>
              <a:gd name="connsiteX454" fmla="*/ 3980583 w 4819079"/>
              <a:gd name="connsiteY454" fmla="*/ 4137800 h 4835028"/>
              <a:gd name="connsiteX455" fmla="*/ 2852713 w 4819079"/>
              <a:gd name="connsiteY455" fmla="*/ 4128686 h 4835028"/>
              <a:gd name="connsiteX456" fmla="*/ 2893727 w 4819079"/>
              <a:gd name="connsiteY456" fmla="*/ 4169699 h 4835028"/>
              <a:gd name="connsiteX457" fmla="*/ 2852713 w 4819079"/>
              <a:gd name="connsiteY457" fmla="*/ 4210713 h 4835028"/>
              <a:gd name="connsiteX458" fmla="*/ 2811700 w 4819079"/>
              <a:gd name="connsiteY458" fmla="*/ 4169699 h 4835028"/>
              <a:gd name="connsiteX459" fmla="*/ 2852713 w 4819079"/>
              <a:gd name="connsiteY459" fmla="*/ 4128686 h 4835028"/>
              <a:gd name="connsiteX460" fmla="*/ 3271963 w 4819079"/>
              <a:gd name="connsiteY460" fmla="*/ 4121851 h 4835028"/>
              <a:gd name="connsiteX461" fmla="*/ 3283355 w 4819079"/>
              <a:gd name="connsiteY461" fmla="*/ 4133243 h 4835028"/>
              <a:gd name="connsiteX462" fmla="*/ 3271963 w 4819079"/>
              <a:gd name="connsiteY462" fmla="*/ 4144636 h 4835028"/>
              <a:gd name="connsiteX463" fmla="*/ 3260569 w 4819079"/>
              <a:gd name="connsiteY463" fmla="*/ 4133243 h 4835028"/>
              <a:gd name="connsiteX464" fmla="*/ 3271963 w 4819079"/>
              <a:gd name="connsiteY464" fmla="*/ 4121851 h 4835028"/>
              <a:gd name="connsiteX465" fmla="*/ 2984868 w 4819079"/>
              <a:gd name="connsiteY465" fmla="*/ 4115016 h 4835028"/>
              <a:gd name="connsiteX466" fmla="*/ 3000817 w 4819079"/>
              <a:gd name="connsiteY466" fmla="*/ 4130966 h 4835028"/>
              <a:gd name="connsiteX467" fmla="*/ 2984868 w 4819079"/>
              <a:gd name="connsiteY467" fmla="*/ 4146915 h 4835028"/>
              <a:gd name="connsiteX468" fmla="*/ 2968918 w 4819079"/>
              <a:gd name="connsiteY468" fmla="*/ 4130966 h 4835028"/>
              <a:gd name="connsiteX469" fmla="*/ 2984868 w 4819079"/>
              <a:gd name="connsiteY469" fmla="*/ 4115016 h 4835028"/>
              <a:gd name="connsiteX470" fmla="*/ 1902568 w 4819079"/>
              <a:gd name="connsiteY470" fmla="*/ 4103623 h 4835028"/>
              <a:gd name="connsiteX471" fmla="*/ 1929911 w 4819079"/>
              <a:gd name="connsiteY471" fmla="*/ 4130965 h 4835028"/>
              <a:gd name="connsiteX472" fmla="*/ 1902568 w 4819079"/>
              <a:gd name="connsiteY472" fmla="*/ 4158308 h 4835028"/>
              <a:gd name="connsiteX473" fmla="*/ 1875226 w 4819079"/>
              <a:gd name="connsiteY473" fmla="*/ 4130965 h 4835028"/>
              <a:gd name="connsiteX474" fmla="*/ 1902568 w 4819079"/>
              <a:gd name="connsiteY474" fmla="*/ 4103623 h 4835028"/>
              <a:gd name="connsiteX475" fmla="*/ 3112467 w 4819079"/>
              <a:gd name="connsiteY475" fmla="*/ 4078559 h 4835028"/>
              <a:gd name="connsiteX476" fmla="*/ 3123859 w 4819079"/>
              <a:gd name="connsiteY476" fmla="*/ 4089951 h 4835028"/>
              <a:gd name="connsiteX477" fmla="*/ 3112467 w 4819079"/>
              <a:gd name="connsiteY477" fmla="*/ 4101344 h 4835028"/>
              <a:gd name="connsiteX478" fmla="*/ 3101073 w 4819079"/>
              <a:gd name="connsiteY478" fmla="*/ 4089951 h 4835028"/>
              <a:gd name="connsiteX479" fmla="*/ 3112467 w 4819079"/>
              <a:gd name="connsiteY479" fmla="*/ 4078559 h 4835028"/>
              <a:gd name="connsiteX480" fmla="*/ 1344330 w 4819079"/>
              <a:gd name="connsiteY480" fmla="*/ 4078559 h 4835028"/>
              <a:gd name="connsiteX481" fmla="*/ 1367115 w 4819079"/>
              <a:gd name="connsiteY481" fmla="*/ 4101344 h 4835028"/>
              <a:gd name="connsiteX482" fmla="*/ 1366608 w 4819079"/>
              <a:gd name="connsiteY482" fmla="*/ 4106422 h 4835028"/>
              <a:gd name="connsiteX483" fmla="*/ 1342052 w 4819079"/>
              <a:gd name="connsiteY483" fmla="*/ 4121851 h 4835028"/>
              <a:gd name="connsiteX484" fmla="*/ 1321545 w 4819079"/>
              <a:gd name="connsiteY484" fmla="*/ 4101344 h 4835028"/>
              <a:gd name="connsiteX485" fmla="*/ 1344330 w 4819079"/>
              <a:gd name="connsiteY485" fmla="*/ 4078559 h 4835028"/>
              <a:gd name="connsiteX486" fmla="*/ 2410747 w 4819079"/>
              <a:gd name="connsiteY486" fmla="*/ 4069378 h 4835028"/>
              <a:gd name="connsiteX487" fmla="*/ 2449414 w 4819079"/>
              <a:gd name="connsiteY487" fmla="*/ 4108180 h 4835028"/>
              <a:gd name="connsiteX488" fmla="*/ 2408401 w 4819079"/>
              <a:gd name="connsiteY488" fmla="*/ 4146915 h 4835028"/>
              <a:gd name="connsiteX489" fmla="*/ 2369666 w 4819079"/>
              <a:gd name="connsiteY489" fmla="*/ 4108180 h 4835028"/>
              <a:gd name="connsiteX490" fmla="*/ 2408401 w 4819079"/>
              <a:gd name="connsiteY490" fmla="*/ 4069445 h 4835028"/>
              <a:gd name="connsiteX491" fmla="*/ 2410747 w 4819079"/>
              <a:gd name="connsiteY491" fmla="*/ 4069378 h 4835028"/>
              <a:gd name="connsiteX492" fmla="*/ 2547392 w 4819079"/>
              <a:gd name="connsiteY492" fmla="*/ 4062609 h 4835028"/>
              <a:gd name="connsiteX493" fmla="*/ 2590684 w 4819079"/>
              <a:gd name="connsiteY493" fmla="*/ 4105901 h 4835028"/>
              <a:gd name="connsiteX494" fmla="*/ 2547392 w 4819079"/>
              <a:gd name="connsiteY494" fmla="*/ 4149193 h 4835028"/>
              <a:gd name="connsiteX495" fmla="*/ 2544820 w 4819079"/>
              <a:gd name="connsiteY495" fmla="*/ 4148995 h 4835028"/>
              <a:gd name="connsiteX496" fmla="*/ 2506378 w 4819079"/>
              <a:gd name="connsiteY496" fmla="*/ 4101344 h 4835028"/>
              <a:gd name="connsiteX497" fmla="*/ 2547392 w 4819079"/>
              <a:gd name="connsiteY497" fmla="*/ 4062609 h 4835028"/>
              <a:gd name="connsiteX498" fmla="*/ 1772693 w 4819079"/>
              <a:gd name="connsiteY498" fmla="*/ 4062609 h 4835028"/>
              <a:gd name="connsiteX499" fmla="*/ 1793199 w 4819079"/>
              <a:gd name="connsiteY499" fmla="*/ 4083116 h 4835028"/>
              <a:gd name="connsiteX500" fmla="*/ 1772693 w 4819079"/>
              <a:gd name="connsiteY500" fmla="*/ 4101344 h 4835028"/>
              <a:gd name="connsiteX501" fmla="*/ 1754464 w 4819079"/>
              <a:gd name="connsiteY501" fmla="*/ 4083116 h 4835028"/>
              <a:gd name="connsiteX502" fmla="*/ 1772693 w 4819079"/>
              <a:gd name="connsiteY502" fmla="*/ 4062609 h 4835028"/>
              <a:gd name="connsiteX503" fmla="*/ 2278525 w 4819079"/>
              <a:gd name="connsiteY503" fmla="*/ 4060331 h 4835028"/>
              <a:gd name="connsiteX504" fmla="*/ 2317260 w 4819079"/>
              <a:gd name="connsiteY504" fmla="*/ 4099066 h 4835028"/>
              <a:gd name="connsiteX505" fmla="*/ 2278525 w 4819079"/>
              <a:gd name="connsiteY505" fmla="*/ 4137801 h 4835028"/>
              <a:gd name="connsiteX506" fmla="*/ 2239790 w 4819079"/>
              <a:gd name="connsiteY506" fmla="*/ 4099066 h 4835028"/>
              <a:gd name="connsiteX507" fmla="*/ 2278525 w 4819079"/>
              <a:gd name="connsiteY507" fmla="*/ 4060331 h 4835028"/>
              <a:gd name="connsiteX508" fmla="*/ 1141669 w 4819079"/>
              <a:gd name="connsiteY508" fmla="*/ 4057926 h 4835028"/>
              <a:gd name="connsiteX509" fmla="*/ 1162048 w 4819079"/>
              <a:gd name="connsiteY509" fmla="*/ 4078560 h 4835028"/>
              <a:gd name="connsiteX510" fmla="*/ 1162048 w 4819079"/>
              <a:gd name="connsiteY510" fmla="*/ 4083404 h 4835028"/>
              <a:gd name="connsiteX511" fmla="*/ 1139263 w 4819079"/>
              <a:gd name="connsiteY511" fmla="*/ 4101344 h 4835028"/>
              <a:gd name="connsiteX512" fmla="*/ 1139262 w 4819079"/>
              <a:gd name="connsiteY512" fmla="*/ 4101344 h 4835028"/>
              <a:gd name="connsiteX513" fmla="*/ 1136857 w 4819079"/>
              <a:gd name="connsiteY513" fmla="*/ 4101218 h 4835028"/>
              <a:gd name="connsiteX514" fmla="*/ 1118756 w 4819079"/>
              <a:gd name="connsiteY514" fmla="*/ 4078560 h 4835028"/>
              <a:gd name="connsiteX515" fmla="*/ 1139263 w 4819079"/>
              <a:gd name="connsiteY515" fmla="*/ 4058053 h 4835028"/>
              <a:gd name="connsiteX516" fmla="*/ 1141669 w 4819079"/>
              <a:gd name="connsiteY516" fmla="*/ 4057926 h 4835028"/>
              <a:gd name="connsiteX517" fmla="*/ 3392723 w 4819079"/>
              <a:gd name="connsiteY517" fmla="*/ 4053495 h 4835028"/>
              <a:gd name="connsiteX518" fmla="*/ 3406395 w 4819079"/>
              <a:gd name="connsiteY518" fmla="*/ 4067166 h 4835028"/>
              <a:gd name="connsiteX519" fmla="*/ 3392723 w 4819079"/>
              <a:gd name="connsiteY519" fmla="*/ 4080837 h 4835028"/>
              <a:gd name="connsiteX520" fmla="*/ 3379053 w 4819079"/>
              <a:gd name="connsiteY520" fmla="*/ 4067166 h 4835028"/>
              <a:gd name="connsiteX521" fmla="*/ 3392723 w 4819079"/>
              <a:gd name="connsiteY521" fmla="*/ 4053495 h 4835028"/>
              <a:gd name="connsiteX522" fmla="*/ 2684102 w 4819079"/>
              <a:gd name="connsiteY522" fmla="*/ 4048938 h 4835028"/>
              <a:gd name="connsiteX523" fmla="*/ 2725116 w 4819079"/>
              <a:gd name="connsiteY523" fmla="*/ 4089952 h 4835028"/>
              <a:gd name="connsiteX524" fmla="*/ 2684102 w 4819079"/>
              <a:gd name="connsiteY524" fmla="*/ 4130965 h 4835028"/>
              <a:gd name="connsiteX525" fmla="*/ 2643089 w 4819079"/>
              <a:gd name="connsiteY525" fmla="*/ 4089952 h 4835028"/>
              <a:gd name="connsiteX526" fmla="*/ 2684102 w 4819079"/>
              <a:gd name="connsiteY526" fmla="*/ 4048938 h 4835028"/>
              <a:gd name="connsiteX527" fmla="*/ 4078559 w 4819079"/>
              <a:gd name="connsiteY527" fmla="*/ 4044381 h 4835028"/>
              <a:gd name="connsiteX528" fmla="*/ 4115015 w 4819079"/>
              <a:gd name="connsiteY528" fmla="*/ 4078559 h 4835028"/>
              <a:gd name="connsiteX529" fmla="*/ 4078559 w 4819079"/>
              <a:gd name="connsiteY529" fmla="*/ 4115015 h 4835028"/>
              <a:gd name="connsiteX530" fmla="*/ 4044383 w 4819079"/>
              <a:gd name="connsiteY530" fmla="*/ 4078559 h 4835028"/>
              <a:gd name="connsiteX531" fmla="*/ 4078559 w 4819079"/>
              <a:gd name="connsiteY531" fmla="*/ 4044381 h 4835028"/>
              <a:gd name="connsiteX532" fmla="*/ 927239 w 4819079"/>
              <a:gd name="connsiteY532" fmla="*/ 4041024 h 4835028"/>
              <a:gd name="connsiteX533" fmla="*/ 959738 w 4819079"/>
              <a:gd name="connsiteY533" fmla="*/ 4055174 h 4835028"/>
              <a:gd name="connsiteX534" fmla="*/ 945588 w 4819079"/>
              <a:gd name="connsiteY534" fmla="*/ 4087673 h 4835028"/>
              <a:gd name="connsiteX535" fmla="*/ 945588 w 4819079"/>
              <a:gd name="connsiteY535" fmla="*/ 4087672 h 4835028"/>
              <a:gd name="connsiteX536" fmla="*/ 934674 w 4819079"/>
              <a:gd name="connsiteY536" fmla="*/ 4089352 h 4835028"/>
              <a:gd name="connsiteX537" fmla="*/ 911410 w 4819079"/>
              <a:gd name="connsiteY537" fmla="*/ 4062609 h 4835028"/>
              <a:gd name="connsiteX538" fmla="*/ 927239 w 4819079"/>
              <a:gd name="connsiteY538" fmla="*/ 4041024 h 4835028"/>
              <a:gd name="connsiteX539" fmla="*/ 2137320 w 4819079"/>
              <a:gd name="connsiteY539" fmla="*/ 4037482 h 4835028"/>
              <a:gd name="connsiteX540" fmla="*/ 2178270 w 4819079"/>
              <a:gd name="connsiteY540" fmla="*/ 4078559 h 4835028"/>
              <a:gd name="connsiteX541" fmla="*/ 2134979 w 4819079"/>
              <a:gd name="connsiteY541" fmla="*/ 4121851 h 4835028"/>
              <a:gd name="connsiteX542" fmla="*/ 2093965 w 4819079"/>
              <a:gd name="connsiteY542" fmla="*/ 4078559 h 4835028"/>
              <a:gd name="connsiteX543" fmla="*/ 2134979 w 4819079"/>
              <a:gd name="connsiteY543" fmla="*/ 4037546 h 4835028"/>
              <a:gd name="connsiteX544" fmla="*/ 2137320 w 4819079"/>
              <a:gd name="connsiteY544" fmla="*/ 4037482 h 4835028"/>
              <a:gd name="connsiteX545" fmla="*/ 2818536 w 4819079"/>
              <a:gd name="connsiteY545" fmla="*/ 4023874 h 4835028"/>
              <a:gd name="connsiteX546" fmla="*/ 2857271 w 4819079"/>
              <a:gd name="connsiteY546" fmla="*/ 4062609 h 4835028"/>
              <a:gd name="connsiteX547" fmla="*/ 2818536 w 4819079"/>
              <a:gd name="connsiteY547" fmla="*/ 4101344 h 4835028"/>
              <a:gd name="connsiteX548" fmla="*/ 2779801 w 4819079"/>
              <a:gd name="connsiteY548" fmla="*/ 4062609 h 4835028"/>
              <a:gd name="connsiteX549" fmla="*/ 2818536 w 4819079"/>
              <a:gd name="connsiteY549" fmla="*/ 4023874 h 4835028"/>
              <a:gd name="connsiteX550" fmla="*/ 2002823 w 4819079"/>
              <a:gd name="connsiteY550" fmla="*/ 4023874 h 4835028"/>
              <a:gd name="connsiteX551" fmla="*/ 2025609 w 4819079"/>
              <a:gd name="connsiteY551" fmla="*/ 4048938 h 4835028"/>
              <a:gd name="connsiteX552" fmla="*/ 2002823 w 4819079"/>
              <a:gd name="connsiteY552" fmla="*/ 4071724 h 4835028"/>
              <a:gd name="connsiteX553" fmla="*/ 2002823 w 4819079"/>
              <a:gd name="connsiteY553" fmla="*/ 4071723 h 4835028"/>
              <a:gd name="connsiteX554" fmla="*/ 1980038 w 4819079"/>
              <a:gd name="connsiteY554" fmla="*/ 4048938 h 4835028"/>
              <a:gd name="connsiteX555" fmla="*/ 1979924 w 4819079"/>
              <a:gd name="connsiteY555" fmla="*/ 4046545 h 4835028"/>
              <a:gd name="connsiteX556" fmla="*/ 2002823 w 4819079"/>
              <a:gd name="connsiteY556" fmla="*/ 4023874 h 4835028"/>
              <a:gd name="connsiteX557" fmla="*/ 3939571 w 4819079"/>
              <a:gd name="connsiteY557" fmla="*/ 4021596 h 4835028"/>
              <a:gd name="connsiteX558" fmla="*/ 3980583 w 4819079"/>
              <a:gd name="connsiteY558" fmla="*/ 4062610 h 4835028"/>
              <a:gd name="connsiteX559" fmla="*/ 3939571 w 4819079"/>
              <a:gd name="connsiteY559" fmla="*/ 4101344 h 4835028"/>
              <a:gd name="connsiteX560" fmla="*/ 3900835 w 4819079"/>
              <a:gd name="connsiteY560" fmla="*/ 4062610 h 4835028"/>
              <a:gd name="connsiteX561" fmla="*/ 3939571 w 4819079"/>
              <a:gd name="connsiteY561" fmla="*/ 4021596 h 4835028"/>
              <a:gd name="connsiteX562" fmla="*/ 3800579 w 4819079"/>
              <a:gd name="connsiteY562" fmla="*/ 4021596 h 4835028"/>
              <a:gd name="connsiteX563" fmla="*/ 3821087 w 4819079"/>
              <a:gd name="connsiteY563" fmla="*/ 4042103 h 4835028"/>
              <a:gd name="connsiteX564" fmla="*/ 3800579 w 4819079"/>
              <a:gd name="connsiteY564" fmla="*/ 4062610 h 4835028"/>
              <a:gd name="connsiteX565" fmla="*/ 3780073 w 4819079"/>
              <a:gd name="connsiteY565" fmla="*/ 4042103 h 4835028"/>
              <a:gd name="connsiteX566" fmla="*/ 3800579 w 4819079"/>
              <a:gd name="connsiteY566" fmla="*/ 4021596 h 4835028"/>
              <a:gd name="connsiteX567" fmla="*/ 1649653 w 4819079"/>
              <a:gd name="connsiteY567" fmla="*/ 4005646 h 4835028"/>
              <a:gd name="connsiteX568" fmla="*/ 1670159 w 4819079"/>
              <a:gd name="connsiteY568" fmla="*/ 4026153 h 4835028"/>
              <a:gd name="connsiteX569" fmla="*/ 1649653 w 4819079"/>
              <a:gd name="connsiteY569" fmla="*/ 4046659 h 4835028"/>
              <a:gd name="connsiteX570" fmla="*/ 1629146 w 4819079"/>
              <a:gd name="connsiteY570" fmla="*/ 4026153 h 4835028"/>
              <a:gd name="connsiteX571" fmla="*/ 1649653 w 4819079"/>
              <a:gd name="connsiteY571" fmla="*/ 4005646 h 4835028"/>
              <a:gd name="connsiteX572" fmla="*/ 758749 w 4819079"/>
              <a:gd name="connsiteY572" fmla="*/ 4003367 h 4835028"/>
              <a:gd name="connsiteX573" fmla="*/ 786092 w 4819079"/>
              <a:gd name="connsiteY573" fmla="*/ 4030709 h 4835028"/>
              <a:gd name="connsiteX574" fmla="*/ 758749 w 4819079"/>
              <a:gd name="connsiteY574" fmla="*/ 4058052 h 4835028"/>
              <a:gd name="connsiteX575" fmla="*/ 731407 w 4819079"/>
              <a:gd name="connsiteY575" fmla="*/ 4030709 h 4835028"/>
              <a:gd name="connsiteX576" fmla="*/ 758749 w 4819079"/>
              <a:gd name="connsiteY576" fmla="*/ 4003367 h 4835028"/>
              <a:gd name="connsiteX577" fmla="*/ 2962083 w 4819079"/>
              <a:gd name="connsiteY577" fmla="*/ 3994254 h 4835028"/>
              <a:gd name="connsiteX578" fmla="*/ 2993983 w 4819079"/>
              <a:gd name="connsiteY578" fmla="*/ 4028432 h 4835028"/>
              <a:gd name="connsiteX579" fmla="*/ 2962083 w 4819079"/>
              <a:gd name="connsiteY579" fmla="*/ 4060331 h 4835028"/>
              <a:gd name="connsiteX580" fmla="*/ 2927905 w 4819079"/>
              <a:gd name="connsiteY580" fmla="*/ 4028432 h 4835028"/>
              <a:gd name="connsiteX581" fmla="*/ 2962083 w 4819079"/>
              <a:gd name="connsiteY581" fmla="*/ 3994254 h 4835028"/>
              <a:gd name="connsiteX582" fmla="*/ 1230403 w 4819079"/>
              <a:gd name="connsiteY582" fmla="*/ 3994254 h 4835028"/>
              <a:gd name="connsiteX583" fmla="*/ 1255467 w 4819079"/>
              <a:gd name="connsiteY583" fmla="*/ 4019318 h 4835028"/>
              <a:gd name="connsiteX584" fmla="*/ 1255353 w 4819079"/>
              <a:gd name="connsiteY584" fmla="*/ 4021711 h 4835028"/>
              <a:gd name="connsiteX585" fmla="*/ 1230403 w 4819079"/>
              <a:gd name="connsiteY585" fmla="*/ 4042103 h 4835028"/>
              <a:gd name="connsiteX586" fmla="*/ 1207618 w 4819079"/>
              <a:gd name="connsiteY586" fmla="*/ 4019318 h 4835028"/>
              <a:gd name="connsiteX587" fmla="*/ 1230403 w 4819079"/>
              <a:gd name="connsiteY587" fmla="*/ 3994254 h 4835028"/>
              <a:gd name="connsiteX588" fmla="*/ 3645639 w 4819079"/>
              <a:gd name="connsiteY588" fmla="*/ 3994253 h 4835028"/>
              <a:gd name="connsiteX589" fmla="*/ 3670703 w 4819079"/>
              <a:gd name="connsiteY589" fmla="*/ 4019317 h 4835028"/>
              <a:gd name="connsiteX590" fmla="*/ 3645639 w 4819079"/>
              <a:gd name="connsiteY590" fmla="*/ 4044381 h 4835028"/>
              <a:gd name="connsiteX591" fmla="*/ 3620575 w 4819079"/>
              <a:gd name="connsiteY591" fmla="*/ 4019317 h 4835028"/>
              <a:gd name="connsiteX592" fmla="*/ 3645639 w 4819079"/>
              <a:gd name="connsiteY592" fmla="*/ 3994253 h 4835028"/>
              <a:gd name="connsiteX593" fmla="*/ 1435471 w 4819079"/>
              <a:gd name="connsiteY593" fmla="*/ 3991975 h 4835028"/>
              <a:gd name="connsiteX594" fmla="*/ 1440180 w 4819079"/>
              <a:gd name="connsiteY594" fmla="*/ 3991975 h 4835028"/>
              <a:gd name="connsiteX595" fmla="*/ 1474206 w 4819079"/>
              <a:gd name="connsiteY595" fmla="*/ 4030710 h 4835028"/>
              <a:gd name="connsiteX596" fmla="*/ 1435471 w 4819079"/>
              <a:gd name="connsiteY596" fmla="*/ 4069445 h 4835028"/>
              <a:gd name="connsiteX597" fmla="*/ 1396736 w 4819079"/>
              <a:gd name="connsiteY597" fmla="*/ 4030710 h 4835028"/>
              <a:gd name="connsiteX598" fmla="*/ 1435471 w 4819079"/>
              <a:gd name="connsiteY598" fmla="*/ 3991975 h 4835028"/>
              <a:gd name="connsiteX599" fmla="*/ 1036729 w 4819079"/>
              <a:gd name="connsiteY599" fmla="*/ 3982861 h 4835028"/>
              <a:gd name="connsiteX600" fmla="*/ 1050400 w 4819079"/>
              <a:gd name="connsiteY600" fmla="*/ 3996532 h 4835028"/>
              <a:gd name="connsiteX601" fmla="*/ 1036729 w 4819079"/>
              <a:gd name="connsiteY601" fmla="*/ 4010203 h 4835028"/>
              <a:gd name="connsiteX602" fmla="*/ 1023058 w 4819079"/>
              <a:gd name="connsiteY602" fmla="*/ 3996532 h 4835028"/>
              <a:gd name="connsiteX603" fmla="*/ 1036729 w 4819079"/>
              <a:gd name="connsiteY603" fmla="*/ 3982861 h 4835028"/>
              <a:gd name="connsiteX604" fmla="*/ 3237783 w 4819079"/>
              <a:gd name="connsiteY604" fmla="*/ 3980582 h 4835028"/>
              <a:gd name="connsiteX605" fmla="*/ 3283355 w 4819079"/>
              <a:gd name="connsiteY605" fmla="*/ 4026153 h 4835028"/>
              <a:gd name="connsiteX606" fmla="*/ 3237783 w 4819079"/>
              <a:gd name="connsiteY606" fmla="*/ 4071723 h 4835028"/>
              <a:gd name="connsiteX607" fmla="*/ 3192215 w 4819079"/>
              <a:gd name="connsiteY607" fmla="*/ 4026153 h 4835028"/>
              <a:gd name="connsiteX608" fmla="*/ 3237783 w 4819079"/>
              <a:gd name="connsiteY608" fmla="*/ 3980582 h 4835028"/>
              <a:gd name="connsiteX609" fmla="*/ 3508927 w 4819079"/>
              <a:gd name="connsiteY609" fmla="*/ 3978304 h 4835028"/>
              <a:gd name="connsiteX610" fmla="*/ 3522599 w 4819079"/>
              <a:gd name="connsiteY610" fmla="*/ 3991975 h 4835028"/>
              <a:gd name="connsiteX611" fmla="*/ 3508927 w 4819079"/>
              <a:gd name="connsiteY611" fmla="*/ 4005646 h 4835028"/>
              <a:gd name="connsiteX612" fmla="*/ 3495257 w 4819079"/>
              <a:gd name="connsiteY612" fmla="*/ 3991975 h 4835028"/>
              <a:gd name="connsiteX613" fmla="*/ 3508927 w 4819079"/>
              <a:gd name="connsiteY613" fmla="*/ 3978304 h 4835028"/>
              <a:gd name="connsiteX614" fmla="*/ 581025 w 4819079"/>
              <a:gd name="connsiteY614" fmla="*/ 3976025 h 4835028"/>
              <a:gd name="connsiteX615" fmla="*/ 596974 w 4819079"/>
              <a:gd name="connsiteY615" fmla="*/ 3991975 h 4835028"/>
              <a:gd name="connsiteX616" fmla="*/ 581025 w 4819079"/>
              <a:gd name="connsiteY616" fmla="*/ 4007924 h 4835028"/>
              <a:gd name="connsiteX617" fmla="*/ 565075 w 4819079"/>
              <a:gd name="connsiteY617" fmla="*/ 3991975 h 4835028"/>
              <a:gd name="connsiteX618" fmla="*/ 581025 w 4819079"/>
              <a:gd name="connsiteY618" fmla="*/ 3976025 h 4835028"/>
              <a:gd name="connsiteX619" fmla="*/ 2650039 w 4819079"/>
              <a:gd name="connsiteY619" fmla="*/ 3962240 h 4835028"/>
              <a:gd name="connsiteX620" fmla="*/ 2672710 w 4819079"/>
              <a:gd name="connsiteY620" fmla="*/ 3985139 h 4835028"/>
              <a:gd name="connsiteX621" fmla="*/ 2647646 w 4819079"/>
              <a:gd name="connsiteY621" fmla="*/ 4007925 h 4835028"/>
              <a:gd name="connsiteX622" fmla="*/ 2627139 w 4819079"/>
              <a:gd name="connsiteY622" fmla="*/ 3985139 h 4835028"/>
              <a:gd name="connsiteX623" fmla="*/ 2627012 w 4819079"/>
              <a:gd name="connsiteY623" fmla="*/ 3982734 h 4835028"/>
              <a:gd name="connsiteX624" fmla="*/ 2647646 w 4819079"/>
              <a:gd name="connsiteY624" fmla="*/ 3962354 h 4835028"/>
              <a:gd name="connsiteX625" fmla="*/ 2650039 w 4819079"/>
              <a:gd name="connsiteY625" fmla="*/ 3962240 h 4835028"/>
              <a:gd name="connsiteX626" fmla="*/ 2506378 w 4819079"/>
              <a:gd name="connsiteY626" fmla="*/ 3960076 h 4835028"/>
              <a:gd name="connsiteX627" fmla="*/ 2545113 w 4819079"/>
              <a:gd name="connsiteY627" fmla="*/ 3996532 h 4835028"/>
              <a:gd name="connsiteX628" fmla="*/ 2506378 w 4819079"/>
              <a:gd name="connsiteY628" fmla="*/ 4032989 h 4835028"/>
              <a:gd name="connsiteX629" fmla="*/ 2472200 w 4819079"/>
              <a:gd name="connsiteY629" fmla="*/ 3996532 h 4835028"/>
              <a:gd name="connsiteX630" fmla="*/ 2506378 w 4819079"/>
              <a:gd name="connsiteY630" fmla="*/ 3960076 h 4835028"/>
              <a:gd name="connsiteX631" fmla="*/ 2374223 w 4819079"/>
              <a:gd name="connsiteY631" fmla="*/ 3960076 h 4835028"/>
              <a:gd name="connsiteX632" fmla="*/ 2410680 w 4819079"/>
              <a:gd name="connsiteY632" fmla="*/ 3996532 h 4835028"/>
              <a:gd name="connsiteX633" fmla="*/ 2374223 w 4819079"/>
              <a:gd name="connsiteY633" fmla="*/ 4032989 h 4835028"/>
              <a:gd name="connsiteX634" fmla="*/ 2337767 w 4819079"/>
              <a:gd name="connsiteY634" fmla="*/ 3996532 h 4835028"/>
              <a:gd name="connsiteX635" fmla="*/ 2374223 w 4819079"/>
              <a:gd name="connsiteY635" fmla="*/ 3960076 h 4835028"/>
              <a:gd name="connsiteX636" fmla="*/ 1870669 w 4819079"/>
              <a:gd name="connsiteY636" fmla="*/ 3957798 h 4835028"/>
              <a:gd name="connsiteX637" fmla="*/ 1918518 w 4819079"/>
              <a:gd name="connsiteY637" fmla="*/ 4005647 h 4835028"/>
              <a:gd name="connsiteX638" fmla="*/ 1870669 w 4819079"/>
              <a:gd name="connsiteY638" fmla="*/ 4053496 h 4835028"/>
              <a:gd name="connsiteX639" fmla="*/ 1822820 w 4819079"/>
              <a:gd name="connsiteY639" fmla="*/ 4005647 h 4835028"/>
              <a:gd name="connsiteX640" fmla="*/ 1870669 w 4819079"/>
              <a:gd name="connsiteY640" fmla="*/ 3957798 h 4835028"/>
              <a:gd name="connsiteX641" fmla="*/ 3358547 w 4819079"/>
              <a:gd name="connsiteY641" fmla="*/ 3946404 h 4835028"/>
              <a:gd name="connsiteX642" fmla="*/ 3372217 w 4819079"/>
              <a:gd name="connsiteY642" fmla="*/ 3960075 h 4835028"/>
              <a:gd name="connsiteX643" fmla="*/ 3358547 w 4819079"/>
              <a:gd name="connsiteY643" fmla="*/ 3973746 h 4835028"/>
              <a:gd name="connsiteX644" fmla="*/ 3344875 w 4819079"/>
              <a:gd name="connsiteY644" fmla="*/ 3960075 h 4835028"/>
              <a:gd name="connsiteX645" fmla="*/ 3358547 w 4819079"/>
              <a:gd name="connsiteY645" fmla="*/ 3946404 h 4835028"/>
              <a:gd name="connsiteX646" fmla="*/ 2237512 w 4819079"/>
              <a:gd name="connsiteY646" fmla="*/ 3941847 h 4835028"/>
              <a:gd name="connsiteX647" fmla="*/ 2242203 w 4819079"/>
              <a:gd name="connsiteY647" fmla="*/ 3941847 h 4835028"/>
              <a:gd name="connsiteX648" fmla="*/ 2280804 w 4819079"/>
              <a:gd name="connsiteY648" fmla="*/ 3985139 h 4835028"/>
              <a:gd name="connsiteX649" fmla="*/ 2237512 w 4819079"/>
              <a:gd name="connsiteY649" fmla="*/ 4028431 h 4835028"/>
              <a:gd name="connsiteX650" fmla="*/ 2194220 w 4819079"/>
              <a:gd name="connsiteY650" fmla="*/ 3985139 h 4835028"/>
              <a:gd name="connsiteX651" fmla="*/ 2237512 w 4819079"/>
              <a:gd name="connsiteY651" fmla="*/ 3941847 h 4835028"/>
              <a:gd name="connsiteX652" fmla="*/ 2784358 w 4819079"/>
              <a:gd name="connsiteY652" fmla="*/ 3937290 h 4835028"/>
              <a:gd name="connsiteX653" fmla="*/ 2807143 w 4819079"/>
              <a:gd name="connsiteY653" fmla="*/ 3960075 h 4835028"/>
              <a:gd name="connsiteX654" fmla="*/ 2784358 w 4819079"/>
              <a:gd name="connsiteY654" fmla="*/ 3982861 h 4835028"/>
              <a:gd name="connsiteX655" fmla="*/ 2779514 w 4819079"/>
              <a:gd name="connsiteY655" fmla="*/ 3982861 h 4835028"/>
              <a:gd name="connsiteX656" fmla="*/ 2761573 w 4819079"/>
              <a:gd name="connsiteY656" fmla="*/ 3960075 h 4835028"/>
              <a:gd name="connsiteX657" fmla="*/ 2784358 w 4819079"/>
              <a:gd name="connsiteY657" fmla="*/ 3937290 h 4835028"/>
              <a:gd name="connsiteX658" fmla="*/ 849890 w 4819079"/>
              <a:gd name="connsiteY658" fmla="*/ 3935012 h 4835028"/>
              <a:gd name="connsiteX659" fmla="*/ 879511 w 4819079"/>
              <a:gd name="connsiteY659" fmla="*/ 3964633 h 4835028"/>
              <a:gd name="connsiteX660" fmla="*/ 879599 w 4819079"/>
              <a:gd name="connsiteY660" fmla="*/ 3966999 h 4835028"/>
              <a:gd name="connsiteX661" fmla="*/ 870861 w 4819079"/>
              <a:gd name="connsiteY661" fmla="*/ 3987919 h 4835028"/>
              <a:gd name="connsiteX662" fmla="*/ 849891 w 4819079"/>
              <a:gd name="connsiteY662" fmla="*/ 3996532 h 4835028"/>
              <a:gd name="connsiteX663" fmla="*/ 827334 w 4819079"/>
              <a:gd name="connsiteY663" fmla="*/ 3987189 h 4835028"/>
              <a:gd name="connsiteX664" fmla="*/ 817991 w 4819079"/>
              <a:gd name="connsiteY664" fmla="*/ 3964633 h 4835028"/>
              <a:gd name="connsiteX665" fmla="*/ 818079 w 4819079"/>
              <a:gd name="connsiteY665" fmla="*/ 3962267 h 4835028"/>
              <a:gd name="connsiteX666" fmla="*/ 849890 w 4819079"/>
              <a:gd name="connsiteY666" fmla="*/ 3935012 h 4835028"/>
              <a:gd name="connsiteX667" fmla="*/ 3078287 w 4819079"/>
              <a:gd name="connsiteY667" fmla="*/ 3935011 h 4835028"/>
              <a:gd name="connsiteX668" fmla="*/ 3123859 w 4819079"/>
              <a:gd name="connsiteY668" fmla="*/ 3980582 h 4835028"/>
              <a:gd name="connsiteX669" fmla="*/ 3078287 w 4819079"/>
              <a:gd name="connsiteY669" fmla="*/ 4026152 h 4835028"/>
              <a:gd name="connsiteX670" fmla="*/ 3032717 w 4819079"/>
              <a:gd name="connsiteY670" fmla="*/ 3980582 h 4835028"/>
              <a:gd name="connsiteX671" fmla="*/ 3078287 w 4819079"/>
              <a:gd name="connsiteY671" fmla="*/ 3935011 h 4835028"/>
              <a:gd name="connsiteX672" fmla="*/ 1528890 w 4819079"/>
              <a:gd name="connsiteY672" fmla="*/ 3928177 h 4835028"/>
              <a:gd name="connsiteX673" fmla="*/ 1560790 w 4819079"/>
              <a:gd name="connsiteY673" fmla="*/ 3960076 h 4835028"/>
              <a:gd name="connsiteX674" fmla="*/ 1528890 w 4819079"/>
              <a:gd name="connsiteY674" fmla="*/ 3991975 h 4835028"/>
              <a:gd name="connsiteX675" fmla="*/ 1496991 w 4819079"/>
              <a:gd name="connsiteY675" fmla="*/ 3960076 h 4835028"/>
              <a:gd name="connsiteX676" fmla="*/ 1528890 w 4819079"/>
              <a:gd name="connsiteY676" fmla="*/ 3928177 h 4835028"/>
              <a:gd name="connsiteX677" fmla="*/ 1323823 w 4819079"/>
              <a:gd name="connsiteY677" fmla="*/ 3928176 h 4835028"/>
              <a:gd name="connsiteX678" fmla="*/ 1346608 w 4819079"/>
              <a:gd name="connsiteY678" fmla="*/ 3950961 h 4835028"/>
              <a:gd name="connsiteX679" fmla="*/ 1323823 w 4819079"/>
              <a:gd name="connsiteY679" fmla="*/ 3976025 h 4835028"/>
              <a:gd name="connsiteX680" fmla="*/ 1298759 w 4819079"/>
              <a:gd name="connsiteY680" fmla="*/ 3950961 h 4835028"/>
              <a:gd name="connsiteX681" fmla="*/ 1298873 w 4819079"/>
              <a:gd name="connsiteY681" fmla="*/ 3948568 h 4835028"/>
              <a:gd name="connsiteX682" fmla="*/ 1323823 w 4819079"/>
              <a:gd name="connsiteY682" fmla="*/ 3928176 h 4835028"/>
              <a:gd name="connsiteX683" fmla="*/ 2103079 w 4819079"/>
              <a:gd name="connsiteY683" fmla="*/ 3919062 h 4835028"/>
              <a:gd name="connsiteX684" fmla="*/ 2144092 w 4819079"/>
              <a:gd name="connsiteY684" fmla="*/ 3960076 h 4835028"/>
              <a:gd name="connsiteX685" fmla="*/ 2103079 w 4819079"/>
              <a:gd name="connsiteY685" fmla="*/ 4003368 h 4835028"/>
              <a:gd name="connsiteX686" fmla="*/ 2059787 w 4819079"/>
              <a:gd name="connsiteY686" fmla="*/ 3960076 h 4835028"/>
              <a:gd name="connsiteX687" fmla="*/ 2103079 w 4819079"/>
              <a:gd name="connsiteY687" fmla="*/ 3919062 h 4835028"/>
              <a:gd name="connsiteX688" fmla="*/ 1745350 w 4819079"/>
              <a:gd name="connsiteY688" fmla="*/ 3916784 h 4835028"/>
              <a:gd name="connsiteX689" fmla="*/ 1781807 w 4819079"/>
              <a:gd name="connsiteY689" fmla="*/ 3953240 h 4835028"/>
              <a:gd name="connsiteX690" fmla="*/ 1745350 w 4819079"/>
              <a:gd name="connsiteY690" fmla="*/ 3989697 h 4835028"/>
              <a:gd name="connsiteX691" fmla="*/ 1708894 w 4819079"/>
              <a:gd name="connsiteY691" fmla="*/ 3953240 h 4835028"/>
              <a:gd name="connsiteX692" fmla="*/ 1745350 w 4819079"/>
              <a:gd name="connsiteY692" fmla="*/ 3916784 h 4835028"/>
              <a:gd name="connsiteX693" fmla="*/ 1125592 w 4819079"/>
              <a:gd name="connsiteY693" fmla="*/ 3912227 h 4835028"/>
              <a:gd name="connsiteX694" fmla="*/ 1143820 w 4819079"/>
              <a:gd name="connsiteY694" fmla="*/ 3930455 h 4835028"/>
              <a:gd name="connsiteX695" fmla="*/ 1125592 w 4819079"/>
              <a:gd name="connsiteY695" fmla="*/ 3948683 h 4835028"/>
              <a:gd name="connsiteX696" fmla="*/ 1107364 w 4819079"/>
              <a:gd name="connsiteY696" fmla="*/ 3930455 h 4835028"/>
              <a:gd name="connsiteX697" fmla="*/ 1125592 w 4819079"/>
              <a:gd name="connsiteY697" fmla="*/ 3912227 h 4835028"/>
              <a:gd name="connsiteX698" fmla="*/ 2916512 w 4819079"/>
              <a:gd name="connsiteY698" fmla="*/ 3903112 h 4835028"/>
              <a:gd name="connsiteX699" fmla="*/ 2937019 w 4819079"/>
              <a:gd name="connsiteY699" fmla="*/ 3923619 h 4835028"/>
              <a:gd name="connsiteX700" fmla="*/ 2916512 w 4819079"/>
              <a:gd name="connsiteY700" fmla="*/ 3944126 h 4835028"/>
              <a:gd name="connsiteX701" fmla="*/ 2896005 w 4819079"/>
              <a:gd name="connsiteY701" fmla="*/ 3923619 h 4835028"/>
              <a:gd name="connsiteX702" fmla="*/ 2916512 w 4819079"/>
              <a:gd name="connsiteY702" fmla="*/ 3903112 h 4835028"/>
              <a:gd name="connsiteX703" fmla="*/ 669887 w 4819079"/>
              <a:gd name="connsiteY703" fmla="*/ 3903112 h 4835028"/>
              <a:gd name="connsiteX704" fmla="*/ 692672 w 4819079"/>
              <a:gd name="connsiteY704" fmla="*/ 3925898 h 4835028"/>
              <a:gd name="connsiteX705" fmla="*/ 669887 w 4819079"/>
              <a:gd name="connsiteY705" fmla="*/ 3948683 h 4835028"/>
              <a:gd name="connsiteX706" fmla="*/ 667494 w 4819079"/>
              <a:gd name="connsiteY706" fmla="*/ 3948797 h 4835028"/>
              <a:gd name="connsiteX707" fmla="*/ 644823 w 4819079"/>
              <a:gd name="connsiteY707" fmla="*/ 3925898 h 4835028"/>
              <a:gd name="connsiteX708" fmla="*/ 669887 w 4819079"/>
              <a:gd name="connsiteY708" fmla="*/ 3903112 h 4835028"/>
              <a:gd name="connsiteX709" fmla="*/ 3761931 w 4819079"/>
              <a:gd name="connsiteY709" fmla="*/ 3900746 h 4835028"/>
              <a:gd name="connsiteX710" fmla="*/ 3791465 w 4819079"/>
              <a:gd name="connsiteY710" fmla="*/ 3930455 h 4835028"/>
              <a:gd name="connsiteX711" fmla="*/ 3759567 w 4819079"/>
              <a:gd name="connsiteY711" fmla="*/ 3962354 h 4835028"/>
              <a:gd name="connsiteX712" fmla="*/ 3757199 w 4819079"/>
              <a:gd name="connsiteY712" fmla="*/ 3962266 h 4835028"/>
              <a:gd name="connsiteX713" fmla="*/ 3729945 w 4819079"/>
              <a:gd name="connsiteY713" fmla="*/ 3930455 h 4835028"/>
              <a:gd name="connsiteX714" fmla="*/ 3759567 w 4819079"/>
              <a:gd name="connsiteY714" fmla="*/ 3900834 h 4835028"/>
              <a:gd name="connsiteX715" fmla="*/ 3761931 w 4819079"/>
              <a:gd name="connsiteY715" fmla="*/ 3900746 h 4835028"/>
              <a:gd name="connsiteX716" fmla="*/ 3618299 w 4819079"/>
              <a:gd name="connsiteY716" fmla="*/ 3891720 h 4835028"/>
              <a:gd name="connsiteX717" fmla="*/ 3636527 w 4819079"/>
              <a:gd name="connsiteY717" fmla="*/ 3909948 h 4835028"/>
              <a:gd name="connsiteX718" fmla="*/ 3618299 w 4819079"/>
              <a:gd name="connsiteY718" fmla="*/ 3925898 h 4835028"/>
              <a:gd name="connsiteX719" fmla="*/ 3600071 w 4819079"/>
              <a:gd name="connsiteY719" fmla="*/ 3909948 h 4835028"/>
              <a:gd name="connsiteX720" fmla="*/ 3618299 w 4819079"/>
              <a:gd name="connsiteY720" fmla="*/ 3891720 h 4835028"/>
              <a:gd name="connsiteX721" fmla="*/ 3203607 w 4819079"/>
              <a:gd name="connsiteY721" fmla="*/ 3887163 h 4835028"/>
              <a:gd name="connsiteX722" fmla="*/ 3237783 w 4819079"/>
              <a:gd name="connsiteY722" fmla="*/ 3921341 h 4835028"/>
              <a:gd name="connsiteX723" fmla="*/ 3237859 w 4819079"/>
              <a:gd name="connsiteY723" fmla="*/ 3923695 h 4835028"/>
              <a:gd name="connsiteX724" fmla="*/ 3203607 w 4819079"/>
              <a:gd name="connsiteY724" fmla="*/ 3957797 h 4835028"/>
              <a:gd name="connsiteX725" fmla="*/ 3167151 w 4819079"/>
              <a:gd name="connsiteY725" fmla="*/ 3921341 h 4835028"/>
              <a:gd name="connsiteX726" fmla="*/ 3203607 w 4819079"/>
              <a:gd name="connsiteY726" fmla="*/ 3887163 h 4835028"/>
              <a:gd name="connsiteX727" fmla="*/ 938753 w 4819079"/>
              <a:gd name="connsiteY727" fmla="*/ 3884884 h 4835028"/>
              <a:gd name="connsiteX728" fmla="*/ 954702 w 4819079"/>
              <a:gd name="connsiteY728" fmla="*/ 3900834 h 4835028"/>
              <a:gd name="connsiteX729" fmla="*/ 938753 w 4819079"/>
              <a:gd name="connsiteY729" fmla="*/ 3916783 h 4835028"/>
              <a:gd name="connsiteX730" fmla="*/ 922803 w 4819079"/>
              <a:gd name="connsiteY730" fmla="*/ 3900834 h 4835028"/>
              <a:gd name="connsiteX731" fmla="*/ 938753 w 4819079"/>
              <a:gd name="connsiteY731" fmla="*/ 3884884 h 4835028"/>
              <a:gd name="connsiteX732" fmla="*/ 1970924 w 4819079"/>
              <a:gd name="connsiteY732" fmla="*/ 3882606 h 4835028"/>
              <a:gd name="connsiteX733" fmla="*/ 2011938 w 4819079"/>
              <a:gd name="connsiteY733" fmla="*/ 3923619 h 4835028"/>
              <a:gd name="connsiteX734" fmla="*/ 1970924 w 4819079"/>
              <a:gd name="connsiteY734" fmla="*/ 3964633 h 4835028"/>
              <a:gd name="connsiteX735" fmla="*/ 1929911 w 4819079"/>
              <a:gd name="connsiteY735" fmla="*/ 3923619 h 4835028"/>
              <a:gd name="connsiteX736" fmla="*/ 1970924 w 4819079"/>
              <a:gd name="connsiteY736" fmla="*/ 3882606 h 4835028"/>
              <a:gd name="connsiteX737" fmla="*/ 2340045 w 4819079"/>
              <a:gd name="connsiteY737" fmla="*/ 3871213 h 4835028"/>
              <a:gd name="connsiteX738" fmla="*/ 2353716 w 4819079"/>
              <a:gd name="connsiteY738" fmla="*/ 3884884 h 4835028"/>
              <a:gd name="connsiteX739" fmla="*/ 2340045 w 4819079"/>
              <a:gd name="connsiteY739" fmla="*/ 3898555 h 4835028"/>
              <a:gd name="connsiteX740" fmla="*/ 2326374 w 4819079"/>
              <a:gd name="connsiteY740" fmla="*/ 3884884 h 4835028"/>
              <a:gd name="connsiteX741" fmla="*/ 2340045 w 4819079"/>
              <a:gd name="connsiteY741" fmla="*/ 3871213 h 4835028"/>
              <a:gd name="connsiteX742" fmla="*/ 2615747 w 4819079"/>
              <a:gd name="connsiteY742" fmla="*/ 3864378 h 4835028"/>
              <a:gd name="connsiteX743" fmla="*/ 2629418 w 4819079"/>
              <a:gd name="connsiteY743" fmla="*/ 3878049 h 4835028"/>
              <a:gd name="connsiteX744" fmla="*/ 2615747 w 4819079"/>
              <a:gd name="connsiteY744" fmla="*/ 3893998 h 4835028"/>
              <a:gd name="connsiteX745" fmla="*/ 2599797 w 4819079"/>
              <a:gd name="connsiteY745" fmla="*/ 3878049 h 4835028"/>
              <a:gd name="connsiteX746" fmla="*/ 2615747 w 4819079"/>
              <a:gd name="connsiteY746" fmla="*/ 3864378 h 4835028"/>
              <a:gd name="connsiteX747" fmla="*/ 3472471 w 4819079"/>
              <a:gd name="connsiteY747" fmla="*/ 3864377 h 4835028"/>
              <a:gd name="connsiteX748" fmla="*/ 3490699 w 4819079"/>
              <a:gd name="connsiteY748" fmla="*/ 3882606 h 4835028"/>
              <a:gd name="connsiteX749" fmla="*/ 3472471 w 4819079"/>
              <a:gd name="connsiteY749" fmla="*/ 3903112 h 4835028"/>
              <a:gd name="connsiteX750" fmla="*/ 3451965 w 4819079"/>
              <a:gd name="connsiteY750" fmla="*/ 3882606 h 4835028"/>
              <a:gd name="connsiteX751" fmla="*/ 3472471 w 4819079"/>
              <a:gd name="connsiteY751" fmla="*/ 3864377 h 4835028"/>
              <a:gd name="connsiteX752" fmla="*/ 2476757 w 4819079"/>
              <a:gd name="connsiteY752" fmla="*/ 3855263 h 4835028"/>
              <a:gd name="connsiteX753" fmla="*/ 2510935 w 4819079"/>
              <a:gd name="connsiteY753" fmla="*/ 3889441 h 4835028"/>
              <a:gd name="connsiteX754" fmla="*/ 2476757 w 4819079"/>
              <a:gd name="connsiteY754" fmla="*/ 3923619 h 4835028"/>
              <a:gd name="connsiteX755" fmla="*/ 2442579 w 4819079"/>
              <a:gd name="connsiteY755" fmla="*/ 3889441 h 4835028"/>
              <a:gd name="connsiteX756" fmla="*/ 2476757 w 4819079"/>
              <a:gd name="connsiteY756" fmla="*/ 3855263 h 4835028"/>
              <a:gd name="connsiteX757" fmla="*/ 1622310 w 4819079"/>
              <a:gd name="connsiteY757" fmla="*/ 3855263 h 4835028"/>
              <a:gd name="connsiteX758" fmla="*/ 1654210 w 4819079"/>
              <a:gd name="connsiteY758" fmla="*/ 3889441 h 4835028"/>
              <a:gd name="connsiteX759" fmla="*/ 1622310 w 4819079"/>
              <a:gd name="connsiteY759" fmla="*/ 3921340 h 4835028"/>
              <a:gd name="connsiteX760" fmla="*/ 1590411 w 4819079"/>
              <a:gd name="connsiteY760" fmla="*/ 3889441 h 4835028"/>
              <a:gd name="connsiteX761" fmla="*/ 1622310 w 4819079"/>
              <a:gd name="connsiteY761" fmla="*/ 3855263 h 4835028"/>
              <a:gd name="connsiteX762" fmla="*/ 1216733 w 4819079"/>
              <a:gd name="connsiteY762" fmla="*/ 3855263 h 4835028"/>
              <a:gd name="connsiteX763" fmla="*/ 1234961 w 4819079"/>
              <a:gd name="connsiteY763" fmla="*/ 3873491 h 4835028"/>
              <a:gd name="connsiteX764" fmla="*/ 1216733 w 4819079"/>
              <a:gd name="connsiteY764" fmla="*/ 3884884 h 4835028"/>
              <a:gd name="connsiteX765" fmla="*/ 1196227 w 4819079"/>
              <a:gd name="connsiteY765" fmla="*/ 3873491 h 4835028"/>
              <a:gd name="connsiteX766" fmla="*/ 1196369 w 4819079"/>
              <a:gd name="connsiteY766" fmla="*/ 3871069 h 4835028"/>
              <a:gd name="connsiteX767" fmla="*/ 1216733 w 4819079"/>
              <a:gd name="connsiteY767" fmla="*/ 3855263 h 4835028"/>
              <a:gd name="connsiteX768" fmla="*/ 496719 w 4819079"/>
              <a:gd name="connsiteY768" fmla="*/ 3855263 h 4835028"/>
              <a:gd name="connsiteX769" fmla="*/ 514947 w 4819079"/>
              <a:gd name="connsiteY769" fmla="*/ 3873491 h 4835028"/>
              <a:gd name="connsiteX770" fmla="*/ 517315 w 4819079"/>
              <a:gd name="connsiteY770" fmla="*/ 3885331 h 4835028"/>
              <a:gd name="connsiteX771" fmla="*/ 496719 w 4819079"/>
              <a:gd name="connsiteY771" fmla="*/ 3900834 h 4835028"/>
              <a:gd name="connsiteX772" fmla="*/ 484879 w 4819079"/>
              <a:gd name="connsiteY772" fmla="*/ 3898466 h 4835028"/>
              <a:gd name="connsiteX773" fmla="*/ 478491 w 4819079"/>
              <a:gd name="connsiteY773" fmla="*/ 3873491 h 4835028"/>
              <a:gd name="connsiteX774" fmla="*/ 496719 w 4819079"/>
              <a:gd name="connsiteY774" fmla="*/ 3855263 h 4835028"/>
              <a:gd name="connsiteX775" fmla="*/ 2750179 w 4819079"/>
              <a:gd name="connsiteY775" fmla="*/ 3852985 h 4835028"/>
              <a:gd name="connsiteX776" fmla="*/ 2752458 w 4819079"/>
              <a:gd name="connsiteY776" fmla="*/ 3855264 h 4835028"/>
              <a:gd name="connsiteX777" fmla="*/ 2750179 w 4819079"/>
              <a:gd name="connsiteY777" fmla="*/ 3857542 h 4835028"/>
              <a:gd name="connsiteX778" fmla="*/ 2747901 w 4819079"/>
              <a:gd name="connsiteY778" fmla="*/ 3855264 h 4835028"/>
              <a:gd name="connsiteX779" fmla="*/ 2750179 w 4819079"/>
              <a:gd name="connsiteY779" fmla="*/ 3852985 h 4835028"/>
              <a:gd name="connsiteX780" fmla="*/ 1841048 w 4819079"/>
              <a:gd name="connsiteY780" fmla="*/ 3839314 h 4835028"/>
              <a:gd name="connsiteX781" fmla="*/ 1877505 w 4819079"/>
              <a:gd name="connsiteY781" fmla="*/ 3875770 h 4835028"/>
              <a:gd name="connsiteX782" fmla="*/ 1841048 w 4819079"/>
              <a:gd name="connsiteY782" fmla="*/ 3912227 h 4835028"/>
              <a:gd name="connsiteX783" fmla="*/ 1804592 w 4819079"/>
              <a:gd name="connsiteY783" fmla="*/ 3875770 h 4835028"/>
              <a:gd name="connsiteX784" fmla="*/ 1841048 w 4819079"/>
              <a:gd name="connsiteY784" fmla="*/ 3839314 h 4835028"/>
              <a:gd name="connsiteX785" fmla="*/ 4390719 w 4819079"/>
              <a:gd name="connsiteY785" fmla="*/ 3839313 h 4835028"/>
              <a:gd name="connsiteX786" fmla="*/ 4434011 w 4819079"/>
              <a:gd name="connsiteY786" fmla="*/ 3882605 h 4835028"/>
              <a:gd name="connsiteX787" fmla="*/ 4390719 w 4819079"/>
              <a:gd name="connsiteY787" fmla="*/ 3925898 h 4835028"/>
              <a:gd name="connsiteX788" fmla="*/ 4347427 w 4819079"/>
              <a:gd name="connsiteY788" fmla="*/ 3882605 h 4835028"/>
              <a:gd name="connsiteX789" fmla="*/ 4347427 w 4819079"/>
              <a:gd name="connsiteY789" fmla="*/ 3877914 h 4835028"/>
              <a:gd name="connsiteX790" fmla="*/ 4390719 w 4819079"/>
              <a:gd name="connsiteY790" fmla="*/ 3839313 h 4835028"/>
              <a:gd name="connsiteX791" fmla="*/ 4119113 w 4819079"/>
              <a:gd name="connsiteY791" fmla="*/ 3837958 h 4835028"/>
              <a:gd name="connsiteX792" fmla="*/ 4148503 w 4819079"/>
              <a:gd name="connsiteY792" fmla="*/ 3857773 h 4835028"/>
              <a:gd name="connsiteX793" fmla="*/ 4128687 w 4819079"/>
              <a:gd name="connsiteY793" fmla="*/ 3887163 h 4835028"/>
              <a:gd name="connsiteX794" fmla="*/ 4101347 w 4819079"/>
              <a:gd name="connsiteY794" fmla="*/ 3873491 h 4835028"/>
              <a:gd name="connsiteX795" fmla="*/ 4099299 w 4819079"/>
              <a:gd name="connsiteY795" fmla="*/ 3867348 h 4835028"/>
              <a:gd name="connsiteX796" fmla="*/ 4119113 w 4819079"/>
              <a:gd name="connsiteY796" fmla="*/ 3837958 h 4835028"/>
              <a:gd name="connsiteX797" fmla="*/ 2203334 w 4819079"/>
              <a:gd name="connsiteY797" fmla="*/ 3837036 h 4835028"/>
              <a:gd name="connsiteX798" fmla="*/ 2235234 w 4819079"/>
              <a:gd name="connsiteY798" fmla="*/ 3868935 h 4835028"/>
              <a:gd name="connsiteX799" fmla="*/ 2203334 w 4819079"/>
              <a:gd name="connsiteY799" fmla="*/ 3900834 h 4835028"/>
              <a:gd name="connsiteX800" fmla="*/ 2171435 w 4819079"/>
              <a:gd name="connsiteY800" fmla="*/ 3868935 h 4835028"/>
              <a:gd name="connsiteX801" fmla="*/ 2203334 w 4819079"/>
              <a:gd name="connsiteY801" fmla="*/ 3837036 h 4835028"/>
              <a:gd name="connsiteX802" fmla="*/ 3046387 w 4819079"/>
              <a:gd name="connsiteY802" fmla="*/ 3837035 h 4835028"/>
              <a:gd name="connsiteX803" fmla="*/ 3085123 w 4819079"/>
              <a:gd name="connsiteY803" fmla="*/ 3875770 h 4835028"/>
              <a:gd name="connsiteX804" fmla="*/ 3046387 w 4819079"/>
              <a:gd name="connsiteY804" fmla="*/ 3914505 h 4835028"/>
              <a:gd name="connsiteX805" fmla="*/ 3007653 w 4819079"/>
              <a:gd name="connsiteY805" fmla="*/ 3875770 h 4835028"/>
              <a:gd name="connsiteX806" fmla="*/ 3046387 w 4819079"/>
              <a:gd name="connsiteY806" fmla="*/ 3837035 h 4835028"/>
              <a:gd name="connsiteX807" fmla="*/ 753804 w 4819079"/>
              <a:gd name="connsiteY807" fmla="*/ 3835924 h 4835028"/>
              <a:gd name="connsiteX808" fmla="*/ 766255 w 4819079"/>
              <a:gd name="connsiteY808" fmla="*/ 3845479 h 4835028"/>
              <a:gd name="connsiteX809" fmla="*/ 758749 w 4819079"/>
              <a:gd name="connsiteY809" fmla="*/ 3873491 h 4835028"/>
              <a:gd name="connsiteX810" fmla="*/ 738243 w 4819079"/>
              <a:gd name="connsiteY810" fmla="*/ 3873491 h 4835028"/>
              <a:gd name="connsiteX811" fmla="*/ 730737 w 4819079"/>
              <a:gd name="connsiteY811" fmla="*/ 3865985 h 4835028"/>
              <a:gd name="connsiteX812" fmla="*/ 738243 w 4819079"/>
              <a:gd name="connsiteY812" fmla="*/ 3837973 h 4835028"/>
              <a:gd name="connsiteX813" fmla="*/ 753804 w 4819079"/>
              <a:gd name="connsiteY813" fmla="*/ 3835924 h 4835028"/>
              <a:gd name="connsiteX814" fmla="*/ 1414964 w 4819079"/>
              <a:gd name="connsiteY814" fmla="*/ 3834756 h 4835028"/>
              <a:gd name="connsiteX815" fmla="*/ 1453699 w 4819079"/>
              <a:gd name="connsiteY815" fmla="*/ 3873491 h 4835028"/>
              <a:gd name="connsiteX816" fmla="*/ 1454710 w 4819079"/>
              <a:gd name="connsiteY816" fmla="*/ 3881376 h 4835028"/>
              <a:gd name="connsiteX817" fmla="*/ 1414964 w 4819079"/>
              <a:gd name="connsiteY817" fmla="*/ 3923619 h 4835028"/>
              <a:gd name="connsiteX818" fmla="*/ 1390456 w 4819079"/>
              <a:gd name="connsiteY818" fmla="*/ 3923049 h 4835028"/>
              <a:gd name="connsiteX819" fmla="*/ 1367115 w 4819079"/>
              <a:gd name="connsiteY819" fmla="*/ 3873491 h 4835028"/>
              <a:gd name="connsiteX820" fmla="*/ 1368191 w 4819079"/>
              <a:gd name="connsiteY820" fmla="*/ 3863270 h 4835028"/>
              <a:gd name="connsiteX821" fmla="*/ 1414964 w 4819079"/>
              <a:gd name="connsiteY821" fmla="*/ 3834756 h 4835028"/>
              <a:gd name="connsiteX822" fmla="*/ 1027615 w 4819079"/>
              <a:gd name="connsiteY822" fmla="*/ 3821086 h 4835028"/>
              <a:gd name="connsiteX823" fmla="*/ 1041286 w 4819079"/>
              <a:gd name="connsiteY823" fmla="*/ 3834757 h 4835028"/>
              <a:gd name="connsiteX824" fmla="*/ 1027615 w 4819079"/>
              <a:gd name="connsiteY824" fmla="*/ 3848428 h 4835028"/>
              <a:gd name="connsiteX825" fmla="*/ 1013944 w 4819079"/>
              <a:gd name="connsiteY825" fmla="*/ 3834757 h 4835028"/>
              <a:gd name="connsiteX826" fmla="*/ 1027615 w 4819079"/>
              <a:gd name="connsiteY826" fmla="*/ 3821086 h 4835028"/>
              <a:gd name="connsiteX827" fmla="*/ 4260843 w 4819079"/>
              <a:gd name="connsiteY827" fmla="*/ 3811972 h 4835028"/>
              <a:gd name="connsiteX828" fmla="*/ 4309439 w 4819079"/>
              <a:gd name="connsiteY828" fmla="*/ 3860568 h 4835028"/>
              <a:gd name="connsiteX829" fmla="*/ 4260843 w 4819079"/>
              <a:gd name="connsiteY829" fmla="*/ 3932734 h 4835028"/>
              <a:gd name="connsiteX830" fmla="*/ 4237273 w 4819079"/>
              <a:gd name="connsiteY830" fmla="*/ 3932734 h 4835028"/>
              <a:gd name="connsiteX831" fmla="*/ 4188677 w 4819079"/>
              <a:gd name="connsiteY831" fmla="*/ 3860568 h 4835028"/>
              <a:gd name="connsiteX832" fmla="*/ 4260843 w 4819079"/>
              <a:gd name="connsiteY832" fmla="*/ 3811972 h 4835028"/>
              <a:gd name="connsiteX833" fmla="*/ 3322089 w 4819079"/>
              <a:gd name="connsiteY833" fmla="*/ 3807414 h 4835028"/>
              <a:gd name="connsiteX834" fmla="*/ 3367659 w 4819079"/>
              <a:gd name="connsiteY834" fmla="*/ 3852985 h 4835028"/>
              <a:gd name="connsiteX835" fmla="*/ 3322089 w 4819079"/>
              <a:gd name="connsiteY835" fmla="*/ 3898555 h 4835028"/>
              <a:gd name="connsiteX836" fmla="*/ 3276519 w 4819079"/>
              <a:gd name="connsiteY836" fmla="*/ 3852985 h 4835028"/>
              <a:gd name="connsiteX837" fmla="*/ 3322089 w 4819079"/>
              <a:gd name="connsiteY837" fmla="*/ 3807414 h 4835028"/>
              <a:gd name="connsiteX838" fmla="*/ 2068901 w 4819079"/>
              <a:gd name="connsiteY838" fmla="*/ 3802857 h 4835028"/>
              <a:gd name="connsiteX839" fmla="*/ 2105357 w 4819079"/>
              <a:gd name="connsiteY839" fmla="*/ 3837035 h 4835028"/>
              <a:gd name="connsiteX840" fmla="*/ 2068901 w 4819079"/>
              <a:gd name="connsiteY840" fmla="*/ 3873491 h 4835028"/>
              <a:gd name="connsiteX841" fmla="*/ 2034723 w 4819079"/>
              <a:gd name="connsiteY841" fmla="*/ 3837035 h 4835028"/>
              <a:gd name="connsiteX842" fmla="*/ 2068901 w 4819079"/>
              <a:gd name="connsiteY842" fmla="*/ 3802857 h 4835028"/>
              <a:gd name="connsiteX843" fmla="*/ 3720831 w 4819079"/>
              <a:gd name="connsiteY843" fmla="*/ 3796021 h 4835028"/>
              <a:gd name="connsiteX844" fmla="*/ 3725675 w 4819079"/>
              <a:gd name="connsiteY844" fmla="*/ 3796021 h 4835028"/>
              <a:gd name="connsiteX845" fmla="*/ 3743617 w 4819079"/>
              <a:gd name="connsiteY845" fmla="*/ 3818807 h 4835028"/>
              <a:gd name="connsiteX846" fmla="*/ 3720831 w 4819079"/>
              <a:gd name="connsiteY846" fmla="*/ 3841592 h 4835028"/>
              <a:gd name="connsiteX847" fmla="*/ 3698047 w 4819079"/>
              <a:gd name="connsiteY847" fmla="*/ 3818807 h 4835028"/>
              <a:gd name="connsiteX848" fmla="*/ 3720831 w 4819079"/>
              <a:gd name="connsiteY848" fmla="*/ 3796021 h 4835028"/>
              <a:gd name="connsiteX849" fmla="*/ 585582 w 4819079"/>
              <a:gd name="connsiteY849" fmla="*/ 3793743 h 4835028"/>
              <a:gd name="connsiteX850" fmla="*/ 610645 w 4819079"/>
              <a:gd name="connsiteY850" fmla="*/ 3818807 h 4835028"/>
              <a:gd name="connsiteX851" fmla="*/ 585582 w 4819079"/>
              <a:gd name="connsiteY851" fmla="*/ 3843871 h 4835028"/>
              <a:gd name="connsiteX852" fmla="*/ 560518 w 4819079"/>
              <a:gd name="connsiteY852" fmla="*/ 3818807 h 4835028"/>
              <a:gd name="connsiteX853" fmla="*/ 585582 w 4819079"/>
              <a:gd name="connsiteY853" fmla="*/ 3793743 h 4835028"/>
              <a:gd name="connsiteX854" fmla="*/ 2882334 w 4819079"/>
              <a:gd name="connsiteY854" fmla="*/ 3789186 h 4835028"/>
              <a:gd name="connsiteX855" fmla="*/ 2914233 w 4819079"/>
              <a:gd name="connsiteY855" fmla="*/ 3821085 h 4835028"/>
              <a:gd name="connsiteX856" fmla="*/ 2914145 w 4819079"/>
              <a:gd name="connsiteY856" fmla="*/ 3823452 h 4835028"/>
              <a:gd name="connsiteX857" fmla="*/ 2882334 w 4819079"/>
              <a:gd name="connsiteY857" fmla="*/ 3850706 h 4835028"/>
              <a:gd name="connsiteX858" fmla="*/ 2852713 w 4819079"/>
              <a:gd name="connsiteY858" fmla="*/ 3821085 h 4835028"/>
              <a:gd name="connsiteX859" fmla="*/ 2852625 w 4819079"/>
              <a:gd name="connsiteY859" fmla="*/ 3818719 h 4835028"/>
              <a:gd name="connsiteX860" fmla="*/ 2882334 w 4819079"/>
              <a:gd name="connsiteY860" fmla="*/ 3789186 h 4835028"/>
              <a:gd name="connsiteX861" fmla="*/ 1718008 w 4819079"/>
              <a:gd name="connsiteY861" fmla="*/ 3786908 h 4835028"/>
              <a:gd name="connsiteX862" fmla="*/ 1747629 w 4819079"/>
              <a:gd name="connsiteY862" fmla="*/ 3816529 h 4835028"/>
              <a:gd name="connsiteX863" fmla="*/ 1718008 w 4819079"/>
              <a:gd name="connsiteY863" fmla="*/ 3846149 h 4835028"/>
              <a:gd name="connsiteX864" fmla="*/ 1688387 w 4819079"/>
              <a:gd name="connsiteY864" fmla="*/ 3816529 h 4835028"/>
              <a:gd name="connsiteX865" fmla="*/ 1718008 w 4819079"/>
              <a:gd name="connsiteY865" fmla="*/ 3786908 h 4835028"/>
              <a:gd name="connsiteX866" fmla="*/ 3169429 w 4819079"/>
              <a:gd name="connsiteY866" fmla="*/ 3782351 h 4835028"/>
              <a:gd name="connsiteX867" fmla="*/ 3201327 w 4819079"/>
              <a:gd name="connsiteY867" fmla="*/ 3816529 h 4835028"/>
              <a:gd name="connsiteX868" fmla="*/ 3169429 w 4819079"/>
              <a:gd name="connsiteY868" fmla="*/ 3848428 h 4835028"/>
              <a:gd name="connsiteX869" fmla="*/ 3135251 w 4819079"/>
              <a:gd name="connsiteY869" fmla="*/ 3816529 h 4835028"/>
              <a:gd name="connsiteX870" fmla="*/ 3169429 w 4819079"/>
              <a:gd name="connsiteY870" fmla="*/ 3782351 h 4835028"/>
              <a:gd name="connsiteX871" fmla="*/ 1307874 w 4819079"/>
              <a:gd name="connsiteY871" fmla="*/ 3777794 h 4835028"/>
              <a:gd name="connsiteX872" fmla="*/ 1328381 w 4819079"/>
              <a:gd name="connsiteY872" fmla="*/ 3798301 h 4835028"/>
              <a:gd name="connsiteX873" fmla="*/ 1307874 w 4819079"/>
              <a:gd name="connsiteY873" fmla="*/ 3818808 h 4835028"/>
              <a:gd name="connsiteX874" fmla="*/ 1287367 w 4819079"/>
              <a:gd name="connsiteY874" fmla="*/ 3798301 h 4835028"/>
              <a:gd name="connsiteX875" fmla="*/ 1307874 w 4819079"/>
              <a:gd name="connsiteY875" fmla="*/ 3777794 h 4835028"/>
              <a:gd name="connsiteX876" fmla="*/ 847612 w 4819079"/>
              <a:gd name="connsiteY876" fmla="*/ 3777794 h 4835028"/>
              <a:gd name="connsiteX877" fmla="*/ 865840 w 4819079"/>
              <a:gd name="connsiteY877" fmla="*/ 3798301 h 4835028"/>
              <a:gd name="connsiteX878" fmla="*/ 847612 w 4819079"/>
              <a:gd name="connsiteY878" fmla="*/ 3816529 h 4835028"/>
              <a:gd name="connsiteX879" fmla="*/ 827105 w 4819079"/>
              <a:gd name="connsiteY879" fmla="*/ 3798301 h 4835028"/>
              <a:gd name="connsiteX880" fmla="*/ 847612 w 4819079"/>
              <a:gd name="connsiteY880" fmla="*/ 3777794 h 4835028"/>
              <a:gd name="connsiteX881" fmla="*/ 1506105 w 4819079"/>
              <a:gd name="connsiteY881" fmla="*/ 3775515 h 4835028"/>
              <a:gd name="connsiteX882" fmla="*/ 1547118 w 4819079"/>
              <a:gd name="connsiteY882" fmla="*/ 3814250 h 4835028"/>
              <a:gd name="connsiteX883" fmla="*/ 1506105 w 4819079"/>
              <a:gd name="connsiteY883" fmla="*/ 3855264 h 4835028"/>
              <a:gd name="connsiteX884" fmla="*/ 1467370 w 4819079"/>
              <a:gd name="connsiteY884" fmla="*/ 3814250 h 4835028"/>
              <a:gd name="connsiteX885" fmla="*/ 1506105 w 4819079"/>
              <a:gd name="connsiteY885" fmla="*/ 3775515 h 4835028"/>
              <a:gd name="connsiteX886" fmla="*/ 3579563 w 4819079"/>
              <a:gd name="connsiteY886" fmla="*/ 3770958 h 4835028"/>
              <a:gd name="connsiteX887" fmla="*/ 3606907 w 4819079"/>
              <a:gd name="connsiteY887" fmla="*/ 3798300 h 4835028"/>
              <a:gd name="connsiteX888" fmla="*/ 3579563 w 4819079"/>
              <a:gd name="connsiteY888" fmla="*/ 3825643 h 4835028"/>
              <a:gd name="connsiteX889" fmla="*/ 3552221 w 4819079"/>
              <a:gd name="connsiteY889" fmla="*/ 3798300 h 4835028"/>
              <a:gd name="connsiteX890" fmla="*/ 3579563 w 4819079"/>
              <a:gd name="connsiteY890" fmla="*/ 3770958 h 4835028"/>
              <a:gd name="connsiteX891" fmla="*/ 1939025 w 4819079"/>
              <a:gd name="connsiteY891" fmla="*/ 3766401 h 4835028"/>
              <a:gd name="connsiteX892" fmla="*/ 1968646 w 4819079"/>
              <a:gd name="connsiteY892" fmla="*/ 3796022 h 4835028"/>
              <a:gd name="connsiteX893" fmla="*/ 1968733 w 4819079"/>
              <a:gd name="connsiteY893" fmla="*/ 3798388 h 4835028"/>
              <a:gd name="connsiteX894" fmla="*/ 1939025 w 4819079"/>
              <a:gd name="connsiteY894" fmla="*/ 3827921 h 4835028"/>
              <a:gd name="connsiteX895" fmla="*/ 1936659 w 4819079"/>
              <a:gd name="connsiteY895" fmla="*/ 3827833 h 4835028"/>
              <a:gd name="connsiteX896" fmla="*/ 1909404 w 4819079"/>
              <a:gd name="connsiteY896" fmla="*/ 3796022 h 4835028"/>
              <a:gd name="connsiteX897" fmla="*/ 1939025 w 4819079"/>
              <a:gd name="connsiteY897" fmla="*/ 3766401 h 4835028"/>
              <a:gd name="connsiteX898" fmla="*/ 1121034 w 4819079"/>
              <a:gd name="connsiteY898" fmla="*/ 3752730 h 4835028"/>
              <a:gd name="connsiteX899" fmla="*/ 1139263 w 4819079"/>
              <a:gd name="connsiteY899" fmla="*/ 3770958 h 4835028"/>
              <a:gd name="connsiteX900" fmla="*/ 1138691 w 4819079"/>
              <a:gd name="connsiteY900" fmla="*/ 3776106 h 4835028"/>
              <a:gd name="connsiteX901" fmla="*/ 1116477 w 4819079"/>
              <a:gd name="connsiteY901" fmla="*/ 3789186 h 4835028"/>
              <a:gd name="connsiteX902" fmla="*/ 1102806 w 4819079"/>
              <a:gd name="connsiteY902" fmla="*/ 3770958 h 4835028"/>
              <a:gd name="connsiteX903" fmla="*/ 1121034 w 4819079"/>
              <a:gd name="connsiteY903" fmla="*/ 3752730 h 4835028"/>
              <a:gd name="connsiteX904" fmla="*/ 3436015 w 4819079"/>
              <a:gd name="connsiteY904" fmla="*/ 3748172 h 4835028"/>
              <a:gd name="connsiteX905" fmla="*/ 3463359 w 4819079"/>
              <a:gd name="connsiteY905" fmla="*/ 3773236 h 4835028"/>
              <a:gd name="connsiteX906" fmla="*/ 3436015 w 4819079"/>
              <a:gd name="connsiteY906" fmla="*/ 3800579 h 4835028"/>
              <a:gd name="connsiteX907" fmla="*/ 3436015 w 4819079"/>
              <a:gd name="connsiteY907" fmla="*/ 3800578 h 4835028"/>
              <a:gd name="connsiteX908" fmla="*/ 3408673 w 4819079"/>
              <a:gd name="connsiteY908" fmla="*/ 3773236 h 4835028"/>
              <a:gd name="connsiteX909" fmla="*/ 3408777 w 4819079"/>
              <a:gd name="connsiteY909" fmla="*/ 3770853 h 4835028"/>
              <a:gd name="connsiteX910" fmla="*/ 3436015 w 4819079"/>
              <a:gd name="connsiteY910" fmla="*/ 3748172 h 4835028"/>
              <a:gd name="connsiteX911" fmla="*/ 3012211 w 4819079"/>
              <a:gd name="connsiteY911" fmla="*/ 3741337 h 4835028"/>
              <a:gd name="connsiteX912" fmla="*/ 3041831 w 4819079"/>
              <a:gd name="connsiteY912" fmla="*/ 3770958 h 4835028"/>
              <a:gd name="connsiteX913" fmla="*/ 3041919 w 4819079"/>
              <a:gd name="connsiteY913" fmla="*/ 3773324 h 4835028"/>
              <a:gd name="connsiteX914" fmla="*/ 3012211 w 4819079"/>
              <a:gd name="connsiteY914" fmla="*/ 3802857 h 4835028"/>
              <a:gd name="connsiteX915" fmla="*/ 2980311 w 4819079"/>
              <a:gd name="connsiteY915" fmla="*/ 3770958 h 4835028"/>
              <a:gd name="connsiteX916" fmla="*/ 2980399 w 4819079"/>
              <a:gd name="connsiteY916" fmla="*/ 3768592 h 4835028"/>
              <a:gd name="connsiteX917" fmla="*/ 3012211 w 4819079"/>
              <a:gd name="connsiteY917" fmla="*/ 3741337 h 4835028"/>
              <a:gd name="connsiteX918" fmla="*/ 683558 w 4819079"/>
              <a:gd name="connsiteY918" fmla="*/ 3725388 h 4835028"/>
              <a:gd name="connsiteX919" fmla="*/ 710900 w 4819079"/>
              <a:gd name="connsiteY919" fmla="*/ 3752730 h 4835028"/>
              <a:gd name="connsiteX920" fmla="*/ 710995 w 4819079"/>
              <a:gd name="connsiteY920" fmla="*/ 3755104 h 4835028"/>
              <a:gd name="connsiteX921" fmla="*/ 683558 w 4819079"/>
              <a:gd name="connsiteY921" fmla="*/ 3782351 h 4835028"/>
              <a:gd name="connsiteX922" fmla="*/ 683558 w 4819079"/>
              <a:gd name="connsiteY922" fmla="*/ 3782350 h 4835028"/>
              <a:gd name="connsiteX923" fmla="*/ 653937 w 4819079"/>
              <a:gd name="connsiteY923" fmla="*/ 3752730 h 4835028"/>
              <a:gd name="connsiteX924" fmla="*/ 654032 w 4819079"/>
              <a:gd name="connsiteY924" fmla="*/ 3750356 h 4835028"/>
              <a:gd name="connsiteX925" fmla="*/ 683558 w 4819079"/>
              <a:gd name="connsiteY925" fmla="*/ 3725388 h 4835028"/>
              <a:gd name="connsiteX926" fmla="*/ 4468187 w 4819079"/>
              <a:gd name="connsiteY926" fmla="*/ 3725387 h 4835028"/>
              <a:gd name="connsiteX927" fmla="*/ 4511479 w 4819079"/>
              <a:gd name="connsiteY927" fmla="*/ 3768679 h 4835028"/>
              <a:gd name="connsiteX928" fmla="*/ 4468187 w 4819079"/>
              <a:gd name="connsiteY928" fmla="*/ 3811971 h 4835028"/>
              <a:gd name="connsiteX929" fmla="*/ 4424895 w 4819079"/>
              <a:gd name="connsiteY929" fmla="*/ 3768679 h 4835028"/>
              <a:gd name="connsiteX930" fmla="*/ 4468187 w 4819079"/>
              <a:gd name="connsiteY930" fmla="*/ 3725387 h 4835028"/>
              <a:gd name="connsiteX931" fmla="*/ 2171434 w 4819079"/>
              <a:gd name="connsiteY931" fmla="*/ 3725387 h 4835028"/>
              <a:gd name="connsiteX932" fmla="*/ 2196498 w 4819079"/>
              <a:gd name="connsiteY932" fmla="*/ 3750451 h 4835028"/>
              <a:gd name="connsiteX933" fmla="*/ 2196602 w 4819079"/>
              <a:gd name="connsiteY933" fmla="*/ 3752834 h 4835028"/>
              <a:gd name="connsiteX934" fmla="*/ 2171434 w 4819079"/>
              <a:gd name="connsiteY934" fmla="*/ 3777793 h 4835028"/>
              <a:gd name="connsiteX935" fmla="*/ 2144092 w 4819079"/>
              <a:gd name="connsiteY935" fmla="*/ 3750451 h 4835028"/>
              <a:gd name="connsiteX936" fmla="*/ 2144196 w 4819079"/>
              <a:gd name="connsiteY936" fmla="*/ 3748068 h 4835028"/>
              <a:gd name="connsiteX937" fmla="*/ 2171434 w 4819079"/>
              <a:gd name="connsiteY937" fmla="*/ 3725387 h 4835028"/>
              <a:gd name="connsiteX938" fmla="*/ 4212991 w 4819079"/>
              <a:gd name="connsiteY938" fmla="*/ 3720831 h 4835028"/>
              <a:gd name="connsiteX939" fmla="*/ 4244891 w 4819079"/>
              <a:gd name="connsiteY939" fmla="*/ 3752730 h 4835028"/>
              <a:gd name="connsiteX940" fmla="*/ 4212991 w 4819079"/>
              <a:gd name="connsiteY940" fmla="*/ 3786908 h 4835028"/>
              <a:gd name="connsiteX941" fmla="*/ 4181093 w 4819079"/>
              <a:gd name="connsiteY941" fmla="*/ 3752730 h 4835028"/>
              <a:gd name="connsiteX942" fmla="*/ 4212991 w 4819079"/>
              <a:gd name="connsiteY942" fmla="*/ 3720831 h 4835028"/>
              <a:gd name="connsiteX943" fmla="*/ 4340591 w 4819079"/>
              <a:gd name="connsiteY943" fmla="*/ 3718552 h 4835028"/>
              <a:gd name="connsiteX944" fmla="*/ 4345283 w 4819079"/>
              <a:gd name="connsiteY944" fmla="*/ 3718552 h 4835028"/>
              <a:gd name="connsiteX945" fmla="*/ 4383883 w 4819079"/>
              <a:gd name="connsiteY945" fmla="*/ 3761844 h 4835028"/>
              <a:gd name="connsiteX946" fmla="*/ 4340591 w 4819079"/>
              <a:gd name="connsiteY946" fmla="*/ 3805136 h 4835028"/>
              <a:gd name="connsiteX947" fmla="*/ 4297299 w 4819079"/>
              <a:gd name="connsiteY947" fmla="*/ 3761844 h 4835028"/>
              <a:gd name="connsiteX948" fmla="*/ 4340591 w 4819079"/>
              <a:gd name="connsiteY948" fmla="*/ 3718552 h 4835028"/>
              <a:gd name="connsiteX949" fmla="*/ 3287911 w 4819079"/>
              <a:gd name="connsiteY949" fmla="*/ 3716274 h 4835028"/>
              <a:gd name="connsiteX950" fmla="*/ 3317533 w 4819079"/>
              <a:gd name="connsiteY950" fmla="*/ 3745895 h 4835028"/>
              <a:gd name="connsiteX951" fmla="*/ 3287911 w 4819079"/>
              <a:gd name="connsiteY951" fmla="*/ 3775515 h 4835028"/>
              <a:gd name="connsiteX952" fmla="*/ 3258291 w 4819079"/>
              <a:gd name="connsiteY952" fmla="*/ 3745895 h 4835028"/>
              <a:gd name="connsiteX953" fmla="*/ 3287911 w 4819079"/>
              <a:gd name="connsiteY953" fmla="*/ 3716274 h 4835028"/>
              <a:gd name="connsiteX954" fmla="*/ 1594968 w 4819079"/>
              <a:gd name="connsiteY954" fmla="*/ 3716274 h 4835028"/>
              <a:gd name="connsiteX955" fmla="*/ 1624589 w 4819079"/>
              <a:gd name="connsiteY955" fmla="*/ 3745895 h 4835028"/>
              <a:gd name="connsiteX956" fmla="*/ 1594968 w 4819079"/>
              <a:gd name="connsiteY956" fmla="*/ 3775515 h 4835028"/>
              <a:gd name="connsiteX957" fmla="*/ 1565347 w 4819079"/>
              <a:gd name="connsiteY957" fmla="*/ 3745895 h 4835028"/>
              <a:gd name="connsiteX958" fmla="*/ 1594968 w 4819079"/>
              <a:gd name="connsiteY958" fmla="*/ 3716274 h 4835028"/>
              <a:gd name="connsiteX959" fmla="*/ 934196 w 4819079"/>
              <a:gd name="connsiteY959" fmla="*/ 3716274 h 4835028"/>
              <a:gd name="connsiteX960" fmla="*/ 952424 w 4819079"/>
              <a:gd name="connsiteY960" fmla="*/ 3732224 h 4835028"/>
              <a:gd name="connsiteX961" fmla="*/ 934196 w 4819079"/>
              <a:gd name="connsiteY961" fmla="*/ 3748173 h 4835028"/>
              <a:gd name="connsiteX962" fmla="*/ 918246 w 4819079"/>
              <a:gd name="connsiteY962" fmla="*/ 3732224 h 4835028"/>
              <a:gd name="connsiteX963" fmla="*/ 934196 w 4819079"/>
              <a:gd name="connsiteY963" fmla="*/ 3716274 h 4835028"/>
              <a:gd name="connsiteX964" fmla="*/ 1822820 w 4819079"/>
              <a:gd name="connsiteY964" fmla="*/ 3709438 h 4835028"/>
              <a:gd name="connsiteX965" fmla="*/ 1854720 w 4819079"/>
              <a:gd name="connsiteY965" fmla="*/ 3741337 h 4835028"/>
              <a:gd name="connsiteX966" fmla="*/ 1822820 w 4819079"/>
              <a:gd name="connsiteY966" fmla="*/ 3773236 h 4835028"/>
              <a:gd name="connsiteX967" fmla="*/ 1790921 w 4819079"/>
              <a:gd name="connsiteY967" fmla="*/ 3741337 h 4835028"/>
              <a:gd name="connsiteX968" fmla="*/ 1822820 w 4819079"/>
              <a:gd name="connsiteY968" fmla="*/ 3709438 h 4835028"/>
              <a:gd name="connsiteX969" fmla="*/ 3950963 w 4819079"/>
              <a:gd name="connsiteY969" fmla="*/ 3709437 h 4835028"/>
              <a:gd name="connsiteX970" fmla="*/ 3976027 w 4819079"/>
              <a:gd name="connsiteY970" fmla="*/ 3732223 h 4835028"/>
              <a:gd name="connsiteX971" fmla="*/ 3950963 w 4819079"/>
              <a:gd name="connsiteY971" fmla="*/ 3757286 h 4835028"/>
              <a:gd name="connsiteX972" fmla="*/ 3948569 w 4819079"/>
              <a:gd name="connsiteY972" fmla="*/ 3757172 h 4835028"/>
              <a:gd name="connsiteX973" fmla="*/ 3928177 w 4819079"/>
              <a:gd name="connsiteY973" fmla="*/ 3732223 h 4835028"/>
              <a:gd name="connsiteX974" fmla="*/ 3950963 w 4819079"/>
              <a:gd name="connsiteY974" fmla="*/ 3709437 h 4835028"/>
              <a:gd name="connsiteX975" fmla="*/ 4083117 w 4819079"/>
              <a:gd name="connsiteY975" fmla="*/ 3707159 h 4835028"/>
              <a:gd name="connsiteX976" fmla="*/ 4119575 w 4819079"/>
              <a:gd name="connsiteY976" fmla="*/ 3743615 h 4835028"/>
              <a:gd name="connsiteX977" fmla="*/ 4083117 w 4819079"/>
              <a:gd name="connsiteY977" fmla="*/ 3780072 h 4835028"/>
              <a:gd name="connsiteX978" fmla="*/ 4046661 w 4819079"/>
              <a:gd name="connsiteY978" fmla="*/ 3743615 h 4835028"/>
              <a:gd name="connsiteX979" fmla="*/ 4083117 w 4819079"/>
              <a:gd name="connsiteY979" fmla="*/ 3707159 h 4835028"/>
              <a:gd name="connsiteX980" fmla="*/ 1399075 w 4819079"/>
              <a:gd name="connsiteY980" fmla="*/ 3688871 h 4835028"/>
              <a:gd name="connsiteX981" fmla="*/ 1442306 w 4819079"/>
              <a:gd name="connsiteY981" fmla="*/ 3732223 h 4835028"/>
              <a:gd name="connsiteX982" fmla="*/ 1396736 w 4819079"/>
              <a:gd name="connsiteY982" fmla="*/ 3775515 h 4835028"/>
              <a:gd name="connsiteX983" fmla="*/ 1353444 w 4819079"/>
              <a:gd name="connsiteY983" fmla="*/ 3732223 h 4835028"/>
              <a:gd name="connsiteX984" fmla="*/ 1396736 w 4819079"/>
              <a:gd name="connsiteY984" fmla="*/ 3688931 h 4835028"/>
              <a:gd name="connsiteX985" fmla="*/ 1399075 w 4819079"/>
              <a:gd name="connsiteY985" fmla="*/ 3688871 h 4835028"/>
              <a:gd name="connsiteX986" fmla="*/ 3135251 w 4819079"/>
              <a:gd name="connsiteY986" fmla="*/ 3684374 h 4835028"/>
              <a:gd name="connsiteX987" fmla="*/ 3160315 w 4819079"/>
              <a:gd name="connsiteY987" fmla="*/ 3709438 h 4835028"/>
              <a:gd name="connsiteX988" fmla="*/ 3160419 w 4819079"/>
              <a:gd name="connsiteY988" fmla="*/ 3711821 h 4835028"/>
              <a:gd name="connsiteX989" fmla="*/ 3135251 w 4819079"/>
              <a:gd name="connsiteY989" fmla="*/ 3736780 h 4835028"/>
              <a:gd name="connsiteX990" fmla="*/ 3107907 w 4819079"/>
              <a:gd name="connsiteY990" fmla="*/ 3709438 h 4835028"/>
              <a:gd name="connsiteX991" fmla="*/ 3108011 w 4819079"/>
              <a:gd name="connsiteY991" fmla="*/ 3707055 h 4835028"/>
              <a:gd name="connsiteX992" fmla="*/ 3135251 w 4819079"/>
              <a:gd name="connsiteY992" fmla="*/ 3684374 h 4835028"/>
              <a:gd name="connsiteX993" fmla="*/ 3540827 w 4819079"/>
              <a:gd name="connsiteY993" fmla="*/ 3670703 h 4835028"/>
              <a:gd name="connsiteX994" fmla="*/ 3556777 w 4819079"/>
              <a:gd name="connsiteY994" fmla="*/ 3686653 h 4835028"/>
              <a:gd name="connsiteX995" fmla="*/ 3540827 w 4819079"/>
              <a:gd name="connsiteY995" fmla="*/ 3702602 h 4835028"/>
              <a:gd name="connsiteX996" fmla="*/ 3524879 w 4819079"/>
              <a:gd name="connsiteY996" fmla="*/ 3686653 h 4835028"/>
              <a:gd name="connsiteX997" fmla="*/ 3540827 w 4819079"/>
              <a:gd name="connsiteY997" fmla="*/ 3670703 h 4835028"/>
              <a:gd name="connsiteX998" fmla="*/ 763306 w 4819079"/>
              <a:gd name="connsiteY998" fmla="*/ 3661589 h 4835028"/>
              <a:gd name="connsiteX999" fmla="*/ 788370 w 4819079"/>
              <a:gd name="connsiteY999" fmla="*/ 3688931 h 4835028"/>
              <a:gd name="connsiteX1000" fmla="*/ 788474 w 4819079"/>
              <a:gd name="connsiteY1000" fmla="*/ 3691314 h 4835028"/>
              <a:gd name="connsiteX1001" fmla="*/ 763306 w 4819079"/>
              <a:gd name="connsiteY1001" fmla="*/ 3716274 h 4835028"/>
              <a:gd name="connsiteX1002" fmla="*/ 735964 w 4819079"/>
              <a:gd name="connsiteY1002" fmla="*/ 3688931 h 4835028"/>
              <a:gd name="connsiteX1003" fmla="*/ 763306 w 4819079"/>
              <a:gd name="connsiteY1003" fmla="*/ 3661589 h 4835028"/>
              <a:gd name="connsiteX1004" fmla="*/ 1692944 w 4819079"/>
              <a:gd name="connsiteY1004" fmla="*/ 3645639 h 4835028"/>
              <a:gd name="connsiteX1005" fmla="*/ 1727122 w 4819079"/>
              <a:gd name="connsiteY1005" fmla="*/ 3675260 h 4835028"/>
              <a:gd name="connsiteX1006" fmla="*/ 1727122 w 4819079"/>
              <a:gd name="connsiteY1006" fmla="*/ 3679993 h 4835028"/>
              <a:gd name="connsiteX1007" fmla="*/ 1692944 w 4819079"/>
              <a:gd name="connsiteY1007" fmla="*/ 3709438 h 4835028"/>
              <a:gd name="connsiteX1008" fmla="*/ 1658766 w 4819079"/>
              <a:gd name="connsiteY1008" fmla="*/ 3679817 h 4835028"/>
              <a:gd name="connsiteX1009" fmla="*/ 1692944 w 4819079"/>
              <a:gd name="connsiteY1009" fmla="*/ 3645639 h 4835028"/>
              <a:gd name="connsiteX1010" fmla="*/ 1487877 w 4819079"/>
              <a:gd name="connsiteY1010" fmla="*/ 3645639 h 4835028"/>
              <a:gd name="connsiteX1011" fmla="*/ 1519776 w 4819079"/>
              <a:gd name="connsiteY1011" fmla="*/ 3663867 h 4835028"/>
              <a:gd name="connsiteX1012" fmla="*/ 1487877 w 4819079"/>
              <a:gd name="connsiteY1012" fmla="*/ 3695766 h 4835028"/>
              <a:gd name="connsiteX1013" fmla="*/ 1458256 w 4819079"/>
              <a:gd name="connsiteY1013" fmla="*/ 3675259 h 4835028"/>
              <a:gd name="connsiteX1014" fmla="*/ 1487877 w 4819079"/>
              <a:gd name="connsiteY1014" fmla="*/ 3645639 h 4835028"/>
              <a:gd name="connsiteX1015" fmla="*/ 1023058 w 4819079"/>
              <a:gd name="connsiteY1015" fmla="*/ 3629689 h 4835028"/>
              <a:gd name="connsiteX1016" fmla="*/ 1064071 w 4819079"/>
              <a:gd name="connsiteY1016" fmla="*/ 3668424 h 4835028"/>
              <a:gd name="connsiteX1017" fmla="*/ 1064004 w 4819079"/>
              <a:gd name="connsiteY1017" fmla="*/ 3670769 h 4835028"/>
              <a:gd name="connsiteX1018" fmla="*/ 1023058 w 4819079"/>
              <a:gd name="connsiteY1018" fmla="*/ 3707159 h 4835028"/>
              <a:gd name="connsiteX1019" fmla="*/ 984323 w 4819079"/>
              <a:gd name="connsiteY1019" fmla="*/ 3668424 h 4835028"/>
              <a:gd name="connsiteX1020" fmla="*/ 1023058 w 4819079"/>
              <a:gd name="connsiteY1020" fmla="*/ 3629689 h 4835028"/>
              <a:gd name="connsiteX1021" fmla="*/ 849891 w 4819079"/>
              <a:gd name="connsiteY1021" fmla="*/ 3622854 h 4835028"/>
              <a:gd name="connsiteX1022" fmla="*/ 861283 w 4819079"/>
              <a:gd name="connsiteY1022" fmla="*/ 3634247 h 4835028"/>
              <a:gd name="connsiteX1023" fmla="*/ 849891 w 4819079"/>
              <a:gd name="connsiteY1023" fmla="*/ 3645639 h 4835028"/>
              <a:gd name="connsiteX1024" fmla="*/ 838498 w 4819079"/>
              <a:gd name="connsiteY1024" fmla="*/ 3634247 h 4835028"/>
              <a:gd name="connsiteX1025" fmla="*/ 849891 w 4819079"/>
              <a:gd name="connsiteY1025" fmla="*/ 3622854 h 4835028"/>
              <a:gd name="connsiteX1026" fmla="*/ 3397281 w 4819079"/>
              <a:gd name="connsiteY1026" fmla="*/ 3620575 h 4835028"/>
              <a:gd name="connsiteX1027" fmla="*/ 3417533 w 4819079"/>
              <a:gd name="connsiteY1027" fmla="*/ 3620575 h 4835028"/>
              <a:gd name="connsiteX1028" fmla="*/ 3451839 w 4819079"/>
              <a:gd name="connsiteY1028" fmla="*/ 3675133 h 4835028"/>
              <a:gd name="connsiteX1029" fmla="*/ 3397281 w 4819079"/>
              <a:gd name="connsiteY1029" fmla="*/ 3709438 h 4835028"/>
              <a:gd name="connsiteX1030" fmla="*/ 3353989 w 4819079"/>
              <a:gd name="connsiteY1030" fmla="*/ 3663867 h 4835028"/>
              <a:gd name="connsiteX1031" fmla="*/ 3397281 w 4819079"/>
              <a:gd name="connsiteY1031" fmla="*/ 3620575 h 4835028"/>
              <a:gd name="connsiteX1032" fmla="*/ 4165143 w 4819079"/>
              <a:gd name="connsiteY1032" fmla="*/ 3616018 h 4835028"/>
              <a:gd name="connsiteX1033" fmla="*/ 4178815 w 4819079"/>
              <a:gd name="connsiteY1033" fmla="*/ 3629689 h 4835028"/>
              <a:gd name="connsiteX1034" fmla="*/ 4165143 w 4819079"/>
              <a:gd name="connsiteY1034" fmla="*/ 3645639 h 4835028"/>
              <a:gd name="connsiteX1035" fmla="*/ 4149195 w 4819079"/>
              <a:gd name="connsiteY1035" fmla="*/ 3629689 h 4835028"/>
              <a:gd name="connsiteX1036" fmla="*/ 4165143 w 4819079"/>
              <a:gd name="connsiteY1036" fmla="*/ 3616018 h 4835028"/>
              <a:gd name="connsiteX1037" fmla="*/ 3251455 w 4819079"/>
              <a:gd name="connsiteY1037" fmla="*/ 3616018 h 4835028"/>
              <a:gd name="connsiteX1038" fmla="*/ 3281077 w 4819079"/>
              <a:gd name="connsiteY1038" fmla="*/ 3645639 h 4835028"/>
              <a:gd name="connsiteX1039" fmla="*/ 3251455 w 4819079"/>
              <a:gd name="connsiteY1039" fmla="*/ 3666146 h 4835028"/>
              <a:gd name="connsiteX1040" fmla="*/ 3221835 w 4819079"/>
              <a:gd name="connsiteY1040" fmla="*/ 3645639 h 4835028"/>
              <a:gd name="connsiteX1041" fmla="*/ 3251455 w 4819079"/>
              <a:gd name="connsiteY1041" fmla="*/ 3616018 h 4835028"/>
              <a:gd name="connsiteX1042" fmla="*/ 596974 w 4819079"/>
              <a:gd name="connsiteY1042" fmla="*/ 3616018 h 4835028"/>
              <a:gd name="connsiteX1043" fmla="*/ 626595 w 4819079"/>
              <a:gd name="connsiteY1043" fmla="*/ 3645639 h 4835028"/>
              <a:gd name="connsiteX1044" fmla="*/ 596974 w 4819079"/>
              <a:gd name="connsiteY1044" fmla="*/ 3668424 h 4835028"/>
              <a:gd name="connsiteX1045" fmla="*/ 567353 w 4819079"/>
              <a:gd name="connsiteY1045" fmla="*/ 3645639 h 4835028"/>
              <a:gd name="connsiteX1046" fmla="*/ 596974 w 4819079"/>
              <a:gd name="connsiteY1046" fmla="*/ 3616018 h 4835028"/>
              <a:gd name="connsiteX1047" fmla="*/ 4538821 w 4819079"/>
              <a:gd name="connsiteY1047" fmla="*/ 3613740 h 4835028"/>
              <a:gd name="connsiteX1048" fmla="*/ 4575279 w 4819079"/>
              <a:gd name="connsiteY1048" fmla="*/ 3650196 h 4835028"/>
              <a:gd name="connsiteX1049" fmla="*/ 4538821 w 4819079"/>
              <a:gd name="connsiteY1049" fmla="*/ 3688931 h 4835028"/>
              <a:gd name="connsiteX1050" fmla="*/ 4502365 w 4819079"/>
              <a:gd name="connsiteY1050" fmla="*/ 3650196 h 4835028"/>
              <a:gd name="connsiteX1051" fmla="*/ 4538821 w 4819079"/>
              <a:gd name="connsiteY1051" fmla="*/ 3613740 h 4835028"/>
              <a:gd name="connsiteX1052" fmla="*/ 4415781 w 4819079"/>
              <a:gd name="connsiteY1052" fmla="*/ 3609183 h 4835028"/>
              <a:gd name="connsiteX1053" fmla="*/ 4452237 w 4819079"/>
              <a:gd name="connsiteY1053" fmla="*/ 3645639 h 4835028"/>
              <a:gd name="connsiteX1054" fmla="*/ 4415781 w 4819079"/>
              <a:gd name="connsiteY1054" fmla="*/ 3684374 h 4835028"/>
              <a:gd name="connsiteX1055" fmla="*/ 4377047 w 4819079"/>
              <a:gd name="connsiteY1055" fmla="*/ 3645639 h 4835028"/>
              <a:gd name="connsiteX1056" fmla="*/ 4415781 w 4819079"/>
              <a:gd name="connsiteY1056" fmla="*/ 3609183 h 4835028"/>
              <a:gd name="connsiteX1057" fmla="*/ 4290463 w 4819079"/>
              <a:gd name="connsiteY1057" fmla="*/ 3606904 h 4835028"/>
              <a:gd name="connsiteX1058" fmla="*/ 4329199 w 4819079"/>
              <a:gd name="connsiteY1058" fmla="*/ 3645639 h 4835028"/>
              <a:gd name="connsiteX1059" fmla="*/ 4290463 w 4819079"/>
              <a:gd name="connsiteY1059" fmla="*/ 3679817 h 4835028"/>
              <a:gd name="connsiteX1060" fmla="*/ 4251727 w 4819079"/>
              <a:gd name="connsiteY1060" fmla="*/ 3645639 h 4835028"/>
              <a:gd name="connsiteX1061" fmla="*/ 4290463 w 4819079"/>
              <a:gd name="connsiteY1061" fmla="*/ 3606904 h 4835028"/>
              <a:gd name="connsiteX1062" fmla="*/ 1296481 w 4819079"/>
              <a:gd name="connsiteY1062" fmla="*/ 3600069 h 4835028"/>
              <a:gd name="connsiteX1063" fmla="*/ 1337495 w 4819079"/>
              <a:gd name="connsiteY1063" fmla="*/ 3641082 h 4835028"/>
              <a:gd name="connsiteX1064" fmla="*/ 1296481 w 4819079"/>
              <a:gd name="connsiteY1064" fmla="*/ 3682096 h 4835028"/>
              <a:gd name="connsiteX1065" fmla="*/ 1255468 w 4819079"/>
              <a:gd name="connsiteY1065" fmla="*/ 3641082 h 4835028"/>
              <a:gd name="connsiteX1066" fmla="*/ 1296481 w 4819079"/>
              <a:gd name="connsiteY1066" fmla="*/ 3600069 h 4835028"/>
              <a:gd name="connsiteX1067" fmla="*/ 4035267 w 4819079"/>
              <a:gd name="connsiteY1067" fmla="*/ 3597790 h 4835028"/>
              <a:gd name="connsiteX1068" fmla="*/ 4060331 w 4819079"/>
              <a:gd name="connsiteY1068" fmla="*/ 3622854 h 4835028"/>
              <a:gd name="connsiteX1069" fmla="*/ 4060219 w 4819079"/>
              <a:gd name="connsiteY1069" fmla="*/ 3625247 h 4835028"/>
              <a:gd name="connsiteX1070" fmla="*/ 4035267 w 4819079"/>
              <a:gd name="connsiteY1070" fmla="*/ 3645639 h 4835028"/>
              <a:gd name="connsiteX1071" fmla="*/ 4012483 w 4819079"/>
              <a:gd name="connsiteY1071" fmla="*/ 3622854 h 4835028"/>
              <a:gd name="connsiteX1072" fmla="*/ 4035267 w 4819079"/>
              <a:gd name="connsiteY1072" fmla="*/ 3597790 h 4835028"/>
              <a:gd name="connsiteX1073" fmla="*/ 1579018 w 4819079"/>
              <a:gd name="connsiteY1073" fmla="*/ 3572726 h 4835028"/>
              <a:gd name="connsiteX1074" fmla="*/ 1604082 w 4819079"/>
              <a:gd name="connsiteY1074" fmla="*/ 3597790 h 4835028"/>
              <a:gd name="connsiteX1075" fmla="*/ 1579018 w 4819079"/>
              <a:gd name="connsiteY1075" fmla="*/ 3622853 h 4835028"/>
              <a:gd name="connsiteX1076" fmla="*/ 1553954 w 4819079"/>
              <a:gd name="connsiteY1076" fmla="*/ 3597790 h 4835028"/>
              <a:gd name="connsiteX1077" fmla="*/ 1579018 w 4819079"/>
              <a:gd name="connsiteY1077" fmla="*/ 3572726 h 4835028"/>
              <a:gd name="connsiteX1078" fmla="*/ 1105085 w 4819079"/>
              <a:gd name="connsiteY1078" fmla="*/ 3570448 h 4835028"/>
              <a:gd name="connsiteX1079" fmla="*/ 1139263 w 4819079"/>
              <a:gd name="connsiteY1079" fmla="*/ 3604626 h 4835028"/>
              <a:gd name="connsiteX1080" fmla="*/ 1139531 w 4819079"/>
              <a:gd name="connsiteY1080" fmla="*/ 3605967 h 4835028"/>
              <a:gd name="connsiteX1081" fmla="*/ 1111921 w 4819079"/>
              <a:gd name="connsiteY1081" fmla="*/ 3645639 h 4835028"/>
              <a:gd name="connsiteX1082" fmla="*/ 1093106 w 4819079"/>
              <a:gd name="connsiteY1082" fmla="*/ 3645102 h 4835028"/>
              <a:gd name="connsiteX1083" fmla="*/ 1073186 w 4819079"/>
              <a:gd name="connsiteY1083" fmla="*/ 3604626 h 4835028"/>
              <a:gd name="connsiteX1084" fmla="*/ 1105085 w 4819079"/>
              <a:gd name="connsiteY1084" fmla="*/ 3570448 h 4835028"/>
              <a:gd name="connsiteX1085" fmla="*/ 437478 w 4819079"/>
              <a:gd name="connsiteY1085" fmla="*/ 3565891 h 4835028"/>
              <a:gd name="connsiteX1086" fmla="*/ 457984 w 4819079"/>
              <a:gd name="connsiteY1086" fmla="*/ 3586398 h 4835028"/>
              <a:gd name="connsiteX1087" fmla="*/ 437478 w 4819079"/>
              <a:gd name="connsiteY1087" fmla="*/ 3606905 h 4835028"/>
              <a:gd name="connsiteX1088" fmla="*/ 416971 w 4819079"/>
              <a:gd name="connsiteY1088" fmla="*/ 3586398 h 4835028"/>
              <a:gd name="connsiteX1089" fmla="*/ 437478 w 4819079"/>
              <a:gd name="connsiteY1089" fmla="*/ 3565891 h 4835028"/>
              <a:gd name="connsiteX1090" fmla="*/ 685837 w 4819079"/>
              <a:gd name="connsiteY1090" fmla="*/ 3559055 h 4835028"/>
              <a:gd name="connsiteX1091" fmla="*/ 701786 w 4819079"/>
              <a:gd name="connsiteY1091" fmla="*/ 3575005 h 4835028"/>
              <a:gd name="connsiteX1092" fmla="*/ 685837 w 4819079"/>
              <a:gd name="connsiteY1092" fmla="*/ 3590954 h 4835028"/>
              <a:gd name="connsiteX1093" fmla="*/ 669887 w 4819079"/>
              <a:gd name="connsiteY1093" fmla="*/ 3575005 h 4835028"/>
              <a:gd name="connsiteX1094" fmla="*/ 685837 w 4819079"/>
              <a:gd name="connsiteY1094" fmla="*/ 3559055 h 4835028"/>
              <a:gd name="connsiteX1095" fmla="*/ 3502093 w 4819079"/>
              <a:gd name="connsiteY1095" fmla="*/ 3545384 h 4835028"/>
              <a:gd name="connsiteX1096" fmla="*/ 3504467 w 4819079"/>
              <a:gd name="connsiteY1096" fmla="*/ 3545479 h 4835028"/>
              <a:gd name="connsiteX1097" fmla="*/ 3529435 w 4819079"/>
              <a:gd name="connsiteY1097" fmla="*/ 3575005 h 4835028"/>
              <a:gd name="connsiteX1098" fmla="*/ 3502093 w 4819079"/>
              <a:gd name="connsiteY1098" fmla="*/ 3602347 h 4835028"/>
              <a:gd name="connsiteX1099" fmla="*/ 3499719 w 4819079"/>
              <a:gd name="connsiteY1099" fmla="*/ 3602442 h 4835028"/>
              <a:gd name="connsiteX1100" fmla="*/ 3472471 w 4819079"/>
              <a:gd name="connsiteY1100" fmla="*/ 3575005 h 4835028"/>
              <a:gd name="connsiteX1101" fmla="*/ 3502093 w 4819079"/>
              <a:gd name="connsiteY1101" fmla="*/ 3545384 h 4835028"/>
              <a:gd name="connsiteX1102" fmla="*/ 925013 w 4819079"/>
              <a:gd name="connsiteY1102" fmla="*/ 3543196 h 4835028"/>
              <a:gd name="connsiteX1103" fmla="*/ 951205 w 4819079"/>
              <a:gd name="connsiteY1103" fmla="*/ 3555648 h 4835028"/>
              <a:gd name="connsiteX1104" fmla="*/ 938753 w 4819079"/>
              <a:gd name="connsiteY1104" fmla="*/ 3581840 h 4835028"/>
              <a:gd name="connsiteX1105" fmla="*/ 930698 w 4819079"/>
              <a:gd name="connsiteY1105" fmla="*/ 3582991 h 4835028"/>
              <a:gd name="connsiteX1106" fmla="*/ 911411 w 4819079"/>
              <a:gd name="connsiteY1106" fmla="*/ 3561333 h 4835028"/>
              <a:gd name="connsiteX1107" fmla="*/ 925013 w 4819079"/>
              <a:gd name="connsiteY1107" fmla="*/ 3543196 h 4835028"/>
              <a:gd name="connsiteX1108" fmla="*/ 1385344 w 4819079"/>
              <a:gd name="connsiteY1108" fmla="*/ 3540827 h 4835028"/>
              <a:gd name="connsiteX1109" fmla="*/ 1419522 w 4819079"/>
              <a:gd name="connsiteY1109" fmla="*/ 3575005 h 4835028"/>
              <a:gd name="connsiteX1110" fmla="*/ 1385344 w 4819079"/>
              <a:gd name="connsiteY1110" fmla="*/ 3609183 h 4835028"/>
              <a:gd name="connsiteX1111" fmla="*/ 1351166 w 4819079"/>
              <a:gd name="connsiteY1111" fmla="*/ 3575005 h 4835028"/>
              <a:gd name="connsiteX1112" fmla="*/ 1385344 w 4819079"/>
              <a:gd name="connsiteY1112" fmla="*/ 3540827 h 4835028"/>
              <a:gd name="connsiteX1113" fmla="*/ 3360825 w 4819079"/>
              <a:gd name="connsiteY1113" fmla="*/ 3511206 h 4835028"/>
              <a:gd name="connsiteX1114" fmla="*/ 3404117 w 4819079"/>
              <a:gd name="connsiteY1114" fmla="*/ 3554498 h 4835028"/>
              <a:gd name="connsiteX1115" fmla="*/ 3360825 w 4819079"/>
              <a:gd name="connsiteY1115" fmla="*/ 3597790 h 4835028"/>
              <a:gd name="connsiteX1116" fmla="*/ 3317533 w 4819079"/>
              <a:gd name="connsiteY1116" fmla="*/ 3554498 h 4835028"/>
              <a:gd name="connsiteX1117" fmla="*/ 3360825 w 4819079"/>
              <a:gd name="connsiteY1117" fmla="*/ 3511206 h 4835028"/>
              <a:gd name="connsiteX1118" fmla="*/ 1200783 w 4819079"/>
              <a:gd name="connsiteY1118" fmla="*/ 3506649 h 4835028"/>
              <a:gd name="connsiteX1119" fmla="*/ 1234961 w 4819079"/>
              <a:gd name="connsiteY1119" fmla="*/ 3540827 h 4835028"/>
              <a:gd name="connsiteX1120" fmla="*/ 1200783 w 4819079"/>
              <a:gd name="connsiteY1120" fmla="*/ 3572726 h 4835028"/>
              <a:gd name="connsiteX1121" fmla="*/ 1168883 w 4819079"/>
              <a:gd name="connsiteY1121" fmla="*/ 3540827 h 4835028"/>
              <a:gd name="connsiteX1122" fmla="*/ 1168802 w 4819079"/>
              <a:gd name="connsiteY1122" fmla="*/ 3538467 h 4835028"/>
              <a:gd name="connsiteX1123" fmla="*/ 1200783 w 4819079"/>
              <a:gd name="connsiteY1123" fmla="*/ 3506649 h 4835028"/>
              <a:gd name="connsiteX1124" fmla="*/ 3987419 w 4819079"/>
              <a:gd name="connsiteY1124" fmla="*/ 3502092 h 4835028"/>
              <a:gd name="connsiteX1125" fmla="*/ 3989697 w 4819079"/>
              <a:gd name="connsiteY1125" fmla="*/ 3504371 h 4835028"/>
              <a:gd name="connsiteX1126" fmla="*/ 3987419 w 4819079"/>
              <a:gd name="connsiteY1126" fmla="*/ 3506649 h 4835028"/>
              <a:gd name="connsiteX1127" fmla="*/ 3985139 w 4819079"/>
              <a:gd name="connsiteY1127" fmla="*/ 3504371 h 4835028"/>
              <a:gd name="connsiteX1128" fmla="*/ 526340 w 4819079"/>
              <a:gd name="connsiteY1128" fmla="*/ 3502092 h 4835028"/>
              <a:gd name="connsiteX1129" fmla="*/ 528762 w 4819079"/>
              <a:gd name="connsiteY1129" fmla="*/ 3502234 h 4835028"/>
              <a:gd name="connsiteX1130" fmla="*/ 544568 w 4819079"/>
              <a:gd name="connsiteY1130" fmla="*/ 3522598 h 4835028"/>
              <a:gd name="connsiteX1131" fmla="*/ 526340 w 4819079"/>
              <a:gd name="connsiteY1131" fmla="*/ 3540826 h 4835028"/>
              <a:gd name="connsiteX1132" fmla="*/ 508111 w 4819079"/>
              <a:gd name="connsiteY1132" fmla="*/ 3522598 h 4835028"/>
              <a:gd name="connsiteX1133" fmla="*/ 526340 w 4819079"/>
              <a:gd name="connsiteY1133" fmla="*/ 3502092 h 4835028"/>
              <a:gd name="connsiteX1134" fmla="*/ 4361095 w 4819079"/>
              <a:gd name="connsiteY1134" fmla="*/ 3499813 h 4835028"/>
              <a:gd name="connsiteX1135" fmla="*/ 4363503 w 4819079"/>
              <a:gd name="connsiteY1135" fmla="*/ 3499940 h 4835028"/>
              <a:gd name="connsiteX1136" fmla="*/ 4381603 w 4819079"/>
              <a:gd name="connsiteY1136" fmla="*/ 3522599 h 4835028"/>
              <a:gd name="connsiteX1137" fmla="*/ 4361095 w 4819079"/>
              <a:gd name="connsiteY1137" fmla="*/ 3543105 h 4835028"/>
              <a:gd name="connsiteX1138" fmla="*/ 4338311 w 4819079"/>
              <a:gd name="connsiteY1138" fmla="*/ 3522599 h 4835028"/>
              <a:gd name="connsiteX1139" fmla="*/ 4361095 w 4819079"/>
              <a:gd name="connsiteY1139" fmla="*/ 3499813 h 4835028"/>
              <a:gd name="connsiteX1140" fmla="*/ 774699 w 4819079"/>
              <a:gd name="connsiteY1140" fmla="*/ 3495257 h 4835028"/>
              <a:gd name="connsiteX1141" fmla="*/ 790648 w 4819079"/>
              <a:gd name="connsiteY1141" fmla="*/ 3511207 h 4835028"/>
              <a:gd name="connsiteX1142" fmla="*/ 774699 w 4819079"/>
              <a:gd name="connsiteY1142" fmla="*/ 3527156 h 4835028"/>
              <a:gd name="connsiteX1143" fmla="*/ 758749 w 4819079"/>
              <a:gd name="connsiteY1143" fmla="*/ 3511207 h 4835028"/>
              <a:gd name="connsiteX1144" fmla="*/ 774699 w 4819079"/>
              <a:gd name="connsiteY1144" fmla="*/ 3495257 h 4835028"/>
              <a:gd name="connsiteX1145" fmla="*/ 3214999 w 4819079"/>
              <a:gd name="connsiteY1145" fmla="*/ 3490699 h 4835028"/>
              <a:gd name="connsiteX1146" fmla="*/ 3253733 w 4819079"/>
              <a:gd name="connsiteY1146" fmla="*/ 3529434 h 4835028"/>
              <a:gd name="connsiteX1147" fmla="*/ 3214999 w 4819079"/>
              <a:gd name="connsiteY1147" fmla="*/ 3568169 h 4835028"/>
              <a:gd name="connsiteX1148" fmla="*/ 3210289 w 4819079"/>
              <a:gd name="connsiteY1148" fmla="*/ 3568169 h 4835028"/>
              <a:gd name="connsiteX1149" fmla="*/ 3176263 w 4819079"/>
              <a:gd name="connsiteY1149" fmla="*/ 3529434 h 4835028"/>
              <a:gd name="connsiteX1150" fmla="*/ 3214999 w 4819079"/>
              <a:gd name="connsiteY1150" fmla="*/ 3490699 h 4835028"/>
              <a:gd name="connsiteX1151" fmla="*/ 4238057 w 4819079"/>
              <a:gd name="connsiteY1151" fmla="*/ 3488421 h 4835028"/>
              <a:gd name="connsiteX1152" fmla="*/ 4265399 w 4819079"/>
              <a:gd name="connsiteY1152" fmla="*/ 3515763 h 4835028"/>
              <a:gd name="connsiteX1153" fmla="*/ 4238057 w 4819079"/>
              <a:gd name="connsiteY1153" fmla="*/ 3545384 h 4835028"/>
              <a:gd name="connsiteX1154" fmla="*/ 4208435 w 4819079"/>
              <a:gd name="connsiteY1154" fmla="*/ 3515763 h 4835028"/>
              <a:gd name="connsiteX1155" fmla="*/ 4238057 w 4819079"/>
              <a:gd name="connsiteY1155" fmla="*/ 3488421 h 4835028"/>
              <a:gd name="connsiteX1156" fmla="*/ 4481859 w 4819079"/>
              <a:gd name="connsiteY1156" fmla="*/ 3486142 h 4835028"/>
              <a:gd name="connsiteX1157" fmla="*/ 4520595 w 4819079"/>
              <a:gd name="connsiteY1157" fmla="*/ 3524877 h 4835028"/>
              <a:gd name="connsiteX1158" fmla="*/ 4520595 w 4819079"/>
              <a:gd name="connsiteY1158" fmla="*/ 3529586 h 4835028"/>
              <a:gd name="connsiteX1159" fmla="*/ 4481859 w 4819079"/>
              <a:gd name="connsiteY1159" fmla="*/ 3563612 h 4835028"/>
              <a:gd name="connsiteX1160" fmla="*/ 4443123 w 4819079"/>
              <a:gd name="connsiteY1160" fmla="*/ 3524877 h 4835028"/>
              <a:gd name="connsiteX1161" fmla="*/ 4481859 w 4819079"/>
              <a:gd name="connsiteY1161" fmla="*/ 3486142 h 4835028"/>
              <a:gd name="connsiteX1162" fmla="*/ 4112739 w 4819079"/>
              <a:gd name="connsiteY1162" fmla="*/ 3481585 h 4835028"/>
              <a:gd name="connsiteX1163" fmla="*/ 4142359 w 4819079"/>
              <a:gd name="connsiteY1163" fmla="*/ 3511206 h 4835028"/>
              <a:gd name="connsiteX1164" fmla="*/ 4112739 w 4819079"/>
              <a:gd name="connsiteY1164" fmla="*/ 3540827 h 4835028"/>
              <a:gd name="connsiteX1165" fmla="*/ 4083117 w 4819079"/>
              <a:gd name="connsiteY1165" fmla="*/ 3511206 h 4835028"/>
              <a:gd name="connsiteX1166" fmla="*/ 4112739 w 4819079"/>
              <a:gd name="connsiteY1166" fmla="*/ 3481585 h 4835028"/>
              <a:gd name="connsiteX1167" fmla="*/ 4602621 w 4819079"/>
              <a:gd name="connsiteY1167" fmla="*/ 3472471 h 4835028"/>
              <a:gd name="connsiteX1168" fmla="*/ 4659583 w 4819079"/>
              <a:gd name="connsiteY1168" fmla="*/ 3529434 h 4835028"/>
              <a:gd name="connsiteX1169" fmla="*/ 4602621 w 4819079"/>
              <a:gd name="connsiteY1169" fmla="*/ 3586397 h 4835028"/>
              <a:gd name="connsiteX1170" fmla="*/ 4545659 w 4819079"/>
              <a:gd name="connsiteY1170" fmla="*/ 3529434 h 4835028"/>
              <a:gd name="connsiteX1171" fmla="*/ 4602621 w 4819079"/>
              <a:gd name="connsiteY1171" fmla="*/ 3472471 h 4835028"/>
              <a:gd name="connsiteX1172" fmla="*/ 3729947 w 4819079"/>
              <a:gd name="connsiteY1172" fmla="*/ 3472471 h 4835028"/>
              <a:gd name="connsiteX1173" fmla="*/ 3743617 w 4819079"/>
              <a:gd name="connsiteY1173" fmla="*/ 3486142 h 4835028"/>
              <a:gd name="connsiteX1174" fmla="*/ 3729947 w 4819079"/>
              <a:gd name="connsiteY1174" fmla="*/ 3499813 h 4835028"/>
              <a:gd name="connsiteX1175" fmla="*/ 3724799 w 4819079"/>
              <a:gd name="connsiteY1175" fmla="*/ 3499813 h 4835028"/>
              <a:gd name="connsiteX1176" fmla="*/ 3716275 w 4819079"/>
              <a:gd name="connsiteY1176" fmla="*/ 3486142 h 4835028"/>
              <a:gd name="connsiteX1177" fmla="*/ 3729947 w 4819079"/>
              <a:gd name="connsiteY1177" fmla="*/ 3472471 h 4835028"/>
              <a:gd name="connsiteX1178" fmla="*/ 1474206 w 4819079"/>
              <a:gd name="connsiteY1178" fmla="*/ 3472471 h 4835028"/>
              <a:gd name="connsiteX1179" fmla="*/ 1510663 w 4819079"/>
              <a:gd name="connsiteY1179" fmla="*/ 3508927 h 4835028"/>
              <a:gd name="connsiteX1180" fmla="*/ 1474206 w 4819079"/>
              <a:gd name="connsiteY1180" fmla="*/ 3545384 h 4835028"/>
              <a:gd name="connsiteX1181" fmla="*/ 1437750 w 4819079"/>
              <a:gd name="connsiteY1181" fmla="*/ 3508927 h 4835028"/>
              <a:gd name="connsiteX1182" fmla="*/ 1474206 w 4819079"/>
              <a:gd name="connsiteY1182" fmla="*/ 3472471 h 4835028"/>
              <a:gd name="connsiteX1183" fmla="*/ 1027615 w 4819079"/>
              <a:gd name="connsiteY1183" fmla="*/ 3463357 h 4835028"/>
              <a:gd name="connsiteX1184" fmla="*/ 1061793 w 4819079"/>
              <a:gd name="connsiteY1184" fmla="*/ 3495257 h 4835028"/>
              <a:gd name="connsiteX1185" fmla="*/ 1027615 w 4819079"/>
              <a:gd name="connsiteY1185" fmla="*/ 3529434 h 4835028"/>
              <a:gd name="connsiteX1186" fmla="*/ 995716 w 4819079"/>
              <a:gd name="connsiteY1186" fmla="*/ 3495257 h 4835028"/>
              <a:gd name="connsiteX1187" fmla="*/ 1027615 w 4819079"/>
              <a:gd name="connsiteY1187" fmla="*/ 3463357 h 4835028"/>
              <a:gd name="connsiteX1188" fmla="*/ 3597887 w 4819079"/>
              <a:gd name="connsiteY1188" fmla="*/ 3447312 h 4835028"/>
              <a:gd name="connsiteX1189" fmla="*/ 3625135 w 4819079"/>
              <a:gd name="connsiteY1189" fmla="*/ 3474749 h 4835028"/>
              <a:gd name="connsiteX1190" fmla="*/ 3595513 w 4819079"/>
              <a:gd name="connsiteY1190" fmla="*/ 3504370 h 4835028"/>
              <a:gd name="connsiteX1191" fmla="*/ 3593139 w 4819079"/>
              <a:gd name="connsiteY1191" fmla="*/ 3504275 h 4835028"/>
              <a:gd name="connsiteX1192" fmla="*/ 3568171 w 4819079"/>
              <a:gd name="connsiteY1192" fmla="*/ 3474749 h 4835028"/>
              <a:gd name="connsiteX1193" fmla="*/ 3595513 w 4819079"/>
              <a:gd name="connsiteY1193" fmla="*/ 3447407 h 4835028"/>
              <a:gd name="connsiteX1194" fmla="*/ 3597887 w 4819079"/>
              <a:gd name="connsiteY1194" fmla="*/ 3447312 h 4835028"/>
              <a:gd name="connsiteX1195" fmla="*/ 1565347 w 4819079"/>
              <a:gd name="connsiteY1195" fmla="*/ 3438293 h 4835028"/>
              <a:gd name="connsiteX1196" fmla="*/ 1569904 w 4819079"/>
              <a:gd name="connsiteY1196" fmla="*/ 3442850 h 4835028"/>
              <a:gd name="connsiteX1197" fmla="*/ 1565347 w 4819079"/>
              <a:gd name="connsiteY1197" fmla="*/ 3447407 h 4835028"/>
              <a:gd name="connsiteX1198" fmla="*/ 1560790 w 4819079"/>
              <a:gd name="connsiteY1198" fmla="*/ 3442850 h 4835028"/>
              <a:gd name="connsiteX1199" fmla="*/ 1565347 w 4819079"/>
              <a:gd name="connsiteY1199" fmla="*/ 3438293 h 4835028"/>
              <a:gd name="connsiteX1200" fmla="*/ 1289646 w 4819079"/>
              <a:gd name="connsiteY1200" fmla="*/ 3436015 h 4835028"/>
              <a:gd name="connsiteX1201" fmla="*/ 1328381 w 4819079"/>
              <a:gd name="connsiteY1201" fmla="*/ 3474750 h 4835028"/>
              <a:gd name="connsiteX1202" fmla="*/ 1289646 w 4819079"/>
              <a:gd name="connsiteY1202" fmla="*/ 3513485 h 4835028"/>
              <a:gd name="connsiteX1203" fmla="*/ 1250911 w 4819079"/>
              <a:gd name="connsiteY1203" fmla="*/ 3474750 h 4835028"/>
              <a:gd name="connsiteX1204" fmla="*/ 1289646 w 4819079"/>
              <a:gd name="connsiteY1204" fmla="*/ 3436015 h 4835028"/>
              <a:gd name="connsiteX1205" fmla="*/ 615202 w 4819079"/>
              <a:gd name="connsiteY1205" fmla="*/ 3433736 h 4835028"/>
              <a:gd name="connsiteX1206" fmla="*/ 637987 w 4819079"/>
              <a:gd name="connsiteY1206" fmla="*/ 3456521 h 4835028"/>
              <a:gd name="connsiteX1207" fmla="*/ 637987 w 4819079"/>
              <a:gd name="connsiteY1207" fmla="*/ 3461366 h 4835028"/>
              <a:gd name="connsiteX1208" fmla="*/ 615202 w 4819079"/>
              <a:gd name="connsiteY1208" fmla="*/ 3479307 h 4835028"/>
              <a:gd name="connsiteX1209" fmla="*/ 592417 w 4819079"/>
              <a:gd name="connsiteY1209" fmla="*/ 3456521 h 4835028"/>
              <a:gd name="connsiteX1210" fmla="*/ 615202 w 4819079"/>
              <a:gd name="connsiteY1210" fmla="*/ 3433736 h 4835028"/>
              <a:gd name="connsiteX1211" fmla="*/ 3461079 w 4819079"/>
              <a:gd name="connsiteY1211" fmla="*/ 3431458 h 4835028"/>
              <a:gd name="connsiteX1212" fmla="*/ 3490701 w 4819079"/>
              <a:gd name="connsiteY1212" fmla="*/ 3461079 h 4835028"/>
              <a:gd name="connsiteX1213" fmla="*/ 3490607 w 4819079"/>
              <a:gd name="connsiteY1213" fmla="*/ 3463453 h 4835028"/>
              <a:gd name="connsiteX1214" fmla="*/ 3461079 w 4819079"/>
              <a:gd name="connsiteY1214" fmla="*/ 3488421 h 4835028"/>
              <a:gd name="connsiteX1215" fmla="*/ 3458707 w 4819079"/>
              <a:gd name="connsiteY1215" fmla="*/ 3488516 h 4835028"/>
              <a:gd name="connsiteX1216" fmla="*/ 3431459 w 4819079"/>
              <a:gd name="connsiteY1216" fmla="*/ 3461079 h 4835028"/>
              <a:gd name="connsiteX1217" fmla="*/ 3461079 w 4819079"/>
              <a:gd name="connsiteY1217" fmla="*/ 3431458 h 4835028"/>
              <a:gd name="connsiteX1218" fmla="*/ 863562 w 4819079"/>
              <a:gd name="connsiteY1218" fmla="*/ 3417786 h 4835028"/>
              <a:gd name="connsiteX1219" fmla="*/ 895461 w 4819079"/>
              <a:gd name="connsiteY1219" fmla="*/ 3447407 h 4835028"/>
              <a:gd name="connsiteX1220" fmla="*/ 863562 w 4819079"/>
              <a:gd name="connsiteY1220" fmla="*/ 3479307 h 4835028"/>
              <a:gd name="connsiteX1221" fmla="*/ 829384 w 4819079"/>
              <a:gd name="connsiteY1221" fmla="*/ 3451964 h 4835028"/>
              <a:gd name="connsiteX1222" fmla="*/ 829384 w 4819079"/>
              <a:gd name="connsiteY1222" fmla="*/ 3447231 h 4835028"/>
              <a:gd name="connsiteX1223" fmla="*/ 863562 w 4819079"/>
              <a:gd name="connsiteY1223" fmla="*/ 3417786 h 4835028"/>
              <a:gd name="connsiteX1224" fmla="*/ 1116477 w 4819079"/>
              <a:gd name="connsiteY1224" fmla="*/ 3395001 h 4835028"/>
              <a:gd name="connsiteX1225" fmla="*/ 1152934 w 4819079"/>
              <a:gd name="connsiteY1225" fmla="*/ 3431457 h 4835028"/>
              <a:gd name="connsiteX1226" fmla="*/ 1116477 w 4819079"/>
              <a:gd name="connsiteY1226" fmla="*/ 3470192 h 4835028"/>
              <a:gd name="connsiteX1227" fmla="*/ 1080021 w 4819079"/>
              <a:gd name="connsiteY1227" fmla="*/ 3431457 h 4835028"/>
              <a:gd name="connsiteX1228" fmla="*/ 1116477 w 4819079"/>
              <a:gd name="connsiteY1228" fmla="*/ 3395001 h 4835028"/>
              <a:gd name="connsiteX1229" fmla="*/ 471606 w 4819079"/>
              <a:gd name="connsiteY1229" fmla="*/ 3392972 h 4835028"/>
              <a:gd name="connsiteX1230" fmla="*/ 481884 w 4819079"/>
              <a:gd name="connsiteY1230" fmla="*/ 3399558 h 4835028"/>
              <a:gd name="connsiteX1231" fmla="*/ 477909 w 4819079"/>
              <a:gd name="connsiteY1231" fmla="*/ 3421761 h 4835028"/>
              <a:gd name="connsiteX1232" fmla="*/ 455706 w 4819079"/>
              <a:gd name="connsiteY1232" fmla="*/ 3417786 h 4835028"/>
              <a:gd name="connsiteX1233" fmla="*/ 455706 w 4819079"/>
              <a:gd name="connsiteY1233" fmla="*/ 3399558 h 4835028"/>
              <a:gd name="connsiteX1234" fmla="*/ 459681 w 4819079"/>
              <a:gd name="connsiteY1234" fmla="*/ 3395583 h 4835028"/>
              <a:gd name="connsiteX1235" fmla="*/ 471606 w 4819079"/>
              <a:gd name="connsiteY1235" fmla="*/ 3392972 h 4835028"/>
              <a:gd name="connsiteX1236" fmla="*/ 704064 w 4819079"/>
              <a:gd name="connsiteY1236" fmla="*/ 3383609 h 4835028"/>
              <a:gd name="connsiteX1237" fmla="*/ 709007 w 4819079"/>
              <a:gd name="connsiteY1237" fmla="*/ 3383609 h 4835028"/>
              <a:gd name="connsiteX1238" fmla="*/ 722293 w 4819079"/>
              <a:gd name="connsiteY1238" fmla="*/ 3401837 h 4835028"/>
              <a:gd name="connsiteX1239" fmla="*/ 722130 w 4819079"/>
              <a:gd name="connsiteY1239" fmla="*/ 3404280 h 4835028"/>
              <a:gd name="connsiteX1240" fmla="*/ 704064 w 4819079"/>
              <a:gd name="connsiteY1240" fmla="*/ 3417786 h 4835028"/>
              <a:gd name="connsiteX1241" fmla="*/ 688115 w 4819079"/>
              <a:gd name="connsiteY1241" fmla="*/ 3401837 h 4835028"/>
              <a:gd name="connsiteX1242" fmla="*/ 687952 w 4819079"/>
              <a:gd name="connsiteY1242" fmla="*/ 3399394 h 4835028"/>
              <a:gd name="connsiteX1243" fmla="*/ 704064 w 4819079"/>
              <a:gd name="connsiteY1243" fmla="*/ 3383609 h 4835028"/>
              <a:gd name="connsiteX1244" fmla="*/ 4659583 w 4819079"/>
              <a:gd name="connsiteY1244" fmla="*/ 3381330 h 4835028"/>
              <a:gd name="connsiteX1245" fmla="*/ 4677811 w 4819079"/>
              <a:gd name="connsiteY1245" fmla="*/ 3399558 h 4835028"/>
              <a:gd name="connsiteX1246" fmla="*/ 4659583 w 4819079"/>
              <a:gd name="connsiteY1246" fmla="*/ 3417786 h 4835028"/>
              <a:gd name="connsiteX1247" fmla="*/ 4641355 w 4819079"/>
              <a:gd name="connsiteY1247" fmla="*/ 3399558 h 4835028"/>
              <a:gd name="connsiteX1248" fmla="*/ 4659583 w 4819079"/>
              <a:gd name="connsiteY1248" fmla="*/ 3381330 h 4835028"/>
              <a:gd name="connsiteX1249" fmla="*/ 1378508 w 4819079"/>
              <a:gd name="connsiteY1249" fmla="*/ 3379051 h 4835028"/>
              <a:gd name="connsiteX1250" fmla="*/ 1410408 w 4819079"/>
              <a:gd name="connsiteY1250" fmla="*/ 3410950 h 4835028"/>
              <a:gd name="connsiteX1251" fmla="*/ 1378508 w 4819079"/>
              <a:gd name="connsiteY1251" fmla="*/ 3442850 h 4835028"/>
              <a:gd name="connsiteX1252" fmla="*/ 1346609 w 4819079"/>
              <a:gd name="connsiteY1252" fmla="*/ 3410950 h 4835028"/>
              <a:gd name="connsiteX1253" fmla="*/ 1378508 w 4819079"/>
              <a:gd name="connsiteY1253" fmla="*/ 3379051 h 4835028"/>
              <a:gd name="connsiteX1254" fmla="*/ 4301855 w 4819079"/>
              <a:gd name="connsiteY1254" fmla="*/ 3376773 h 4835028"/>
              <a:gd name="connsiteX1255" fmla="*/ 4322363 w 4819079"/>
              <a:gd name="connsiteY1255" fmla="*/ 3397280 h 4835028"/>
              <a:gd name="connsiteX1256" fmla="*/ 4301855 w 4819079"/>
              <a:gd name="connsiteY1256" fmla="*/ 3417787 h 4835028"/>
              <a:gd name="connsiteX1257" fmla="*/ 4281347 w 4819079"/>
              <a:gd name="connsiteY1257" fmla="*/ 3397280 h 4835028"/>
              <a:gd name="connsiteX1258" fmla="*/ 4301855 w 4819079"/>
              <a:gd name="connsiteY1258" fmla="*/ 3376773 h 4835028"/>
              <a:gd name="connsiteX1259" fmla="*/ 3935013 w 4819079"/>
              <a:gd name="connsiteY1259" fmla="*/ 3367659 h 4835028"/>
              <a:gd name="connsiteX1260" fmla="*/ 3950963 w 4819079"/>
              <a:gd name="connsiteY1260" fmla="*/ 3381330 h 4835028"/>
              <a:gd name="connsiteX1261" fmla="*/ 3935013 w 4819079"/>
              <a:gd name="connsiteY1261" fmla="*/ 3397280 h 4835028"/>
              <a:gd name="connsiteX1262" fmla="*/ 3921343 w 4819079"/>
              <a:gd name="connsiteY1262" fmla="*/ 3381330 h 4835028"/>
              <a:gd name="connsiteX1263" fmla="*/ 3935013 w 4819079"/>
              <a:gd name="connsiteY1263" fmla="*/ 3367659 h 4835028"/>
              <a:gd name="connsiteX1264" fmla="*/ 952424 w 4819079"/>
              <a:gd name="connsiteY1264" fmla="*/ 3367659 h 4835028"/>
              <a:gd name="connsiteX1265" fmla="*/ 963817 w 4819079"/>
              <a:gd name="connsiteY1265" fmla="*/ 3381330 h 4835028"/>
              <a:gd name="connsiteX1266" fmla="*/ 952424 w 4819079"/>
              <a:gd name="connsiteY1266" fmla="*/ 3395001 h 4835028"/>
              <a:gd name="connsiteX1267" fmla="*/ 947278 w 4819079"/>
              <a:gd name="connsiteY1267" fmla="*/ 3395001 h 4835028"/>
              <a:gd name="connsiteX1268" fmla="*/ 938753 w 4819079"/>
              <a:gd name="connsiteY1268" fmla="*/ 3381330 h 4835028"/>
              <a:gd name="connsiteX1269" fmla="*/ 952424 w 4819079"/>
              <a:gd name="connsiteY1269" fmla="*/ 3367659 h 4835028"/>
              <a:gd name="connsiteX1270" fmla="*/ 4541099 w 4819079"/>
              <a:gd name="connsiteY1270" fmla="*/ 3363102 h 4835028"/>
              <a:gd name="connsiteX1271" fmla="*/ 4579835 w 4819079"/>
              <a:gd name="connsiteY1271" fmla="*/ 3401837 h 4835028"/>
              <a:gd name="connsiteX1272" fmla="*/ 4541099 w 4819079"/>
              <a:gd name="connsiteY1272" fmla="*/ 3440572 h 4835028"/>
              <a:gd name="connsiteX1273" fmla="*/ 4502365 w 4819079"/>
              <a:gd name="connsiteY1273" fmla="*/ 3401837 h 4835028"/>
              <a:gd name="connsiteX1274" fmla="*/ 4541099 w 4819079"/>
              <a:gd name="connsiteY1274" fmla="*/ 3363102 h 4835028"/>
              <a:gd name="connsiteX1275" fmla="*/ 4422617 w 4819079"/>
              <a:gd name="connsiteY1275" fmla="*/ 3360824 h 4835028"/>
              <a:gd name="connsiteX1276" fmla="*/ 4461351 w 4819079"/>
              <a:gd name="connsiteY1276" fmla="*/ 3399559 h 4835028"/>
              <a:gd name="connsiteX1277" fmla="*/ 4422617 w 4819079"/>
              <a:gd name="connsiteY1277" fmla="*/ 3438294 h 4835028"/>
              <a:gd name="connsiteX1278" fmla="*/ 4383883 w 4819079"/>
              <a:gd name="connsiteY1278" fmla="*/ 3399559 h 4835028"/>
              <a:gd name="connsiteX1279" fmla="*/ 4422617 w 4819079"/>
              <a:gd name="connsiteY1279" fmla="*/ 3360824 h 4835028"/>
              <a:gd name="connsiteX1280" fmla="*/ 3809695 w 4819079"/>
              <a:gd name="connsiteY1280" fmla="*/ 3360824 h 4835028"/>
              <a:gd name="connsiteX1281" fmla="*/ 3825643 w 4819079"/>
              <a:gd name="connsiteY1281" fmla="*/ 3374495 h 4835028"/>
              <a:gd name="connsiteX1282" fmla="*/ 3809695 w 4819079"/>
              <a:gd name="connsiteY1282" fmla="*/ 3390445 h 4835028"/>
              <a:gd name="connsiteX1283" fmla="*/ 3796023 w 4819079"/>
              <a:gd name="connsiteY1283" fmla="*/ 3374495 h 4835028"/>
              <a:gd name="connsiteX1284" fmla="*/ 3809695 w 4819079"/>
              <a:gd name="connsiteY1284" fmla="*/ 3360824 h 4835028"/>
              <a:gd name="connsiteX1285" fmla="*/ 3682097 w 4819079"/>
              <a:gd name="connsiteY1285" fmla="*/ 3347152 h 4835028"/>
              <a:gd name="connsiteX1286" fmla="*/ 3702603 w 4819079"/>
              <a:gd name="connsiteY1286" fmla="*/ 3367659 h 4835028"/>
              <a:gd name="connsiteX1287" fmla="*/ 3682097 w 4819079"/>
              <a:gd name="connsiteY1287" fmla="*/ 3388166 h 4835028"/>
              <a:gd name="connsiteX1288" fmla="*/ 3661591 w 4819079"/>
              <a:gd name="connsiteY1288" fmla="*/ 3367659 h 4835028"/>
              <a:gd name="connsiteX1289" fmla="*/ 3682097 w 4819079"/>
              <a:gd name="connsiteY1289" fmla="*/ 3347152 h 4835028"/>
              <a:gd name="connsiteX1290" fmla="*/ 1205340 w 4819079"/>
              <a:gd name="connsiteY1290" fmla="*/ 3338038 h 4835028"/>
              <a:gd name="connsiteX1291" fmla="*/ 1234961 w 4819079"/>
              <a:gd name="connsiteY1291" fmla="*/ 3367659 h 4835028"/>
              <a:gd name="connsiteX1292" fmla="*/ 1205340 w 4819079"/>
              <a:gd name="connsiteY1292" fmla="*/ 3397280 h 4835028"/>
              <a:gd name="connsiteX1293" fmla="*/ 1175719 w 4819079"/>
              <a:gd name="connsiteY1293" fmla="*/ 3367659 h 4835028"/>
              <a:gd name="connsiteX1294" fmla="*/ 1205340 w 4819079"/>
              <a:gd name="connsiteY1294" fmla="*/ 3338038 h 4835028"/>
              <a:gd name="connsiteX1295" fmla="*/ 3552221 w 4819079"/>
              <a:gd name="connsiteY1295" fmla="*/ 3328924 h 4835028"/>
              <a:gd name="connsiteX1296" fmla="*/ 3554595 w 4819079"/>
              <a:gd name="connsiteY1296" fmla="*/ 3329019 h 4835028"/>
              <a:gd name="connsiteX1297" fmla="*/ 3579563 w 4819079"/>
              <a:gd name="connsiteY1297" fmla="*/ 3358545 h 4835028"/>
              <a:gd name="connsiteX1298" fmla="*/ 3552221 w 4819079"/>
              <a:gd name="connsiteY1298" fmla="*/ 3385887 h 4835028"/>
              <a:gd name="connsiteX1299" fmla="*/ 3549847 w 4819079"/>
              <a:gd name="connsiteY1299" fmla="*/ 3385982 h 4835028"/>
              <a:gd name="connsiteX1300" fmla="*/ 3522599 w 4819079"/>
              <a:gd name="connsiteY1300" fmla="*/ 3358545 h 4835028"/>
              <a:gd name="connsiteX1301" fmla="*/ 3552221 w 4819079"/>
              <a:gd name="connsiteY1301" fmla="*/ 3328924 h 4835028"/>
              <a:gd name="connsiteX1302" fmla="*/ 318994 w 4819079"/>
              <a:gd name="connsiteY1302" fmla="*/ 3324367 h 4835028"/>
              <a:gd name="connsiteX1303" fmla="*/ 332665 w 4819079"/>
              <a:gd name="connsiteY1303" fmla="*/ 3338038 h 4835028"/>
              <a:gd name="connsiteX1304" fmla="*/ 318994 w 4819079"/>
              <a:gd name="connsiteY1304" fmla="*/ 3351709 h 4835028"/>
              <a:gd name="connsiteX1305" fmla="*/ 313848 w 4819079"/>
              <a:gd name="connsiteY1305" fmla="*/ 3351709 h 4835028"/>
              <a:gd name="connsiteX1306" fmla="*/ 305323 w 4819079"/>
              <a:gd name="connsiteY1306" fmla="*/ 3338038 h 4835028"/>
              <a:gd name="connsiteX1307" fmla="*/ 318994 w 4819079"/>
              <a:gd name="connsiteY1307" fmla="*/ 3324367 h 4835028"/>
              <a:gd name="connsiteX1308" fmla="*/ 553682 w 4819079"/>
              <a:gd name="connsiteY1308" fmla="*/ 3317532 h 4835028"/>
              <a:gd name="connsiteX1309" fmla="*/ 569631 w 4819079"/>
              <a:gd name="connsiteY1309" fmla="*/ 3333482 h 4835028"/>
              <a:gd name="connsiteX1310" fmla="*/ 553682 w 4819079"/>
              <a:gd name="connsiteY1310" fmla="*/ 3349431 h 4835028"/>
              <a:gd name="connsiteX1311" fmla="*/ 537732 w 4819079"/>
              <a:gd name="connsiteY1311" fmla="*/ 3333482 h 4835028"/>
              <a:gd name="connsiteX1312" fmla="*/ 553682 w 4819079"/>
              <a:gd name="connsiteY1312" fmla="*/ 3317532 h 4835028"/>
              <a:gd name="connsiteX1313" fmla="*/ 795206 w 4819079"/>
              <a:gd name="connsiteY1313" fmla="*/ 3278797 h 4835028"/>
              <a:gd name="connsiteX1314" fmla="*/ 843055 w 4819079"/>
              <a:gd name="connsiteY1314" fmla="*/ 3326646 h 4835028"/>
              <a:gd name="connsiteX1315" fmla="*/ 795206 w 4819079"/>
              <a:gd name="connsiteY1315" fmla="*/ 3374495 h 4835028"/>
              <a:gd name="connsiteX1316" fmla="*/ 747357 w 4819079"/>
              <a:gd name="connsiteY1316" fmla="*/ 3326646 h 4835028"/>
              <a:gd name="connsiteX1317" fmla="*/ 795206 w 4819079"/>
              <a:gd name="connsiteY1317" fmla="*/ 3278797 h 4835028"/>
              <a:gd name="connsiteX1318" fmla="*/ 1043565 w 4819079"/>
              <a:gd name="connsiteY1318" fmla="*/ 3267508 h 4835028"/>
              <a:gd name="connsiteX1319" fmla="*/ 1091362 w 4819079"/>
              <a:gd name="connsiteY1319" fmla="*/ 3319862 h 4835028"/>
              <a:gd name="connsiteX1320" fmla="*/ 1039008 w 4819079"/>
              <a:gd name="connsiteY1320" fmla="*/ 3367659 h 4835028"/>
              <a:gd name="connsiteX1321" fmla="*/ 991159 w 4819079"/>
              <a:gd name="connsiteY1321" fmla="*/ 3317532 h 4835028"/>
              <a:gd name="connsiteX1322" fmla="*/ 991211 w 4819079"/>
              <a:gd name="connsiteY1322" fmla="*/ 3315305 h 4835028"/>
              <a:gd name="connsiteX1323" fmla="*/ 1043565 w 4819079"/>
              <a:gd name="connsiteY1323" fmla="*/ 3267508 h 4835028"/>
              <a:gd name="connsiteX1324" fmla="*/ 1294202 w 4819079"/>
              <a:gd name="connsiteY1324" fmla="*/ 3262847 h 4835028"/>
              <a:gd name="connsiteX1325" fmla="*/ 1335216 w 4819079"/>
              <a:gd name="connsiteY1325" fmla="*/ 3303861 h 4835028"/>
              <a:gd name="connsiteX1326" fmla="*/ 1294202 w 4819079"/>
              <a:gd name="connsiteY1326" fmla="*/ 3344874 h 4835028"/>
              <a:gd name="connsiteX1327" fmla="*/ 1253189 w 4819079"/>
              <a:gd name="connsiteY1327" fmla="*/ 3303861 h 4835028"/>
              <a:gd name="connsiteX1328" fmla="*/ 1294202 w 4819079"/>
              <a:gd name="connsiteY1328" fmla="*/ 3262847 h 4835028"/>
              <a:gd name="connsiteX1329" fmla="*/ 410135 w 4819079"/>
              <a:gd name="connsiteY1329" fmla="*/ 3256011 h 4835028"/>
              <a:gd name="connsiteX1330" fmla="*/ 426085 w 4819079"/>
              <a:gd name="connsiteY1330" fmla="*/ 3271961 h 4835028"/>
              <a:gd name="connsiteX1331" fmla="*/ 410135 w 4819079"/>
              <a:gd name="connsiteY1331" fmla="*/ 3290189 h 4835028"/>
              <a:gd name="connsiteX1332" fmla="*/ 394186 w 4819079"/>
              <a:gd name="connsiteY1332" fmla="*/ 3271961 h 4835028"/>
              <a:gd name="connsiteX1333" fmla="*/ 410135 w 4819079"/>
              <a:gd name="connsiteY1333" fmla="*/ 3256011 h 4835028"/>
              <a:gd name="connsiteX1334" fmla="*/ 4242615 w 4819079"/>
              <a:gd name="connsiteY1334" fmla="*/ 3246897 h 4835028"/>
              <a:gd name="connsiteX1335" fmla="*/ 4263121 w 4819079"/>
              <a:gd name="connsiteY1335" fmla="*/ 3267404 h 4835028"/>
              <a:gd name="connsiteX1336" fmla="*/ 4242615 w 4819079"/>
              <a:gd name="connsiteY1336" fmla="*/ 3287911 h 4835028"/>
              <a:gd name="connsiteX1337" fmla="*/ 4222107 w 4819079"/>
              <a:gd name="connsiteY1337" fmla="*/ 3267404 h 4835028"/>
              <a:gd name="connsiteX1338" fmla="*/ 4242615 w 4819079"/>
              <a:gd name="connsiteY1338" fmla="*/ 3246897 h 4835028"/>
              <a:gd name="connsiteX1339" fmla="*/ 3880329 w 4819079"/>
              <a:gd name="connsiteY1339" fmla="*/ 3246897 h 4835028"/>
              <a:gd name="connsiteX1340" fmla="*/ 3891721 w 4819079"/>
              <a:gd name="connsiteY1340" fmla="*/ 3258290 h 4835028"/>
              <a:gd name="connsiteX1341" fmla="*/ 3880329 w 4819079"/>
              <a:gd name="connsiteY1341" fmla="*/ 3269682 h 4835028"/>
              <a:gd name="connsiteX1342" fmla="*/ 3868935 w 4819079"/>
              <a:gd name="connsiteY1342" fmla="*/ 3258290 h 4835028"/>
              <a:gd name="connsiteX1343" fmla="*/ 3880329 w 4819079"/>
              <a:gd name="connsiteY1343" fmla="*/ 3246897 h 4835028"/>
              <a:gd name="connsiteX1344" fmla="*/ 644823 w 4819079"/>
              <a:gd name="connsiteY1344" fmla="*/ 3246897 h 4835028"/>
              <a:gd name="connsiteX1345" fmla="*/ 665330 w 4819079"/>
              <a:gd name="connsiteY1345" fmla="*/ 3267404 h 4835028"/>
              <a:gd name="connsiteX1346" fmla="*/ 644823 w 4819079"/>
              <a:gd name="connsiteY1346" fmla="*/ 3290189 h 4835028"/>
              <a:gd name="connsiteX1347" fmla="*/ 624316 w 4819079"/>
              <a:gd name="connsiteY1347" fmla="*/ 3267404 h 4835028"/>
              <a:gd name="connsiteX1348" fmla="*/ 644823 w 4819079"/>
              <a:gd name="connsiteY1348" fmla="*/ 3246897 h 4835028"/>
              <a:gd name="connsiteX1349" fmla="*/ 4709711 w 4819079"/>
              <a:gd name="connsiteY1349" fmla="*/ 3235505 h 4835028"/>
              <a:gd name="connsiteX1350" fmla="*/ 4750725 w 4819079"/>
              <a:gd name="connsiteY1350" fmla="*/ 3276518 h 4835028"/>
              <a:gd name="connsiteX1351" fmla="*/ 4709711 w 4819079"/>
              <a:gd name="connsiteY1351" fmla="*/ 3317532 h 4835028"/>
              <a:gd name="connsiteX1352" fmla="*/ 4668699 w 4819079"/>
              <a:gd name="connsiteY1352" fmla="*/ 3276518 h 4835028"/>
              <a:gd name="connsiteX1353" fmla="*/ 4709711 w 4819079"/>
              <a:gd name="connsiteY1353" fmla="*/ 3235505 h 4835028"/>
              <a:gd name="connsiteX1354" fmla="*/ 4593507 w 4819079"/>
              <a:gd name="connsiteY1354" fmla="*/ 3233226 h 4835028"/>
              <a:gd name="connsiteX1355" fmla="*/ 4634519 w 4819079"/>
              <a:gd name="connsiteY1355" fmla="*/ 3274240 h 4835028"/>
              <a:gd name="connsiteX1356" fmla="*/ 4593507 w 4819079"/>
              <a:gd name="connsiteY1356" fmla="*/ 3317531 h 4835028"/>
              <a:gd name="connsiteX1357" fmla="*/ 4552493 w 4819079"/>
              <a:gd name="connsiteY1357" fmla="*/ 3274240 h 4835028"/>
              <a:gd name="connsiteX1358" fmla="*/ 4593507 w 4819079"/>
              <a:gd name="connsiteY1358" fmla="*/ 3233226 h 4835028"/>
              <a:gd name="connsiteX1359" fmla="*/ 4477303 w 4819079"/>
              <a:gd name="connsiteY1359" fmla="*/ 3230947 h 4835028"/>
              <a:gd name="connsiteX1360" fmla="*/ 4518315 w 4819079"/>
              <a:gd name="connsiteY1360" fmla="*/ 3271961 h 4835028"/>
              <a:gd name="connsiteX1361" fmla="*/ 4477303 w 4819079"/>
              <a:gd name="connsiteY1361" fmla="*/ 3312974 h 4835028"/>
              <a:gd name="connsiteX1362" fmla="*/ 4436287 w 4819079"/>
              <a:gd name="connsiteY1362" fmla="*/ 3271961 h 4835028"/>
              <a:gd name="connsiteX1363" fmla="*/ 4477303 w 4819079"/>
              <a:gd name="connsiteY1363" fmla="*/ 3230947 h 4835028"/>
              <a:gd name="connsiteX1364" fmla="*/ 879511 w 4819079"/>
              <a:gd name="connsiteY1364" fmla="*/ 3230947 h 4835028"/>
              <a:gd name="connsiteX1365" fmla="*/ 911411 w 4819079"/>
              <a:gd name="connsiteY1365" fmla="*/ 3262846 h 4835028"/>
              <a:gd name="connsiteX1366" fmla="*/ 884068 w 4819079"/>
              <a:gd name="connsiteY1366" fmla="*/ 3292467 h 4835028"/>
              <a:gd name="connsiteX1367" fmla="*/ 881395 w 4819079"/>
              <a:gd name="connsiteY1367" fmla="*/ 3292744 h 4835028"/>
              <a:gd name="connsiteX1368" fmla="*/ 847612 w 4819079"/>
              <a:gd name="connsiteY1368" fmla="*/ 3262846 h 4835028"/>
              <a:gd name="connsiteX1369" fmla="*/ 879511 w 4819079"/>
              <a:gd name="connsiteY1369" fmla="*/ 3230947 h 4835028"/>
              <a:gd name="connsiteX1370" fmla="*/ 3757287 w 4819079"/>
              <a:gd name="connsiteY1370" fmla="*/ 3226391 h 4835028"/>
              <a:gd name="connsiteX1371" fmla="*/ 3784631 w 4819079"/>
              <a:gd name="connsiteY1371" fmla="*/ 3253733 h 4835028"/>
              <a:gd name="connsiteX1372" fmla="*/ 3784527 w 4819079"/>
              <a:gd name="connsiteY1372" fmla="*/ 3256116 h 4835028"/>
              <a:gd name="connsiteX1373" fmla="*/ 3757287 w 4819079"/>
              <a:gd name="connsiteY1373" fmla="*/ 3278797 h 4835028"/>
              <a:gd name="connsiteX1374" fmla="*/ 3729945 w 4819079"/>
              <a:gd name="connsiteY1374" fmla="*/ 3253733 h 4835028"/>
              <a:gd name="connsiteX1375" fmla="*/ 3757287 w 4819079"/>
              <a:gd name="connsiteY1375" fmla="*/ 3226391 h 4835028"/>
              <a:gd name="connsiteX1376" fmla="*/ 3631969 w 4819079"/>
              <a:gd name="connsiteY1376" fmla="*/ 3224112 h 4835028"/>
              <a:gd name="connsiteX1377" fmla="*/ 3654755 w 4819079"/>
              <a:gd name="connsiteY1377" fmla="*/ 3246897 h 4835028"/>
              <a:gd name="connsiteX1378" fmla="*/ 3654627 w 4819079"/>
              <a:gd name="connsiteY1378" fmla="*/ 3249303 h 4835028"/>
              <a:gd name="connsiteX1379" fmla="*/ 3631969 w 4819079"/>
              <a:gd name="connsiteY1379" fmla="*/ 3267404 h 4835028"/>
              <a:gd name="connsiteX1380" fmla="*/ 3611463 w 4819079"/>
              <a:gd name="connsiteY1380" fmla="*/ 3246897 h 4835028"/>
              <a:gd name="connsiteX1381" fmla="*/ 3631969 w 4819079"/>
              <a:gd name="connsiteY1381" fmla="*/ 3224112 h 4835028"/>
              <a:gd name="connsiteX1382" fmla="*/ 1139263 w 4819079"/>
              <a:gd name="connsiteY1382" fmla="*/ 3205884 h 4835028"/>
              <a:gd name="connsiteX1383" fmla="*/ 1141599 w 4819079"/>
              <a:gd name="connsiteY1383" fmla="*/ 3205941 h 4835028"/>
              <a:gd name="connsiteX1384" fmla="*/ 1184834 w 4819079"/>
              <a:gd name="connsiteY1384" fmla="*/ 3253733 h 4835028"/>
              <a:gd name="connsiteX1385" fmla="*/ 1139263 w 4819079"/>
              <a:gd name="connsiteY1385" fmla="*/ 3299304 h 4835028"/>
              <a:gd name="connsiteX1386" fmla="*/ 1136927 w 4819079"/>
              <a:gd name="connsiteY1386" fmla="*/ 3299360 h 4835028"/>
              <a:gd name="connsiteX1387" fmla="*/ 1091414 w 4819079"/>
              <a:gd name="connsiteY1387" fmla="*/ 3253733 h 4835028"/>
              <a:gd name="connsiteX1388" fmla="*/ 1139263 w 4819079"/>
              <a:gd name="connsiteY1388" fmla="*/ 3205884 h 4835028"/>
              <a:gd name="connsiteX1389" fmla="*/ 268866 w 4819079"/>
              <a:gd name="connsiteY1389" fmla="*/ 3196769 h 4835028"/>
              <a:gd name="connsiteX1390" fmla="*/ 282537 w 4819079"/>
              <a:gd name="connsiteY1390" fmla="*/ 3210440 h 4835028"/>
              <a:gd name="connsiteX1391" fmla="*/ 268866 w 4819079"/>
              <a:gd name="connsiteY1391" fmla="*/ 3224111 h 4835028"/>
              <a:gd name="connsiteX1392" fmla="*/ 255195 w 4819079"/>
              <a:gd name="connsiteY1392" fmla="*/ 3210440 h 4835028"/>
              <a:gd name="connsiteX1393" fmla="*/ 268866 w 4819079"/>
              <a:gd name="connsiteY1393" fmla="*/ 3196769 h 4835028"/>
              <a:gd name="connsiteX1394" fmla="*/ 501276 w 4819079"/>
              <a:gd name="connsiteY1394" fmla="*/ 3189934 h 4835028"/>
              <a:gd name="connsiteX1395" fmla="*/ 517225 w 4819079"/>
              <a:gd name="connsiteY1395" fmla="*/ 3205884 h 4835028"/>
              <a:gd name="connsiteX1396" fmla="*/ 501276 w 4819079"/>
              <a:gd name="connsiteY1396" fmla="*/ 3221833 h 4835028"/>
              <a:gd name="connsiteX1397" fmla="*/ 485326 w 4819079"/>
              <a:gd name="connsiteY1397" fmla="*/ 3205884 h 4835028"/>
              <a:gd name="connsiteX1398" fmla="*/ 501276 w 4819079"/>
              <a:gd name="connsiteY1398" fmla="*/ 3189934 h 4835028"/>
              <a:gd name="connsiteX1399" fmla="*/ 735964 w 4819079"/>
              <a:gd name="connsiteY1399" fmla="*/ 3167149 h 4835028"/>
              <a:gd name="connsiteX1400" fmla="*/ 770142 w 4819079"/>
              <a:gd name="connsiteY1400" fmla="*/ 3203605 h 4835028"/>
              <a:gd name="connsiteX1401" fmla="*/ 735964 w 4819079"/>
              <a:gd name="connsiteY1401" fmla="*/ 3237783 h 4835028"/>
              <a:gd name="connsiteX1402" fmla="*/ 701786 w 4819079"/>
              <a:gd name="connsiteY1402" fmla="*/ 3203605 h 4835028"/>
              <a:gd name="connsiteX1403" fmla="*/ 701710 w 4819079"/>
              <a:gd name="connsiteY1403" fmla="*/ 3201251 h 4835028"/>
              <a:gd name="connsiteX1404" fmla="*/ 735964 w 4819079"/>
              <a:gd name="connsiteY1404" fmla="*/ 3167149 h 4835028"/>
              <a:gd name="connsiteX1405" fmla="*/ 953553 w 4819079"/>
              <a:gd name="connsiteY1405" fmla="*/ 3146171 h 4835028"/>
              <a:gd name="connsiteX1406" fmla="*/ 1014745 w 4819079"/>
              <a:gd name="connsiteY1406" fmla="*/ 3187985 h 4835028"/>
              <a:gd name="connsiteX1407" fmla="*/ 972931 w 4819079"/>
              <a:gd name="connsiteY1407" fmla="*/ 3249176 h 4835028"/>
              <a:gd name="connsiteX1408" fmla="*/ 955503 w 4819079"/>
              <a:gd name="connsiteY1408" fmla="*/ 3249505 h 4835028"/>
              <a:gd name="connsiteX1409" fmla="*/ 911411 w 4819079"/>
              <a:gd name="connsiteY1409" fmla="*/ 3189934 h 4835028"/>
              <a:gd name="connsiteX1410" fmla="*/ 953553 w 4819079"/>
              <a:gd name="connsiteY1410" fmla="*/ 3146171 h 4835028"/>
              <a:gd name="connsiteX1411" fmla="*/ 1219068 w 4819079"/>
              <a:gd name="connsiteY1411" fmla="*/ 3144307 h 4835028"/>
              <a:gd name="connsiteX1412" fmla="*/ 1264581 w 4819079"/>
              <a:gd name="connsiteY1412" fmla="*/ 3189934 h 4835028"/>
              <a:gd name="connsiteX1413" fmla="*/ 1216732 w 4819079"/>
              <a:gd name="connsiteY1413" fmla="*/ 3235505 h 4835028"/>
              <a:gd name="connsiteX1414" fmla="*/ 1171162 w 4819079"/>
              <a:gd name="connsiteY1414" fmla="*/ 3189934 h 4835028"/>
              <a:gd name="connsiteX1415" fmla="*/ 1216732 w 4819079"/>
              <a:gd name="connsiteY1415" fmla="*/ 3144364 h 4835028"/>
              <a:gd name="connsiteX1416" fmla="*/ 1219068 w 4819079"/>
              <a:gd name="connsiteY1416" fmla="*/ 3144307 h 4835028"/>
              <a:gd name="connsiteX1417" fmla="*/ 4176535 w 4819079"/>
              <a:gd name="connsiteY1417" fmla="*/ 3137528 h 4835028"/>
              <a:gd name="connsiteX1418" fmla="*/ 4178815 w 4819079"/>
              <a:gd name="connsiteY1418" fmla="*/ 3139806 h 4835028"/>
              <a:gd name="connsiteX1419" fmla="*/ 4176535 w 4819079"/>
              <a:gd name="connsiteY1419" fmla="*/ 3142085 h 4835028"/>
              <a:gd name="connsiteX1420" fmla="*/ 4176535 w 4819079"/>
              <a:gd name="connsiteY1420" fmla="*/ 3139806 h 4835028"/>
              <a:gd name="connsiteX1421" fmla="*/ 362286 w 4819079"/>
              <a:gd name="connsiteY1421" fmla="*/ 3126136 h 4835028"/>
              <a:gd name="connsiteX1422" fmla="*/ 367229 w 4819079"/>
              <a:gd name="connsiteY1422" fmla="*/ 3126136 h 4835028"/>
              <a:gd name="connsiteX1423" fmla="*/ 380515 w 4819079"/>
              <a:gd name="connsiteY1423" fmla="*/ 3144364 h 4835028"/>
              <a:gd name="connsiteX1424" fmla="*/ 380352 w 4819079"/>
              <a:gd name="connsiteY1424" fmla="*/ 3146807 h 4835028"/>
              <a:gd name="connsiteX1425" fmla="*/ 362286 w 4819079"/>
              <a:gd name="connsiteY1425" fmla="*/ 3160313 h 4835028"/>
              <a:gd name="connsiteX1426" fmla="*/ 346337 w 4819079"/>
              <a:gd name="connsiteY1426" fmla="*/ 3144364 h 4835028"/>
              <a:gd name="connsiteX1427" fmla="*/ 346174 w 4819079"/>
              <a:gd name="connsiteY1427" fmla="*/ 3141921 h 4835028"/>
              <a:gd name="connsiteX1428" fmla="*/ 362286 w 4819079"/>
              <a:gd name="connsiteY1428" fmla="*/ 3126136 h 4835028"/>
              <a:gd name="connsiteX1429" fmla="*/ 4408947 w 4819079"/>
              <a:gd name="connsiteY1429" fmla="*/ 3123857 h 4835028"/>
              <a:gd name="connsiteX1430" fmla="*/ 4427175 w 4819079"/>
              <a:gd name="connsiteY1430" fmla="*/ 3142085 h 4835028"/>
              <a:gd name="connsiteX1431" fmla="*/ 4408947 w 4819079"/>
              <a:gd name="connsiteY1431" fmla="*/ 3160313 h 4835028"/>
              <a:gd name="connsiteX1432" fmla="*/ 4390719 w 4819079"/>
              <a:gd name="connsiteY1432" fmla="*/ 3142085 h 4835028"/>
              <a:gd name="connsiteX1433" fmla="*/ 4408947 w 4819079"/>
              <a:gd name="connsiteY1433" fmla="*/ 3123857 h 4835028"/>
              <a:gd name="connsiteX1434" fmla="*/ 827105 w 4819079"/>
              <a:gd name="connsiteY1434" fmla="*/ 3123857 h 4835028"/>
              <a:gd name="connsiteX1435" fmla="*/ 840777 w 4819079"/>
              <a:gd name="connsiteY1435" fmla="*/ 3137528 h 4835028"/>
              <a:gd name="connsiteX1436" fmla="*/ 827105 w 4819079"/>
              <a:gd name="connsiteY1436" fmla="*/ 3151199 h 4835028"/>
              <a:gd name="connsiteX1437" fmla="*/ 813434 w 4819079"/>
              <a:gd name="connsiteY1437" fmla="*/ 3137528 h 4835028"/>
              <a:gd name="connsiteX1438" fmla="*/ 813434 w 4819079"/>
              <a:gd name="connsiteY1438" fmla="*/ 3132382 h 4835028"/>
              <a:gd name="connsiteX1439" fmla="*/ 827105 w 4819079"/>
              <a:gd name="connsiteY1439" fmla="*/ 3123857 h 4835028"/>
              <a:gd name="connsiteX1440" fmla="*/ 592417 w 4819079"/>
              <a:gd name="connsiteY1440" fmla="*/ 3121578 h 4835028"/>
              <a:gd name="connsiteX1441" fmla="*/ 612923 w 4819079"/>
              <a:gd name="connsiteY1441" fmla="*/ 3142085 h 4835028"/>
              <a:gd name="connsiteX1442" fmla="*/ 592417 w 4819079"/>
              <a:gd name="connsiteY1442" fmla="*/ 3160313 h 4835028"/>
              <a:gd name="connsiteX1443" fmla="*/ 574188 w 4819079"/>
              <a:gd name="connsiteY1443" fmla="*/ 3142085 h 4835028"/>
              <a:gd name="connsiteX1444" fmla="*/ 592417 w 4819079"/>
              <a:gd name="connsiteY1444" fmla="*/ 3121578 h 4835028"/>
              <a:gd name="connsiteX1445" fmla="*/ 134433 w 4819079"/>
              <a:gd name="connsiteY1445" fmla="*/ 3119300 h 4835028"/>
              <a:gd name="connsiteX1446" fmla="*/ 161776 w 4819079"/>
              <a:gd name="connsiteY1446" fmla="*/ 3146642 h 4835028"/>
              <a:gd name="connsiteX1447" fmla="*/ 134433 w 4819079"/>
              <a:gd name="connsiteY1447" fmla="*/ 3173985 h 4835028"/>
              <a:gd name="connsiteX1448" fmla="*/ 107091 w 4819079"/>
              <a:gd name="connsiteY1448" fmla="*/ 3146642 h 4835028"/>
              <a:gd name="connsiteX1449" fmla="*/ 134433 w 4819079"/>
              <a:gd name="connsiteY1449" fmla="*/ 3119300 h 4835028"/>
              <a:gd name="connsiteX1450" fmla="*/ 4060331 w 4819079"/>
              <a:gd name="connsiteY1450" fmla="*/ 3114743 h 4835028"/>
              <a:gd name="connsiteX1451" fmla="*/ 4083117 w 4819079"/>
              <a:gd name="connsiteY1451" fmla="*/ 3137528 h 4835028"/>
              <a:gd name="connsiteX1452" fmla="*/ 4060331 w 4819079"/>
              <a:gd name="connsiteY1452" fmla="*/ 3160314 h 4835028"/>
              <a:gd name="connsiteX1453" fmla="*/ 4037547 w 4819079"/>
              <a:gd name="connsiteY1453" fmla="*/ 3137528 h 4835028"/>
              <a:gd name="connsiteX1454" fmla="*/ 4060331 w 4819079"/>
              <a:gd name="connsiteY1454" fmla="*/ 3114743 h 4835028"/>
              <a:gd name="connsiteX1455" fmla="*/ 4639077 w 4819079"/>
              <a:gd name="connsiteY1455" fmla="*/ 3112464 h 4835028"/>
              <a:gd name="connsiteX1456" fmla="*/ 4668699 w 4819079"/>
              <a:gd name="connsiteY1456" fmla="*/ 3144363 h 4835028"/>
              <a:gd name="connsiteX1457" fmla="*/ 4668787 w 4819079"/>
              <a:gd name="connsiteY1457" fmla="*/ 3146730 h 4835028"/>
              <a:gd name="connsiteX1458" fmla="*/ 4639077 w 4819079"/>
              <a:gd name="connsiteY1458" fmla="*/ 3176263 h 4835028"/>
              <a:gd name="connsiteX1459" fmla="*/ 4607179 w 4819079"/>
              <a:gd name="connsiteY1459" fmla="*/ 3144363 h 4835028"/>
              <a:gd name="connsiteX1460" fmla="*/ 4639077 w 4819079"/>
              <a:gd name="connsiteY1460" fmla="*/ 3112464 h 4835028"/>
              <a:gd name="connsiteX1461" fmla="*/ 3941847 w 4819079"/>
              <a:gd name="connsiteY1461" fmla="*/ 3112464 h 4835028"/>
              <a:gd name="connsiteX1462" fmla="*/ 3964635 w 4819079"/>
              <a:gd name="connsiteY1462" fmla="*/ 3135249 h 4835028"/>
              <a:gd name="connsiteX1463" fmla="*/ 3941847 w 4819079"/>
              <a:gd name="connsiteY1463" fmla="*/ 3158035 h 4835028"/>
              <a:gd name="connsiteX1464" fmla="*/ 3919063 w 4819079"/>
              <a:gd name="connsiteY1464" fmla="*/ 3135249 h 4835028"/>
              <a:gd name="connsiteX1465" fmla="*/ 3941847 w 4819079"/>
              <a:gd name="connsiteY1465" fmla="*/ 3112464 h 4835028"/>
              <a:gd name="connsiteX1466" fmla="*/ 3823367 w 4819079"/>
              <a:gd name="connsiteY1466" fmla="*/ 3105629 h 4835028"/>
              <a:gd name="connsiteX1467" fmla="*/ 3825747 w 4819079"/>
              <a:gd name="connsiteY1467" fmla="*/ 3105733 h 4835028"/>
              <a:gd name="connsiteX1468" fmla="*/ 3848429 w 4819079"/>
              <a:gd name="connsiteY1468" fmla="*/ 3132971 h 4835028"/>
              <a:gd name="connsiteX1469" fmla="*/ 3823365 w 4819079"/>
              <a:gd name="connsiteY1469" fmla="*/ 3158035 h 4835028"/>
              <a:gd name="connsiteX1470" fmla="*/ 3820983 w 4819079"/>
              <a:gd name="connsiteY1470" fmla="*/ 3158139 h 4835028"/>
              <a:gd name="connsiteX1471" fmla="*/ 3796023 w 4819079"/>
              <a:gd name="connsiteY1471" fmla="*/ 3132971 h 4835028"/>
              <a:gd name="connsiteX1472" fmla="*/ 3823367 w 4819079"/>
              <a:gd name="connsiteY1472" fmla="*/ 3105629 h 4835028"/>
              <a:gd name="connsiteX1473" fmla="*/ 1307873 w 4819079"/>
              <a:gd name="connsiteY1473" fmla="*/ 3105629 h 4835028"/>
              <a:gd name="connsiteX1474" fmla="*/ 1326101 w 4819079"/>
              <a:gd name="connsiteY1474" fmla="*/ 3123857 h 4835028"/>
              <a:gd name="connsiteX1475" fmla="*/ 1307873 w 4819079"/>
              <a:gd name="connsiteY1475" fmla="*/ 3142085 h 4835028"/>
              <a:gd name="connsiteX1476" fmla="*/ 1289645 w 4819079"/>
              <a:gd name="connsiteY1476" fmla="*/ 3123857 h 4835028"/>
              <a:gd name="connsiteX1477" fmla="*/ 1307873 w 4819079"/>
              <a:gd name="connsiteY1477" fmla="*/ 3105629 h 4835028"/>
              <a:gd name="connsiteX1478" fmla="*/ 1064072 w 4819079"/>
              <a:gd name="connsiteY1478" fmla="*/ 3098793 h 4835028"/>
              <a:gd name="connsiteX1479" fmla="*/ 1095971 w 4819079"/>
              <a:gd name="connsiteY1479" fmla="*/ 3132971 h 4835028"/>
              <a:gd name="connsiteX1480" fmla="*/ 1064072 w 4819079"/>
              <a:gd name="connsiteY1480" fmla="*/ 3164870 h 4835028"/>
              <a:gd name="connsiteX1481" fmla="*/ 1029894 w 4819079"/>
              <a:gd name="connsiteY1481" fmla="*/ 3132971 h 4835028"/>
              <a:gd name="connsiteX1482" fmla="*/ 1064072 w 4819079"/>
              <a:gd name="connsiteY1482" fmla="*/ 3098793 h 4835028"/>
              <a:gd name="connsiteX1483" fmla="*/ 3702603 w 4819079"/>
              <a:gd name="connsiteY1483" fmla="*/ 3096514 h 4835028"/>
              <a:gd name="connsiteX1484" fmla="*/ 3734503 w 4819079"/>
              <a:gd name="connsiteY1484" fmla="*/ 3128413 h 4835028"/>
              <a:gd name="connsiteX1485" fmla="*/ 3702603 w 4819079"/>
              <a:gd name="connsiteY1485" fmla="*/ 3160313 h 4835028"/>
              <a:gd name="connsiteX1486" fmla="*/ 3670703 w 4819079"/>
              <a:gd name="connsiteY1486" fmla="*/ 3128413 h 4835028"/>
              <a:gd name="connsiteX1487" fmla="*/ 3702603 w 4819079"/>
              <a:gd name="connsiteY1487" fmla="*/ 3096514 h 4835028"/>
              <a:gd name="connsiteX1488" fmla="*/ 683558 w 4819079"/>
              <a:gd name="connsiteY1488" fmla="*/ 3055501 h 4835028"/>
              <a:gd name="connsiteX1489" fmla="*/ 704065 w 4819079"/>
              <a:gd name="connsiteY1489" fmla="*/ 3073730 h 4835028"/>
              <a:gd name="connsiteX1490" fmla="*/ 683558 w 4819079"/>
              <a:gd name="connsiteY1490" fmla="*/ 3094236 h 4835028"/>
              <a:gd name="connsiteX1491" fmla="*/ 681136 w 4819079"/>
              <a:gd name="connsiteY1491" fmla="*/ 3094094 h 4835028"/>
              <a:gd name="connsiteX1492" fmla="*/ 665330 w 4819079"/>
              <a:gd name="connsiteY1492" fmla="*/ 3073730 h 4835028"/>
              <a:gd name="connsiteX1493" fmla="*/ 683558 w 4819079"/>
              <a:gd name="connsiteY1493" fmla="*/ 3055501 h 4835028"/>
              <a:gd name="connsiteX1494" fmla="*/ 230131 w 4819079"/>
              <a:gd name="connsiteY1494" fmla="*/ 3050944 h 4835028"/>
              <a:gd name="connsiteX1495" fmla="*/ 257474 w 4819079"/>
              <a:gd name="connsiteY1495" fmla="*/ 3078286 h 4835028"/>
              <a:gd name="connsiteX1496" fmla="*/ 230131 w 4819079"/>
              <a:gd name="connsiteY1496" fmla="*/ 3105629 h 4835028"/>
              <a:gd name="connsiteX1497" fmla="*/ 202789 w 4819079"/>
              <a:gd name="connsiteY1497" fmla="*/ 3078286 h 4835028"/>
              <a:gd name="connsiteX1498" fmla="*/ 230131 w 4819079"/>
              <a:gd name="connsiteY1498" fmla="*/ 3050944 h 4835028"/>
              <a:gd name="connsiteX1499" fmla="*/ 455705 w 4819079"/>
              <a:gd name="connsiteY1499" fmla="*/ 3037273 h 4835028"/>
              <a:gd name="connsiteX1500" fmla="*/ 496718 w 4819079"/>
              <a:gd name="connsiteY1500" fmla="*/ 3076008 h 4835028"/>
              <a:gd name="connsiteX1501" fmla="*/ 455705 w 4819079"/>
              <a:gd name="connsiteY1501" fmla="*/ 3117022 h 4835028"/>
              <a:gd name="connsiteX1502" fmla="*/ 416970 w 4819079"/>
              <a:gd name="connsiteY1502" fmla="*/ 3076008 h 4835028"/>
              <a:gd name="connsiteX1503" fmla="*/ 455705 w 4819079"/>
              <a:gd name="connsiteY1503" fmla="*/ 3037273 h 4835028"/>
              <a:gd name="connsiteX1504" fmla="*/ 1152934 w 4819079"/>
              <a:gd name="connsiteY1504" fmla="*/ 3032716 h 4835028"/>
              <a:gd name="connsiteX1505" fmla="*/ 1187112 w 4819079"/>
              <a:gd name="connsiteY1505" fmla="*/ 3066894 h 4835028"/>
              <a:gd name="connsiteX1506" fmla="*/ 1152934 w 4819079"/>
              <a:gd name="connsiteY1506" fmla="*/ 3101072 h 4835028"/>
              <a:gd name="connsiteX1507" fmla="*/ 1118756 w 4819079"/>
              <a:gd name="connsiteY1507" fmla="*/ 3066894 h 4835028"/>
              <a:gd name="connsiteX1508" fmla="*/ 1152934 w 4819079"/>
              <a:gd name="connsiteY1508" fmla="*/ 3032716 h 4835028"/>
              <a:gd name="connsiteX1509" fmla="*/ 911410 w 4819079"/>
              <a:gd name="connsiteY1509" fmla="*/ 3030437 h 4835028"/>
              <a:gd name="connsiteX1510" fmla="*/ 952424 w 4819079"/>
              <a:gd name="connsiteY1510" fmla="*/ 3071451 h 4835028"/>
              <a:gd name="connsiteX1511" fmla="*/ 911411 w 4819079"/>
              <a:gd name="connsiteY1511" fmla="*/ 3112464 h 4835028"/>
              <a:gd name="connsiteX1512" fmla="*/ 911410 w 4819079"/>
              <a:gd name="connsiteY1512" fmla="*/ 3112464 h 4835028"/>
              <a:gd name="connsiteX1513" fmla="*/ 870397 w 4819079"/>
              <a:gd name="connsiteY1513" fmla="*/ 3071451 h 4835028"/>
              <a:gd name="connsiteX1514" fmla="*/ 911410 w 4819079"/>
              <a:gd name="connsiteY1514" fmla="*/ 3030437 h 4835028"/>
              <a:gd name="connsiteX1515" fmla="*/ 325830 w 4819079"/>
              <a:gd name="connsiteY1515" fmla="*/ 2991703 h 4835028"/>
              <a:gd name="connsiteX1516" fmla="*/ 346336 w 4819079"/>
              <a:gd name="connsiteY1516" fmla="*/ 3012210 h 4835028"/>
              <a:gd name="connsiteX1517" fmla="*/ 325830 w 4819079"/>
              <a:gd name="connsiteY1517" fmla="*/ 3032717 h 4835028"/>
              <a:gd name="connsiteX1518" fmla="*/ 305323 w 4819079"/>
              <a:gd name="connsiteY1518" fmla="*/ 3012210 h 4835028"/>
              <a:gd name="connsiteX1519" fmla="*/ 325830 w 4819079"/>
              <a:gd name="connsiteY1519" fmla="*/ 2991703 h 4835028"/>
              <a:gd name="connsiteX1520" fmla="*/ 100255 w 4819079"/>
              <a:gd name="connsiteY1520" fmla="*/ 2984867 h 4835028"/>
              <a:gd name="connsiteX1521" fmla="*/ 127598 w 4819079"/>
              <a:gd name="connsiteY1521" fmla="*/ 3012209 h 4835028"/>
              <a:gd name="connsiteX1522" fmla="*/ 100255 w 4819079"/>
              <a:gd name="connsiteY1522" fmla="*/ 3039552 h 4835028"/>
              <a:gd name="connsiteX1523" fmla="*/ 72913 w 4819079"/>
              <a:gd name="connsiteY1523" fmla="*/ 3012209 h 4835028"/>
              <a:gd name="connsiteX1524" fmla="*/ 100255 w 4819079"/>
              <a:gd name="connsiteY1524" fmla="*/ 2984867 h 4835028"/>
              <a:gd name="connsiteX1525" fmla="*/ 1009387 w 4819079"/>
              <a:gd name="connsiteY1525" fmla="*/ 2975753 h 4835028"/>
              <a:gd name="connsiteX1526" fmla="*/ 1039008 w 4819079"/>
              <a:gd name="connsiteY1526" fmla="*/ 3005374 h 4835028"/>
              <a:gd name="connsiteX1527" fmla="*/ 1009387 w 4819079"/>
              <a:gd name="connsiteY1527" fmla="*/ 3034995 h 4835028"/>
              <a:gd name="connsiteX1528" fmla="*/ 979766 w 4819079"/>
              <a:gd name="connsiteY1528" fmla="*/ 3005374 h 4835028"/>
              <a:gd name="connsiteX1529" fmla="*/ 1009387 w 4819079"/>
              <a:gd name="connsiteY1529" fmla="*/ 2975753 h 4835028"/>
              <a:gd name="connsiteX1530" fmla="*/ 779256 w 4819079"/>
              <a:gd name="connsiteY1530" fmla="*/ 2975753 h 4835028"/>
              <a:gd name="connsiteX1531" fmla="*/ 811156 w 4819079"/>
              <a:gd name="connsiteY1531" fmla="*/ 3007652 h 4835028"/>
              <a:gd name="connsiteX1532" fmla="*/ 779256 w 4819079"/>
              <a:gd name="connsiteY1532" fmla="*/ 3041830 h 4835028"/>
              <a:gd name="connsiteX1533" fmla="*/ 747357 w 4819079"/>
              <a:gd name="connsiteY1533" fmla="*/ 3007652 h 4835028"/>
              <a:gd name="connsiteX1534" fmla="*/ 779256 w 4819079"/>
              <a:gd name="connsiteY1534" fmla="*/ 2975753 h 4835028"/>
              <a:gd name="connsiteX1535" fmla="*/ 4675535 w 4819079"/>
              <a:gd name="connsiteY1535" fmla="*/ 2971196 h 4835028"/>
              <a:gd name="connsiteX1536" fmla="*/ 4716547 w 4819079"/>
              <a:gd name="connsiteY1536" fmla="*/ 3012210 h 4835028"/>
              <a:gd name="connsiteX1537" fmla="*/ 4675535 w 4819079"/>
              <a:gd name="connsiteY1537" fmla="*/ 3053223 h 4835028"/>
              <a:gd name="connsiteX1538" fmla="*/ 4634519 w 4819079"/>
              <a:gd name="connsiteY1538" fmla="*/ 3012210 h 4835028"/>
              <a:gd name="connsiteX1539" fmla="*/ 4675535 w 4819079"/>
              <a:gd name="connsiteY1539" fmla="*/ 2971196 h 4835028"/>
              <a:gd name="connsiteX1540" fmla="*/ 551403 w 4819079"/>
              <a:gd name="connsiteY1540" fmla="*/ 2968917 h 4835028"/>
              <a:gd name="connsiteX1541" fmla="*/ 592417 w 4819079"/>
              <a:gd name="connsiteY1541" fmla="*/ 3009931 h 4835028"/>
              <a:gd name="connsiteX1542" fmla="*/ 551403 w 4819079"/>
              <a:gd name="connsiteY1542" fmla="*/ 3050944 h 4835028"/>
              <a:gd name="connsiteX1543" fmla="*/ 510390 w 4819079"/>
              <a:gd name="connsiteY1543" fmla="*/ 3009931 h 4835028"/>
              <a:gd name="connsiteX1544" fmla="*/ 551403 w 4819079"/>
              <a:gd name="connsiteY1544" fmla="*/ 2968917 h 4835028"/>
              <a:gd name="connsiteX1545" fmla="*/ 3759567 w 4819079"/>
              <a:gd name="connsiteY1545" fmla="*/ 2966639 h 4835028"/>
              <a:gd name="connsiteX1546" fmla="*/ 3796023 w 4819079"/>
              <a:gd name="connsiteY1546" fmla="*/ 3003095 h 4835028"/>
              <a:gd name="connsiteX1547" fmla="*/ 3759567 w 4819079"/>
              <a:gd name="connsiteY1547" fmla="*/ 3039552 h 4835028"/>
              <a:gd name="connsiteX1548" fmla="*/ 3723111 w 4819079"/>
              <a:gd name="connsiteY1548" fmla="*/ 3003095 h 4835028"/>
              <a:gd name="connsiteX1549" fmla="*/ 3759567 w 4819079"/>
              <a:gd name="connsiteY1549" fmla="*/ 2966639 h 4835028"/>
              <a:gd name="connsiteX1550" fmla="*/ 3873493 w 4819079"/>
              <a:gd name="connsiteY1550" fmla="*/ 2962081 h 4835028"/>
              <a:gd name="connsiteX1551" fmla="*/ 3915645 w 4819079"/>
              <a:gd name="connsiteY1551" fmla="*/ 3004234 h 4835028"/>
              <a:gd name="connsiteX1552" fmla="*/ 3873493 w 4819079"/>
              <a:gd name="connsiteY1552" fmla="*/ 3046387 h 4835028"/>
              <a:gd name="connsiteX1553" fmla="*/ 3873493 w 4819079"/>
              <a:gd name="connsiteY1553" fmla="*/ 3044108 h 4835028"/>
              <a:gd name="connsiteX1554" fmla="*/ 3832479 w 4819079"/>
              <a:gd name="connsiteY1554" fmla="*/ 3003095 h 4835028"/>
              <a:gd name="connsiteX1555" fmla="*/ 3873493 w 4819079"/>
              <a:gd name="connsiteY1555" fmla="*/ 2962081 h 4835028"/>
              <a:gd name="connsiteX1556" fmla="*/ 421528 w 4819079"/>
              <a:gd name="connsiteY1556" fmla="*/ 2921068 h 4835028"/>
              <a:gd name="connsiteX1557" fmla="*/ 442034 w 4819079"/>
              <a:gd name="connsiteY1557" fmla="*/ 2941575 h 4835028"/>
              <a:gd name="connsiteX1558" fmla="*/ 421528 w 4819079"/>
              <a:gd name="connsiteY1558" fmla="*/ 2962082 h 4835028"/>
              <a:gd name="connsiteX1559" fmla="*/ 401021 w 4819079"/>
              <a:gd name="connsiteY1559" fmla="*/ 2941575 h 4835028"/>
              <a:gd name="connsiteX1560" fmla="*/ 421528 w 4819079"/>
              <a:gd name="connsiteY1560" fmla="*/ 2921068 h 4835028"/>
              <a:gd name="connsiteX1561" fmla="*/ 658494 w 4819079"/>
              <a:gd name="connsiteY1561" fmla="*/ 2916511 h 4835028"/>
              <a:gd name="connsiteX1562" fmla="*/ 660877 w 4819079"/>
              <a:gd name="connsiteY1562" fmla="*/ 2916615 h 4835028"/>
              <a:gd name="connsiteX1563" fmla="*/ 683558 w 4819079"/>
              <a:gd name="connsiteY1563" fmla="*/ 2943853 h 4835028"/>
              <a:gd name="connsiteX1564" fmla="*/ 682596 w 4819079"/>
              <a:gd name="connsiteY1564" fmla="*/ 2946740 h 4835028"/>
              <a:gd name="connsiteX1565" fmla="*/ 647102 w 4819079"/>
              <a:gd name="connsiteY1565" fmla="*/ 2962082 h 4835028"/>
              <a:gd name="connsiteX1566" fmla="*/ 631152 w 4819079"/>
              <a:gd name="connsiteY1566" fmla="*/ 2943853 h 4835028"/>
              <a:gd name="connsiteX1567" fmla="*/ 658494 w 4819079"/>
              <a:gd name="connsiteY1567" fmla="*/ 2916511 h 4835028"/>
              <a:gd name="connsiteX1568" fmla="*/ 1100528 w 4819079"/>
              <a:gd name="connsiteY1568" fmla="*/ 2900561 h 4835028"/>
              <a:gd name="connsiteX1569" fmla="*/ 1139263 w 4819079"/>
              <a:gd name="connsiteY1569" fmla="*/ 2939296 h 4835028"/>
              <a:gd name="connsiteX1570" fmla="*/ 1102806 w 4819079"/>
              <a:gd name="connsiteY1570" fmla="*/ 2980310 h 4835028"/>
              <a:gd name="connsiteX1571" fmla="*/ 1100464 w 4819079"/>
              <a:gd name="connsiteY1571" fmla="*/ 2980373 h 4835028"/>
              <a:gd name="connsiteX1572" fmla="*/ 1059514 w 4819079"/>
              <a:gd name="connsiteY1572" fmla="*/ 2939296 h 4835028"/>
              <a:gd name="connsiteX1573" fmla="*/ 1059581 w 4819079"/>
              <a:gd name="connsiteY1573" fmla="*/ 2936950 h 4835028"/>
              <a:gd name="connsiteX1574" fmla="*/ 1100528 w 4819079"/>
              <a:gd name="connsiteY1574" fmla="*/ 2900561 h 4835028"/>
              <a:gd name="connsiteX1575" fmla="*/ 872676 w 4819079"/>
              <a:gd name="connsiteY1575" fmla="*/ 2896004 h 4835028"/>
              <a:gd name="connsiteX1576" fmla="*/ 918246 w 4819079"/>
              <a:gd name="connsiteY1576" fmla="*/ 2941574 h 4835028"/>
              <a:gd name="connsiteX1577" fmla="*/ 872676 w 4819079"/>
              <a:gd name="connsiteY1577" fmla="*/ 2987145 h 4835028"/>
              <a:gd name="connsiteX1578" fmla="*/ 827105 w 4819079"/>
              <a:gd name="connsiteY1578" fmla="*/ 2941574 h 4835028"/>
              <a:gd name="connsiteX1579" fmla="*/ 872676 w 4819079"/>
              <a:gd name="connsiteY1579" fmla="*/ 2896004 h 4835028"/>
              <a:gd name="connsiteX1580" fmla="*/ 742800 w 4819079"/>
              <a:gd name="connsiteY1580" fmla="*/ 2875497 h 4835028"/>
              <a:gd name="connsiteX1581" fmla="*/ 754193 w 4819079"/>
              <a:gd name="connsiteY1581" fmla="*/ 2875497 h 4835028"/>
              <a:gd name="connsiteX1582" fmla="*/ 742800 w 4819079"/>
              <a:gd name="connsiteY1582" fmla="*/ 2886890 h 4835028"/>
              <a:gd name="connsiteX1583" fmla="*/ 4814523 w 4819079"/>
              <a:gd name="connsiteY1583" fmla="*/ 2873219 h 4835028"/>
              <a:gd name="connsiteX1584" fmla="*/ 4819079 w 4819079"/>
              <a:gd name="connsiteY1584" fmla="*/ 2877776 h 4835028"/>
              <a:gd name="connsiteX1585" fmla="*/ 4814523 w 4819079"/>
              <a:gd name="connsiteY1585" fmla="*/ 2882333 h 4835028"/>
              <a:gd name="connsiteX1586" fmla="*/ 4809967 w 4819079"/>
              <a:gd name="connsiteY1586" fmla="*/ 2877776 h 4835028"/>
              <a:gd name="connsiteX1587" fmla="*/ 4814523 w 4819079"/>
              <a:gd name="connsiteY1587" fmla="*/ 2873219 h 4835028"/>
              <a:gd name="connsiteX1588" fmla="*/ 3805137 w 4819079"/>
              <a:gd name="connsiteY1588" fmla="*/ 2861826 h 4835028"/>
              <a:gd name="connsiteX1589" fmla="*/ 3816529 w 4819079"/>
              <a:gd name="connsiteY1589" fmla="*/ 2873219 h 4835028"/>
              <a:gd name="connsiteX1590" fmla="*/ 3805137 w 4819079"/>
              <a:gd name="connsiteY1590" fmla="*/ 2886890 h 4835028"/>
              <a:gd name="connsiteX1591" fmla="*/ 3793743 w 4819079"/>
              <a:gd name="connsiteY1591" fmla="*/ 2873219 h 4835028"/>
              <a:gd name="connsiteX1592" fmla="*/ 3805137 w 4819079"/>
              <a:gd name="connsiteY1592" fmla="*/ 2861826 h 4835028"/>
              <a:gd name="connsiteX1593" fmla="*/ 293930 w 4819079"/>
              <a:gd name="connsiteY1593" fmla="*/ 2857270 h 4835028"/>
              <a:gd name="connsiteX1594" fmla="*/ 314436 w 4819079"/>
              <a:gd name="connsiteY1594" fmla="*/ 2877777 h 4835028"/>
              <a:gd name="connsiteX1595" fmla="*/ 293930 w 4819079"/>
              <a:gd name="connsiteY1595" fmla="*/ 2898284 h 4835028"/>
              <a:gd name="connsiteX1596" fmla="*/ 273423 w 4819079"/>
              <a:gd name="connsiteY1596" fmla="*/ 2877777 h 4835028"/>
              <a:gd name="connsiteX1597" fmla="*/ 293930 w 4819079"/>
              <a:gd name="connsiteY1597" fmla="*/ 2857270 h 4835028"/>
              <a:gd name="connsiteX1598" fmla="*/ 517226 w 4819079"/>
              <a:gd name="connsiteY1598" fmla="*/ 2854991 h 4835028"/>
              <a:gd name="connsiteX1599" fmla="*/ 540011 w 4819079"/>
              <a:gd name="connsiteY1599" fmla="*/ 2877777 h 4835028"/>
              <a:gd name="connsiteX1600" fmla="*/ 517226 w 4819079"/>
              <a:gd name="connsiteY1600" fmla="*/ 2898283 h 4835028"/>
              <a:gd name="connsiteX1601" fmla="*/ 496719 w 4819079"/>
              <a:gd name="connsiteY1601" fmla="*/ 2877777 h 4835028"/>
              <a:gd name="connsiteX1602" fmla="*/ 496592 w 4819079"/>
              <a:gd name="connsiteY1602" fmla="*/ 2875371 h 4835028"/>
              <a:gd name="connsiteX1603" fmla="*/ 517226 w 4819079"/>
              <a:gd name="connsiteY1603" fmla="*/ 2854991 h 4835028"/>
              <a:gd name="connsiteX1604" fmla="*/ 4702875 w 4819079"/>
              <a:gd name="connsiteY1604" fmla="*/ 2843598 h 4835028"/>
              <a:gd name="connsiteX1605" fmla="*/ 4739331 w 4819079"/>
              <a:gd name="connsiteY1605" fmla="*/ 2877776 h 4835028"/>
              <a:gd name="connsiteX1606" fmla="*/ 4739255 w 4819079"/>
              <a:gd name="connsiteY1606" fmla="*/ 2880130 h 4835028"/>
              <a:gd name="connsiteX1607" fmla="*/ 4702875 w 4819079"/>
              <a:gd name="connsiteY1607" fmla="*/ 2911954 h 4835028"/>
              <a:gd name="connsiteX1608" fmla="*/ 4668699 w 4819079"/>
              <a:gd name="connsiteY1608" fmla="*/ 2877776 h 4835028"/>
              <a:gd name="connsiteX1609" fmla="*/ 4702875 w 4819079"/>
              <a:gd name="connsiteY1609" fmla="*/ 2843598 h 4835028"/>
              <a:gd name="connsiteX1610" fmla="*/ 1196226 w 4819079"/>
              <a:gd name="connsiteY1610" fmla="*/ 2832206 h 4835028"/>
              <a:gd name="connsiteX1611" fmla="*/ 1237240 w 4819079"/>
              <a:gd name="connsiteY1611" fmla="*/ 2873220 h 4835028"/>
              <a:gd name="connsiteX1612" fmla="*/ 1196226 w 4819079"/>
              <a:gd name="connsiteY1612" fmla="*/ 2914233 h 4835028"/>
              <a:gd name="connsiteX1613" fmla="*/ 1155213 w 4819079"/>
              <a:gd name="connsiteY1613" fmla="*/ 2873220 h 4835028"/>
              <a:gd name="connsiteX1614" fmla="*/ 1196226 w 4819079"/>
              <a:gd name="connsiteY1614" fmla="*/ 2832206 h 4835028"/>
              <a:gd name="connsiteX1615" fmla="*/ 968373 w 4819079"/>
              <a:gd name="connsiteY1615" fmla="*/ 2832206 h 4835028"/>
              <a:gd name="connsiteX1616" fmla="*/ 1011665 w 4819079"/>
              <a:gd name="connsiteY1616" fmla="*/ 2875498 h 4835028"/>
              <a:gd name="connsiteX1617" fmla="*/ 968373 w 4819079"/>
              <a:gd name="connsiteY1617" fmla="*/ 2918790 h 4835028"/>
              <a:gd name="connsiteX1618" fmla="*/ 922803 w 4819079"/>
              <a:gd name="connsiteY1618" fmla="*/ 2875498 h 4835028"/>
              <a:gd name="connsiteX1619" fmla="*/ 922863 w 4819079"/>
              <a:gd name="connsiteY1619" fmla="*/ 2873159 h 4835028"/>
              <a:gd name="connsiteX1620" fmla="*/ 968373 w 4819079"/>
              <a:gd name="connsiteY1620" fmla="*/ 2832206 h 4835028"/>
              <a:gd name="connsiteX1621" fmla="*/ 170890 w 4819079"/>
              <a:gd name="connsiteY1621" fmla="*/ 2809421 h 4835028"/>
              <a:gd name="connsiteX1622" fmla="*/ 173169 w 4819079"/>
              <a:gd name="connsiteY1622" fmla="*/ 2809421 h 4835028"/>
              <a:gd name="connsiteX1623" fmla="*/ 173169 w 4819079"/>
              <a:gd name="connsiteY1623" fmla="*/ 2811700 h 4835028"/>
              <a:gd name="connsiteX1624" fmla="*/ 615202 w 4819079"/>
              <a:gd name="connsiteY1624" fmla="*/ 2768407 h 4835028"/>
              <a:gd name="connsiteX1625" fmla="*/ 656216 w 4819079"/>
              <a:gd name="connsiteY1625" fmla="*/ 2809420 h 4835028"/>
              <a:gd name="connsiteX1626" fmla="*/ 615202 w 4819079"/>
              <a:gd name="connsiteY1626" fmla="*/ 2850434 h 4835028"/>
              <a:gd name="connsiteX1627" fmla="*/ 574189 w 4819079"/>
              <a:gd name="connsiteY1627" fmla="*/ 2809420 h 4835028"/>
              <a:gd name="connsiteX1628" fmla="*/ 615202 w 4819079"/>
              <a:gd name="connsiteY1628" fmla="*/ 2768407 h 4835028"/>
              <a:gd name="connsiteX1629" fmla="*/ 1061794 w 4819079"/>
              <a:gd name="connsiteY1629" fmla="*/ 2766129 h 4835028"/>
              <a:gd name="connsiteX1630" fmla="*/ 1102807 w 4819079"/>
              <a:gd name="connsiteY1630" fmla="*/ 2807142 h 4835028"/>
              <a:gd name="connsiteX1631" fmla="*/ 1061794 w 4819079"/>
              <a:gd name="connsiteY1631" fmla="*/ 2848156 h 4835028"/>
              <a:gd name="connsiteX1632" fmla="*/ 1020780 w 4819079"/>
              <a:gd name="connsiteY1632" fmla="*/ 2807142 h 4835028"/>
              <a:gd name="connsiteX1633" fmla="*/ 1061794 w 4819079"/>
              <a:gd name="connsiteY1633" fmla="*/ 2766129 h 4835028"/>
              <a:gd name="connsiteX1634" fmla="*/ 838498 w 4819079"/>
              <a:gd name="connsiteY1634" fmla="*/ 2752457 h 4835028"/>
              <a:gd name="connsiteX1635" fmla="*/ 895461 w 4819079"/>
              <a:gd name="connsiteY1635" fmla="*/ 2809420 h 4835028"/>
              <a:gd name="connsiteX1636" fmla="*/ 838498 w 4819079"/>
              <a:gd name="connsiteY1636" fmla="*/ 2866383 h 4835028"/>
              <a:gd name="connsiteX1637" fmla="*/ 781535 w 4819079"/>
              <a:gd name="connsiteY1637" fmla="*/ 2809420 h 4835028"/>
              <a:gd name="connsiteX1638" fmla="*/ 838498 w 4819079"/>
              <a:gd name="connsiteY1638" fmla="*/ 2752457 h 4835028"/>
              <a:gd name="connsiteX1639" fmla="*/ 52407 w 4819079"/>
              <a:gd name="connsiteY1639" fmla="*/ 2741065 h 4835028"/>
              <a:gd name="connsiteX1640" fmla="*/ 54686 w 4819079"/>
              <a:gd name="connsiteY1640" fmla="*/ 2741065 h 4835028"/>
              <a:gd name="connsiteX1641" fmla="*/ 52407 w 4819079"/>
              <a:gd name="connsiteY1641" fmla="*/ 2743344 h 4835028"/>
              <a:gd name="connsiteX1642" fmla="*/ 715457 w 4819079"/>
              <a:gd name="connsiteY1642" fmla="*/ 2734229 h 4835028"/>
              <a:gd name="connsiteX1643" fmla="*/ 731407 w 4819079"/>
              <a:gd name="connsiteY1643" fmla="*/ 2734229 h 4835028"/>
              <a:gd name="connsiteX1644" fmla="*/ 732723 w 4819079"/>
              <a:gd name="connsiteY1644" fmla="*/ 2740150 h 4835028"/>
              <a:gd name="connsiteX1645" fmla="*/ 715457 w 4819079"/>
              <a:gd name="connsiteY1645" fmla="*/ 2759293 h 4835028"/>
              <a:gd name="connsiteX1646" fmla="*/ 697229 w 4819079"/>
              <a:gd name="connsiteY1646" fmla="*/ 2750179 h 4835028"/>
              <a:gd name="connsiteX1647" fmla="*/ 715457 w 4819079"/>
              <a:gd name="connsiteY1647" fmla="*/ 2734229 h 4835028"/>
              <a:gd name="connsiteX1648" fmla="*/ 494440 w 4819079"/>
              <a:gd name="connsiteY1648" fmla="*/ 2720558 h 4835028"/>
              <a:gd name="connsiteX1649" fmla="*/ 514947 w 4819079"/>
              <a:gd name="connsiteY1649" fmla="*/ 2741065 h 4835028"/>
              <a:gd name="connsiteX1650" fmla="*/ 494440 w 4819079"/>
              <a:gd name="connsiteY1650" fmla="*/ 2763850 h 4835028"/>
              <a:gd name="connsiteX1651" fmla="*/ 471655 w 4819079"/>
              <a:gd name="connsiteY1651" fmla="*/ 2741065 h 4835028"/>
              <a:gd name="connsiteX1652" fmla="*/ 494440 w 4819079"/>
              <a:gd name="connsiteY1652" fmla="*/ 2720558 h 4835028"/>
              <a:gd name="connsiteX1653" fmla="*/ 3950963 w 4819079"/>
              <a:gd name="connsiteY1653" fmla="*/ 2718279 h 4835028"/>
              <a:gd name="connsiteX1654" fmla="*/ 3973747 w 4819079"/>
              <a:gd name="connsiteY1654" fmla="*/ 2741064 h 4835028"/>
              <a:gd name="connsiteX1655" fmla="*/ 3950963 w 4819079"/>
              <a:gd name="connsiteY1655" fmla="*/ 2763850 h 4835028"/>
              <a:gd name="connsiteX1656" fmla="*/ 3928177 w 4819079"/>
              <a:gd name="connsiteY1656" fmla="*/ 2741064 h 4835028"/>
              <a:gd name="connsiteX1657" fmla="*/ 3950963 w 4819079"/>
              <a:gd name="connsiteY1657" fmla="*/ 2718279 h 4835028"/>
              <a:gd name="connsiteX1658" fmla="*/ 1158630 w 4819079"/>
              <a:gd name="connsiteY1658" fmla="*/ 2714862 h 4835028"/>
              <a:gd name="connsiteX1659" fmla="*/ 1177998 w 4819079"/>
              <a:gd name="connsiteY1659" fmla="*/ 2734229 h 4835028"/>
              <a:gd name="connsiteX1660" fmla="*/ 1178453 w 4819079"/>
              <a:gd name="connsiteY1660" fmla="*/ 2737113 h 4835028"/>
              <a:gd name="connsiteX1661" fmla="*/ 1159769 w 4819079"/>
              <a:gd name="connsiteY1661" fmla="*/ 2759293 h 4835028"/>
              <a:gd name="connsiteX1662" fmla="*/ 1154692 w 4819079"/>
              <a:gd name="connsiteY1662" fmla="*/ 2758786 h 4835028"/>
              <a:gd name="connsiteX1663" fmla="*/ 1139263 w 4819079"/>
              <a:gd name="connsiteY1663" fmla="*/ 2734229 h 4835028"/>
              <a:gd name="connsiteX1664" fmla="*/ 1158630 w 4819079"/>
              <a:gd name="connsiteY1664" fmla="*/ 2714862 h 4835028"/>
              <a:gd name="connsiteX1665" fmla="*/ 3839315 w 4819079"/>
              <a:gd name="connsiteY1665" fmla="*/ 2709165 h 4835028"/>
              <a:gd name="connsiteX1666" fmla="*/ 3871215 w 4819079"/>
              <a:gd name="connsiteY1666" fmla="*/ 2741064 h 4835028"/>
              <a:gd name="connsiteX1667" fmla="*/ 3839315 w 4819079"/>
              <a:gd name="connsiteY1667" fmla="*/ 2772964 h 4835028"/>
              <a:gd name="connsiteX1668" fmla="*/ 3807415 w 4819079"/>
              <a:gd name="connsiteY1668" fmla="*/ 2741064 h 4835028"/>
              <a:gd name="connsiteX1669" fmla="*/ 3839315 w 4819079"/>
              <a:gd name="connsiteY1669" fmla="*/ 2709165 h 4835028"/>
              <a:gd name="connsiteX1670" fmla="*/ 273424 w 4819079"/>
              <a:gd name="connsiteY1670" fmla="*/ 2709165 h 4835028"/>
              <a:gd name="connsiteX1671" fmla="*/ 298488 w 4819079"/>
              <a:gd name="connsiteY1671" fmla="*/ 2734229 h 4835028"/>
              <a:gd name="connsiteX1672" fmla="*/ 300167 w 4819079"/>
              <a:gd name="connsiteY1672" fmla="*/ 2745143 h 4835028"/>
              <a:gd name="connsiteX1673" fmla="*/ 273424 w 4819079"/>
              <a:gd name="connsiteY1673" fmla="*/ 2768407 h 4835028"/>
              <a:gd name="connsiteX1674" fmla="*/ 265702 w 4819079"/>
              <a:gd name="connsiteY1674" fmla="*/ 2767549 h 4835028"/>
              <a:gd name="connsiteX1675" fmla="*/ 246081 w 4819079"/>
              <a:gd name="connsiteY1675" fmla="*/ 2734229 h 4835028"/>
              <a:gd name="connsiteX1676" fmla="*/ 273424 w 4819079"/>
              <a:gd name="connsiteY1676" fmla="*/ 2709165 h 4835028"/>
              <a:gd name="connsiteX1677" fmla="*/ 4614013 w 4819079"/>
              <a:gd name="connsiteY1677" fmla="*/ 2706887 h 4835028"/>
              <a:gd name="connsiteX1678" fmla="*/ 4648191 w 4819079"/>
              <a:gd name="connsiteY1678" fmla="*/ 2741065 h 4835028"/>
              <a:gd name="connsiteX1679" fmla="*/ 4614013 w 4819079"/>
              <a:gd name="connsiteY1679" fmla="*/ 2775243 h 4835028"/>
              <a:gd name="connsiteX1680" fmla="*/ 4579835 w 4819079"/>
              <a:gd name="connsiteY1680" fmla="*/ 2741065 h 4835028"/>
              <a:gd name="connsiteX1681" fmla="*/ 4614013 w 4819079"/>
              <a:gd name="connsiteY1681" fmla="*/ 2706887 h 4835028"/>
              <a:gd name="connsiteX1682" fmla="*/ 936474 w 4819079"/>
              <a:gd name="connsiteY1682" fmla="*/ 2697773 h 4835028"/>
              <a:gd name="connsiteX1683" fmla="*/ 979766 w 4819079"/>
              <a:gd name="connsiteY1683" fmla="*/ 2741065 h 4835028"/>
              <a:gd name="connsiteX1684" fmla="*/ 936474 w 4819079"/>
              <a:gd name="connsiteY1684" fmla="*/ 2784357 h 4835028"/>
              <a:gd name="connsiteX1685" fmla="*/ 893182 w 4819079"/>
              <a:gd name="connsiteY1685" fmla="*/ 2741065 h 4835028"/>
              <a:gd name="connsiteX1686" fmla="*/ 936474 w 4819079"/>
              <a:gd name="connsiteY1686" fmla="*/ 2697773 h 4835028"/>
              <a:gd name="connsiteX1687" fmla="*/ 157323 w 4819079"/>
              <a:gd name="connsiteY1687" fmla="*/ 2647542 h 4835028"/>
              <a:gd name="connsiteX1688" fmla="*/ 182282 w 4819079"/>
              <a:gd name="connsiteY1688" fmla="*/ 2672710 h 4835028"/>
              <a:gd name="connsiteX1689" fmla="*/ 154940 w 4819079"/>
              <a:gd name="connsiteY1689" fmla="*/ 2700052 h 4835028"/>
              <a:gd name="connsiteX1690" fmla="*/ 152558 w 4819079"/>
              <a:gd name="connsiteY1690" fmla="*/ 2699948 h 4835028"/>
              <a:gd name="connsiteX1691" fmla="*/ 129876 w 4819079"/>
              <a:gd name="connsiteY1691" fmla="*/ 2672710 h 4835028"/>
              <a:gd name="connsiteX1692" fmla="*/ 154940 w 4819079"/>
              <a:gd name="connsiteY1692" fmla="*/ 2647646 h 4835028"/>
              <a:gd name="connsiteX1693" fmla="*/ 157323 w 4819079"/>
              <a:gd name="connsiteY1693" fmla="*/ 2647542 h 4835028"/>
              <a:gd name="connsiteX1694" fmla="*/ 1036729 w 4819079"/>
              <a:gd name="connsiteY1694" fmla="*/ 2645367 h 4835028"/>
              <a:gd name="connsiteX1695" fmla="*/ 1064072 w 4819079"/>
              <a:gd name="connsiteY1695" fmla="*/ 2672709 h 4835028"/>
              <a:gd name="connsiteX1696" fmla="*/ 1036729 w 4819079"/>
              <a:gd name="connsiteY1696" fmla="*/ 2700052 h 4835028"/>
              <a:gd name="connsiteX1697" fmla="*/ 1009387 w 4819079"/>
              <a:gd name="connsiteY1697" fmla="*/ 2672709 h 4835028"/>
              <a:gd name="connsiteX1698" fmla="*/ 1036729 w 4819079"/>
              <a:gd name="connsiteY1698" fmla="*/ 2645367 h 4835028"/>
              <a:gd name="connsiteX1699" fmla="*/ 375957 w 4819079"/>
              <a:gd name="connsiteY1699" fmla="*/ 2640810 h 4835028"/>
              <a:gd name="connsiteX1700" fmla="*/ 407857 w 4819079"/>
              <a:gd name="connsiteY1700" fmla="*/ 2672709 h 4835028"/>
              <a:gd name="connsiteX1701" fmla="*/ 375957 w 4819079"/>
              <a:gd name="connsiteY1701" fmla="*/ 2704609 h 4835028"/>
              <a:gd name="connsiteX1702" fmla="*/ 344058 w 4819079"/>
              <a:gd name="connsiteY1702" fmla="*/ 2672709 h 4835028"/>
              <a:gd name="connsiteX1703" fmla="*/ 375957 w 4819079"/>
              <a:gd name="connsiteY1703" fmla="*/ 2640810 h 4835028"/>
              <a:gd name="connsiteX1704" fmla="*/ 594695 w 4819079"/>
              <a:gd name="connsiteY1704" fmla="*/ 2631695 h 4835028"/>
              <a:gd name="connsiteX1705" fmla="*/ 635709 w 4819079"/>
              <a:gd name="connsiteY1705" fmla="*/ 2672709 h 4835028"/>
              <a:gd name="connsiteX1706" fmla="*/ 594695 w 4819079"/>
              <a:gd name="connsiteY1706" fmla="*/ 2713722 h 4835028"/>
              <a:gd name="connsiteX1707" fmla="*/ 553682 w 4819079"/>
              <a:gd name="connsiteY1707" fmla="*/ 2672709 h 4835028"/>
              <a:gd name="connsiteX1708" fmla="*/ 594695 w 4819079"/>
              <a:gd name="connsiteY1708" fmla="*/ 2631695 h 4835028"/>
              <a:gd name="connsiteX1709" fmla="*/ 815713 w 4819079"/>
              <a:gd name="connsiteY1709" fmla="*/ 2624860 h 4835028"/>
              <a:gd name="connsiteX1710" fmla="*/ 870397 w 4819079"/>
              <a:gd name="connsiteY1710" fmla="*/ 2679545 h 4835028"/>
              <a:gd name="connsiteX1711" fmla="*/ 815713 w 4819079"/>
              <a:gd name="connsiteY1711" fmla="*/ 2734229 h 4835028"/>
              <a:gd name="connsiteX1712" fmla="*/ 761028 w 4819079"/>
              <a:gd name="connsiteY1712" fmla="*/ 2679545 h 4835028"/>
              <a:gd name="connsiteX1713" fmla="*/ 815713 w 4819079"/>
              <a:gd name="connsiteY1713" fmla="*/ 2624860 h 4835028"/>
              <a:gd name="connsiteX1714" fmla="*/ 43436 w 4819079"/>
              <a:gd name="connsiteY1714" fmla="*/ 2585982 h 4835028"/>
              <a:gd name="connsiteX1715" fmla="*/ 61521 w 4819079"/>
              <a:gd name="connsiteY1715" fmla="*/ 2604353 h 4835028"/>
              <a:gd name="connsiteX1716" fmla="*/ 41014 w 4819079"/>
              <a:gd name="connsiteY1716" fmla="*/ 2624860 h 4835028"/>
              <a:gd name="connsiteX1717" fmla="*/ 20508 w 4819079"/>
              <a:gd name="connsiteY1717" fmla="*/ 2604353 h 4835028"/>
              <a:gd name="connsiteX1718" fmla="*/ 20650 w 4819079"/>
              <a:gd name="connsiteY1718" fmla="*/ 2601931 h 4835028"/>
              <a:gd name="connsiteX1719" fmla="*/ 41014 w 4819079"/>
              <a:gd name="connsiteY1719" fmla="*/ 2586125 h 4835028"/>
              <a:gd name="connsiteX1720" fmla="*/ 43436 w 4819079"/>
              <a:gd name="connsiteY1720" fmla="*/ 2585982 h 4835028"/>
              <a:gd name="connsiteX1721" fmla="*/ 259752 w 4819079"/>
              <a:gd name="connsiteY1721" fmla="*/ 2577011 h 4835028"/>
              <a:gd name="connsiteX1722" fmla="*/ 287095 w 4819079"/>
              <a:gd name="connsiteY1722" fmla="*/ 2604353 h 4835028"/>
              <a:gd name="connsiteX1723" fmla="*/ 259752 w 4819079"/>
              <a:gd name="connsiteY1723" fmla="*/ 2631696 h 4835028"/>
              <a:gd name="connsiteX1724" fmla="*/ 232410 w 4819079"/>
              <a:gd name="connsiteY1724" fmla="*/ 2604353 h 4835028"/>
              <a:gd name="connsiteX1725" fmla="*/ 259752 w 4819079"/>
              <a:gd name="connsiteY1725" fmla="*/ 2577011 h 4835028"/>
              <a:gd name="connsiteX1726" fmla="*/ 911410 w 4819079"/>
              <a:gd name="connsiteY1726" fmla="*/ 2567897 h 4835028"/>
              <a:gd name="connsiteX1727" fmla="*/ 947867 w 4819079"/>
              <a:gd name="connsiteY1727" fmla="*/ 2604353 h 4835028"/>
              <a:gd name="connsiteX1728" fmla="*/ 911411 w 4819079"/>
              <a:gd name="connsiteY1728" fmla="*/ 2643088 h 4835028"/>
              <a:gd name="connsiteX1729" fmla="*/ 911410 w 4819079"/>
              <a:gd name="connsiteY1729" fmla="*/ 2643088 h 4835028"/>
              <a:gd name="connsiteX1730" fmla="*/ 874954 w 4819079"/>
              <a:gd name="connsiteY1730" fmla="*/ 2604353 h 4835028"/>
              <a:gd name="connsiteX1731" fmla="*/ 911410 w 4819079"/>
              <a:gd name="connsiteY1731" fmla="*/ 2567897 h 4835028"/>
              <a:gd name="connsiteX1732" fmla="*/ 4625407 w 4819079"/>
              <a:gd name="connsiteY1732" fmla="*/ 2565618 h 4835028"/>
              <a:gd name="connsiteX1733" fmla="*/ 4664141 w 4819079"/>
              <a:gd name="connsiteY1733" fmla="*/ 2604353 h 4835028"/>
              <a:gd name="connsiteX1734" fmla="*/ 4664141 w 4819079"/>
              <a:gd name="connsiteY1734" fmla="*/ 2609062 h 4835028"/>
              <a:gd name="connsiteX1735" fmla="*/ 4625407 w 4819079"/>
              <a:gd name="connsiteY1735" fmla="*/ 2643088 h 4835028"/>
              <a:gd name="connsiteX1736" fmla="*/ 4623055 w 4819079"/>
              <a:gd name="connsiteY1736" fmla="*/ 2643017 h 4835028"/>
              <a:gd name="connsiteX1737" fmla="*/ 4588951 w 4819079"/>
              <a:gd name="connsiteY1737" fmla="*/ 2604353 h 4835028"/>
              <a:gd name="connsiteX1738" fmla="*/ 4625407 w 4819079"/>
              <a:gd name="connsiteY1738" fmla="*/ 2565618 h 4835028"/>
              <a:gd name="connsiteX1739" fmla="*/ 478491 w 4819079"/>
              <a:gd name="connsiteY1739" fmla="*/ 2561061 h 4835028"/>
              <a:gd name="connsiteX1740" fmla="*/ 498743 w 4819079"/>
              <a:gd name="connsiteY1740" fmla="*/ 2561061 h 4835028"/>
              <a:gd name="connsiteX1741" fmla="*/ 533048 w 4819079"/>
              <a:gd name="connsiteY1741" fmla="*/ 2615619 h 4835028"/>
              <a:gd name="connsiteX1742" fmla="*/ 478491 w 4819079"/>
              <a:gd name="connsiteY1742" fmla="*/ 2649924 h 4835028"/>
              <a:gd name="connsiteX1743" fmla="*/ 435199 w 4819079"/>
              <a:gd name="connsiteY1743" fmla="*/ 2604353 h 4835028"/>
              <a:gd name="connsiteX1744" fmla="*/ 478491 w 4819079"/>
              <a:gd name="connsiteY1744" fmla="*/ 2561061 h 4835028"/>
              <a:gd name="connsiteX1745" fmla="*/ 678699 w 4819079"/>
              <a:gd name="connsiteY1745" fmla="*/ 2554025 h 4835028"/>
              <a:gd name="connsiteX1746" fmla="*/ 699508 w 4819079"/>
              <a:gd name="connsiteY1746" fmla="*/ 2554226 h 4835028"/>
              <a:gd name="connsiteX1747" fmla="*/ 749635 w 4819079"/>
              <a:gd name="connsiteY1747" fmla="*/ 2604354 h 4835028"/>
              <a:gd name="connsiteX1748" fmla="*/ 749687 w 4819079"/>
              <a:gd name="connsiteY1748" fmla="*/ 2606684 h 4835028"/>
              <a:gd name="connsiteX1749" fmla="*/ 699508 w 4819079"/>
              <a:gd name="connsiteY1749" fmla="*/ 2656760 h 4835028"/>
              <a:gd name="connsiteX1750" fmla="*/ 677772 w 4819079"/>
              <a:gd name="connsiteY1750" fmla="*/ 2656760 h 4835028"/>
              <a:gd name="connsiteX1751" fmla="*/ 637373 w 4819079"/>
              <a:gd name="connsiteY1751" fmla="*/ 2594625 h 4835028"/>
              <a:gd name="connsiteX1752" fmla="*/ 678699 w 4819079"/>
              <a:gd name="connsiteY1752" fmla="*/ 2554025 h 4835028"/>
              <a:gd name="connsiteX1753" fmla="*/ 585581 w 4819079"/>
              <a:gd name="connsiteY1753" fmla="*/ 2517769 h 4835028"/>
              <a:gd name="connsiteX1754" fmla="*/ 603809 w 4819079"/>
              <a:gd name="connsiteY1754" fmla="*/ 2535997 h 4835028"/>
              <a:gd name="connsiteX1755" fmla="*/ 585581 w 4819079"/>
              <a:gd name="connsiteY1755" fmla="*/ 2554225 h 4835028"/>
              <a:gd name="connsiteX1756" fmla="*/ 567353 w 4819079"/>
              <a:gd name="connsiteY1756" fmla="*/ 2535997 h 4835028"/>
              <a:gd name="connsiteX1757" fmla="*/ 585581 w 4819079"/>
              <a:gd name="connsiteY1757" fmla="*/ 2517769 h 4835028"/>
              <a:gd name="connsiteX1758" fmla="*/ 148105 w 4819079"/>
              <a:gd name="connsiteY1758" fmla="*/ 2515491 h 4835028"/>
              <a:gd name="connsiteX1759" fmla="*/ 168611 w 4819079"/>
              <a:gd name="connsiteY1759" fmla="*/ 2535998 h 4835028"/>
              <a:gd name="connsiteX1760" fmla="*/ 148105 w 4819079"/>
              <a:gd name="connsiteY1760" fmla="*/ 2556505 h 4835028"/>
              <a:gd name="connsiteX1761" fmla="*/ 127598 w 4819079"/>
              <a:gd name="connsiteY1761" fmla="*/ 2535998 h 4835028"/>
              <a:gd name="connsiteX1762" fmla="*/ 148105 w 4819079"/>
              <a:gd name="connsiteY1762" fmla="*/ 2515491 h 4835028"/>
              <a:gd name="connsiteX1763" fmla="*/ 1023058 w 4819079"/>
              <a:gd name="connsiteY1763" fmla="*/ 2508655 h 4835028"/>
              <a:gd name="connsiteX1764" fmla="*/ 1050401 w 4819079"/>
              <a:gd name="connsiteY1764" fmla="*/ 2535997 h 4835028"/>
              <a:gd name="connsiteX1765" fmla="*/ 1023058 w 4819079"/>
              <a:gd name="connsiteY1765" fmla="*/ 2563340 h 4835028"/>
              <a:gd name="connsiteX1766" fmla="*/ 995716 w 4819079"/>
              <a:gd name="connsiteY1766" fmla="*/ 2535997 h 4835028"/>
              <a:gd name="connsiteX1767" fmla="*/ 1023058 w 4819079"/>
              <a:gd name="connsiteY1767" fmla="*/ 2508655 h 4835028"/>
              <a:gd name="connsiteX1768" fmla="*/ 366843 w 4819079"/>
              <a:gd name="connsiteY1768" fmla="*/ 2506377 h 4835028"/>
              <a:gd name="connsiteX1769" fmla="*/ 398742 w 4819079"/>
              <a:gd name="connsiteY1769" fmla="*/ 2535998 h 4835028"/>
              <a:gd name="connsiteX1770" fmla="*/ 366843 w 4819079"/>
              <a:gd name="connsiteY1770" fmla="*/ 2570176 h 4835028"/>
              <a:gd name="connsiteX1771" fmla="*/ 332665 w 4819079"/>
              <a:gd name="connsiteY1771" fmla="*/ 2538277 h 4835028"/>
              <a:gd name="connsiteX1772" fmla="*/ 366843 w 4819079"/>
              <a:gd name="connsiteY1772" fmla="*/ 2506377 h 4835028"/>
              <a:gd name="connsiteX1773" fmla="*/ 804320 w 4819079"/>
              <a:gd name="connsiteY1773" fmla="*/ 2479034 h 4835028"/>
              <a:gd name="connsiteX1774" fmla="*/ 861283 w 4819079"/>
              <a:gd name="connsiteY1774" fmla="*/ 2535997 h 4835028"/>
              <a:gd name="connsiteX1775" fmla="*/ 804320 w 4819079"/>
              <a:gd name="connsiteY1775" fmla="*/ 2592960 h 4835028"/>
              <a:gd name="connsiteX1776" fmla="*/ 747357 w 4819079"/>
              <a:gd name="connsiteY1776" fmla="*/ 2535997 h 4835028"/>
              <a:gd name="connsiteX1777" fmla="*/ 804320 w 4819079"/>
              <a:gd name="connsiteY1777" fmla="*/ 2479034 h 4835028"/>
              <a:gd name="connsiteX1778" fmla="*/ 3973747 w 4819079"/>
              <a:gd name="connsiteY1778" fmla="*/ 2458528 h 4835028"/>
              <a:gd name="connsiteX1779" fmla="*/ 3973747 w 4819079"/>
              <a:gd name="connsiteY1779" fmla="*/ 2476756 h 4835028"/>
              <a:gd name="connsiteX1780" fmla="*/ 3973747 w 4819079"/>
              <a:gd name="connsiteY1780" fmla="*/ 2458528 h 4835028"/>
              <a:gd name="connsiteX1781" fmla="*/ 683558 w 4819079"/>
              <a:gd name="connsiteY1781" fmla="*/ 2451692 h 4835028"/>
              <a:gd name="connsiteX1782" fmla="*/ 710901 w 4819079"/>
              <a:gd name="connsiteY1782" fmla="*/ 2479034 h 4835028"/>
              <a:gd name="connsiteX1783" fmla="*/ 683558 w 4819079"/>
              <a:gd name="connsiteY1783" fmla="*/ 2506377 h 4835028"/>
              <a:gd name="connsiteX1784" fmla="*/ 656216 w 4819079"/>
              <a:gd name="connsiteY1784" fmla="*/ 2479034 h 4835028"/>
              <a:gd name="connsiteX1785" fmla="*/ 683558 w 4819079"/>
              <a:gd name="connsiteY1785" fmla="*/ 2451692 h 4835028"/>
              <a:gd name="connsiteX1786" fmla="*/ 255196 w 4819079"/>
              <a:gd name="connsiteY1786" fmla="*/ 2451692 h 4835028"/>
              <a:gd name="connsiteX1787" fmla="*/ 271145 w 4819079"/>
              <a:gd name="connsiteY1787" fmla="*/ 2467642 h 4835028"/>
              <a:gd name="connsiteX1788" fmla="*/ 255196 w 4819079"/>
              <a:gd name="connsiteY1788" fmla="*/ 2483591 h 4835028"/>
              <a:gd name="connsiteX1789" fmla="*/ 239246 w 4819079"/>
              <a:gd name="connsiteY1789" fmla="*/ 2467642 h 4835028"/>
              <a:gd name="connsiteX1790" fmla="*/ 255196 w 4819079"/>
              <a:gd name="connsiteY1790" fmla="*/ 2451692 h 4835028"/>
              <a:gd name="connsiteX1791" fmla="*/ 911410 w 4819079"/>
              <a:gd name="connsiteY1791" fmla="*/ 2433464 h 4835028"/>
              <a:gd name="connsiteX1792" fmla="*/ 947867 w 4819079"/>
              <a:gd name="connsiteY1792" fmla="*/ 2469920 h 4835028"/>
              <a:gd name="connsiteX1793" fmla="*/ 911410 w 4819079"/>
              <a:gd name="connsiteY1793" fmla="*/ 2506377 h 4835028"/>
              <a:gd name="connsiteX1794" fmla="*/ 874954 w 4819079"/>
              <a:gd name="connsiteY1794" fmla="*/ 2469920 h 4835028"/>
              <a:gd name="connsiteX1795" fmla="*/ 911410 w 4819079"/>
              <a:gd name="connsiteY1795" fmla="*/ 2433464 h 4835028"/>
              <a:gd name="connsiteX1796" fmla="*/ 36456 w 4819079"/>
              <a:gd name="connsiteY1796" fmla="*/ 2433464 h 4835028"/>
              <a:gd name="connsiteX1797" fmla="*/ 72913 w 4819079"/>
              <a:gd name="connsiteY1797" fmla="*/ 2469920 h 4835028"/>
              <a:gd name="connsiteX1798" fmla="*/ 36456 w 4819079"/>
              <a:gd name="connsiteY1798" fmla="*/ 2506377 h 4835028"/>
              <a:gd name="connsiteX1799" fmla="*/ 0 w 4819079"/>
              <a:gd name="connsiteY1799" fmla="*/ 2469920 h 4835028"/>
              <a:gd name="connsiteX1800" fmla="*/ 36456 w 4819079"/>
              <a:gd name="connsiteY1800" fmla="*/ 2433464 h 4835028"/>
              <a:gd name="connsiteX1801" fmla="*/ 473934 w 4819079"/>
              <a:gd name="connsiteY1801" fmla="*/ 2419793 h 4835028"/>
              <a:gd name="connsiteX1802" fmla="*/ 517226 w 4819079"/>
              <a:gd name="connsiteY1802" fmla="*/ 2463085 h 4835028"/>
              <a:gd name="connsiteX1803" fmla="*/ 473934 w 4819079"/>
              <a:gd name="connsiteY1803" fmla="*/ 2506377 h 4835028"/>
              <a:gd name="connsiteX1804" fmla="*/ 430642 w 4819079"/>
              <a:gd name="connsiteY1804" fmla="*/ 2463085 h 4835028"/>
              <a:gd name="connsiteX1805" fmla="*/ 473934 w 4819079"/>
              <a:gd name="connsiteY1805" fmla="*/ 2419793 h 4835028"/>
              <a:gd name="connsiteX1806" fmla="*/ 148104 w 4819079"/>
              <a:gd name="connsiteY1806" fmla="*/ 2385615 h 4835028"/>
              <a:gd name="connsiteX1807" fmla="*/ 148104 w 4819079"/>
              <a:gd name="connsiteY1807" fmla="*/ 2399286 h 4835028"/>
              <a:gd name="connsiteX1808" fmla="*/ 148104 w 4819079"/>
              <a:gd name="connsiteY1808" fmla="*/ 2410679 h 4835028"/>
              <a:gd name="connsiteX1809" fmla="*/ 134433 w 4819079"/>
              <a:gd name="connsiteY1809" fmla="*/ 2399286 h 4835028"/>
              <a:gd name="connsiteX1810" fmla="*/ 148104 w 4819079"/>
              <a:gd name="connsiteY1810" fmla="*/ 2385615 h 4835028"/>
              <a:gd name="connsiteX1811" fmla="*/ 585582 w 4819079"/>
              <a:gd name="connsiteY1811" fmla="*/ 2378779 h 4835028"/>
              <a:gd name="connsiteX1812" fmla="*/ 606088 w 4819079"/>
              <a:gd name="connsiteY1812" fmla="*/ 2399286 h 4835028"/>
              <a:gd name="connsiteX1813" fmla="*/ 585582 w 4819079"/>
              <a:gd name="connsiteY1813" fmla="*/ 2419793 h 4835028"/>
              <a:gd name="connsiteX1814" fmla="*/ 565075 w 4819079"/>
              <a:gd name="connsiteY1814" fmla="*/ 2399286 h 4835028"/>
              <a:gd name="connsiteX1815" fmla="*/ 585582 w 4819079"/>
              <a:gd name="connsiteY1815" fmla="*/ 2378779 h 4835028"/>
              <a:gd name="connsiteX1816" fmla="*/ 1023058 w 4819079"/>
              <a:gd name="connsiteY1816" fmla="*/ 2367387 h 4835028"/>
              <a:gd name="connsiteX1817" fmla="*/ 1054958 w 4819079"/>
              <a:gd name="connsiteY1817" fmla="*/ 2399286 h 4835028"/>
              <a:gd name="connsiteX1818" fmla="*/ 1023058 w 4819079"/>
              <a:gd name="connsiteY1818" fmla="*/ 2431186 h 4835028"/>
              <a:gd name="connsiteX1819" fmla="*/ 991159 w 4819079"/>
              <a:gd name="connsiteY1819" fmla="*/ 2399286 h 4835028"/>
              <a:gd name="connsiteX1820" fmla="*/ 1023058 w 4819079"/>
              <a:gd name="connsiteY1820" fmla="*/ 2367387 h 4835028"/>
              <a:gd name="connsiteX1821" fmla="*/ 366843 w 4819079"/>
              <a:gd name="connsiteY1821" fmla="*/ 2362830 h 4835028"/>
              <a:gd name="connsiteX1822" fmla="*/ 403300 w 4819079"/>
              <a:gd name="connsiteY1822" fmla="*/ 2399286 h 4835028"/>
              <a:gd name="connsiteX1823" fmla="*/ 366843 w 4819079"/>
              <a:gd name="connsiteY1823" fmla="*/ 2435743 h 4835028"/>
              <a:gd name="connsiteX1824" fmla="*/ 330387 w 4819079"/>
              <a:gd name="connsiteY1824" fmla="*/ 2399286 h 4835028"/>
              <a:gd name="connsiteX1825" fmla="*/ 366843 w 4819079"/>
              <a:gd name="connsiteY1825" fmla="*/ 2362830 h 4835028"/>
              <a:gd name="connsiteX1826" fmla="*/ 804320 w 4819079"/>
              <a:gd name="connsiteY1826" fmla="*/ 2342323 h 4835028"/>
              <a:gd name="connsiteX1827" fmla="*/ 861283 w 4819079"/>
              <a:gd name="connsiteY1827" fmla="*/ 2399286 h 4835028"/>
              <a:gd name="connsiteX1828" fmla="*/ 804320 w 4819079"/>
              <a:gd name="connsiteY1828" fmla="*/ 2456249 h 4835028"/>
              <a:gd name="connsiteX1829" fmla="*/ 747357 w 4819079"/>
              <a:gd name="connsiteY1829" fmla="*/ 2399286 h 4835028"/>
              <a:gd name="connsiteX1830" fmla="*/ 804320 w 4819079"/>
              <a:gd name="connsiteY1830" fmla="*/ 2342323 h 4835028"/>
              <a:gd name="connsiteX1831" fmla="*/ 41014 w 4819079"/>
              <a:gd name="connsiteY1831" fmla="*/ 2328652 h 4835028"/>
              <a:gd name="connsiteX1832" fmla="*/ 54685 w 4819079"/>
              <a:gd name="connsiteY1832" fmla="*/ 2342323 h 4835028"/>
              <a:gd name="connsiteX1833" fmla="*/ 41014 w 4819079"/>
              <a:gd name="connsiteY1833" fmla="*/ 2342323 h 4835028"/>
              <a:gd name="connsiteX1834" fmla="*/ 41014 w 4819079"/>
              <a:gd name="connsiteY1834" fmla="*/ 2328652 h 4835028"/>
              <a:gd name="connsiteX1835" fmla="*/ 259753 w 4819079"/>
              <a:gd name="connsiteY1835" fmla="*/ 2319538 h 4835028"/>
              <a:gd name="connsiteX1836" fmla="*/ 271145 w 4819079"/>
              <a:gd name="connsiteY1836" fmla="*/ 2330931 h 4835028"/>
              <a:gd name="connsiteX1837" fmla="*/ 259753 w 4819079"/>
              <a:gd name="connsiteY1837" fmla="*/ 2342323 h 4835028"/>
              <a:gd name="connsiteX1838" fmla="*/ 248360 w 4819079"/>
              <a:gd name="connsiteY1838" fmla="*/ 2330931 h 4835028"/>
              <a:gd name="connsiteX1839" fmla="*/ 259753 w 4819079"/>
              <a:gd name="connsiteY1839" fmla="*/ 2319538 h 4835028"/>
              <a:gd name="connsiteX1840" fmla="*/ 699507 w 4819079"/>
              <a:gd name="connsiteY1840" fmla="*/ 2303588 h 4835028"/>
              <a:gd name="connsiteX1841" fmla="*/ 726850 w 4819079"/>
              <a:gd name="connsiteY1841" fmla="*/ 2330930 h 4835028"/>
              <a:gd name="connsiteX1842" fmla="*/ 699507 w 4819079"/>
              <a:gd name="connsiteY1842" fmla="*/ 2358273 h 4835028"/>
              <a:gd name="connsiteX1843" fmla="*/ 672165 w 4819079"/>
              <a:gd name="connsiteY1843" fmla="*/ 2330930 h 4835028"/>
              <a:gd name="connsiteX1844" fmla="*/ 699507 w 4819079"/>
              <a:gd name="connsiteY1844" fmla="*/ 2303588 h 4835028"/>
              <a:gd name="connsiteX1845" fmla="*/ 478490 w 4819079"/>
              <a:gd name="connsiteY1845" fmla="*/ 2301310 h 4835028"/>
              <a:gd name="connsiteX1846" fmla="*/ 508111 w 4819079"/>
              <a:gd name="connsiteY1846" fmla="*/ 2330931 h 4835028"/>
              <a:gd name="connsiteX1847" fmla="*/ 508016 w 4819079"/>
              <a:gd name="connsiteY1847" fmla="*/ 2333305 h 4835028"/>
              <a:gd name="connsiteX1848" fmla="*/ 478490 w 4819079"/>
              <a:gd name="connsiteY1848" fmla="*/ 2358273 h 4835028"/>
              <a:gd name="connsiteX1849" fmla="*/ 451148 w 4819079"/>
              <a:gd name="connsiteY1849" fmla="*/ 2330931 h 4835028"/>
              <a:gd name="connsiteX1850" fmla="*/ 478490 w 4819079"/>
              <a:gd name="connsiteY1850" fmla="*/ 2301310 h 4835028"/>
              <a:gd name="connsiteX1851" fmla="*/ 911411 w 4819079"/>
              <a:gd name="connsiteY1851" fmla="*/ 2285360 h 4835028"/>
              <a:gd name="connsiteX1852" fmla="*/ 956981 w 4819079"/>
              <a:gd name="connsiteY1852" fmla="*/ 2330930 h 4835028"/>
              <a:gd name="connsiteX1853" fmla="*/ 956921 w 4819079"/>
              <a:gd name="connsiteY1853" fmla="*/ 2333269 h 4835028"/>
              <a:gd name="connsiteX1854" fmla="*/ 911411 w 4819079"/>
              <a:gd name="connsiteY1854" fmla="*/ 2374222 h 4835028"/>
              <a:gd name="connsiteX1855" fmla="*/ 911410 w 4819079"/>
              <a:gd name="connsiteY1855" fmla="*/ 2374222 h 4835028"/>
              <a:gd name="connsiteX1856" fmla="*/ 909072 w 4819079"/>
              <a:gd name="connsiteY1856" fmla="*/ 2374282 h 4835028"/>
              <a:gd name="connsiteX1857" fmla="*/ 865840 w 4819079"/>
              <a:gd name="connsiteY1857" fmla="*/ 2330930 h 4835028"/>
              <a:gd name="connsiteX1858" fmla="*/ 911411 w 4819079"/>
              <a:gd name="connsiteY1858" fmla="*/ 2285360 h 4835028"/>
              <a:gd name="connsiteX1859" fmla="*/ 594696 w 4819079"/>
              <a:gd name="connsiteY1859" fmla="*/ 2242068 h 4835028"/>
              <a:gd name="connsiteX1860" fmla="*/ 615202 w 4819079"/>
              <a:gd name="connsiteY1860" fmla="*/ 2262575 h 4835028"/>
              <a:gd name="connsiteX1861" fmla="*/ 594696 w 4819079"/>
              <a:gd name="connsiteY1861" fmla="*/ 2283082 h 4835028"/>
              <a:gd name="connsiteX1862" fmla="*/ 574189 w 4819079"/>
              <a:gd name="connsiteY1862" fmla="*/ 2262575 h 4835028"/>
              <a:gd name="connsiteX1863" fmla="*/ 594696 w 4819079"/>
              <a:gd name="connsiteY1863" fmla="*/ 2242068 h 4835028"/>
              <a:gd name="connsiteX1864" fmla="*/ 375957 w 4819079"/>
              <a:gd name="connsiteY1864" fmla="*/ 2232954 h 4835028"/>
              <a:gd name="connsiteX1865" fmla="*/ 405578 w 4819079"/>
              <a:gd name="connsiteY1865" fmla="*/ 2262575 h 4835028"/>
              <a:gd name="connsiteX1866" fmla="*/ 375957 w 4819079"/>
              <a:gd name="connsiteY1866" fmla="*/ 2292196 h 4835028"/>
              <a:gd name="connsiteX1867" fmla="*/ 346336 w 4819079"/>
              <a:gd name="connsiteY1867" fmla="*/ 2262575 h 4835028"/>
              <a:gd name="connsiteX1868" fmla="*/ 375957 w 4819079"/>
              <a:gd name="connsiteY1868" fmla="*/ 2232954 h 4835028"/>
              <a:gd name="connsiteX1869" fmla="*/ 1036729 w 4819079"/>
              <a:gd name="connsiteY1869" fmla="*/ 2217004 h 4835028"/>
              <a:gd name="connsiteX1870" fmla="*/ 1082300 w 4819079"/>
              <a:gd name="connsiteY1870" fmla="*/ 2262574 h 4835028"/>
              <a:gd name="connsiteX1871" fmla="*/ 1036729 w 4819079"/>
              <a:gd name="connsiteY1871" fmla="*/ 2308145 h 4835028"/>
              <a:gd name="connsiteX1872" fmla="*/ 991159 w 4819079"/>
              <a:gd name="connsiteY1872" fmla="*/ 2262574 h 4835028"/>
              <a:gd name="connsiteX1873" fmla="*/ 1036729 w 4819079"/>
              <a:gd name="connsiteY1873" fmla="*/ 2217004 h 4835028"/>
              <a:gd name="connsiteX1874" fmla="*/ 815712 w 4819079"/>
              <a:gd name="connsiteY1874" fmla="*/ 2205612 h 4835028"/>
              <a:gd name="connsiteX1875" fmla="*/ 872675 w 4819079"/>
              <a:gd name="connsiteY1875" fmla="*/ 2262575 h 4835028"/>
              <a:gd name="connsiteX1876" fmla="*/ 815712 w 4819079"/>
              <a:gd name="connsiteY1876" fmla="*/ 2319538 h 4835028"/>
              <a:gd name="connsiteX1877" fmla="*/ 758749 w 4819079"/>
              <a:gd name="connsiteY1877" fmla="*/ 2262575 h 4835028"/>
              <a:gd name="connsiteX1878" fmla="*/ 815712 w 4819079"/>
              <a:gd name="connsiteY1878" fmla="*/ 2205612 h 4835028"/>
              <a:gd name="connsiteX1879" fmla="*/ 273423 w 4819079"/>
              <a:gd name="connsiteY1879" fmla="*/ 2171433 h 4835028"/>
              <a:gd name="connsiteX1880" fmla="*/ 296209 w 4819079"/>
              <a:gd name="connsiteY1880" fmla="*/ 2194218 h 4835028"/>
              <a:gd name="connsiteX1881" fmla="*/ 273423 w 4819079"/>
              <a:gd name="connsiteY1881" fmla="*/ 2217004 h 4835028"/>
              <a:gd name="connsiteX1882" fmla="*/ 250638 w 4819079"/>
              <a:gd name="connsiteY1882" fmla="*/ 2194218 h 4835028"/>
              <a:gd name="connsiteX1883" fmla="*/ 273423 w 4819079"/>
              <a:gd name="connsiteY1883" fmla="*/ 2171433 h 4835028"/>
              <a:gd name="connsiteX1884" fmla="*/ 701749 w 4819079"/>
              <a:gd name="connsiteY1884" fmla="*/ 2171066 h 4835028"/>
              <a:gd name="connsiteX1885" fmla="*/ 732712 w 4819079"/>
              <a:gd name="connsiteY1885" fmla="*/ 2188320 h 4835028"/>
              <a:gd name="connsiteX1886" fmla="*/ 715457 w 4819079"/>
              <a:gd name="connsiteY1886" fmla="*/ 2219283 h 4835028"/>
              <a:gd name="connsiteX1887" fmla="*/ 707648 w 4819079"/>
              <a:gd name="connsiteY1887" fmla="*/ 2220220 h 4835028"/>
              <a:gd name="connsiteX1888" fmla="*/ 683558 w 4819079"/>
              <a:gd name="connsiteY1888" fmla="*/ 2194219 h 4835028"/>
              <a:gd name="connsiteX1889" fmla="*/ 701749 w 4819079"/>
              <a:gd name="connsiteY1889" fmla="*/ 2171066 h 4835028"/>
              <a:gd name="connsiteX1890" fmla="*/ 954658 w 4819079"/>
              <a:gd name="connsiteY1890" fmla="*/ 2162504 h 4835028"/>
              <a:gd name="connsiteX1891" fmla="*/ 978512 w 4819079"/>
              <a:gd name="connsiteY1891" fmla="*/ 2204542 h 4835028"/>
              <a:gd name="connsiteX1892" fmla="*/ 936474 w 4819079"/>
              <a:gd name="connsiteY1892" fmla="*/ 2228397 h 4835028"/>
              <a:gd name="connsiteX1893" fmla="*/ 911410 w 4819079"/>
              <a:gd name="connsiteY1893" fmla="*/ 2194219 h 4835028"/>
              <a:gd name="connsiteX1894" fmla="*/ 912620 w 4819079"/>
              <a:gd name="connsiteY1894" fmla="*/ 2186359 h 4835028"/>
              <a:gd name="connsiteX1895" fmla="*/ 954658 w 4819079"/>
              <a:gd name="connsiteY1895" fmla="*/ 2162504 h 4835028"/>
              <a:gd name="connsiteX1896" fmla="*/ 494440 w 4819079"/>
              <a:gd name="connsiteY1896" fmla="*/ 2157763 h 4835028"/>
              <a:gd name="connsiteX1897" fmla="*/ 528618 w 4819079"/>
              <a:gd name="connsiteY1897" fmla="*/ 2194219 h 4835028"/>
              <a:gd name="connsiteX1898" fmla="*/ 494440 w 4819079"/>
              <a:gd name="connsiteY1898" fmla="*/ 2228397 h 4835028"/>
              <a:gd name="connsiteX1899" fmla="*/ 494298 w 4819079"/>
              <a:gd name="connsiteY1899" fmla="*/ 2228406 h 4835028"/>
              <a:gd name="connsiteX1900" fmla="*/ 455705 w 4819079"/>
              <a:gd name="connsiteY1900" fmla="*/ 2194219 h 4835028"/>
              <a:gd name="connsiteX1901" fmla="*/ 455776 w 4819079"/>
              <a:gd name="connsiteY1901" fmla="*/ 2191869 h 4835028"/>
              <a:gd name="connsiteX1902" fmla="*/ 494440 w 4819079"/>
              <a:gd name="connsiteY1902" fmla="*/ 2157763 h 4835028"/>
              <a:gd name="connsiteX1903" fmla="*/ 1061793 w 4819079"/>
              <a:gd name="connsiteY1903" fmla="*/ 2098521 h 4835028"/>
              <a:gd name="connsiteX1904" fmla="*/ 1091414 w 4819079"/>
              <a:gd name="connsiteY1904" fmla="*/ 2128142 h 4835028"/>
              <a:gd name="connsiteX1905" fmla="*/ 1091319 w 4819079"/>
              <a:gd name="connsiteY1905" fmla="*/ 2130516 h 4835028"/>
              <a:gd name="connsiteX1906" fmla="*/ 1061793 w 4819079"/>
              <a:gd name="connsiteY1906" fmla="*/ 2155484 h 4835028"/>
              <a:gd name="connsiteX1907" fmla="*/ 1034451 w 4819079"/>
              <a:gd name="connsiteY1907" fmla="*/ 2128142 h 4835028"/>
              <a:gd name="connsiteX1908" fmla="*/ 1034356 w 4819079"/>
              <a:gd name="connsiteY1908" fmla="*/ 2125768 h 4835028"/>
              <a:gd name="connsiteX1909" fmla="*/ 1061793 w 4819079"/>
              <a:gd name="connsiteY1909" fmla="*/ 2098521 h 4835028"/>
              <a:gd name="connsiteX1910" fmla="*/ 394185 w 4819079"/>
              <a:gd name="connsiteY1910" fmla="*/ 2096242 h 4835028"/>
              <a:gd name="connsiteX1911" fmla="*/ 423806 w 4819079"/>
              <a:gd name="connsiteY1911" fmla="*/ 2125863 h 4835028"/>
              <a:gd name="connsiteX1912" fmla="*/ 394185 w 4819079"/>
              <a:gd name="connsiteY1912" fmla="*/ 2155484 h 4835028"/>
              <a:gd name="connsiteX1913" fmla="*/ 364564 w 4819079"/>
              <a:gd name="connsiteY1913" fmla="*/ 2125863 h 4835028"/>
              <a:gd name="connsiteX1914" fmla="*/ 394185 w 4819079"/>
              <a:gd name="connsiteY1914" fmla="*/ 2096242 h 4835028"/>
              <a:gd name="connsiteX1915" fmla="*/ 615202 w 4819079"/>
              <a:gd name="connsiteY1915" fmla="*/ 2087128 h 4835028"/>
              <a:gd name="connsiteX1916" fmla="*/ 653937 w 4819079"/>
              <a:gd name="connsiteY1916" fmla="*/ 2125863 h 4835028"/>
              <a:gd name="connsiteX1917" fmla="*/ 653937 w 4819079"/>
              <a:gd name="connsiteY1917" fmla="*/ 2130572 h 4835028"/>
              <a:gd name="connsiteX1918" fmla="*/ 615202 w 4819079"/>
              <a:gd name="connsiteY1918" fmla="*/ 2164598 h 4835028"/>
              <a:gd name="connsiteX1919" fmla="*/ 576467 w 4819079"/>
              <a:gd name="connsiteY1919" fmla="*/ 2125863 h 4835028"/>
              <a:gd name="connsiteX1920" fmla="*/ 615202 w 4819079"/>
              <a:gd name="connsiteY1920" fmla="*/ 2087128 h 4835028"/>
              <a:gd name="connsiteX1921" fmla="*/ 838497 w 4819079"/>
              <a:gd name="connsiteY1921" fmla="*/ 2068900 h 4835028"/>
              <a:gd name="connsiteX1922" fmla="*/ 895460 w 4819079"/>
              <a:gd name="connsiteY1922" fmla="*/ 2125863 h 4835028"/>
              <a:gd name="connsiteX1923" fmla="*/ 838497 w 4819079"/>
              <a:gd name="connsiteY1923" fmla="*/ 2185105 h 4835028"/>
              <a:gd name="connsiteX1924" fmla="*/ 781534 w 4819079"/>
              <a:gd name="connsiteY1924" fmla="*/ 2125863 h 4835028"/>
              <a:gd name="connsiteX1925" fmla="*/ 838497 w 4819079"/>
              <a:gd name="connsiteY1925" fmla="*/ 2068900 h 4835028"/>
              <a:gd name="connsiteX1926" fmla="*/ 4591227 w 4819079"/>
              <a:gd name="connsiteY1926" fmla="*/ 2057507 h 4835028"/>
              <a:gd name="connsiteX1927" fmla="*/ 4593507 w 4819079"/>
              <a:gd name="connsiteY1927" fmla="*/ 2057507 h 4835028"/>
              <a:gd name="connsiteX1928" fmla="*/ 4591227 w 4819079"/>
              <a:gd name="connsiteY1928" fmla="*/ 2059786 h 4835028"/>
              <a:gd name="connsiteX1929" fmla="*/ 4367931 w 4819079"/>
              <a:gd name="connsiteY1929" fmla="*/ 2057507 h 4835028"/>
              <a:gd name="connsiteX1930" fmla="*/ 4370211 w 4819079"/>
              <a:gd name="connsiteY1930" fmla="*/ 2057507 h 4835028"/>
              <a:gd name="connsiteX1931" fmla="*/ 4370211 w 4819079"/>
              <a:gd name="connsiteY1931" fmla="*/ 2059786 h 4835028"/>
              <a:gd name="connsiteX1932" fmla="*/ 4032991 w 4819079"/>
              <a:gd name="connsiteY1932" fmla="*/ 2057507 h 4835028"/>
              <a:gd name="connsiteX1933" fmla="*/ 4032991 w 4819079"/>
              <a:gd name="connsiteY1933" fmla="*/ 2059786 h 4835028"/>
              <a:gd name="connsiteX1934" fmla="*/ 4032991 w 4819079"/>
              <a:gd name="connsiteY1934" fmla="*/ 2062064 h 4835028"/>
              <a:gd name="connsiteX1935" fmla="*/ 4030711 w 4819079"/>
              <a:gd name="connsiteY1935" fmla="*/ 2059786 h 4835028"/>
              <a:gd name="connsiteX1936" fmla="*/ 3691211 w 4819079"/>
              <a:gd name="connsiteY1936" fmla="*/ 2052950 h 4835028"/>
              <a:gd name="connsiteX1937" fmla="*/ 3691211 w 4819079"/>
              <a:gd name="connsiteY1937" fmla="*/ 2071178 h 4835028"/>
              <a:gd name="connsiteX1938" fmla="*/ 3691211 w 4819079"/>
              <a:gd name="connsiteY1938" fmla="*/ 2052950 h 4835028"/>
              <a:gd name="connsiteX1939" fmla="*/ 724571 w 4819079"/>
              <a:gd name="connsiteY1939" fmla="*/ 2050672 h 4835028"/>
              <a:gd name="connsiteX1940" fmla="*/ 742799 w 4819079"/>
              <a:gd name="connsiteY1940" fmla="*/ 2050672 h 4835028"/>
              <a:gd name="connsiteX1941" fmla="*/ 758749 w 4819079"/>
              <a:gd name="connsiteY1941" fmla="*/ 2050672 h 4835028"/>
              <a:gd name="connsiteX1942" fmla="*/ 761524 w 4819079"/>
              <a:gd name="connsiteY1942" fmla="*/ 2063159 h 4835028"/>
              <a:gd name="connsiteX1943" fmla="*/ 742799 w 4819079"/>
              <a:gd name="connsiteY1943" fmla="*/ 2075736 h 4835028"/>
              <a:gd name="connsiteX1944" fmla="*/ 726432 w 4819079"/>
              <a:gd name="connsiteY1944" fmla="*/ 2073152 h 4835028"/>
              <a:gd name="connsiteX1945" fmla="*/ 724571 w 4819079"/>
              <a:gd name="connsiteY1945" fmla="*/ 2050672 h 4835028"/>
              <a:gd name="connsiteX1946" fmla="*/ 293930 w 4819079"/>
              <a:gd name="connsiteY1946" fmla="*/ 2048393 h 4835028"/>
              <a:gd name="connsiteX1947" fmla="*/ 293930 w 4819079"/>
              <a:gd name="connsiteY1947" fmla="*/ 2066621 h 4835028"/>
              <a:gd name="connsiteX1948" fmla="*/ 293930 w 4819079"/>
              <a:gd name="connsiteY1948" fmla="*/ 2048393 h 4835028"/>
              <a:gd name="connsiteX1949" fmla="*/ 1196226 w 4819079"/>
              <a:gd name="connsiteY1949" fmla="*/ 2021051 h 4835028"/>
              <a:gd name="connsiteX1950" fmla="*/ 1237240 w 4819079"/>
              <a:gd name="connsiteY1950" fmla="*/ 2062064 h 4835028"/>
              <a:gd name="connsiteX1951" fmla="*/ 1196226 w 4819079"/>
              <a:gd name="connsiteY1951" fmla="*/ 2103078 h 4835028"/>
              <a:gd name="connsiteX1952" fmla="*/ 1155213 w 4819079"/>
              <a:gd name="connsiteY1952" fmla="*/ 2062064 h 4835028"/>
              <a:gd name="connsiteX1953" fmla="*/ 1196226 w 4819079"/>
              <a:gd name="connsiteY1953" fmla="*/ 2021051 h 4835028"/>
              <a:gd name="connsiteX1954" fmla="*/ 517226 w 4819079"/>
              <a:gd name="connsiteY1954" fmla="*/ 2021051 h 4835028"/>
              <a:gd name="connsiteX1955" fmla="*/ 546847 w 4819079"/>
              <a:gd name="connsiteY1955" fmla="*/ 2050672 h 4835028"/>
              <a:gd name="connsiteX1956" fmla="*/ 547638 w 4819079"/>
              <a:gd name="connsiteY1956" fmla="*/ 2058320 h 4835028"/>
              <a:gd name="connsiteX1957" fmla="*/ 517226 w 4819079"/>
              <a:gd name="connsiteY1957" fmla="*/ 2087128 h 4835028"/>
              <a:gd name="connsiteX1958" fmla="*/ 509577 w 4819079"/>
              <a:gd name="connsiteY1958" fmla="*/ 2086337 h 4835028"/>
              <a:gd name="connsiteX1959" fmla="*/ 487605 w 4819079"/>
              <a:gd name="connsiteY1959" fmla="*/ 2050672 h 4835028"/>
              <a:gd name="connsiteX1960" fmla="*/ 517226 w 4819079"/>
              <a:gd name="connsiteY1960" fmla="*/ 2021051 h 4835028"/>
              <a:gd name="connsiteX1961" fmla="*/ 421527 w 4819079"/>
              <a:gd name="connsiteY1961" fmla="*/ 1970923 h 4835028"/>
              <a:gd name="connsiteX1962" fmla="*/ 439756 w 4819079"/>
              <a:gd name="connsiteY1962" fmla="*/ 1991430 h 4835028"/>
              <a:gd name="connsiteX1963" fmla="*/ 421527 w 4819079"/>
              <a:gd name="connsiteY1963" fmla="*/ 2009658 h 4835028"/>
              <a:gd name="connsiteX1964" fmla="*/ 419105 w 4819079"/>
              <a:gd name="connsiteY1964" fmla="*/ 2009800 h 4835028"/>
              <a:gd name="connsiteX1965" fmla="*/ 401021 w 4819079"/>
              <a:gd name="connsiteY1965" fmla="*/ 1991430 h 4835028"/>
              <a:gd name="connsiteX1966" fmla="*/ 421527 w 4819079"/>
              <a:gd name="connsiteY1966" fmla="*/ 1970923 h 4835028"/>
              <a:gd name="connsiteX1967" fmla="*/ 1102806 w 4819079"/>
              <a:gd name="connsiteY1967" fmla="*/ 1959531 h 4835028"/>
              <a:gd name="connsiteX1968" fmla="*/ 1139263 w 4819079"/>
              <a:gd name="connsiteY1968" fmla="*/ 1995987 h 4835028"/>
              <a:gd name="connsiteX1969" fmla="*/ 1102806 w 4819079"/>
              <a:gd name="connsiteY1969" fmla="*/ 2032444 h 4835028"/>
              <a:gd name="connsiteX1970" fmla="*/ 1066350 w 4819079"/>
              <a:gd name="connsiteY1970" fmla="*/ 1995987 h 4835028"/>
              <a:gd name="connsiteX1971" fmla="*/ 1102806 w 4819079"/>
              <a:gd name="connsiteY1971" fmla="*/ 1959531 h 4835028"/>
              <a:gd name="connsiteX1972" fmla="*/ 872676 w 4819079"/>
              <a:gd name="connsiteY1972" fmla="*/ 1950417 h 4835028"/>
              <a:gd name="connsiteX1973" fmla="*/ 922803 w 4819079"/>
              <a:gd name="connsiteY1973" fmla="*/ 2000545 h 4835028"/>
              <a:gd name="connsiteX1974" fmla="*/ 919478 w 4819079"/>
              <a:gd name="connsiteY1974" fmla="*/ 2017015 h 4835028"/>
              <a:gd name="connsiteX1975" fmla="*/ 921071 w 4819079"/>
              <a:gd name="connsiteY1975" fmla="*/ 2014135 h 4835028"/>
              <a:gd name="connsiteX1976" fmla="*/ 947564 w 4819079"/>
              <a:gd name="connsiteY1976" fmla="*/ 2000343 h 4835028"/>
              <a:gd name="connsiteX1977" fmla="*/ 968374 w 4819079"/>
              <a:gd name="connsiteY1977" fmla="*/ 2000544 h 4835028"/>
              <a:gd name="connsiteX1978" fmla="*/ 1018501 w 4819079"/>
              <a:gd name="connsiteY1978" fmla="*/ 2050672 h 4835028"/>
              <a:gd name="connsiteX1979" fmla="*/ 1019800 w 4819079"/>
              <a:gd name="connsiteY1979" fmla="*/ 2063397 h 4835028"/>
              <a:gd name="connsiteX1980" fmla="*/ 968374 w 4819079"/>
              <a:gd name="connsiteY1980" fmla="*/ 2112192 h 4835028"/>
              <a:gd name="connsiteX1981" fmla="*/ 968374 w 4819079"/>
              <a:gd name="connsiteY1981" fmla="*/ 2103078 h 4835028"/>
              <a:gd name="connsiteX1982" fmla="*/ 946638 w 4819079"/>
              <a:gd name="connsiteY1982" fmla="*/ 2103078 h 4835028"/>
              <a:gd name="connsiteX1983" fmla="*/ 906239 w 4819079"/>
              <a:gd name="connsiteY1983" fmla="*/ 2040943 h 4835028"/>
              <a:gd name="connsiteX1984" fmla="*/ 912906 w 4819079"/>
              <a:gd name="connsiteY1984" fmla="*/ 2028893 h 4835028"/>
              <a:gd name="connsiteX1985" fmla="*/ 908121 w 4819079"/>
              <a:gd name="connsiteY1985" fmla="*/ 2035990 h 4835028"/>
              <a:gd name="connsiteX1986" fmla="*/ 872676 w 4819079"/>
              <a:gd name="connsiteY1986" fmla="*/ 2050672 h 4835028"/>
              <a:gd name="connsiteX1987" fmla="*/ 822548 w 4819079"/>
              <a:gd name="connsiteY1987" fmla="*/ 2000545 h 4835028"/>
              <a:gd name="connsiteX1988" fmla="*/ 872676 w 4819079"/>
              <a:gd name="connsiteY1988" fmla="*/ 1950417 h 4835028"/>
              <a:gd name="connsiteX1989" fmla="*/ 647102 w 4819079"/>
              <a:gd name="connsiteY1989" fmla="*/ 1945860 h 4835028"/>
              <a:gd name="connsiteX1990" fmla="*/ 692672 w 4819079"/>
              <a:gd name="connsiteY1990" fmla="*/ 1991430 h 4835028"/>
              <a:gd name="connsiteX1991" fmla="*/ 647102 w 4819079"/>
              <a:gd name="connsiteY1991" fmla="*/ 2037001 h 4835028"/>
              <a:gd name="connsiteX1992" fmla="*/ 601531 w 4819079"/>
              <a:gd name="connsiteY1992" fmla="*/ 1991430 h 4835028"/>
              <a:gd name="connsiteX1993" fmla="*/ 647102 w 4819079"/>
              <a:gd name="connsiteY1993" fmla="*/ 1945860 h 4835028"/>
              <a:gd name="connsiteX1994" fmla="*/ 1244075 w 4819079"/>
              <a:gd name="connsiteY1994" fmla="*/ 1932188 h 4835028"/>
              <a:gd name="connsiteX1995" fmla="*/ 1246353 w 4819079"/>
              <a:gd name="connsiteY1995" fmla="*/ 1934467 h 4835028"/>
              <a:gd name="connsiteX1996" fmla="*/ 1244075 w 4819079"/>
              <a:gd name="connsiteY1996" fmla="*/ 1934467 h 4835028"/>
              <a:gd name="connsiteX1997" fmla="*/ 3873491 w 4819079"/>
              <a:gd name="connsiteY1997" fmla="*/ 1918517 h 4835028"/>
              <a:gd name="connsiteX1998" fmla="*/ 3873491 w 4819079"/>
              <a:gd name="connsiteY1998" fmla="*/ 1941302 h 4835028"/>
              <a:gd name="connsiteX1999" fmla="*/ 3862099 w 4819079"/>
              <a:gd name="connsiteY1999" fmla="*/ 1929910 h 4835028"/>
              <a:gd name="connsiteX2000" fmla="*/ 3873491 w 4819079"/>
              <a:gd name="connsiteY2000" fmla="*/ 1918517 h 4835028"/>
              <a:gd name="connsiteX2001" fmla="*/ 100255 w 4819079"/>
              <a:gd name="connsiteY2001" fmla="*/ 1900289 h 4835028"/>
              <a:gd name="connsiteX2002" fmla="*/ 123040 w 4819079"/>
              <a:gd name="connsiteY2002" fmla="*/ 1923074 h 4835028"/>
              <a:gd name="connsiteX2003" fmla="*/ 100255 w 4819079"/>
              <a:gd name="connsiteY2003" fmla="*/ 1945860 h 4835028"/>
              <a:gd name="connsiteX2004" fmla="*/ 77470 w 4819079"/>
              <a:gd name="connsiteY2004" fmla="*/ 1923074 h 4835028"/>
              <a:gd name="connsiteX2005" fmla="*/ 100255 w 4819079"/>
              <a:gd name="connsiteY2005" fmla="*/ 1900289 h 4835028"/>
              <a:gd name="connsiteX2006" fmla="*/ 551403 w 4819079"/>
              <a:gd name="connsiteY2006" fmla="*/ 1898011 h 4835028"/>
              <a:gd name="connsiteX2007" fmla="*/ 576467 w 4819079"/>
              <a:gd name="connsiteY2007" fmla="*/ 1925353 h 4835028"/>
              <a:gd name="connsiteX2008" fmla="*/ 551403 w 4819079"/>
              <a:gd name="connsiteY2008" fmla="*/ 1950417 h 4835028"/>
              <a:gd name="connsiteX2009" fmla="*/ 551404 w 4819079"/>
              <a:gd name="connsiteY2009" fmla="*/ 1950417 h 4835028"/>
              <a:gd name="connsiteX2010" fmla="*/ 549021 w 4819079"/>
              <a:gd name="connsiteY2010" fmla="*/ 1950521 h 4835028"/>
              <a:gd name="connsiteX2011" fmla="*/ 524061 w 4819079"/>
              <a:gd name="connsiteY2011" fmla="*/ 1925353 h 4835028"/>
              <a:gd name="connsiteX2012" fmla="*/ 551403 w 4819079"/>
              <a:gd name="connsiteY2012" fmla="*/ 1898011 h 4835028"/>
              <a:gd name="connsiteX2013" fmla="*/ 1009387 w 4819079"/>
              <a:gd name="connsiteY2013" fmla="*/ 1875225 h 4835028"/>
              <a:gd name="connsiteX2014" fmla="*/ 1064071 w 4819079"/>
              <a:gd name="connsiteY2014" fmla="*/ 1929910 h 4835028"/>
              <a:gd name="connsiteX2015" fmla="*/ 1064022 w 4819079"/>
              <a:gd name="connsiteY2015" fmla="*/ 1932238 h 4835028"/>
              <a:gd name="connsiteX2016" fmla="*/ 1009387 w 4819079"/>
              <a:gd name="connsiteY2016" fmla="*/ 1982316 h 4835028"/>
              <a:gd name="connsiteX2017" fmla="*/ 956981 w 4819079"/>
              <a:gd name="connsiteY2017" fmla="*/ 1929910 h 4835028"/>
              <a:gd name="connsiteX2018" fmla="*/ 956931 w 4819079"/>
              <a:gd name="connsiteY2018" fmla="*/ 1927581 h 4835028"/>
              <a:gd name="connsiteX2019" fmla="*/ 1009387 w 4819079"/>
              <a:gd name="connsiteY2019" fmla="*/ 1875225 h 4835028"/>
              <a:gd name="connsiteX2020" fmla="*/ 683557 w 4819079"/>
              <a:gd name="connsiteY2020" fmla="*/ 1836490 h 4835028"/>
              <a:gd name="connsiteX2021" fmla="*/ 708621 w 4819079"/>
              <a:gd name="connsiteY2021" fmla="*/ 1861554 h 4835028"/>
              <a:gd name="connsiteX2022" fmla="*/ 683557 w 4819079"/>
              <a:gd name="connsiteY2022" fmla="*/ 1884339 h 4835028"/>
              <a:gd name="connsiteX2023" fmla="*/ 683557 w 4819079"/>
              <a:gd name="connsiteY2023" fmla="*/ 1884340 h 4835028"/>
              <a:gd name="connsiteX2024" fmla="*/ 660772 w 4819079"/>
              <a:gd name="connsiteY2024" fmla="*/ 1861554 h 4835028"/>
              <a:gd name="connsiteX2025" fmla="*/ 660658 w 4819079"/>
              <a:gd name="connsiteY2025" fmla="*/ 1859161 h 4835028"/>
              <a:gd name="connsiteX2026" fmla="*/ 683557 w 4819079"/>
              <a:gd name="connsiteY2026" fmla="*/ 1836490 h 4835028"/>
              <a:gd name="connsiteX2027" fmla="*/ 1152934 w 4819079"/>
              <a:gd name="connsiteY2027" fmla="*/ 1825098 h 4835028"/>
              <a:gd name="connsiteX2028" fmla="*/ 1196226 w 4819079"/>
              <a:gd name="connsiteY2028" fmla="*/ 1868390 h 4835028"/>
              <a:gd name="connsiteX2029" fmla="*/ 1152934 w 4819079"/>
              <a:gd name="connsiteY2029" fmla="*/ 1911682 h 4835028"/>
              <a:gd name="connsiteX2030" fmla="*/ 1109642 w 4819079"/>
              <a:gd name="connsiteY2030" fmla="*/ 1868390 h 4835028"/>
              <a:gd name="connsiteX2031" fmla="*/ 1152934 w 4819079"/>
              <a:gd name="connsiteY2031" fmla="*/ 1825098 h 4835028"/>
              <a:gd name="connsiteX2032" fmla="*/ 455705 w 4819079"/>
              <a:gd name="connsiteY2032" fmla="*/ 1822820 h 4835028"/>
              <a:gd name="connsiteX2033" fmla="*/ 460591 w 4819079"/>
              <a:gd name="connsiteY2033" fmla="*/ 1823145 h 4835028"/>
              <a:gd name="connsiteX2034" fmla="*/ 487604 w 4819079"/>
              <a:gd name="connsiteY2034" fmla="*/ 1859276 h 4835028"/>
              <a:gd name="connsiteX2035" fmla="*/ 487517 w 4819079"/>
              <a:gd name="connsiteY2035" fmla="*/ 1861642 h 4835028"/>
              <a:gd name="connsiteX2036" fmla="*/ 455705 w 4819079"/>
              <a:gd name="connsiteY2036" fmla="*/ 1888897 h 4835028"/>
              <a:gd name="connsiteX2037" fmla="*/ 450793 w 4819079"/>
              <a:gd name="connsiteY2037" fmla="*/ 1888546 h 4835028"/>
              <a:gd name="connsiteX2038" fmla="*/ 426084 w 4819079"/>
              <a:gd name="connsiteY2038" fmla="*/ 1854719 h 4835028"/>
              <a:gd name="connsiteX2039" fmla="*/ 425997 w 4819079"/>
              <a:gd name="connsiteY2039" fmla="*/ 1852353 h 4835028"/>
              <a:gd name="connsiteX2040" fmla="*/ 455705 w 4819079"/>
              <a:gd name="connsiteY2040" fmla="*/ 1822820 h 4835028"/>
              <a:gd name="connsiteX2041" fmla="*/ 911411 w 4819079"/>
              <a:gd name="connsiteY2041" fmla="*/ 1809148 h 4835028"/>
              <a:gd name="connsiteX2042" fmla="*/ 966095 w 4819079"/>
              <a:gd name="connsiteY2042" fmla="*/ 1863833 h 4835028"/>
              <a:gd name="connsiteX2043" fmla="*/ 911411 w 4819079"/>
              <a:gd name="connsiteY2043" fmla="*/ 1918517 h 4835028"/>
              <a:gd name="connsiteX2044" fmla="*/ 856726 w 4819079"/>
              <a:gd name="connsiteY2044" fmla="*/ 1863833 h 4835028"/>
              <a:gd name="connsiteX2045" fmla="*/ 911411 w 4819079"/>
              <a:gd name="connsiteY2045" fmla="*/ 1809148 h 4835028"/>
              <a:gd name="connsiteX2046" fmla="*/ 1307873 w 4819079"/>
              <a:gd name="connsiteY2046" fmla="*/ 1786363 h 4835028"/>
              <a:gd name="connsiteX2047" fmla="*/ 1326101 w 4819079"/>
              <a:gd name="connsiteY2047" fmla="*/ 1804591 h 4835028"/>
              <a:gd name="connsiteX2048" fmla="*/ 1307873 w 4819079"/>
              <a:gd name="connsiteY2048" fmla="*/ 1822819 h 4835028"/>
              <a:gd name="connsiteX2049" fmla="*/ 1289645 w 4819079"/>
              <a:gd name="connsiteY2049" fmla="*/ 1804591 h 4835028"/>
              <a:gd name="connsiteX2050" fmla="*/ 1307873 w 4819079"/>
              <a:gd name="connsiteY2050" fmla="*/ 1786363 h 4835028"/>
              <a:gd name="connsiteX2051" fmla="*/ 592417 w 4819079"/>
              <a:gd name="connsiteY2051" fmla="*/ 1770413 h 4835028"/>
              <a:gd name="connsiteX2052" fmla="*/ 619759 w 4819079"/>
              <a:gd name="connsiteY2052" fmla="*/ 1797755 h 4835028"/>
              <a:gd name="connsiteX2053" fmla="*/ 619655 w 4819079"/>
              <a:gd name="connsiteY2053" fmla="*/ 1800138 h 4835028"/>
              <a:gd name="connsiteX2054" fmla="*/ 592417 w 4819079"/>
              <a:gd name="connsiteY2054" fmla="*/ 1822819 h 4835028"/>
              <a:gd name="connsiteX2055" fmla="*/ 567353 w 4819079"/>
              <a:gd name="connsiteY2055" fmla="*/ 1797755 h 4835028"/>
              <a:gd name="connsiteX2056" fmla="*/ 567249 w 4819079"/>
              <a:gd name="connsiteY2056" fmla="*/ 1795373 h 4835028"/>
              <a:gd name="connsiteX2057" fmla="*/ 592417 w 4819079"/>
              <a:gd name="connsiteY2057" fmla="*/ 1770413 h 4835028"/>
              <a:gd name="connsiteX2058" fmla="*/ 364669 w 4819079"/>
              <a:gd name="connsiteY2058" fmla="*/ 1770309 h 4835028"/>
              <a:gd name="connsiteX2059" fmla="*/ 389628 w 4819079"/>
              <a:gd name="connsiteY2059" fmla="*/ 1795477 h 4835028"/>
              <a:gd name="connsiteX2060" fmla="*/ 362286 w 4819079"/>
              <a:gd name="connsiteY2060" fmla="*/ 1822819 h 4835028"/>
              <a:gd name="connsiteX2061" fmla="*/ 359904 w 4819079"/>
              <a:gd name="connsiteY2061" fmla="*/ 1822715 h 4835028"/>
              <a:gd name="connsiteX2062" fmla="*/ 337222 w 4819079"/>
              <a:gd name="connsiteY2062" fmla="*/ 1795477 h 4835028"/>
              <a:gd name="connsiteX2063" fmla="*/ 362286 w 4819079"/>
              <a:gd name="connsiteY2063" fmla="*/ 1770413 h 4835028"/>
              <a:gd name="connsiteX2064" fmla="*/ 364669 w 4819079"/>
              <a:gd name="connsiteY2064" fmla="*/ 1770309 h 4835028"/>
              <a:gd name="connsiteX2065" fmla="*/ 1064072 w 4819079"/>
              <a:gd name="connsiteY2065" fmla="*/ 1761299 h 4835028"/>
              <a:gd name="connsiteX2066" fmla="*/ 1105085 w 4819079"/>
              <a:gd name="connsiteY2066" fmla="*/ 1802312 h 4835028"/>
              <a:gd name="connsiteX2067" fmla="*/ 1105149 w 4819079"/>
              <a:gd name="connsiteY2067" fmla="*/ 1804654 h 4835028"/>
              <a:gd name="connsiteX2068" fmla="*/ 1064072 w 4819079"/>
              <a:gd name="connsiteY2068" fmla="*/ 1845604 h 4835028"/>
              <a:gd name="connsiteX2069" fmla="*/ 1061730 w 4819079"/>
              <a:gd name="connsiteY2069" fmla="*/ 1845541 h 4835028"/>
              <a:gd name="connsiteX2070" fmla="*/ 1023058 w 4819079"/>
              <a:gd name="connsiteY2070" fmla="*/ 1802312 h 4835028"/>
              <a:gd name="connsiteX2071" fmla="*/ 1064072 w 4819079"/>
              <a:gd name="connsiteY2071" fmla="*/ 1761299 h 4835028"/>
              <a:gd name="connsiteX2072" fmla="*/ 827105 w 4819079"/>
              <a:gd name="connsiteY2072" fmla="*/ 1749907 h 4835028"/>
              <a:gd name="connsiteX2073" fmla="*/ 874954 w 4819079"/>
              <a:gd name="connsiteY2073" fmla="*/ 1797756 h 4835028"/>
              <a:gd name="connsiteX2074" fmla="*/ 827105 w 4819079"/>
              <a:gd name="connsiteY2074" fmla="*/ 1845605 h 4835028"/>
              <a:gd name="connsiteX2075" fmla="*/ 779256 w 4819079"/>
              <a:gd name="connsiteY2075" fmla="*/ 1797756 h 4835028"/>
              <a:gd name="connsiteX2076" fmla="*/ 827105 w 4819079"/>
              <a:gd name="connsiteY2076" fmla="*/ 1749907 h 4835028"/>
              <a:gd name="connsiteX2077" fmla="*/ 735964 w 4819079"/>
              <a:gd name="connsiteY2077" fmla="*/ 1706614 h 4835028"/>
              <a:gd name="connsiteX2078" fmla="*/ 761027 w 4819079"/>
              <a:gd name="connsiteY2078" fmla="*/ 1731678 h 4835028"/>
              <a:gd name="connsiteX2079" fmla="*/ 761131 w 4819079"/>
              <a:gd name="connsiteY2079" fmla="*/ 1734061 h 4835028"/>
              <a:gd name="connsiteX2080" fmla="*/ 735964 w 4819079"/>
              <a:gd name="connsiteY2080" fmla="*/ 1759020 h 4835028"/>
              <a:gd name="connsiteX2081" fmla="*/ 735963 w 4819079"/>
              <a:gd name="connsiteY2081" fmla="*/ 1759020 h 4835028"/>
              <a:gd name="connsiteX2082" fmla="*/ 708621 w 4819079"/>
              <a:gd name="connsiteY2082" fmla="*/ 1731678 h 4835028"/>
              <a:gd name="connsiteX2083" fmla="*/ 708725 w 4819079"/>
              <a:gd name="connsiteY2083" fmla="*/ 1729296 h 4835028"/>
              <a:gd name="connsiteX2084" fmla="*/ 735964 w 4819079"/>
              <a:gd name="connsiteY2084" fmla="*/ 1706614 h 4835028"/>
              <a:gd name="connsiteX2085" fmla="*/ 501276 w 4819079"/>
              <a:gd name="connsiteY2085" fmla="*/ 1702057 h 4835028"/>
              <a:gd name="connsiteX2086" fmla="*/ 528619 w 4819079"/>
              <a:gd name="connsiteY2086" fmla="*/ 1729399 h 4835028"/>
              <a:gd name="connsiteX2087" fmla="*/ 528515 w 4819079"/>
              <a:gd name="connsiteY2087" fmla="*/ 1731782 h 4835028"/>
              <a:gd name="connsiteX2088" fmla="*/ 501276 w 4819079"/>
              <a:gd name="connsiteY2088" fmla="*/ 1754463 h 4835028"/>
              <a:gd name="connsiteX2089" fmla="*/ 501277 w 4819079"/>
              <a:gd name="connsiteY2089" fmla="*/ 1754463 h 4835028"/>
              <a:gd name="connsiteX2090" fmla="*/ 498894 w 4819079"/>
              <a:gd name="connsiteY2090" fmla="*/ 1754567 h 4835028"/>
              <a:gd name="connsiteX2091" fmla="*/ 473934 w 4819079"/>
              <a:gd name="connsiteY2091" fmla="*/ 1729399 h 4835028"/>
              <a:gd name="connsiteX2092" fmla="*/ 501276 w 4819079"/>
              <a:gd name="connsiteY2092" fmla="*/ 1702057 h 4835028"/>
              <a:gd name="connsiteX2093" fmla="*/ 271249 w 4819079"/>
              <a:gd name="connsiteY2093" fmla="*/ 1699675 h 4835028"/>
              <a:gd name="connsiteX2094" fmla="*/ 296208 w 4819079"/>
              <a:gd name="connsiteY2094" fmla="*/ 1724843 h 4835028"/>
              <a:gd name="connsiteX2095" fmla="*/ 268866 w 4819079"/>
              <a:gd name="connsiteY2095" fmla="*/ 1752185 h 4835028"/>
              <a:gd name="connsiteX2096" fmla="*/ 266484 w 4819079"/>
              <a:gd name="connsiteY2096" fmla="*/ 1752081 h 4835028"/>
              <a:gd name="connsiteX2097" fmla="*/ 243802 w 4819079"/>
              <a:gd name="connsiteY2097" fmla="*/ 1724843 h 4835028"/>
              <a:gd name="connsiteX2098" fmla="*/ 268866 w 4819079"/>
              <a:gd name="connsiteY2098" fmla="*/ 1699779 h 4835028"/>
              <a:gd name="connsiteX2099" fmla="*/ 271249 w 4819079"/>
              <a:gd name="connsiteY2099" fmla="*/ 1699675 h 4835028"/>
              <a:gd name="connsiteX2100" fmla="*/ 972931 w 4819079"/>
              <a:gd name="connsiteY2100" fmla="*/ 1688386 h 4835028"/>
              <a:gd name="connsiteX2101" fmla="*/ 1023058 w 4819079"/>
              <a:gd name="connsiteY2101" fmla="*/ 1738514 h 4835028"/>
              <a:gd name="connsiteX2102" fmla="*/ 972931 w 4819079"/>
              <a:gd name="connsiteY2102" fmla="*/ 1788641 h 4835028"/>
              <a:gd name="connsiteX2103" fmla="*/ 922803 w 4819079"/>
              <a:gd name="connsiteY2103" fmla="*/ 1738514 h 4835028"/>
              <a:gd name="connsiteX2104" fmla="*/ 972931 w 4819079"/>
              <a:gd name="connsiteY2104" fmla="*/ 1688386 h 4835028"/>
              <a:gd name="connsiteX2105" fmla="*/ 3880327 w 4819079"/>
              <a:gd name="connsiteY2105" fmla="*/ 1676994 h 4835028"/>
              <a:gd name="connsiteX2106" fmla="*/ 3882607 w 4819079"/>
              <a:gd name="connsiteY2106" fmla="*/ 1676994 h 4835028"/>
              <a:gd name="connsiteX2107" fmla="*/ 3880327 w 4819079"/>
              <a:gd name="connsiteY2107" fmla="*/ 1679272 h 4835028"/>
              <a:gd name="connsiteX2108" fmla="*/ 3989697 w 4819079"/>
              <a:gd name="connsiteY2108" fmla="*/ 1672437 h 4835028"/>
              <a:gd name="connsiteX2109" fmla="*/ 4003367 w 4819079"/>
              <a:gd name="connsiteY2109" fmla="*/ 1672437 h 4835028"/>
              <a:gd name="connsiteX2110" fmla="*/ 4014761 w 4819079"/>
              <a:gd name="connsiteY2110" fmla="*/ 1672437 h 4835028"/>
              <a:gd name="connsiteX2111" fmla="*/ 4003367 w 4819079"/>
              <a:gd name="connsiteY2111" fmla="*/ 1686108 h 4835028"/>
              <a:gd name="connsiteX2112" fmla="*/ 3989697 w 4819079"/>
              <a:gd name="connsiteY2112" fmla="*/ 1672437 h 4835028"/>
              <a:gd name="connsiteX2113" fmla="*/ 4242615 w 4819079"/>
              <a:gd name="connsiteY2113" fmla="*/ 1665601 h 4835028"/>
              <a:gd name="connsiteX2114" fmla="*/ 4242615 w 4819079"/>
              <a:gd name="connsiteY2114" fmla="*/ 1667880 h 4835028"/>
              <a:gd name="connsiteX2115" fmla="*/ 4240335 w 4819079"/>
              <a:gd name="connsiteY2115" fmla="*/ 1667880 h 4835028"/>
              <a:gd name="connsiteX2116" fmla="*/ 890904 w 4819079"/>
              <a:gd name="connsiteY2116" fmla="*/ 1651930 h 4835028"/>
              <a:gd name="connsiteX2117" fmla="*/ 911411 w 4819079"/>
              <a:gd name="connsiteY2117" fmla="*/ 1672437 h 4835028"/>
              <a:gd name="connsiteX2118" fmla="*/ 910954 w 4819079"/>
              <a:gd name="connsiteY2118" fmla="*/ 1677460 h 4835028"/>
              <a:gd name="connsiteX2119" fmla="*/ 884068 w 4819079"/>
              <a:gd name="connsiteY2119" fmla="*/ 1695222 h 4835028"/>
              <a:gd name="connsiteX2120" fmla="*/ 870397 w 4819079"/>
              <a:gd name="connsiteY2120" fmla="*/ 1672437 h 4835028"/>
              <a:gd name="connsiteX2121" fmla="*/ 890904 w 4819079"/>
              <a:gd name="connsiteY2121" fmla="*/ 1651930 h 4835028"/>
              <a:gd name="connsiteX2122" fmla="*/ 1139263 w 4819079"/>
              <a:gd name="connsiteY2122" fmla="*/ 1629144 h 4835028"/>
              <a:gd name="connsiteX2123" fmla="*/ 1191669 w 4819079"/>
              <a:gd name="connsiteY2123" fmla="*/ 1681551 h 4835028"/>
              <a:gd name="connsiteX2124" fmla="*/ 1189595 w 4819079"/>
              <a:gd name="connsiteY2124" fmla="*/ 1692161 h 4835028"/>
              <a:gd name="connsiteX2125" fmla="*/ 1207262 w 4819079"/>
              <a:gd name="connsiteY2125" fmla="*/ 1682864 h 4835028"/>
              <a:gd name="connsiteX2126" fmla="*/ 1228977 w 4819079"/>
              <a:gd name="connsiteY2126" fmla="*/ 1682978 h 4835028"/>
              <a:gd name="connsiteX2127" fmla="*/ 1271418 w 4819079"/>
              <a:gd name="connsiteY2127" fmla="*/ 1747628 h 4835028"/>
              <a:gd name="connsiteX2128" fmla="*/ 1271368 w 4819079"/>
              <a:gd name="connsiteY2128" fmla="*/ 1749956 h 4835028"/>
              <a:gd name="connsiteX2129" fmla="*/ 1216733 w 4819079"/>
              <a:gd name="connsiteY2129" fmla="*/ 1800034 h 4835028"/>
              <a:gd name="connsiteX2130" fmla="*/ 1164327 w 4819079"/>
              <a:gd name="connsiteY2130" fmla="*/ 1747628 h 4835028"/>
              <a:gd name="connsiteX2131" fmla="*/ 1164327 w 4819079"/>
              <a:gd name="connsiteY2131" fmla="*/ 1728087 h 4835028"/>
              <a:gd name="connsiteX2132" fmla="*/ 1159819 w 4819079"/>
              <a:gd name="connsiteY2132" fmla="*/ 1731300 h 4835028"/>
              <a:gd name="connsiteX2133" fmla="*/ 1139263 w 4819079"/>
              <a:gd name="connsiteY2133" fmla="*/ 1736235 h 4835028"/>
              <a:gd name="connsiteX2134" fmla="*/ 1084578 w 4819079"/>
              <a:gd name="connsiteY2134" fmla="*/ 1681551 h 4835028"/>
              <a:gd name="connsiteX2135" fmla="*/ 1084628 w 4819079"/>
              <a:gd name="connsiteY2135" fmla="*/ 1679222 h 4835028"/>
              <a:gd name="connsiteX2136" fmla="*/ 1139263 w 4819079"/>
              <a:gd name="connsiteY2136" fmla="*/ 1629144 h 4835028"/>
              <a:gd name="connsiteX2137" fmla="*/ 640266 w 4819079"/>
              <a:gd name="connsiteY2137" fmla="*/ 1624588 h 4835028"/>
              <a:gd name="connsiteX2138" fmla="*/ 683558 w 4819079"/>
              <a:gd name="connsiteY2138" fmla="*/ 1667880 h 4835028"/>
              <a:gd name="connsiteX2139" fmla="*/ 644823 w 4819079"/>
              <a:gd name="connsiteY2139" fmla="*/ 1711172 h 4835028"/>
              <a:gd name="connsiteX2140" fmla="*/ 640024 w 4819079"/>
              <a:gd name="connsiteY2140" fmla="*/ 1711412 h 4835028"/>
              <a:gd name="connsiteX2141" fmla="*/ 596974 w 4819079"/>
              <a:gd name="connsiteY2141" fmla="*/ 1667880 h 4835028"/>
              <a:gd name="connsiteX2142" fmla="*/ 640266 w 4819079"/>
              <a:gd name="connsiteY2142" fmla="*/ 1624588 h 4835028"/>
              <a:gd name="connsiteX2143" fmla="*/ 795205 w 4819079"/>
              <a:gd name="connsiteY2143" fmla="*/ 1594967 h 4835028"/>
              <a:gd name="connsiteX2144" fmla="*/ 815712 w 4819079"/>
              <a:gd name="connsiteY2144" fmla="*/ 1608638 h 4835028"/>
              <a:gd name="connsiteX2145" fmla="*/ 795205 w 4819079"/>
              <a:gd name="connsiteY2145" fmla="*/ 1629145 h 4835028"/>
              <a:gd name="connsiteX2146" fmla="*/ 772420 w 4819079"/>
              <a:gd name="connsiteY2146" fmla="*/ 1617752 h 4835028"/>
              <a:gd name="connsiteX2147" fmla="*/ 795205 w 4819079"/>
              <a:gd name="connsiteY2147" fmla="*/ 1594967 h 4835028"/>
              <a:gd name="connsiteX2148" fmla="*/ 1294203 w 4819079"/>
              <a:gd name="connsiteY2148" fmla="*/ 1583574 h 4835028"/>
              <a:gd name="connsiteX2149" fmla="*/ 1342052 w 4819079"/>
              <a:gd name="connsiteY2149" fmla="*/ 1631423 h 4835028"/>
              <a:gd name="connsiteX2150" fmla="*/ 1294203 w 4819079"/>
              <a:gd name="connsiteY2150" fmla="*/ 1679272 h 4835028"/>
              <a:gd name="connsiteX2151" fmla="*/ 1246354 w 4819079"/>
              <a:gd name="connsiteY2151" fmla="*/ 1631423 h 4835028"/>
              <a:gd name="connsiteX2152" fmla="*/ 1294203 w 4819079"/>
              <a:gd name="connsiteY2152" fmla="*/ 1583574 h 4835028"/>
              <a:gd name="connsiteX2153" fmla="*/ 318994 w 4819079"/>
              <a:gd name="connsiteY2153" fmla="*/ 1569903 h 4835028"/>
              <a:gd name="connsiteX2154" fmla="*/ 346337 w 4819079"/>
              <a:gd name="connsiteY2154" fmla="*/ 1597245 h 4835028"/>
              <a:gd name="connsiteX2155" fmla="*/ 318994 w 4819079"/>
              <a:gd name="connsiteY2155" fmla="*/ 1624588 h 4835028"/>
              <a:gd name="connsiteX2156" fmla="*/ 291652 w 4819079"/>
              <a:gd name="connsiteY2156" fmla="*/ 1597245 h 4835028"/>
              <a:gd name="connsiteX2157" fmla="*/ 318994 w 4819079"/>
              <a:gd name="connsiteY2157" fmla="*/ 1569903 h 4835028"/>
              <a:gd name="connsiteX2158" fmla="*/ 1043565 w 4819079"/>
              <a:gd name="connsiteY2158" fmla="*/ 1563162 h 4835028"/>
              <a:gd name="connsiteX2159" fmla="*/ 1095924 w 4819079"/>
              <a:gd name="connsiteY2159" fmla="*/ 1620078 h 4835028"/>
              <a:gd name="connsiteX2160" fmla="*/ 1039008 w 4819079"/>
              <a:gd name="connsiteY2160" fmla="*/ 1672437 h 4835028"/>
              <a:gd name="connsiteX2161" fmla="*/ 986602 w 4819079"/>
              <a:gd name="connsiteY2161" fmla="*/ 1617752 h 4835028"/>
              <a:gd name="connsiteX2162" fmla="*/ 986650 w 4819079"/>
              <a:gd name="connsiteY2162" fmla="*/ 1615521 h 4835028"/>
              <a:gd name="connsiteX2163" fmla="*/ 1043565 w 4819079"/>
              <a:gd name="connsiteY2163" fmla="*/ 1563162 h 4835028"/>
              <a:gd name="connsiteX2164" fmla="*/ 553682 w 4819079"/>
              <a:gd name="connsiteY2164" fmla="*/ 1558510 h 4835028"/>
              <a:gd name="connsiteX2165" fmla="*/ 596974 w 4819079"/>
              <a:gd name="connsiteY2165" fmla="*/ 1601802 h 4835028"/>
              <a:gd name="connsiteX2166" fmla="*/ 553682 w 4819079"/>
              <a:gd name="connsiteY2166" fmla="*/ 1645094 h 4835028"/>
              <a:gd name="connsiteX2167" fmla="*/ 510390 w 4819079"/>
              <a:gd name="connsiteY2167" fmla="*/ 1601802 h 4835028"/>
              <a:gd name="connsiteX2168" fmla="*/ 553682 w 4819079"/>
              <a:gd name="connsiteY2168" fmla="*/ 1558510 h 4835028"/>
              <a:gd name="connsiteX2169" fmla="*/ 3682097 w 4819079"/>
              <a:gd name="connsiteY2169" fmla="*/ 1553953 h 4835028"/>
              <a:gd name="connsiteX2170" fmla="*/ 3702603 w 4819079"/>
              <a:gd name="connsiteY2170" fmla="*/ 1574460 h 4835028"/>
              <a:gd name="connsiteX2171" fmla="*/ 3682097 w 4819079"/>
              <a:gd name="connsiteY2171" fmla="*/ 1594967 h 4835028"/>
              <a:gd name="connsiteX2172" fmla="*/ 3661591 w 4819079"/>
              <a:gd name="connsiteY2172" fmla="*/ 1574460 h 4835028"/>
              <a:gd name="connsiteX2173" fmla="*/ 3682097 w 4819079"/>
              <a:gd name="connsiteY2173" fmla="*/ 1553953 h 4835028"/>
              <a:gd name="connsiteX2174" fmla="*/ 3809693 w 4819079"/>
              <a:gd name="connsiteY2174" fmla="*/ 1547118 h 4835028"/>
              <a:gd name="connsiteX2175" fmla="*/ 3823365 w 4819079"/>
              <a:gd name="connsiteY2175" fmla="*/ 1560789 h 4835028"/>
              <a:gd name="connsiteX2176" fmla="*/ 3809693 w 4819079"/>
              <a:gd name="connsiteY2176" fmla="*/ 1572182 h 4835028"/>
              <a:gd name="connsiteX2177" fmla="*/ 3809693 w 4819079"/>
              <a:gd name="connsiteY2177" fmla="*/ 1560789 h 4835028"/>
              <a:gd name="connsiteX2178" fmla="*/ 3809693 w 4819079"/>
              <a:gd name="connsiteY2178" fmla="*/ 1547118 h 4835028"/>
              <a:gd name="connsiteX2179" fmla="*/ 1205340 w 4819079"/>
              <a:gd name="connsiteY2179" fmla="*/ 1526611 h 4835028"/>
              <a:gd name="connsiteX2180" fmla="*/ 1246353 w 4819079"/>
              <a:gd name="connsiteY2180" fmla="*/ 1567625 h 4835028"/>
              <a:gd name="connsiteX2181" fmla="*/ 1205340 w 4819079"/>
              <a:gd name="connsiteY2181" fmla="*/ 1610917 h 4835028"/>
              <a:gd name="connsiteX2182" fmla="*/ 1162048 w 4819079"/>
              <a:gd name="connsiteY2182" fmla="*/ 1567625 h 4835028"/>
              <a:gd name="connsiteX2183" fmla="*/ 1162111 w 4819079"/>
              <a:gd name="connsiteY2183" fmla="*/ 1565283 h 4835028"/>
              <a:gd name="connsiteX2184" fmla="*/ 1205340 w 4819079"/>
              <a:gd name="connsiteY2184" fmla="*/ 1526611 h 4835028"/>
              <a:gd name="connsiteX2185" fmla="*/ 952424 w 4819079"/>
              <a:gd name="connsiteY2185" fmla="*/ 1519775 h 4835028"/>
              <a:gd name="connsiteX2186" fmla="*/ 988880 w 4819079"/>
              <a:gd name="connsiteY2186" fmla="*/ 1558510 h 4835028"/>
              <a:gd name="connsiteX2187" fmla="*/ 952424 w 4819079"/>
              <a:gd name="connsiteY2187" fmla="*/ 1594967 h 4835028"/>
              <a:gd name="connsiteX2188" fmla="*/ 942652 w 4819079"/>
              <a:gd name="connsiteY2188" fmla="*/ 1594967 h 4835028"/>
              <a:gd name="connsiteX2189" fmla="*/ 911410 w 4819079"/>
              <a:gd name="connsiteY2189" fmla="*/ 1553953 h 4835028"/>
              <a:gd name="connsiteX2190" fmla="*/ 952424 w 4819079"/>
              <a:gd name="connsiteY2190" fmla="*/ 1519775 h 4835028"/>
              <a:gd name="connsiteX2191" fmla="*/ 863562 w 4819079"/>
              <a:gd name="connsiteY2191" fmla="*/ 1519775 h 4835028"/>
              <a:gd name="connsiteX2192" fmla="*/ 863562 w 4819079"/>
              <a:gd name="connsiteY2192" fmla="*/ 1519775 h 4835028"/>
              <a:gd name="connsiteX2193" fmla="*/ 863561 w 4819079"/>
              <a:gd name="connsiteY2193" fmla="*/ 1519775 h 4835028"/>
              <a:gd name="connsiteX2194" fmla="*/ 706407 w 4819079"/>
              <a:gd name="connsiteY2194" fmla="*/ 1510598 h 4835028"/>
              <a:gd name="connsiteX2195" fmla="*/ 747357 w 4819079"/>
              <a:gd name="connsiteY2195" fmla="*/ 1551675 h 4835028"/>
              <a:gd name="connsiteX2196" fmla="*/ 747357 w 4819079"/>
              <a:gd name="connsiteY2196" fmla="*/ 1556366 h 4835028"/>
              <a:gd name="connsiteX2197" fmla="*/ 704065 w 4819079"/>
              <a:gd name="connsiteY2197" fmla="*/ 1594967 h 4835028"/>
              <a:gd name="connsiteX2198" fmla="*/ 701723 w 4819079"/>
              <a:gd name="connsiteY2198" fmla="*/ 1594903 h 4835028"/>
              <a:gd name="connsiteX2199" fmla="*/ 663051 w 4819079"/>
              <a:gd name="connsiteY2199" fmla="*/ 1551675 h 4835028"/>
              <a:gd name="connsiteX2200" fmla="*/ 704065 w 4819079"/>
              <a:gd name="connsiteY2200" fmla="*/ 1510661 h 4835028"/>
              <a:gd name="connsiteX2201" fmla="*/ 706407 w 4819079"/>
              <a:gd name="connsiteY2201" fmla="*/ 1510598 h 4835028"/>
              <a:gd name="connsiteX2202" fmla="*/ 1378508 w 4819079"/>
              <a:gd name="connsiteY2202" fmla="*/ 1492433 h 4835028"/>
              <a:gd name="connsiteX2203" fmla="*/ 1410408 w 4819079"/>
              <a:gd name="connsiteY2203" fmla="*/ 1524332 h 4835028"/>
              <a:gd name="connsiteX2204" fmla="*/ 1378508 w 4819079"/>
              <a:gd name="connsiteY2204" fmla="*/ 1556232 h 4835028"/>
              <a:gd name="connsiteX2205" fmla="*/ 1346609 w 4819079"/>
              <a:gd name="connsiteY2205" fmla="*/ 1524332 h 4835028"/>
              <a:gd name="connsiteX2206" fmla="*/ 1378508 w 4819079"/>
              <a:gd name="connsiteY2206" fmla="*/ 1492433 h 4835028"/>
              <a:gd name="connsiteX2207" fmla="*/ 455705 w 4819079"/>
              <a:gd name="connsiteY2207" fmla="*/ 1492433 h 4835028"/>
              <a:gd name="connsiteX2208" fmla="*/ 498997 w 4819079"/>
              <a:gd name="connsiteY2208" fmla="*/ 1535725 h 4835028"/>
              <a:gd name="connsiteX2209" fmla="*/ 455705 w 4819079"/>
              <a:gd name="connsiteY2209" fmla="*/ 1579017 h 4835028"/>
              <a:gd name="connsiteX2210" fmla="*/ 451014 w 4819079"/>
              <a:gd name="connsiteY2210" fmla="*/ 1579017 h 4835028"/>
              <a:gd name="connsiteX2211" fmla="*/ 412413 w 4819079"/>
              <a:gd name="connsiteY2211" fmla="*/ 1535725 h 4835028"/>
              <a:gd name="connsiteX2212" fmla="*/ 455705 w 4819079"/>
              <a:gd name="connsiteY2212" fmla="*/ 1492433 h 4835028"/>
              <a:gd name="connsiteX2213" fmla="*/ 1116477 w 4819079"/>
              <a:gd name="connsiteY2213" fmla="*/ 1458255 h 4835028"/>
              <a:gd name="connsiteX2214" fmla="*/ 1162048 w 4819079"/>
              <a:gd name="connsiteY2214" fmla="*/ 1503825 h 4835028"/>
              <a:gd name="connsiteX2215" fmla="*/ 1116477 w 4819079"/>
              <a:gd name="connsiteY2215" fmla="*/ 1549396 h 4835028"/>
              <a:gd name="connsiteX2216" fmla="*/ 1070907 w 4819079"/>
              <a:gd name="connsiteY2216" fmla="*/ 1503825 h 4835028"/>
              <a:gd name="connsiteX2217" fmla="*/ 1116477 w 4819079"/>
              <a:gd name="connsiteY2217" fmla="*/ 1458255 h 4835028"/>
              <a:gd name="connsiteX2218" fmla="*/ 863561 w 4819079"/>
              <a:gd name="connsiteY2218" fmla="*/ 1458255 h 4835028"/>
              <a:gd name="connsiteX2219" fmla="*/ 893182 w 4819079"/>
              <a:gd name="connsiteY2219" fmla="*/ 1487876 h 4835028"/>
              <a:gd name="connsiteX2220" fmla="*/ 893270 w 4819079"/>
              <a:gd name="connsiteY2220" fmla="*/ 1490243 h 4835028"/>
              <a:gd name="connsiteX2221" fmla="*/ 884532 w 4819079"/>
              <a:gd name="connsiteY2221" fmla="*/ 1511162 h 4835028"/>
              <a:gd name="connsiteX2222" fmla="*/ 863562 w 4819079"/>
              <a:gd name="connsiteY2222" fmla="*/ 1519775 h 4835028"/>
              <a:gd name="connsiteX2223" fmla="*/ 841005 w 4819079"/>
              <a:gd name="connsiteY2223" fmla="*/ 1510432 h 4835028"/>
              <a:gd name="connsiteX2224" fmla="*/ 831662 w 4819079"/>
              <a:gd name="connsiteY2224" fmla="*/ 1487876 h 4835028"/>
              <a:gd name="connsiteX2225" fmla="*/ 831750 w 4819079"/>
              <a:gd name="connsiteY2225" fmla="*/ 1485510 h 4835028"/>
              <a:gd name="connsiteX2226" fmla="*/ 863561 w 4819079"/>
              <a:gd name="connsiteY2226" fmla="*/ 1458255 h 4835028"/>
              <a:gd name="connsiteX2227" fmla="*/ 615202 w 4819079"/>
              <a:gd name="connsiteY2227" fmla="*/ 1451438 h 4835028"/>
              <a:gd name="connsiteX2228" fmla="*/ 642545 w 4819079"/>
              <a:gd name="connsiteY2228" fmla="*/ 1478762 h 4835028"/>
              <a:gd name="connsiteX2229" fmla="*/ 615202 w 4819079"/>
              <a:gd name="connsiteY2229" fmla="*/ 1506105 h 4835028"/>
              <a:gd name="connsiteX2230" fmla="*/ 587860 w 4819079"/>
              <a:gd name="connsiteY2230" fmla="*/ 1478762 h 4835028"/>
              <a:gd name="connsiteX2231" fmla="*/ 615202 w 4819079"/>
              <a:gd name="connsiteY2231" fmla="*/ 1451438 h 4835028"/>
              <a:gd name="connsiteX2232" fmla="*/ 3859823 w 4819079"/>
              <a:gd name="connsiteY2232" fmla="*/ 1437769 h 4835028"/>
              <a:gd name="connsiteX2233" fmla="*/ 3859823 w 4819079"/>
              <a:gd name="connsiteY2233" fmla="*/ 1451440 h 4835028"/>
              <a:gd name="connsiteX2234" fmla="*/ 3846151 w 4819079"/>
              <a:gd name="connsiteY2234" fmla="*/ 1451440 h 4835028"/>
              <a:gd name="connsiteX2235" fmla="*/ 3859823 w 4819079"/>
              <a:gd name="connsiteY2235" fmla="*/ 1437769 h 4835028"/>
              <a:gd name="connsiteX2236" fmla="*/ 3729947 w 4819079"/>
              <a:gd name="connsiteY2236" fmla="*/ 1430933 h 4835028"/>
              <a:gd name="connsiteX2237" fmla="*/ 3748175 w 4819079"/>
              <a:gd name="connsiteY2237" fmla="*/ 1449161 h 4835028"/>
              <a:gd name="connsiteX2238" fmla="*/ 3729947 w 4819079"/>
              <a:gd name="connsiteY2238" fmla="*/ 1467369 h 4835028"/>
              <a:gd name="connsiteX2239" fmla="*/ 3711719 w 4819079"/>
              <a:gd name="connsiteY2239" fmla="*/ 1449161 h 4835028"/>
              <a:gd name="connsiteX2240" fmla="*/ 3711719 w 4819079"/>
              <a:gd name="connsiteY2240" fmla="*/ 1444219 h 4835028"/>
              <a:gd name="connsiteX2241" fmla="*/ 3729947 w 4819079"/>
              <a:gd name="connsiteY2241" fmla="*/ 1430933 h 4835028"/>
              <a:gd name="connsiteX2242" fmla="*/ 1289645 w 4819079"/>
              <a:gd name="connsiteY2242" fmla="*/ 1412705 h 4835028"/>
              <a:gd name="connsiteX2243" fmla="*/ 1337494 w 4819079"/>
              <a:gd name="connsiteY2243" fmla="*/ 1460534 h 4835028"/>
              <a:gd name="connsiteX2244" fmla="*/ 1289645 w 4819079"/>
              <a:gd name="connsiteY2244" fmla="*/ 1508383 h 4835028"/>
              <a:gd name="connsiteX2245" fmla="*/ 1241796 w 4819079"/>
              <a:gd name="connsiteY2245" fmla="*/ 1460534 h 4835028"/>
              <a:gd name="connsiteX2246" fmla="*/ 1289645 w 4819079"/>
              <a:gd name="connsiteY2246" fmla="*/ 1412705 h 4835028"/>
              <a:gd name="connsiteX2247" fmla="*/ 1476589 w 4819079"/>
              <a:gd name="connsiteY2247" fmla="*/ 1401209 h 4835028"/>
              <a:gd name="connsiteX2248" fmla="*/ 1501548 w 4819079"/>
              <a:gd name="connsiteY2248" fmla="*/ 1426377 h 4835028"/>
              <a:gd name="connsiteX2249" fmla="*/ 1474206 w 4819079"/>
              <a:gd name="connsiteY2249" fmla="*/ 1453698 h 4835028"/>
              <a:gd name="connsiteX2250" fmla="*/ 1449142 w 4819079"/>
              <a:gd name="connsiteY2250" fmla="*/ 1426377 h 4835028"/>
              <a:gd name="connsiteX2251" fmla="*/ 1474206 w 4819079"/>
              <a:gd name="connsiteY2251" fmla="*/ 1401313 h 4835028"/>
              <a:gd name="connsiteX2252" fmla="*/ 1476589 w 4819079"/>
              <a:gd name="connsiteY2252" fmla="*/ 1401209 h 4835028"/>
              <a:gd name="connsiteX2253" fmla="*/ 3208035 w 4819079"/>
              <a:gd name="connsiteY2253" fmla="*/ 1393182 h 4835028"/>
              <a:gd name="connsiteX2254" fmla="*/ 3218461 w 4819079"/>
              <a:gd name="connsiteY2254" fmla="*/ 1399529 h 4835028"/>
              <a:gd name="connsiteX2255" fmla="*/ 3214999 w 4819079"/>
              <a:gd name="connsiteY2255" fmla="*/ 1421820 h 4835028"/>
              <a:gd name="connsiteX2256" fmla="*/ 3202511 w 4819079"/>
              <a:gd name="connsiteY2256" fmla="*/ 1424594 h 4835028"/>
              <a:gd name="connsiteX2257" fmla="*/ 3189935 w 4819079"/>
              <a:gd name="connsiteY2257" fmla="*/ 1405868 h 4835028"/>
              <a:gd name="connsiteX2258" fmla="*/ 3196173 w 4819079"/>
              <a:gd name="connsiteY2258" fmla="*/ 1396068 h 4835028"/>
              <a:gd name="connsiteX2259" fmla="*/ 3208035 w 4819079"/>
              <a:gd name="connsiteY2259" fmla="*/ 1393182 h 4835028"/>
              <a:gd name="connsiteX2260" fmla="*/ 526340 w 4819079"/>
              <a:gd name="connsiteY2260" fmla="*/ 1389912 h 4835028"/>
              <a:gd name="connsiteX2261" fmla="*/ 551404 w 4819079"/>
              <a:gd name="connsiteY2261" fmla="*/ 1414976 h 4835028"/>
              <a:gd name="connsiteX2262" fmla="*/ 551290 w 4819079"/>
              <a:gd name="connsiteY2262" fmla="*/ 1417369 h 4835028"/>
              <a:gd name="connsiteX2263" fmla="*/ 526340 w 4819079"/>
              <a:gd name="connsiteY2263" fmla="*/ 1437760 h 4835028"/>
              <a:gd name="connsiteX2264" fmla="*/ 523947 w 4819079"/>
              <a:gd name="connsiteY2264" fmla="*/ 1437874 h 4835028"/>
              <a:gd name="connsiteX2265" fmla="*/ 501276 w 4819079"/>
              <a:gd name="connsiteY2265" fmla="*/ 1414976 h 4835028"/>
              <a:gd name="connsiteX2266" fmla="*/ 526340 w 4819079"/>
              <a:gd name="connsiteY2266" fmla="*/ 1389912 h 4835028"/>
              <a:gd name="connsiteX2267" fmla="*/ 1032085 w 4819079"/>
              <a:gd name="connsiteY2267" fmla="*/ 1380895 h 4835028"/>
              <a:gd name="connsiteX2268" fmla="*/ 1086769 w 4819079"/>
              <a:gd name="connsiteY2268" fmla="*/ 1440050 h 4835028"/>
              <a:gd name="connsiteX2269" fmla="*/ 1027615 w 4819079"/>
              <a:gd name="connsiteY2269" fmla="*/ 1494712 h 4835028"/>
              <a:gd name="connsiteX2270" fmla="*/ 972931 w 4819079"/>
              <a:gd name="connsiteY2270" fmla="*/ 1440050 h 4835028"/>
              <a:gd name="connsiteX2271" fmla="*/ 972931 w 4819079"/>
              <a:gd name="connsiteY2271" fmla="*/ 1435578 h 4835028"/>
              <a:gd name="connsiteX2272" fmla="*/ 1032085 w 4819079"/>
              <a:gd name="connsiteY2272" fmla="*/ 1380895 h 4835028"/>
              <a:gd name="connsiteX2273" fmla="*/ 774699 w 4819079"/>
              <a:gd name="connsiteY2273" fmla="*/ 1380805 h 4835028"/>
              <a:gd name="connsiteX2274" fmla="*/ 817991 w 4819079"/>
              <a:gd name="connsiteY2274" fmla="*/ 1424095 h 4835028"/>
              <a:gd name="connsiteX2275" fmla="*/ 774699 w 4819079"/>
              <a:gd name="connsiteY2275" fmla="*/ 1467369 h 4835028"/>
              <a:gd name="connsiteX2276" fmla="*/ 731407 w 4819079"/>
              <a:gd name="connsiteY2276" fmla="*/ 1424095 h 4835028"/>
              <a:gd name="connsiteX2277" fmla="*/ 774699 w 4819079"/>
              <a:gd name="connsiteY2277" fmla="*/ 1380805 h 4835028"/>
              <a:gd name="connsiteX2278" fmla="*/ 938753 w 4819079"/>
              <a:gd name="connsiteY2278" fmla="*/ 1367135 h 4835028"/>
              <a:gd name="connsiteX2279" fmla="*/ 938753 w 4819079"/>
              <a:gd name="connsiteY2279" fmla="*/ 1367135 h 4835028"/>
              <a:gd name="connsiteX2280" fmla="*/ 952424 w 4819079"/>
              <a:gd name="connsiteY2280" fmla="*/ 1367135 h 4835028"/>
              <a:gd name="connsiteX2281" fmla="*/ 954200 w 4819079"/>
              <a:gd name="connsiteY2281" fmla="*/ 1376013 h 4835028"/>
              <a:gd name="connsiteX2282" fmla="*/ 938753 w 4819079"/>
              <a:gd name="connsiteY2282" fmla="*/ 1387640 h 4835028"/>
              <a:gd name="connsiteX2283" fmla="*/ 937542 w 4819079"/>
              <a:gd name="connsiteY2283" fmla="*/ 1386430 h 4835028"/>
              <a:gd name="connsiteX2284" fmla="*/ 938753 w 4819079"/>
              <a:gd name="connsiteY2284" fmla="*/ 1367135 h 4835028"/>
              <a:gd name="connsiteX2285" fmla="*/ 3360825 w 4819079"/>
              <a:gd name="connsiteY2285" fmla="*/ 1364856 h 4835028"/>
              <a:gd name="connsiteX2286" fmla="*/ 3376775 w 4819079"/>
              <a:gd name="connsiteY2286" fmla="*/ 1380806 h 4835028"/>
              <a:gd name="connsiteX2287" fmla="*/ 3360825 w 4819079"/>
              <a:gd name="connsiteY2287" fmla="*/ 1396755 h 4835028"/>
              <a:gd name="connsiteX2288" fmla="*/ 3344875 w 4819079"/>
              <a:gd name="connsiteY2288" fmla="*/ 1380806 h 4835028"/>
              <a:gd name="connsiteX2289" fmla="*/ 3360825 w 4819079"/>
              <a:gd name="connsiteY2289" fmla="*/ 1364856 h 4835028"/>
              <a:gd name="connsiteX2290" fmla="*/ 3502093 w 4819079"/>
              <a:gd name="connsiteY2290" fmla="*/ 1355743 h 4835028"/>
              <a:gd name="connsiteX2291" fmla="*/ 3506651 w 4819079"/>
              <a:gd name="connsiteY2291" fmla="*/ 1360300 h 4835028"/>
              <a:gd name="connsiteX2292" fmla="*/ 3502093 w 4819079"/>
              <a:gd name="connsiteY2292" fmla="*/ 1364856 h 4835028"/>
              <a:gd name="connsiteX2293" fmla="*/ 3497535 w 4819079"/>
              <a:gd name="connsiteY2293" fmla="*/ 1360300 h 4835028"/>
              <a:gd name="connsiteX2294" fmla="*/ 3502093 w 4819079"/>
              <a:gd name="connsiteY2294" fmla="*/ 1355743 h 4835028"/>
              <a:gd name="connsiteX2295" fmla="*/ 683558 w 4819079"/>
              <a:gd name="connsiteY2295" fmla="*/ 1317005 h 4835028"/>
              <a:gd name="connsiteX2296" fmla="*/ 726850 w 4819079"/>
              <a:gd name="connsiteY2296" fmla="*/ 1360298 h 4835028"/>
              <a:gd name="connsiteX2297" fmla="*/ 683558 w 4819079"/>
              <a:gd name="connsiteY2297" fmla="*/ 1403589 h 4835028"/>
              <a:gd name="connsiteX2298" fmla="*/ 640266 w 4819079"/>
              <a:gd name="connsiteY2298" fmla="*/ 1360298 h 4835028"/>
              <a:gd name="connsiteX2299" fmla="*/ 683558 w 4819079"/>
              <a:gd name="connsiteY2299" fmla="*/ 1317005 h 4835028"/>
              <a:gd name="connsiteX2300" fmla="*/ 437477 w 4819079"/>
              <a:gd name="connsiteY2300" fmla="*/ 1316993 h 4835028"/>
              <a:gd name="connsiteX2301" fmla="*/ 462541 w 4819079"/>
              <a:gd name="connsiteY2301" fmla="*/ 1342057 h 4835028"/>
              <a:gd name="connsiteX2302" fmla="*/ 437477 w 4819079"/>
              <a:gd name="connsiteY2302" fmla="*/ 1367122 h 4835028"/>
              <a:gd name="connsiteX2303" fmla="*/ 412413 w 4819079"/>
              <a:gd name="connsiteY2303" fmla="*/ 1342057 h 4835028"/>
              <a:gd name="connsiteX2304" fmla="*/ 437477 w 4819079"/>
              <a:gd name="connsiteY2304" fmla="*/ 1316993 h 4835028"/>
              <a:gd name="connsiteX2305" fmla="*/ 1385343 w 4819079"/>
              <a:gd name="connsiteY2305" fmla="*/ 1314728 h 4835028"/>
              <a:gd name="connsiteX2306" fmla="*/ 1437749 w 4819079"/>
              <a:gd name="connsiteY2306" fmla="*/ 1367135 h 4835028"/>
              <a:gd name="connsiteX2307" fmla="*/ 1385343 w 4819079"/>
              <a:gd name="connsiteY2307" fmla="*/ 1412705 h 4835028"/>
              <a:gd name="connsiteX2308" fmla="*/ 1332937 w 4819079"/>
              <a:gd name="connsiteY2308" fmla="*/ 1367135 h 4835028"/>
              <a:gd name="connsiteX2309" fmla="*/ 1385343 w 4819079"/>
              <a:gd name="connsiteY2309" fmla="*/ 1314728 h 4835028"/>
              <a:gd name="connsiteX2310" fmla="*/ 1579018 w 4819079"/>
              <a:gd name="connsiteY2310" fmla="*/ 1294221 h 4835028"/>
              <a:gd name="connsiteX2311" fmla="*/ 1624588 w 4819079"/>
              <a:gd name="connsiteY2311" fmla="*/ 1337515 h 4835028"/>
              <a:gd name="connsiteX2312" fmla="*/ 1624528 w 4819079"/>
              <a:gd name="connsiteY2312" fmla="*/ 1339851 h 4835028"/>
              <a:gd name="connsiteX2313" fmla="*/ 1579018 w 4819079"/>
              <a:gd name="connsiteY2313" fmla="*/ 1380806 h 4835028"/>
              <a:gd name="connsiteX2314" fmla="*/ 1535726 w 4819079"/>
              <a:gd name="connsiteY2314" fmla="*/ 1337515 h 4835028"/>
              <a:gd name="connsiteX2315" fmla="*/ 1579018 w 4819079"/>
              <a:gd name="connsiteY2315" fmla="*/ 1294221 h 4835028"/>
              <a:gd name="connsiteX2316" fmla="*/ 3251455 w 4819079"/>
              <a:gd name="connsiteY2316" fmla="*/ 1280550 h 4835028"/>
              <a:gd name="connsiteX2317" fmla="*/ 3267405 w 4819079"/>
              <a:gd name="connsiteY2317" fmla="*/ 1296500 h 4835028"/>
              <a:gd name="connsiteX2318" fmla="*/ 3267567 w 4819079"/>
              <a:gd name="connsiteY2318" fmla="*/ 1298943 h 4835028"/>
              <a:gd name="connsiteX2319" fmla="*/ 3251455 w 4819079"/>
              <a:gd name="connsiteY2319" fmla="*/ 1314729 h 4835028"/>
              <a:gd name="connsiteX2320" fmla="*/ 3249011 w 4819079"/>
              <a:gd name="connsiteY2320" fmla="*/ 1314566 h 4835028"/>
              <a:gd name="connsiteX2321" fmla="*/ 3235507 w 4819079"/>
              <a:gd name="connsiteY2321" fmla="*/ 1296500 h 4835028"/>
              <a:gd name="connsiteX2322" fmla="*/ 3251455 w 4819079"/>
              <a:gd name="connsiteY2322" fmla="*/ 1280550 h 4835028"/>
              <a:gd name="connsiteX2323" fmla="*/ 1114249 w 4819079"/>
              <a:gd name="connsiteY2323" fmla="*/ 1278223 h 4835028"/>
              <a:gd name="connsiteX2324" fmla="*/ 1166605 w 4819079"/>
              <a:gd name="connsiteY2324" fmla="*/ 1330679 h 4835028"/>
              <a:gd name="connsiteX2325" fmla="*/ 1162663 w 4819079"/>
              <a:gd name="connsiteY2325" fmla="*/ 1350204 h 4835028"/>
              <a:gd name="connsiteX2326" fmla="*/ 1179979 w 4819079"/>
              <a:gd name="connsiteY2326" fmla="*/ 1342541 h 4835028"/>
              <a:gd name="connsiteX2327" fmla="*/ 1200784 w 4819079"/>
              <a:gd name="connsiteY2327" fmla="*/ 1342070 h 4835028"/>
              <a:gd name="connsiteX2328" fmla="*/ 1255468 w 4819079"/>
              <a:gd name="connsiteY2328" fmla="*/ 1396755 h 4835028"/>
              <a:gd name="connsiteX2329" fmla="*/ 1255419 w 4819079"/>
              <a:gd name="connsiteY2329" fmla="*/ 1399083 h 4835028"/>
              <a:gd name="connsiteX2330" fmla="*/ 1200783 w 4819079"/>
              <a:gd name="connsiteY2330" fmla="*/ 1449161 h 4835028"/>
              <a:gd name="connsiteX2331" fmla="*/ 1200784 w 4819079"/>
              <a:gd name="connsiteY2331" fmla="*/ 1449161 h 4835028"/>
              <a:gd name="connsiteX2332" fmla="*/ 1190864 w 4819079"/>
              <a:gd name="connsiteY2332" fmla="*/ 1449955 h 4835028"/>
              <a:gd name="connsiteX2333" fmla="*/ 1139263 w 4819079"/>
              <a:gd name="connsiteY2333" fmla="*/ 1396755 h 4835028"/>
              <a:gd name="connsiteX2334" fmla="*/ 1139987 w 4819079"/>
              <a:gd name="connsiteY2334" fmla="*/ 1384458 h 4835028"/>
              <a:gd name="connsiteX2335" fmla="*/ 1144267 w 4819079"/>
              <a:gd name="connsiteY2335" fmla="*/ 1373607 h 4835028"/>
              <a:gd name="connsiteX2336" fmla="*/ 1133206 w 4819079"/>
              <a:gd name="connsiteY2336" fmla="*/ 1381063 h 4835028"/>
              <a:gd name="connsiteX2337" fmla="*/ 1111921 w 4819079"/>
              <a:gd name="connsiteY2337" fmla="*/ 1385362 h 4835028"/>
              <a:gd name="connsiteX2338" fmla="*/ 1109592 w 4819079"/>
              <a:gd name="connsiteY2338" fmla="*/ 1385314 h 4835028"/>
              <a:gd name="connsiteX2339" fmla="*/ 1059514 w 4819079"/>
              <a:gd name="connsiteY2339" fmla="*/ 1330679 h 4835028"/>
              <a:gd name="connsiteX2340" fmla="*/ 1111921 w 4819079"/>
              <a:gd name="connsiteY2340" fmla="*/ 1278273 h 4835028"/>
              <a:gd name="connsiteX2341" fmla="*/ 1114249 w 4819079"/>
              <a:gd name="connsiteY2341" fmla="*/ 1278223 h 4835028"/>
              <a:gd name="connsiteX2342" fmla="*/ 852236 w 4819079"/>
              <a:gd name="connsiteY2342" fmla="*/ 1271369 h 4835028"/>
              <a:gd name="connsiteX2343" fmla="*/ 890903 w 4819079"/>
              <a:gd name="connsiteY2343" fmla="*/ 1310171 h 4835028"/>
              <a:gd name="connsiteX2344" fmla="*/ 849890 w 4819079"/>
              <a:gd name="connsiteY2344" fmla="*/ 1351183 h 4835028"/>
              <a:gd name="connsiteX2345" fmla="*/ 811155 w 4819079"/>
              <a:gd name="connsiteY2345" fmla="*/ 1310171 h 4835028"/>
              <a:gd name="connsiteX2346" fmla="*/ 849890 w 4819079"/>
              <a:gd name="connsiteY2346" fmla="*/ 1271436 h 4835028"/>
              <a:gd name="connsiteX2347" fmla="*/ 852236 w 4819079"/>
              <a:gd name="connsiteY2347" fmla="*/ 1271369 h 4835028"/>
              <a:gd name="connsiteX2348" fmla="*/ 2978033 w 4819079"/>
              <a:gd name="connsiteY2348" fmla="*/ 1255486 h 4835028"/>
              <a:gd name="connsiteX2349" fmla="*/ 2991703 w 4819079"/>
              <a:gd name="connsiteY2349" fmla="*/ 1269159 h 4835028"/>
              <a:gd name="connsiteX2350" fmla="*/ 2978033 w 4819079"/>
              <a:gd name="connsiteY2350" fmla="*/ 1282831 h 4835028"/>
              <a:gd name="connsiteX2351" fmla="*/ 2964361 w 4819079"/>
              <a:gd name="connsiteY2351" fmla="*/ 1269159 h 4835028"/>
              <a:gd name="connsiteX2352" fmla="*/ 2964361 w 4819079"/>
              <a:gd name="connsiteY2352" fmla="*/ 1264012 h 4835028"/>
              <a:gd name="connsiteX2353" fmla="*/ 2978033 w 4819079"/>
              <a:gd name="connsiteY2353" fmla="*/ 1255486 h 4835028"/>
              <a:gd name="connsiteX2354" fmla="*/ 3399559 w 4819079"/>
              <a:gd name="connsiteY2354" fmla="*/ 1253206 h 4835028"/>
              <a:gd name="connsiteX2355" fmla="*/ 3417787 w 4819079"/>
              <a:gd name="connsiteY2355" fmla="*/ 1271437 h 4835028"/>
              <a:gd name="connsiteX2356" fmla="*/ 3417751 w 4819079"/>
              <a:gd name="connsiteY2356" fmla="*/ 1271719 h 4835028"/>
              <a:gd name="connsiteX2357" fmla="*/ 3397281 w 4819079"/>
              <a:gd name="connsiteY2357" fmla="*/ 1287387 h 4835028"/>
              <a:gd name="connsiteX2358" fmla="*/ 3383611 w 4819079"/>
              <a:gd name="connsiteY2358" fmla="*/ 1271437 h 4835028"/>
              <a:gd name="connsiteX2359" fmla="*/ 3399559 w 4819079"/>
              <a:gd name="connsiteY2359" fmla="*/ 1253206 h 4835028"/>
              <a:gd name="connsiteX2360" fmla="*/ 596974 w 4819079"/>
              <a:gd name="connsiteY2360" fmla="*/ 1253201 h 4835028"/>
              <a:gd name="connsiteX2361" fmla="*/ 599316 w 4819079"/>
              <a:gd name="connsiteY2361" fmla="*/ 1253264 h 4835028"/>
              <a:gd name="connsiteX2362" fmla="*/ 637987 w 4819079"/>
              <a:gd name="connsiteY2362" fmla="*/ 1296493 h 4835028"/>
              <a:gd name="connsiteX2363" fmla="*/ 596974 w 4819079"/>
              <a:gd name="connsiteY2363" fmla="*/ 1337506 h 4835028"/>
              <a:gd name="connsiteX2364" fmla="*/ 577241 w 4819079"/>
              <a:gd name="connsiteY2364" fmla="*/ 1337506 h 4835028"/>
              <a:gd name="connsiteX2365" fmla="*/ 544955 w 4819079"/>
              <a:gd name="connsiteY2365" fmla="*/ 1285487 h 4835028"/>
              <a:gd name="connsiteX2366" fmla="*/ 596974 w 4819079"/>
              <a:gd name="connsiteY2366" fmla="*/ 1253201 h 4835028"/>
              <a:gd name="connsiteX2367" fmla="*/ 3540827 w 4819079"/>
              <a:gd name="connsiteY2367" fmla="*/ 1246371 h 4835028"/>
              <a:gd name="connsiteX2368" fmla="*/ 3543107 w 4819079"/>
              <a:gd name="connsiteY2368" fmla="*/ 1248651 h 4835028"/>
              <a:gd name="connsiteX2369" fmla="*/ 3540827 w 4819079"/>
              <a:gd name="connsiteY2369" fmla="*/ 1250930 h 4835028"/>
              <a:gd name="connsiteX2370" fmla="*/ 3540827 w 4819079"/>
              <a:gd name="connsiteY2370" fmla="*/ 1248651 h 4835028"/>
              <a:gd name="connsiteX2371" fmla="*/ 1023058 w 4819079"/>
              <a:gd name="connsiteY2371" fmla="*/ 1246371 h 4835028"/>
              <a:gd name="connsiteX2372" fmla="*/ 1043565 w 4819079"/>
              <a:gd name="connsiteY2372" fmla="*/ 1266879 h 4835028"/>
              <a:gd name="connsiteX2373" fmla="*/ 1023058 w 4819079"/>
              <a:gd name="connsiteY2373" fmla="*/ 1287387 h 4835028"/>
              <a:gd name="connsiteX2374" fmla="*/ 1002551 w 4819079"/>
              <a:gd name="connsiteY2374" fmla="*/ 1266879 h 4835028"/>
              <a:gd name="connsiteX2375" fmla="*/ 1023058 w 4819079"/>
              <a:gd name="connsiteY2375" fmla="*/ 1246371 h 4835028"/>
              <a:gd name="connsiteX2376" fmla="*/ 1296481 w 4819079"/>
              <a:gd name="connsiteY2376" fmla="*/ 1241816 h 4835028"/>
              <a:gd name="connsiteX2377" fmla="*/ 1351165 w 4819079"/>
              <a:gd name="connsiteY2377" fmla="*/ 1296500 h 4835028"/>
              <a:gd name="connsiteX2378" fmla="*/ 1296481 w 4819079"/>
              <a:gd name="connsiteY2378" fmla="*/ 1351184 h 4835028"/>
              <a:gd name="connsiteX2379" fmla="*/ 1241796 w 4819079"/>
              <a:gd name="connsiteY2379" fmla="*/ 1296500 h 4835028"/>
              <a:gd name="connsiteX2380" fmla="*/ 1296481 w 4819079"/>
              <a:gd name="connsiteY2380" fmla="*/ 1241816 h 4835028"/>
              <a:gd name="connsiteX2381" fmla="*/ 505833 w 4819079"/>
              <a:gd name="connsiteY2381" fmla="*/ 1230409 h 4835028"/>
              <a:gd name="connsiteX2382" fmla="*/ 508112 w 4819079"/>
              <a:gd name="connsiteY2382" fmla="*/ 1230409 h 4835028"/>
              <a:gd name="connsiteX2383" fmla="*/ 510390 w 4819079"/>
              <a:gd name="connsiteY2383" fmla="*/ 1230409 h 4835028"/>
              <a:gd name="connsiteX2384" fmla="*/ 508112 w 4819079"/>
              <a:gd name="connsiteY2384" fmla="*/ 1232688 h 4835028"/>
              <a:gd name="connsiteX2385" fmla="*/ 1692944 w 4819079"/>
              <a:gd name="connsiteY2385" fmla="*/ 1225866 h 4835028"/>
              <a:gd name="connsiteX2386" fmla="*/ 1727122 w 4819079"/>
              <a:gd name="connsiteY2386" fmla="*/ 1260044 h 4835028"/>
              <a:gd name="connsiteX2387" fmla="*/ 1692944 w 4819079"/>
              <a:gd name="connsiteY2387" fmla="*/ 1294222 h 4835028"/>
              <a:gd name="connsiteX2388" fmla="*/ 1658766 w 4819079"/>
              <a:gd name="connsiteY2388" fmla="*/ 1260044 h 4835028"/>
              <a:gd name="connsiteX2389" fmla="*/ 1692944 w 4819079"/>
              <a:gd name="connsiteY2389" fmla="*/ 1225866 h 4835028"/>
              <a:gd name="connsiteX2390" fmla="*/ 1487877 w 4819079"/>
              <a:gd name="connsiteY2390" fmla="*/ 1223587 h 4835028"/>
              <a:gd name="connsiteX2391" fmla="*/ 1535726 w 4819079"/>
              <a:gd name="connsiteY2391" fmla="*/ 1271437 h 4835028"/>
              <a:gd name="connsiteX2392" fmla="*/ 1487877 w 4819079"/>
              <a:gd name="connsiteY2392" fmla="*/ 1319284 h 4835028"/>
              <a:gd name="connsiteX2393" fmla="*/ 1440028 w 4819079"/>
              <a:gd name="connsiteY2393" fmla="*/ 1271437 h 4835028"/>
              <a:gd name="connsiteX2394" fmla="*/ 1487877 w 4819079"/>
              <a:gd name="connsiteY2394" fmla="*/ 1223587 h 4835028"/>
              <a:gd name="connsiteX2395" fmla="*/ 3679819 w 4819079"/>
              <a:gd name="connsiteY2395" fmla="*/ 1216753 h 4835028"/>
              <a:gd name="connsiteX2396" fmla="*/ 3693489 w 4819079"/>
              <a:gd name="connsiteY2396" fmla="*/ 1230423 h 4835028"/>
              <a:gd name="connsiteX2397" fmla="*/ 3679819 w 4819079"/>
              <a:gd name="connsiteY2397" fmla="*/ 1244093 h 4835028"/>
              <a:gd name="connsiteX2398" fmla="*/ 3666147 w 4819079"/>
              <a:gd name="connsiteY2398" fmla="*/ 1230423 h 4835028"/>
              <a:gd name="connsiteX2399" fmla="*/ 3679819 w 4819079"/>
              <a:gd name="connsiteY2399" fmla="*/ 1216753 h 4835028"/>
              <a:gd name="connsiteX2400" fmla="*/ 763306 w 4819079"/>
              <a:gd name="connsiteY2400" fmla="*/ 1209914 h 4835028"/>
              <a:gd name="connsiteX2401" fmla="*/ 799763 w 4819079"/>
              <a:gd name="connsiteY2401" fmla="*/ 1246370 h 4835028"/>
              <a:gd name="connsiteX2402" fmla="*/ 763306 w 4819079"/>
              <a:gd name="connsiteY2402" fmla="*/ 1282828 h 4835028"/>
              <a:gd name="connsiteX2403" fmla="*/ 726850 w 4819079"/>
              <a:gd name="connsiteY2403" fmla="*/ 1246370 h 4835028"/>
              <a:gd name="connsiteX2404" fmla="*/ 763306 w 4819079"/>
              <a:gd name="connsiteY2404" fmla="*/ 1209914 h 4835028"/>
              <a:gd name="connsiteX2405" fmla="*/ 3135251 w 4819079"/>
              <a:gd name="connsiteY2405" fmla="*/ 1203081 h 4835028"/>
              <a:gd name="connsiteX2406" fmla="*/ 3158035 w 4819079"/>
              <a:gd name="connsiteY2406" fmla="*/ 1225866 h 4835028"/>
              <a:gd name="connsiteX2407" fmla="*/ 3135251 w 4819079"/>
              <a:gd name="connsiteY2407" fmla="*/ 1248651 h 4835028"/>
              <a:gd name="connsiteX2408" fmla="*/ 3112467 w 4819079"/>
              <a:gd name="connsiteY2408" fmla="*/ 1225866 h 4835028"/>
              <a:gd name="connsiteX2409" fmla="*/ 3112467 w 4819079"/>
              <a:gd name="connsiteY2409" fmla="*/ 1221022 h 4835028"/>
              <a:gd name="connsiteX2410" fmla="*/ 3135251 w 4819079"/>
              <a:gd name="connsiteY2410" fmla="*/ 1203081 h 4835028"/>
              <a:gd name="connsiteX2411" fmla="*/ 1205340 w 4819079"/>
              <a:gd name="connsiteY2411" fmla="*/ 1184852 h 4835028"/>
              <a:gd name="connsiteX2412" fmla="*/ 1250911 w 4819079"/>
              <a:gd name="connsiteY2412" fmla="*/ 1230423 h 4835028"/>
              <a:gd name="connsiteX2413" fmla="*/ 1205340 w 4819079"/>
              <a:gd name="connsiteY2413" fmla="*/ 1275993 h 4835028"/>
              <a:gd name="connsiteX2414" fmla="*/ 1159770 w 4819079"/>
              <a:gd name="connsiteY2414" fmla="*/ 1230423 h 4835028"/>
              <a:gd name="connsiteX2415" fmla="*/ 1205340 w 4819079"/>
              <a:gd name="connsiteY2415" fmla="*/ 1184852 h 4835028"/>
              <a:gd name="connsiteX2416" fmla="*/ 1396736 w 4819079"/>
              <a:gd name="connsiteY2416" fmla="*/ 1171181 h 4835028"/>
              <a:gd name="connsiteX2417" fmla="*/ 1430914 w 4819079"/>
              <a:gd name="connsiteY2417" fmla="*/ 1203081 h 4835028"/>
              <a:gd name="connsiteX2418" fmla="*/ 1396736 w 4819079"/>
              <a:gd name="connsiteY2418" fmla="*/ 1237258 h 4835028"/>
              <a:gd name="connsiteX2419" fmla="*/ 1367115 w 4819079"/>
              <a:gd name="connsiteY2419" fmla="*/ 1203081 h 4835028"/>
              <a:gd name="connsiteX2420" fmla="*/ 1396736 w 4819079"/>
              <a:gd name="connsiteY2420" fmla="*/ 1171181 h 4835028"/>
              <a:gd name="connsiteX2421" fmla="*/ 3287911 w 4819079"/>
              <a:gd name="connsiteY2421" fmla="*/ 1166625 h 4835028"/>
              <a:gd name="connsiteX2422" fmla="*/ 3310697 w 4819079"/>
              <a:gd name="connsiteY2422" fmla="*/ 1189410 h 4835028"/>
              <a:gd name="connsiteX2423" fmla="*/ 3287911 w 4819079"/>
              <a:gd name="connsiteY2423" fmla="*/ 1212194 h 4835028"/>
              <a:gd name="connsiteX2424" fmla="*/ 3283067 w 4819079"/>
              <a:gd name="connsiteY2424" fmla="*/ 1212194 h 4835028"/>
              <a:gd name="connsiteX2425" fmla="*/ 3265127 w 4819079"/>
              <a:gd name="connsiteY2425" fmla="*/ 1189410 h 4835028"/>
              <a:gd name="connsiteX2426" fmla="*/ 3287911 w 4819079"/>
              <a:gd name="connsiteY2426" fmla="*/ 1166625 h 4835028"/>
              <a:gd name="connsiteX2427" fmla="*/ 934196 w 4819079"/>
              <a:gd name="connsiteY2427" fmla="*/ 1162068 h 4835028"/>
              <a:gd name="connsiteX2428" fmla="*/ 975209 w 4819079"/>
              <a:gd name="connsiteY2428" fmla="*/ 1203079 h 4835028"/>
              <a:gd name="connsiteX2429" fmla="*/ 934196 w 4819079"/>
              <a:gd name="connsiteY2429" fmla="*/ 1241813 h 4835028"/>
              <a:gd name="connsiteX2430" fmla="*/ 895461 w 4819079"/>
              <a:gd name="connsiteY2430" fmla="*/ 1203079 h 4835028"/>
              <a:gd name="connsiteX2431" fmla="*/ 934196 w 4819079"/>
              <a:gd name="connsiteY2431" fmla="*/ 1162068 h 4835028"/>
              <a:gd name="connsiteX2432" fmla="*/ 3012211 w 4819079"/>
              <a:gd name="connsiteY2432" fmla="*/ 1152954 h 4835028"/>
              <a:gd name="connsiteX2433" fmla="*/ 3023603 w 4819079"/>
              <a:gd name="connsiteY2433" fmla="*/ 1164347 h 4835028"/>
              <a:gd name="connsiteX2434" fmla="*/ 3012211 w 4819079"/>
              <a:gd name="connsiteY2434" fmla="*/ 1175739 h 4835028"/>
              <a:gd name="connsiteX2435" fmla="*/ 3000819 w 4819079"/>
              <a:gd name="connsiteY2435" fmla="*/ 1164347 h 4835028"/>
              <a:gd name="connsiteX2436" fmla="*/ 3012211 w 4819079"/>
              <a:gd name="connsiteY2436" fmla="*/ 1152954 h 4835028"/>
              <a:gd name="connsiteX2437" fmla="*/ 1125591 w 4819079"/>
              <a:gd name="connsiteY2437" fmla="*/ 1150674 h 4835028"/>
              <a:gd name="connsiteX2438" fmla="*/ 1139262 w 4819079"/>
              <a:gd name="connsiteY2438" fmla="*/ 1164347 h 4835028"/>
              <a:gd name="connsiteX2439" fmla="*/ 1116477 w 4819079"/>
              <a:gd name="connsiteY2439" fmla="*/ 1180296 h 4835028"/>
              <a:gd name="connsiteX2440" fmla="*/ 1111920 w 4819079"/>
              <a:gd name="connsiteY2440" fmla="*/ 1164347 h 4835028"/>
              <a:gd name="connsiteX2441" fmla="*/ 1125591 w 4819079"/>
              <a:gd name="connsiteY2441" fmla="*/ 1150674 h 4835028"/>
              <a:gd name="connsiteX2442" fmla="*/ 1822820 w 4819079"/>
              <a:gd name="connsiteY2442" fmla="*/ 1139282 h 4835028"/>
              <a:gd name="connsiteX2443" fmla="*/ 1832866 w 4819079"/>
              <a:gd name="connsiteY2443" fmla="*/ 1140196 h 4835028"/>
              <a:gd name="connsiteX2444" fmla="*/ 1868391 w 4819079"/>
              <a:gd name="connsiteY2444" fmla="*/ 1193968 h 4835028"/>
              <a:gd name="connsiteX2445" fmla="*/ 1822820 w 4819079"/>
              <a:gd name="connsiteY2445" fmla="*/ 1239537 h 4835028"/>
              <a:gd name="connsiteX2446" fmla="*/ 1813091 w 4819079"/>
              <a:gd name="connsiteY2446" fmla="*/ 1239093 h 4835028"/>
              <a:gd name="connsiteX2447" fmla="*/ 1774971 w 4819079"/>
              <a:gd name="connsiteY2447" fmla="*/ 1187131 h 4835028"/>
              <a:gd name="connsiteX2448" fmla="*/ 1822820 w 4819079"/>
              <a:gd name="connsiteY2448" fmla="*/ 1139282 h 4835028"/>
              <a:gd name="connsiteX2449" fmla="*/ 1594967 w 4819079"/>
              <a:gd name="connsiteY2449" fmla="*/ 1139282 h 4835028"/>
              <a:gd name="connsiteX2450" fmla="*/ 1645095 w 4819079"/>
              <a:gd name="connsiteY2450" fmla="*/ 1189410 h 4835028"/>
              <a:gd name="connsiteX2451" fmla="*/ 1594967 w 4819079"/>
              <a:gd name="connsiteY2451" fmla="*/ 1239537 h 4835028"/>
              <a:gd name="connsiteX2452" fmla="*/ 1544840 w 4819079"/>
              <a:gd name="connsiteY2452" fmla="*/ 1189410 h 4835028"/>
              <a:gd name="connsiteX2453" fmla="*/ 1594967 w 4819079"/>
              <a:gd name="connsiteY2453" fmla="*/ 1139282 h 4835028"/>
              <a:gd name="connsiteX2454" fmla="*/ 683558 w 4819079"/>
              <a:gd name="connsiteY2454" fmla="*/ 1139274 h 4835028"/>
              <a:gd name="connsiteX2455" fmla="*/ 703809 w 4819079"/>
              <a:gd name="connsiteY2455" fmla="*/ 1139274 h 4835028"/>
              <a:gd name="connsiteX2456" fmla="*/ 738115 w 4819079"/>
              <a:gd name="connsiteY2456" fmla="*/ 1193832 h 4835028"/>
              <a:gd name="connsiteX2457" fmla="*/ 683558 w 4819079"/>
              <a:gd name="connsiteY2457" fmla="*/ 1228138 h 4835028"/>
              <a:gd name="connsiteX2458" fmla="*/ 683558 w 4819079"/>
              <a:gd name="connsiteY2458" fmla="*/ 1230415 h 4835028"/>
              <a:gd name="connsiteX2459" fmla="*/ 637987 w 4819079"/>
              <a:gd name="connsiteY2459" fmla="*/ 1184845 h 4835028"/>
              <a:gd name="connsiteX2460" fmla="*/ 683558 w 4819079"/>
              <a:gd name="connsiteY2460" fmla="*/ 1139274 h 4835028"/>
              <a:gd name="connsiteX2461" fmla="*/ 1307874 w 4819079"/>
              <a:gd name="connsiteY2461" fmla="*/ 1107382 h 4835028"/>
              <a:gd name="connsiteX2462" fmla="*/ 1337495 w 4819079"/>
              <a:gd name="connsiteY2462" fmla="*/ 1137003 h 4835028"/>
              <a:gd name="connsiteX2463" fmla="*/ 1307874 w 4819079"/>
              <a:gd name="connsiteY2463" fmla="*/ 1166625 h 4835028"/>
              <a:gd name="connsiteX2464" fmla="*/ 1278253 w 4819079"/>
              <a:gd name="connsiteY2464" fmla="*/ 1137003 h 4835028"/>
              <a:gd name="connsiteX2465" fmla="*/ 1307874 w 4819079"/>
              <a:gd name="connsiteY2465" fmla="*/ 1107382 h 4835028"/>
              <a:gd name="connsiteX2466" fmla="*/ 3169429 w 4819079"/>
              <a:gd name="connsiteY2466" fmla="*/ 1102824 h 4835028"/>
              <a:gd name="connsiteX2467" fmla="*/ 3185379 w 4819079"/>
              <a:gd name="connsiteY2467" fmla="*/ 1118775 h 4835028"/>
              <a:gd name="connsiteX2468" fmla="*/ 3169429 w 4819079"/>
              <a:gd name="connsiteY2468" fmla="*/ 1134724 h 4835028"/>
              <a:gd name="connsiteX2469" fmla="*/ 3153479 w 4819079"/>
              <a:gd name="connsiteY2469" fmla="*/ 1118775 h 4835028"/>
              <a:gd name="connsiteX2470" fmla="*/ 3169429 w 4819079"/>
              <a:gd name="connsiteY2470" fmla="*/ 1102824 h 4835028"/>
              <a:gd name="connsiteX2471" fmla="*/ 1939025 w 4819079"/>
              <a:gd name="connsiteY2471" fmla="*/ 1102824 h 4835028"/>
              <a:gd name="connsiteX2472" fmla="*/ 1975482 w 4819079"/>
              <a:gd name="connsiteY2472" fmla="*/ 1139282 h 4835028"/>
              <a:gd name="connsiteX2473" fmla="*/ 1939025 w 4819079"/>
              <a:gd name="connsiteY2473" fmla="*/ 1175742 h 4835028"/>
              <a:gd name="connsiteX2474" fmla="*/ 1902569 w 4819079"/>
              <a:gd name="connsiteY2474" fmla="*/ 1139282 h 4835028"/>
              <a:gd name="connsiteX2475" fmla="*/ 1939025 w 4819079"/>
              <a:gd name="connsiteY2475" fmla="*/ 1102824 h 4835028"/>
              <a:gd name="connsiteX2476" fmla="*/ 847611 w 4819079"/>
              <a:gd name="connsiteY2476" fmla="*/ 1100544 h 4835028"/>
              <a:gd name="connsiteX2477" fmla="*/ 886346 w 4819079"/>
              <a:gd name="connsiteY2477" fmla="*/ 1139279 h 4835028"/>
              <a:gd name="connsiteX2478" fmla="*/ 847611 w 4819079"/>
              <a:gd name="connsiteY2478" fmla="*/ 1178015 h 4835028"/>
              <a:gd name="connsiteX2479" fmla="*/ 806598 w 4819079"/>
              <a:gd name="connsiteY2479" fmla="*/ 1139279 h 4835028"/>
              <a:gd name="connsiteX2480" fmla="*/ 847611 w 4819079"/>
              <a:gd name="connsiteY2480" fmla="*/ 1100544 h 4835028"/>
              <a:gd name="connsiteX2481" fmla="*/ 1027616 w 4819079"/>
              <a:gd name="connsiteY2481" fmla="*/ 1084596 h 4835028"/>
              <a:gd name="connsiteX2482" fmla="*/ 1041287 w 4819079"/>
              <a:gd name="connsiteY2482" fmla="*/ 1100547 h 4835028"/>
              <a:gd name="connsiteX2483" fmla="*/ 1027616 w 4819079"/>
              <a:gd name="connsiteY2483" fmla="*/ 1114217 h 4835028"/>
              <a:gd name="connsiteX2484" fmla="*/ 1011666 w 4819079"/>
              <a:gd name="connsiteY2484" fmla="*/ 1100547 h 4835028"/>
              <a:gd name="connsiteX2485" fmla="*/ 1027616 w 4819079"/>
              <a:gd name="connsiteY2485" fmla="*/ 1084596 h 4835028"/>
              <a:gd name="connsiteX2486" fmla="*/ 2068901 w 4819079"/>
              <a:gd name="connsiteY2486" fmla="*/ 1068648 h 4835028"/>
              <a:gd name="connsiteX2487" fmla="*/ 2096244 w 4819079"/>
              <a:gd name="connsiteY2487" fmla="*/ 1095992 h 4835028"/>
              <a:gd name="connsiteX2488" fmla="*/ 2068901 w 4819079"/>
              <a:gd name="connsiteY2488" fmla="*/ 1123333 h 4835028"/>
              <a:gd name="connsiteX2489" fmla="*/ 2041559 w 4819079"/>
              <a:gd name="connsiteY2489" fmla="*/ 1095992 h 4835028"/>
              <a:gd name="connsiteX2490" fmla="*/ 2068901 w 4819079"/>
              <a:gd name="connsiteY2490" fmla="*/ 1068648 h 4835028"/>
              <a:gd name="connsiteX2491" fmla="*/ 1718008 w 4819079"/>
              <a:gd name="connsiteY2491" fmla="*/ 1066371 h 4835028"/>
              <a:gd name="connsiteX2492" fmla="*/ 1770414 w 4819079"/>
              <a:gd name="connsiteY2492" fmla="*/ 1118775 h 4835028"/>
              <a:gd name="connsiteX2493" fmla="*/ 1718008 w 4819079"/>
              <a:gd name="connsiteY2493" fmla="*/ 1171181 h 4835028"/>
              <a:gd name="connsiteX2494" fmla="*/ 1665602 w 4819079"/>
              <a:gd name="connsiteY2494" fmla="*/ 1118775 h 4835028"/>
              <a:gd name="connsiteX2495" fmla="*/ 1718008 w 4819079"/>
              <a:gd name="connsiteY2495" fmla="*/ 1066371 h 4835028"/>
              <a:gd name="connsiteX2496" fmla="*/ 3322091 w 4819079"/>
              <a:gd name="connsiteY2496" fmla="*/ 1061811 h 4835028"/>
              <a:gd name="connsiteX2497" fmla="*/ 3344875 w 4819079"/>
              <a:gd name="connsiteY2497" fmla="*/ 1082318 h 4835028"/>
              <a:gd name="connsiteX2498" fmla="*/ 3322091 w 4819079"/>
              <a:gd name="connsiteY2498" fmla="*/ 1105105 h 4835028"/>
              <a:gd name="connsiteX2499" fmla="*/ 3301583 w 4819079"/>
              <a:gd name="connsiteY2499" fmla="*/ 1082318 h 4835028"/>
              <a:gd name="connsiteX2500" fmla="*/ 3322091 w 4819079"/>
              <a:gd name="connsiteY2500" fmla="*/ 1061811 h 4835028"/>
              <a:gd name="connsiteX2501" fmla="*/ 1510663 w 4819079"/>
              <a:gd name="connsiteY2501" fmla="*/ 1059619 h 4835028"/>
              <a:gd name="connsiteX2502" fmla="*/ 1569862 w 4819079"/>
              <a:gd name="connsiteY2502" fmla="*/ 1123373 h 4835028"/>
              <a:gd name="connsiteX2503" fmla="*/ 1506106 w 4819079"/>
              <a:gd name="connsiteY2503" fmla="*/ 1182574 h 4835028"/>
              <a:gd name="connsiteX2504" fmla="*/ 1446864 w 4819079"/>
              <a:gd name="connsiteY2504" fmla="*/ 1121056 h 4835028"/>
              <a:gd name="connsiteX2505" fmla="*/ 1446906 w 4819079"/>
              <a:gd name="connsiteY2505" fmla="*/ 1118817 h 4835028"/>
              <a:gd name="connsiteX2506" fmla="*/ 1510663 w 4819079"/>
              <a:gd name="connsiteY2506" fmla="*/ 1059619 h 4835028"/>
              <a:gd name="connsiteX2507" fmla="*/ 2750180 w 4819079"/>
              <a:gd name="connsiteY2507" fmla="*/ 1057254 h 4835028"/>
              <a:gd name="connsiteX2508" fmla="*/ 2772966 w 4819079"/>
              <a:gd name="connsiteY2508" fmla="*/ 1080039 h 4835028"/>
              <a:gd name="connsiteX2509" fmla="*/ 2750180 w 4819079"/>
              <a:gd name="connsiteY2509" fmla="*/ 1102824 h 4835028"/>
              <a:gd name="connsiteX2510" fmla="*/ 2727395 w 4819079"/>
              <a:gd name="connsiteY2510" fmla="*/ 1080039 h 4835028"/>
              <a:gd name="connsiteX2511" fmla="*/ 2750180 w 4819079"/>
              <a:gd name="connsiteY2511" fmla="*/ 1057254 h 4835028"/>
              <a:gd name="connsiteX2512" fmla="*/ 758750 w 4819079"/>
              <a:gd name="connsiteY2512" fmla="*/ 1057247 h 4835028"/>
              <a:gd name="connsiteX2513" fmla="*/ 774699 w 4819079"/>
              <a:gd name="connsiteY2513" fmla="*/ 1073198 h 4835028"/>
              <a:gd name="connsiteX2514" fmla="*/ 758750 w 4819079"/>
              <a:gd name="connsiteY2514" fmla="*/ 1089146 h 4835028"/>
              <a:gd name="connsiteX2515" fmla="*/ 742800 w 4819079"/>
              <a:gd name="connsiteY2515" fmla="*/ 1073198 h 4835028"/>
              <a:gd name="connsiteX2516" fmla="*/ 758750 w 4819079"/>
              <a:gd name="connsiteY2516" fmla="*/ 1057247 h 4835028"/>
              <a:gd name="connsiteX2517" fmla="*/ 1216733 w 4819079"/>
              <a:gd name="connsiteY2517" fmla="*/ 1052696 h 4835028"/>
              <a:gd name="connsiteX2518" fmla="*/ 1234961 w 4819079"/>
              <a:gd name="connsiteY2518" fmla="*/ 1070924 h 4835028"/>
              <a:gd name="connsiteX2519" fmla="*/ 1216733 w 4819079"/>
              <a:gd name="connsiteY2519" fmla="*/ 1089153 h 4835028"/>
              <a:gd name="connsiteX2520" fmla="*/ 1198505 w 4819079"/>
              <a:gd name="connsiteY2520" fmla="*/ 1070924 h 4835028"/>
              <a:gd name="connsiteX2521" fmla="*/ 1216733 w 4819079"/>
              <a:gd name="connsiteY2521" fmla="*/ 1052696 h 4835028"/>
              <a:gd name="connsiteX2522" fmla="*/ 2615747 w 4819079"/>
              <a:gd name="connsiteY2522" fmla="*/ 1032191 h 4835028"/>
              <a:gd name="connsiteX2523" fmla="*/ 2638532 w 4819079"/>
              <a:gd name="connsiteY2523" fmla="*/ 1057254 h 4835028"/>
              <a:gd name="connsiteX2524" fmla="*/ 2615747 w 4819079"/>
              <a:gd name="connsiteY2524" fmla="*/ 1080039 h 4835028"/>
              <a:gd name="connsiteX2525" fmla="*/ 2590683 w 4819079"/>
              <a:gd name="connsiteY2525" fmla="*/ 1057254 h 4835028"/>
              <a:gd name="connsiteX2526" fmla="*/ 2615747 w 4819079"/>
              <a:gd name="connsiteY2526" fmla="*/ 1032191 h 4835028"/>
              <a:gd name="connsiteX2527" fmla="*/ 3046387 w 4819079"/>
              <a:gd name="connsiteY2527" fmla="*/ 1027635 h 4835028"/>
              <a:gd name="connsiteX2528" fmla="*/ 3076009 w 4819079"/>
              <a:gd name="connsiteY2528" fmla="*/ 1059533 h 4835028"/>
              <a:gd name="connsiteX2529" fmla="*/ 3076097 w 4819079"/>
              <a:gd name="connsiteY2529" fmla="*/ 1061901 h 4835028"/>
              <a:gd name="connsiteX2530" fmla="*/ 3046387 w 4819079"/>
              <a:gd name="connsiteY2530" fmla="*/ 1091433 h 4835028"/>
              <a:gd name="connsiteX2531" fmla="*/ 3014489 w 4819079"/>
              <a:gd name="connsiteY2531" fmla="*/ 1059533 h 4835028"/>
              <a:gd name="connsiteX2532" fmla="*/ 3046387 w 4819079"/>
              <a:gd name="connsiteY2532" fmla="*/ 1027635 h 4835028"/>
              <a:gd name="connsiteX2533" fmla="*/ 1414965 w 4819079"/>
              <a:gd name="connsiteY2533" fmla="*/ 1027635 h 4835028"/>
              <a:gd name="connsiteX2534" fmla="*/ 1440029 w 4819079"/>
              <a:gd name="connsiteY2534" fmla="*/ 1052696 h 4835028"/>
              <a:gd name="connsiteX2535" fmla="*/ 1414965 w 4819079"/>
              <a:gd name="connsiteY2535" fmla="*/ 1077761 h 4835028"/>
              <a:gd name="connsiteX2536" fmla="*/ 1389901 w 4819079"/>
              <a:gd name="connsiteY2536" fmla="*/ 1052696 h 4835028"/>
              <a:gd name="connsiteX2537" fmla="*/ 1414965 w 4819079"/>
              <a:gd name="connsiteY2537" fmla="*/ 1027635 h 4835028"/>
              <a:gd name="connsiteX2538" fmla="*/ 1624676 w 4819079"/>
              <a:gd name="connsiteY2538" fmla="*/ 1016155 h 4835028"/>
              <a:gd name="connsiteX2539" fmla="*/ 1654209 w 4819079"/>
              <a:gd name="connsiteY2539" fmla="*/ 1045863 h 4835028"/>
              <a:gd name="connsiteX2540" fmla="*/ 1622310 w 4819079"/>
              <a:gd name="connsiteY2540" fmla="*/ 1077762 h 4835028"/>
              <a:gd name="connsiteX2541" fmla="*/ 1622135 w 4819079"/>
              <a:gd name="connsiteY2541" fmla="*/ 1077750 h 4835028"/>
              <a:gd name="connsiteX2542" fmla="*/ 1594968 w 4819079"/>
              <a:gd name="connsiteY2542" fmla="*/ 1045863 h 4835028"/>
              <a:gd name="connsiteX2543" fmla="*/ 1622310 w 4819079"/>
              <a:gd name="connsiteY2543" fmla="*/ 1016242 h 4835028"/>
              <a:gd name="connsiteX2544" fmla="*/ 1624676 w 4819079"/>
              <a:gd name="connsiteY2544" fmla="*/ 1016155 h 4835028"/>
              <a:gd name="connsiteX2545" fmla="*/ 1841048 w 4819079"/>
              <a:gd name="connsiteY2545" fmla="*/ 1009406 h 4835028"/>
              <a:gd name="connsiteX2546" fmla="*/ 1891176 w 4819079"/>
              <a:gd name="connsiteY2546" fmla="*/ 1059533 h 4835028"/>
              <a:gd name="connsiteX2547" fmla="*/ 1841048 w 4819079"/>
              <a:gd name="connsiteY2547" fmla="*/ 1109660 h 4835028"/>
              <a:gd name="connsiteX2548" fmla="*/ 1790921 w 4819079"/>
              <a:gd name="connsiteY2548" fmla="*/ 1059533 h 4835028"/>
              <a:gd name="connsiteX2549" fmla="*/ 1841048 w 4819079"/>
              <a:gd name="connsiteY2549" fmla="*/ 1009406 h 4835028"/>
              <a:gd name="connsiteX2550" fmla="*/ 669887 w 4819079"/>
              <a:gd name="connsiteY2550" fmla="*/ 993441 h 4835028"/>
              <a:gd name="connsiteX2551" fmla="*/ 683558 w 4819079"/>
              <a:gd name="connsiteY2551" fmla="*/ 1009392 h 4835028"/>
              <a:gd name="connsiteX2552" fmla="*/ 669887 w 4819079"/>
              <a:gd name="connsiteY2552" fmla="*/ 1023064 h 4835028"/>
              <a:gd name="connsiteX2553" fmla="*/ 653937 w 4819079"/>
              <a:gd name="connsiteY2553" fmla="*/ 1009392 h 4835028"/>
              <a:gd name="connsiteX2554" fmla="*/ 669887 w 4819079"/>
              <a:gd name="connsiteY2554" fmla="*/ 993441 h 4835028"/>
              <a:gd name="connsiteX2555" fmla="*/ 3203607 w 4819079"/>
              <a:gd name="connsiteY2555" fmla="*/ 991178 h 4835028"/>
              <a:gd name="connsiteX2556" fmla="*/ 3226391 w 4819079"/>
              <a:gd name="connsiteY2556" fmla="*/ 1013962 h 4835028"/>
              <a:gd name="connsiteX2557" fmla="*/ 3203607 w 4819079"/>
              <a:gd name="connsiteY2557" fmla="*/ 1036748 h 4835028"/>
              <a:gd name="connsiteX2558" fmla="*/ 3198763 w 4819079"/>
              <a:gd name="connsiteY2558" fmla="*/ 1036748 h 4835028"/>
              <a:gd name="connsiteX2559" fmla="*/ 3180823 w 4819079"/>
              <a:gd name="connsiteY2559" fmla="*/ 1013962 h 4835028"/>
              <a:gd name="connsiteX2560" fmla="*/ 3203607 w 4819079"/>
              <a:gd name="connsiteY2560" fmla="*/ 991178 h 4835028"/>
              <a:gd name="connsiteX2561" fmla="*/ 1125592 w 4819079"/>
              <a:gd name="connsiteY2561" fmla="*/ 986622 h 4835028"/>
              <a:gd name="connsiteX2562" fmla="*/ 1143820 w 4819079"/>
              <a:gd name="connsiteY2562" fmla="*/ 1004849 h 4835028"/>
              <a:gd name="connsiteX2563" fmla="*/ 1125592 w 4819079"/>
              <a:gd name="connsiteY2563" fmla="*/ 1023077 h 4835028"/>
              <a:gd name="connsiteX2564" fmla="*/ 1107364 w 4819079"/>
              <a:gd name="connsiteY2564" fmla="*/ 1004849 h 4835028"/>
              <a:gd name="connsiteX2565" fmla="*/ 1125592 w 4819079"/>
              <a:gd name="connsiteY2565" fmla="*/ 986622 h 4835028"/>
              <a:gd name="connsiteX2566" fmla="*/ 3900835 w 4819079"/>
              <a:gd name="connsiteY2566" fmla="*/ 984339 h 4835028"/>
              <a:gd name="connsiteX2567" fmla="*/ 3912227 w 4819079"/>
              <a:gd name="connsiteY2567" fmla="*/ 998011 h 4835028"/>
              <a:gd name="connsiteX2568" fmla="*/ 3900835 w 4819079"/>
              <a:gd name="connsiteY2568" fmla="*/ 998011 h 4835028"/>
              <a:gd name="connsiteX2569" fmla="*/ 3887163 w 4819079"/>
              <a:gd name="connsiteY2569" fmla="*/ 998011 h 4835028"/>
              <a:gd name="connsiteX2570" fmla="*/ 3900835 w 4819079"/>
              <a:gd name="connsiteY2570" fmla="*/ 984339 h 4835028"/>
              <a:gd name="connsiteX2571" fmla="*/ 2916512 w 4819079"/>
              <a:gd name="connsiteY2571" fmla="*/ 979787 h 4835028"/>
              <a:gd name="connsiteX2572" fmla="*/ 2948412 w 4819079"/>
              <a:gd name="connsiteY2572" fmla="*/ 1011686 h 4835028"/>
              <a:gd name="connsiteX2573" fmla="*/ 2916512 w 4819079"/>
              <a:gd name="connsiteY2573" fmla="*/ 1043586 h 4835028"/>
              <a:gd name="connsiteX2574" fmla="*/ 2884613 w 4819079"/>
              <a:gd name="connsiteY2574" fmla="*/ 1011686 h 4835028"/>
              <a:gd name="connsiteX2575" fmla="*/ 2916512 w 4819079"/>
              <a:gd name="connsiteY2575" fmla="*/ 979787 h 4835028"/>
              <a:gd name="connsiteX2576" fmla="*/ 1970924 w 4819079"/>
              <a:gd name="connsiteY2576" fmla="*/ 966113 h 4835028"/>
              <a:gd name="connsiteX2577" fmla="*/ 2016495 w 4819079"/>
              <a:gd name="connsiteY2577" fmla="*/ 1011686 h 4835028"/>
              <a:gd name="connsiteX2578" fmla="*/ 1970924 w 4819079"/>
              <a:gd name="connsiteY2578" fmla="*/ 1057254 h 4835028"/>
              <a:gd name="connsiteX2579" fmla="*/ 1925354 w 4819079"/>
              <a:gd name="connsiteY2579" fmla="*/ 1011686 h 4835028"/>
              <a:gd name="connsiteX2580" fmla="*/ 1970924 w 4819079"/>
              <a:gd name="connsiteY2580" fmla="*/ 966113 h 4835028"/>
              <a:gd name="connsiteX2581" fmla="*/ 849891 w 4819079"/>
              <a:gd name="connsiteY2581" fmla="*/ 959269 h 4835028"/>
              <a:gd name="connsiteX2582" fmla="*/ 849891 w 4819079"/>
              <a:gd name="connsiteY2582" fmla="*/ 982055 h 4835028"/>
              <a:gd name="connsiteX2583" fmla="*/ 838498 w 4819079"/>
              <a:gd name="connsiteY2583" fmla="*/ 970663 h 4835028"/>
              <a:gd name="connsiteX2584" fmla="*/ 849891 w 4819079"/>
              <a:gd name="connsiteY2584" fmla="*/ 959269 h 4835028"/>
              <a:gd name="connsiteX2585" fmla="*/ 1528891 w 4819079"/>
              <a:gd name="connsiteY2585" fmla="*/ 954722 h 4835028"/>
              <a:gd name="connsiteX2586" fmla="*/ 1551676 w 4819079"/>
              <a:gd name="connsiteY2586" fmla="*/ 975228 h 4835028"/>
              <a:gd name="connsiteX2587" fmla="*/ 1528891 w 4819079"/>
              <a:gd name="connsiteY2587" fmla="*/ 998013 h 4835028"/>
              <a:gd name="connsiteX2588" fmla="*/ 1508384 w 4819079"/>
              <a:gd name="connsiteY2588" fmla="*/ 975228 h 4835028"/>
              <a:gd name="connsiteX2589" fmla="*/ 1528891 w 4819079"/>
              <a:gd name="connsiteY2589" fmla="*/ 954722 h 4835028"/>
              <a:gd name="connsiteX2590" fmla="*/ 1323824 w 4819079"/>
              <a:gd name="connsiteY2590" fmla="*/ 954719 h 4835028"/>
              <a:gd name="connsiteX2591" fmla="*/ 1353445 w 4819079"/>
              <a:gd name="connsiteY2591" fmla="*/ 984342 h 4835028"/>
              <a:gd name="connsiteX2592" fmla="*/ 1323824 w 4819079"/>
              <a:gd name="connsiteY2592" fmla="*/ 1013962 h 4835028"/>
              <a:gd name="connsiteX2593" fmla="*/ 1294203 w 4819079"/>
              <a:gd name="connsiteY2593" fmla="*/ 984342 h 4835028"/>
              <a:gd name="connsiteX2594" fmla="*/ 1323824 w 4819079"/>
              <a:gd name="connsiteY2594" fmla="*/ 954719 h 4835028"/>
              <a:gd name="connsiteX2595" fmla="*/ 2784358 w 4819079"/>
              <a:gd name="connsiteY2595" fmla="*/ 947885 h 4835028"/>
              <a:gd name="connsiteX2596" fmla="*/ 2811701 w 4819079"/>
              <a:gd name="connsiteY2596" fmla="*/ 975228 h 4835028"/>
              <a:gd name="connsiteX2597" fmla="*/ 2784358 w 4819079"/>
              <a:gd name="connsiteY2597" fmla="*/ 1002573 h 4835028"/>
              <a:gd name="connsiteX2598" fmla="*/ 2757016 w 4819079"/>
              <a:gd name="connsiteY2598" fmla="*/ 975228 h 4835028"/>
              <a:gd name="connsiteX2599" fmla="*/ 2784358 w 4819079"/>
              <a:gd name="connsiteY2599" fmla="*/ 947885 h 4835028"/>
              <a:gd name="connsiteX2600" fmla="*/ 3358547 w 4819079"/>
              <a:gd name="connsiteY2600" fmla="*/ 938772 h 4835028"/>
              <a:gd name="connsiteX2601" fmla="*/ 3395003 w 4819079"/>
              <a:gd name="connsiteY2601" fmla="*/ 975226 h 4835028"/>
              <a:gd name="connsiteX2602" fmla="*/ 3358547 w 4819079"/>
              <a:gd name="connsiteY2602" fmla="*/ 1013962 h 4835028"/>
              <a:gd name="connsiteX2603" fmla="*/ 3319811 w 4819079"/>
              <a:gd name="connsiteY2603" fmla="*/ 975226 h 4835028"/>
              <a:gd name="connsiteX2604" fmla="*/ 3319883 w 4819079"/>
              <a:gd name="connsiteY2604" fmla="*/ 972877 h 4835028"/>
              <a:gd name="connsiteX2605" fmla="*/ 3358547 w 4819079"/>
              <a:gd name="connsiteY2605" fmla="*/ 938772 h 4835028"/>
              <a:gd name="connsiteX2606" fmla="*/ 2103079 w 4819079"/>
              <a:gd name="connsiteY2606" fmla="*/ 934214 h 4835028"/>
              <a:gd name="connsiteX2607" fmla="*/ 2144092 w 4819079"/>
              <a:gd name="connsiteY2607" fmla="*/ 975228 h 4835028"/>
              <a:gd name="connsiteX2608" fmla="*/ 2103079 w 4819079"/>
              <a:gd name="connsiteY2608" fmla="*/ 1016242 h 4835028"/>
              <a:gd name="connsiteX2609" fmla="*/ 2062065 w 4819079"/>
              <a:gd name="connsiteY2609" fmla="*/ 975228 h 4835028"/>
              <a:gd name="connsiteX2610" fmla="*/ 2103079 w 4819079"/>
              <a:gd name="connsiteY2610" fmla="*/ 934214 h 4835028"/>
              <a:gd name="connsiteX2611" fmla="*/ 2647646 w 4819079"/>
              <a:gd name="connsiteY2611" fmla="*/ 929657 h 4835028"/>
              <a:gd name="connsiteX2612" fmla="*/ 2668153 w 4819079"/>
              <a:gd name="connsiteY2612" fmla="*/ 950165 h 4835028"/>
              <a:gd name="connsiteX2613" fmla="*/ 2647646 w 4819079"/>
              <a:gd name="connsiteY2613" fmla="*/ 970671 h 4835028"/>
              <a:gd name="connsiteX2614" fmla="*/ 2627139 w 4819079"/>
              <a:gd name="connsiteY2614" fmla="*/ 950165 h 4835028"/>
              <a:gd name="connsiteX2615" fmla="*/ 2647646 w 4819079"/>
              <a:gd name="connsiteY2615" fmla="*/ 929657 h 4835028"/>
              <a:gd name="connsiteX2616" fmla="*/ 1749816 w 4819079"/>
              <a:gd name="connsiteY2616" fmla="*/ 927470 h 4835028"/>
              <a:gd name="connsiteX2617" fmla="*/ 1802223 w 4819079"/>
              <a:gd name="connsiteY2617" fmla="*/ 984343 h 4835028"/>
              <a:gd name="connsiteX2618" fmla="*/ 1745351 w 4819079"/>
              <a:gd name="connsiteY2618" fmla="*/ 1036748 h 4835028"/>
              <a:gd name="connsiteX2619" fmla="*/ 1745351 w 4819079"/>
              <a:gd name="connsiteY2619" fmla="*/ 1036750 h 4835028"/>
              <a:gd name="connsiteX2620" fmla="*/ 1692945 w 4819079"/>
              <a:gd name="connsiteY2620" fmla="*/ 984343 h 4835028"/>
              <a:gd name="connsiteX2621" fmla="*/ 1692945 w 4819079"/>
              <a:gd name="connsiteY2621" fmla="*/ 979877 h 4835028"/>
              <a:gd name="connsiteX2622" fmla="*/ 1749816 w 4819079"/>
              <a:gd name="connsiteY2622" fmla="*/ 927470 h 4835028"/>
              <a:gd name="connsiteX2623" fmla="*/ 3078287 w 4819079"/>
              <a:gd name="connsiteY2623" fmla="*/ 922820 h 4835028"/>
              <a:gd name="connsiteX2624" fmla="*/ 3110187 w 4819079"/>
              <a:gd name="connsiteY2624" fmla="*/ 954722 h 4835028"/>
              <a:gd name="connsiteX2625" fmla="*/ 3078287 w 4819079"/>
              <a:gd name="connsiteY2625" fmla="*/ 986622 h 4835028"/>
              <a:gd name="connsiteX2626" fmla="*/ 3046387 w 4819079"/>
              <a:gd name="connsiteY2626" fmla="*/ 954722 h 4835028"/>
              <a:gd name="connsiteX2627" fmla="*/ 3078287 w 4819079"/>
              <a:gd name="connsiteY2627" fmla="*/ 922820 h 4835028"/>
              <a:gd name="connsiteX2628" fmla="*/ 3508929 w 4819079"/>
              <a:gd name="connsiteY2628" fmla="*/ 922819 h 4835028"/>
              <a:gd name="connsiteX2629" fmla="*/ 3529435 w 4819079"/>
              <a:gd name="connsiteY2629" fmla="*/ 943329 h 4835028"/>
              <a:gd name="connsiteX2630" fmla="*/ 3508929 w 4819079"/>
              <a:gd name="connsiteY2630" fmla="*/ 966113 h 4835028"/>
              <a:gd name="connsiteX2631" fmla="*/ 3486143 w 4819079"/>
              <a:gd name="connsiteY2631" fmla="*/ 943327 h 4835028"/>
              <a:gd name="connsiteX2632" fmla="*/ 3486271 w 4819079"/>
              <a:gd name="connsiteY2632" fmla="*/ 940921 h 4835028"/>
              <a:gd name="connsiteX2633" fmla="*/ 3508929 w 4819079"/>
              <a:gd name="connsiteY2633" fmla="*/ 922819 h 4835028"/>
              <a:gd name="connsiteX2634" fmla="*/ 2506378 w 4819079"/>
              <a:gd name="connsiteY2634" fmla="*/ 911429 h 4835028"/>
              <a:gd name="connsiteX2635" fmla="*/ 2542834 w 4819079"/>
              <a:gd name="connsiteY2635" fmla="*/ 938772 h 4835028"/>
              <a:gd name="connsiteX2636" fmla="*/ 2506378 w 4819079"/>
              <a:gd name="connsiteY2636" fmla="*/ 972950 h 4835028"/>
              <a:gd name="connsiteX2637" fmla="*/ 2472200 w 4819079"/>
              <a:gd name="connsiteY2637" fmla="*/ 945606 h 4835028"/>
              <a:gd name="connsiteX2638" fmla="*/ 2506378 w 4819079"/>
              <a:gd name="connsiteY2638" fmla="*/ 911429 h 4835028"/>
              <a:gd name="connsiteX2639" fmla="*/ 3645639 w 4819079"/>
              <a:gd name="connsiteY2639" fmla="*/ 911428 h 4835028"/>
              <a:gd name="connsiteX2640" fmla="*/ 3666147 w 4819079"/>
              <a:gd name="connsiteY2640" fmla="*/ 911428 h 4835028"/>
              <a:gd name="connsiteX2641" fmla="*/ 3645639 w 4819079"/>
              <a:gd name="connsiteY2641" fmla="*/ 927376 h 4835028"/>
              <a:gd name="connsiteX2642" fmla="*/ 2374223 w 4819079"/>
              <a:gd name="connsiteY2642" fmla="*/ 902315 h 4835028"/>
              <a:gd name="connsiteX2643" fmla="*/ 2410680 w 4819079"/>
              <a:gd name="connsiteY2643" fmla="*/ 938771 h 4835028"/>
              <a:gd name="connsiteX2644" fmla="*/ 2374223 w 4819079"/>
              <a:gd name="connsiteY2644" fmla="*/ 975228 h 4835028"/>
              <a:gd name="connsiteX2645" fmla="*/ 2337767 w 4819079"/>
              <a:gd name="connsiteY2645" fmla="*/ 938771 h 4835028"/>
              <a:gd name="connsiteX2646" fmla="*/ 2374223 w 4819079"/>
              <a:gd name="connsiteY2646" fmla="*/ 902315 h 4835028"/>
              <a:gd name="connsiteX2647" fmla="*/ 2237512 w 4819079"/>
              <a:gd name="connsiteY2647" fmla="*/ 900037 h 4835028"/>
              <a:gd name="connsiteX2648" fmla="*/ 2287639 w 4819079"/>
              <a:gd name="connsiteY2648" fmla="*/ 950165 h 4835028"/>
              <a:gd name="connsiteX2649" fmla="*/ 2237512 w 4819079"/>
              <a:gd name="connsiteY2649" fmla="*/ 1000293 h 4835028"/>
              <a:gd name="connsiteX2650" fmla="*/ 2187384 w 4819079"/>
              <a:gd name="connsiteY2650" fmla="*/ 950165 h 4835028"/>
              <a:gd name="connsiteX2651" fmla="*/ 2237512 w 4819079"/>
              <a:gd name="connsiteY2651" fmla="*/ 900037 h 4835028"/>
              <a:gd name="connsiteX2652" fmla="*/ 3800579 w 4819079"/>
              <a:gd name="connsiteY2652" fmla="*/ 888641 h 4835028"/>
              <a:gd name="connsiteX2653" fmla="*/ 3811971 w 4819079"/>
              <a:gd name="connsiteY2653" fmla="*/ 900033 h 4835028"/>
              <a:gd name="connsiteX2654" fmla="*/ 3800579 w 4819079"/>
              <a:gd name="connsiteY2654" fmla="*/ 911425 h 4835028"/>
              <a:gd name="connsiteX2655" fmla="*/ 3789187 w 4819079"/>
              <a:gd name="connsiteY2655" fmla="*/ 900033 h 4835028"/>
              <a:gd name="connsiteX2656" fmla="*/ 3800579 w 4819079"/>
              <a:gd name="connsiteY2656" fmla="*/ 888641 h 4835028"/>
              <a:gd name="connsiteX2657" fmla="*/ 1230404 w 4819079"/>
              <a:gd name="connsiteY2657" fmla="*/ 886367 h 4835028"/>
              <a:gd name="connsiteX2658" fmla="*/ 1260025 w 4819079"/>
              <a:gd name="connsiteY2658" fmla="*/ 915986 h 4835028"/>
              <a:gd name="connsiteX2659" fmla="*/ 1230404 w 4819079"/>
              <a:gd name="connsiteY2659" fmla="*/ 945608 h 4835028"/>
              <a:gd name="connsiteX2660" fmla="*/ 1200783 w 4819079"/>
              <a:gd name="connsiteY2660" fmla="*/ 915986 h 4835028"/>
              <a:gd name="connsiteX2661" fmla="*/ 1230404 w 4819079"/>
              <a:gd name="connsiteY2661" fmla="*/ 886367 h 4835028"/>
              <a:gd name="connsiteX2662" fmla="*/ 1435471 w 4819079"/>
              <a:gd name="connsiteY2662" fmla="*/ 884085 h 4835028"/>
              <a:gd name="connsiteX2663" fmla="*/ 1462814 w 4819079"/>
              <a:gd name="connsiteY2663" fmla="*/ 911429 h 4835028"/>
              <a:gd name="connsiteX2664" fmla="*/ 1435471 w 4819079"/>
              <a:gd name="connsiteY2664" fmla="*/ 931935 h 4835028"/>
              <a:gd name="connsiteX2665" fmla="*/ 1408129 w 4819079"/>
              <a:gd name="connsiteY2665" fmla="*/ 911429 h 4835028"/>
              <a:gd name="connsiteX2666" fmla="*/ 1435471 w 4819079"/>
              <a:gd name="connsiteY2666" fmla="*/ 884085 h 4835028"/>
              <a:gd name="connsiteX2667" fmla="*/ 2962082 w 4819079"/>
              <a:gd name="connsiteY2667" fmla="*/ 881810 h 4835028"/>
              <a:gd name="connsiteX2668" fmla="*/ 2978032 w 4819079"/>
              <a:gd name="connsiteY2668" fmla="*/ 911429 h 4835028"/>
              <a:gd name="connsiteX2669" fmla="*/ 2962082 w 4819079"/>
              <a:gd name="connsiteY2669" fmla="*/ 934214 h 4835028"/>
              <a:gd name="connsiteX2670" fmla="*/ 2934740 w 4819079"/>
              <a:gd name="connsiteY2670" fmla="*/ 906872 h 4835028"/>
              <a:gd name="connsiteX2671" fmla="*/ 2934844 w 4819079"/>
              <a:gd name="connsiteY2671" fmla="*/ 904489 h 4835028"/>
              <a:gd name="connsiteX2672" fmla="*/ 2962082 w 4819079"/>
              <a:gd name="connsiteY2672" fmla="*/ 881810 h 4835028"/>
              <a:gd name="connsiteX2673" fmla="*/ 1870669 w 4819079"/>
              <a:gd name="connsiteY2673" fmla="*/ 881810 h 4835028"/>
              <a:gd name="connsiteX2674" fmla="*/ 1918518 w 4819079"/>
              <a:gd name="connsiteY2674" fmla="*/ 929657 h 4835028"/>
              <a:gd name="connsiteX2675" fmla="*/ 1870669 w 4819079"/>
              <a:gd name="connsiteY2675" fmla="*/ 977508 h 4835028"/>
              <a:gd name="connsiteX2676" fmla="*/ 1822820 w 4819079"/>
              <a:gd name="connsiteY2676" fmla="*/ 929657 h 4835028"/>
              <a:gd name="connsiteX2677" fmla="*/ 1870669 w 4819079"/>
              <a:gd name="connsiteY2677" fmla="*/ 881810 h 4835028"/>
              <a:gd name="connsiteX2678" fmla="*/ 3237783 w 4819079"/>
              <a:gd name="connsiteY2678" fmla="*/ 879531 h 4835028"/>
              <a:gd name="connsiteX2679" fmla="*/ 3269683 w 4819079"/>
              <a:gd name="connsiteY2679" fmla="*/ 911429 h 4835028"/>
              <a:gd name="connsiteX2680" fmla="*/ 3237783 w 4819079"/>
              <a:gd name="connsiteY2680" fmla="*/ 941050 h 4835028"/>
              <a:gd name="connsiteX2681" fmla="*/ 3205885 w 4819079"/>
              <a:gd name="connsiteY2681" fmla="*/ 911429 h 4835028"/>
              <a:gd name="connsiteX2682" fmla="*/ 3237783 w 4819079"/>
              <a:gd name="connsiteY2682" fmla="*/ 879531 h 4835028"/>
              <a:gd name="connsiteX2683" fmla="*/ 1649653 w 4819079"/>
              <a:gd name="connsiteY2683" fmla="*/ 859023 h 4835028"/>
              <a:gd name="connsiteX2684" fmla="*/ 1699780 w 4819079"/>
              <a:gd name="connsiteY2684" fmla="*/ 909151 h 4835028"/>
              <a:gd name="connsiteX2685" fmla="*/ 1649653 w 4819079"/>
              <a:gd name="connsiteY2685" fmla="*/ 959277 h 4835028"/>
              <a:gd name="connsiteX2686" fmla="*/ 1599525 w 4819079"/>
              <a:gd name="connsiteY2686" fmla="*/ 909151 h 4835028"/>
              <a:gd name="connsiteX2687" fmla="*/ 1649653 w 4819079"/>
              <a:gd name="connsiteY2687" fmla="*/ 859023 h 4835028"/>
              <a:gd name="connsiteX2688" fmla="*/ 3401839 w 4819079"/>
              <a:gd name="connsiteY2688" fmla="*/ 852188 h 4835028"/>
              <a:gd name="connsiteX2689" fmla="*/ 3417787 w 4819079"/>
              <a:gd name="connsiteY2689" fmla="*/ 868138 h 4835028"/>
              <a:gd name="connsiteX2690" fmla="*/ 3415013 w 4819079"/>
              <a:gd name="connsiteY2690" fmla="*/ 880626 h 4835028"/>
              <a:gd name="connsiteX2691" fmla="*/ 3392723 w 4819079"/>
              <a:gd name="connsiteY2691" fmla="*/ 884085 h 4835028"/>
              <a:gd name="connsiteX2692" fmla="*/ 3385887 w 4819079"/>
              <a:gd name="connsiteY2692" fmla="*/ 868138 h 4835028"/>
              <a:gd name="connsiteX2693" fmla="*/ 3401839 w 4819079"/>
              <a:gd name="connsiteY2693" fmla="*/ 852188 h 4835028"/>
              <a:gd name="connsiteX2694" fmla="*/ 2002824 w 4819079"/>
              <a:gd name="connsiteY2694" fmla="*/ 849909 h 4835028"/>
              <a:gd name="connsiteX2695" fmla="*/ 2034723 w 4819079"/>
              <a:gd name="connsiteY2695" fmla="*/ 881810 h 4835028"/>
              <a:gd name="connsiteX2696" fmla="*/ 2002824 w 4819079"/>
              <a:gd name="connsiteY2696" fmla="*/ 911429 h 4835028"/>
              <a:gd name="connsiteX2697" fmla="*/ 2002823 w 4819079"/>
              <a:gd name="connsiteY2697" fmla="*/ 911429 h 4835028"/>
              <a:gd name="connsiteX2698" fmla="*/ 2000457 w 4819079"/>
              <a:gd name="connsiteY2698" fmla="*/ 911517 h 4835028"/>
              <a:gd name="connsiteX2699" fmla="*/ 1970924 w 4819079"/>
              <a:gd name="connsiteY2699" fmla="*/ 881810 h 4835028"/>
              <a:gd name="connsiteX2700" fmla="*/ 2002824 w 4819079"/>
              <a:gd name="connsiteY2700" fmla="*/ 849909 h 4835028"/>
              <a:gd name="connsiteX2701" fmla="*/ 2818536 w 4819079"/>
              <a:gd name="connsiteY2701" fmla="*/ 845352 h 4835028"/>
              <a:gd name="connsiteX2702" fmla="*/ 2843599 w 4819079"/>
              <a:gd name="connsiteY2702" fmla="*/ 870416 h 4835028"/>
              <a:gd name="connsiteX2703" fmla="*/ 2818536 w 4819079"/>
              <a:gd name="connsiteY2703" fmla="*/ 895479 h 4835028"/>
              <a:gd name="connsiteX2704" fmla="*/ 2793472 w 4819079"/>
              <a:gd name="connsiteY2704" fmla="*/ 870416 h 4835028"/>
              <a:gd name="connsiteX2705" fmla="*/ 2818536 w 4819079"/>
              <a:gd name="connsiteY2705" fmla="*/ 845352 h 4835028"/>
              <a:gd name="connsiteX2706" fmla="*/ 3543107 w 4819079"/>
              <a:gd name="connsiteY2706" fmla="*/ 824845 h 4835028"/>
              <a:gd name="connsiteX2707" fmla="*/ 3554499 w 4819079"/>
              <a:gd name="connsiteY2707" fmla="*/ 836237 h 4835028"/>
              <a:gd name="connsiteX2708" fmla="*/ 3543107 w 4819079"/>
              <a:gd name="connsiteY2708" fmla="*/ 847627 h 4835028"/>
              <a:gd name="connsiteX2709" fmla="*/ 3531715 w 4819079"/>
              <a:gd name="connsiteY2709" fmla="*/ 836237 h 4835028"/>
              <a:gd name="connsiteX2710" fmla="*/ 3543107 w 4819079"/>
              <a:gd name="connsiteY2710" fmla="*/ 824845 h 4835028"/>
              <a:gd name="connsiteX2711" fmla="*/ 2684102 w 4819079"/>
              <a:gd name="connsiteY2711" fmla="*/ 824845 h 4835028"/>
              <a:gd name="connsiteX2712" fmla="*/ 2702331 w 4819079"/>
              <a:gd name="connsiteY2712" fmla="*/ 845352 h 4835028"/>
              <a:gd name="connsiteX2713" fmla="*/ 2684102 w 4819079"/>
              <a:gd name="connsiteY2713" fmla="*/ 863580 h 4835028"/>
              <a:gd name="connsiteX2714" fmla="*/ 2681680 w 4819079"/>
              <a:gd name="connsiteY2714" fmla="*/ 863722 h 4835028"/>
              <a:gd name="connsiteX2715" fmla="*/ 2663596 w 4819079"/>
              <a:gd name="connsiteY2715" fmla="*/ 845352 h 4835028"/>
              <a:gd name="connsiteX2716" fmla="*/ 2684102 w 4819079"/>
              <a:gd name="connsiteY2716" fmla="*/ 824845 h 4835028"/>
              <a:gd name="connsiteX2717" fmla="*/ 945588 w 4819079"/>
              <a:gd name="connsiteY2717" fmla="*/ 822559 h 4835028"/>
              <a:gd name="connsiteX2718" fmla="*/ 988880 w 4819079"/>
              <a:gd name="connsiteY2718" fmla="*/ 865852 h 4835028"/>
              <a:gd name="connsiteX2719" fmla="*/ 988940 w 4819079"/>
              <a:gd name="connsiteY2719" fmla="*/ 868190 h 4835028"/>
              <a:gd name="connsiteX2720" fmla="*/ 945588 w 4819079"/>
              <a:gd name="connsiteY2720" fmla="*/ 911421 h 4835028"/>
              <a:gd name="connsiteX2721" fmla="*/ 911410 w 4819079"/>
              <a:gd name="connsiteY2721" fmla="*/ 872687 h 4835028"/>
              <a:gd name="connsiteX2722" fmla="*/ 945588 w 4819079"/>
              <a:gd name="connsiteY2722" fmla="*/ 822559 h 4835028"/>
              <a:gd name="connsiteX2723" fmla="*/ 3114831 w 4819079"/>
              <a:gd name="connsiteY2723" fmla="*/ 820201 h 4835028"/>
              <a:gd name="connsiteX2724" fmla="*/ 3144365 w 4819079"/>
              <a:gd name="connsiteY2724" fmla="*/ 849909 h 4835028"/>
              <a:gd name="connsiteX2725" fmla="*/ 3112465 w 4819079"/>
              <a:gd name="connsiteY2725" fmla="*/ 881810 h 4835028"/>
              <a:gd name="connsiteX2726" fmla="*/ 3080567 w 4819079"/>
              <a:gd name="connsiteY2726" fmla="*/ 849909 h 4835028"/>
              <a:gd name="connsiteX2727" fmla="*/ 3112465 w 4819079"/>
              <a:gd name="connsiteY2727" fmla="*/ 820288 h 4835028"/>
              <a:gd name="connsiteX2728" fmla="*/ 3114831 w 4819079"/>
              <a:gd name="connsiteY2728" fmla="*/ 820201 h 4835028"/>
              <a:gd name="connsiteX2729" fmla="*/ 1344330 w 4819079"/>
              <a:gd name="connsiteY2729" fmla="*/ 813453 h 4835028"/>
              <a:gd name="connsiteX2730" fmla="*/ 1349174 w 4819079"/>
              <a:gd name="connsiteY2730" fmla="*/ 813453 h 4835028"/>
              <a:gd name="connsiteX2731" fmla="*/ 1367115 w 4819079"/>
              <a:gd name="connsiteY2731" fmla="*/ 836238 h 4835028"/>
              <a:gd name="connsiteX2732" fmla="*/ 1366608 w 4819079"/>
              <a:gd name="connsiteY2732" fmla="*/ 841314 h 4835028"/>
              <a:gd name="connsiteX2733" fmla="*/ 1342052 w 4819079"/>
              <a:gd name="connsiteY2733" fmla="*/ 856744 h 4835028"/>
              <a:gd name="connsiteX2734" fmla="*/ 1342052 w 4819079"/>
              <a:gd name="connsiteY2734" fmla="*/ 856742 h 4835028"/>
              <a:gd name="connsiteX2735" fmla="*/ 1321545 w 4819079"/>
              <a:gd name="connsiteY2735" fmla="*/ 836238 h 4835028"/>
              <a:gd name="connsiteX2736" fmla="*/ 1344330 w 4819079"/>
              <a:gd name="connsiteY2736" fmla="*/ 813453 h 4835028"/>
              <a:gd name="connsiteX2737" fmla="*/ 2547391 w 4819079"/>
              <a:gd name="connsiteY2737" fmla="*/ 811174 h 4835028"/>
              <a:gd name="connsiteX2738" fmla="*/ 2565619 w 4819079"/>
              <a:gd name="connsiteY2738" fmla="*/ 829402 h 4835028"/>
              <a:gd name="connsiteX2739" fmla="*/ 2547391 w 4819079"/>
              <a:gd name="connsiteY2739" fmla="*/ 849909 h 4835028"/>
              <a:gd name="connsiteX2740" fmla="*/ 2526884 w 4819079"/>
              <a:gd name="connsiteY2740" fmla="*/ 829402 h 4835028"/>
              <a:gd name="connsiteX2741" fmla="*/ 2547391 w 4819079"/>
              <a:gd name="connsiteY2741" fmla="*/ 811174 h 4835028"/>
              <a:gd name="connsiteX2742" fmla="*/ 1139262 w 4819079"/>
              <a:gd name="connsiteY2742" fmla="*/ 811172 h 4835028"/>
              <a:gd name="connsiteX2743" fmla="*/ 1177997 w 4819079"/>
              <a:gd name="connsiteY2743" fmla="*/ 849906 h 4835028"/>
              <a:gd name="connsiteX2744" fmla="*/ 1177926 w 4819079"/>
              <a:gd name="connsiteY2744" fmla="*/ 852257 h 4835028"/>
              <a:gd name="connsiteX2745" fmla="*/ 1139263 w 4819079"/>
              <a:gd name="connsiteY2745" fmla="*/ 886363 h 4835028"/>
              <a:gd name="connsiteX2746" fmla="*/ 1139262 w 4819079"/>
              <a:gd name="connsiteY2746" fmla="*/ 886363 h 4835028"/>
              <a:gd name="connsiteX2747" fmla="*/ 1102806 w 4819079"/>
              <a:gd name="connsiteY2747" fmla="*/ 849906 h 4835028"/>
              <a:gd name="connsiteX2748" fmla="*/ 1139262 w 4819079"/>
              <a:gd name="connsiteY2748" fmla="*/ 811172 h 4835028"/>
              <a:gd name="connsiteX2749" fmla="*/ 1777307 w 4819079"/>
              <a:gd name="connsiteY2749" fmla="*/ 804280 h 4835028"/>
              <a:gd name="connsiteX2750" fmla="*/ 1822820 w 4819079"/>
              <a:gd name="connsiteY2750" fmla="*/ 849909 h 4835028"/>
              <a:gd name="connsiteX2751" fmla="*/ 1822766 w 4819079"/>
              <a:gd name="connsiteY2751" fmla="*/ 852243 h 4835028"/>
              <a:gd name="connsiteX2752" fmla="*/ 1772693 w 4819079"/>
              <a:gd name="connsiteY2752" fmla="*/ 897758 h 4835028"/>
              <a:gd name="connsiteX2753" fmla="*/ 1772579 w 4819079"/>
              <a:gd name="connsiteY2753" fmla="*/ 897752 h 4835028"/>
              <a:gd name="connsiteX2754" fmla="*/ 1729401 w 4819079"/>
              <a:gd name="connsiteY2754" fmla="*/ 849911 h 4835028"/>
              <a:gd name="connsiteX2755" fmla="*/ 1774971 w 4819079"/>
              <a:gd name="connsiteY2755" fmla="*/ 804339 h 4835028"/>
              <a:gd name="connsiteX2756" fmla="*/ 1777307 w 4819079"/>
              <a:gd name="connsiteY2756" fmla="*/ 804280 h 4835028"/>
              <a:gd name="connsiteX2757" fmla="*/ 2271690 w 4819079"/>
              <a:gd name="connsiteY2757" fmla="*/ 802060 h 4835028"/>
              <a:gd name="connsiteX2758" fmla="*/ 2305868 w 4819079"/>
              <a:gd name="connsiteY2758" fmla="*/ 836238 h 4835028"/>
              <a:gd name="connsiteX2759" fmla="*/ 2271690 w 4819079"/>
              <a:gd name="connsiteY2759" fmla="*/ 870416 h 4835028"/>
              <a:gd name="connsiteX2760" fmla="*/ 2237512 w 4819079"/>
              <a:gd name="connsiteY2760" fmla="*/ 836238 h 4835028"/>
              <a:gd name="connsiteX2761" fmla="*/ 2271690 w 4819079"/>
              <a:gd name="connsiteY2761" fmla="*/ 802060 h 4835028"/>
              <a:gd name="connsiteX2762" fmla="*/ 2134979 w 4819079"/>
              <a:gd name="connsiteY2762" fmla="*/ 802060 h 4835028"/>
              <a:gd name="connsiteX2763" fmla="*/ 2189663 w 4819079"/>
              <a:gd name="connsiteY2763" fmla="*/ 856744 h 4835028"/>
              <a:gd name="connsiteX2764" fmla="*/ 2134979 w 4819079"/>
              <a:gd name="connsiteY2764" fmla="*/ 911429 h 4835028"/>
              <a:gd name="connsiteX2765" fmla="*/ 2080294 w 4819079"/>
              <a:gd name="connsiteY2765" fmla="*/ 856744 h 4835028"/>
              <a:gd name="connsiteX2766" fmla="*/ 2134979 w 4819079"/>
              <a:gd name="connsiteY2766" fmla="*/ 802060 h 4835028"/>
              <a:gd name="connsiteX2767" fmla="*/ 2408401 w 4819079"/>
              <a:gd name="connsiteY2767" fmla="*/ 792946 h 4835028"/>
              <a:gd name="connsiteX2768" fmla="*/ 2442579 w 4819079"/>
              <a:gd name="connsiteY2768" fmla="*/ 827124 h 4835028"/>
              <a:gd name="connsiteX2769" fmla="*/ 2408401 w 4819079"/>
              <a:gd name="connsiteY2769" fmla="*/ 861302 h 4835028"/>
              <a:gd name="connsiteX2770" fmla="*/ 2374223 w 4819079"/>
              <a:gd name="connsiteY2770" fmla="*/ 827124 h 4835028"/>
              <a:gd name="connsiteX2771" fmla="*/ 2408401 w 4819079"/>
              <a:gd name="connsiteY2771" fmla="*/ 792946 h 4835028"/>
              <a:gd name="connsiteX2772" fmla="*/ 2998519 w 4819079"/>
              <a:gd name="connsiteY2772" fmla="*/ 776312 h 4835028"/>
              <a:gd name="connsiteX2773" fmla="*/ 3020517 w 4819079"/>
              <a:gd name="connsiteY2773" fmla="*/ 811960 h 4835028"/>
              <a:gd name="connsiteX2774" fmla="*/ 2984868 w 4819079"/>
              <a:gd name="connsiteY2774" fmla="*/ 833960 h 4835028"/>
              <a:gd name="connsiteX2775" fmla="*/ 2962083 w 4819079"/>
              <a:gd name="connsiteY2775" fmla="*/ 804339 h 4835028"/>
              <a:gd name="connsiteX2776" fmla="*/ 2962869 w 4819079"/>
              <a:gd name="connsiteY2776" fmla="*/ 798312 h 4835028"/>
              <a:gd name="connsiteX2777" fmla="*/ 2998519 w 4819079"/>
              <a:gd name="connsiteY2777" fmla="*/ 776312 h 4835028"/>
              <a:gd name="connsiteX2778" fmla="*/ 3271963 w 4819079"/>
              <a:gd name="connsiteY2778" fmla="*/ 774716 h 4835028"/>
              <a:gd name="connsiteX2779" fmla="*/ 3301583 w 4819079"/>
              <a:gd name="connsiteY2779" fmla="*/ 804339 h 4835028"/>
              <a:gd name="connsiteX2780" fmla="*/ 3271963 w 4819079"/>
              <a:gd name="connsiteY2780" fmla="*/ 833960 h 4835028"/>
              <a:gd name="connsiteX2781" fmla="*/ 3242341 w 4819079"/>
              <a:gd name="connsiteY2781" fmla="*/ 804339 h 4835028"/>
              <a:gd name="connsiteX2782" fmla="*/ 3271963 w 4819079"/>
              <a:gd name="connsiteY2782" fmla="*/ 774716 h 4835028"/>
              <a:gd name="connsiteX2783" fmla="*/ 1902569 w 4819079"/>
              <a:gd name="connsiteY2783" fmla="*/ 770159 h 4835028"/>
              <a:gd name="connsiteX2784" fmla="*/ 1936747 w 4819079"/>
              <a:gd name="connsiteY2784" fmla="*/ 804339 h 4835028"/>
              <a:gd name="connsiteX2785" fmla="*/ 1902569 w 4819079"/>
              <a:gd name="connsiteY2785" fmla="*/ 838517 h 4835028"/>
              <a:gd name="connsiteX2786" fmla="*/ 1868391 w 4819079"/>
              <a:gd name="connsiteY2786" fmla="*/ 804339 h 4835028"/>
              <a:gd name="connsiteX2787" fmla="*/ 1902569 w 4819079"/>
              <a:gd name="connsiteY2787" fmla="*/ 770159 h 4835028"/>
              <a:gd name="connsiteX2788" fmla="*/ 3837035 w 4819079"/>
              <a:gd name="connsiteY2788" fmla="*/ 765594 h 4835028"/>
              <a:gd name="connsiteX2789" fmla="*/ 3855263 w 4819079"/>
              <a:gd name="connsiteY2789" fmla="*/ 781543 h 4835028"/>
              <a:gd name="connsiteX2790" fmla="*/ 3837035 w 4819079"/>
              <a:gd name="connsiteY2790" fmla="*/ 799772 h 4835028"/>
              <a:gd name="connsiteX2791" fmla="*/ 3821087 w 4819079"/>
              <a:gd name="connsiteY2791" fmla="*/ 781543 h 4835028"/>
              <a:gd name="connsiteX2792" fmla="*/ 3837035 w 4819079"/>
              <a:gd name="connsiteY2792" fmla="*/ 765594 h 4835028"/>
              <a:gd name="connsiteX2793" fmla="*/ 3435729 w 4819079"/>
              <a:gd name="connsiteY2793" fmla="*/ 755892 h 4835028"/>
              <a:gd name="connsiteX2794" fmla="*/ 3445415 w 4819079"/>
              <a:gd name="connsiteY2794" fmla="*/ 763326 h 4835028"/>
              <a:gd name="connsiteX2795" fmla="*/ 3439575 w 4819079"/>
              <a:gd name="connsiteY2795" fmla="*/ 785110 h 4835028"/>
              <a:gd name="connsiteX2796" fmla="*/ 3417787 w 4819079"/>
              <a:gd name="connsiteY2796" fmla="*/ 779275 h 4835028"/>
              <a:gd name="connsiteX2797" fmla="*/ 3417787 w 4819079"/>
              <a:gd name="connsiteY2797" fmla="*/ 763326 h 4835028"/>
              <a:gd name="connsiteX2798" fmla="*/ 3423627 w 4819079"/>
              <a:gd name="connsiteY2798" fmla="*/ 757485 h 4835028"/>
              <a:gd name="connsiteX2799" fmla="*/ 3435729 w 4819079"/>
              <a:gd name="connsiteY2799" fmla="*/ 755892 h 4835028"/>
              <a:gd name="connsiteX2800" fmla="*/ 2852714 w 4819079"/>
              <a:gd name="connsiteY2800" fmla="*/ 745097 h 4835028"/>
              <a:gd name="connsiteX2801" fmla="*/ 2873220 w 4819079"/>
              <a:gd name="connsiteY2801" fmla="*/ 765604 h 4835028"/>
              <a:gd name="connsiteX2802" fmla="*/ 2852714 w 4819079"/>
              <a:gd name="connsiteY2802" fmla="*/ 788389 h 4835028"/>
              <a:gd name="connsiteX2803" fmla="*/ 2829928 w 4819079"/>
              <a:gd name="connsiteY2803" fmla="*/ 765604 h 4835028"/>
              <a:gd name="connsiteX2804" fmla="*/ 2830055 w 4819079"/>
              <a:gd name="connsiteY2804" fmla="*/ 763198 h 4835028"/>
              <a:gd name="connsiteX2805" fmla="*/ 2852714 w 4819079"/>
              <a:gd name="connsiteY2805" fmla="*/ 745097 h 4835028"/>
              <a:gd name="connsiteX2806" fmla="*/ 1048122 w 4819079"/>
              <a:gd name="connsiteY2806" fmla="*/ 742810 h 4835028"/>
              <a:gd name="connsiteX2807" fmla="*/ 1089135 w 4819079"/>
              <a:gd name="connsiteY2807" fmla="*/ 781544 h 4835028"/>
              <a:gd name="connsiteX2808" fmla="*/ 1089068 w 4819079"/>
              <a:gd name="connsiteY2808" fmla="*/ 783892 h 4835028"/>
              <a:gd name="connsiteX2809" fmla="*/ 1048122 w 4819079"/>
              <a:gd name="connsiteY2809" fmla="*/ 820280 h 4835028"/>
              <a:gd name="connsiteX2810" fmla="*/ 1009387 w 4819079"/>
              <a:gd name="connsiteY2810" fmla="*/ 781544 h 4835028"/>
              <a:gd name="connsiteX2811" fmla="*/ 1048122 w 4819079"/>
              <a:gd name="connsiteY2811" fmla="*/ 742810 h 4835028"/>
              <a:gd name="connsiteX2812" fmla="*/ 1676994 w 4819079"/>
              <a:gd name="connsiteY2812" fmla="*/ 738260 h 4835028"/>
              <a:gd name="connsiteX2813" fmla="*/ 1713451 w 4819079"/>
              <a:gd name="connsiteY2813" fmla="*/ 774716 h 4835028"/>
              <a:gd name="connsiteX2814" fmla="*/ 1676994 w 4819079"/>
              <a:gd name="connsiteY2814" fmla="*/ 811174 h 4835028"/>
              <a:gd name="connsiteX2815" fmla="*/ 1640538 w 4819079"/>
              <a:gd name="connsiteY2815" fmla="*/ 774716 h 4835028"/>
              <a:gd name="connsiteX2816" fmla="*/ 1676994 w 4819079"/>
              <a:gd name="connsiteY2816" fmla="*/ 738260 h 4835028"/>
              <a:gd name="connsiteX2817" fmla="*/ 1460623 w 4819079"/>
              <a:gd name="connsiteY2817" fmla="*/ 733616 h 4835028"/>
              <a:gd name="connsiteX2818" fmla="*/ 1490156 w 4819079"/>
              <a:gd name="connsiteY2818" fmla="*/ 763326 h 4835028"/>
              <a:gd name="connsiteX2819" fmla="*/ 1490069 w 4819079"/>
              <a:gd name="connsiteY2819" fmla="*/ 765693 h 4835028"/>
              <a:gd name="connsiteX2820" fmla="*/ 1458257 w 4819079"/>
              <a:gd name="connsiteY2820" fmla="*/ 792946 h 4835028"/>
              <a:gd name="connsiteX2821" fmla="*/ 1428636 w 4819079"/>
              <a:gd name="connsiteY2821" fmla="*/ 763326 h 4835028"/>
              <a:gd name="connsiteX2822" fmla="*/ 1458257 w 4819079"/>
              <a:gd name="connsiteY2822" fmla="*/ 733704 h 4835028"/>
              <a:gd name="connsiteX2823" fmla="*/ 1460623 w 4819079"/>
              <a:gd name="connsiteY2823" fmla="*/ 733616 h 4835028"/>
              <a:gd name="connsiteX2824" fmla="*/ 2034724 w 4819079"/>
              <a:gd name="connsiteY2824" fmla="*/ 724590 h 4835028"/>
              <a:gd name="connsiteX2825" fmla="*/ 2075737 w 4819079"/>
              <a:gd name="connsiteY2825" fmla="*/ 765604 h 4835028"/>
              <a:gd name="connsiteX2826" fmla="*/ 2034724 w 4819079"/>
              <a:gd name="connsiteY2826" fmla="*/ 806618 h 4835028"/>
              <a:gd name="connsiteX2827" fmla="*/ 1993710 w 4819079"/>
              <a:gd name="connsiteY2827" fmla="*/ 765604 h 4835028"/>
              <a:gd name="connsiteX2828" fmla="*/ 2034724 w 4819079"/>
              <a:gd name="connsiteY2828" fmla="*/ 724590 h 4835028"/>
              <a:gd name="connsiteX2829" fmla="*/ 3579563 w 4819079"/>
              <a:gd name="connsiteY2829" fmla="*/ 724587 h 4835028"/>
              <a:gd name="connsiteX2830" fmla="*/ 3584119 w 4819079"/>
              <a:gd name="connsiteY2830" fmla="*/ 729144 h 4835028"/>
              <a:gd name="connsiteX2831" fmla="*/ 3579563 w 4819079"/>
              <a:gd name="connsiteY2831" fmla="*/ 733702 h 4835028"/>
              <a:gd name="connsiteX2832" fmla="*/ 3575007 w 4819079"/>
              <a:gd name="connsiteY2832" fmla="*/ 729144 h 4835028"/>
              <a:gd name="connsiteX2833" fmla="*/ 3579563 w 4819079"/>
              <a:gd name="connsiteY2833" fmla="*/ 724587 h 4835028"/>
              <a:gd name="connsiteX2834" fmla="*/ 1232820 w 4819079"/>
              <a:gd name="connsiteY2834" fmla="*/ 721860 h 4835028"/>
              <a:gd name="connsiteX2835" fmla="*/ 1250910 w 4819079"/>
              <a:gd name="connsiteY2835" fmla="*/ 722311 h 4835028"/>
              <a:gd name="connsiteX2836" fmla="*/ 1294202 w 4819079"/>
              <a:gd name="connsiteY2836" fmla="*/ 765602 h 4835028"/>
              <a:gd name="connsiteX2837" fmla="*/ 1250910 w 4819079"/>
              <a:gd name="connsiteY2837" fmla="*/ 811174 h 4835028"/>
              <a:gd name="connsiteX2838" fmla="*/ 1230658 w 4819079"/>
              <a:gd name="connsiteY2838" fmla="*/ 811174 h 4835028"/>
              <a:gd name="connsiteX2839" fmla="*/ 1196353 w 4819079"/>
              <a:gd name="connsiteY2839" fmla="*/ 756614 h 4835028"/>
              <a:gd name="connsiteX2840" fmla="*/ 1232820 w 4819079"/>
              <a:gd name="connsiteY2840" fmla="*/ 721860 h 4835028"/>
              <a:gd name="connsiteX2841" fmla="*/ 3146643 w 4819079"/>
              <a:gd name="connsiteY2841" fmla="*/ 720033 h 4835028"/>
              <a:gd name="connsiteX2842" fmla="*/ 3173987 w 4819079"/>
              <a:gd name="connsiteY2842" fmla="*/ 747374 h 4835028"/>
              <a:gd name="connsiteX2843" fmla="*/ 3146643 w 4819079"/>
              <a:gd name="connsiteY2843" fmla="*/ 774716 h 4835028"/>
              <a:gd name="connsiteX2844" fmla="*/ 3119301 w 4819079"/>
              <a:gd name="connsiteY2844" fmla="*/ 747374 h 4835028"/>
              <a:gd name="connsiteX2845" fmla="*/ 3146643 w 4819079"/>
              <a:gd name="connsiteY2845" fmla="*/ 720033 h 4835028"/>
              <a:gd name="connsiteX2846" fmla="*/ 2581569 w 4819079"/>
              <a:gd name="connsiteY2846" fmla="*/ 699527 h 4835028"/>
              <a:gd name="connsiteX2847" fmla="*/ 2604354 w 4819079"/>
              <a:gd name="connsiteY2847" fmla="*/ 722312 h 4835028"/>
              <a:gd name="connsiteX2848" fmla="*/ 2581569 w 4819079"/>
              <a:gd name="connsiteY2848" fmla="*/ 745097 h 4835028"/>
              <a:gd name="connsiteX2849" fmla="*/ 2579176 w 4819079"/>
              <a:gd name="connsiteY2849" fmla="*/ 745211 h 4835028"/>
              <a:gd name="connsiteX2850" fmla="*/ 2556505 w 4819079"/>
              <a:gd name="connsiteY2850" fmla="*/ 722312 h 4835028"/>
              <a:gd name="connsiteX2851" fmla="*/ 2581569 w 4819079"/>
              <a:gd name="connsiteY2851" fmla="*/ 699527 h 4835028"/>
              <a:gd name="connsiteX2852" fmla="*/ 1804593 w 4819079"/>
              <a:gd name="connsiteY2852" fmla="*/ 699527 h 4835028"/>
              <a:gd name="connsiteX2853" fmla="*/ 1827378 w 4819079"/>
              <a:gd name="connsiteY2853" fmla="*/ 722312 h 4835028"/>
              <a:gd name="connsiteX2854" fmla="*/ 1804593 w 4819079"/>
              <a:gd name="connsiteY2854" fmla="*/ 745097 h 4835028"/>
              <a:gd name="connsiteX2855" fmla="*/ 1781807 w 4819079"/>
              <a:gd name="connsiteY2855" fmla="*/ 722312 h 4835028"/>
              <a:gd name="connsiteX2856" fmla="*/ 1781807 w 4819079"/>
              <a:gd name="connsiteY2856" fmla="*/ 717467 h 4835028"/>
              <a:gd name="connsiteX2857" fmla="*/ 1804593 w 4819079"/>
              <a:gd name="connsiteY2857" fmla="*/ 699527 h 4835028"/>
              <a:gd name="connsiteX2858" fmla="*/ 2718281 w 4819079"/>
              <a:gd name="connsiteY2858" fmla="*/ 697249 h 4835028"/>
              <a:gd name="connsiteX2859" fmla="*/ 2720623 w 4819079"/>
              <a:gd name="connsiteY2859" fmla="*/ 697312 h 4835028"/>
              <a:gd name="connsiteX2860" fmla="*/ 2759294 w 4819079"/>
              <a:gd name="connsiteY2860" fmla="*/ 740539 h 4835028"/>
              <a:gd name="connsiteX2861" fmla="*/ 2718281 w 4819079"/>
              <a:gd name="connsiteY2861" fmla="*/ 781554 h 4835028"/>
              <a:gd name="connsiteX2862" fmla="*/ 2715939 w 4819079"/>
              <a:gd name="connsiteY2862" fmla="*/ 781617 h 4835028"/>
              <a:gd name="connsiteX2863" fmla="*/ 2674989 w 4819079"/>
              <a:gd name="connsiteY2863" fmla="*/ 740539 h 4835028"/>
              <a:gd name="connsiteX2864" fmla="*/ 2674989 w 4819079"/>
              <a:gd name="connsiteY2864" fmla="*/ 735849 h 4835028"/>
              <a:gd name="connsiteX2865" fmla="*/ 2718281 w 4819079"/>
              <a:gd name="connsiteY2865" fmla="*/ 697249 h 4835028"/>
              <a:gd name="connsiteX2866" fmla="*/ 2442579 w 4819079"/>
              <a:gd name="connsiteY2866" fmla="*/ 694971 h 4835028"/>
              <a:gd name="connsiteX2867" fmla="*/ 2465365 w 4819079"/>
              <a:gd name="connsiteY2867" fmla="*/ 717755 h 4835028"/>
              <a:gd name="connsiteX2868" fmla="*/ 2442579 w 4819079"/>
              <a:gd name="connsiteY2868" fmla="*/ 740539 h 4835028"/>
              <a:gd name="connsiteX2869" fmla="*/ 2419794 w 4819079"/>
              <a:gd name="connsiteY2869" fmla="*/ 717755 h 4835028"/>
              <a:gd name="connsiteX2870" fmla="*/ 2442579 w 4819079"/>
              <a:gd name="connsiteY2870" fmla="*/ 694971 h 4835028"/>
              <a:gd name="connsiteX2871" fmla="*/ 959260 w 4819079"/>
              <a:gd name="connsiteY2871" fmla="*/ 690400 h 4835028"/>
              <a:gd name="connsiteX2872" fmla="*/ 984324 w 4819079"/>
              <a:gd name="connsiteY2872" fmla="*/ 715463 h 4835028"/>
              <a:gd name="connsiteX2873" fmla="*/ 959260 w 4819079"/>
              <a:gd name="connsiteY2873" fmla="*/ 740526 h 4835028"/>
              <a:gd name="connsiteX2874" fmla="*/ 934196 w 4819079"/>
              <a:gd name="connsiteY2874" fmla="*/ 715463 h 4835028"/>
              <a:gd name="connsiteX2875" fmla="*/ 959260 w 4819079"/>
              <a:gd name="connsiteY2875" fmla="*/ 690400 h 4835028"/>
              <a:gd name="connsiteX2876" fmla="*/ 2148347 w 4819079"/>
              <a:gd name="connsiteY2876" fmla="*/ 687933 h 4835028"/>
              <a:gd name="connsiteX2877" fmla="*/ 2169156 w 4819079"/>
              <a:gd name="connsiteY2877" fmla="*/ 688135 h 4835028"/>
              <a:gd name="connsiteX2878" fmla="*/ 2190891 w 4819079"/>
              <a:gd name="connsiteY2878" fmla="*/ 688135 h 4835028"/>
              <a:gd name="connsiteX2879" fmla="*/ 2231290 w 4819079"/>
              <a:gd name="connsiteY2879" fmla="*/ 750269 h 4835028"/>
              <a:gd name="connsiteX2880" fmla="*/ 2169156 w 4819079"/>
              <a:gd name="connsiteY2880" fmla="*/ 790670 h 4835028"/>
              <a:gd name="connsiteX2881" fmla="*/ 2147420 w 4819079"/>
              <a:gd name="connsiteY2881" fmla="*/ 790670 h 4835028"/>
              <a:gd name="connsiteX2882" fmla="*/ 2107021 w 4819079"/>
              <a:gd name="connsiteY2882" fmla="*/ 728533 h 4835028"/>
              <a:gd name="connsiteX2883" fmla="*/ 2148347 w 4819079"/>
              <a:gd name="connsiteY2883" fmla="*/ 687933 h 4835028"/>
              <a:gd name="connsiteX2884" fmla="*/ 3729947 w 4819079"/>
              <a:gd name="connsiteY2884" fmla="*/ 683568 h 4835028"/>
              <a:gd name="connsiteX2885" fmla="*/ 3748175 w 4819079"/>
              <a:gd name="connsiteY2885" fmla="*/ 697240 h 4835028"/>
              <a:gd name="connsiteX2886" fmla="*/ 3729947 w 4819079"/>
              <a:gd name="connsiteY2886" fmla="*/ 715467 h 4835028"/>
              <a:gd name="connsiteX2887" fmla="*/ 3727503 w 4819079"/>
              <a:gd name="connsiteY2887" fmla="*/ 715630 h 4835028"/>
              <a:gd name="connsiteX2888" fmla="*/ 3711719 w 4819079"/>
              <a:gd name="connsiteY2888" fmla="*/ 699518 h 4835028"/>
              <a:gd name="connsiteX2889" fmla="*/ 3711881 w 4819079"/>
              <a:gd name="connsiteY2889" fmla="*/ 697075 h 4835028"/>
              <a:gd name="connsiteX2890" fmla="*/ 3729947 w 4819079"/>
              <a:gd name="connsiteY2890" fmla="*/ 683568 h 4835028"/>
              <a:gd name="connsiteX2891" fmla="*/ 2305868 w 4819079"/>
              <a:gd name="connsiteY2891" fmla="*/ 681298 h 4835028"/>
              <a:gd name="connsiteX2892" fmla="*/ 2346881 w 4819079"/>
              <a:gd name="connsiteY2892" fmla="*/ 722312 h 4835028"/>
              <a:gd name="connsiteX2893" fmla="*/ 2305868 w 4819079"/>
              <a:gd name="connsiteY2893" fmla="*/ 763326 h 4835028"/>
              <a:gd name="connsiteX2894" fmla="*/ 2264854 w 4819079"/>
              <a:gd name="connsiteY2894" fmla="*/ 722312 h 4835028"/>
              <a:gd name="connsiteX2895" fmla="*/ 2305868 w 4819079"/>
              <a:gd name="connsiteY2895" fmla="*/ 681298 h 4835028"/>
              <a:gd name="connsiteX2896" fmla="*/ 3306139 w 4819079"/>
              <a:gd name="connsiteY2896" fmla="*/ 674462 h 4835028"/>
              <a:gd name="connsiteX2897" fmla="*/ 3328925 w 4819079"/>
              <a:gd name="connsiteY2897" fmla="*/ 697248 h 4835028"/>
              <a:gd name="connsiteX2898" fmla="*/ 3329039 w 4819079"/>
              <a:gd name="connsiteY2898" fmla="*/ 699641 h 4835028"/>
              <a:gd name="connsiteX2899" fmla="*/ 3306139 w 4819079"/>
              <a:gd name="connsiteY2899" fmla="*/ 722312 h 4835028"/>
              <a:gd name="connsiteX2900" fmla="*/ 3283355 w 4819079"/>
              <a:gd name="connsiteY2900" fmla="*/ 697248 h 4835028"/>
              <a:gd name="connsiteX2901" fmla="*/ 3306139 w 4819079"/>
              <a:gd name="connsiteY2901" fmla="*/ 674462 h 4835028"/>
              <a:gd name="connsiteX2902" fmla="*/ 3019047 w 4819079"/>
              <a:gd name="connsiteY2902" fmla="*/ 669906 h 4835028"/>
              <a:gd name="connsiteX2903" fmla="*/ 3048667 w 4819079"/>
              <a:gd name="connsiteY2903" fmla="*/ 699527 h 4835028"/>
              <a:gd name="connsiteX2904" fmla="*/ 3019047 w 4819079"/>
              <a:gd name="connsiteY2904" fmla="*/ 729148 h 4835028"/>
              <a:gd name="connsiteX2905" fmla="*/ 2989425 w 4819079"/>
              <a:gd name="connsiteY2905" fmla="*/ 699527 h 4835028"/>
              <a:gd name="connsiteX2906" fmla="*/ 3019047 w 4819079"/>
              <a:gd name="connsiteY2906" fmla="*/ 669906 h 4835028"/>
              <a:gd name="connsiteX2907" fmla="*/ 1581296 w 4819079"/>
              <a:gd name="connsiteY2907" fmla="*/ 665350 h 4835028"/>
              <a:gd name="connsiteX2908" fmla="*/ 1613196 w 4819079"/>
              <a:gd name="connsiteY2908" fmla="*/ 697248 h 4835028"/>
              <a:gd name="connsiteX2909" fmla="*/ 1581296 w 4819079"/>
              <a:gd name="connsiteY2909" fmla="*/ 729148 h 4835028"/>
              <a:gd name="connsiteX2910" fmla="*/ 1549397 w 4819079"/>
              <a:gd name="connsiteY2910" fmla="*/ 697248 h 4835028"/>
              <a:gd name="connsiteX2911" fmla="*/ 1581296 w 4819079"/>
              <a:gd name="connsiteY2911" fmla="*/ 665350 h 4835028"/>
              <a:gd name="connsiteX2912" fmla="*/ 1934468 w 4819079"/>
              <a:gd name="connsiteY2912" fmla="*/ 656235 h 4835028"/>
              <a:gd name="connsiteX2913" fmla="*/ 1957254 w 4819079"/>
              <a:gd name="connsiteY2913" fmla="*/ 679020 h 4835028"/>
              <a:gd name="connsiteX2914" fmla="*/ 1957254 w 4819079"/>
              <a:gd name="connsiteY2914" fmla="*/ 683864 h 4835028"/>
              <a:gd name="connsiteX2915" fmla="*/ 1934468 w 4819079"/>
              <a:gd name="connsiteY2915" fmla="*/ 701806 h 4835028"/>
              <a:gd name="connsiteX2916" fmla="*/ 1911683 w 4819079"/>
              <a:gd name="connsiteY2916" fmla="*/ 679020 h 4835028"/>
              <a:gd name="connsiteX2917" fmla="*/ 1934468 w 4819079"/>
              <a:gd name="connsiteY2917" fmla="*/ 656235 h 4835028"/>
              <a:gd name="connsiteX2918" fmla="*/ 1364836 w 4819079"/>
              <a:gd name="connsiteY2918" fmla="*/ 656234 h 4835028"/>
              <a:gd name="connsiteX2919" fmla="*/ 1392179 w 4819079"/>
              <a:gd name="connsiteY2919" fmla="*/ 683576 h 4835028"/>
              <a:gd name="connsiteX2920" fmla="*/ 1393736 w 4819079"/>
              <a:gd name="connsiteY2920" fmla="*/ 691988 h 4835028"/>
              <a:gd name="connsiteX2921" fmla="*/ 1367115 w 4819079"/>
              <a:gd name="connsiteY2921" fmla="*/ 720033 h 4835028"/>
              <a:gd name="connsiteX2922" fmla="*/ 1353770 w 4819079"/>
              <a:gd name="connsiteY2922" fmla="*/ 718651 h 4835028"/>
              <a:gd name="connsiteX2923" fmla="*/ 1337494 w 4819079"/>
              <a:gd name="connsiteY2923" fmla="*/ 683576 h 4835028"/>
              <a:gd name="connsiteX2924" fmla="*/ 1364836 w 4819079"/>
              <a:gd name="connsiteY2924" fmla="*/ 656234 h 4835028"/>
              <a:gd name="connsiteX2925" fmla="*/ 1157491 w 4819079"/>
              <a:gd name="connsiteY2925" fmla="*/ 656227 h 4835028"/>
              <a:gd name="connsiteX2926" fmla="*/ 1177224 w 4819079"/>
              <a:gd name="connsiteY2926" fmla="*/ 656227 h 4835028"/>
              <a:gd name="connsiteX2927" fmla="*/ 1209510 w 4819079"/>
              <a:gd name="connsiteY2927" fmla="*/ 708245 h 4835028"/>
              <a:gd name="connsiteX2928" fmla="*/ 1157491 w 4819079"/>
              <a:gd name="connsiteY2928" fmla="*/ 740531 h 4835028"/>
              <a:gd name="connsiteX2929" fmla="*/ 1155149 w 4819079"/>
              <a:gd name="connsiteY2929" fmla="*/ 740468 h 4835028"/>
              <a:gd name="connsiteX2930" fmla="*/ 1116477 w 4819079"/>
              <a:gd name="connsiteY2930" fmla="*/ 697240 h 4835028"/>
              <a:gd name="connsiteX2931" fmla="*/ 1157491 w 4819079"/>
              <a:gd name="connsiteY2931" fmla="*/ 656227 h 4835028"/>
              <a:gd name="connsiteX2932" fmla="*/ 3463359 w 4819079"/>
              <a:gd name="connsiteY2932" fmla="*/ 649397 h 4835028"/>
              <a:gd name="connsiteX2933" fmla="*/ 3470195 w 4819079"/>
              <a:gd name="connsiteY2933" fmla="*/ 656234 h 4835028"/>
              <a:gd name="connsiteX2934" fmla="*/ 3463359 w 4819079"/>
              <a:gd name="connsiteY2934" fmla="*/ 663068 h 4835028"/>
              <a:gd name="connsiteX2935" fmla="*/ 3456523 w 4819079"/>
              <a:gd name="connsiteY2935" fmla="*/ 656234 h 4835028"/>
              <a:gd name="connsiteX2936" fmla="*/ 3463359 w 4819079"/>
              <a:gd name="connsiteY2936" fmla="*/ 649397 h 4835028"/>
              <a:gd name="connsiteX2937" fmla="*/ 1066350 w 4819079"/>
              <a:gd name="connsiteY2937" fmla="*/ 628879 h 4835028"/>
              <a:gd name="connsiteX2938" fmla="*/ 1080022 w 4819079"/>
              <a:gd name="connsiteY2938" fmla="*/ 642550 h 4835028"/>
              <a:gd name="connsiteX2939" fmla="*/ 1066350 w 4819079"/>
              <a:gd name="connsiteY2939" fmla="*/ 642550 h 4835028"/>
              <a:gd name="connsiteX2940" fmla="*/ 1052679 w 4819079"/>
              <a:gd name="connsiteY2940" fmla="*/ 642550 h 4835028"/>
              <a:gd name="connsiteX2941" fmla="*/ 1052679 w 4819079"/>
              <a:gd name="connsiteY2941" fmla="*/ 637403 h 4835028"/>
              <a:gd name="connsiteX2942" fmla="*/ 1066350 w 4819079"/>
              <a:gd name="connsiteY2942" fmla="*/ 628879 h 4835028"/>
              <a:gd name="connsiteX2943" fmla="*/ 2068901 w 4819079"/>
              <a:gd name="connsiteY2943" fmla="*/ 624335 h 4835028"/>
              <a:gd name="connsiteX2944" fmla="*/ 2098522 w 4819079"/>
              <a:gd name="connsiteY2944" fmla="*/ 653956 h 4835028"/>
              <a:gd name="connsiteX2945" fmla="*/ 2068901 w 4819079"/>
              <a:gd name="connsiteY2945" fmla="*/ 683577 h 4835028"/>
              <a:gd name="connsiteX2946" fmla="*/ 2066535 w 4819079"/>
              <a:gd name="connsiteY2946" fmla="*/ 683665 h 4835028"/>
              <a:gd name="connsiteX2947" fmla="*/ 2037002 w 4819079"/>
              <a:gd name="connsiteY2947" fmla="*/ 653956 h 4835028"/>
              <a:gd name="connsiteX2948" fmla="*/ 2037090 w 4819079"/>
              <a:gd name="connsiteY2948" fmla="*/ 651590 h 4835028"/>
              <a:gd name="connsiteX2949" fmla="*/ 2068901 w 4819079"/>
              <a:gd name="connsiteY2949" fmla="*/ 624335 h 4835028"/>
              <a:gd name="connsiteX2950" fmla="*/ 1706616 w 4819079"/>
              <a:gd name="connsiteY2950" fmla="*/ 624335 h 4835028"/>
              <a:gd name="connsiteX2951" fmla="*/ 1736237 w 4819079"/>
              <a:gd name="connsiteY2951" fmla="*/ 653956 h 4835028"/>
              <a:gd name="connsiteX2952" fmla="*/ 1706616 w 4819079"/>
              <a:gd name="connsiteY2952" fmla="*/ 683576 h 4835028"/>
              <a:gd name="connsiteX2953" fmla="*/ 1676995 w 4819079"/>
              <a:gd name="connsiteY2953" fmla="*/ 653956 h 4835028"/>
              <a:gd name="connsiteX2954" fmla="*/ 1706616 w 4819079"/>
              <a:gd name="connsiteY2954" fmla="*/ 624335 h 4835028"/>
              <a:gd name="connsiteX2955" fmla="*/ 2884613 w 4819079"/>
              <a:gd name="connsiteY2955" fmla="*/ 617501 h 4835028"/>
              <a:gd name="connsiteX2956" fmla="*/ 2904865 w 4819079"/>
              <a:gd name="connsiteY2956" fmla="*/ 617501 h 4835028"/>
              <a:gd name="connsiteX2957" fmla="*/ 2939170 w 4819079"/>
              <a:gd name="connsiteY2957" fmla="*/ 672055 h 4835028"/>
              <a:gd name="connsiteX2958" fmla="*/ 2884613 w 4819079"/>
              <a:gd name="connsiteY2958" fmla="*/ 706362 h 4835028"/>
              <a:gd name="connsiteX2959" fmla="*/ 2841321 w 4819079"/>
              <a:gd name="connsiteY2959" fmla="*/ 660791 h 4835028"/>
              <a:gd name="connsiteX2960" fmla="*/ 2884613 w 4819079"/>
              <a:gd name="connsiteY2960" fmla="*/ 617501 h 4835028"/>
              <a:gd name="connsiteX2961" fmla="*/ 3189935 w 4819079"/>
              <a:gd name="connsiteY2961" fmla="*/ 617499 h 4835028"/>
              <a:gd name="connsiteX2962" fmla="*/ 3214999 w 4819079"/>
              <a:gd name="connsiteY2962" fmla="*/ 642564 h 4835028"/>
              <a:gd name="connsiteX2963" fmla="*/ 3189935 w 4819079"/>
              <a:gd name="connsiteY2963" fmla="*/ 667628 h 4835028"/>
              <a:gd name="connsiteX2964" fmla="*/ 3164871 w 4819079"/>
              <a:gd name="connsiteY2964" fmla="*/ 642564 h 4835028"/>
              <a:gd name="connsiteX2965" fmla="*/ 3189935 w 4819079"/>
              <a:gd name="connsiteY2965" fmla="*/ 617499 h 4835028"/>
              <a:gd name="connsiteX2966" fmla="*/ 2750180 w 4819079"/>
              <a:gd name="connsiteY2966" fmla="*/ 610664 h 4835028"/>
              <a:gd name="connsiteX2967" fmla="*/ 2775243 w 4819079"/>
              <a:gd name="connsiteY2967" fmla="*/ 633449 h 4835028"/>
              <a:gd name="connsiteX2968" fmla="*/ 2750180 w 4819079"/>
              <a:gd name="connsiteY2968" fmla="*/ 658514 h 4835028"/>
              <a:gd name="connsiteX2969" fmla="*/ 2727394 w 4819079"/>
              <a:gd name="connsiteY2969" fmla="*/ 633449 h 4835028"/>
              <a:gd name="connsiteX2970" fmla="*/ 2750180 w 4819079"/>
              <a:gd name="connsiteY2970" fmla="*/ 610664 h 4835028"/>
              <a:gd name="connsiteX2971" fmla="*/ 2203334 w 4819079"/>
              <a:gd name="connsiteY2971" fmla="*/ 606106 h 4835028"/>
              <a:gd name="connsiteX2972" fmla="*/ 2221562 w 4819079"/>
              <a:gd name="connsiteY2972" fmla="*/ 624335 h 4835028"/>
              <a:gd name="connsiteX2973" fmla="*/ 2203334 w 4819079"/>
              <a:gd name="connsiteY2973" fmla="*/ 640286 h 4835028"/>
              <a:gd name="connsiteX2974" fmla="*/ 2187385 w 4819079"/>
              <a:gd name="connsiteY2974" fmla="*/ 624335 h 4835028"/>
              <a:gd name="connsiteX2975" fmla="*/ 2203334 w 4819079"/>
              <a:gd name="connsiteY2975" fmla="*/ 606106 h 4835028"/>
              <a:gd name="connsiteX2976" fmla="*/ 2615747 w 4819079"/>
              <a:gd name="connsiteY2976" fmla="*/ 592436 h 4835028"/>
              <a:gd name="connsiteX2977" fmla="*/ 2638532 w 4819079"/>
              <a:gd name="connsiteY2977" fmla="*/ 617501 h 4835028"/>
              <a:gd name="connsiteX2978" fmla="*/ 2615747 w 4819079"/>
              <a:gd name="connsiteY2978" fmla="*/ 640286 h 4835028"/>
              <a:gd name="connsiteX2979" fmla="*/ 2590683 w 4819079"/>
              <a:gd name="connsiteY2979" fmla="*/ 617501 h 4835028"/>
              <a:gd name="connsiteX2980" fmla="*/ 2615747 w 4819079"/>
              <a:gd name="connsiteY2980" fmla="*/ 592436 h 4835028"/>
              <a:gd name="connsiteX2981" fmla="*/ 3340319 w 4819079"/>
              <a:gd name="connsiteY2981" fmla="*/ 592434 h 4835028"/>
              <a:gd name="connsiteX2982" fmla="*/ 3351711 w 4819079"/>
              <a:gd name="connsiteY2982" fmla="*/ 603827 h 4835028"/>
              <a:gd name="connsiteX2983" fmla="*/ 3340319 w 4819079"/>
              <a:gd name="connsiteY2983" fmla="*/ 603827 h 4835028"/>
              <a:gd name="connsiteX2984" fmla="*/ 3328925 w 4819079"/>
              <a:gd name="connsiteY2984" fmla="*/ 603827 h 4835028"/>
              <a:gd name="connsiteX2985" fmla="*/ 3340319 w 4819079"/>
              <a:gd name="connsiteY2985" fmla="*/ 592434 h 4835028"/>
              <a:gd name="connsiteX2986" fmla="*/ 1271417 w 4819079"/>
              <a:gd name="connsiteY2986" fmla="*/ 587871 h 4835028"/>
              <a:gd name="connsiteX2987" fmla="*/ 1303317 w 4819079"/>
              <a:gd name="connsiteY2987" fmla="*/ 619770 h 4835028"/>
              <a:gd name="connsiteX2988" fmla="*/ 1271417 w 4819079"/>
              <a:gd name="connsiteY2988" fmla="*/ 651671 h 4835028"/>
              <a:gd name="connsiteX2989" fmla="*/ 1239518 w 4819079"/>
              <a:gd name="connsiteY2989" fmla="*/ 619770 h 4835028"/>
              <a:gd name="connsiteX2990" fmla="*/ 1271417 w 4819079"/>
              <a:gd name="connsiteY2990" fmla="*/ 587871 h 4835028"/>
              <a:gd name="connsiteX2991" fmla="*/ 2476757 w 4819079"/>
              <a:gd name="connsiteY2991" fmla="*/ 585600 h 4835028"/>
              <a:gd name="connsiteX2992" fmla="*/ 2501821 w 4819079"/>
              <a:gd name="connsiteY2992" fmla="*/ 608385 h 4835028"/>
              <a:gd name="connsiteX2993" fmla="*/ 2501707 w 4819079"/>
              <a:gd name="connsiteY2993" fmla="*/ 610779 h 4835028"/>
              <a:gd name="connsiteX2994" fmla="*/ 2476757 w 4819079"/>
              <a:gd name="connsiteY2994" fmla="*/ 631173 h 4835028"/>
              <a:gd name="connsiteX2995" fmla="*/ 2453972 w 4819079"/>
              <a:gd name="connsiteY2995" fmla="*/ 608385 h 4835028"/>
              <a:gd name="connsiteX2996" fmla="*/ 2476757 w 4819079"/>
              <a:gd name="connsiteY2996" fmla="*/ 585600 h 4835028"/>
              <a:gd name="connsiteX2997" fmla="*/ 1485599 w 4819079"/>
              <a:gd name="connsiteY2997" fmla="*/ 585599 h 4835028"/>
              <a:gd name="connsiteX2998" fmla="*/ 1524334 w 4819079"/>
              <a:gd name="connsiteY2998" fmla="*/ 624333 h 4835028"/>
              <a:gd name="connsiteX2999" fmla="*/ 1485599 w 4819079"/>
              <a:gd name="connsiteY2999" fmla="*/ 663069 h 4835028"/>
              <a:gd name="connsiteX3000" fmla="*/ 1446864 w 4819079"/>
              <a:gd name="connsiteY3000" fmla="*/ 624333 h 4835028"/>
              <a:gd name="connsiteX3001" fmla="*/ 1485599 w 4819079"/>
              <a:gd name="connsiteY3001" fmla="*/ 585599 h 4835028"/>
              <a:gd name="connsiteX3002" fmla="*/ 2340046 w 4819079"/>
              <a:gd name="connsiteY3002" fmla="*/ 581044 h 4835028"/>
              <a:gd name="connsiteX3003" fmla="*/ 2369667 w 4819079"/>
              <a:gd name="connsiteY3003" fmla="*/ 610664 h 4835028"/>
              <a:gd name="connsiteX3004" fmla="*/ 2340046 w 4819079"/>
              <a:gd name="connsiteY3004" fmla="*/ 640286 h 4835028"/>
              <a:gd name="connsiteX3005" fmla="*/ 2310425 w 4819079"/>
              <a:gd name="connsiteY3005" fmla="*/ 610664 h 4835028"/>
              <a:gd name="connsiteX3006" fmla="*/ 2340046 w 4819079"/>
              <a:gd name="connsiteY3006" fmla="*/ 581044 h 4835028"/>
              <a:gd name="connsiteX3007" fmla="*/ 3053339 w 4819079"/>
              <a:gd name="connsiteY3007" fmla="*/ 571816 h 4835028"/>
              <a:gd name="connsiteX3008" fmla="*/ 3076009 w 4819079"/>
              <a:gd name="connsiteY3008" fmla="*/ 594715 h 4835028"/>
              <a:gd name="connsiteX3009" fmla="*/ 3050945 w 4819079"/>
              <a:gd name="connsiteY3009" fmla="*/ 619778 h 4835028"/>
              <a:gd name="connsiteX3010" fmla="*/ 3048551 w 4819079"/>
              <a:gd name="connsiteY3010" fmla="*/ 619665 h 4835028"/>
              <a:gd name="connsiteX3011" fmla="*/ 3028159 w 4819079"/>
              <a:gd name="connsiteY3011" fmla="*/ 594715 h 4835028"/>
              <a:gd name="connsiteX3012" fmla="*/ 3028159 w 4819079"/>
              <a:gd name="connsiteY3012" fmla="*/ 589871 h 4835028"/>
              <a:gd name="connsiteX3013" fmla="*/ 3050945 w 4819079"/>
              <a:gd name="connsiteY3013" fmla="*/ 571929 h 4835028"/>
              <a:gd name="connsiteX3014" fmla="*/ 3053339 w 4819079"/>
              <a:gd name="connsiteY3014" fmla="*/ 571816 h 4835028"/>
              <a:gd name="connsiteX3015" fmla="*/ 1834213 w 4819079"/>
              <a:gd name="connsiteY3015" fmla="*/ 549143 h 4835028"/>
              <a:gd name="connsiteX3016" fmla="*/ 1879784 w 4819079"/>
              <a:gd name="connsiteY3016" fmla="*/ 594715 h 4835028"/>
              <a:gd name="connsiteX3017" fmla="*/ 1834213 w 4819079"/>
              <a:gd name="connsiteY3017" fmla="*/ 640286 h 4835028"/>
              <a:gd name="connsiteX3018" fmla="*/ 1788643 w 4819079"/>
              <a:gd name="connsiteY3018" fmla="*/ 594715 h 4835028"/>
              <a:gd name="connsiteX3019" fmla="*/ 1834213 w 4819079"/>
              <a:gd name="connsiteY3019" fmla="*/ 549143 h 4835028"/>
              <a:gd name="connsiteX3020" fmla="*/ 975209 w 4819079"/>
              <a:gd name="connsiteY3020" fmla="*/ 542289 h 4835028"/>
              <a:gd name="connsiteX3021" fmla="*/ 995716 w 4819079"/>
              <a:gd name="connsiteY3021" fmla="*/ 562797 h 4835028"/>
              <a:gd name="connsiteX3022" fmla="*/ 975209 w 4819079"/>
              <a:gd name="connsiteY3022" fmla="*/ 583302 h 4835028"/>
              <a:gd name="connsiteX3023" fmla="*/ 954702 w 4819079"/>
              <a:gd name="connsiteY3023" fmla="*/ 562797 h 4835028"/>
              <a:gd name="connsiteX3024" fmla="*/ 975209 w 4819079"/>
              <a:gd name="connsiteY3024" fmla="*/ 542289 h 4835028"/>
              <a:gd name="connsiteX3025" fmla="*/ 1388262 w 4819079"/>
              <a:gd name="connsiteY3025" fmla="*/ 537938 h 4835028"/>
              <a:gd name="connsiteX3026" fmla="*/ 1397360 w 4819079"/>
              <a:gd name="connsiteY3026" fmla="*/ 546078 h 4835028"/>
              <a:gd name="connsiteX3027" fmla="*/ 1389900 w 4819079"/>
              <a:gd name="connsiteY3027" fmla="*/ 567365 h 4835028"/>
              <a:gd name="connsiteX3028" fmla="*/ 1389901 w 4819079"/>
              <a:gd name="connsiteY3028" fmla="*/ 567365 h 4835028"/>
              <a:gd name="connsiteX3029" fmla="*/ 1381411 w 4819079"/>
              <a:gd name="connsiteY3029" fmla="*/ 568862 h 4835028"/>
              <a:gd name="connsiteX3030" fmla="*/ 1367115 w 4819079"/>
              <a:gd name="connsiteY3030" fmla="*/ 551415 h 4835028"/>
              <a:gd name="connsiteX3031" fmla="*/ 1376073 w 4819079"/>
              <a:gd name="connsiteY3031" fmla="*/ 538618 h 4835028"/>
              <a:gd name="connsiteX3032" fmla="*/ 1388262 w 4819079"/>
              <a:gd name="connsiteY3032" fmla="*/ 537938 h 4835028"/>
              <a:gd name="connsiteX3033" fmla="*/ 3497537 w 4819079"/>
              <a:gd name="connsiteY3033" fmla="*/ 537744 h 4835028"/>
              <a:gd name="connsiteX3034" fmla="*/ 3511207 w 4819079"/>
              <a:gd name="connsiteY3034" fmla="*/ 551415 h 4835028"/>
              <a:gd name="connsiteX3035" fmla="*/ 3497537 w 4819079"/>
              <a:gd name="connsiteY3035" fmla="*/ 565085 h 4835028"/>
              <a:gd name="connsiteX3036" fmla="*/ 3483865 w 4819079"/>
              <a:gd name="connsiteY3036" fmla="*/ 551415 h 4835028"/>
              <a:gd name="connsiteX3037" fmla="*/ 3483865 w 4819079"/>
              <a:gd name="connsiteY3037" fmla="*/ 546269 h 4835028"/>
              <a:gd name="connsiteX3038" fmla="*/ 3497537 w 4819079"/>
              <a:gd name="connsiteY3038" fmla="*/ 537744 h 4835028"/>
              <a:gd name="connsiteX3039" fmla="*/ 1177998 w 4819079"/>
              <a:gd name="connsiteY3039" fmla="*/ 535459 h 4835028"/>
              <a:gd name="connsiteX3040" fmla="*/ 1193947 w 4819079"/>
              <a:gd name="connsiteY3040" fmla="*/ 551410 h 4835028"/>
              <a:gd name="connsiteX3041" fmla="*/ 1177998 w 4819079"/>
              <a:gd name="connsiteY3041" fmla="*/ 567359 h 4835028"/>
              <a:gd name="connsiteX3042" fmla="*/ 1162048 w 4819079"/>
              <a:gd name="connsiteY3042" fmla="*/ 551410 h 4835028"/>
              <a:gd name="connsiteX3043" fmla="*/ 1177998 w 4819079"/>
              <a:gd name="connsiteY3043" fmla="*/ 535459 h 4835028"/>
              <a:gd name="connsiteX3044" fmla="*/ 2918791 w 4819079"/>
              <a:gd name="connsiteY3044" fmla="*/ 533195 h 4835028"/>
              <a:gd name="connsiteX3045" fmla="*/ 2943855 w 4819079"/>
              <a:gd name="connsiteY3045" fmla="*/ 558257 h 4835028"/>
              <a:gd name="connsiteX3046" fmla="*/ 2943741 w 4819079"/>
              <a:gd name="connsiteY3046" fmla="*/ 560649 h 4835028"/>
              <a:gd name="connsiteX3047" fmla="*/ 2918791 w 4819079"/>
              <a:gd name="connsiteY3047" fmla="*/ 581042 h 4835028"/>
              <a:gd name="connsiteX3048" fmla="*/ 2913947 w 4819079"/>
              <a:gd name="connsiteY3048" fmla="*/ 581042 h 4835028"/>
              <a:gd name="connsiteX3049" fmla="*/ 2896006 w 4819079"/>
              <a:gd name="connsiteY3049" fmla="*/ 558257 h 4835028"/>
              <a:gd name="connsiteX3050" fmla="*/ 2895892 w 4819079"/>
              <a:gd name="connsiteY3050" fmla="*/ 555864 h 4835028"/>
              <a:gd name="connsiteX3051" fmla="*/ 2918791 w 4819079"/>
              <a:gd name="connsiteY3051" fmla="*/ 533195 h 4835028"/>
              <a:gd name="connsiteX3052" fmla="*/ 3214999 w 4819079"/>
              <a:gd name="connsiteY3052" fmla="*/ 530915 h 4835028"/>
              <a:gd name="connsiteX3053" fmla="*/ 3221835 w 4819079"/>
              <a:gd name="connsiteY3053" fmla="*/ 537750 h 4835028"/>
              <a:gd name="connsiteX3054" fmla="*/ 3214999 w 4819079"/>
              <a:gd name="connsiteY3054" fmla="*/ 544585 h 4835028"/>
              <a:gd name="connsiteX3055" fmla="*/ 3208163 w 4819079"/>
              <a:gd name="connsiteY3055" fmla="*/ 537750 h 4835028"/>
              <a:gd name="connsiteX3056" fmla="*/ 3214999 w 4819079"/>
              <a:gd name="connsiteY3056" fmla="*/ 530915 h 4835028"/>
              <a:gd name="connsiteX3057" fmla="*/ 1608639 w 4819079"/>
              <a:gd name="connsiteY3057" fmla="*/ 526357 h 4835028"/>
              <a:gd name="connsiteX3058" fmla="*/ 1647374 w 4819079"/>
              <a:gd name="connsiteY3058" fmla="*/ 565093 h 4835028"/>
              <a:gd name="connsiteX3059" fmla="*/ 1608639 w 4819079"/>
              <a:gd name="connsiteY3059" fmla="*/ 603828 h 4835028"/>
              <a:gd name="connsiteX3060" fmla="*/ 1569904 w 4819079"/>
              <a:gd name="connsiteY3060" fmla="*/ 565093 h 4835028"/>
              <a:gd name="connsiteX3061" fmla="*/ 1608639 w 4819079"/>
              <a:gd name="connsiteY3061" fmla="*/ 526357 h 4835028"/>
              <a:gd name="connsiteX3062" fmla="*/ 1966367 w 4819079"/>
              <a:gd name="connsiteY3062" fmla="*/ 524080 h 4835028"/>
              <a:gd name="connsiteX3063" fmla="*/ 2000545 w 4819079"/>
              <a:gd name="connsiteY3063" fmla="*/ 558258 h 4835028"/>
              <a:gd name="connsiteX3064" fmla="*/ 1966367 w 4819079"/>
              <a:gd name="connsiteY3064" fmla="*/ 592436 h 4835028"/>
              <a:gd name="connsiteX3065" fmla="*/ 1932189 w 4819079"/>
              <a:gd name="connsiteY3065" fmla="*/ 558258 h 4835028"/>
              <a:gd name="connsiteX3066" fmla="*/ 1966367 w 4819079"/>
              <a:gd name="connsiteY3066" fmla="*/ 524080 h 4835028"/>
              <a:gd name="connsiteX3067" fmla="*/ 2784358 w 4819079"/>
              <a:gd name="connsiteY3067" fmla="*/ 514966 h 4835028"/>
              <a:gd name="connsiteX3068" fmla="*/ 2798029 w 4819079"/>
              <a:gd name="connsiteY3068" fmla="*/ 528637 h 4835028"/>
              <a:gd name="connsiteX3069" fmla="*/ 2784358 w 4819079"/>
              <a:gd name="connsiteY3069" fmla="*/ 542307 h 4835028"/>
              <a:gd name="connsiteX3070" fmla="*/ 2770687 w 4819079"/>
              <a:gd name="connsiteY3070" fmla="*/ 528637 h 4835028"/>
              <a:gd name="connsiteX3071" fmla="*/ 2784358 w 4819079"/>
              <a:gd name="connsiteY3071" fmla="*/ 514966 h 4835028"/>
              <a:gd name="connsiteX3072" fmla="*/ 2103193 w 4819079"/>
              <a:gd name="connsiteY3072" fmla="*/ 505740 h 4835028"/>
              <a:gd name="connsiteX3073" fmla="*/ 2125864 w 4819079"/>
              <a:gd name="connsiteY3073" fmla="*/ 528639 h 4835028"/>
              <a:gd name="connsiteX3074" fmla="*/ 2100800 w 4819079"/>
              <a:gd name="connsiteY3074" fmla="*/ 553703 h 4835028"/>
              <a:gd name="connsiteX3075" fmla="*/ 2098407 w 4819079"/>
              <a:gd name="connsiteY3075" fmla="*/ 553588 h 4835028"/>
              <a:gd name="connsiteX3076" fmla="*/ 2078015 w 4819079"/>
              <a:gd name="connsiteY3076" fmla="*/ 528639 h 4835028"/>
              <a:gd name="connsiteX3077" fmla="*/ 2078015 w 4819079"/>
              <a:gd name="connsiteY3077" fmla="*/ 523795 h 4835028"/>
              <a:gd name="connsiteX3078" fmla="*/ 2100800 w 4819079"/>
              <a:gd name="connsiteY3078" fmla="*/ 505854 h 4835028"/>
              <a:gd name="connsiteX3079" fmla="*/ 2103193 w 4819079"/>
              <a:gd name="connsiteY3079" fmla="*/ 505740 h 4835028"/>
              <a:gd name="connsiteX3080" fmla="*/ 2649925 w 4819079"/>
              <a:gd name="connsiteY3080" fmla="*/ 492181 h 4835028"/>
              <a:gd name="connsiteX3081" fmla="*/ 2665875 w 4819079"/>
              <a:gd name="connsiteY3081" fmla="*/ 510410 h 4835028"/>
              <a:gd name="connsiteX3082" fmla="*/ 2649925 w 4819079"/>
              <a:gd name="connsiteY3082" fmla="*/ 526361 h 4835028"/>
              <a:gd name="connsiteX3083" fmla="*/ 2647482 w 4819079"/>
              <a:gd name="connsiteY3083" fmla="*/ 526523 h 4835028"/>
              <a:gd name="connsiteX3084" fmla="*/ 2631697 w 4819079"/>
              <a:gd name="connsiteY3084" fmla="*/ 510410 h 4835028"/>
              <a:gd name="connsiteX3085" fmla="*/ 2649925 w 4819079"/>
              <a:gd name="connsiteY3085" fmla="*/ 492181 h 4835028"/>
              <a:gd name="connsiteX3086" fmla="*/ 1736236 w 4819079"/>
              <a:gd name="connsiteY3086" fmla="*/ 483067 h 4835028"/>
              <a:gd name="connsiteX3087" fmla="*/ 1765857 w 4819079"/>
              <a:gd name="connsiteY3087" fmla="*/ 512688 h 4835028"/>
              <a:gd name="connsiteX3088" fmla="*/ 1765945 w 4819079"/>
              <a:gd name="connsiteY3088" fmla="*/ 515053 h 4835028"/>
              <a:gd name="connsiteX3089" fmla="*/ 1736236 w 4819079"/>
              <a:gd name="connsiteY3089" fmla="*/ 544586 h 4835028"/>
              <a:gd name="connsiteX3090" fmla="*/ 1733870 w 4819079"/>
              <a:gd name="connsiteY3090" fmla="*/ 544498 h 4835028"/>
              <a:gd name="connsiteX3091" fmla="*/ 1706615 w 4819079"/>
              <a:gd name="connsiteY3091" fmla="*/ 512688 h 4835028"/>
              <a:gd name="connsiteX3092" fmla="*/ 1736236 w 4819079"/>
              <a:gd name="connsiteY3092" fmla="*/ 483067 h 4835028"/>
              <a:gd name="connsiteX3093" fmla="*/ 2374223 w 4819079"/>
              <a:gd name="connsiteY3093" fmla="*/ 478509 h 4835028"/>
              <a:gd name="connsiteX3094" fmla="*/ 2397008 w 4819079"/>
              <a:gd name="connsiteY3094" fmla="*/ 501294 h 4835028"/>
              <a:gd name="connsiteX3095" fmla="*/ 2374223 w 4819079"/>
              <a:gd name="connsiteY3095" fmla="*/ 521802 h 4835028"/>
              <a:gd name="connsiteX3096" fmla="*/ 2353716 w 4819079"/>
              <a:gd name="connsiteY3096" fmla="*/ 501294 h 4835028"/>
              <a:gd name="connsiteX3097" fmla="*/ 2353589 w 4819079"/>
              <a:gd name="connsiteY3097" fmla="*/ 498889 h 4835028"/>
              <a:gd name="connsiteX3098" fmla="*/ 2374223 w 4819079"/>
              <a:gd name="connsiteY3098" fmla="*/ 478509 h 4835028"/>
              <a:gd name="connsiteX3099" fmla="*/ 2244348 w 4819079"/>
              <a:gd name="connsiteY3099" fmla="*/ 476232 h 4835028"/>
              <a:gd name="connsiteX3100" fmla="*/ 2278526 w 4819079"/>
              <a:gd name="connsiteY3100" fmla="*/ 510410 h 4835028"/>
              <a:gd name="connsiteX3101" fmla="*/ 2277864 w 4819079"/>
              <a:gd name="connsiteY3101" fmla="*/ 515701 h 4835028"/>
              <a:gd name="connsiteX3102" fmla="*/ 2237512 w 4819079"/>
              <a:gd name="connsiteY3102" fmla="*/ 542307 h 4835028"/>
              <a:gd name="connsiteX3103" fmla="*/ 2210170 w 4819079"/>
              <a:gd name="connsiteY3103" fmla="*/ 510410 h 4835028"/>
              <a:gd name="connsiteX3104" fmla="*/ 2244348 w 4819079"/>
              <a:gd name="connsiteY3104" fmla="*/ 476232 h 4835028"/>
              <a:gd name="connsiteX3105" fmla="*/ 1512941 w 4819079"/>
              <a:gd name="connsiteY3105" fmla="*/ 473947 h 4835028"/>
              <a:gd name="connsiteX3106" fmla="*/ 1526612 w 4819079"/>
              <a:gd name="connsiteY3106" fmla="*/ 487617 h 4835028"/>
              <a:gd name="connsiteX3107" fmla="*/ 1512941 w 4819079"/>
              <a:gd name="connsiteY3107" fmla="*/ 503568 h 4835028"/>
              <a:gd name="connsiteX3108" fmla="*/ 1496991 w 4819079"/>
              <a:gd name="connsiteY3108" fmla="*/ 487617 h 4835028"/>
              <a:gd name="connsiteX3109" fmla="*/ 1512941 w 4819079"/>
              <a:gd name="connsiteY3109" fmla="*/ 473947 h 4835028"/>
              <a:gd name="connsiteX3110" fmla="*/ 2506378 w 4819079"/>
              <a:gd name="connsiteY3110" fmla="*/ 469395 h 4835028"/>
              <a:gd name="connsiteX3111" fmla="*/ 2508744 w 4819079"/>
              <a:gd name="connsiteY3111" fmla="*/ 469484 h 4835028"/>
              <a:gd name="connsiteX3112" fmla="*/ 2535998 w 4819079"/>
              <a:gd name="connsiteY3112" fmla="*/ 501294 h 4835028"/>
              <a:gd name="connsiteX3113" fmla="*/ 2506378 w 4819079"/>
              <a:gd name="connsiteY3113" fmla="*/ 530915 h 4835028"/>
              <a:gd name="connsiteX3114" fmla="*/ 2506377 w 4819079"/>
              <a:gd name="connsiteY3114" fmla="*/ 530915 h 4835028"/>
              <a:gd name="connsiteX3115" fmla="*/ 2504011 w 4819079"/>
              <a:gd name="connsiteY3115" fmla="*/ 531004 h 4835028"/>
              <a:gd name="connsiteX3116" fmla="*/ 2474478 w 4819079"/>
              <a:gd name="connsiteY3116" fmla="*/ 501294 h 4835028"/>
              <a:gd name="connsiteX3117" fmla="*/ 2506378 w 4819079"/>
              <a:gd name="connsiteY3117" fmla="*/ 469395 h 4835028"/>
              <a:gd name="connsiteX3118" fmla="*/ 1294203 w 4819079"/>
              <a:gd name="connsiteY3118" fmla="*/ 462546 h 4835028"/>
              <a:gd name="connsiteX3119" fmla="*/ 1310152 w 4819079"/>
              <a:gd name="connsiteY3119" fmla="*/ 478497 h 4835028"/>
              <a:gd name="connsiteX3120" fmla="*/ 1294203 w 4819079"/>
              <a:gd name="connsiteY3120" fmla="*/ 494446 h 4835028"/>
              <a:gd name="connsiteX3121" fmla="*/ 1278253 w 4819079"/>
              <a:gd name="connsiteY3121" fmla="*/ 478497 h 4835028"/>
              <a:gd name="connsiteX3122" fmla="*/ 1294203 w 4819079"/>
              <a:gd name="connsiteY3122" fmla="*/ 462546 h 4835028"/>
              <a:gd name="connsiteX3123" fmla="*/ 3531715 w 4819079"/>
              <a:gd name="connsiteY3123" fmla="*/ 444317 h 4835028"/>
              <a:gd name="connsiteX3124" fmla="*/ 3543107 w 4819079"/>
              <a:gd name="connsiteY3124" fmla="*/ 455710 h 4835028"/>
              <a:gd name="connsiteX3125" fmla="*/ 3531715 w 4819079"/>
              <a:gd name="connsiteY3125" fmla="*/ 455710 h 4835028"/>
              <a:gd name="connsiteX3126" fmla="*/ 3520321 w 4819079"/>
              <a:gd name="connsiteY3126" fmla="*/ 455710 h 4835028"/>
              <a:gd name="connsiteX3127" fmla="*/ 3531715 w 4819079"/>
              <a:gd name="connsiteY3127" fmla="*/ 444317 h 4835028"/>
              <a:gd name="connsiteX3128" fmla="*/ 2962082 w 4819079"/>
              <a:gd name="connsiteY3128" fmla="*/ 439774 h 4835028"/>
              <a:gd name="connsiteX3129" fmla="*/ 2975753 w 4819079"/>
              <a:gd name="connsiteY3129" fmla="*/ 453445 h 4835028"/>
              <a:gd name="connsiteX3130" fmla="*/ 2962082 w 4819079"/>
              <a:gd name="connsiteY3130" fmla="*/ 467116 h 4835028"/>
              <a:gd name="connsiteX3131" fmla="*/ 2948411 w 4819079"/>
              <a:gd name="connsiteY3131" fmla="*/ 453445 h 4835028"/>
              <a:gd name="connsiteX3132" fmla="*/ 2962082 w 4819079"/>
              <a:gd name="connsiteY3132" fmla="*/ 439774 h 4835028"/>
              <a:gd name="connsiteX3133" fmla="*/ 1866112 w 4819079"/>
              <a:gd name="connsiteY3133" fmla="*/ 432938 h 4835028"/>
              <a:gd name="connsiteX3134" fmla="*/ 1904847 w 4819079"/>
              <a:gd name="connsiteY3134" fmla="*/ 471674 h 4835028"/>
              <a:gd name="connsiteX3135" fmla="*/ 1866112 w 4819079"/>
              <a:gd name="connsiteY3135" fmla="*/ 508129 h 4835028"/>
              <a:gd name="connsiteX3136" fmla="*/ 1858623 w 4819079"/>
              <a:gd name="connsiteY3136" fmla="*/ 508772 h 4835028"/>
              <a:gd name="connsiteX3137" fmla="*/ 1822820 w 4819079"/>
              <a:gd name="connsiteY3137" fmla="*/ 471674 h 4835028"/>
              <a:gd name="connsiteX3138" fmla="*/ 1823088 w 4819079"/>
              <a:gd name="connsiteY3138" fmla="*/ 466847 h 4835028"/>
              <a:gd name="connsiteX3139" fmla="*/ 1866112 w 4819079"/>
              <a:gd name="connsiteY3139" fmla="*/ 432938 h 4835028"/>
              <a:gd name="connsiteX3140" fmla="*/ 3249177 w 4819079"/>
              <a:gd name="connsiteY3140" fmla="*/ 426097 h 4835028"/>
              <a:gd name="connsiteX3141" fmla="*/ 3262847 w 4819079"/>
              <a:gd name="connsiteY3141" fmla="*/ 439767 h 4835028"/>
              <a:gd name="connsiteX3142" fmla="*/ 3249177 w 4819079"/>
              <a:gd name="connsiteY3142" fmla="*/ 455718 h 4835028"/>
              <a:gd name="connsiteX3143" fmla="*/ 3235507 w 4819079"/>
              <a:gd name="connsiteY3143" fmla="*/ 439767 h 4835028"/>
              <a:gd name="connsiteX3144" fmla="*/ 3249177 w 4819079"/>
              <a:gd name="connsiteY3144" fmla="*/ 426097 h 4835028"/>
              <a:gd name="connsiteX3145" fmla="*/ 2000545 w 4819079"/>
              <a:gd name="connsiteY3145" fmla="*/ 405597 h 4835028"/>
              <a:gd name="connsiteX3146" fmla="*/ 2032445 w 4819079"/>
              <a:gd name="connsiteY3146" fmla="*/ 437496 h 4835028"/>
              <a:gd name="connsiteX3147" fmla="*/ 2000545 w 4819079"/>
              <a:gd name="connsiteY3147" fmla="*/ 469396 h 4835028"/>
              <a:gd name="connsiteX3148" fmla="*/ 1968646 w 4819079"/>
              <a:gd name="connsiteY3148" fmla="*/ 437496 h 4835028"/>
              <a:gd name="connsiteX3149" fmla="*/ 2000545 w 4819079"/>
              <a:gd name="connsiteY3149" fmla="*/ 405597 h 4835028"/>
              <a:gd name="connsiteX3150" fmla="*/ 1638260 w 4819079"/>
              <a:gd name="connsiteY3150" fmla="*/ 391918 h 4835028"/>
              <a:gd name="connsiteX3151" fmla="*/ 1670160 w 4819079"/>
              <a:gd name="connsiteY3151" fmla="*/ 423818 h 4835028"/>
              <a:gd name="connsiteX3152" fmla="*/ 1638260 w 4819079"/>
              <a:gd name="connsiteY3152" fmla="*/ 455719 h 4835028"/>
              <a:gd name="connsiteX3153" fmla="*/ 1606361 w 4819079"/>
              <a:gd name="connsiteY3153" fmla="*/ 423818 h 4835028"/>
              <a:gd name="connsiteX3154" fmla="*/ 1638260 w 4819079"/>
              <a:gd name="connsiteY3154" fmla="*/ 391918 h 4835028"/>
              <a:gd name="connsiteX3155" fmla="*/ 2684103 w 4819079"/>
              <a:gd name="connsiteY3155" fmla="*/ 389644 h 4835028"/>
              <a:gd name="connsiteX3156" fmla="*/ 2697774 w 4819079"/>
              <a:gd name="connsiteY3156" fmla="*/ 403317 h 4835028"/>
              <a:gd name="connsiteX3157" fmla="*/ 2684103 w 4819079"/>
              <a:gd name="connsiteY3157" fmla="*/ 416988 h 4835028"/>
              <a:gd name="connsiteX3158" fmla="*/ 2670432 w 4819079"/>
              <a:gd name="connsiteY3158" fmla="*/ 403317 h 4835028"/>
              <a:gd name="connsiteX3159" fmla="*/ 2684103 w 4819079"/>
              <a:gd name="connsiteY3159" fmla="*/ 389644 h 4835028"/>
              <a:gd name="connsiteX3160" fmla="*/ 2134978 w 4819079"/>
              <a:gd name="connsiteY3160" fmla="*/ 380530 h 4835028"/>
              <a:gd name="connsiteX3161" fmla="*/ 2166878 w 4819079"/>
              <a:gd name="connsiteY3161" fmla="*/ 412432 h 4835028"/>
              <a:gd name="connsiteX3162" fmla="*/ 2134978 w 4819079"/>
              <a:gd name="connsiteY3162" fmla="*/ 444332 h 4835028"/>
              <a:gd name="connsiteX3163" fmla="*/ 2103079 w 4819079"/>
              <a:gd name="connsiteY3163" fmla="*/ 412432 h 4835028"/>
              <a:gd name="connsiteX3164" fmla="*/ 2134978 w 4819079"/>
              <a:gd name="connsiteY3164" fmla="*/ 380530 h 4835028"/>
              <a:gd name="connsiteX3165" fmla="*/ 2547391 w 4819079"/>
              <a:gd name="connsiteY3165" fmla="*/ 378252 h 4835028"/>
              <a:gd name="connsiteX3166" fmla="*/ 2561062 w 4819079"/>
              <a:gd name="connsiteY3166" fmla="*/ 391922 h 4835028"/>
              <a:gd name="connsiteX3167" fmla="*/ 2547391 w 4819079"/>
              <a:gd name="connsiteY3167" fmla="*/ 405597 h 4835028"/>
              <a:gd name="connsiteX3168" fmla="*/ 2533720 w 4819079"/>
              <a:gd name="connsiteY3168" fmla="*/ 391922 h 4835028"/>
              <a:gd name="connsiteX3169" fmla="*/ 2547391 w 4819079"/>
              <a:gd name="connsiteY3169" fmla="*/ 378252 h 4835028"/>
              <a:gd name="connsiteX3170" fmla="*/ 3406395 w 4819079"/>
              <a:gd name="connsiteY3170" fmla="*/ 371404 h 4835028"/>
              <a:gd name="connsiteX3171" fmla="*/ 3417787 w 4819079"/>
              <a:gd name="connsiteY3171" fmla="*/ 382797 h 4835028"/>
              <a:gd name="connsiteX3172" fmla="*/ 3417787 w 4819079"/>
              <a:gd name="connsiteY3172" fmla="*/ 394189 h 4835028"/>
              <a:gd name="connsiteX3173" fmla="*/ 3395003 w 4819079"/>
              <a:gd name="connsiteY3173" fmla="*/ 382797 h 4835028"/>
              <a:gd name="connsiteX3174" fmla="*/ 3406395 w 4819079"/>
              <a:gd name="connsiteY3174" fmla="*/ 371404 h 4835028"/>
              <a:gd name="connsiteX3175" fmla="*/ 2278525 w 4819079"/>
              <a:gd name="connsiteY3175" fmla="*/ 362302 h 4835028"/>
              <a:gd name="connsiteX3176" fmla="*/ 2312703 w 4819079"/>
              <a:gd name="connsiteY3176" fmla="*/ 396480 h 4835028"/>
              <a:gd name="connsiteX3177" fmla="*/ 2312703 w 4819079"/>
              <a:gd name="connsiteY3177" fmla="*/ 401213 h 4835028"/>
              <a:gd name="connsiteX3178" fmla="*/ 2278525 w 4819079"/>
              <a:gd name="connsiteY3178" fmla="*/ 430661 h 4835028"/>
              <a:gd name="connsiteX3179" fmla="*/ 2244347 w 4819079"/>
              <a:gd name="connsiteY3179" fmla="*/ 396480 h 4835028"/>
              <a:gd name="connsiteX3180" fmla="*/ 2278525 w 4819079"/>
              <a:gd name="connsiteY3180" fmla="*/ 362302 h 4835028"/>
              <a:gd name="connsiteX3181" fmla="*/ 2408402 w 4819079"/>
              <a:gd name="connsiteY3181" fmla="*/ 355466 h 4835028"/>
              <a:gd name="connsiteX3182" fmla="*/ 2444858 w 4819079"/>
              <a:gd name="connsiteY3182" fmla="*/ 389644 h 4835028"/>
              <a:gd name="connsiteX3183" fmla="*/ 2444782 w 4819079"/>
              <a:gd name="connsiteY3183" fmla="*/ 391998 h 4835028"/>
              <a:gd name="connsiteX3184" fmla="*/ 2408402 w 4819079"/>
              <a:gd name="connsiteY3184" fmla="*/ 423824 h 4835028"/>
              <a:gd name="connsiteX3185" fmla="*/ 2374224 w 4819079"/>
              <a:gd name="connsiteY3185" fmla="*/ 389644 h 4835028"/>
              <a:gd name="connsiteX3186" fmla="*/ 2408402 w 4819079"/>
              <a:gd name="connsiteY3186" fmla="*/ 355466 h 4835028"/>
              <a:gd name="connsiteX3187" fmla="*/ 1768135 w 4819079"/>
              <a:gd name="connsiteY3187" fmla="*/ 346346 h 4835028"/>
              <a:gd name="connsiteX3188" fmla="*/ 1809149 w 4819079"/>
              <a:gd name="connsiteY3188" fmla="*/ 387360 h 4835028"/>
              <a:gd name="connsiteX3189" fmla="*/ 1768135 w 4819079"/>
              <a:gd name="connsiteY3189" fmla="*/ 428375 h 4835028"/>
              <a:gd name="connsiteX3190" fmla="*/ 1727122 w 4819079"/>
              <a:gd name="connsiteY3190" fmla="*/ 387360 h 4835028"/>
              <a:gd name="connsiteX3191" fmla="*/ 1768135 w 4819079"/>
              <a:gd name="connsiteY3191" fmla="*/ 346346 h 4835028"/>
              <a:gd name="connsiteX3192" fmla="*/ 1900290 w 4819079"/>
              <a:gd name="connsiteY3192" fmla="*/ 325841 h 4835028"/>
              <a:gd name="connsiteX3193" fmla="*/ 1923075 w 4819079"/>
              <a:gd name="connsiteY3193" fmla="*/ 348626 h 4835028"/>
              <a:gd name="connsiteX3194" fmla="*/ 1900290 w 4819079"/>
              <a:gd name="connsiteY3194" fmla="*/ 373689 h 4835028"/>
              <a:gd name="connsiteX3195" fmla="*/ 1875226 w 4819079"/>
              <a:gd name="connsiteY3195" fmla="*/ 348626 h 4835028"/>
              <a:gd name="connsiteX3196" fmla="*/ 1875340 w 4819079"/>
              <a:gd name="connsiteY3196" fmla="*/ 346233 h 4835028"/>
              <a:gd name="connsiteX3197" fmla="*/ 1900290 w 4819079"/>
              <a:gd name="connsiteY3197" fmla="*/ 325841 h 4835028"/>
              <a:gd name="connsiteX3198" fmla="*/ 1542650 w 4819079"/>
              <a:gd name="connsiteY3198" fmla="*/ 325746 h 4835028"/>
              <a:gd name="connsiteX3199" fmla="*/ 1572182 w 4819079"/>
              <a:gd name="connsiteY3199" fmla="*/ 355456 h 4835028"/>
              <a:gd name="connsiteX3200" fmla="*/ 1540283 w 4819079"/>
              <a:gd name="connsiteY3200" fmla="*/ 387355 h 4835028"/>
              <a:gd name="connsiteX3201" fmla="*/ 1537917 w 4819079"/>
              <a:gd name="connsiteY3201" fmla="*/ 387267 h 4835028"/>
              <a:gd name="connsiteX3202" fmla="*/ 1510662 w 4819079"/>
              <a:gd name="connsiteY3202" fmla="*/ 355456 h 4835028"/>
              <a:gd name="connsiteX3203" fmla="*/ 1540283 w 4819079"/>
              <a:gd name="connsiteY3203" fmla="*/ 325835 h 4835028"/>
              <a:gd name="connsiteX3204" fmla="*/ 1542650 w 4819079"/>
              <a:gd name="connsiteY3204" fmla="*/ 325746 h 4835028"/>
              <a:gd name="connsiteX3205" fmla="*/ 2032444 w 4819079"/>
              <a:gd name="connsiteY3205" fmla="*/ 300776 h 4835028"/>
              <a:gd name="connsiteX3206" fmla="*/ 2050672 w 4819079"/>
              <a:gd name="connsiteY3206" fmla="*/ 319004 h 4835028"/>
              <a:gd name="connsiteX3207" fmla="*/ 2032444 w 4819079"/>
              <a:gd name="connsiteY3207" fmla="*/ 337232 h 4835028"/>
              <a:gd name="connsiteX3208" fmla="*/ 2014216 w 4819079"/>
              <a:gd name="connsiteY3208" fmla="*/ 319004 h 4835028"/>
              <a:gd name="connsiteX3209" fmla="*/ 2032444 w 4819079"/>
              <a:gd name="connsiteY3209" fmla="*/ 300776 h 4835028"/>
              <a:gd name="connsiteX3210" fmla="*/ 2852713 w 4819079"/>
              <a:gd name="connsiteY3210" fmla="*/ 291662 h 4835028"/>
              <a:gd name="connsiteX3211" fmla="*/ 2880056 w 4819079"/>
              <a:gd name="connsiteY3211" fmla="*/ 319004 h 4835028"/>
              <a:gd name="connsiteX3212" fmla="*/ 2852713 w 4819079"/>
              <a:gd name="connsiteY3212" fmla="*/ 346347 h 4835028"/>
              <a:gd name="connsiteX3213" fmla="*/ 2825371 w 4819079"/>
              <a:gd name="connsiteY3213" fmla="*/ 319004 h 4835028"/>
              <a:gd name="connsiteX3214" fmla="*/ 2852713 w 4819079"/>
              <a:gd name="connsiteY3214" fmla="*/ 291662 h 4835028"/>
              <a:gd name="connsiteX3215" fmla="*/ 2169156 w 4819079"/>
              <a:gd name="connsiteY3215" fmla="*/ 271155 h 4835028"/>
              <a:gd name="connsiteX3216" fmla="*/ 2196499 w 4819079"/>
              <a:gd name="connsiteY3216" fmla="*/ 298497 h 4835028"/>
              <a:gd name="connsiteX3217" fmla="*/ 2169156 w 4819079"/>
              <a:gd name="connsiteY3217" fmla="*/ 325840 h 4835028"/>
              <a:gd name="connsiteX3218" fmla="*/ 2141814 w 4819079"/>
              <a:gd name="connsiteY3218" fmla="*/ 298497 h 4835028"/>
              <a:gd name="connsiteX3219" fmla="*/ 2169156 w 4819079"/>
              <a:gd name="connsiteY3219" fmla="*/ 271155 h 4835028"/>
              <a:gd name="connsiteX3220" fmla="*/ 2718281 w 4819079"/>
              <a:gd name="connsiteY3220" fmla="*/ 266597 h 4835028"/>
              <a:gd name="connsiteX3221" fmla="*/ 2750180 w 4819079"/>
              <a:gd name="connsiteY3221" fmla="*/ 298497 h 4835028"/>
              <a:gd name="connsiteX3222" fmla="*/ 2718281 w 4819079"/>
              <a:gd name="connsiteY3222" fmla="*/ 328118 h 4835028"/>
              <a:gd name="connsiteX3223" fmla="*/ 2718280 w 4819079"/>
              <a:gd name="connsiteY3223" fmla="*/ 328118 h 4835028"/>
              <a:gd name="connsiteX3224" fmla="*/ 2715914 w 4819079"/>
              <a:gd name="connsiteY3224" fmla="*/ 328205 h 4835028"/>
              <a:gd name="connsiteX3225" fmla="*/ 2686381 w 4819079"/>
              <a:gd name="connsiteY3225" fmla="*/ 298497 h 4835028"/>
              <a:gd name="connsiteX3226" fmla="*/ 2718281 w 4819079"/>
              <a:gd name="connsiteY3226" fmla="*/ 266597 h 4835028"/>
              <a:gd name="connsiteX3227" fmla="*/ 3153479 w 4819079"/>
              <a:gd name="connsiteY3227" fmla="*/ 266592 h 4835028"/>
              <a:gd name="connsiteX3228" fmla="*/ 3169429 w 4819079"/>
              <a:gd name="connsiteY3228" fmla="*/ 282540 h 4835028"/>
              <a:gd name="connsiteX3229" fmla="*/ 3169591 w 4819079"/>
              <a:gd name="connsiteY3229" fmla="*/ 284983 h 4835028"/>
              <a:gd name="connsiteX3230" fmla="*/ 3153479 w 4819079"/>
              <a:gd name="connsiteY3230" fmla="*/ 300769 h 4835028"/>
              <a:gd name="connsiteX3231" fmla="*/ 3135251 w 4819079"/>
              <a:gd name="connsiteY3231" fmla="*/ 282540 h 4835028"/>
              <a:gd name="connsiteX3232" fmla="*/ 3153479 w 4819079"/>
              <a:gd name="connsiteY3232" fmla="*/ 266592 h 4835028"/>
              <a:gd name="connsiteX3233" fmla="*/ 2442579 w 4819079"/>
              <a:gd name="connsiteY3233" fmla="*/ 259761 h 4835028"/>
              <a:gd name="connsiteX3234" fmla="*/ 2463086 w 4819079"/>
              <a:gd name="connsiteY3234" fmla="*/ 280269 h 4835028"/>
              <a:gd name="connsiteX3235" fmla="*/ 2442579 w 4819079"/>
              <a:gd name="connsiteY3235" fmla="*/ 300775 h 4835028"/>
              <a:gd name="connsiteX3236" fmla="*/ 2422072 w 4819079"/>
              <a:gd name="connsiteY3236" fmla="*/ 280269 h 4835028"/>
              <a:gd name="connsiteX3237" fmla="*/ 2442579 w 4819079"/>
              <a:gd name="connsiteY3237" fmla="*/ 259761 h 4835028"/>
              <a:gd name="connsiteX3238" fmla="*/ 2581569 w 4819079"/>
              <a:gd name="connsiteY3238" fmla="*/ 252926 h 4835028"/>
              <a:gd name="connsiteX3239" fmla="*/ 2613469 w 4819079"/>
              <a:gd name="connsiteY3239" fmla="*/ 284826 h 4835028"/>
              <a:gd name="connsiteX3240" fmla="*/ 2581569 w 4819079"/>
              <a:gd name="connsiteY3240" fmla="*/ 316726 h 4835028"/>
              <a:gd name="connsiteX3241" fmla="*/ 2549670 w 4819079"/>
              <a:gd name="connsiteY3241" fmla="*/ 284826 h 4835028"/>
              <a:gd name="connsiteX3242" fmla="*/ 2581569 w 4819079"/>
              <a:gd name="connsiteY3242" fmla="*/ 252926 h 4835028"/>
              <a:gd name="connsiteX3243" fmla="*/ 2305868 w 4819079"/>
              <a:gd name="connsiteY3243" fmla="*/ 250648 h 4835028"/>
              <a:gd name="connsiteX3244" fmla="*/ 2310601 w 4819079"/>
              <a:gd name="connsiteY3244" fmla="*/ 250648 h 4835028"/>
              <a:gd name="connsiteX3245" fmla="*/ 2340046 w 4819079"/>
              <a:gd name="connsiteY3245" fmla="*/ 284826 h 4835028"/>
              <a:gd name="connsiteX3246" fmla="*/ 2305868 w 4819079"/>
              <a:gd name="connsiteY3246" fmla="*/ 319004 h 4835028"/>
              <a:gd name="connsiteX3247" fmla="*/ 2271690 w 4819079"/>
              <a:gd name="connsiteY3247" fmla="*/ 284826 h 4835028"/>
              <a:gd name="connsiteX3248" fmla="*/ 2305868 w 4819079"/>
              <a:gd name="connsiteY3248" fmla="*/ 250648 h 4835028"/>
              <a:gd name="connsiteX3249" fmla="*/ 1800035 w 4819079"/>
              <a:gd name="connsiteY3249" fmla="*/ 227857 h 4835028"/>
              <a:gd name="connsiteX3250" fmla="*/ 1808595 w 4819079"/>
              <a:gd name="connsiteY3250" fmla="*/ 229570 h 4835028"/>
              <a:gd name="connsiteX3251" fmla="*/ 1822820 w 4819079"/>
              <a:gd name="connsiteY3251" fmla="*/ 262035 h 4835028"/>
              <a:gd name="connsiteX3252" fmla="*/ 1822839 w 4819079"/>
              <a:gd name="connsiteY3252" fmla="*/ 262242 h 4835028"/>
              <a:gd name="connsiteX3253" fmla="*/ 1800035 w 4819079"/>
              <a:gd name="connsiteY3253" fmla="*/ 289378 h 4835028"/>
              <a:gd name="connsiteX3254" fmla="*/ 1789295 w 4819079"/>
              <a:gd name="connsiteY3254" fmla="*/ 287843 h 4835028"/>
              <a:gd name="connsiteX3255" fmla="*/ 1772692 w 4819079"/>
              <a:gd name="connsiteY3255" fmla="*/ 252921 h 4835028"/>
              <a:gd name="connsiteX3256" fmla="*/ 1772796 w 4819079"/>
              <a:gd name="connsiteY3256" fmla="*/ 250539 h 4835028"/>
              <a:gd name="connsiteX3257" fmla="*/ 1800035 w 4819079"/>
              <a:gd name="connsiteY3257" fmla="*/ 227857 h 4835028"/>
              <a:gd name="connsiteX3258" fmla="*/ 1932189 w 4819079"/>
              <a:gd name="connsiteY3258" fmla="*/ 200515 h 4835028"/>
              <a:gd name="connsiteX3259" fmla="*/ 1959532 w 4819079"/>
              <a:gd name="connsiteY3259" fmla="*/ 227857 h 4835028"/>
              <a:gd name="connsiteX3260" fmla="*/ 1932189 w 4819079"/>
              <a:gd name="connsiteY3260" fmla="*/ 255200 h 4835028"/>
              <a:gd name="connsiteX3261" fmla="*/ 1904847 w 4819079"/>
              <a:gd name="connsiteY3261" fmla="*/ 227857 h 4835028"/>
              <a:gd name="connsiteX3262" fmla="*/ 1932189 w 4819079"/>
              <a:gd name="connsiteY3262" fmla="*/ 200515 h 4835028"/>
              <a:gd name="connsiteX3263" fmla="*/ 1569728 w 4819079"/>
              <a:gd name="connsiteY3263" fmla="*/ 195954 h 4835028"/>
              <a:gd name="connsiteX3264" fmla="*/ 1599437 w 4819079"/>
              <a:gd name="connsiteY3264" fmla="*/ 225487 h 4835028"/>
              <a:gd name="connsiteX3265" fmla="*/ 1569904 w 4819079"/>
              <a:gd name="connsiteY3265" fmla="*/ 255196 h 4835028"/>
              <a:gd name="connsiteX3266" fmla="*/ 1540283 w 4819079"/>
              <a:gd name="connsiteY3266" fmla="*/ 227853 h 4835028"/>
              <a:gd name="connsiteX3267" fmla="*/ 1540195 w 4819079"/>
              <a:gd name="connsiteY3267" fmla="*/ 225663 h 4835028"/>
              <a:gd name="connsiteX3268" fmla="*/ 1569728 w 4819079"/>
              <a:gd name="connsiteY3268" fmla="*/ 195954 h 4835028"/>
              <a:gd name="connsiteX3269" fmla="*/ 2738787 w 4819079"/>
              <a:gd name="connsiteY3269" fmla="*/ 191401 h 4835028"/>
              <a:gd name="connsiteX3270" fmla="*/ 2752458 w 4819079"/>
              <a:gd name="connsiteY3270" fmla="*/ 191401 h 4835028"/>
              <a:gd name="connsiteX3271" fmla="*/ 2763851 w 4819079"/>
              <a:gd name="connsiteY3271" fmla="*/ 191401 h 4835028"/>
              <a:gd name="connsiteX3272" fmla="*/ 2752458 w 4819079"/>
              <a:gd name="connsiteY3272" fmla="*/ 205071 h 4835028"/>
              <a:gd name="connsiteX3273" fmla="*/ 2738787 w 4819079"/>
              <a:gd name="connsiteY3273" fmla="*/ 191401 h 4835028"/>
              <a:gd name="connsiteX3274" fmla="*/ 2066623 w 4819079"/>
              <a:gd name="connsiteY3274" fmla="*/ 186844 h 4835028"/>
              <a:gd name="connsiteX3275" fmla="*/ 2082572 w 4819079"/>
              <a:gd name="connsiteY3275" fmla="*/ 202794 h 4835028"/>
              <a:gd name="connsiteX3276" fmla="*/ 2085347 w 4819079"/>
              <a:gd name="connsiteY3276" fmla="*/ 215281 h 4835028"/>
              <a:gd name="connsiteX3277" fmla="*/ 2066623 w 4819079"/>
              <a:gd name="connsiteY3277" fmla="*/ 227857 h 4835028"/>
              <a:gd name="connsiteX3278" fmla="*/ 2054136 w 4819079"/>
              <a:gd name="connsiteY3278" fmla="*/ 225083 h 4835028"/>
              <a:gd name="connsiteX3279" fmla="*/ 2050673 w 4819079"/>
              <a:gd name="connsiteY3279" fmla="*/ 202794 h 4835028"/>
              <a:gd name="connsiteX3280" fmla="*/ 2066623 w 4819079"/>
              <a:gd name="connsiteY3280" fmla="*/ 186844 h 4835028"/>
              <a:gd name="connsiteX3281" fmla="*/ 2340046 w 4819079"/>
              <a:gd name="connsiteY3281" fmla="*/ 143552 h 4835028"/>
              <a:gd name="connsiteX3282" fmla="*/ 2369667 w 4819079"/>
              <a:gd name="connsiteY3282" fmla="*/ 173172 h 4835028"/>
              <a:gd name="connsiteX3283" fmla="*/ 2340046 w 4819079"/>
              <a:gd name="connsiteY3283" fmla="*/ 202794 h 4835028"/>
              <a:gd name="connsiteX3284" fmla="*/ 2310425 w 4819079"/>
              <a:gd name="connsiteY3284" fmla="*/ 173172 h 4835028"/>
              <a:gd name="connsiteX3285" fmla="*/ 2340046 w 4819079"/>
              <a:gd name="connsiteY3285" fmla="*/ 143552 h 4835028"/>
              <a:gd name="connsiteX3286" fmla="*/ 2479103 w 4819079"/>
              <a:gd name="connsiteY3286" fmla="*/ 132091 h 4835028"/>
              <a:gd name="connsiteX3287" fmla="*/ 2517771 w 4819079"/>
              <a:gd name="connsiteY3287" fmla="*/ 170893 h 4835028"/>
              <a:gd name="connsiteX3288" fmla="*/ 2476757 w 4819079"/>
              <a:gd name="connsiteY3288" fmla="*/ 211907 h 4835028"/>
              <a:gd name="connsiteX3289" fmla="*/ 2438022 w 4819079"/>
              <a:gd name="connsiteY3289" fmla="*/ 170893 h 4835028"/>
              <a:gd name="connsiteX3290" fmla="*/ 2476757 w 4819079"/>
              <a:gd name="connsiteY3290" fmla="*/ 132159 h 4835028"/>
              <a:gd name="connsiteX3291" fmla="*/ 2479103 w 4819079"/>
              <a:gd name="connsiteY3291" fmla="*/ 132091 h 4835028"/>
              <a:gd name="connsiteX3292" fmla="*/ 1837188 w 4819079"/>
              <a:gd name="connsiteY3292" fmla="*/ 106583 h 4835028"/>
              <a:gd name="connsiteX3293" fmla="*/ 1851814 w 4819079"/>
              <a:gd name="connsiteY3293" fmla="*/ 112275 h 4835028"/>
              <a:gd name="connsiteX3294" fmla="*/ 1852441 w 4819079"/>
              <a:gd name="connsiteY3294" fmla="*/ 141269 h 4835028"/>
              <a:gd name="connsiteX3295" fmla="*/ 1850305 w 4819079"/>
              <a:gd name="connsiteY3295" fmla="*/ 150242 h 4835028"/>
              <a:gd name="connsiteX3296" fmla="*/ 1822820 w 4819079"/>
              <a:gd name="connsiteY3296" fmla="*/ 159498 h 4835028"/>
              <a:gd name="connsiteX3297" fmla="*/ 1822820 w 4819079"/>
              <a:gd name="connsiteY3297" fmla="*/ 141269 h 4835028"/>
              <a:gd name="connsiteX3298" fmla="*/ 1822820 w 4819079"/>
              <a:gd name="connsiteY3298" fmla="*/ 112902 h 4835028"/>
              <a:gd name="connsiteX3299" fmla="*/ 1837188 w 4819079"/>
              <a:gd name="connsiteY3299" fmla="*/ 106583 h 4835028"/>
              <a:gd name="connsiteX3300" fmla="*/ 1966368 w 4819079"/>
              <a:gd name="connsiteY3300" fmla="*/ 88863 h 4835028"/>
              <a:gd name="connsiteX3301" fmla="*/ 1986875 w 4819079"/>
              <a:gd name="connsiteY3301" fmla="*/ 109370 h 4835028"/>
              <a:gd name="connsiteX3302" fmla="*/ 1966368 w 4819079"/>
              <a:gd name="connsiteY3302" fmla="*/ 129876 h 4835028"/>
              <a:gd name="connsiteX3303" fmla="*/ 1945861 w 4819079"/>
              <a:gd name="connsiteY3303" fmla="*/ 109370 h 4835028"/>
              <a:gd name="connsiteX3304" fmla="*/ 1966368 w 4819079"/>
              <a:gd name="connsiteY3304" fmla="*/ 88863 h 4835028"/>
              <a:gd name="connsiteX3305" fmla="*/ 2786636 w 4819079"/>
              <a:gd name="connsiteY3305" fmla="*/ 84305 h 4835028"/>
              <a:gd name="connsiteX3306" fmla="*/ 2786636 w 4819079"/>
              <a:gd name="connsiteY3306" fmla="*/ 97976 h 4835028"/>
              <a:gd name="connsiteX3307" fmla="*/ 2772965 w 4819079"/>
              <a:gd name="connsiteY3307" fmla="*/ 97976 h 4835028"/>
              <a:gd name="connsiteX3308" fmla="*/ 2786636 w 4819079"/>
              <a:gd name="connsiteY3308" fmla="*/ 84305 h 4835028"/>
              <a:gd name="connsiteX3309" fmla="*/ 2374223 w 4819079"/>
              <a:gd name="connsiteY3309" fmla="*/ 31899 h 4835028"/>
              <a:gd name="connsiteX3310" fmla="*/ 2403844 w 4819079"/>
              <a:gd name="connsiteY3310" fmla="*/ 61520 h 4835028"/>
              <a:gd name="connsiteX3311" fmla="*/ 2403931 w 4819079"/>
              <a:gd name="connsiteY3311" fmla="*/ 63886 h 4835028"/>
              <a:gd name="connsiteX3312" fmla="*/ 2374223 w 4819079"/>
              <a:gd name="connsiteY3312" fmla="*/ 93420 h 4835028"/>
              <a:gd name="connsiteX3313" fmla="*/ 2371857 w 4819079"/>
              <a:gd name="connsiteY3313" fmla="*/ 93333 h 4835028"/>
              <a:gd name="connsiteX3314" fmla="*/ 2344602 w 4819079"/>
              <a:gd name="connsiteY3314" fmla="*/ 61520 h 4835028"/>
              <a:gd name="connsiteX3315" fmla="*/ 2374223 w 4819079"/>
              <a:gd name="connsiteY3315" fmla="*/ 31899 h 4835028"/>
              <a:gd name="connsiteX3316" fmla="*/ 2508965 w 4819079"/>
              <a:gd name="connsiteY3316" fmla="*/ 22575 h 4835028"/>
              <a:gd name="connsiteX3317" fmla="*/ 2551948 w 4819079"/>
              <a:gd name="connsiteY3317" fmla="*/ 61519 h 4835028"/>
              <a:gd name="connsiteX3318" fmla="*/ 2551695 w 4819079"/>
              <a:gd name="connsiteY3318" fmla="*/ 66331 h 4835028"/>
              <a:gd name="connsiteX3319" fmla="*/ 2506378 w 4819079"/>
              <a:gd name="connsiteY3319" fmla="*/ 102533 h 4835028"/>
              <a:gd name="connsiteX3320" fmla="*/ 2465364 w 4819079"/>
              <a:gd name="connsiteY3320" fmla="*/ 61519 h 4835028"/>
              <a:gd name="connsiteX3321" fmla="*/ 2506378 w 4819079"/>
              <a:gd name="connsiteY3321" fmla="*/ 22784 h 4835028"/>
              <a:gd name="connsiteX3322" fmla="*/ 2508965 w 4819079"/>
              <a:gd name="connsiteY3322" fmla="*/ 22575 h 4835028"/>
              <a:gd name="connsiteX3323" fmla="*/ 1863834 w 4819079"/>
              <a:gd name="connsiteY3323" fmla="*/ 0 h 4835028"/>
              <a:gd name="connsiteX3324" fmla="*/ 1884340 w 4819079"/>
              <a:gd name="connsiteY3324" fmla="*/ 20507 h 4835028"/>
              <a:gd name="connsiteX3325" fmla="*/ 1863834 w 4819079"/>
              <a:gd name="connsiteY3325" fmla="*/ 38735 h 4835028"/>
              <a:gd name="connsiteX3326" fmla="*/ 1845605 w 4819079"/>
              <a:gd name="connsiteY3326" fmla="*/ 20507 h 4835028"/>
              <a:gd name="connsiteX3327" fmla="*/ 1863834 w 4819079"/>
              <a:gd name="connsiteY3327" fmla="*/ 0 h 483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</a:cxnLst>
            <a:rect l="l" t="t" r="r" b="b"/>
            <a:pathLst>
              <a:path w="4819079" h="4835028">
                <a:moveTo>
                  <a:pt x="1681552" y="4755281"/>
                </a:moveTo>
                <a:lnTo>
                  <a:pt x="1699780" y="4755281"/>
                </a:lnTo>
                <a:lnTo>
                  <a:pt x="1699780" y="4766673"/>
                </a:lnTo>
                <a:close/>
                <a:moveTo>
                  <a:pt x="3055503" y="4755280"/>
                </a:moveTo>
                <a:cubicBezTo>
                  <a:pt x="3076407" y="4756413"/>
                  <a:pt x="3093105" y="4773109"/>
                  <a:pt x="3094237" y="4794015"/>
                </a:cubicBezTo>
                <a:cubicBezTo>
                  <a:pt x="3094271" y="4815805"/>
                  <a:pt x="3077259" y="4833818"/>
                  <a:pt x="3055503" y="4835028"/>
                </a:cubicBezTo>
                <a:cubicBezTo>
                  <a:pt x="3054719" y="4835030"/>
                  <a:pt x="3053937" y="4835008"/>
                  <a:pt x="3053155" y="4834962"/>
                </a:cubicBezTo>
                <a:cubicBezTo>
                  <a:pt x="3031801" y="4833703"/>
                  <a:pt x="3015509" y="4815370"/>
                  <a:pt x="3016767" y="4794015"/>
                </a:cubicBezTo>
                <a:cubicBezTo>
                  <a:pt x="3016767" y="4772622"/>
                  <a:pt x="3034111" y="4755280"/>
                  <a:pt x="3055503" y="4755280"/>
                </a:cubicBezTo>
                <a:close/>
                <a:moveTo>
                  <a:pt x="2615746" y="4711989"/>
                </a:moveTo>
                <a:cubicBezTo>
                  <a:pt x="2635881" y="4711989"/>
                  <a:pt x="2652203" y="4728311"/>
                  <a:pt x="2652203" y="4748445"/>
                </a:cubicBezTo>
                <a:cubicBezTo>
                  <a:pt x="2652203" y="4768580"/>
                  <a:pt x="2635881" y="4784902"/>
                  <a:pt x="2615746" y="4784902"/>
                </a:cubicBezTo>
                <a:cubicBezTo>
                  <a:pt x="2595612" y="4784902"/>
                  <a:pt x="2579290" y="4768580"/>
                  <a:pt x="2579290" y="4748445"/>
                </a:cubicBezTo>
                <a:cubicBezTo>
                  <a:pt x="2579290" y="4728311"/>
                  <a:pt x="2595612" y="4711989"/>
                  <a:pt x="2615746" y="4711989"/>
                </a:cubicBezTo>
                <a:close/>
                <a:moveTo>
                  <a:pt x="3189935" y="4702874"/>
                </a:moveTo>
                <a:cubicBezTo>
                  <a:pt x="3218879" y="4702874"/>
                  <a:pt x="3242343" y="4726337"/>
                  <a:pt x="3242343" y="4755280"/>
                </a:cubicBezTo>
                <a:cubicBezTo>
                  <a:pt x="3242375" y="4756056"/>
                  <a:pt x="3242391" y="4756832"/>
                  <a:pt x="3242391" y="4757609"/>
                </a:cubicBezTo>
                <a:cubicBezTo>
                  <a:pt x="3242363" y="4786552"/>
                  <a:pt x="3218879" y="4809992"/>
                  <a:pt x="3189935" y="4809965"/>
                </a:cubicBezTo>
                <a:cubicBezTo>
                  <a:pt x="3159735" y="4809965"/>
                  <a:pt x="3135251" y="4785482"/>
                  <a:pt x="3135251" y="4755280"/>
                </a:cubicBezTo>
                <a:cubicBezTo>
                  <a:pt x="3135251" y="4754504"/>
                  <a:pt x="3135267" y="4753728"/>
                  <a:pt x="3135301" y="4752952"/>
                </a:cubicBezTo>
                <a:cubicBezTo>
                  <a:pt x="3136559" y="4724037"/>
                  <a:pt x="3161019" y="4701616"/>
                  <a:pt x="3189935" y="4702874"/>
                </a:cubicBezTo>
                <a:close/>
                <a:moveTo>
                  <a:pt x="2752458" y="4693760"/>
                </a:moveTo>
                <a:cubicBezTo>
                  <a:pt x="2777626" y="4693760"/>
                  <a:pt x="2798029" y="4714163"/>
                  <a:pt x="2798029" y="4739331"/>
                </a:cubicBezTo>
                <a:cubicBezTo>
                  <a:pt x="2798029" y="4764499"/>
                  <a:pt x="2777626" y="4784901"/>
                  <a:pt x="2752458" y="4784901"/>
                </a:cubicBezTo>
                <a:cubicBezTo>
                  <a:pt x="2727291" y="4784901"/>
                  <a:pt x="2706888" y="4764498"/>
                  <a:pt x="2706888" y="4739331"/>
                </a:cubicBezTo>
                <a:cubicBezTo>
                  <a:pt x="2706888" y="4714162"/>
                  <a:pt x="2727290" y="4693760"/>
                  <a:pt x="2752458" y="4693760"/>
                </a:cubicBezTo>
                <a:close/>
                <a:moveTo>
                  <a:pt x="2886891" y="4684646"/>
                </a:moveTo>
                <a:cubicBezTo>
                  <a:pt x="2907026" y="4684646"/>
                  <a:pt x="2923348" y="4700968"/>
                  <a:pt x="2923348" y="4721102"/>
                </a:cubicBezTo>
                <a:cubicBezTo>
                  <a:pt x="2923348" y="4741237"/>
                  <a:pt x="2907026" y="4757559"/>
                  <a:pt x="2886891" y="4757559"/>
                </a:cubicBezTo>
                <a:cubicBezTo>
                  <a:pt x="2866757" y="4757559"/>
                  <a:pt x="2850435" y="4741237"/>
                  <a:pt x="2850435" y="4721102"/>
                </a:cubicBezTo>
                <a:cubicBezTo>
                  <a:pt x="2850435" y="4700968"/>
                  <a:pt x="2866757" y="4684646"/>
                  <a:pt x="2886891" y="4684646"/>
                </a:cubicBezTo>
                <a:close/>
                <a:moveTo>
                  <a:pt x="1932189" y="4661861"/>
                </a:moveTo>
                <a:cubicBezTo>
                  <a:pt x="1957357" y="4661861"/>
                  <a:pt x="1977760" y="4682264"/>
                  <a:pt x="1977760" y="4707432"/>
                </a:cubicBezTo>
                <a:cubicBezTo>
                  <a:pt x="1977760" y="4732600"/>
                  <a:pt x="1957357" y="4753002"/>
                  <a:pt x="1932189" y="4753002"/>
                </a:cubicBezTo>
                <a:cubicBezTo>
                  <a:pt x="1907022" y="4753002"/>
                  <a:pt x="1886619" y="4732599"/>
                  <a:pt x="1886619" y="4707432"/>
                </a:cubicBezTo>
                <a:cubicBezTo>
                  <a:pt x="1886619" y="4682263"/>
                  <a:pt x="1907021" y="4661861"/>
                  <a:pt x="1932189" y="4661861"/>
                </a:cubicBezTo>
                <a:close/>
                <a:moveTo>
                  <a:pt x="1802313" y="4650469"/>
                </a:moveTo>
                <a:cubicBezTo>
                  <a:pt x="1803117" y="4650464"/>
                  <a:pt x="1803920" y="4650506"/>
                  <a:pt x="1804719" y="4650596"/>
                </a:cubicBezTo>
                <a:cubicBezTo>
                  <a:pt x="1815974" y="4651854"/>
                  <a:pt x="1824078" y="4661999"/>
                  <a:pt x="1822820" y="4673254"/>
                </a:cubicBezTo>
                <a:cubicBezTo>
                  <a:pt x="1822825" y="4674058"/>
                  <a:pt x="1822783" y="4674861"/>
                  <a:pt x="1822693" y="4675660"/>
                </a:cubicBezTo>
                <a:cubicBezTo>
                  <a:pt x="1821435" y="4686916"/>
                  <a:pt x="1811290" y="4695020"/>
                  <a:pt x="1800035" y="4693761"/>
                </a:cubicBezTo>
                <a:lnTo>
                  <a:pt x="1800035" y="4693762"/>
                </a:lnTo>
                <a:cubicBezTo>
                  <a:pt x="1789170" y="4692720"/>
                  <a:pt x="1780570" y="4684120"/>
                  <a:pt x="1779528" y="4673255"/>
                </a:cubicBezTo>
                <a:cubicBezTo>
                  <a:pt x="1779528" y="4660671"/>
                  <a:pt x="1789729" y="4650469"/>
                  <a:pt x="1802313" y="4650469"/>
                </a:cubicBezTo>
                <a:close/>
                <a:moveTo>
                  <a:pt x="3021323" y="4650468"/>
                </a:moveTo>
                <a:cubicBezTo>
                  <a:pt x="3043081" y="4651679"/>
                  <a:pt x="3060093" y="4669691"/>
                  <a:pt x="3060059" y="4691482"/>
                </a:cubicBezTo>
                <a:cubicBezTo>
                  <a:pt x="3058927" y="4712387"/>
                  <a:pt x="3042231" y="4729084"/>
                  <a:pt x="3021323" y="4730217"/>
                </a:cubicBezTo>
                <a:lnTo>
                  <a:pt x="3021323" y="4730216"/>
                </a:lnTo>
                <a:cubicBezTo>
                  <a:pt x="2999931" y="4730216"/>
                  <a:pt x="2982589" y="4712874"/>
                  <a:pt x="2982589" y="4691481"/>
                </a:cubicBezTo>
                <a:cubicBezTo>
                  <a:pt x="2982543" y="4690700"/>
                  <a:pt x="2982521" y="4689918"/>
                  <a:pt x="2982522" y="4689136"/>
                </a:cubicBezTo>
                <a:cubicBezTo>
                  <a:pt x="2982559" y="4667743"/>
                  <a:pt x="2999931" y="4650431"/>
                  <a:pt x="3021323" y="4650468"/>
                </a:cubicBezTo>
                <a:close/>
                <a:moveTo>
                  <a:pt x="2305868" y="4634519"/>
                </a:moveTo>
                <a:cubicBezTo>
                  <a:pt x="2314676" y="4634519"/>
                  <a:pt x="2321817" y="4641660"/>
                  <a:pt x="2321817" y="4650469"/>
                </a:cubicBezTo>
                <a:cubicBezTo>
                  <a:pt x="2321817" y="4659277"/>
                  <a:pt x="2314676" y="4666418"/>
                  <a:pt x="2305868" y="4666418"/>
                </a:cubicBezTo>
                <a:cubicBezTo>
                  <a:pt x="2297059" y="4666418"/>
                  <a:pt x="2289918" y="4659277"/>
                  <a:pt x="2289918" y="4650469"/>
                </a:cubicBezTo>
                <a:cubicBezTo>
                  <a:pt x="2289918" y="4641660"/>
                  <a:pt x="2297059" y="4634519"/>
                  <a:pt x="2305868" y="4634519"/>
                </a:cubicBezTo>
                <a:close/>
                <a:moveTo>
                  <a:pt x="2442579" y="4632240"/>
                </a:moveTo>
                <a:cubicBezTo>
                  <a:pt x="2455163" y="4632240"/>
                  <a:pt x="2465365" y="4642441"/>
                  <a:pt x="2465365" y="4655025"/>
                </a:cubicBezTo>
                <a:cubicBezTo>
                  <a:pt x="2465365" y="4667609"/>
                  <a:pt x="2455163" y="4677811"/>
                  <a:pt x="2442579" y="4677811"/>
                </a:cubicBezTo>
                <a:cubicBezTo>
                  <a:pt x="2429995" y="4677811"/>
                  <a:pt x="2419794" y="4667609"/>
                  <a:pt x="2419794" y="4655025"/>
                </a:cubicBezTo>
                <a:cubicBezTo>
                  <a:pt x="2419794" y="4642441"/>
                  <a:pt x="2429995" y="4632240"/>
                  <a:pt x="2442579" y="4632240"/>
                </a:cubicBezTo>
                <a:close/>
                <a:moveTo>
                  <a:pt x="2718281" y="4618569"/>
                </a:moveTo>
                <a:cubicBezTo>
                  <a:pt x="2727894" y="4619589"/>
                  <a:pt x="2735489" y="4627185"/>
                  <a:pt x="2736509" y="4636798"/>
                </a:cubicBezTo>
                <a:cubicBezTo>
                  <a:pt x="2736574" y="4647290"/>
                  <a:pt x="2728708" y="4656139"/>
                  <a:pt x="2718281" y="4657304"/>
                </a:cubicBezTo>
                <a:cubicBezTo>
                  <a:pt x="2706955" y="4657304"/>
                  <a:pt x="2697774" y="4648123"/>
                  <a:pt x="2697774" y="4636798"/>
                </a:cubicBezTo>
                <a:cubicBezTo>
                  <a:pt x="2698940" y="4626370"/>
                  <a:pt x="2707789" y="4618505"/>
                  <a:pt x="2718281" y="4618569"/>
                </a:cubicBezTo>
                <a:close/>
                <a:moveTo>
                  <a:pt x="3153479" y="4611734"/>
                </a:moveTo>
                <a:cubicBezTo>
                  <a:pt x="3175235" y="4612945"/>
                  <a:pt x="3192247" y="4630957"/>
                  <a:pt x="3192215" y="4652748"/>
                </a:cubicBezTo>
                <a:cubicBezTo>
                  <a:pt x="3191081" y="4673653"/>
                  <a:pt x="3174385" y="4690350"/>
                  <a:pt x="3153479" y="4691483"/>
                </a:cubicBezTo>
                <a:lnTo>
                  <a:pt x="3153479" y="4691482"/>
                </a:lnTo>
                <a:cubicBezTo>
                  <a:pt x="3132087" y="4691482"/>
                  <a:pt x="3114743" y="4674140"/>
                  <a:pt x="3114743" y="4652747"/>
                </a:cubicBezTo>
                <a:cubicBezTo>
                  <a:pt x="3114699" y="4651966"/>
                  <a:pt x="3114675" y="4651184"/>
                  <a:pt x="3114677" y="4650402"/>
                </a:cubicBezTo>
                <a:cubicBezTo>
                  <a:pt x="3114715" y="4629009"/>
                  <a:pt x="3132087" y="4611697"/>
                  <a:pt x="3153479" y="4611734"/>
                </a:cubicBezTo>
                <a:close/>
                <a:moveTo>
                  <a:pt x="3442851" y="4611733"/>
                </a:moveTo>
                <a:cubicBezTo>
                  <a:pt x="3468019" y="4611733"/>
                  <a:pt x="3488423" y="4632136"/>
                  <a:pt x="3488423" y="4657304"/>
                </a:cubicBezTo>
                <a:cubicBezTo>
                  <a:pt x="3488423" y="4682472"/>
                  <a:pt x="3468019" y="4702874"/>
                  <a:pt x="3442851" y="4702874"/>
                </a:cubicBezTo>
                <a:cubicBezTo>
                  <a:pt x="3417683" y="4702874"/>
                  <a:pt x="3397281" y="4682471"/>
                  <a:pt x="3397281" y="4657304"/>
                </a:cubicBezTo>
                <a:cubicBezTo>
                  <a:pt x="3397281" y="4632135"/>
                  <a:pt x="3417683" y="4611733"/>
                  <a:pt x="3442851" y="4611733"/>
                </a:cubicBezTo>
                <a:close/>
                <a:moveTo>
                  <a:pt x="2169157" y="4595784"/>
                </a:moveTo>
                <a:cubicBezTo>
                  <a:pt x="2191808" y="4595784"/>
                  <a:pt x="2210170" y="4614146"/>
                  <a:pt x="2210170" y="4636798"/>
                </a:cubicBezTo>
                <a:cubicBezTo>
                  <a:pt x="2210170" y="4659449"/>
                  <a:pt x="2191808" y="4677811"/>
                  <a:pt x="2169157" y="4677811"/>
                </a:cubicBezTo>
                <a:cubicBezTo>
                  <a:pt x="2146505" y="4677811"/>
                  <a:pt x="2128143" y="4659449"/>
                  <a:pt x="2128143" y="4636798"/>
                </a:cubicBezTo>
                <a:cubicBezTo>
                  <a:pt x="2128143" y="4614146"/>
                  <a:pt x="2146505" y="4595784"/>
                  <a:pt x="2169157" y="4595784"/>
                </a:cubicBezTo>
                <a:close/>
                <a:moveTo>
                  <a:pt x="2852713" y="4584392"/>
                </a:moveTo>
                <a:cubicBezTo>
                  <a:pt x="2870331" y="4584392"/>
                  <a:pt x="2884613" y="4598674"/>
                  <a:pt x="2884613" y="4616291"/>
                </a:cubicBezTo>
                <a:cubicBezTo>
                  <a:pt x="2884613" y="4633909"/>
                  <a:pt x="2870331" y="4648190"/>
                  <a:pt x="2852713" y="4648190"/>
                </a:cubicBezTo>
                <a:cubicBezTo>
                  <a:pt x="2835096" y="4648190"/>
                  <a:pt x="2820814" y="4633909"/>
                  <a:pt x="2820814" y="4616291"/>
                </a:cubicBezTo>
                <a:cubicBezTo>
                  <a:pt x="2820814" y="4598674"/>
                  <a:pt x="2835096" y="4584392"/>
                  <a:pt x="2852713" y="4584392"/>
                </a:cubicBezTo>
                <a:close/>
                <a:moveTo>
                  <a:pt x="2032445" y="4577556"/>
                </a:moveTo>
                <a:cubicBezTo>
                  <a:pt x="2053838" y="4577556"/>
                  <a:pt x="2071180" y="4594898"/>
                  <a:pt x="2071180" y="4616291"/>
                </a:cubicBezTo>
                <a:cubicBezTo>
                  <a:pt x="2071180" y="4637684"/>
                  <a:pt x="2053838" y="4655026"/>
                  <a:pt x="2032445" y="4655026"/>
                </a:cubicBezTo>
                <a:cubicBezTo>
                  <a:pt x="2011052" y="4655026"/>
                  <a:pt x="1993710" y="4637684"/>
                  <a:pt x="1993710" y="4616291"/>
                </a:cubicBezTo>
                <a:cubicBezTo>
                  <a:pt x="1993710" y="4594898"/>
                  <a:pt x="2011052" y="4577556"/>
                  <a:pt x="2032445" y="4577556"/>
                </a:cubicBezTo>
                <a:close/>
                <a:moveTo>
                  <a:pt x="1900290" y="4566163"/>
                </a:moveTo>
                <a:cubicBezTo>
                  <a:pt x="1911615" y="4566163"/>
                  <a:pt x="1920797" y="4575344"/>
                  <a:pt x="1920797" y="4586670"/>
                </a:cubicBezTo>
                <a:cubicBezTo>
                  <a:pt x="1920797" y="4597995"/>
                  <a:pt x="1911615" y="4607177"/>
                  <a:pt x="1900290" y="4607177"/>
                </a:cubicBezTo>
                <a:cubicBezTo>
                  <a:pt x="1888964" y="4607177"/>
                  <a:pt x="1879783" y="4597995"/>
                  <a:pt x="1879783" y="4586670"/>
                </a:cubicBezTo>
                <a:cubicBezTo>
                  <a:pt x="1879783" y="4575344"/>
                  <a:pt x="1888964" y="4566163"/>
                  <a:pt x="1900290" y="4566163"/>
                </a:cubicBezTo>
                <a:close/>
                <a:moveTo>
                  <a:pt x="3283355" y="4552492"/>
                </a:moveTo>
                <a:cubicBezTo>
                  <a:pt x="3312297" y="4552492"/>
                  <a:pt x="3335761" y="4575955"/>
                  <a:pt x="3335761" y="4604898"/>
                </a:cubicBezTo>
                <a:cubicBezTo>
                  <a:pt x="3335795" y="4605674"/>
                  <a:pt x="3335811" y="4606450"/>
                  <a:pt x="3335811" y="4607227"/>
                </a:cubicBezTo>
                <a:cubicBezTo>
                  <a:pt x="3335783" y="4636170"/>
                  <a:pt x="3312299" y="4659610"/>
                  <a:pt x="3283355" y="4659583"/>
                </a:cubicBezTo>
                <a:cubicBezTo>
                  <a:pt x="3253153" y="4659583"/>
                  <a:pt x="3228671" y="4635100"/>
                  <a:pt x="3228671" y="4604898"/>
                </a:cubicBezTo>
                <a:cubicBezTo>
                  <a:pt x="3228669" y="4604122"/>
                  <a:pt x="3228687" y="4603346"/>
                  <a:pt x="3228719" y="4602570"/>
                </a:cubicBezTo>
                <a:cubicBezTo>
                  <a:pt x="3229979" y="4573655"/>
                  <a:pt x="3254439" y="4551234"/>
                  <a:pt x="3283355" y="4552492"/>
                </a:cubicBezTo>
                <a:close/>
                <a:moveTo>
                  <a:pt x="3565891" y="4550213"/>
                </a:moveTo>
                <a:cubicBezTo>
                  <a:pt x="3591059" y="4550213"/>
                  <a:pt x="3611463" y="4570616"/>
                  <a:pt x="3611463" y="4595784"/>
                </a:cubicBezTo>
                <a:cubicBezTo>
                  <a:pt x="3611463" y="4620952"/>
                  <a:pt x="3591059" y="4641354"/>
                  <a:pt x="3565891" y="4641354"/>
                </a:cubicBezTo>
                <a:cubicBezTo>
                  <a:pt x="3540723" y="4641354"/>
                  <a:pt x="3520321" y="4620951"/>
                  <a:pt x="3520321" y="4595784"/>
                </a:cubicBezTo>
                <a:cubicBezTo>
                  <a:pt x="3520321" y="4570615"/>
                  <a:pt x="3540723" y="4550213"/>
                  <a:pt x="3565891" y="4550213"/>
                </a:cubicBezTo>
                <a:close/>
                <a:moveTo>
                  <a:pt x="3107907" y="4543378"/>
                </a:moveTo>
                <a:lnTo>
                  <a:pt x="3130693" y="4543378"/>
                </a:lnTo>
                <a:cubicBezTo>
                  <a:pt x="3130787" y="4550121"/>
                  <a:pt x="3125951" y="4555926"/>
                  <a:pt x="3119301" y="4557049"/>
                </a:cubicBezTo>
                <a:cubicBezTo>
                  <a:pt x="3112651" y="4555926"/>
                  <a:pt x="3107815" y="4550121"/>
                  <a:pt x="3107907" y="4543378"/>
                </a:cubicBezTo>
                <a:close/>
                <a:moveTo>
                  <a:pt x="1768136" y="4520593"/>
                </a:moveTo>
                <a:cubicBezTo>
                  <a:pt x="1778203" y="4520593"/>
                  <a:pt x="1786364" y="4528754"/>
                  <a:pt x="1786364" y="4538821"/>
                </a:cubicBezTo>
                <a:cubicBezTo>
                  <a:pt x="1786364" y="4548888"/>
                  <a:pt x="1778203" y="4557049"/>
                  <a:pt x="1768136" y="4557049"/>
                </a:cubicBezTo>
                <a:cubicBezTo>
                  <a:pt x="1758069" y="4557049"/>
                  <a:pt x="1749908" y="4548889"/>
                  <a:pt x="1749908" y="4538821"/>
                </a:cubicBezTo>
                <a:cubicBezTo>
                  <a:pt x="1749908" y="4528754"/>
                  <a:pt x="1758069" y="4520593"/>
                  <a:pt x="1768136" y="4520593"/>
                </a:cubicBezTo>
                <a:close/>
                <a:moveTo>
                  <a:pt x="2408401" y="4513757"/>
                </a:moveTo>
                <a:cubicBezTo>
                  <a:pt x="2420519" y="4514817"/>
                  <a:pt x="2430127" y="4524425"/>
                  <a:pt x="2431186" y="4536542"/>
                </a:cubicBezTo>
                <a:cubicBezTo>
                  <a:pt x="2430012" y="4548229"/>
                  <a:pt x="2420146" y="4557108"/>
                  <a:pt x="2408401" y="4557049"/>
                </a:cubicBezTo>
                <a:cubicBezTo>
                  <a:pt x="2397076" y="4557049"/>
                  <a:pt x="2387894" y="4547868"/>
                  <a:pt x="2387894" y="4536542"/>
                </a:cubicBezTo>
                <a:cubicBezTo>
                  <a:pt x="2387835" y="4524797"/>
                  <a:pt x="2396714" y="4514931"/>
                  <a:pt x="2408401" y="4513757"/>
                </a:cubicBezTo>
                <a:close/>
                <a:moveTo>
                  <a:pt x="2547391" y="4511478"/>
                </a:moveTo>
                <a:cubicBezTo>
                  <a:pt x="2559975" y="4511478"/>
                  <a:pt x="2570177" y="4521679"/>
                  <a:pt x="2570177" y="4534263"/>
                </a:cubicBezTo>
                <a:cubicBezTo>
                  <a:pt x="2570177" y="4546847"/>
                  <a:pt x="2559975" y="4557049"/>
                  <a:pt x="2547391" y="4557049"/>
                </a:cubicBezTo>
                <a:cubicBezTo>
                  <a:pt x="2534807" y="4557049"/>
                  <a:pt x="2524606" y="4546847"/>
                  <a:pt x="2524606" y="4534263"/>
                </a:cubicBezTo>
                <a:cubicBezTo>
                  <a:pt x="2524606" y="4521679"/>
                  <a:pt x="2534807" y="4511478"/>
                  <a:pt x="2547391" y="4511478"/>
                </a:cubicBezTo>
                <a:close/>
                <a:moveTo>
                  <a:pt x="2134979" y="4506922"/>
                </a:moveTo>
                <a:cubicBezTo>
                  <a:pt x="2143787" y="4506922"/>
                  <a:pt x="2150928" y="4514063"/>
                  <a:pt x="2150928" y="4522872"/>
                </a:cubicBezTo>
                <a:cubicBezTo>
                  <a:pt x="2150928" y="4531680"/>
                  <a:pt x="2143787" y="4538821"/>
                  <a:pt x="2134979" y="4538821"/>
                </a:cubicBezTo>
                <a:cubicBezTo>
                  <a:pt x="2126170" y="4538821"/>
                  <a:pt x="2119029" y="4531680"/>
                  <a:pt x="2119029" y="4522872"/>
                </a:cubicBezTo>
                <a:cubicBezTo>
                  <a:pt x="2119029" y="4514063"/>
                  <a:pt x="2126170" y="4506922"/>
                  <a:pt x="2134979" y="4506922"/>
                </a:cubicBezTo>
                <a:close/>
                <a:moveTo>
                  <a:pt x="3417787" y="4506921"/>
                </a:moveTo>
                <a:cubicBezTo>
                  <a:pt x="3442955" y="4506921"/>
                  <a:pt x="3463359" y="4527324"/>
                  <a:pt x="3463359" y="4552492"/>
                </a:cubicBezTo>
                <a:cubicBezTo>
                  <a:pt x="3463359" y="4577660"/>
                  <a:pt x="3442955" y="4598062"/>
                  <a:pt x="3417787" y="4598062"/>
                </a:cubicBezTo>
                <a:cubicBezTo>
                  <a:pt x="3392619" y="4598062"/>
                  <a:pt x="3372217" y="4577659"/>
                  <a:pt x="3372217" y="4552492"/>
                </a:cubicBezTo>
                <a:cubicBezTo>
                  <a:pt x="3372217" y="4527323"/>
                  <a:pt x="3392619" y="4506921"/>
                  <a:pt x="3417787" y="4506921"/>
                </a:cubicBezTo>
                <a:close/>
                <a:moveTo>
                  <a:pt x="3686653" y="4484136"/>
                </a:moveTo>
                <a:cubicBezTo>
                  <a:pt x="3706787" y="4484136"/>
                  <a:pt x="3723111" y="4500458"/>
                  <a:pt x="3723111" y="4520592"/>
                </a:cubicBezTo>
                <a:cubicBezTo>
                  <a:pt x="3723111" y="4540727"/>
                  <a:pt x="3706787" y="4557049"/>
                  <a:pt x="3686653" y="4557049"/>
                </a:cubicBezTo>
                <a:cubicBezTo>
                  <a:pt x="3666519" y="4557049"/>
                  <a:pt x="3650197" y="4540727"/>
                  <a:pt x="3650197" y="4520592"/>
                </a:cubicBezTo>
                <a:cubicBezTo>
                  <a:pt x="3650197" y="4500458"/>
                  <a:pt x="3666519" y="4484136"/>
                  <a:pt x="3686653" y="4484136"/>
                </a:cubicBezTo>
                <a:close/>
                <a:moveTo>
                  <a:pt x="2000545" y="4484136"/>
                </a:moveTo>
                <a:cubicBezTo>
                  <a:pt x="2008096" y="4484136"/>
                  <a:pt x="2014216" y="4490257"/>
                  <a:pt x="2014216" y="4497807"/>
                </a:cubicBezTo>
                <a:cubicBezTo>
                  <a:pt x="2014216" y="4505357"/>
                  <a:pt x="2008096" y="4511478"/>
                  <a:pt x="2000545" y="4511478"/>
                </a:cubicBezTo>
                <a:cubicBezTo>
                  <a:pt x="1992995" y="4511478"/>
                  <a:pt x="1986874" y="4505357"/>
                  <a:pt x="1986874" y="4497807"/>
                </a:cubicBezTo>
                <a:cubicBezTo>
                  <a:pt x="1986874" y="4490257"/>
                  <a:pt x="1992995" y="4484136"/>
                  <a:pt x="2000545" y="4484136"/>
                </a:cubicBezTo>
                <a:close/>
                <a:moveTo>
                  <a:pt x="3249177" y="4468187"/>
                </a:moveTo>
                <a:cubicBezTo>
                  <a:pt x="3267159" y="4469388"/>
                  <a:pt x="3281115" y="4484344"/>
                  <a:pt x="3281075" y="4502365"/>
                </a:cubicBezTo>
                <a:cubicBezTo>
                  <a:pt x="3281075" y="4519982"/>
                  <a:pt x="3266795" y="4534264"/>
                  <a:pt x="3249177" y="4534264"/>
                </a:cubicBezTo>
                <a:cubicBezTo>
                  <a:pt x="3231155" y="4534304"/>
                  <a:pt x="3216199" y="4520346"/>
                  <a:pt x="3214999" y="4502365"/>
                </a:cubicBezTo>
                <a:cubicBezTo>
                  <a:pt x="3214999" y="4483489"/>
                  <a:pt x="3230301" y="4468187"/>
                  <a:pt x="3249177" y="4468187"/>
                </a:cubicBezTo>
                <a:close/>
                <a:moveTo>
                  <a:pt x="1638260" y="4463630"/>
                </a:moveTo>
                <a:cubicBezTo>
                  <a:pt x="1659653" y="4463630"/>
                  <a:pt x="1676995" y="4480972"/>
                  <a:pt x="1676995" y="4502365"/>
                </a:cubicBezTo>
                <a:cubicBezTo>
                  <a:pt x="1675787" y="4522863"/>
                  <a:pt x="1658794" y="4538857"/>
                  <a:pt x="1638260" y="4538821"/>
                </a:cubicBezTo>
                <a:cubicBezTo>
                  <a:pt x="1617726" y="4538857"/>
                  <a:pt x="1600733" y="4522863"/>
                  <a:pt x="1599525" y="4502365"/>
                </a:cubicBezTo>
                <a:cubicBezTo>
                  <a:pt x="1599525" y="4480972"/>
                  <a:pt x="1616867" y="4463630"/>
                  <a:pt x="1638260" y="4463630"/>
                </a:cubicBezTo>
                <a:close/>
                <a:moveTo>
                  <a:pt x="1866113" y="4452237"/>
                </a:moveTo>
                <a:cubicBezTo>
                  <a:pt x="1872405" y="4452237"/>
                  <a:pt x="1877505" y="4457337"/>
                  <a:pt x="1877505" y="4463629"/>
                </a:cubicBezTo>
                <a:cubicBezTo>
                  <a:pt x="1877505" y="4469921"/>
                  <a:pt x="1872405" y="4475022"/>
                  <a:pt x="1866113" y="4475022"/>
                </a:cubicBezTo>
                <a:cubicBezTo>
                  <a:pt x="1859821" y="4475022"/>
                  <a:pt x="1854720" y="4469922"/>
                  <a:pt x="1854720" y="4463629"/>
                </a:cubicBezTo>
                <a:cubicBezTo>
                  <a:pt x="1854720" y="4457338"/>
                  <a:pt x="1859821" y="4452237"/>
                  <a:pt x="1866113" y="4452237"/>
                </a:cubicBezTo>
                <a:close/>
                <a:moveTo>
                  <a:pt x="3531713" y="4445401"/>
                </a:moveTo>
                <a:cubicBezTo>
                  <a:pt x="3556881" y="4445401"/>
                  <a:pt x="3577283" y="4465804"/>
                  <a:pt x="3577283" y="4490972"/>
                </a:cubicBezTo>
                <a:cubicBezTo>
                  <a:pt x="3577285" y="4491752"/>
                  <a:pt x="3577265" y="4492531"/>
                  <a:pt x="3577223" y="4493310"/>
                </a:cubicBezTo>
                <a:cubicBezTo>
                  <a:pt x="3575967" y="4517187"/>
                  <a:pt x="3555591" y="4535522"/>
                  <a:pt x="3531713" y="4534264"/>
                </a:cubicBezTo>
                <a:cubicBezTo>
                  <a:pt x="3530935" y="4534305"/>
                  <a:pt x="3530155" y="4534325"/>
                  <a:pt x="3529375" y="4534324"/>
                </a:cubicBezTo>
                <a:cubicBezTo>
                  <a:pt x="3505467" y="4534290"/>
                  <a:pt x="3486111" y="4514881"/>
                  <a:pt x="3486143" y="4490972"/>
                </a:cubicBezTo>
                <a:cubicBezTo>
                  <a:pt x="3486143" y="4465803"/>
                  <a:pt x="3506545" y="4445401"/>
                  <a:pt x="3531713" y="4445401"/>
                </a:cubicBezTo>
                <a:close/>
                <a:moveTo>
                  <a:pt x="3374495" y="4431730"/>
                </a:moveTo>
                <a:cubicBezTo>
                  <a:pt x="3383303" y="4431730"/>
                  <a:pt x="3390445" y="4438871"/>
                  <a:pt x="3390445" y="4447680"/>
                </a:cubicBezTo>
                <a:cubicBezTo>
                  <a:pt x="3390445" y="4456488"/>
                  <a:pt x="3383303" y="4463629"/>
                  <a:pt x="3374495" y="4463629"/>
                </a:cubicBezTo>
                <a:cubicBezTo>
                  <a:pt x="3365687" y="4463629"/>
                  <a:pt x="3358547" y="4456488"/>
                  <a:pt x="3358547" y="4447680"/>
                </a:cubicBezTo>
                <a:cubicBezTo>
                  <a:pt x="3358547" y="4438871"/>
                  <a:pt x="3365687" y="4431730"/>
                  <a:pt x="3374495" y="4431730"/>
                </a:cubicBezTo>
                <a:close/>
                <a:moveTo>
                  <a:pt x="2374223" y="4422616"/>
                </a:moveTo>
                <a:cubicBezTo>
                  <a:pt x="2377707" y="4421097"/>
                  <a:pt x="2381666" y="4421097"/>
                  <a:pt x="2385150" y="4422616"/>
                </a:cubicBezTo>
                <a:cubicBezTo>
                  <a:pt x="2392072" y="4425634"/>
                  <a:pt x="2395236" y="4433691"/>
                  <a:pt x="2392219" y="4440612"/>
                </a:cubicBezTo>
                <a:cubicBezTo>
                  <a:pt x="2389201" y="4447533"/>
                  <a:pt x="2381144" y="4450697"/>
                  <a:pt x="2374223" y="4447680"/>
                </a:cubicBezTo>
                <a:cubicBezTo>
                  <a:pt x="2367931" y="4447680"/>
                  <a:pt x="2362830" y="4442579"/>
                  <a:pt x="2362830" y="4436287"/>
                </a:cubicBezTo>
                <a:cubicBezTo>
                  <a:pt x="2362736" y="4429544"/>
                  <a:pt x="2367573" y="4423740"/>
                  <a:pt x="2374223" y="4422616"/>
                </a:cubicBezTo>
                <a:close/>
                <a:moveTo>
                  <a:pt x="1512941" y="4422616"/>
                </a:moveTo>
                <a:cubicBezTo>
                  <a:pt x="1525887" y="4423798"/>
                  <a:pt x="1535780" y="4434681"/>
                  <a:pt x="1535726" y="4447680"/>
                </a:cubicBezTo>
                <a:cubicBezTo>
                  <a:pt x="1535726" y="4460264"/>
                  <a:pt x="1525525" y="4470465"/>
                  <a:pt x="1512941" y="4470465"/>
                </a:cubicBezTo>
                <a:cubicBezTo>
                  <a:pt x="1512146" y="4470545"/>
                  <a:pt x="1511347" y="4470583"/>
                  <a:pt x="1510548" y="4470579"/>
                </a:cubicBezTo>
                <a:cubicBezTo>
                  <a:pt x="1497964" y="4470516"/>
                  <a:pt x="1487814" y="4460264"/>
                  <a:pt x="1487877" y="4447680"/>
                </a:cubicBezTo>
                <a:cubicBezTo>
                  <a:pt x="1487877" y="4433837"/>
                  <a:pt x="1499099" y="4422616"/>
                  <a:pt x="1512941" y="4422616"/>
                </a:cubicBezTo>
                <a:close/>
                <a:moveTo>
                  <a:pt x="3085123" y="4418059"/>
                </a:moveTo>
                <a:cubicBezTo>
                  <a:pt x="3098965" y="4418059"/>
                  <a:pt x="3110187" y="4429281"/>
                  <a:pt x="3110187" y="4443123"/>
                </a:cubicBezTo>
                <a:cubicBezTo>
                  <a:pt x="3110259" y="4443915"/>
                  <a:pt x="3110295" y="4444710"/>
                  <a:pt x="3110291" y="4445505"/>
                </a:cubicBezTo>
                <a:cubicBezTo>
                  <a:pt x="3110233" y="4459348"/>
                  <a:pt x="3098965" y="4470522"/>
                  <a:pt x="3085123" y="4470465"/>
                </a:cubicBezTo>
                <a:cubicBezTo>
                  <a:pt x="3084327" y="4470468"/>
                  <a:pt x="3083533" y="4470434"/>
                  <a:pt x="3082741" y="4470362"/>
                </a:cubicBezTo>
                <a:cubicBezTo>
                  <a:pt x="3068955" y="4469103"/>
                  <a:pt x="3058801" y="4456908"/>
                  <a:pt x="3060059" y="4443123"/>
                </a:cubicBezTo>
                <a:cubicBezTo>
                  <a:pt x="3060059" y="4429280"/>
                  <a:pt x="3071281" y="4418059"/>
                  <a:pt x="3085123" y="4418059"/>
                </a:cubicBezTo>
                <a:close/>
                <a:moveTo>
                  <a:pt x="2506378" y="4413503"/>
                </a:moveTo>
                <a:cubicBezTo>
                  <a:pt x="2507182" y="4413497"/>
                  <a:pt x="2507985" y="4413539"/>
                  <a:pt x="2508784" y="4413629"/>
                </a:cubicBezTo>
                <a:cubicBezTo>
                  <a:pt x="2520039" y="4414888"/>
                  <a:pt x="2528143" y="4425032"/>
                  <a:pt x="2526885" y="4436287"/>
                </a:cubicBezTo>
                <a:cubicBezTo>
                  <a:pt x="2526885" y="4447613"/>
                  <a:pt x="2517703" y="4456794"/>
                  <a:pt x="2506378" y="4456794"/>
                </a:cubicBezTo>
                <a:cubicBezTo>
                  <a:pt x="2505579" y="4456883"/>
                  <a:pt x="2504776" y="4456925"/>
                  <a:pt x="2503972" y="4456921"/>
                </a:cubicBezTo>
                <a:cubicBezTo>
                  <a:pt x="2492646" y="4456851"/>
                  <a:pt x="2483522" y="4447613"/>
                  <a:pt x="2483593" y="4436287"/>
                </a:cubicBezTo>
                <a:cubicBezTo>
                  <a:pt x="2483401" y="4434679"/>
                  <a:pt x="2483401" y="4433052"/>
                  <a:pt x="2483593" y="4431443"/>
                </a:cubicBezTo>
                <a:cubicBezTo>
                  <a:pt x="2484930" y="4420197"/>
                  <a:pt x="2495132" y="4412165"/>
                  <a:pt x="2506378" y="4413503"/>
                </a:cubicBezTo>
                <a:close/>
                <a:moveTo>
                  <a:pt x="2649925" y="4413502"/>
                </a:moveTo>
                <a:lnTo>
                  <a:pt x="2649925" y="4424895"/>
                </a:lnTo>
                <a:cubicBezTo>
                  <a:pt x="2652367" y="4429125"/>
                  <a:pt x="2652367" y="4434336"/>
                  <a:pt x="2649925" y="4438566"/>
                </a:cubicBezTo>
                <a:cubicBezTo>
                  <a:pt x="2642375" y="4438566"/>
                  <a:pt x="2636254" y="4432445"/>
                  <a:pt x="2636254" y="4424895"/>
                </a:cubicBezTo>
                <a:cubicBezTo>
                  <a:pt x="2637377" y="4418245"/>
                  <a:pt x="2643182" y="4413408"/>
                  <a:pt x="2649925" y="4413502"/>
                </a:cubicBezTo>
                <a:close/>
                <a:moveTo>
                  <a:pt x="1304384" y="4412434"/>
                </a:moveTo>
                <a:cubicBezTo>
                  <a:pt x="1323889" y="4417428"/>
                  <a:pt x="1335653" y="4437289"/>
                  <a:pt x="1330659" y="4456794"/>
                </a:cubicBezTo>
                <a:cubicBezTo>
                  <a:pt x="1329454" y="4476033"/>
                  <a:pt x="1313479" y="4491009"/>
                  <a:pt x="1294202" y="4490972"/>
                </a:cubicBezTo>
                <a:cubicBezTo>
                  <a:pt x="1275326" y="4490972"/>
                  <a:pt x="1260024" y="4475670"/>
                  <a:pt x="1260024" y="4456794"/>
                </a:cubicBezTo>
                <a:cubicBezTo>
                  <a:pt x="1258505" y="4450861"/>
                  <a:pt x="1258505" y="4444641"/>
                  <a:pt x="1260024" y="4438709"/>
                </a:cubicBezTo>
                <a:cubicBezTo>
                  <a:pt x="1265018" y="4419203"/>
                  <a:pt x="1284879" y="4407440"/>
                  <a:pt x="1304384" y="4412434"/>
                </a:cubicBezTo>
                <a:close/>
                <a:moveTo>
                  <a:pt x="1724844" y="4411224"/>
                </a:moveTo>
                <a:cubicBezTo>
                  <a:pt x="1731136" y="4411224"/>
                  <a:pt x="1736236" y="4416324"/>
                  <a:pt x="1736236" y="4422616"/>
                </a:cubicBezTo>
                <a:lnTo>
                  <a:pt x="1736236" y="4434009"/>
                </a:lnTo>
                <a:lnTo>
                  <a:pt x="1713451" y="4422616"/>
                </a:lnTo>
                <a:cubicBezTo>
                  <a:pt x="1713451" y="4416325"/>
                  <a:pt x="1718552" y="4411224"/>
                  <a:pt x="1724844" y="4411224"/>
                </a:cubicBezTo>
                <a:close/>
                <a:moveTo>
                  <a:pt x="3800579" y="4408945"/>
                </a:moveTo>
                <a:cubicBezTo>
                  <a:pt x="3825747" y="4408945"/>
                  <a:pt x="3846151" y="4429348"/>
                  <a:pt x="3846151" y="4454516"/>
                </a:cubicBezTo>
                <a:cubicBezTo>
                  <a:pt x="3846151" y="4479684"/>
                  <a:pt x="3825747" y="4500086"/>
                  <a:pt x="3800579" y="4500086"/>
                </a:cubicBezTo>
                <a:cubicBezTo>
                  <a:pt x="3775411" y="4500086"/>
                  <a:pt x="3755009" y="4479683"/>
                  <a:pt x="3755009" y="4454516"/>
                </a:cubicBezTo>
                <a:cubicBezTo>
                  <a:pt x="3755009" y="4429347"/>
                  <a:pt x="3775411" y="4408945"/>
                  <a:pt x="3800579" y="4408945"/>
                </a:cubicBezTo>
                <a:close/>
                <a:moveTo>
                  <a:pt x="2237512" y="4406666"/>
                </a:moveTo>
                <a:cubicBezTo>
                  <a:pt x="2248005" y="4406602"/>
                  <a:pt x="2256853" y="4414467"/>
                  <a:pt x="2258019" y="4424895"/>
                </a:cubicBezTo>
                <a:cubicBezTo>
                  <a:pt x="2258019" y="4436220"/>
                  <a:pt x="2248838" y="4445401"/>
                  <a:pt x="2237512" y="4445401"/>
                </a:cubicBezTo>
                <a:cubicBezTo>
                  <a:pt x="2236703" y="4445407"/>
                  <a:pt x="2235893" y="4445360"/>
                  <a:pt x="2235090" y="4445259"/>
                </a:cubicBezTo>
                <a:cubicBezTo>
                  <a:pt x="2225102" y="4444000"/>
                  <a:pt x="2218025" y="4434883"/>
                  <a:pt x="2219284" y="4424895"/>
                </a:cubicBezTo>
                <a:cubicBezTo>
                  <a:pt x="2219284" y="4414828"/>
                  <a:pt x="2227445" y="4406666"/>
                  <a:pt x="2237512" y="4406666"/>
                </a:cubicBezTo>
                <a:close/>
                <a:moveTo>
                  <a:pt x="3227815" y="4392244"/>
                </a:moveTo>
                <a:cubicBezTo>
                  <a:pt x="3230631" y="4392999"/>
                  <a:pt x="3233159" y="4394828"/>
                  <a:pt x="3234731" y="4397552"/>
                </a:cubicBezTo>
                <a:cubicBezTo>
                  <a:pt x="3237879" y="4403002"/>
                  <a:pt x="3236011" y="4409969"/>
                  <a:pt x="3230563" y="4413115"/>
                </a:cubicBezTo>
                <a:cubicBezTo>
                  <a:pt x="3225113" y="4416261"/>
                  <a:pt x="3218145" y="4414394"/>
                  <a:pt x="3214999" y="4408945"/>
                </a:cubicBezTo>
                <a:lnTo>
                  <a:pt x="3214999" y="4397552"/>
                </a:lnTo>
                <a:cubicBezTo>
                  <a:pt x="3215999" y="4395820"/>
                  <a:pt x="3217437" y="4394382"/>
                  <a:pt x="3219169" y="4393382"/>
                </a:cubicBezTo>
                <a:cubicBezTo>
                  <a:pt x="3221895" y="4391809"/>
                  <a:pt x="3224999" y="4391489"/>
                  <a:pt x="3227815" y="4392244"/>
                </a:cubicBezTo>
                <a:close/>
                <a:moveTo>
                  <a:pt x="3645639" y="4390717"/>
                </a:moveTo>
                <a:cubicBezTo>
                  <a:pt x="3661999" y="4390717"/>
                  <a:pt x="3675261" y="4403979"/>
                  <a:pt x="3675261" y="4420338"/>
                </a:cubicBezTo>
                <a:cubicBezTo>
                  <a:pt x="3675323" y="4421125"/>
                  <a:pt x="3675351" y="4421914"/>
                  <a:pt x="3675349" y="4422704"/>
                </a:cubicBezTo>
                <a:cubicBezTo>
                  <a:pt x="3675299" y="4439063"/>
                  <a:pt x="3661999" y="4452286"/>
                  <a:pt x="3645639" y="4452237"/>
                </a:cubicBezTo>
                <a:cubicBezTo>
                  <a:pt x="3644851" y="4452239"/>
                  <a:pt x="3644061" y="4452210"/>
                  <a:pt x="3643275" y="4452149"/>
                </a:cubicBezTo>
                <a:cubicBezTo>
                  <a:pt x="3626963" y="4450891"/>
                  <a:pt x="3614761" y="4436648"/>
                  <a:pt x="3616019" y="4420338"/>
                </a:cubicBezTo>
                <a:cubicBezTo>
                  <a:pt x="3616019" y="4403979"/>
                  <a:pt x="3629281" y="4390717"/>
                  <a:pt x="3645639" y="4390717"/>
                </a:cubicBezTo>
                <a:close/>
                <a:moveTo>
                  <a:pt x="2784358" y="4388438"/>
                </a:moveTo>
                <a:cubicBezTo>
                  <a:pt x="2794425" y="4388438"/>
                  <a:pt x="2802586" y="4396599"/>
                  <a:pt x="2802586" y="4406666"/>
                </a:cubicBezTo>
                <a:cubicBezTo>
                  <a:pt x="2802586" y="4416733"/>
                  <a:pt x="2794425" y="4424894"/>
                  <a:pt x="2784358" y="4424894"/>
                </a:cubicBezTo>
                <a:cubicBezTo>
                  <a:pt x="2774291" y="4424894"/>
                  <a:pt x="2766130" y="4416734"/>
                  <a:pt x="2766130" y="4406666"/>
                </a:cubicBezTo>
                <a:cubicBezTo>
                  <a:pt x="2766130" y="4396599"/>
                  <a:pt x="2774291" y="4388438"/>
                  <a:pt x="2784358" y="4388438"/>
                </a:cubicBezTo>
                <a:close/>
                <a:moveTo>
                  <a:pt x="2100801" y="4386160"/>
                </a:moveTo>
                <a:cubicBezTo>
                  <a:pt x="2112126" y="4386160"/>
                  <a:pt x="2121307" y="4395341"/>
                  <a:pt x="2121307" y="4406667"/>
                </a:cubicBezTo>
                <a:cubicBezTo>
                  <a:pt x="2121314" y="4407476"/>
                  <a:pt x="2121266" y="4408286"/>
                  <a:pt x="2121165" y="4409089"/>
                </a:cubicBezTo>
                <a:cubicBezTo>
                  <a:pt x="2119906" y="4419077"/>
                  <a:pt x="2110789" y="4426154"/>
                  <a:pt x="2100801" y="4424895"/>
                </a:cubicBezTo>
                <a:cubicBezTo>
                  <a:pt x="2090733" y="4424895"/>
                  <a:pt x="2082572" y="4416734"/>
                  <a:pt x="2082572" y="4406667"/>
                </a:cubicBezTo>
                <a:cubicBezTo>
                  <a:pt x="2082507" y="4396174"/>
                  <a:pt x="2090373" y="4387326"/>
                  <a:pt x="2100801" y="4386160"/>
                </a:cubicBezTo>
                <a:close/>
                <a:moveTo>
                  <a:pt x="1966367" y="4356538"/>
                </a:moveTo>
                <a:cubicBezTo>
                  <a:pt x="1978112" y="4356480"/>
                  <a:pt x="1987978" y="4365358"/>
                  <a:pt x="1989152" y="4377045"/>
                </a:cubicBezTo>
                <a:cubicBezTo>
                  <a:pt x="1988093" y="4389163"/>
                  <a:pt x="1978485" y="4398771"/>
                  <a:pt x="1966367" y="4399830"/>
                </a:cubicBezTo>
                <a:cubicBezTo>
                  <a:pt x="1954680" y="4398656"/>
                  <a:pt x="1945801" y="4388790"/>
                  <a:pt x="1945860" y="4377045"/>
                </a:cubicBezTo>
                <a:cubicBezTo>
                  <a:pt x="1945860" y="4365720"/>
                  <a:pt x="1955042" y="4356538"/>
                  <a:pt x="1966367" y="4356538"/>
                </a:cubicBezTo>
                <a:close/>
                <a:moveTo>
                  <a:pt x="975209" y="4354260"/>
                </a:moveTo>
                <a:cubicBezTo>
                  <a:pt x="984822" y="4355280"/>
                  <a:pt x="992417" y="4362876"/>
                  <a:pt x="993437" y="4372489"/>
                </a:cubicBezTo>
                <a:cubicBezTo>
                  <a:pt x="993502" y="4382981"/>
                  <a:pt x="985636" y="4391830"/>
                  <a:pt x="975209" y="4392995"/>
                </a:cubicBezTo>
                <a:cubicBezTo>
                  <a:pt x="963883" y="4392995"/>
                  <a:pt x="954702" y="4383814"/>
                  <a:pt x="954702" y="4372489"/>
                </a:cubicBezTo>
                <a:cubicBezTo>
                  <a:pt x="955868" y="4362061"/>
                  <a:pt x="964716" y="4354196"/>
                  <a:pt x="975209" y="4354260"/>
                </a:cubicBezTo>
                <a:close/>
                <a:moveTo>
                  <a:pt x="3497535" y="4351982"/>
                </a:moveTo>
                <a:cubicBezTo>
                  <a:pt x="3515153" y="4351982"/>
                  <a:pt x="3529435" y="4366264"/>
                  <a:pt x="3529435" y="4383881"/>
                </a:cubicBezTo>
                <a:cubicBezTo>
                  <a:pt x="3529475" y="4401902"/>
                  <a:pt x="3515515" y="4416858"/>
                  <a:pt x="3497535" y="4418059"/>
                </a:cubicBezTo>
                <a:cubicBezTo>
                  <a:pt x="3478659" y="4418059"/>
                  <a:pt x="3463359" y="4402757"/>
                  <a:pt x="3463359" y="4383881"/>
                </a:cubicBezTo>
                <a:cubicBezTo>
                  <a:pt x="3464559" y="4365901"/>
                  <a:pt x="3479515" y="4351942"/>
                  <a:pt x="3497535" y="4351982"/>
                </a:cubicBezTo>
                <a:close/>
                <a:moveTo>
                  <a:pt x="1389901" y="4349703"/>
                </a:moveTo>
                <a:cubicBezTo>
                  <a:pt x="1408777" y="4349703"/>
                  <a:pt x="1424079" y="4365005"/>
                  <a:pt x="1424079" y="4383881"/>
                </a:cubicBezTo>
                <a:cubicBezTo>
                  <a:pt x="1424079" y="4402757"/>
                  <a:pt x="1408777" y="4418059"/>
                  <a:pt x="1389901" y="4418059"/>
                </a:cubicBezTo>
                <a:cubicBezTo>
                  <a:pt x="1371025" y="4418059"/>
                  <a:pt x="1355723" y="4402757"/>
                  <a:pt x="1355723" y="4383881"/>
                </a:cubicBezTo>
                <a:cubicBezTo>
                  <a:pt x="1355723" y="4365005"/>
                  <a:pt x="1371025" y="4349703"/>
                  <a:pt x="1389901" y="4349703"/>
                </a:cubicBezTo>
                <a:close/>
                <a:moveTo>
                  <a:pt x="2918791" y="4347425"/>
                </a:moveTo>
                <a:cubicBezTo>
                  <a:pt x="2935150" y="4347425"/>
                  <a:pt x="2948412" y="4360687"/>
                  <a:pt x="2948412" y="4377046"/>
                </a:cubicBezTo>
                <a:cubicBezTo>
                  <a:pt x="2948412" y="4393405"/>
                  <a:pt x="2935150" y="4406666"/>
                  <a:pt x="2918791" y="4406666"/>
                </a:cubicBezTo>
                <a:cubicBezTo>
                  <a:pt x="2902432" y="4406666"/>
                  <a:pt x="2889170" y="4393405"/>
                  <a:pt x="2889170" y="4377046"/>
                </a:cubicBezTo>
                <a:cubicBezTo>
                  <a:pt x="2889170" y="4360687"/>
                  <a:pt x="2902432" y="4347425"/>
                  <a:pt x="2918791" y="4347425"/>
                </a:cubicBezTo>
                <a:close/>
                <a:moveTo>
                  <a:pt x="1608639" y="4340589"/>
                </a:moveTo>
                <a:cubicBezTo>
                  <a:pt x="1624998" y="4340589"/>
                  <a:pt x="1638260" y="4353851"/>
                  <a:pt x="1638260" y="4370210"/>
                </a:cubicBezTo>
                <a:cubicBezTo>
                  <a:pt x="1638260" y="4386569"/>
                  <a:pt x="1624998" y="4399830"/>
                  <a:pt x="1608639" y="4399830"/>
                </a:cubicBezTo>
                <a:cubicBezTo>
                  <a:pt x="1592280" y="4399830"/>
                  <a:pt x="1579018" y="4386569"/>
                  <a:pt x="1579018" y="4370210"/>
                </a:cubicBezTo>
                <a:cubicBezTo>
                  <a:pt x="1579018" y="4353851"/>
                  <a:pt x="1592280" y="4340589"/>
                  <a:pt x="1608639" y="4340589"/>
                </a:cubicBezTo>
                <a:close/>
                <a:moveTo>
                  <a:pt x="3912227" y="4336032"/>
                </a:moveTo>
                <a:cubicBezTo>
                  <a:pt x="3932363" y="4336032"/>
                  <a:pt x="3948683" y="4352354"/>
                  <a:pt x="3948683" y="4372488"/>
                </a:cubicBezTo>
                <a:cubicBezTo>
                  <a:pt x="3948683" y="4392623"/>
                  <a:pt x="3932363" y="4408945"/>
                  <a:pt x="3912227" y="4408945"/>
                </a:cubicBezTo>
                <a:cubicBezTo>
                  <a:pt x="3892093" y="4408945"/>
                  <a:pt x="3875771" y="4392623"/>
                  <a:pt x="3875771" y="4372488"/>
                </a:cubicBezTo>
                <a:cubicBezTo>
                  <a:pt x="3875771" y="4352354"/>
                  <a:pt x="3892093" y="4336032"/>
                  <a:pt x="3912227" y="4336032"/>
                </a:cubicBezTo>
                <a:close/>
                <a:moveTo>
                  <a:pt x="1834213" y="4320082"/>
                </a:moveTo>
                <a:cubicBezTo>
                  <a:pt x="1845538" y="4320082"/>
                  <a:pt x="1854720" y="4329263"/>
                  <a:pt x="1854720" y="4340589"/>
                </a:cubicBezTo>
                <a:cubicBezTo>
                  <a:pt x="1854720" y="4351914"/>
                  <a:pt x="1845538" y="4361096"/>
                  <a:pt x="1834213" y="4361096"/>
                </a:cubicBezTo>
                <a:cubicBezTo>
                  <a:pt x="1822887" y="4361096"/>
                  <a:pt x="1813706" y="4351914"/>
                  <a:pt x="1813706" y="4340589"/>
                </a:cubicBezTo>
                <a:cubicBezTo>
                  <a:pt x="1813706" y="4329263"/>
                  <a:pt x="1822887" y="4320082"/>
                  <a:pt x="1834213" y="4320082"/>
                </a:cubicBezTo>
                <a:close/>
                <a:moveTo>
                  <a:pt x="3766403" y="4315526"/>
                </a:moveTo>
                <a:cubicBezTo>
                  <a:pt x="3782761" y="4315526"/>
                  <a:pt x="3796023" y="4328788"/>
                  <a:pt x="3796023" y="4345147"/>
                </a:cubicBezTo>
                <a:cubicBezTo>
                  <a:pt x="3796023" y="4361506"/>
                  <a:pt x="3782761" y="4374767"/>
                  <a:pt x="3766403" y="4374767"/>
                </a:cubicBezTo>
                <a:cubicBezTo>
                  <a:pt x="3750043" y="4374767"/>
                  <a:pt x="3736781" y="4361506"/>
                  <a:pt x="3736781" y="4345147"/>
                </a:cubicBezTo>
                <a:cubicBezTo>
                  <a:pt x="3736781" y="4328788"/>
                  <a:pt x="3750043" y="4315526"/>
                  <a:pt x="3766403" y="4315526"/>
                </a:cubicBezTo>
                <a:close/>
                <a:moveTo>
                  <a:pt x="3050945" y="4304133"/>
                </a:moveTo>
                <a:cubicBezTo>
                  <a:pt x="3071079" y="4304133"/>
                  <a:pt x="3087403" y="4320455"/>
                  <a:pt x="3087403" y="4340589"/>
                </a:cubicBezTo>
                <a:cubicBezTo>
                  <a:pt x="3087403" y="4360724"/>
                  <a:pt x="3071079" y="4377046"/>
                  <a:pt x="3050945" y="4377046"/>
                </a:cubicBezTo>
                <a:cubicBezTo>
                  <a:pt x="3030811" y="4377046"/>
                  <a:pt x="3014489" y="4360724"/>
                  <a:pt x="3014489" y="4340589"/>
                </a:cubicBezTo>
                <a:cubicBezTo>
                  <a:pt x="3014489" y="4320455"/>
                  <a:pt x="3030811" y="4304133"/>
                  <a:pt x="3050945" y="4304133"/>
                </a:cubicBezTo>
                <a:close/>
                <a:moveTo>
                  <a:pt x="2476757" y="4297298"/>
                </a:moveTo>
                <a:cubicBezTo>
                  <a:pt x="2493116" y="4297298"/>
                  <a:pt x="2506378" y="4310560"/>
                  <a:pt x="2506378" y="4326919"/>
                </a:cubicBezTo>
                <a:cubicBezTo>
                  <a:pt x="2506378" y="4343278"/>
                  <a:pt x="2493116" y="4356539"/>
                  <a:pt x="2476757" y="4356539"/>
                </a:cubicBezTo>
                <a:cubicBezTo>
                  <a:pt x="2460398" y="4356539"/>
                  <a:pt x="2447136" y="4343278"/>
                  <a:pt x="2447136" y="4326919"/>
                </a:cubicBezTo>
                <a:cubicBezTo>
                  <a:pt x="2447136" y="4310560"/>
                  <a:pt x="2460398" y="4297298"/>
                  <a:pt x="2476757" y="4297298"/>
                </a:cubicBezTo>
                <a:close/>
                <a:moveTo>
                  <a:pt x="2203334" y="4297297"/>
                </a:moveTo>
                <a:cubicBezTo>
                  <a:pt x="2210884" y="4297297"/>
                  <a:pt x="2217005" y="4303418"/>
                  <a:pt x="2217005" y="4310968"/>
                </a:cubicBezTo>
                <a:cubicBezTo>
                  <a:pt x="2217005" y="4318518"/>
                  <a:pt x="2210884" y="4324639"/>
                  <a:pt x="2203334" y="4324639"/>
                </a:cubicBezTo>
                <a:cubicBezTo>
                  <a:pt x="2195784" y="4324639"/>
                  <a:pt x="2189663" y="4318518"/>
                  <a:pt x="2189663" y="4310968"/>
                </a:cubicBezTo>
                <a:cubicBezTo>
                  <a:pt x="2189663" y="4303418"/>
                  <a:pt x="2195784" y="4297297"/>
                  <a:pt x="2203334" y="4297297"/>
                </a:cubicBezTo>
                <a:close/>
                <a:moveTo>
                  <a:pt x="1271418" y="4297297"/>
                </a:moveTo>
                <a:cubicBezTo>
                  <a:pt x="1280227" y="4297297"/>
                  <a:pt x="1287367" y="4304438"/>
                  <a:pt x="1287367" y="4313247"/>
                </a:cubicBezTo>
                <a:cubicBezTo>
                  <a:pt x="1287367" y="4322055"/>
                  <a:pt x="1280227" y="4329196"/>
                  <a:pt x="1271418" y="4329196"/>
                </a:cubicBezTo>
                <a:cubicBezTo>
                  <a:pt x="1262609" y="4329196"/>
                  <a:pt x="1255468" y="4322055"/>
                  <a:pt x="1255468" y="4313247"/>
                </a:cubicBezTo>
                <a:cubicBezTo>
                  <a:pt x="1255468" y="4304438"/>
                  <a:pt x="1262609" y="4297297"/>
                  <a:pt x="1271418" y="4297297"/>
                </a:cubicBezTo>
                <a:close/>
                <a:moveTo>
                  <a:pt x="3616019" y="4290462"/>
                </a:moveTo>
                <a:cubicBezTo>
                  <a:pt x="3626447" y="4291627"/>
                  <a:pt x="3634311" y="4300476"/>
                  <a:pt x="3634247" y="4310968"/>
                </a:cubicBezTo>
                <a:cubicBezTo>
                  <a:pt x="3633227" y="4320581"/>
                  <a:pt x="3625631" y="4328177"/>
                  <a:pt x="3616019" y="4329197"/>
                </a:cubicBezTo>
                <a:cubicBezTo>
                  <a:pt x="3605951" y="4329197"/>
                  <a:pt x="3597791" y="4321036"/>
                  <a:pt x="3597791" y="4310968"/>
                </a:cubicBezTo>
                <a:cubicBezTo>
                  <a:pt x="3597691" y="4310165"/>
                  <a:pt x="3597643" y="4309356"/>
                  <a:pt x="3597649" y="4308546"/>
                </a:cubicBezTo>
                <a:cubicBezTo>
                  <a:pt x="3597727" y="4298479"/>
                  <a:pt x="3605951" y="4290382"/>
                  <a:pt x="3616019" y="4290462"/>
                </a:cubicBezTo>
                <a:close/>
                <a:moveTo>
                  <a:pt x="2750180" y="4285905"/>
                </a:moveTo>
                <a:cubicBezTo>
                  <a:pt x="2758989" y="4285905"/>
                  <a:pt x="2766130" y="4293046"/>
                  <a:pt x="2766130" y="4301855"/>
                </a:cubicBezTo>
                <a:cubicBezTo>
                  <a:pt x="2764989" y="4309764"/>
                  <a:pt x="2758171" y="4315607"/>
                  <a:pt x="2750180" y="4315526"/>
                </a:cubicBezTo>
                <a:cubicBezTo>
                  <a:pt x="2742630" y="4315526"/>
                  <a:pt x="2736509" y="4309405"/>
                  <a:pt x="2736509" y="4301855"/>
                </a:cubicBezTo>
                <a:cubicBezTo>
                  <a:pt x="2736427" y="4293864"/>
                  <a:pt x="2742271" y="4287046"/>
                  <a:pt x="2750180" y="4285905"/>
                </a:cubicBezTo>
                <a:close/>
                <a:moveTo>
                  <a:pt x="2068901" y="4281348"/>
                </a:moveTo>
                <a:cubicBezTo>
                  <a:pt x="2072676" y="4281348"/>
                  <a:pt x="2075736" y="4284408"/>
                  <a:pt x="2075736" y="4288184"/>
                </a:cubicBezTo>
                <a:cubicBezTo>
                  <a:pt x="2075736" y="4291959"/>
                  <a:pt x="2072676" y="4295019"/>
                  <a:pt x="2068901" y="4295019"/>
                </a:cubicBezTo>
                <a:cubicBezTo>
                  <a:pt x="2065125" y="4295019"/>
                  <a:pt x="2062065" y="4291959"/>
                  <a:pt x="2062065" y="4288184"/>
                </a:cubicBezTo>
                <a:cubicBezTo>
                  <a:pt x="2062065" y="4284408"/>
                  <a:pt x="2065125" y="4281348"/>
                  <a:pt x="2068901" y="4281348"/>
                </a:cubicBezTo>
                <a:close/>
                <a:moveTo>
                  <a:pt x="1706616" y="4272233"/>
                </a:moveTo>
                <a:cubicBezTo>
                  <a:pt x="1717941" y="4272233"/>
                  <a:pt x="1727123" y="4281414"/>
                  <a:pt x="1727123" y="4292740"/>
                </a:cubicBezTo>
                <a:cubicBezTo>
                  <a:pt x="1727123" y="4304065"/>
                  <a:pt x="1717941" y="4313247"/>
                  <a:pt x="1706616" y="4313247"/>
                </a:cubicBezTo>
                <a:cubicBezTo>
                  <a:pt x="1695290" y="4313247"/>
                  <a:pt x="1686109" y="4304065"/>
                  <a:pt x="1686109" y="4292740"/>
                </a:cubicBezTo>
                <a:cubicBezTo>
                  <a:pt x="1686109" y="4281414"/>
                  <a:pt x="1695290" y="4272233"/>
                  <a:pt x="1706616" y="4272233"/>
                </a:cubicBezTo>
                <a:close/>
                <a:moveTo>
                  <a:pt x="1066350" y="4272233"/>
                </a:moveTo>
                <a:cubicBezTo>
                  <a:pt x="1080976" y="4273321"/>
                  <a:pt x="1092604" y="4284949"/>
                  <a:pt x="1093692" y="4299575"/>
                </a:cubicBezTo>
                <a:cubicBezTo>
                  <a:pt x="1093738" y="4315084"/>
                  <a:pt x="1081813" y="4328003"/>
                  <a:pt x="1066350" y="4329196"/>
                </a:cubicBezTo>
                <a:cubicBezTo>
                  <a:pt x="1065558" y="4329199"/>
                  <a:pt x="1064766" y="4329167"/>
                  <a:pt x="1063976" y="4329101"/>
                </a:cubicBezTo>
                <a:cubicBezTo>
                  <a:pt x="1048928" y="4327843"/>
                  <a:pt x="1037749" y="4314624"/>
                  <a:pt x="1039008" y="4299575"/>
                </a:cubicBezTo>
                <a:cubicBezTo>
                  <a:pt x="1039008" y="4284475"/>
                  <a:pt x="1051249" y="4272233"/>
                  <a:pt x="1066350" y="4272233"/>
                </a:cubicBezTo>
                <a:close/>
                <a:moveTo>
                  <a:pt x="2884613" y="4244891"/>
                </a:moveTo>
                <a:cubicBezTo>
                  <a:pt x="2886198" y="4244752"/>
                  <a:pt x="2887793" y="4244752"/>
                  <a:pt x="2889378" y="4244891"/>
                </a:cubicBezTo>
                <a:cubicBezTo>
                  <a:pt x="2904421" y="4246206"/>
                  <a:pt x="2915550" y="4259468"/>
                  <a:pt x="2914234" y="4274512"/>
                </a:cubicBezTo>
                <a:cubicBezTo>
                  <a:pt x="2914234" y="4290871"/>
                  <a:pt x="2900972" y="4304132"/>
                  <a:pt x="2884613" y="4304132"/>
                </a:cubicBezTo>
                <a:cubicBezTo>
                  <a:pt x="2883821" y="4304135"/>
                  <a:pt x="2883029" y="4304104"/>
                  <a:pt x="2882239" y="4304037"/>
                </a:cubicBezTo>
                <a:cubicBezTo>
                  <a:pt x="2867191" y="4302779"/>
                  <a:pt x="2856012" y="4289560"/>
                  <a:pt x="2857271" y="4274512"/>
                </a:cubicBezTo>
                <a:cubicBezTo>
                  <a:pt x="2857205" y="4273722"/>
                  <a:pt x="2857173" y="4272930"/>
                  <a:pt x="2857176" y="4272138"/>
                </a:cubicBezTo>
                <a:cubicBezTo>
                  <a:pt x="2857228" y="4257037"/>
                  <a:pt x="2869512" y="4244838"/>
                  <a:pt x="2884613" y="4244891"/>
                </a:cubicBezTo>
                <a:close/>
                <a:moveTo>
                  <a:pt x="1934468" y="4244891"/>
                </a:moveTo>
                <a:cubicBezTo>
                  <a:pt x="1940760" y="4244891"/>
                  <a:pt x="1945860" y="4249991"/>
                  <a:pt x="1945860" y="4256283"/>
                </a:cubicBezTo>
                <a:cubicBezTo>
                  <a:pt x="1945860" y="4262575"/>
                  <a:pt x="1940760" y="4267676"/>
                  <a:pt x="1934468" y="4267676"/>
                </a:cubicBezTo>
                <a:lnTo>
                  <a:pt x="1923075" y="4256283"/>
                </a:lnTo>
                <a:cubicBezTo>
                  <a:pt x="1923075" y="4249992"/>
                  <a:pt x="1928176" y="4244891"/>
                  <a:pt x="1934468" y="4244891"/>
                </a:cubicBezTo>
                <a:close/>
                <a:moveTo>
                  <a:pt x="4019319" y="4242612"/>
                </a:moveTo>
                <a:cubicBezTo>
                  <a:pt x="4043227" y="4242612"/>
                  <a:pt x="4062611" y="4261994"/>
                  <a:pt x="4062611" y="4285904"/>
                </a:cubicBezTo>
                <a:cubicBezTo>
                  <a:pt x="4062611" y="4309814"/>
                  <a:pt x="4043227" y="4329196"/>
                  <a:pt x="4019319" y="4329196"/>
                </a:cubicBezTo>
                <a:cubicBezTo>
                  <a:pt x="4017755" y="4329286"/>
                  <a:pt x="4016189" y="4329286"/>
                  <a:pt x="4014627" y="4329196"/>
                </a:cubicBezTo>
                <a:cubicBezTo>
                  <a:pt x="3992013" y="4327901"/>
                  <a:pt x="3974731" y="4308518"/>
                  <a:pt x="3976027" y="4285904"/>
                </a:cubicBezTo>
                <a:cubicBezTo>
                  <a:pt x="3976027" y="4261994"/>
                  <a:pt x="3995409" y="4242612"/>
                  <a:pt x="4019319" y="4242612"/>
                </a:cubicBezTo>
                <a:close/>
                <a:moveTo>
                  <a:pt x="1157491" y="4235777"/>
                </a:moveTo>
                <a:cubicBezTo>
                  <a:pt x="1165041" y="4235777"/>
                  <a:pt x="1171162" y="4241898"/>
                  <a:pt x="1171162" y="4249448"/>
                </a:cubicBezTo>
                <a:cubicBezTo>
                  <a:pt x="1166932" y="4251890"/>
                  <a:pt x="1161720" y="4251890"/>
                  <a:pt x="1157491" y="4249448"/>
                </a:cubicBezTo>
                <a:cubicBezTo>
                  <a:pt x="1155048" y="4245218"/>
                  <a:pt x="1155048" y="4240007"/>
                  <a:pt x="1157491" y="4235777"/>
                </a:cubicBezTo>
                <a:close/>
                <a:moveTo>
                  <a:pt x="3873491" y="4226663"/>
                </a:moveTo>
                <a:cubicBezTo>
                  <a:pt x="3893627" y="4226663"/>
                  <a:pt x="3909949" y="4242985"/>
                  <a:pt x="3909949" y="4263119"/>
                </a:cubicBezTo>
                <a:cubicBezTo>
                  <a:pt x="3909949" y="4283254"/>
                  <a:pt x="3893627" y="4299576"/>
                  <a:pt x="3873491" y="4299576"/>
                </a:cubicBezTo>
                <a:cubicBezTo>
                  <a:pt x="3853359" y="4299576"/>
                  <a:pt x="3837035" y="4283254"/>
                  <a:pt x="3837035" y="4263119"/>
                </a:cubicBezTo>
                <a:cubicBezTo>
                  <a:pt x="3837035" y="4242985"/>
                  <a:pt x="3853359" y="4226663"/>
                  <a:pt x="3873491" y="4226663"/>
                </a:cubicBezTo>
                <a:close/>
                <a:moveTo>
                  <a:pt x="3019047" y="4222106"/>
                </a:moveTo>
                <a:cubicBezTo>
                  <a:pt x="3026595" y="4222106"/>
                  <a:pt x="3032717" y="4228227"/>
                  <a:pt x="3032717" y="4235777"/>
                </a:cubicBezTo>
                <a:cubicBezTo>
                  <a:pt x="3032717" y="4243327"/>
                  <a:pt x="3026595" y="4249448"/>
                  <a:pt x="3019047" y="4249448"/>
                </a:cubicBezTo>
                <a:cubicBezTo>
                  <a:pt x="3009931" y="4249448"/>
                  <a:pt x="3003095" y="4235777"/>
                  <a:pt x="3003095" y="4235777"/>
                </a:cubicBezTo>
                <a:cubicBezTo>
                  <a:pt x="3004237" y="4227868"/>
                  <a:pt x="3011055" y="4222024"/>
                  <a:pt x="3019047" y="4222106"/>
                </a:cubicBezTo>
                <a:close/>
                <a:moveTo>
                  <a:pt x="1367115" y="4222105"/>
                </a:moveTo>
                <a:cubicBezTo>
                  <a:pt x="1368724" y="4221914"/>
                  <a:pt x="1370350" y="4221914"/>
                  <a:pt x="1371959" y="4222105"/>
                </a:cubicBezTo>
                <a:cubicBezTo>
                  <a:pt x="1383206" y="4223443"/>
                  <a:pt x="1391238" y="4233644"/>
                  <a:pt x="1389900" y="4244891"/>
                </a:cubicBezTo>
                <a:cubicBezTo>
                  <a:pt x="1389900" y="4257475"/>
                  <a:pt x="1379699" y="4267676"/>
                  <a:pt x="1367115" y="4267676"/>
                </a:cubicBezTo>
                <a:cubicBezTo>
                  <a:pt x="1354997" y="4266617"/>
                  <a:pt x="1345390" y="4257009"/>
                  <a:pt x="1344330" y="4244891"/>
                </a:cubicBezTo>
                <a:cubicBezTo>
                  <a:pt x="1344330" y="4232307"/>
                  <a:pt x="1354531" y="4222105"/>
                  <a:pt x="1367115" y="4222105"/>
                </a:cubicBezTo>
                <a:close/>
                <a:moveTo>
                  <a:pt x="1576740" y="4217549"/>
                </a:moveTo>
                <a:cubicBezTo>
                  <a:pt x="1587167" y="4218715"/>
                  <a:pt x="1595033" y="4227563"/>
                  <a:pt x="1594968" y="4238056"/>
                </a:cubicBezTo>
                <a:cubicBezTo>
                  <a:pt x="1594516" y="4246337"/>
                  <a:pt x="1589121" y="4253532"/>
                  <a:pt x="1581297" y="4256284"/>
                </a:cubicBezTo>
                <a:cubicBezTo>
                  <a:pt x="1580348" y="4256504"/>
                  <a:pt x="1579384" y="4256656"/>
                  <a:pt x="1578414" y="4256739"/>
                </a:cubicBezTo>
                <a:cubicBezTo>
                  <a:pt x="1567129" y="4257705"/>
                  <a:pt x="1557199" y="4249340"/>
                  <a:pt x="1556233" y="4238056"/>
                </a:cubicBezTo>
                <a:cubicBezTo>
                  <a:pt x="1556233" y="4226730"/>
                  <a:pt x="1565414" y="4217549"/>
                  <a:pt x="1576740" y="4217549"/>
                </a:cubicBezTo>
                <a:close/>
                <a:moveTo>
                  <a:pt x="3579563" y="4206156"/>
                </a:moveTo>
                <a:cubicBezTo>
                  <a:pt x="3580821" y="4206156"/>
                  <a:pt x="3581841" y="4207176"/>
                  <a:pt x="3581841" y="4208434"/>
                </a:cubicBezTo>
                <a:cubicBezTo>
                  <a:pt x="3581841" y="4209693"/>
                  <a:pt x="3580821" y="4210713"/>
                  <a:pt x="3579563" y="4210713"/>
                </a:cubicBezTo>
                <a:cubicBezTo>
                  <a:pt x="3578303" y="4210713"/>
                  <a:pt x="3577283" y="4209693"/>
                  <a:pt x="3577283" y="4208434"/>
                </a:cubicBezTo>
                <a:cubicBezTo>
                  <a:pt x="3577283" y="4207176"/>
                  <a:pt x="3578303" y="4206156"/>
                  <a:pt x="3579563" y="4206156"/>
                </a:cubicBezTo>
                <a:close/>
                <a:moveTo>
                  <a:pt x="2581569" y="4194764"/>
                </a:moveTo>
                <a:cubicBezTo>
                  <a:pt x="2591636" y="4194764"/>
                  <a:pt x="2599797" y="4202925"/>
                  <a:pt x="2599797" y="4212992"/>
                </a:cubicBezTo>
                <a:cubicBezTo>
                  <a:pt x="2598777" y="4222605"/>
                  <a:pt x="2591182" y="4230200"/>
                  <a:pt x="2581569" y="4231220"/>
                </a:cubicBezTo>
                <a:cubicBezTo>
                  <a:pt x="2571502" y="4231220"/>
                  <a:pt x="2563341" y="4223059"/>
                  <a:pt x="2563341" y="4212992"/>
                </a:cubicBezTo>
                <a:cubicBezTo>
                  <a:pt x="2563084" y="4211354"/>
                  <a:pt x="2563084" y="4209687"/>
                  <a:pt x="2563341" y="4208050"/>
                </a:cubicBezTo>
                <a:cubicBezTo>
                  <a:pt x="2564705" y="4199348"/>
                  <a:pt x="2572867" y="4193399"/>
                  <a:pt x="2581569" y="4194764"/>
                </a:cubicBezTo>
                <a:close/>
                <a:moveTo>
                  <a:pt x="2305867" y="4194764"/>
                </a:moveTo>
                <a:cubicBezTo>
                  <a:pt x="2315480" y="4195784"/>
                  <a:pt x="2323075" y="4203379"/>
                  <a:pt x="2324095" y="4212992"/>
                </a:cubicBezTo>
                <a:cubicBezTo>
                  <a:pt x="2322941" y="4222160"/>
                  <a:pt x="2315108" y="4229014"/>
                  <a:pt x="2305867" y="4228942"/>
                </a:cubicBezTo>
                <a:cubicBezTo>
                  <a:pt x="2297058" y="4228942"/>
                  <a:pt x="2289918" y="4221801"/>
                  <a:pt x="2289918" y="4212992"/>
                </a:cubicBezTo>
                <a:cubicBezTo>
                  <a:pt x="2289845" y="4203752"/>
                  <a:pt x="2296699" y="4195919"/>
                  <a:pt x="2305867" y="4194764"/>
                </a:cubicBezTo>
                <a:close/>
                <a:moveTo>
                  <a:pt x="1804592" y="4190206"/>
                </a:moveTo>
                <a:cubicBezTo>
                  <a:pt x="1816710" y="4191266"/>
                  <a:pt x="1826317" y="4200874"/>
                  <a:pt x="1827377" y="4212992"/>
                </a:cubicBezTo>
                <a:cubicBezTo>
                  <a:pt x="1827431" y="4225991"/>
                  <a:pt x="1817537" y="4236874"/>
                  <a:pt x="1804592" y="4238055"/>
                </a:cubicBezTo>
                <a:cubicBezTo>
                  <a:pt x="1790749" y="4238055"/>
                  <a:pt x="1779528" y="4226834"/>
                  <a:pt x="1779528" y="4212992"/>
                </a:cubicBezTo>
                <a:cubicBezTo>
                  <a:pt x="1780710" y="4200046"/>
                  <a:pt x="1791593" y="4190152"/>
                  <a:pt x="1804592" y="4190206"/>
                </a:cubicBezTo>
                <a:close/>
                <a:moveTo>
                  <a:pt x="2442579" y="4185650"/>
                </a:moveTo>
                <a:cubicBezTo>
                  <a:pt x="2460197" y="4185650"/>
                  <a:pt x="2474479" y="4199932"/>
                  <a:pt x="2474479" y="4217549"/>
                </a:cubicBezTo>
                <a:cubicBezTo>
                  <a:pt x="2474479" y="4235167"/>
                  <a:pt x="2460197" y="4249448"/>
                  <a:pt x="2442579" y="4249448"/>
                </a:cubicBezTo>
                <a:cubicBezTo>
                  <a:pt x="2424962" y="4249448"/>
                  <a:pt x="2410680" y="4235167"/>
                  <a:pt x="2410680" y="4217549"/>
                </a:cubicBezTo>
                <a:cubicBezTo>
                  <a:pt x="2410680" y="4199932"/>
                  <a:pt x="2424962" y="4185650"/>
                  <a:pt x="2442579" y="4185650"/>
                </a:cubicBezTo>
                <a:close/>
                <a:moveTo>
                  <a:pt x="2169156" y="4178814"/>
                </a:moveTo>
                <a:cubicBezTo>
                  <a:pt x="2179224" y="4178814"/>
                  <a:pt x="2187385" y="4186975"/>
                  <a:pt x="2187385" y="4197042"/>
                </a:cubicBezTo>
                <a:cubicBezTo>
                  <a:pt x="2186230" y="4206210"/>
                  <a:pt x="2178397" y="4213064"/>
                  <a:pt x="2169156" y="4212992"/>
                </a:cubicBezTo>
                <a:cubicBezTo>
                  <a:pt x="2160348" y="4212992"/>
                  <a:pt x="2153207" y="4205851"/>
                  <a:pt x="2153207" y="4197042"/>
                </a:cubicBezTo>
                <a:cubicBezTo>
                  <a:pt x="2153090" y="4196233"/>
                  <a:pt x="2153035" y="4195417"/>
                  <a:pt x="2153044" y="4194599"/>
                </a:cubicBezTo>
                <a:cubicBezTo>
                  <a:pt x="2153134" y="4185791"/>
                  <a:pt x="2160348" y="4178723"/>
                  <a:pt x="2169156" y="4178814"/>
                </a:cubicBezTo>
                <a:close/>
                <a:moveTo>
                  <a:pt x="3146643" y="4162864"/>
                </a:moveTo>
                <a:cubicBezTo>
                  <a:pt x="3160487" y="4162864"/>
                  <a:pt x="3171707" y="4174086"/>
                  <a:pt x="3171707" y="4187928"/>
                </a:cubicBezTo>
                <a:cubicBezTo>
                  <a:pt x="3171707" y="4201771"/>
                  <a:pt x="3160487" y="4212992"/>
                  <a:pt x="3146643" y="4212992"/>
                </a:cubicBezTo>
                <a:cubicBezTo>
                  <a:pt x="3132801" y="4212992"/>
                  <a:pt x="3121579" y="4201770"/>
                  <a:pt x="3121579" y="4187928"/>
                </a:cubicBezTo>
                <a:cubicBezTo>
                  <a:pt x="3121579" y="4174085"/>
                  <a:pt x="3132801" y="4162864"/>
                  <a:pt x="3146643" y="4162864"/>
                </a:cubicBezTo>
                <a:close/>
                <a:moveTo>
                  <a:pt x="2716002" y="4160586"/>
                </a:moveTo>
                <a:cubicBezTo>
                  <a:pt x="2736137" y="4160586"/>
                  <a:pt x="2752459" y="4176908"/>
                  <a:pt x="2752459" y="4197042"/>
                </a:cubicBezTo>
                <a:cubicBezTo>
                  <a:pt x="2752459" y="4217177"/>
                  <a:pt x="2736137" y="4233499"/>
                  <a:pt x="2716002" y="4233499"/>
                </a:cubicBezTo>
                <a:cubicBezTo>
                  <a:pt x="2695868" y="4233499"/>
                  <a:pt x="2679546" y="4217177"/>
                  <a:pt x="2679546" y="4197042"/>
                </a:cubicBezTo>
                <a:cubicBezTo>
                  <a:pt x="2679546" y="4176908"/>
                  <a:pt x="2695868" y="4160586"/>
                  <a:pt x="2716002" y="4160586"/>
                </a:cubicBezTo>
                <a:close/>
                <a:moveTo>
                  <a:pt x="1250910" y="4156029"/>
                </a:moveTo>
                <a:cubicBezTo>
                  <a:pt x="1253352" y="4160259"/>
                  <a:pt x="1253352" y="4165470"/>
                  <a:pt x="1250910" y="4169700"/>
                </a:cubicBezTo>
                <a:lnTo>
                  <a:pt x="1250910" y="4181092"/>
                </a:lnTo>
                <a:cubicBezTo>
                  <a:pt x="1244167" y="4181187"/>
                  <a:pt x="1238362" y="4176350"/>
                  <a:pt x="1237239" y="4169700"/>
                </a:cubicBezTo>
                <a:cubicBezTo>
                  <a:pt x="1237239" y="4162150"/>
                  <a:pt x="1243360" y="4156029"/>
                  <a:pt x="1250910" y="4156029"/>
                </a:cubicBezTo>
                <a:close/>
                <a:moveTo>
                  <a:pt x="1048122" y="4146915"/>
                </a:moveTo>
                <a:cubicBezTo>
                  <a:pt x="1051897" y="4146915"/>
                  <a:pt x="1054957" y="4149975"/>
                  <a:pt x="1054957" y="4153750"/>
                </a:cubicBezTo>
                <a:cubicBezTo>
                  <a:pt x="1054957" y="4157526"/>
                  <a:pt x="1051897" y="4160586"/>
                  <a:pt x="1048122" y="4160586"/>
                </a:cubicBezTo>
                <a:cubicBezTo>
                  <a:pt x="1044346" y="4160586"/>
                  <a:pt x="1041286" y="4157526"/>
                  <a:pt x="1041286" y="4153750"/>
                </a:cubicBezTo>
                <a:cubicBezTo>
                  <a:pt x="1041286" y="4149975"/>
                  <a:pt x="1044346" y="4146915"/>
                  <a:pt x="1048122" y="4146915"/>
                </a:cubicBezTo>
                <a:close/>
                <a:moveTo>
                  <a:pt x="1676995" y="4137801"/>
                </a:moveTo>
                <a:cubicBezTo>
                  <a:pt x="1689579" y="4137801"/>
                  <a:pt x="1699780" y="4148002"/>
                  <a:pt x="1699780" y="4160587"/>
                </a:cubicBezTo>
                <a:cubicBezTo>
                  <a:pt x="1699860" y="4161381"/>
                  <a:pt x="1699898" y="4162180"/>
                  <a:pt x="1699894" y="4162979"/>
                </a:cubicBezTo>
                <a:cubicBezTo>
                  <a:pt x="1699831" y="4175563"/>
                  <a:pt x="1689579" y="4185713"/>
                  <a:pt x="1676995" y="4185650"/>
                </a:cubicBezTo>
                <a:cubicBezTo>
                  <a:pt x="1663152" y="4185650"/>
                  <a:pt x="1651931" y="4174429"/>
                  <a:pt x="1651931" y="4160587"/>
                </a:cubicBezTo>
                <a:cubicBezTo>
                  <a:pt x="1653113" y="4147641"/>
                  <a:pt x="1663996" y="4137747"/>
                  <a:pt x="1676995" y="4137801"/>
                </a:cubicBezTo>
                <a:close/>
                <a:moveTo>
                  <a:pt x="3980583" y="4137800"/>
                </a:moveTo>
                <a:cubicBezTo>
                  <a:pt x="4000717" y="4137800"/>
                  <a:pt x="4017039" y="4154122"/>
                  <a:pt x="4017039" y="4174256"/>
                </a:cubicBezTo>
                <a:cubicBezTo>
                  <a:pt x="4017075" y="4194790"/>
                  <a:pt x="4001081" y="4211784"/>
                  <a:pt x="3980583" y="4212991"/>
                </a:cubicBezTo>
                <a:cubicBezTo>
                  <a:pt x="3959677" y="4211859"/>
                  <a:pt x="3942981" y="4195162"/>
                  <a:pt x="3941847" y="4174256"/>
                </a:cubicBezTo>
                <a:cubicBezTo>
                  <a:pt x="3943055" y="4153758"/>
                  <a:pt x="3960049" y="4137764"/>
                  <a:pt x="3980583" y="4137800"/>
                </a:cubicBezTo>
                <a:close/>
                <a:moveTo>
                  <a:pt x="2852713" y="4128686"/>
                </a:moveTo>
                <a:cubicBezTo>
                  <a:pt x="2875364" y="4128686"/>
                  <a:pt x="2893727" y="4147048"/>
                  <a:pt x="2893727" y="4169699"/>
                </a:cubicBezTo>
                <a:cubicBezTo>
                  <a:pt x="2893727" y="4192350"/>
                  <a:pt x="2875365" y="4210713"/>
                  <a:pt x="2852713" y="4210713"/>
                </a:cubicBezTo>
                <a:cubicBezTo>
                  <a:pt x="2830062" y="4210713"/>
                  <a:pt x="2811700" y="4192350"/>
                  <a:pt x="2811700" y="4169699"/>
                </a:cubicBezTo>
                <a:cubicBezTo>
                  <a:pt x="2811700" y="4147048"/>
                  <a:pt x="2830062" y="4128686"/>
                  <a:pt x="2852713" y="4128686"/>
                </a:cubicBezTo>
                <a:close/>
                <a:moveTo>
                  <a:pt x="3271963" y="4121851"/>
                </a:moveTo>
                <a:cubicBezTo>
                  <a:pt x="3278255" y="4121851"/>
                  <a:pt x="3283355" y="4126951"/>
                  <a:pt x="3283355" y="4133243"/>
                </a:cubicBezTo>
                <a:cubicBezTo>
                  <a:pt x="3283355" y="4139535"/>
                  <a:pt x="3278255" y="4144636"/>
                  <a:pt x="3271963" y="4144636"/>
                </a:cubicBezTo>
                <a:cubicBezTo>
                  <a:pt x="3265671" y="4144636"/>
                  <a:pt x="3260569" y="4139536"/>
                  <a:pt x="3260569" y="4133243"/>
                </a:cubicBezTo>
                <a:cubicBezTo>
                  <a:pt x="3260569" y="4126952"/>
                  <a:pt x="3265671" y="4121851"/>
                  <a:pt x="3271963" y="4121851"/>
                </a:cubicBezTo>
                <a:close/>
                <a:moveTo>
                  <a:pt x="2984868" y="4115016"/>
                </a:moveTo>
                <a:cubicBezTo>
                  <a:pt x="2993231" y="4116010"/>
                  <a:pt x="2999823" y="4122603"/>
                  <a:pt x="3000817" y="4130966"/>
                </a:cubicBezTo>
                <a:cubicBezTo>
                  <a:pt x="2999823" y="4139328"/>
                  <a:pt x="2993231" y="4145921"/>
                  <a:pt x="2984868" y="4146915"/>
                </a:cubicBezTo>
                <a:cubicBezTo>
                  <a:pt x="2976059" y="4146915"/>
                  <a:pt x="2968918" y="4139774"/>
                  <a:pt x="2968918" y="4130966"/>
                </a:cubicBezTo>
                <a:cubicBezTo>
                  <a:pt x="2969912" y="4122603"/>
                  <a:pt x="2976505" y="4116010"/>
                  <a:pt x="2984868" y="4115016"/>
                </a:cubicBezTo>
                <a:close/>
                <a:moveTo>
                  <a:pt x="1902568" y="4103623"/>
                </a:moveTo>
                <a:cubicBezTo>
                  <a:pt x="1917669" y="4103623"/>
                  <a:pt x="1929911" y="4115864"/>
                  <a:pt x="1929911" y="4130965"/>
                </a:cubicBezTo>
                <a:cubicBezTo>
                  <a:pt x="1929911" y="4146066"/>
                  <a:pt x="1917669" y="4158308"/>
                  <a:pt x="1902568" y="4158308"/>
                </a:cubicBezTo>
                <a:cubicBezTo>
                  <a:pt x="1887468" y="4158308"/>
                  <a:pt x="1875226" y="4146066"/>
                  <a:pt x="1875226" y="4130965"/>
                </a:cubicBezTo>
                <a:cubicBezTo>
                  <a:pt x="1875226" y="4115864"/>
                  <a:pt x="1887468" y="4103623"/>
                  <a:pt x="1902568" y="4103623"/>
                </a:cubicBezTo>
                <a:close/>
                <a:moveTo>
                  <a:pt x="3112467" y="4078559"/>
                </a:moveTo>
                <a:cubicBezTo>
                  <a:pt x="3118759" y="4078559"/>
                  <a:pt x="3123859" y="4083659"/>
                  <a:pt x="3123859" y="4089951"/>
                </a:cubicBezTo>
                <a:cubicBezTo>
                  <a:pt x="3123859" y="4096243"/>
                  <a:pt x="3118759" y="4101344"/>
                  <a:pt x="3112467" y="4101344"/>
                </a:cubicBezTo>
                <a:cubicBezTo>
                  <a:pt x="3106175" y="4101344"/>
                  <a:pt x="3101073" y="4096244"/>
                  <a:pt x="3101073" y="4089951"/>
                </a:cubicBezTo>
                <a:cubicBezTo>
                  <a:pt x="3101073" y="4083660"/>
                  <a:pt x="3106175" y="4078559"/>
                  <a:pt x="3112467" y="4078559"/>
                </a:cubicBezTo>
                <a:close/>
                <a:moveTo>
                  <a:pt x="1344330" y="4078559"/>
                </a:moveTo>
                <a:cubicBezTo>
                  <a:pt x="1356914" y="4078559"/>
                  <a:pt x="1367115" y="4088760"/>
                  <a:pt x="1367115" y="4101344"/>
                </a:cubicBezTo>
                <a:cubicBezTo>
                  <a:pt x="1367158" y="4103051"/>
                  <a:pt x="1366988" y="4104757"/>
                  <a:pt x="1366608" y="4106422"/>
                </a:cubicBezTo>
                <a:cubicBezTo>
                  <a:pt x="1364087" y="4117463"/>
                  <a:pt x="1353093" y="4124371"/>
                  <a:pt x="1342052" y="4121851"/>
                </a:cubicBezTo>
                <a:cubicBezTo>
                  <a:pt x="1331187" y="4120809"/>
                  <a:pt x="1322587" y="4112209"/>
                  <a:pt x="1321545" y="4101344"/>
                </a:cubicBezTo>
                <a:cubicBezTo>
                  <a:pt x="1322605" y="4089226"/>
                  <a:pt x="1332212" y="4079619"/>
                  <a:pt x="1344330" y="4078559"/>
                </a:cubicBezTo>
                <a:close/>
                <a:moveTo>
                  <a:pt x="2410747" y="4069378"/>
                </a:moveTo>
                <a:cubicBezTo>
                  <a:pt x="2432139" y="4069415"/>
                  <a:pt x="2449451" y="4086787"/>
                  <a:pt x="2449414" y="4108180"/>
                </a:cubicBezTo>
                <a:cubicBezTo>
                  <a:pt x="2448204" y="4129937"/>
                  <a:pt x="2430191" y="4146948"/>
                  <a:pt x="2408401" y="4146915"/>
                </a:cubicBezTo>
                <a:cubicBezTo>
                  <a:pt x="2387495" y="4145782"/>
                  <a:pt x="2370799" y="4129086"/>
                  <a:pt x="2369666" y="4108180"/>
                </a:cubicBezTo>
                <a:cubicBezTo>
                  <a:pt x="2369666" y="4086787"/>
                  <a:pt x="2387008" y="4069445"/>
                  <a:pt x="2408401" y="4069445"/>
                </a:cubicBezTo>
                <a:cubicBezTo>
                  <a:pt x="2409182" y="4069399"/>
                  <a:pt x="2409964" y="4069377"/>
                  <a:pt x="2410747" y="4069378"/>
                </a:cubicBezTo>
                <a:close/>
                <a:moveTo>
                  <a:pt x="2547392" y="4062609"/>
                </a:moveTo>
                <a:cubicBezTo>
                  <a:pt x="2571301" y="4062609"/>
                  <a:pt x="2590684" y="4081992"/>
                  <a:pt x="2590684" y="4105901"/>
                </a:cubicBezTo>
                <a:cubicBezTo>
                  <a:pt x="2589539" y="4129321"/>
                  <a:pt x="2570811" y="4148049"/>
                  <a:pt x="2547392" y="4149193"/>
                </a:cubicBezTo>
                <a:cubicBezTo>
                  <a:pt x="2546533" y="4149152"/>
                  <a:pt x="2545675" y="4149086"/>
                  <a:pt x="2544820" y="4148995"/>
                </a:cubicBezTo>
                <a:cubicBezTo>
                  <a:pt x="2521046" y="4146452"/>
                  <a:pt x="2503835" y="4125118"/>
                  <a:pt x="2506378" y="4101344"/>
                </a:cubicBezTo>
                <a:cubicBezTo>
                  <a:pt x="2507589" y="4079587"/>
                  <a:pt x="2525601" y="4062576"/>
                  <a:pt x="2547392" y="4062609"/>
                </a:cubicBezTo>
                <a:close/>
                <a:moveTo>
                  <a:pt x="1772693" y="4062609"/>
                </a:moveTo>
                <a:cubicBezTo>
                  <a:pt x="1784018" y="4062609"/>
                  <a:pt x="1793199" y="4071790"/>
                  <a:pt x="1793199" y="4083116"/>
                </a:cubicBezTo>
                <a:cubicBezTo>
                  <a:pt x="1792034" y="4093543"/>
                  <a:pt x="1783185" y="4101409"/>
                  <a:pt x="1772693" y="4101344"/>
                </a:cubicBezTo>
                <a:cubicBezTo>
                  <a:pt x="1763080" y="4100324"/>
                  <a:pt x="1755485" y="4092729"/>
                  <a:pt x="1754464" y="4083116"/>
                </a:cubicBezTo>
                <a:cubicBezTo>
                  <a:pt x="1754399" y="4072623"/>
                  <a:pt x="1762265" y="4063775"/>
                  <a:pt x="1772693" y="4062609"/>
                </a:cubicBezTo>
                <a:close/>
                <a:moveTo>
                  <a:pt x="2278525" y="4060331"/>
                </a:moveTo>
                <a:cubicBezTo>
                  <a:pt x="2299918" y="4060331"/>
                  <a:pt x="2317260" y="4077673"/>
                  <a:pt x="2317260" y="4099066"/>
                </a:cubicBezTo>
                <a:cubicBezTo>
                  <a:pt x="2317260" y="4120459"/>
                  <a:pt x="2299918" y="4137801"/>
                  <a:pt x="2278525" y="4137801"/>
                </a:cubicBezTo>
                <a:cubicBezTo>
                  <a:pt x="2257132" y="4137801"/>
                  <a:pt x="2239790" y="4120459"/>
                  <a:pt x="2239790" y="4099066"/>
                </a:cubicBezTo>
                <a:cubicBezTo>
                  <a:pt x="2239790" y="4077673"/>
                  <a:pt x="2257132" y="4060331"/>
                  <a:pt x="2278525" y="4060331"/>
                </a:cubicBezTo>
                <a:close/>
                <a:moveTo>
                  <a:pt x="1141669" y="4057926"/>
                </a:moveTo>
                <a:cubicBezTo>
                  <a:pt x="1152994" y="4057996"/>
                  <a:pt x="1162118" y="4067234"/>
                  <a:pt x="1162048" y="4078560"/>
                </a:cubicBezTo>
                <a:cubicBezTo>
                  <a:pt x="1162239" y="4080168"/>
                  <a:pt x="1162239" y="4081795"/>
                  <a:pt x="1162048" y="4083404"/>
                </a:cubicBezTo>
                <a:cubicBezTo>
                  <a:pt x="1160710" y="4094650"/>
                  <a:pt x="1150509" y="4102682"/>
                  <a:pt x="1139263" y="4101344"/>
                </a:cubicBezTo>
                <a:lnTo>
                  <a:pt x="1139262" y="4101344"/>
                </a:lnTo>
                <a:cubicBezTo>
                  <a:pt x="1138459" y="4101350"/>
                  <a:pt x="1137655" y="4101308"/>
                  <a:pt x="1136857" y="4101218"/>
                </a:cubicBezTo>
                <a:cubicBezTo>
                  <a:pt x="1125601" y="4099959"/>
                  <a:pt x="1117497" y="4089815"/>
                  <a:pt x="1118756" y="4078560"/>
                </a:cubicBezTo>
                <a:cubicBezTo>
                  <a:pt x="1118756" y="4067234"/>
                  <a:pt x="1127937" y="4058053"/>
                  <a:pt x="1139263" y="4058053"/>
                </a:cubicBezTo>
                <a:cubicBezTo>
                  <a:pt x="1140061" y="4057964"/>
                  <a:pt x="1140865" y="4057922"/>
                  <a:pt x="1141669" y="4057926"/>
                </a:cubicBezTo>
                <a:close/>
                <a:moveTo>
                  <a:pt x="3392723" y="4053495"/>
                </a:moveTo>
                <a:cubicBezTo>
                  <a:pt x="3400275" y="4053495"/>
                  <a:pt x="3406395" y="4059616"/>
                  <a:pt x="3406395" y="4067166"/>
                </a:cubicBezTo>
                <a:cubicBezTo>
                  <a:pt x="3406395" y="4074716"/>
                  <a:pt x="3400275" y="4080837"/>
                  <a:pt x="3392723" y="4080837"/>
                </a:cubicBezTo>
                <a:cubicBezTo>
                  <a:pt x="3385175" y="4080837"/>
                  <a:pt x="3379053" y="4074716"/>
                  <a:pt x="3379053" y="4067166"/>
                </a:cubicBezTo>
                <a:cubicBezTo>
                  <a:pt x="3379053" y="4059616"/>
                  <a:pt x="3385175" y="4053495"/>
                  <a:pt x="3392723" y="4053495"/>
                </a:cubicBezTo>
                <a:close/>
                <a:moveTo>
                  <a:pt x="2684102" y="4048938"/>
                </a:moveTo>
                <a:cubicBezTo>
                  <a:pt x="2706753" y="4048938"/>
                  <a:pt x="2725116" y="4067301"/>
                  <a:pt x="2725116" y="4089952"/>
                </a:cubicBezTo>
                <a:cubicBezTo>
                  <a:pt x="2725116" y="4112603"/>
                  <a:pt x="2706754" y="4130965"/>
                  <a:pt x="2684102" y="4130965"/>
                </a:cubicBezTo>
                <a:cubicBezTo>
                  <a:pt x="2661451" y="4130965"/>
                  <a:pt x="2643089" y="4112603"/>
                  <a:pt x="2643089" y="4089952"/>
                </a:cubicBezTo>
                <a:cubicBezTo>
                  <a:pt x="2643089" y="4067301"/>
                  <a:pt x="2661451" y="4048938"/>
                  <a:pt x="2684102" y="4048938"/>
                </a:cubicBezTo>
                <a:close/>
                <a:moveTo>
                  <a:pt x="4078559" y="4044381"/>
                </a:moveTo>
                <a:cubicBezTo>
                  <a:pt x="4097837" y="4044343"/>
                  <a:pt x="4113811" y="4059319"/>
                  <a:pt x="4115015" y="4078559"/>
                </a:cubicBezTo>
                <a:cubicBezTo>
                  <a:pt x="4115015" y="4098693"/>
                  <a:pt x="4098695" y="4115015"/>
                  <a:pt x="4078559" y="4115015"/>
                </a:cubicBezTo>
                <a:cubicBezTo>
                  <a:pt x="4059319" y="4113811"/>
                  <a:pt x="4044343" y="4097836"/>
                  <a:pt x="4044383" y="4078559"/>
                </a:cubicBezTo>
                <a:cubicBezTo>
                  <a:pt x="4044383" y="4059683"/>
                  <a:pt x="4059683" y="4044381"/>
                  <a:pt x="4078559" y="4044381"/>
                </a:cubicBezTo>
                <a:close/>
                <a:moveTo>
                  <a:pt x="927239" y="4041024"/>
                </a:moveTo>
                <a:cubicBezTo>
                  <a:pt x="940121" y="4035957"/>
                  <a:pt x="954671" y="4042292"/>
                  <a:pt x="959738" y="4055174"/>
                </a:cubicBezTo>
                <a:cubicBezTo>
                  <a:pt x="964805" y="4068056"/>
                  <a:pt x="958470" y="4082606"/>
                  <a:pt x="945588" y="4087673"/>
                </a:cubicBezTo>
                <a:lnTo>
                  <a:pt x="945588" y="4087672"/>
                </a:lnTo>
                <a:cubicBezTo>
                  <a:pt x="942120" y="4089037"/>
                  <a:pt x="938392" y="4089610"/>
                  <a:pt x="934674" y="4089352"/>
                </a:cubicBezTo>
                <a:cubicBezTo>
                  <a:pt x="920865" y="4088391"/>
                  <a:pt x="910450" y="4076418"/>
                  <a:pt x="911410" y="4062609"/>
                </a:cubicBezTo>
                <a:cubicBezTo>
                  <a:pt x="912081" y="4052963"/>
                  <a:pt x="918241" y="4044564"/>
                  <a:pt x="927239" y="4041024"/>
                </a:cubicBezTo>
                <a:close/>
                <a:moveTo>
                  <a:pt x="2137320" y="4037482"/>
                </a:moveTo>
                <a:cubicBezTo>
                  <a:pt x="2159971" y="4037517"/>
                  <a:pt x="2178305" y="4055908"/>
                  <a:pt x="2178270" y="4078559"/>
                </a:cubicBezTo>
                <a:cubicBezTo>
                  <a:pt x="2178270" y="4102468"/>
                  <a:pt x="2158888" y="4121851"/>
                  <a:pt x="2134979" y="4121851"/>
                </a:cubicBezTo>
                <a:cubicBezTo>
                  <a:pt x="2111963" y="4120638"/>
                  <a:pt x="2093933" y="4101606"/>
                  <a:pt x="2093965" y="4078559"/>
                </a:cubicBezTo>
                <a:cubicBezTo>
                  <a:pt x="2093965" y="4055908"/>
                  <a:pt x="2112328" y="4037546"/>
                  <a:pt x="2134979" y="4037546"/>
                </a:cubicBezTo>
                <a:cubicBezTo>
                  <a:pt x="2135758" y="4037502"/>
                  <a:pt x="2136539" y="4037481"/>
                  <a:pt x="2137320" y="4037482"/>
                </a:cubicBezTo>
                <a:close/>
                <a:moveTo>
                  <a:pt x="2818536" y="4023874"/>
                </a:moveTo>
                <a:cubicBezTo>
                  <a:pt x="2839929" y="4023874"/>
                  <a:pt x="2857271" y="4041216"/>
                  <a:pt x="2857271" y="4062609"/>
                </a:cubicBezTo>
                <a:cubicBezTo>
                  <a:pt x="2857271" y="4084002"/>
                  <a:pt x="2839929" y="4101344"/>
                  <a:pt x="2818536" y="4101344"/>
                </a:cubicBezTo>
                <a:cubicBezTo>
                  <a:pt x="2797143" y="4101344"/>
                  <a:pt x="2779801" y="4084002"/>
                  <a:pt x="2779801" y="4062609"/>
                </a:cubicBezTo>
                <a:cubicBezTo>
                  <a:pt x="2779801" y="4041216"/>
                  <a:pt x="2797143" y="4023874"/>
                  <a:pt x="2818536" y="4023874"/>
                </a:cubicBezTo>
                <a:close/>
                <a:moveTo>
                  <a:pt x="2002823" y="4023874"/>
                </a:moveTo>
                <a:cubicBezTo>
                  <a:pt x="2015769" y="4025056"/>
                  <a:pt x="2025663" y="4035939"/>
                  <a:pt x="2025609" y="4048938"/>
                </a:cubicBezTo>
                <a:cubicBezTo>
                  <a:pt x="2024549" y="4061056"/>
                  <a:pt x="2014941" y="4070664"/>
                  <a:pt x="2002823" y="4071724"/>
                </a:cubicBezTo>
                <a:lnTo>
                  <a:pt x="2002823" y="4071723"/>
                </a:lnTo>
                <a:cubicBezTo>
                  <a:pt x="1990239" y="4071723"/>
                  <a:pt x="1980038" y="4061522"/>
                  <a:pt x="1980038" y="4048938"/>
                </a:cubicBezTo>
                <a:cubicBezTo>
                  <a:pt x="1979958" y="4048143"/>
                  <a:pt x="1979920" y="4047344"/>
                  <a:pt x="1979924" y="4046545"/>
                </a:cubicBezTo>
                <a:cubicBezTo>
                  <a:pt x="1979987" y="4033961"/>
                  <a:pt x="1990240" y="4023811"/>
                  <a:pt x="2002823" y="4023874"/>
                </a:cubicBezTo>
                <a:close/>
                <a:moveTo>
                  <a:pt x="3939571" y="4021596"/>
                </a:moveTo>
                <a:cubicBezTo>
                  <a:pt x="3962221" y="4021596"/>
                  <a:pt x="3980583" y="4039958"/>
                  <a:pt x="3980583" y="4062610"/>
                </a:cubicBezTo>
                <a:cubicBezTo>
                  <a:pt x="3979373" y="4084366"/>
                  <a:pt x="3961359" y="4101378"/>
                  <a:pt x="3939571" y="4101344"/>
                </a:cubicBezTo>
                <a:cubicBezTo>
                  <a:pt x="3918663" y="4100212"/>
                  <a:pt x="3901967" y="4083515"/>
                  <a:pt x="3900835" y="4062610"/>
                </a:cubicBezTo>
                <a:cubicBezTo>
                  <a:pt x="3900803" y="4040819"/>
                  <a:pt x="3917813" y="4022806"/>
                  <a:pt x="3939571" y="4021596"/>
                </a:cubicBezTo>
                <a:close/>
                <a:moveTo>
                  <a:pt x="3800579" y="4021596"/>
                </a:moveTo>
                <a:cubicBezTo>
                  <a:pt x="3811905" y="4021596"/>
                  <a:pt x="3821087" y="4030777"/>
                  <a:pt x="3821087" y="4042103"/>
                </a:cubicBezTo>
                <a:cubicBezTo>
                  <a:pt x="3821087" y="4053428"/>
                  <a:pt x="3811905" y="4062610"/>
                  <a:pt x="3800579" y="4062610"/>
                </a:cubicBezTo>
                <a:cubicBezTo>
                  <a:pt x="3789255" y="4062610"/>
                  <a:pt x="3780073" y="4053428"/>
                  <a:pt x="3780073" y="4042103"/>
                </a:cubicBezTo>
                <a:cubicBezTo>
                  <a:pt x="3780073" y="4030777"/>
                  <a:pt x="3789255" y="4021596"/>
                  <a:pt x="3800579" y="4021596"/>
                </a:cubicBezTo>
                <a:close/>
                <a:moveTo>
                  <a:pt x="1649653" y="4005646"/>
                </a:moveTo>
                <a:cubicBezTo>
                  <a:pt x="1660978" y="4005646"/>
                  <a:pt x="1670159" y="4014827"/>
                  <a:pt x="1670159" y="4026153"/>
                </a:cubicBezTo>
                <a:cubicBezTo>
                  <a:pt x="1670159" y="4037478"/>
                  <a:pt x="1660978" y="4046659"/>
                  <a:pt x="1649653" y="4046659"/>
                </a:cubicBezTo>
                <a:cubicBezTo>
                  <a:pt x="1638327" y="4046659"/>
                  <a:pt x="1629146" y="4037478"/>
                  <a:pt x="1629146" y="4026153"/>
                </a:cubicBezTo>
                <a:cubicBezTo>
                  <a:pt x="1629146" y="4014827"/>
                  <a:pt x="1638327" y="4005646"/>
                  <a:pt x="1649653" y="4005646"/>
                </a:cubicBezTo>
                <a:close/>
                <a:moveTo>
                  <a:pt x="758749" y="4003367"/>
                </a:moveTo>
                <a:cubicBezTo>
                  <a:pt x="773850" y="4003367"/>
                  <a:pt x="786092" y="4015609"/>
                  <a:pt x="786092" y="4030709"/>
                </a:cubicBezTo>
                <a:cubicBezTo>
                  <a:pt x="786092" y="4045810"/>
                  <a:pt x="773850" y="4058052"/>
                  <a:pt x="758749" y="4058052"/>
                </a:cubicBezTo>
                <a:cubicBezTo>
                  <a:pt x="744123" y="4056964"/>
                  <a:pt x="732495" y="4045336"/>
                  <a:pt x="731407" y="4030709"/>
                </a:cubicBezTo>
                <a:cubicBezTo>
                  <a:pt x="731407" y="4015609"/>
                  <a:pt x="743649" y="4003367"/>
                  <a:pt x="758749" y="4003367"/>
                </a:cubicBezTo>
                <a:close/>
                <a:moveTo>
                  <a:pt x="2962083" y="3994254"/>
                </a:moveTo>
                <a:cubicBezTo>
                  <a:pt x="2980064" y="3995455"/>
                  <a:pt x="2994023" y="4010411"/>
                  <a:pt x="2993983" y="4028432"/>
                </a:cubicBezTo>
                <a:cubicBezTo>
                  <a:pt x="2993983" y="4046049"/>
                  <a:pt x="2979700" y="4060331"/>
                  <a:pt x="2962083" y="4060331"/>
                </a:cubicBezTo>
                <a:cubicBezTo>
                  <a:pt x="2944062" y="4060371"/>
                  <a:pt x="2929106" y="4046413"/>
                  <a:pt x="2927905" y="4028432"/>
                </a:cubicBezTo>
                <a:cubicBezTo>
                  <a:pt x="2927905" y="4009556"/>
                  <a:pt x="2943207" y="3994254"/>
                  <a:pt x="2962083" y="3994254"/>
                </a:cubicBezTo>
                <a:close/>
                <a:moveTo>
                  <a:pt x="1230403" y="3994254"/>
                </a:moveTo>
                <a:cubicBezTo>
                  <a:pt x="1244246" y="3994254"/>
                  <a:pt x="1255467" y="4005476"/>
                  <a:pt x="1255467" y="4019318"/>
                </a:cubicBezTo>
                <a:cubicBezTo>
                  <a:pt x="1255471" y="4020117"/>
                  <a:pt x="1255433" y="4020915"/>
                  <a:pt x="1255353" y="4021711"/>
                </a:cubicBezTo>
                <a:cubicBezTo>
                  <a:pt x="1254095" y="4034231"/>
                  <a:pt x="1242924" y="4043361"/>
                  <a:pt x="1230403" y="4042103"/>
                </a:cubicBezTo>
                <a:cubicBezTo>
                  <a:pt x="1217820" y="4042103"/>
                  <a:pt x="1207618" y="4031902"/>
                  <a:pt x="1207618" y="4019318"/>
                </a:cubicBezTo>
                <a:cubicBezTo>
                  <a:pt x="1207564" y="4006318"/>
                  <a:pt x="1217458" y="3995436"/>
                  <a:pt x="1230403" y="3994254"/>
                </a:cubicBezTo>
                <a:close/>
                <a:moveTo>
                  <a:pt x="3645639" y="3994253"/>
                </a:moveTo>
                <a:cubicBezTo>
                  <a:pt x="3659483" y="3994253"/>
                  <a:pt x="3670703" y="4005475"/>
                  <a:pt x="3670703" y="4019317"/>
                </a:cubicBezTo>
                <a:cubicBezTo>
                  <a:pt x="3670703" y="4033160"/>
                  <a:pt x="3659483" y="4044381"/>
                  <a:pt x="3645639" y="4044381"/>
                </a:cubicBezTo>
                <a:cubicBezTo>
                  <a:pt x="3631797" y="4044381"/>
                  <a:pt x="3620575" y="4033159"/>
                  <a:pt x="3620575" y="4019317"/>
                </a:cubicBezTo>
                <a:cubicBezTo>
                  <a:pt x="3620575" y="4005474"/>
                  <a:pt x="3631797" y="3994253"/>
                  <a:pt x="3645639" y="3994253"/>
                </a:cubicBezTo>
                <a:close/>
                <a:moveTo>
                  <a:pt x="1435471" y="3991975"/>
                </a:moveTo>
                <a:cubicBezTo>
                  <a:pt x="1437039" y="3991874"/>
                  <a:pt x="1438612" y="3991874"/>
                  <a:pt x="1440180" y="3991975"/>
                </a:cubicBezTo>
                <a:cubicBezTo>
                  <a:pt x="1460272" y="3993276"/>
                  <a:pt x="1475506" y="4010618"/>
                  <a:pt x="1474206" y="4030710"/>
                </a:cubicBezTo>
                <a:cubicBezTo>
                  <a:pt x="1474206" y="4052103"/>
                  <a:pt x="1456864" y="4069445"/>
                  <a:pt x="1435471" y="4069445"/>
                </a:cubicBezTo>
                <a:cubicBezTo>
                  <a:pt x="1414565" y="4068313"/>
                  <a:pt x="1397868" y="4051616"/>
                  <a:pt x="1396736" y="4030710"/>
                </a:cubicBezTo>
                <a:cubicBezTo>
                  <a:pt x="1396736" y="4009317"/>
                  <a:pt x="1414078" y="3991975"/>
                  <a:pt x="1435471" y="3991975"/>
                </a:cubicBezTo>
                <a:close/>
                <a:moveTo>
                  <a:pt x="1036729" y="3982861"/>
                </a:moveTo>
                <a:cubicBezTo>
                  <a:pt x="1044279" y="3982861"/>
                  <a:pt x="1050400" y="3988982"/>
                  <a:pt x="1050400" y="3996532"/>
                </a:cubicBezTo>
                <a:cubicBezTo>
                  <a:pt x="1050400" y="4004082"/>
                  <a:pt x="1044280" y="4010203"/>
                  <a:pt x="1036729" y="4010203"/>
                </a:cubicBezTo>
                <a:cubicBezTo>
                  <a:pt x="1029179" y="4010203"/>
                  <a:pt x="1023058" y="4004082"/>
                  <a:pt x="1023058" y="3996532"/>
                </a:cubicBezTo>
                <a:cubicBezTo>
                  <a:pt x="1023058" y="3988982"/>
                  <a:pt x="1029179" y="3982861"/>
                  <a:pt x="1036729" y="3982861"/>
                </a:cubicBezTo>
                <a:close/>
                <a:moveTo>
                  <a:pt x="3237783" y="3980582"/>
                </a:moveTo>
                <a:cubicBezTo>
                  <a:pt x="3262951" y="3980582"/>
                  <a:pt x="3283355" y="4000985"/>
                  <a:pt x="3283355" y="4026153"/>
                </a:cubicBezTo>
                <a:cubicBezTo>
                  <a:pt x="3283355" y="4051321"/>
                  <a:pt x="3262951" y="4071723"/>
                  <a:pt x="3237783" y="4071723"/>
                </a:cubicBezTo>
                <a:cubicBezTo>
                  <a:pt x="3212617" y="4071723"/>
                  <a:pt x="3192215" y="4051320"/>
                  <a:pt x="3192215" y="4026153"/>
                </a:cubicBezTo>
                <a:cubicBezTo>
                  <a:pt x="3192215" y="4000984"/>
                  <a:pt x="3212615" y="3980582"/>
                  <a:pt x="3237783" y="3980582"/>
                </a:cubicBezTo>
                <a:close/>
                <a:moveTo>
                  <a:pt x="3508927" y="3978304"/>
                </a:moveTo>
                <a:cubicBezTo>
                  <a:pt x="3516479" y="3978304"/>
                  <a:pt x="3522599" y="3984425"/>
                  <a:pt x="3522599" y="3991975"/>
                </a:cubicBezTo>
                <a:cubicBezTo>
                  <a:pt x="3522599" y="3999525"/>
                  <a:pt x="3516479" y="4005646"/>
                  <a:pt x="3508927" y="4005646"/>
                </a:cubicBezTo>
                <a:cubicBezTo>
                  <a:pt x="3501379" y="4005646"/>
                  <a:pt x="3495257" y="3999525"/>
                  <a:pt x="3495257" y="3991975"/>
                </a:cubicBezTo>
                <a:cubicBezTo>
                  <a:pt x="3495257" y="3984425"/>
                  <a:pt x="3501379" y="3978304"/>
                  <a:pt x="3508927" y="3978304"/>
                </a:cubicBezTo>
                <a:close/>
                <a:moveTo>
                  <a:pt x="581025" y="3976025"/>
                </a:moveTo>
                <a:cubicBezTo>
                  <a:pt x="589833" y="3976025"/>
                  <a:pt x="596974" y="3983166"/>
                  <a:pt x="596974" y="3991975"/>
                </a:cubicBezTo>
                <a:cubicBezTo>
                  <a:pt x="595981" y="4000337"/>
                  <a:pt x="589387" y="4006930"/>
                  <a:pt x="581025" y="4007924"/>
                </a:cubicBezTo>
                <a:cubicBezTo>
                  <a:pt x="572662" y="4006930"/>
                  <a:pt x="566069" y="4000337"/>
                  <a:pt x="565075" y="3991975"/>
                </a:cubicBezTo>
                <a:cubicBezTo>
                  <a:pt x="565075" y="3983166"/>
                  <a:pt x="572216" y="3976025"/>
                  <a:pt x="581025" y="3976025"/>
                </a:cubicBezTo>
                <a:close/>
                <a:moveTo>
                  <a:pt x="2650039" y="3962240"/>
                </a:moveTo>
                <a:cubicBezTo>
                  <a:pt x="2662623" y="3962303"/>
                  <a:pt x="2672773" y="3972556"/>
                  <a:pt x="2672710" y="3985139"/>
                </a:cubicBezTo>
                <a:cubicBezTo>
                  <a:pt x="2671528" y="3998085"/>
                  <a:pt x="2660645" y="4007979"/>
                  <a:pt x="2647646" y="4007925"/>
                </a:cubicBezTo>
                <a:cubicBezTo>
                  <a:pt x="2635959" y="4006751"/>
                  <a:pt x="2627080" y="3996885"/>
                  <a:pt x="2627139" y="3985139"/>
                </a:cubicBezTo>
                <a:cubicBezTo>
                  <a:pt x="2627050" y="3984341"/>
                  <a:pt x="2627007" y="3983537"/>
                  <a:pt x="2627012" y="3982734"/>
                </a:cubicBezTo>
                <a:cubicBezTo>
                  <a:pt x="2627083" y="3971408"/>
                  <a:pt x="2636321" y="3962284"/>
                  <a:pt x="2647646" y="3962354"/>
                </a:cubicBezTo>
                <a:cubicBezTo>
                  <a:pt x="2648441" y="3962274"/>
                  <a:pt x="2649240" y="3962236"/>
                  <a:pt x="2650039" y="3962240"/>
                </a:cubicBezTo>
                <a:close/>
                <a:moveTo>
                  <a:pt x="2506378" y="3960076"/>
                </a:moveTo>
                <a:cubicBezTo>
                  <a:pt x="2526912" y="3960040"/>
                  <a:pt x="2543905" y="3976034"/>
                  <a:pt x="2545113" y="3996532"/>
                </a:cubicBezTo>
                <a:cubicBezTo>
                  <a:pt x="2543905" y="4017030"/>
                  <a:pt x="2526911" y="4033024"/>
                  <a:pt x="2506378" y="4032989"/>
                </a:cubicBezTo>
                <a:cubicBezTo>
                  <a:pt x="2487139" y="4031784"/>
                  <a:pt x="2472162" y="4015809"/>
                  <a:pt x="2472200" y="3996532"/>
                </a:cubicBezTo>
                <a:cubicBezTo>
                  <a:pt x="2472162" y="3977256"/>
                  <a:pt x="2487138" y="3961281"/>
                  <a:pt x="2506378" y="3960076"/>
                </a:cubicBezTo>
                <a:close/>
                <a:moveTo>
                  <a:pt x="2374223" y="3960076"/>
                </a:moveTo>
                <a:cubicBezTo>
                  <a:pt x="2394358" y="3960076"/>
                  <a:pt x="2410680" y="3976398"/>
                  <a:pt x="2410680" y="3996532"/>
                </a:cubicBezTo>
                <a:cubicBezTo>
                  <a:pt x="2410680" y="4016667"/>
                  <a:pt x="2394358" y="4032989"/>
                  <a:pt x="2374223" y="4032989"/>
                </a:cubicBezTo>
                <a:cubicBezTo>
                  <a:pt x="2354089" y="4032989"/>
                  <a:pt x="2337767" y="4016667"/>
                  <a:pt x="2337767" y="3996532"/>
                </a:cubicBezTo>
                <a:cubicBezTo>
                  <a:pt x="2337767" y="3976398"/>
                  <a:pt x="2354089" y="3960076"/>
                  <a:pt x="2374223" y="3960076"/>
                </a:cubicBezTo>
                <a:close/>
                <a:moveTo>
                  <a:pt x="1870669" y="3957798"/>
                </a:moveTo>
                <a:cubicBezTo>
                  <a:pt x="1897095" y="3957798"/>
                  <a:pt x="1918518" y="3979220"/>
                  <a:pt x="1918518" y="4005647"/>
                </a:cubicBezTo>
                <a:cubicBezTo>
                  <a:pt x="1918518" y="4032073"/>
                  <a:pt x="1897095" y="4053496"/>
                  <a:pt x="1870669" y="4053496"/>
                </a:cubicBezTo>
                <a:cubicBezTo>
                  <a:pt x="1844736" y="4052342"/>
                  <a:pt x="1823974" y="4031580"/>
                  <a:pt x="1822820" y="4005647"/>
                </a:cubicBezTo>
                <a:cubicBezTo>
                  <a:pt x="1822820" y="3979221"/>
                  <a:pt x="1844243" y="3957798"/>
                  <a:pt x="1870669" y="3957798"/>
                </a:cubicBezTo>
                <a:close/>
                <a:moveTo>
                  <a:pt x="3358547" y="3946404"/>
                </a:moveTo>
                <a:cubicBezTo>
                  <a:pt x="3366097" y="3946404"/>
                  <a:pt x="3372217" y="3952525"/>
                  <a:pt x="3372217" y="3960075"/>
                </a:cubicBezTo>
                <a:cubicBezTo>
                  <a:pt x="3372217" y="3967625"/>
                  <a:pt x="3366097" y="3973746"/>
                  <a:pt x="3358547" y="3973746"/>
                </a:cubicBezTo>
                <a:cubicBezTo>
                  <a:pt x="3350995" y="3973746"/>
                  <a:pt x="3344875" y="3967625"/>
                  <a:pt x="3344875" y="3960075"/>
                </a:cubicBezTo>
                <a:cubicBezTo>
                  <a:pt x="3344875" y="3952525"/>
                  <a:pt x="3350995" y="3946404"/>
                  <a:pt x="3358547" y="3946404"/>
                </a:cubicBezTo>
                <a:close/>
                <a:moveTo>
                  <a:pt x="2237512" y="3941847"/>
                </a:moveTo>
                <a:cubicBezTo>
                  <a:pt x="2239074" y="3941758"/>
                  <a:pt x="2240641" y="3941758"/>
                  <a:pt x="2242203" y="3941847"/>
                </a:cubicBezTo>
                <a:cubicBezTo>
                  <a:pt x="2264817" y="3943143"/>
                  <a:pt x="2282099" y="3962525"/>
                  <a:pt x="2280804" y="3985139"/>
                </a:cubicBezTo>
                <a:cubicBezTo>
                  <a:pt x="2280804" y="4009049"/>
                  <a:pt x="2261421" y="4028431"/>
                  <a:pt x="2237512" y="4028431"/>
                </a:cubicBezTo>
                <a:cubicBezTo>
                  <a:pt x="2214093" y="4027287"/>
                  <a:pt x="2195365" y="4008558"/>
                  <a:pt x="2194220" y="3985139"/>
                </a:cubicBezTo>
                <a:cubicBezTo>
                  <a:pt x="2194220" y="3961230"/>
                  <a:pt x="2213602" y="3941847"/>
                  <a:pt x="2237512" y="3941847"/>
                </a:cubicBezTo>
                <a:close/>
                <a:moveTo>
                  <a:pt x="2784358" y="3937290"/>
                </a:moveTo>
                <a:cubicBezTo>
                  <a:pt x="2796476" y="3938350"/>
                  <a:pt x="2806084" y="3947958"/>
                  <a:pt x="2807143" y="3960075"/>
                </a:cubicBezTo>
                <a:cubicBezTo>
                  <a:pt x="2807143" y="3972659"/>
                  <a:pt x="2796942" y="3982861"/>
                  <a:pt x="2784358" y="3982861"/>
                </a:cubicBezTo>
                <a:cubicBezTo>
                  <a:pt x="2782749" y="3983052"/>
                  <a:pt x="2781123" y="3983052"/>
                  <a:pt x="2779514" y="3982861"/>
                </a:cubicBezTo>
                <a:cubicBezTo>
                  <a:pt x="2768267" y="3981523"/>
                  <a:pt x="2760235" y="3971322"/>
                  <a:pt x="2761573" y="3960075"/>
                </a:cubicBezTo>
                <a:cubicBezTo>
                  <a:pt x="2761573" y="3947491"/>
                  <a:pt x="2771774" y="3937290"/>
                  <a:pt x="2784358" y="3937290"/>
                </a:cubicBezTo>
                <a:close/>
                <a:moveTo>
                  <a:pt x="849890" y="3935012"/>
                </a:moveTo>
                <a:cubicBezTo>
                  <a:pt x="866250" y="3935012"/>
                  <a:pt x="879511" y="3948274"/>
                  <a:pt x="879511" y="3964633"/>
                </a:cubicBezTo>
                <a:cubicBezTo>
                  <a:pt x="879572" y="3965420"/>
                  <a:pt x="879601" y="3966210"/>
                  <a:pt x="879599" y="3966999"/>
                </a:cubicBezTo>
                <a:cubicBezTo>
                  <a:pt x="879575" y="3975179"/>
                  <a:pt x="876237" y="3982574"/>
                  <a:pt x="870861" y="3987919"/>
                </a:cubicBezTo>
                <a:lnTo>
                  <a:pt x="849891" y="3996532"/>
                </a:lnTo>
                <a:lnTo>
                  <a:pt x="827334" y="3987189"/>
                </a:lnTo>
                <a:cubicBezTo>
                  <a:pt x="821562" y="3981416"/>
                  <a:pt x="817991" y="3973442"/>
                  <a:pt x="817991" y="3964633"/>
                </a:cubicBezTo>
                <a:cubicBezTo>
                  <a:pt x="817989" y="3963843"/>
                  <a:pt x="818018" y="3963054"/>
                  <a:pt x="818079" y="3962267"/>
                </a:cubicBezTo>
                <a:cubicBezTo>
                  <a:pt x="819337" y="3945956"/>
                  <a:pt x="833580" y="3933754"/>
                  <a:pt x="849890" y="3935012"/>
                </a:cubicBezTo>
                <a:close/>
                <a:moveTo>
                  <a:pt x="3078287" y="3935011"/>
                </a:moveTo>
                <a:cubicBezTo>
                  <a:pt x="3103455" y="3935011"/>
                  <a:pt x="3123859" y="3955414"/>
                  <a:pt x="3123859" y="3980582"/>
                </a:cubicBezTo>
                <a:cubicBezTo>
                  <a:pt x="3123859" y="4005750"/>
                  <a:pt x="3103455" y="4026152"/>
                  <a:pt x="3078287" y="4026152"/>
                </a:cubicBezTo>
                <a:cubicBezTo>
                  <a:pt x="3053119" y="4026152"/>
                  <a:pt x="3032717" y="4005749"/>
                  <a:pt x="3032717" y="3980582"/>
                </a:cubicBezTo>
                <a:cubicBezTo>
                  <a:pt x="3032717" y="3955413"/>
                  <a:pt x="3053119" y="3935011"/>
                  <a:pt x="3078287" y="3935011"/>
                </a:cubicBezTo>
                <a:close/>
                <a:moveTo>
                  <a:pt x="1528890" y="3928177"/>
                </a:moveTo>
                <a:cubicBezTo>
                  <a:pt x="1546508" y="3928177"/>
                  <a:pt x="1560790" y="3942459"/>
                  <a:pt x="1560790" y="3960076"/>
                </a:cubicBezTo>
                <a:cubicBezTo>
                  <a:pt x="1560790" y="3977694"/>
                  <a:pt x="1546508" y="3991975"/>
                  <a:pt x="1528890" y="3991975"/>
                </a:cubicBezTo>
                <a:cubicBezTo>
                  <a:pt x="1511273" y="3991975"/>
                  <a:pt x="1496991" y="3977694"/>
                  <a:pt x="1496991" y="3960076"/>
                </a:cubicBezTo>
                <a:cubicBezTo>
                  <a:pt x="1496991" y="3942459"/>
                  <a:pt x="1511273" y="3928177"/>
                  <a:pt x="1528890" y="3928177"/>
                </a:cubicBezTo>
                <a:close/>
                <a:moveTo>
                  <a:pt x="1323823" y="3928176"/>
                </a:moveTo>
                <a:cubicBezTo>
                  <a:pt x="1336407" y="3928176"/>
                  <a:pt x="1346608" y="3938377"/>
                  <a:pt x="1346608" y="3950961"/>
                </a:cubicBezTo>
                <a:cubicBezTo>
                  <a:pt x="1346662" y="3963961"/>
                  <a:pt x="1336769" y="3974844"/>
                  <a:pt x="1323823" y="3976025"/>
                </a:cubicBezTo>
                <a:cubicBezTo>
                  <a:pt x="1309981" y="3976025"/>
                  <a:pt x="1298759" y="3964803"/>
                  <a:pt x="1298759" y="3950961"/>
                </a:cubicBezTo>
                <a:cubicBezTo>
                  <a:pt x="1298755" y="3950162"/>
                  <a:pt x="1298793" y="3949363"/>
                  <a:pt x="1298873" y="3948568"/>
                </a:cubicBezTo>
                <a:cubicBezTo>
                  <a:pt x="1300132" y="3936047"/>
                  <a:pt x="1311302" y="3926917"/>
                  <a:pt x="1323823" y="3928176"/>
                </a:cubicBezTo>
                <a:close/>
                <a:moveTo>
                  <a:pt x="2103079" y="3919062"/>
                </a:moveTo>
                <a:cubicBezTo>
                  <a:pt x="2125730" y="3919062"/>
                  <a:pt x="2144092" y="3937425"/>
                  <a:pt x="2144092" y="3960076"/>
                </a:cubicBezTo>
                <a:cubicBezTo>
                  <a:pt x="2144124" y="3983123"/>
                  <a:pt x="2126094" y="4002155"/>
                  <a:pt x="2103079" y="4003368"/>
                </a:cubicBezTo>
                <a:cubicBezTo>
                  <a:pt x="2079660" y="4002223"/>
                  <a:pt x="2060932" y="3983495"/>
                  <a:pt x="2059787" y="3960076"/>
                </a:cubicBezTo>
                <a:cubicBezTo>
                  <a:pt x="2061000" y="3937060"/>
                  <a:pt x="2080032" y="3919030"/>
                  <a:pt x="2103079" y="3919062"/>
                </a:cubicBezTo>
                <a:close/>
                <a:moveTo>
                  <a:pt x="1745350" y="3916784"/>
                </a:moveTo>
                <a:cubicBezTo>
                  <a:pt x="1765485" y="3916784"/>
                  <a:pt x="1781807" y="3933106"/>
                  <a:pt x="1781807" y="3953240"/>
                </a:cubicBezTo>
                <a:cubicBezTo>
                  <a:pt x="1781807" y="3973375"/>
                  <a:pt x="1765485" y="3989697"/>
                  <a:pt x="1745350" y="3989697"/>
                </a:cubicBezTo>
                <a:cubicBezTo>
                  <a:pt x="1725216" y="3989697"/>
                  <a:pt x="1708894" y="3973375"/>
                  <a:pt x="1708894" y="3953240"/>
                </a:cubicBezTo>
                <a:cubicBezTo>
                  <a:pt x="1708894" y="3933106"/>
                  <a:pt x="1725216" y="3916784"/>
                  <a:pt x="1745350" y="3916784"/>
                </a:cubicBezTo>
                <a:close/>
                <a:moveTo>
                  <a:pt x="1125592" y="3912227"/>
                </a:moveTo>
                <a:cubicBezTo>
                  <a:pt x="1135659" y="3912227"/>
                  <a:pt x="1143820" y="3920388"/>
                  <a:pt x="1143820" y="3930455"/>
                </a:cubicBezTo>
                <a:cubicBezTo>
                  <a:pt x="1143820" y="3940522"/>
                  <a:pt x="1135659" y="3948683"/>
                  <a:pt x="1125592" y="3948683"/>
                </a:cubicBezTo>
                <a:cubicBezTo>
                  <a:pt x="1115525" y="3948683"/>
                  <a:pt x="1107364" y="3940523"/>
                  <a:pt x="1107364" y="3930455"/>
                </a:cubicBezTo>
                <a:cubicBezTo>
                  <a:pt x="1107364" y="3920388"/>
                  <a:pt x="1115525" y="3912227"/>
                  <a:pt x="1125592" y="3912227"/>
                </a:cubicBezTo>
                <a:close/>
                <a:moveTo>
                  <a:pt x="2916512" y="3903112"/>
                </a:moveTo>
                <a:cubicBezTo>
                  <a:pt x="2927837" y="3903112"/>
                  <a:pt x="2937019" y="3912293"/>
                  <a:pt x="2937019" y="3923619"/>
                </a:cubicBezTo>
                <a:cubicBezTo>
                  <a:pt x="2937019" y="3934944"/>
                  <a:pt x="2927837" y="3944126"/>
                  <a:pt x="2916512" y="3944126"/>
                </a:cubicBezTo>
                <a:cubicBezTo>
                  <a:pt x="2905186" y="3944126"/>
                  <a:pt x="2896005" y="3934944"/>
                  <a:pt x="2896005" y="3923619"/>
                </a:cubicBezTo>
                <a:cubicBezTo>
                  <a:pt x="2896005" y="3912293"/>
                  <a:pt x="2905186" y="3903112"/>
                  <a:pt x="2916512" y="3903112"/>
                </a:cubicBezTo>
                <a:close/>
                <a:moveTo>
                  <a:pt x="669887" y="3903112"/>
                </a:moveTo>
                <a:cubicBezTo>
                  <a:pt x="682005" y="3904172"/>
                  <a:pt x="691613" y="3913780"/>
                  <a:pt x="692672" y="3925898"/>
                </a:cubicBezTo>
                <a:cubicBezTo>
                  <a:pt x="692672" y="3938482"/>
                  <a:pt x="682471" y="3948683"/>
                  <a:pt x="669887" y="3948683"/>
                </a:cubicBezTo>
                <a:cubicBezTo>
                  <a:pt x="669092" y="3948763"/>
                  <a:pt x="668293" y="3948801"/>
                  <a:pt x="667494" y="3948797"/>
                </a:cubicBezTo>
                <a:cubicBezTo>
                  <a:pt x="654910" y="3948734"/>
                  <a:pt x="644760" y="3938481"/>
                  <a:pt x="644823" y="3925898"/>
                </a:cubicBezTo>
                <a:cubicBezTo>
                  <a:pt x="646005" y="3912952"/>
                  <a:pt x="656888" y="3903058"/>
                  <a:pt x="669887" y="3903112"/>
                </a:cubicBezTo>
                <a:close/>
                <a:moveTo>
                  <a:pt x="3761931" y="3900746"/>
                </a:moveTo>
                <a:cubicBezTo>
                  <a:pt x="3778291" y="3900794"/>
                  <a:pt x="3791515" y="3914096"/>
                  <a:pt x="3791465" y="3930455"/>
                </a:cubicBezTo>
                <a:cubicBezTo>
                  <a:pt x="3791465" y="3948072"/>
                  <a:pt x="3777183" y="3962354"/>
                  <a:pt x="3759567" y="3962354"/>
                </a:cubicBezTo>
                <a:cubicBezTo>
                  <a:pt x="3758775" y="3962356"/>
                  <a:pt x="3757987" y="3962327"/>
                  <a:pt x="3757199" y="3962266"/>
                </a:cubicBezTo>
                <a:cubicBezTo>
                  <a:pt x="3740889" y="3961008"/>
                  <a:pt x="3728687" y="3946765"/>
                  <a:pt x="3729945" y="3930455"/>
                </a:cubicBezTo>
                <a:cubicBezTo>
                  <a:pt x="3729945" y="3914096"/>
                  <a:pt x="3743207" y="3900834"/>
                  <a:pt x="3759567" y="3900834"/>
                </a:cubicBezTo>
                <a:cubicBezTo>
                  <a:pt x="3760353" y="3900773"/>
                  <a:pt x="3761143" y="3900744"/>
                  <a:pt x="3761931" y="3900746"/>
                </a:cubicBezTo>
                <a:close/>
                <a:moveTo>
                  <a:pt x="3618299" y="3891720"/>
                </a:moveTo>
                <a:cubicBezTo>
                  <a:pt x="3628365" y="3891720"/>
                  <a:pt x="3636527" y="3899881"/>
                  <a:pt x="3636527" y="3909948"/>
                </a:cubicBezTo>
                <a:cubicBezTo>
                  <a:pt x="3635371" y="3919116"/>
                  <a:pt x="3627539" y="3925970"/>
                  <a:pt x="3618299" y="3925898"/>
                </a:cubicBezTo>
                <a:cubicBezTo>
                  <a:pt x="3609059" y="3925970"/>
                  <a:pt x="3601225" y="3919116"/>
                  <a:pt x="3600071" y="3909948"/>
                </a:cubicBezTo>
                <a:cubicBezTo>
                  <a:pt x="3600071" y="3899881"/>
                  <a:pt x="3608231" y="3891720"/>
                  <a:pt x="3618299" y="3891720"/>
                </a:cubicBezTo>
                <a:close/>
                <a:moveTo>
                  <a:pt x="3203607" y="3887163"/>
                </a:moveTo>
                <a:cubicBezTo>
                  <a:pt x="3222483" y="3887163"/>
                  <a:pt x="3237783" y="3902465"/>
                  <a:pt x="3237783" y="3921341"/>
                </a:cubicBezTo>
                <a:cubicBezTo>
                  <a:pt x="3237837" y="3922124"/>
                  <a:pt x="3237863" y="3922910"/>
                  <a:pt x="3237859" y="3923695"/>
                </a:cubicBezTo>
                <a:cubicBezTo>
                  <a:pt x="3237819" y="3942571"/>
                  <a:pt x="3222483" y="3957839"/>
                  <a:pt x="3203607" y="3957797"/>
                </a:cubicBezTo>
                <a:cubicBezTo>
                  <a:pt x="3183471" y="3957797"/>
                  <a:pt x="3167151" y="3941475"/>
                  <a:pt x="3167151" y="3921341"/>
                </a:cubicBezTo>
                <a:cubicBezTo>
                  <a:pt x="3168355" y="3902101"/>
                  <a:pt x="3184329" y="3887125"/>
                  <a:pt x="3203607" y="3887163"/>
                </a:cubicBezTo>
                <a:close/>
                <a:moveTo>
                  <a:pt x="938753" y="3884884"/>
                </a:moveTo>
                <a:cubicBezTo>
                  <a:pt x="947562" y="3884884"/>
                  <a:pt x="954702" y="3892025"/>
                  <a:pt x="954702" y="3900834"/>
                </a:cubicBezTo>
                <a:cubicBezTo>
                  <a:pt x="954702" y="3909642"/>
                  <a:pt x="947562" y="3916783"/>
                  <a:pt x="938753" y="3916783"/>
                </a:cubicBezTo>
                <a:cubicBezTo>
                  <a:pt x="929944" y="3916783"/>
                  <a:pt x="922803" y="3909642"/>
                  <a:pt x="922803" y="3900834"/>
                </a:cubicBezTo>
                <a:cubicBezTo>
                  <a:pt x="922803" y="3892025"/>
                  <a:pt x="929944" y="3884884"/>
                  <a:pt x="938753" y="3884884"/>
                </a:cubicBezTo>
                <a:close/>
                <a:moveTo>
                  <a:pt x="1970924" y="3882606"/>
                </a:moveTo>
                <a:cubicBezTo>
                  <a:pt x="1993575" y="3882606"/>
                  <a:pt x="2011938" y="3900968"/>
                  <a:pt x="2011938" y="3923619"/>
                </a:cubicBezTo>
                <a:cubicBezTo>
                  <a:pt x="2011938" y="3946270"/>
                  <a:pt x="1993576" y="3964633"/>
                  <a:pt x="1970924" y="3964633"/>
                </a:cubicBezTo>
                <a:cubicBezTo>
                  <a:pt x="1948273" y="3964633"/>
                  <a:pt x="1929911" y="3946270"/>
                  <a:pt x="1929911" y="3923619"/>
                </a:cubicBezTo>
                <a:cubicBezTo>
                  <a:pt x="1929911" y="3900968"/>
                  <a:pt x="1948273" y="3882606"/>
                  <a:pt x="1970924" y="3882606"/>
                </a:cubicBezTo>
                <a:close/>
                <a:moveTo>
                  <a:pt x="2340045" y="3871213"/>
                </a:moveTo>
                <a:cubicBezTo>
                  <a:pt x="2347596" y="3871213"/>
                  <a:pt x="2353716" y="3877334"/>
                  <a:pt x="2353716" y="3884884"/>
                </a:cubicBezTo>
                <a:cubicBezTo>
                  <a:pt x="2353716" y="3892434"/>
                  <a:pt x="2347596" y="3898555"/>
                  <a:pt x="2340045" y="3898555"/>
                </a:cubicBezTo>
                <a:cubicBezTo>
                  <a:pt x="2332495" y="3898555"/>
                  <a:pt x="2326374" y="3892434"/>
                  <a:pt x="2326374" y="3884884"/>
                </a:cubicBezTo>
                <a:cubicBezTo>
                  <a:pt x="2326374" y="3877334"/>
                  <a:pt x="2332495" y="3871213"/>
                  <a:pt x="2340045" y="3871213"/>
                </a:cubicBezTo>
                <a:close/>
                <a:moveTo>
                  <a:pt x="2615747" y="3864378"/>
                </a:moveTo>
                <a:cubicBezTo>
                  <a:pt x="2623297" y="3864378"/>
                  <a:pt x="2629418" y="3870499"/>
                  <a:pt x="2629418" y="3878049"/>
                </a:cubicBezTo>
                <a:cubicBezTo>
                  <a:pt x="2629500" y="3886039"/>
                  <a:pt x="2623656" y="3892857"/>
                  <a:pt x="2615747" y="3893998"/>
                </a:cubicBezTo>
                <a:cubicBezTo>
                  <a:pt x="2606938" y="3893998"/>
                  <a:pt x="2599797" y="3886858"/>
                  <a:pt x="2599797" y="3878049"/>
                </a:cubicBezTo>
                <a:cubicBezTo>
                  <a:pt x="2600938" y="3870140"/>
                  <a:pt x="2607756" y="3864296"/>
                  <a:pt x="2615747" y="3864378"/>
                </a:cubicBezTo>
                <a:close/>
                <a:moveTo>
                  <a:pt x="3472471" y="3864377"/>
                </a:moveTo>
                <a:cubicBezTo>
                  <a:pt x="3482085" y="3865397"/>
                  <a:pt x="3489679" y="3872993"/>
                  <a:pt x="3490699" y="3882606"/>
                </a:cubicBezTo>
                <a:cubicBezTo>
                  <a:pt x="3490765" y="3893098"/>
                  <a:pt x="3482899" y="3901947"/>
                  <a:pt x="3472471" y="3903112"/>
                </a:cubicBezTo>
                <a:cubicBezTo>
                  <a:pt x="3461147" y="3903112"/>
                  <a:pt x="3451965" y="3893931"/>
                  <a:pt x="3451965" y="3882606"/>
                </a:cubicBezTo>
                <a:cubicBezTo>
                  <a:pt x="3453131" y="3872178"/>
                  <a:pt x="3461979" y="3864313"/>
                  <a:pt x="3472471" y="3864377"/>
                </a:cubicBezTo>
                <a:close/>
                <a:moveTo>
                  <a:pt x="2476757" y="3855263"/>
                </a:moveTo>
                <a:cubicBezTo>
                  <a:pt x="2495633" y="3855263"/>
                  <a:pt x="2510935" y="3870565"/>
                  <a:pt x="2510935" y="3889441"/>
                </a:cubicBezTo>
                <a:cubicBezTo>
                  <a:pt x="2510935" y="3908317"/>
                  <a:pt x="2495633" y="3923619"/>
                  <a:pt x="2476757" y="3923619"/>
                </a:cubicBezTo>
                <a:cubicBezTo>
                  <a:pt x="2457881" y="3923619"/>
                  <a:pt x="2442579" y="3908317"/>
                  <a:pt x="2442579" y="3889441"/>
                </a:cubicBezTo>
                <a:cubicBezTo>
                  <a:pt x="2442579" y="3870565"/>
                  <a:pt x="2457881" y="3855263"/>
                  <a:pt x="2476757" y="3855263"/>
                </a:cubicBezTo>
                <a:close/>
                <a:moveTo>
                  <a:pt x="1622310" y="3855263"/>
                </a:moveTo>
                <a:cubicBezTo>
                  <a:pt x="1640291" y="3856464"/>
                  <a:pt x="1654250" y="3871420"/>
                  <a:pt x="1654210" y="3889441"/>
                </a:cubicBezTo>
                <a:cubicBezTo>
                  <a:pt x="1654210" y="3907058"/>
                  <a:pt x="1639928" y="3921340"/>
                  <a:pt x="1622310" y="3921340"/>
                </a:cubicBezTo>
                <a:cubicBezTo>
                  <a:pt x="1605173" y="3920231"/>
                  <a:pt x="1591520" y="3906578"/>
                  <a:pt x="1590411" y="3889441"/>
                </a:cubicBezTo>
                <a:cubicBezTo>
                  <a:pt x="1590371" y="3871420"/>
                  <a:pt x="1604330" y="3856464"/>
                  <a:pt x="1622310" y="3855263"/>
                </a:cubicBezTo>
                <a:close/>
                <a:moveTo>
                  <a:pt x="1216733" y="3855263"/>
                </a:moveTo>
                <a:cubicBezTo>
                  <a:pt x="1226800" y="3855263"/>
                  <a:pt x="1234961" y="3863424"/>
                  <a:pt x="1234961" y="3873491"/>
                </a:cubicBezTo>
                <a:cubicBezTo>
                  <a:pt x="1231522" y="3880424"/>
                  <a:pt x="1224472" y="3884830"/>
                  <a:pt x="1216733" y="3884884"/>
                </a:cubicBezTo>
                <a:cubicBezTo>
                  <a:pt x="1208186" y="3885757"/>
                  <a:pt x="1200001" y="3881210"/>
                  <a:pt x="1196227" y="3873491"/>
                </a:cubicBezTo>
                <a:cubicBezTo>
                  <a:pt x="1196220" y="3872681"/>
                  <a:pt x="1196268" y="3871872"/>
                  <a:pt x="1196369" y="3871069"/>
                </a:cubicBezTo>
                <a:cubicBezTo>
                  <a:pt x="1197628" y="3861081"/>
                  <a:pt x="1206745" y="3854004"/>
                  <a:pt x="1216733" y="3855263"/>
                </a:cubicBezTo>
                <a:close/>
                <a:moveTo>
                  <a:pt x="496719" y="3855263"/>
                </a:moveTo>
                <a:cubicBezTo>
                  <a:pt x="506786" y="3855263"/>
                  <a:pt x="514947" y="3863424"/>
                  <a:pt x="514947" y="3873491"/>
                </a:cubicBezTo>
                <a:cubicBezTo>
                  <a:pt x="517058" y="3877054"/>
                  <a:pt x="517893" y="3881230"/>
                  <a:pt x="517315" y="3885331"/>
                </a:cubicBezTo>
                <a:cubicBezTo>
                  <a:pt x="515908" y="3895300"/>
                  <a:pt x="506687" y="3902240"/>
                  <a:pt x="496719" y="3900834"/>
                </a:cubicBezTo>
                <a:cubicBezTo>
                  <a:pt x="492618" y="3901412"/>
                  <a:pt x="488442" y="3900577"/>
                  <a:pt x="484879" y="3898466"/>
                </a:cubicBezTo>
                <a:cubicBezTo>
                  <a:pt x="476219" y="3893333"/>
                  <a:pt x="473358" y="3882152"/>
                  <a:pt x="478491" y="3873491"/>
                </a:cubicBezTo>
                <a:cubicBezTo>
                  <a:pt x="478491" y="3863424"/>
                  <a:pt x="486652" y="3855263"/>
                  <a:pt x="496719" y="3855263"/>
                </a:cubicBezTo>
                <a:close/>
                <a:moveTo>
                  <a:pt x="2750179" y="3852985"/>
                </a:moveTo>
                <a:cubicBezTo>
                  <a:pt x="2751438" y="3852985"/>
                  <a:pt x="2752458" y="3854005"/>
                  <a:pt x="2752458" y="3855264"/>
                </a:cubicBezTo>
                <a:cubicBezTo>
                  <a:pt x="2752458" y="3856522"/>
                  <a:pt x="2751438" y="3857542"/>
                  <a:pt x="2750179" y="3857542"/>
                </a:cubicBezTo>
                <a:cubicBezTo>
                  <a:pt x="2748921" y="3857542"/>
                  <a:pt x="2747901" y="3856522"/>
                  <a:pt x="2747901" y="3855264"/>
                </a:cubicBezTo>
                <a:cubicBezTo>
                  <a:pt x="2747901" y="3854005"/>
                  <a:pt x="2748921" y="3852985"/>
                  <a:pt x="2750179" y="3852985"/>
                </a:cubicBezTo>
                <a:close/>
                <a:moveTo>
                  <a:pt x="1841048" y="3839314"/>
                </a:moveTo>
                <a:cubicBezTo>
                  <a:pt x="1861183" y="3839314"/>
                  <a:pt x="1877505" y="3855636"/>
                  <a:pt x="1877505" y="3875770"/>
                </a:cubicBezTo>
                <a:cubicBezTo>
                  <a:pt x="1877505" y="3895905"/>
                  <a:pt x="1861183" y="3912227"/>
                  <a:pt x="1841048" y="3912227"/>
                </a:cubicBezTo>
                <a:cubicBezTo>
                  <a:pt x="1820914" y="3912227"/>
                  <a:pt x="1804592" y="3895905"/>
                  <a:pt x="1804592" y="3875770"/>
                </a:cubicBezTo>
                <a:cubicBezTo>
                  <a:pt x="1804592" y="3855636"/>
                  <a:pt x="1820914" y="3839314"/>
                  <a:pt x="1841048" y="3839314"/>
                </a:cubicBezTo>
                <a:close/>
                <a:moveTo>
                  <a:pt x="4390719" y="3839313"/>
                </a:moveTo>
                <a:cubicBezTo>
                  <a:pt x="4414627" y="3839313"/>
                  <a:pt x="4434011" y="3858696"/>
                  <a:pt x="4434011" y="3882605"/>
                </a:cubicBezTo>
                <a:cubicBezTo>
                  <a:pt x="4432867" y="3906025"/>
                  <a:pt x="4414137" y="3924753"/>
                  <a:pt x="4390719" y="3925898"/>
                </a:cubicBezTo>
                <a:cubicBezTo>
                  <a:pt x="4366809" y="3925898"/>
                  <a:pt x="4347427" y="3906515"/>
                  <a:pt x="4347427" y="3882605"/>
                </a:cubicBezTo>
                <a:cubicBezTo>
                  <a:pt x="4347337" y="3881043"/>
                  <a:pt x="4347337" y="3879476"/>
                  <a:pt x="4347427" y="3877914"/>
                </a:cubicBezTo>
                <a:cubicBezTo>
                  <a:pt x="4348723" y="3855300"/>
                  <a:pt x="4368103" y="3838018"/>
                  <a:pt x="4390719" y="3839313"/>
                </a:cubicBezTo>
                <a:close/>
                <a:moveTo>
                  <a:pt x="4119113" y="3837958"/>
                </a:moveTo>
                <a:cubicBezTo>
                  <a:pt x="4132699" y="3835314"/>
                  <a:pt x="4145859" y="3844185"/>
                  <a:pt x="4148503" y="3857773"/>
                </a:cubicBezTo>
                <a:cubicBezTo>
                  <a:pt x="4151147" y="3871360"/>
                  <a:pt x="4142275" y="3884518"/>
                  <a:pt x="4128687" y="3887163"/>
                </a:cubicBezTo>
                <a:cubicBezTo>
                  <a:pt x="4117529" y="3889335"/>
                  <a:pt x="4106303" y="3883723"/>
                  <a:pt x="4101347" y="3873491"/>
                </a:cubicBezTo>
                <a:cubicBezTo>
                  <a:pt x="4100401" y="3871541"/>
                  <a:pt x="4099711" y="3869476"/>
                  <a:pt x="4099299" y="3867348"/>
                </a:cubicBezTo>
                <a:cubicBezTo>
                  <a:pt x="4096655" y="3853761"/>
                  <a:pt x="4105525" y="3840602"/>
                  <a:pt x="4119113" y="3837958"/>
                </a:cubicBezTo>
                <a:close/>
                <a:moveTo>
                  <a:pt x="2203334" y="3837036"/>
                </a:moveTo>
                <a:cubicBezTo>
                  <a:pt x="2220952" y="3837036"/>
                  <a:pt x="2235234" y="3851318"/>
                  <a:pt x="2235234" y="3868935"/>
                </a:cubicBezTo>
                <a:cubicBezTo>
                  <a:pt x="2235234" y="3886553"/>
                  <a:pt x="2220952" y="3900834"/>
                  <a:pt x="2203334" y="3900834"/>
                </a:cubicBezTo>
                <a:cubicBezTo>
                  <a:pt x="2185717" y="3900834"/>
                  <a:pt x="2171435" y="3886553"/>
                  <a:pt x="2171435" y="3868935"/>
                </a:cubicBezTo>
                <a:cubicBezTo>
                  <a:pt x="2171435" y="3851318"/>
                  <a:pt x="2185717" y="3837036"/>
                  <a:pt x="2203334" y="3837036"/>
                </a:cubicBezTo>
                <a:close/>
                <a:moveTo>
                  <a:pt x="3046387" y="3837035"/>
                </a:moveTo>
                <a:cubicBezTo>
                  <a:pt x="3067781" y="3837035"/>
                  <a:pt x="3085123" y="3854377"/>
                  <a:pt x="3085123" y="3875770"/>
                </a:cubicBezTo>
                <a:cubicBezTo>
                  <a:pt x="3085123" y="3897163"/>
                  <a:pt x="3067781" y="3914505"/>
                  <a:pt x="3046387" y="3914505"/>
                </a:cubicBezTo>
                <a:cubicBezTo>
                  <a:pt x="3024995" y="3914505"/>
                  <a:pt x="3007653" y="3897163"/>
                  <a:pt x="3007653" y="3875770"/>
                </a:cubicBezTo>
                <a:cubicBezTo>
                  <a:pt x="3007653" y="3854377"/>
                  <a:pt x="3024995" y="3837035"/>
                  <a:pt x="3046387" y="3837035"/>
                </a:cubicBezTo>
                <a:close/>
                <a:moveTo>
                  <a:pt x="753804" y="3835924"/>
                </a:moveTo>
                <a:cubicBezTo>
                  <a:pt x="758873" y="3837283"/>
                  <a:pt x="763424" y="3840575"/>
                  <a:pt x="766255" y="3845479"/>
                </a:cubicBezTo>
                <a:cubicBezTo>
                  <a:pt x="771918" y="3855287"/>
                  <a:pt x="768558" y="3867829"/>
                  <a:pt x="758749" y="3873491"/>
                </a:cubicBezTo>
                <a:cubicBezTo>
                  <a:pt x="752405" y="3877155"/>
                  <a:pt x="744588" y="3877155"/>
                  <a:pt x="738243" y="3873491"/>
                </a:cubicBezTo>
                <a:cubicBezTo>
                  <a:pt x="735125" y="3871692"/>
                  <a:pt x="732537" y="3869103"/>
                  <a:pt x="730737" y="3865985"/>
                </a:cubicBezTo>
                <a:cubicBezTo>
                  <a:pt x="725074" y="3856177"/>
                  <a:pt x="728435" y="3843636"/>
                  <a:pt x="738243" y="3837973"/>
                </a:cubicBezTo>
                <a:cubicBezTo>
                  <a:pt x="743147" y="3835142"/>
                  <a:pt x="748735" y="3834566"/>
                  <a:pt x="753804" y="3835924"/>
                </a:cubicBezTo>
                <a:close/>
                <a:moveTo>
                  <a:pt x="1414964" y="3834756"/>
                </a:moveTo>
                <a:cubicBezTo>
                  <a:pt x="1435870" y="3835889"/>
                  <a:pt x="1452566" y="3852585"/>
                  <a:pt x="1453699" y="3873491"/>
                </a:cubicBezTo>
                <a:cubicBezTo>
                  <a:pt x="1454290" y="3876080"/>
                  <a:pt x="1454629" y="3878721"/>
                  <a:pt x="1454710" y="3881376"/>
                </a:cubicBezTo>
                <a:cubicBezTo>
                  <a:pt x="1455399" y="3904016"/>
                  <a:pt x="1437605" y="3922929"/>
                  <a:pt x="1414964" y="3923619"/>
                </a:cubicBezTo>
                <a:cubicBezTo>
                  <a:pt x="1406948" y="3926087"/>
                  <a:pt x="1398348" y="3925887"/>
                  <a:pt x="1390456" y="3923049"/>
                </a:cubicBezTo>
                <a:cubicBezTo>
                  <a:pt x="1370326" y="3915809"/>
                  <a:pt x="1359875" y="3893622"/>
                  <a:pt x="1367115" y="3873491"/>
                </a:cubicBezTo>
                <a:cubicBezTo>
                  <a:pt x="1367018" y="3870051"/>
                  <a:pt x="1367380" y="3866615"/>
                  <a:pt x="1368191" y="3863270"/>
                </a:cubicBezTo>
                <a:cubicBezTo>
                  <a:pt x="1373233" y="3842480"/>
                  <a:pt x="1394174" y="3829714"/>
                  <a:pt x="1414964" y="3834756"/>
                </a:cubicBezTo>
                <a:close/>
                <a:moveTo>
                  <a:pt x="1027615" y="3821086"/>
                </a:moveTo>
                <a:cubicBezTo>
                  <a:pt x="1035165" y="3821086"/>
                  <a:pt x="1041286" y="3827207"/>
                  <a:pt x="1041286" y="3834757"/>
                </a:cubicBezTo>
                <a:cubicBezTo>
                  <a:pt x="1041286" y="3842307"/>
                  <a:pt x="1035166" y="3848428"/>
                  <a:pt x="1027615" y="3848428"/>
                </a:cubicBezTo>
                <a:cubicBezTo>
                  <a:pt x="1020065" y="3848428"/>
                  <a:pt x="1013944" y="3842307"/>
                  <a:pt x="1013944" y="3834757"/>
                </a:cubicBezTo>
                <a:cubicBezTo>
                  <a:pt x="1013944" y="3827207"/>
                  <a:pt x="1020065" y="3821086"/>
                  <a:pt x="1027615" y="3821086"/>
                </a:cubicBezTo>
                <a:close/>
                <a:moveTo>
                  <a:pt x="4260843" y="3811972"/>
                </a:moveTo>
                <a:cubicBezTo>
                  <a:pt x="4285423" y="3816769"/>
                  <a:pt x="4304641" y="3835988"/>
                  <a:pt x="4309439" y="3860568"/>
                </a:cubicBezTo>
                <a:cubicBezTo>
                  <a:pt x="4315947" y="3893916"/>
                  <a:pt x="4294191" y="3926225"/>
                  <a:pt x="4260843" y="3932734"/>
                </a:cubicBezTo>
                <a:cubicBezTo>
                  <a:pt x="4253059" y="3934253"/>
                  <a:pt x="4245055" y="3934253"/>
                  <a:pt x="4237273" y="3932734"/>
                </a:cubicBezTo>
                <a:cubicBezTo>
                  <a:pt x="4203927" y="3926225"/>
                  <a:pt x="4182167" y="3893915"/>
                  <a:pt x="4188677" y="3860568"/>
                </a:cubicBezTo>
                <a:cubicBezTo>
                  <a:pt x="4195185" y="3827221"/>
                  <a:pt x="4227495" y="3805463"/>
                  <a:pt x="4260843" y="3811972"/>
                </a:cubicBezTo>
                <a:close/>
                <a:moveTo>
                  <a:pt x="3322089" y="3807414"/>
                </a:moveTo>
                <a:cubicBezTo>
                  <a:pt x="3347257" y="3807414"/>
                  <a:pt x="3367659" y="3827817"/>
                  <a:pt x="3367659" y="3852985"/>
                </a:cubicBezTo>
                <a:cubicBezTo>
                  <a:pt x="3367659" y="3878153"/>
                  <a:pt x="3347257" y="3898555"/>
                  <a:pt x="3322089" y="3898555"/>
                </a:cubicBezTo>
                <a:cubicBezTo>
                  <a:pt x="3296923" y="3898555"/>
                  <a:pt x="3276519" y="3878152"/>
                  <a:pt x="3276519" y="3852985"/>
                </a:cubicBezTo>
                <a:cubicBezTo>
                  <a:pt x="3276519" y="3827816"/>
                  <a:pt x="3296921" y="3807414"/>
                  <a:pt x="3322089" y="3807414"/>
                </a:cubicBezTo>
                <a:close/>
                <a:moveTo>
                  <a:pt x="2068901" y="3802857"/>
                </a:moveTo>
                <a:cubicBezTo>
                  <a:pt x="2088178" y="3802819"/>
                  <a:pt x="2104153" y="3817795"/>
                  <a:pt x="2105357" y="3837035"/>
                </a:cubicBezTo>
                <a:cubicBezTo>
                  <a:pt x="2105357" y="3857169"/>
                  <a:pt x="2089035" y="3873491"/>
                  <a:pt x="2068901" y="3873491"/>
                </a:cubicBezTo>
                <a:cubicBezTo>
                  <a:pt x="2049662" y="3872287"/>
                  <a:pt x="2034685" y="3856312"/>
                  <a:pt x="2034723" y="3837035"/>
                </a:cubicBezTo>
                <a:cubicBezTo>
                  <a:pt x="2034723" y="3818159"/>
                  <a:pt x="2050025" y="3802857"/>
                  <a:pt x="2068901" y="3802857"/>
                </a:cubicBezTo>
                <a:close/>
                <a:moveTo>
                  <a:pt x="3720831" y="3796021"/>
                </a:moveTo>
                <a:cubicBezTo>
                  <a:pt x="3722441" y="3795830"/>
                  <a:pt x="3724067" y="3795830"/>
                  <a:pt x="3725675" y="3796021"/>
                </a:cubicBezTo>
                <a:cubicBezTo>
                  <a:pt x="3736923" y="3797359"/>
                  <a:pt x="3744955" y="3807560"/>
                  <a:pt x="3743617" y="3818807"/>
                </a:cubicBezTo>
                <a:cubicBezTo>
                  <a:pt x="3743617" y="3831391"/>
                  <a:pt x="3733415" y="3841592"/>
                  <a:pt x="3720831" y="3841592"/>
                </a:cubicBezTo>
                <a:cubicBezTo>
                  <a:pt x="3708715" y="3840533"/>
                  <a:pt x="3699107" y="3830925"/>
                  <a:pt x="3698047" y="3818807"/>
                </a:cubicBezTo>
                <a:cubicBezTo>
                  <a:pt x="3698047" y="3806223"/>
                  <a:pt x="3708247" y="3796021"/>
                  <a:pt x="3720831" y="3796021"/>
                </a:cubicBezTo>
                <a:close/>
                <a:moveTo>
                  <a:pt x="585582" y="3793743"/>
                </a:moveTo>
                <a:cubicBezTo>
                  <a:pt x="599424" y="3793743"/>
                  <a:pt x="610645" y="3804965"/>
                  <a:pt x="610645" y="3818807"/>
                </a:cubicBezTo>
                <a:cubicBezTo>
                  <a:pt x="610645" y="3832650"/>
                  <a:pt x="599424" y="3843871"/>
                  <a:pt x="585582" y="3843871"/>
                </a:cubicBezTo>
                <a:cubicBezTo>
                  <a:pt x="571739" y="3843871"/>
                  <a:pt x="560518" y="3832649"/>
                  <a:pt x="560518" y="3818807"/>
                </a:cubicBezTo>
                <a:cubicBezTo>
                  <a:pt x="560518" y="3804964"/>
                  <a:pt x="571739" y="3793743"/>
                  <a:pt x="585582" y="3793743"/>
                </a:cubicBezTo>
                <a:close/>
                <a:moveTo>
                  <a:pt x="2882334" y="3789186"/>
                </a:moveTo>
                <a:cubicBezTo>
                  <a:pt x="2899951" y="3789186"/>
                  <a:pt x="2914233" y="3803468"/>
                  <a:pt x="2914233" y="3821085"/>
                </a:cubicBezTo>
                <a:cubicBezTo>
                  <a:pt x="2914235" y="3821875"/>
                  <a:pt x="2914206" y="3822664"/>
                  <a:pt x="2914145" y="3823452"/>
                </a:cubicBezTo>
                <a:cubicBezTo>
                  <a:pt x="2912887" y="3839762"/>
                  <a:pt x="2898645" y="3851965"/>
                  <a:pt x="2882334" y="3850706"/>
                </a:cubicBezTo>
                <a:cubicBezTo>
                  <a:pt x="2865974" y="3850706"/>
                  <a:pt x="2852713" y="3837444"/>
                  <a:pt x="2852713" y="3821085"/>
                </a:cubicBezTo>
                <a:cubicBezTo>
                  <a:pt x="2852652" y="3820298"/>
                  <a:pt x="2852623" y="3819509"/>
                  <a:pt x="2852625" y="3818719"/>
                </a:cubicBezTo>
                <a:cubicBezTo>
                  <a:pt x="2852674" y="3802360"/>
                  <a:pt x="2865975" y="3789137"/>
                  <a:pt x="2882334" y="3789186"/>
                </a:cubicBezTo>
                <a:close/>
                <a:moveTo>
                  <a:pt x="1718008" y="3786908"/>
                </a:moveTo>
                <a:cubicBezTo>
                  <a:pt x="1734367" y="3786908"/>
                  <a:pt x="1747629" y="3800170"/>
                  <a:pt x="1747629" y="3816529"/>
                </a:cubicBezTo>
                <a:cubicBezTo>
                  <a:pt x="1747629" y="3832888"/>
                  <a:pt x="1734367" y="3846149"/>
                  <a:pt x="1718008" y="3846149"/>
                </a:cubicBezTo>
                <a:cubicBezTo>
                  <a:pt x="1701649" y="3846149"/>
                  <a:pt x="1688387" y="3832888"/>
                  <a:pt x="1688387" y="3816529"/>
                </a:cubicBezTo>
                <a:cubicBezTo>
                  <a:pt x="1688387" y="3800170"/>
                  <a:pt x="1701649" y="3786908"/>
                  <a:pt x="1718008" y="3786908"/>
                </a:cubicBezTo>
                <a:close/>
                <a:moveTo>
                  <a:pt x="3169429" y="3782351"/>
                </a:moveTo>
                <a:cubicBezTo>
                  <a:pt x="3187411" y="3783552"/>
                  <a:pt x="3201367" y="3798508"/>
                  <a:pt x="3201327" y="3816529"/>
                </a:cubicBezTo>
                <a:cubicBezTo>
                  <a:pt x="3201327" y="3834146"/>
                  <a:pt x="3187047" y="3848428"/>
                  <a:pt x="3169429" y="3848428"/>
                </a:cubicBezTo>
                <a:cubicBezTo>
                  <a:pt x="3151407" y="3848468"/>
                  <a:pt x="3136451" y="3834510"/>
                  <a:pt x="3135251" y="3816529"/>
                </a:cubicBezTo>
                <a:cubicBezTo>
                  <a:pt x="3135251" y="3797653"/>
                  <a:pt x="3150553" y="3782351"/>
                  <a:pt x="3169429" y="3782351"/>
                </a:cubicBezTo>
                <a:close/>
                <a:moveTo>
                  <a:pt x="1307874" y="3777794"/>
                </a:moveTo>
                <a:cubicBezTo>
                  <a:pt x="1319199" y="3777794"/>
                  <a:pt x="1328381" y="3786975"/>
                  <a:pt x="1328381" y="3798301"/>
                </a:cubicBezTo>
                <a:cubicBezTo>
                  <a:pt x="1328381" y="3809626"/>
                  <a:pt x="1319199" y="3818808"/>
                  <a:pt x="1307874" y="3818808"/>
                </a:cubicBezTo>
                <a:cubicBezTo>
                  <a:pt x="1296548" y="3818808"/>
                  <a:pt x="1287367" y="3809626"/>
                  <a:pt x="1287367" y="3798301"/>
                </a:cubicBezTo>
                <a:cubicBezTo>
                  <a:pt x="1287367" y="3786975"/>
                  <a:pt x="1296548" y="3777794"/>
                  <a:pt x="1307874" y="3777794"/>
                </a:cubicBezTo>
                <a:close/>
                <a:moveTo>
                  <a:pt x="847612" y="3777794"/>
                </a:moveTo>
                <a:cubicBezTo>
                  <a:pt x="858039" y="3778960"/>
                  <a:pt x="865905" y="3787808"/>
                  <a:pt x="865840" y="3798301"/>
                </a:cubicBezTo>
                <a:cubicBezTo>
                  <a:pt x="864820" y="3807914"/>
                  <a:pt x="857225" y="3815509"/>
                  <a:pt x="847612" y="3816529"/>
                </a:cubicBezTo>
                <a:cubicBezTo>
                  <a:pt x="837119" y="3816594"/>
                  <a:pt x="828271" y="3808728"/>
                  <a:pt x="827105" y="3798301"/>
                </a:cubicBezTo>
                <a:cubicBezTo>
                  <a:pt x="827105" y="3786975"/>
                  <a:pt x="836286" y="3777794"/>
                  <a:pt x="847612" y="3777794"/>
                </a:cubicBezTo>
                <a:close/>
                <a:moveTo>
                  <a:pt x="1506105" y="3775515"/>
                </a:moveTo>
                <a:cubicBezTo>
                  <a:pt x="1527895" y="3775482"/>
                  <a:pt x="1545908" y="3792493"/>
                  <a:pt x="1547118" y="3814250"/>
                </a:cubicBezTo>
                <a:cubicBezTo>
                  <a:pt x="1547118" y="3836901"/>
                  <a:pt x="1528756" y="3855264"/>
                  <a:pt x="1506105" y="3855264"/>
                </a:cubicBezTo>
                <a:cubicBezTo>
                  <a:pt x="1484348" y="3854053"/>
                  <a:pt x="1467336" y="3836040"/>
                  <a:pt x="1467370" y="3814250"/>
                </a:cubicBezTo>
                <a:cubicBezTo>
                  <a:pt x="1468502" y="3793344"/>
                  <a:pt x="1485199" y="3776648"/>
                  <a:pt x="1506105" y="3775515"/>
                </a:cubicBezTo>
                <a:close/>
                <a:moveTo>
                  <a:pt x="3579563" y="3770958"/>
                </a:moveTo>
                <a:cubicBezTo>
                  <a:pt x="3594663" y="3770958"/>
                  <a:pt x="3606907" y="3783200"/>
                  <a:pt x="3606907" y="3798300"/>
                </a:cubicBezTo>
                <a:cubicBezTo>
                  <a:pt x="3606907" y="3813401"/>
                  <a:pt x="3594663" y="3825643"/>
                  <a:pt x="3579563" y="3825643"/>
                </a:cubicBezTo>
                <a:cubicBezTo>
                  <a:pt x="3564463" y="3825643"/>
                  <a:pt x="3552221" y="3813401"/>
                  <a:pt x="3552221" y="3798300"/>
                </a:cubicBezTo>
                <a:cubicBezTo>
                  <a:pt x="3553309" y="3783674"/>
                  <a:pt x="3564937" y="3772046"/>
                  <a:pt x="3579563" y="3770958"/>
                </a:cubicBezTo>
                <a:close/>
                <a:moveTo>
                  <a:pt x="1939025" y="3766401"/>
                </a:moveTo>
                <a:cubicBezTo>
                  <a:pt x="1955384" y="3766401"/>
                  <a:pt x="1968646" y="3779663"/>
                  <a:pt x="1968646" y="3796022"/>
                </a:cubicBezTo>
                <a:cubicBezTo>
                  <a:pt x="1968707" y="3796809"/>
                  <a:pt x="1968736" y="3797598"/>
                  <a:pt x="1968733" y="3798388"/>
                </a:cubicBezTo>
                <a:cubicBezTo>
                  <a:pt x="1968685" y="3814747"/>
                  <a:pt x="1955384" y="3827970"/>
                  <a:pt x="1939025" y="3827921"/>
                </a:cubicBezTo>
                <a:cubicBezTo>
                  <a:pt x="1938235" y="3827923"/>
                  <a:pt x="1937446" y="3827894"/>
                  <a:pt x="1936659" y="3827833"/>
                </a:cubicBezTo>
                <a:cubicBezTo>
                  <a:pt x="1920348" y="3826575"/>
                  <a:pt x="1908146" y="3812332"/>
                  <a:pt x="1909404" y="3796022"/>
                </a:cubicBezTo>
                <a:cubicBezTo>
                  <a:pt x="1909404" y="3779663"/>
                  <a:pt x="1922666" y="3766401"/>
                  <a:pt x="1939025" y="3766401"/>
                </a:cubicBezTo>
                <a:close/>
                <a:moveTo>
                  <a:pt x="1121034" y="3752730"/>
                </a:moveTo>
                <a:cubicBezTo>
                  <a:pt x="1131102" y="3752730"/>
                  <a:pt x="1139263" y="3760891"/>
                  <a:pt x="1139263" y="3770958"/>
                </a:cubicBezTo>
                <a:cubicBezTo>
                  <a:pt x="1139318" y="3772692"/>
                  <a:pt x="1139125" y="3774426"/>
                  <a:pt x="1138691" y="3776106"/>
                </a:cubicBezTo>
                <a:cubicBezTo>
                  <a:pt x="1136169" y="3785852"/>
                  <a:pt x="1126224" y="3791708"/>
                  <a:pt x="1116477" y="3789186"/>
                </a:cubicBezTo>
                <a:cubicBezTo>
                  <a:pt x="1108216" y="3787058"/>
                  <a:pt x="1102536" y="3779485"/>
                  <a:pt x="1102806" y="3770958"/>
                </a:cubicBezTo>
                <a:cubicBezTo>
                  <a:pt x="1102806" y="3760891"/>
                  <a:pt x="1110967" y="3752730"/>
                  <a:pt x="1121034" y="3752730"/>
                </a:cubicBezTo>
                <a:close/>
                <a:moveTo>
                  <a:pt x="3436015" y="3748172"/>
                </a:moveTo>
                <a:cubicBezTo>
                  <a:pt x="3450269" y="3748123"/>
                  <a:pt x="3462171" y="3759032"/>
                  <a:pt x="3463359" y="3773236"/>
                </a:cubicBezTo>
                <a:cubicBezTo>
                  <a:pt x="3463359" y="3788337"/>
                  <a:pt x="3451115" y="3800579"/>
                  <a:pt x="3436015" y="3800579"/>
                </a:cubicBezTo>
                <a:lnTo>
                  <a:pt x="3436015" y="3800578"/>
                </a:lnTo>
                <a:cubicBezTo>
                  <a:pt x="3420915" y="3800578"/>
                  <a:pt x="3408673" y="3788337"/>
                  <a:pt x="3408673" y="3773236"/>
                </a:cubicBezTo>
                <a:cubicBezTo>
                  <a:pt x="3408671" y="3772441"/>
                  <a:pt x="3408705" y="3771646"/>
                  <a:pt x="3408777" y="3770853"/>
                </a:cubicBezTo>
                <a:cubicBezTo>
                  <a:pt x="3410035" y="3757069"/>
                  <a:pt x="3422231" y="3746914"/>
                  <a:pt x="3436015" y="3748172"/>
                </a:cubicBezTo>
                <a:close/>
                <a:moveTo>
                  <a:pt x="3012211" y="3741337"/>
                </a:moveTo>
                <a:cubicBezTo>
                  <a:pt x="3028571" y="3741337"/>
                  <a:pt x="3041831" y="3754599"/>
                  <a:pt x="3041831" y="3770958"/>
                </a:cubicBezTo>
                <a:cubicBezTo>
                  <a:pt x="3041891" y="3771745"/>
                  <a:pt x="3041921" y="3772535"/>
                  <a:pt x="3041919" y="3773324"/>
                </a:cubicBezTo>
                <a:cubicBezTo>
                  <a:pt x="3041871" y="3789683"/>
                  <a:pt x="3028569" y="3802906"/>
                  <a:pt x="3012211" y="3802857"/>
                </a:cubicBezTo>
                <a:cubicBezTo>
                  <a:pt x="2994593" y="3802857"/>
                  <a:pt x="2980311" y="3788575"/>
                  <a:pt x="2980311" y="3770958"/>
                </a:cubicBezTo>
                <a:cubicBezTo>
                  <a:pt x="2980309" y="3770168"/>
                  <a:pt x="2980338" y="3769379"/>
                  <a:pt x="2980399" y="3768592"/>
                </a:cubicBezTo>
                <a:cubicBezTo>
                  <a:pt x="2981657" y="3752281"/>
                  <a:pt x="2995899" y="3740079"/>
                  <a:pt x="3012211" y="3741337"/>
                </a:cubicBezTo>
                <a:close/>
                <a:moveTo>
                  <a:pt x="683558" y="3725388"/>
                </a:moveTo>
                <a:cubicBezTo>
                  <a:pt x="698659" y="3725388"/>
                  <a:pt x="710900" y="3737629"/>
                  <a:pt x="710900" y="3752730"/>
                </a:cubicBezTo>
                <a:cubicBezTo>
                  <a:pt x="710966" y="3753520"/>
                  <a:pt x="710998" y="3754312"/>
                  <a:pt x="710995" y="3755104"/>
                </a:cubicBezTo>
                <a:cubicBezTo>
                  <a:pt x="710943" y="3770204"/>
                  <a:pt x="698659" y="3782403"/>
                  <a:pt x="683558" y="3782351"/>
                </a:cubicBezTo>
                <a:lnTo>
                  <a:pt x="683558" y="3782350"/>
                </a:lnTo>
                <a:cubicBezTo>
                  <a:pt x="667199" y="3782350"/>
                  <a:pt x="653937" y="3769089"/>
                  <a:pt x="653937" y="3752730"/>
                </a:cubicBezTo>
                <a:cubicBezTo>
                  <a:pt x="653934" y="3751937"/>
                  <a:pt x="653966" y="3751146"/>
                  <a:pt x="654032" y="3750356"/>
                </a:cubicBezTo>
                <a:cubicBezTo>
                  <a:pt x="655291" y="3735308"/>
                  <a:pt x="668510" y="3724129"/>
                  <a:pt x="683558" y="3725388"/>
                </a:cubicBezTo>
                <a:close/>
                <a:moveTo>
                  <a:pt x="4468187" y="3725387"/>
                </a:moveTo>
                <a:cubicBezTo>
                  <a:pt x="4492099" y="3725387"/>
                  <a:pt x="4511479" y="3744769"/>
                  <a:pt x="4511479" y="3768679"/>
                </a:cubicBezTo>
                <a:cubicBezTo>
                  <a:pt x="4511479" y="3792589"/>
                  <a:pt x="4492099" y="3811971"/>
                  <a:pt x="4468187" y="3811971"/>
                </a:cubicBezTo>
                <a:cubicBezTo>
                  <a:pt x="4444279" y="3811971"/>
                  <a:pt x="4424895" y="3792589"/>
                  <a:pt x="4424895" y="3768679"/>
                </a:cubicBezTo>
                <a:cubicBezTo>
                  <a:pt x="4424895" y="3744769"/>
                  <a:pt x="4444279" y="3725387"/>
                  <a:pt x="4468187" y="3725387"/>
                </a:cubicBezTo>
                <a:close/>
                <a:moveTo>
                  <a:pt x="2171434" y="3725387"/>
                </a:moveTo>
                <a:cubicBezTo>
                  <a:pt x="2185277" y="3725387"/>
                  <a:pt x="2196498" y="3736609"/>
                  <a:pt x="2196498" y="3750451"/>
                </a:cubicBezTo>
                <a:cubicBezTo>
                  <a:pt x="2196571" y="3751243"/>
                  <a:pt x="2196605" y="3752038"/>
                  <a:pt x="2196602" y="3752834"/>
                </a:cubicBezTo>
                <a:cubicBezTo>
                  <a:pt x="2196544" y="3766676"/>
                  <a:pt x="2185277" y="3777851"/>
                  <a:pt x="2171434" y="3777793"/>
                </a:cubicBezTo>
                <a:cubicBezTo>
                  <a:pt x="2156334" y="3777793"/>
                  <a:pt x="2144092" y="3765552"/>
                  <a:pt x="2144092" y="3750451"/>
                </a:cubicBezTo>
                <a:cubicBezTo>
                  <a:pt x="2144089" y="3749656"/>
                  <a:pt x="2144124" y="3748861"/>
                  <a:pt x="2144196" y="3748068"/>
                </a:cubicBezTo>
                <a:cubicBezTo>
                  <a:pt x="2145454" y="3734284"/>
                  <a:pt x="2157649" y="3724129"/>
                  <a:pt x="2171434" y="3725387"/>
                </a:cubicBezTo>
                <a:close/>
                <a:moveTo>
                  <a:pt x="4212991" y="3720831"/>
                </a:moveTo>
                <a:cubicBezTo>
                  <a:pt x="4230611" y="3720831"/>
                  <a:pt x="4244891" y="3735113"/>
                  <a:pt x="4244891" y="3752730"/>
                </a:cubicBezTo>
                <a:cubicBezTo>
                  <a:pt x="4244931" y="3770751"/>
                  <a:pt x="4230973" y="3785707"/>
                  <a:pt x="4212991" y="3786908"/>
                </a:cubicBezTo>
                <a:cubicBezTo>
                  <a:pt x="4195011" y="3785707"/>
                  <a:pt x="4181053" y="3770751"/>
                  <a:pt x="4181093" y="3752730"/>
                </a:cubicBezTo>
                <a:cubicBezTo>
                  <a:pt x="4181093" y="3735113"/>
                  <a:pt x="4195375" y="3720831"/>
                  <a:pt x="4212991" y="3720831"/>
                </a:cubicBezTo>
                <a:close/>
                <a:moveTo>
                  <a:pt x="4340591" y="3718552"/>
                </a:moveTo>
                <a:cubicBezTo>
                  <a:pt x="4342153" y="3718463"/>
                  <a:pt x="4343719" y="3718463"/>
                  <a:pt x="4345283" y="3718552"/>
                </a:cubicBezTo>
                <a:cubicBezTo>
                  <a:pt x="4367895" y="3719848"/>
                  <a:pt x="4385179" y="3739230"/>
                  <a:pt x="4383883" y="3761844"/>
                </a:cubicBezTo>
                <a:cubicBezTo>
                  <a:pt x="4383883" y="3785754"/>
                  <a:pt x="4364499" y="3805136"/>
                  <a:pt x="4340591" y="3805136"/>
                </a:cubicBezTo>
                <a:cubicBezTo>
                  <a:pt x="4317171" y="3803992"/>
                  <a:pt x="4298443" y="3785263"/>
                  <a:pt x="4297299" y="3761844"/>
                </a:cubicBezTo>
                <a:cubicBezTo>
                  <a:pt x="4297299" y="3737935"/>
                  <a:pt x="4316679" y="3718552"/>
                  <a:pt x="4340591" y="3718552"/>
                </a:cubicBezTo>
                <a:close/>
                <a:moveTo>
                  <a:pt x="3287911" y="3716274"/>
                </a:moveTo>
                <a:cubicBezTo>
                  <a:pt x="3304271" y="3716274"/>
                  <a:pt x="3317533" y="3729536"/>
                  <a:pt x="3317533" y="3745895"/>
                </a:cubicBezTo>
                <a:cubicBezTo>
                  <a:pt x="3317533" y="3762254"/>
                  <a:pt x="3304271" y="3775515"/>
                  <a:pt x="3287911" y="3775515"/>
                </a:cubicBezTo>
                <a:cubicBezTo>
                  <a:pt x="3271553" y="3775515"/>
                  <a:pt x="3258291" y="3762254"/>
                  <a:pt x="3258291" y="3745895"/>
                </a:cubicBezTo>
                <a:cubicBezTo>
                  <a:pt x="3258291" y="3729536"/>
                  <a:pt x="3271553" y="3716274"/>
                  <a:pt x="3287911" y="3716274"/>
                </a:cubicBezTo>
                <a:close/>
                <a:moveTo>
                  <a:pt x="1594968" y="3716274"/>
                </a:moveTo>
                <a:cubicBezTo>
                  <a:pt x="1611327" y="3716274"/>
                  <a:pt x="1624589" y="3729536"/>
                  <a:pt x="1624589" y="3745895"/>
                </a:cubicBezTo>
                <a:cubicBezTo>
                  <a:pt x="1624589" y="3762254"/>
                  <a:pt x="1611327" y="3775515"/>
                  <a:pt x="1594968" y="3775515"/>
                </a:cubicBezTo>
                <a:cubicBezTo>
                  <a:pt x="1578609" y="3775515"/>
                  <a:pt x="1565347" y="3762254"/>
                  <a:pt x="1565347" y="3745895"/>
                </a:cubicBezTo>
                <a:cubicBezTo>
                  <a:pt x="1565347" y="3729536"/>
                  <a:pt x="1578609" y="3716274"/>
                  <a:pt x="1594968" y="3716274"/>
                </a:cubicBezTo>
                <a:close/>
                <a:moveTo>
                  <a:pt x="934196" y="3716274"/>
                </a:moveTo>
                <a:cubicBezTo>
                  <a:pt x="943098" y="3717051"/>
                  <a:pt x="950472" y="3723503"/>
                  <a:pt x="952424" y="3732224"/>
                </a:cubicBezTo>
                <a:cubicBezTo>
                  <a:pt x="951269" y="3741392"/>
                  <a:pt x="943436" y="3748246"/>
                  <a:pt x="934196" y="3748173"/>
                </a:cubicBezTo>
                <a:cubicBezTo>
                  <a:pt x="925833" y="3747179"/>
                  <a:pt x="919240" y="3740586"/>
                  <a:pt x="918246" y="3732224"/>
                </a:cubicBezTo>
                <a:cubicBezTo>
                  <a:pt x="919240" y="3723861"/>
                  <a:pt x="925833" y="3717268"/>
                  <a:pt x="934196" y="3716274"/>
                </a:cubicBezTo>
                <a:close/>
                <a:moveTo>
                  <a:pt x="1822820" y="3709438"/>
                </a:moveTo>
                <a:cubicBezTo>
                  <a:pt x="1840438" y="3709438"/>
                  <a:pt x="1854720" y="3723720"/>
                  <a:pt x="1854720" y="3741337"/>
                </a:cubicBezTo>
                <a:cubicBezTo>
                  <a:pt x="1854720" y="3758955"/>
                  <a:pt x="1840438" y="3773236"/>
                  <a:pt x="1822820" y="3773236"/>
                </a:cubicBezTo>
                <a:cubicBezTo>
                  <a:pt x="1805203" y="3773236"/>
                  <a:pt x="1790921" y="3758955"/>
                  <a:pt x="1790921" y="3741337"/>
                </a:cubicBezTo>
                <a:cubicBezTo>
                  <a:pt x="1790921" y="3723720"/>
                  <a:pt x="1805203" y="3709438"/>
                  <a:pt x="1822820" y="3709438"/>
                </a:cubicBezTo>
                <a:close/>
                <a:moveTo>
                  <a:pt x="3950963" y="3709437"/>
                </a:moveTo>
                <a:cubicBezTo>
                  <a:pt x="3963963" y="3709383"/>
                  <a:pt x="3974845" y="3719277"/>
                  <a:pt x="3976027" y="3732223"/>
                </a:cubicBezTo>
                <a:cubicBezTo>
                  <a:pt x="3976027" y="3746065"/>
                  <a:pt x="3964805" y="3757286"/>
                  <a:pt x="3950963" y="3757286"/>
                </a:cubicBezTo>
                <a:cubicBezTo>
                  <a:pt x="3950163" y="3757290"/>
                  <a:pt x="3949363" y="3757252"/>
                  <a:pt x="3948569" y="3757172"/>
                </a:cubicBezTo>
                <a:cubicBezTo>
                  <a:pt x="3936047" y="3755914"/>
                  <a:pt x="3926919" y="3744743"/>
                  <a:pt x="3928177" y="3732223"/>
                </a:cubicBezTo>
                <a:cubicBezTo>
                  <a:pt x="3928177" y="3719638"/>
                  <a:pt x="3938379" y="3709437"/>
                  <a:pt x="3950963" y="3709437"/>
                </a:cubicBezTo>
                <a:close/>
                <a:moveTo>
                  <a:pt x="4083117" y="3707159"/>
                </a:moveTo>
                <a:cubicBezTo>
                  <a:pt x="4103251" y="3707159"/>
                  <a:pt x="4119575" y="3723481"/>
                  <a:pt x="4119575" y="3743615"/>
                </a:cubicBezTo>
                <a:cubicBezTo>
                  <a:pt x="4119575" y="3763750"/>
                  <a:pt x="4103251" y="3780072"/>
                  <a:pt x="4083117" y="3780072"/>
                </a:cubicBezTo>
                <a:cubicBezTo>
                  <a:pt x="4062983" y="3780072"/>
                  <a:pt x="4046661" y="3763750"/>
                  <a:pt x="4046661" y="3743615"/>
                </a:cubicBezTo>
                <a:cubicBezTo>
                  <a:pt x="4046661" y="3723481"/>
                  <a:pt x="4062983" y="3707159"/>
                  <a:pt x="4083117" y="3707159"/>
                </a:cubicBezTo>
                <a:close/>
                <a:moveTo>
                  <a:pt x="1399075" y="3688871"/>
                </a:moveTo>
                <a:cubicBezTo>
                  <a:pt x="1422984" y="3688904"/>
                  <a:pt x="1442340" y="3708313"/>
                  <a:pt x="1442306" y="3732223"/>
                </a:cubicBezTo>
                <a:cubicBezTo>
                  <a:pt x="1441091" y="3756497"/>
                  <a:pt x="1421040" y="3775546"/>
                  <a:pt x="1396736" y="3775515"/>
                </a:cubicBezTo>
                <a:cubicBezTo>
                  <a:pt x="1373317" y="3774370"/>
                  <a:pt x="1354588" y="3755642"/>
                  <a:pt x="1353444" y="3732223"/>
                </a:cubicBezTo>
                <a:cubicBezTo>
                  <a:pt x="1353444" y="3708313"/>
                  <a:pt x="1372826" y="3688931"/>
                  <a:pt x="1396736" y="3688931"/>
                </a:cubicBezTo>
                <a:cubicBezTo>
                  <a:pt x="1397515" y="3688890"/>
                  <a:pt x="1398295" y="3688870"/>
                  <a:pt x="1399075" y="3688871"/>
                </a:cubicBezTo>
                <a:close/>
                <a:moveTo>
                  <a:pt x="3135251" y="3684374"/>
                </a:moveTo>
                <a:cubicBezTo>
                  <a:pt x="3149093" y="3684374"/>
                  <a:pt x="3160315" y="3695596"/>
                  <a:pt x="3160315" y="3709438"/>
                </a:cubicBezTo>
                <a:cubicBezTo>
                  <a:pt x="3160387" y="3710230"/>
                  <a:pt x="3160421" y="3711025"/>
                  <a:pt x="3160419" y="3711821"/>
                </a:cubicBezTo>
                <a:cubicBezTo>
                  <a:pt x="3160359" y="3725663"/>
                  <a:pt x="3149093" y="3736838"/>
                  <a:pt x="3135251" y="3736780"/>
                </a:cubicBezTo>
                <a:cubicBezTo>
                  <a:pt x="3120151" y="3736780"/>
                  <a:pt x="3107907" y="3724539"/>
                  <a:pt x="3107907" y="3709438"/>
                </a:cubicBezTo>
                <a:cubicBezTo>
                  <a:pt x="3107905" y="3708643"/>
                  <a:pt x="3107939" y="3707848"/>
                  <a:pt x="3108011" y="3707055"/>
                </a:cubicBezTo>
                <a:cubicBezTo>
                  <a:pt x="3109271" y="3693271"/>
                  <a:pt x="3121465" y="3683116"/>
                  <a:pt x="3135251" y="3684374"/>
                </a:cubicBezTo>
                <a:close/>
                <a:moveTo>
                  <a:pt x="3540827" y="3670703"/>
                </a:moveTo>
                <a:cubicBezTo>
                  <a:pt x="3549635" y="3670703"/>
                  <a:pt x="3556777" y="3677844"/>
                  <a:pt x="3556777" y="3686653"/>
                </a:cubicBezTo>
                <a:cubicBezTo>
                  <a:pt x="3556777" y="3695461"/>
                  <a:pt x="3549635" y="3702602"/>
                  <a:pt x="3540827" y="3702602"/>
                </a:cubicBezTo>
                <a:cubicBezTo>
                  <a:pt x="3532019" y="3702602"/>
                  <a:pt x="3524879" y="3695461"/>
                  <a:pt x="3524879" y="3686653"/>
                </a:cubicBezTo>
                <a:cubicBezTo>
                  <a:pt x="3524879" y="3677844"/>
                  <a:pt x="3532019" y="3670703"/>
                  <a:pt x="3540827" y="3670703"/>
                </a:cubicBezTo>
                <a:close/>
                <a:moveTo>
                  <a:pt x="763306" y="3661589"/>
                </a:moveTo>
                <a:cubicBezTo>
                  <a:pt x="777511" y="3662777"/>
                  <a:pt x="788420" y="3674678"/>
                  <a:pt x="788370" y="3688931"/>
                </a:cubicBezTo>
                <a:cubicBezTo>
                  <a:pt x="788442" y="3689723"/>
                  <a:pt x="788477" y="3690519"/>
                  <a:pt x="788474" y="3691314"/>
                </a:cubicBezTo>
                <a:cubicBezTo>
                  <a:pt x="788416" y="3705156"/>
                  <a:pt x="777148" y="3716331"/>
                  <a:pt x="763306" y="3716274"/>
                </a:cubicBezTo>
                <a:cubicBezTo>
                  <a:pt x="748206" y="3716274"/>
                  <a:pt x="735964" y="3704032"/>
                  <a:pt x="735964" y="3688931"/>
                </a:cubicBezTo>
                <a:cubicBezTo>
                  <a:pt x="735964" y="3673831"/>
                  <a:pt x="748206" y="3661589"/>
                  <a:pt x="763306" y="3661589"/>
                </a:cubicBezTo>
                <a:close/>
                <a:moveTo>
                  <a:pt x="1692944" y="3645639"/>
                </a:moveTo>
                <a:cubicBezTo>
                  <a:pt x="1710175" y="3645486"/>
                  <a:pt x="1724825" y="3658183"/>
                  <a:pt x="1727122" y="3675260"/>
                </a:cubicBezTo>
                <a:cubicBezTo>
                  <a:pt x="1727239" y="3676835"/>
                  <a:pt x="1727239" y="3678417"/>
                  <a:pt x="1727122" y="3679993"/>
                </a:cubicBezTo>
                <a:cubicBezTo>
                  <a:pt x="1725815" y="3697562"/>
                  <a:pt x="1710513" y="3710745"/>
                  <a:pt x="1692944" y="3709438"/>
                </a:cubicBezTo>
                <a:cubicBezTo>
                  <a:pt x="1675713" y="3709592"/>
                  <a:pt x="1661063" y="3696895"/>
                  <a:pt x="1658766" y="3679817"/>
                </a:cubicBezTo>
                <a:cubicBezTo>
                  <a:pt x="1658766" y="3660941"/>
                  <a:pt x="1674068" y="3645639"/>
                  <a:pt x="1692944" y="3645639"/>
                </a:cubicBezTo>
                <a:close/>
                <a:moveTo>
                  <a:pt x="1487877" y="3645639"/>
                </a:moveTo>
                <a:cubicBezTo>
                  <a:pt x="1501449" y="3643590"/>
                  <a:pt x="1514651" y="3651134"/>
                  <a:pt x="1519776" y="3663867"/>
                </a:cubicBezTo>
                <a:cubicBezTo>
                  <a:pt x="1519776" y="3681484"/>
                  <a:pt x="1505494" y="3695766"/>
                  <a:pt x="1487877" y="3695766"/>
                </a:cubicBezTo>
                <a:cubicBezTo>
                  <a:pt x="1474503" y="3696411"/>
                  <a:pt x="1462360" y="3688004"/>
                  <a:pt x="1458256" y="3675259"/>
                </a:cubicBezTo>
                <a:cubicBezTo>
                  <a:pt x="1458256" y="3658900"/>
                  <a:pt x="1471518" y="3645639"/>
                  <a:pt x="1487877" y="3645639"/>
                </a:cubicBezTo>
                <a:close/>
                <a:moveTo>
                  <a:pt x="1023058" y="3629689"/>
                </a:moveTo>
                <a:cubicBezTo>
                  <a:pt x="1044848" y="3629655"/>
                  <a:pt x="1062861" y="3646667"/>
                  <a:pt x="1064071" y="3668424"/>
                </a:cubicBezTo>
                <a:cubicBezTo>
                  <a:pt x="1064073" y="3669206"/>
                  <a:pt x="1064050" y="3669989"/>
                  <a:pt x="1064004" y="3670769"/>
                </a:cubicBezTo>
                <a:cubicBezTo>
                  <a:pt x="1062746" y="3692125"/>
                  <a:pt x="1044413" y="3708418"/>
                  <a:pt x="1023058" y="3707159"/>
                </a:cubicBezTo>
                <a:cubicBezTo>
                  <a:pt x="1001665" y="3707159"/>
                  <a:pt x="984323" y="3689817"/>
                  <a:pt x="984323" y="3668424"/>
                </a:cubicBezTo>
                <a:cubicBezTo>
                  <a:pt x="985455" y="3647518"/>
                  <a:pt x="1002152" y="3630822"/>
                  <a:pt x="1023058" y="3629689"/>
                </a:cubicBezTo>
                <a:close/>
                <a:moveTo>
                  <a:pt x="849891" y="3622854"/>
                </a:moveTo>
                <a:cubicBezTo>
                  <a:pt x="856183" y="3622854"/>
                  <a:pt x="861283" y="3627955"/>
                  <a:pt x="861283" y="3634247"/>
                </a:cubicBezTo>
                <a:cubicBezTo>
                  <a:pt x="861283" y="3640539"/>
                  <a:pt x="856183" y="3645639"/>
                  <a:pt x="849891" y="3645639"/>
                </a:cubicBezTo>
                <a:cubicBezTo>
                  <a:pt x="843599" y="3645639"/>
                  <a:pt x="838498" y="3640539"/>
                  <a:pt x="838498" y="3634247"/>
                </a:cubicBezTo>
                <a:cubicBezTo>
                  <a:pt x="838498" y="3627955"/>
                  <a:pt x="843599" y="3622854"/>
                  <a:pt x="849891" y="3622854"/>
                </a:cubicBezTo>
                <a:close/>
                <a:moveTo>
                  <a:pt x="3397281" y="3620575"/>
                </a:moveTo>
                <a:cubicBezTo>
                  <a:pt x="3403947" y="3619056"/>
                  <a:pt x="3410867" y="3619056"/>
                  <a:pt x="3417533" y="3620575"/>
                </a:cubicBezTo>
                <a:cubicBezTo>
                  <a:pt x="3442071" y="3626168"/>
                  <a:pt x="3457431" y="3650594"/>
                  <a:pt x="3451839" y="3675133"/>
                </a:cubicBezTo>
                <a:cubicBezTo>
                  <a:pt x="3446247" y="3699671"/>
                  <a:pt x="3421819" y="3715030"/>
                  <a:pt x="3397281" y="3709438"/>
                </a:cubicBezTo>
                <a:cubicBezTo>
                  <a:pt x="3373007" y="3708223"/>
                  <a:pt x="3353959" y="3688172"/>
                  <a:pt x="3353989" y="3663867"/>
                </a:cubicBezTo>
                <a:cubicBezTo>
                  <a:pt x="3355133" y="3640448"/>
                  <a:pt x="3373863" y="3621720"/>
                  <a:pt x="3397281" y="3620575"/>
                </a:cubicBezTo>
                <a:close/>
                <a:moveTo>
                  <a:pt x="4165143" y="3616018"/>
                </a:moveTo>
                <a:cubicBezTo>
                  <a:pt x="4172695" y="3616018"/>
                  <a:pt x="4178815" y="3622139"/>
                  <a:pt x="4178815" y="3629689"/>
                </a:cubicBezTo>
                <a:cubicBezTo>
                  <a:pt x="4178897" y="3637680"/>
                  <a:pt x="4173053" y="3644497"/>
                  <a:pt x="4165143" y="3645639"/>
                </a:cubicBezTo>
                <a:cubicBezTo>
                  <a:pt x="4156335" y="3645639"/>
                  <a:pt x="4149195" y="3638498"/>
                  <a:pt x="4149195" y="3629689"/>
                </a:cubicBezTo>
                <a:cubicBezTo>
                  <a:pt x="4150335" y="3621780"/>
                  <a:pt x="4157153" y="3615936"/>
                  <a:pt x="4165143" y="3616018"/>
                </a:cubicBezTo>
                <a:close/>
                <a:moveTo>
                  <a:pt x="3251455" y="3616018"/>
                </a:moveTo>
                <a:cubicBezTo>
                  <a:pt x="3267815" y="3616018"/>
                  <a:pt x="3281077" y="3629280"/>
                  <a:pt x="3281077" y="3645639"/>
                </a:cubicBezTo>
                <a:cubicBezTo>
                  <a:pt x="3277739" y="3658933"/>
                  <a:pt x="3265075" y="3667701"/>
                  <a:pt x="3251455" y="3666146"/>
                </a:cubicBezTo>
                <a:cubicBezTo>
                  <a:pt x="3237839" y="3667701"/>
                  <a:pt x="3225173" y="3658933"/>
                  <a:pt x="3221835" y="3645639"/>
                </a:cubicBezTo>
                <a:cubicBezTo>
                  <a:pt x="3221835" y="3629280"/>
                  <a:pt x="3235097" y="3616018"/>
                  <a:pt x="3251455" y="3616018"/>
                </a:cubicBezTo>
                <a:close/>
                <a:moveTo>
                  <a:pt x="596974" y="3616018"/>
                </a:moveTo>
                <a:cubicBezTo>
                  <a:pt x="613333" y="3616018"/>
                  <a:pt x="626595" y="3629280"/>
                  <a:pt x="626595" y="3645639"/>
                </a:cubicBezTo>
                <a:cubicBezTo>
                  <a:pt x="623362" y="3659290"/>
                  <a:pt x="610997" y="3668802"/>
                  <a:pt x="596974" y="3668424"/>
                </a:cubicBezTo>
                <a:cubicBezTo>
                  <a:pt x="582950" y="3668801"/>
                  <a:pt x="570585" y="3659290"/>
                  <a:pt x="567353" y="3645639"/>
                </a:cubicBezTo>
                <a:cubicBezTo>
                  <a:pt x="567353" y="3629280"/>
                  <a:pt x="580615" y="3616018"/>
                  <a:pt x="596974" y="3616018"/>
                </a:cubicBezTo>
                <a:close/>
                <a:moveTo>
                  <a:pt x="4538821" y="3613740"/>
                </a:moveTo>
                <a:cubicBezTo>
                  <a:pt x="4558955" y="3613740"/>
                  <a:pt x="4575279" y="3630062"/>
                  <a:pt x="4575279" y="3650196"/>
                </a:cubicBezTo>
                <a:cubicBezTo>
                  <a:pt x="4575313" y="3670730"/>
                  <a:pt x="4559319" y="3687724"/>
                  <a:pt x="4538821" y="3688931"/>
                </a:cubicBezTo>
                <a:cubicBezTo>
                  <a:pt x="4518323" y="3687724"/>
                  <a:pt x="4502329" y="3670730"/>
                  <a:pt x="4502365" y="3650196"/>
                </a:cubicBezTo>
                <a:cubicBezTo>
                  <a:pt x="4502365" y="3630062"/>
                  <a:pt x="4518687" y="3613740"/>
                  <a:pt x="4538821" y="3613740"/>
                </a:cubicBezTo>
                <a:close/>
                <a:moveTo>
                  <a:pt x="4415781" y="3609183"/>
                </a:moveTo>
                <a:cubicBezTo>
                  <a:pt x="4435915" y="3609183"/>
                  <a:pt x="4452237" y="3625505"/>
                  <a:pt x="4452237" y="3645639"/>
                </a:cubicBezTo>
                <a:cubicBezTo>
                  <a:pt x="4452273" y="3666173"/>
                  <a:pt x="4436279" y="3683167"/>
                  <a:pt x="4415781" y="3684374"/>
                </a:cubicBezTo>
                <a:cubicBezTo>
                  <a:pt x="4394875" y="3683242"/>
                  <a:pt x="4378179" y="3666545"/>
                  <a:pt x="4377047" y="3645639"/>
                </a:cubicBezTo>
                <a:cubicBezTo>
                  <a:pt x="4378255" y="3625141"/>
                  <a:pt x="4395247" y="3609147"/>
                  <a:pt x="4415781" y="3609183"/>
                </a:cubicBezTo>
                <a:close/>
                <a:moveTo>
                  <a:pt x="4290463" y="3606904"/>
                </a:moveTo>
                <a:cubicBezTo>
                  <a:pt x="4311369" y="3608037"/>
                  <a:pt x="4328065" y="3624733"/>
                  <a:pt x="4329199" y="3645639"/>
                </a:cubicBezTo>
                <a:cubicBezTo>
                  <a:pt x="4325983" y="3664753"/>
                  <a:pt x="4309827" y="3679008"/>
                  <a:pt x="4290463" y="3679817"/>
                </a:cubicBezTo>
                <a:cubicBezTo>
                  <a:pt x="4270731" y="3679954"/>
                  <a:pt x="4254049" y="3665235"/>
                  <a:pt x="4251727" y="3645639"/>
                </a:cubicBezTo>
                <a:cubicBezTo>
                  <a:pt x="4251727" y="3624246"/>
                  <a:pt x="4269071" y="3606904"/>
                  <a:pt x="4290463" y="3606904"/>
                </a:cubicBezTo>
                <a:close/>
                <a:moveTo>
                  <a:pt x="1296481" y="3600069"/>
                </a:moveTo>
                <a:cubicBezTo>
                  <a:pt x="1319133" y="3600069"/>
                  <a:pt x="1337495" y="3618431"/>
                  <a:pt x="1337495" y="3641082"/>
                </a:cubicBezTo>
                <a:cubicBezTo>
                  <a:pt x="1337495" y="3663733"/>
                  <a:pt x="1319133" y="3682096"/>
                  <a:pt x="1296481" y="3682096"/>
                </a:cubicBezTo>
                <a:cubicBezTo>
                  <a:pt x="1273830" y="3682096"/>
                  <a:pt x="1255468" y="3663733"/>
                  <a:pt x="1255468" y="3641082"/>
                </a:cubicBezTo>
                <a:cubicBezTo>
                  <a:pt x="1255468" y="3618431"/>
                  <a:pt x="1273830" y="3600069"/>
                  <a:pt x="1296481" y="3600069"/>
                </a:cubicBezTo>
                <a:close/>
                <a:moveTo>
                  <a:pt x="4035267" y="3597790"/>
                </a:moveTo>
                <a:cubicBezTo>
                  <a:pt x="4049111" y="3597790"/>
                  <a:pt x="4060331" y="3609011"/>
                  <a:pt x="4060331" y="3622854"/>
                </a:cubicBezTo>
                <a:cubicBezTo>
                  <a:pt x="4060335" y="3623653"/>
                  <a:pt x="4060299" y="3624452"/>
                  <a:pt x="4060219" y="3625247"/>
                </a:cubicBezTo>
                <a:cubicBezTo>
                  <a:pt x="4058959" y="3637768"/>
                  <a:pt x="4047789" y="3646898"/>
                  <a:pt x="4035267" y="3645639"/>
                </a:cubicBezTo>
                <a:cubicBezTo>
                  <a:pt x="4022683" y="3645639"/>
                  <a:pt x="4012483" y="3635438"/>
                  <a:pt x="4012483" y="3622854"/>
                </a:cubicBezTo>
                <a:cubicBezTo>
                  <a:pt x="4012427" y="3609855"/>
                  <a:pt x="4022323" y="3598972"/>
                  <a:pt x="4035267" y="3597790"/>
                </a:cubicBezTo>
                <a:close/>
                <a:moveTo>
                  <a:pt x="1579018" y="3572726"/>
                </a:moveTo>
                <a:cubicBezTo>
                  <a:pt x="1592860" y="3572726"/>
                  <a:pt x="1604082" y="3583947"/>
                  <a:pt x="1604082" y="3597790"/>
                </a:cubicBezTo>
                <a:cubicBezTo>
                  <a:pt x="1604082" y="3611632"/>
                  <a:pt x="1592860" y="3622853"/>
                  <a:pt x="1579018" y="3622853"/>
                </a:cubicBezTo>
                <a:cubicBezTo>
                  <a:pt x="1565175" y="3622853"/>
                  <a:pt x="1553954" y="3611632"/>
                  <a:pt x="1553954" y="3597790"/>
                </a:cubicBezTo>
                <a:cubicBezTo>
                  <a:pt x="1553954" y="3583947"/>
                  <a:pt x="1565175" y="3572726"/>
                  <a:pt x="1579018" y="3572726"/>
                </a:cubicBezTo>
                <a:close/>
                <a:moveTo>
                  <a:pt x="1105085" y="3570448"/>
                </a:moveTo>
                <a:cubicBezTo>
                  <a:pt x="1123961" y="3570448"/>
                  <a:pt x="1139263" y="3585750"/>
                  <a:pt x="1139263" y="3604626"/>
                </a:cubicBezTo>
                <a:cubicBezTo>
                  <a:pt x="1139361" y="3605071"/>
                  <a:pt x="1139451" y="3605518"/>
                  <a:pt x="1139531" y="3605967"/>
                </a:cubicBezTo>
                <a:cubicBezTo>
                  <a:pt x="1142862" y="3624546"/>
                  <a:pt x="1130500" y="3642308"/>
                  <a:pt x="1111921" y="3645639"/>
                </a:cubicBezTo>
                <a:cubicBezTo>
                  <a:pt x="1105738" y="3647356"/>
                  <a:pt x="1099181" y="3647169"/>
                  <a:pt x="1093106" y="3645102"/>
                </a:cubicBezTo>
                <a:cubicBezTo>
                  <a:pt x="1076428" y="3639425"/>
                  <a:pt x="1067510" y="3621304"/>
                  <a:pt x="1073186" y="3604626"/>
                </a:cubicBezTo>
                <a:cubicBezTo>
                  <a:pt x="1073146" y="3586605"/>
                  <a:pt x="1087104" y="3571649"/>
                  <a:pt x="1105085" y="3570448"/>
                </a:cubicBezTo>
                <a:close/>
                <a:moveTo>
                  <a:pt x="437478" y="3565891"/>
                </a:moveTo>
                <a:cubicBezTo>
                  <a:pt x="448803" y="3565891"/>
                  <a:pt x="457984" y="3575072"/>
                  <a:pt x="457984" y="3586398"/>
                </a:cubicBezTo>
                <a:cubicBezTo>
                  <a:pt x="457984" y="3597723"/>
                  <a:pt x="448803" y="3606905"/>
                  <a:pt x="437478" y="3606905"/>
                </a:cubicBezTo>
                <a:cubicBezTo>
                  <a:pt x="426152" y="3606905"/>
                  <a:pt x="416971" y="3597723"/>
                  <a:pt x="416971" y="3586398"/>
                </a:cubicBezTo>
                <a:cubicBezTo>
                  <a:pt x="416971" y="3575072"/>
                  <a:pt x="426152" y="3565891"/>
                  <a:pt x="437478" y="3565891"/>
                </a:cubicBezTo>
                <a:close/>
                <a:moveTo>
                  <a:pt x="685837" y="3559055"/>
                </a:moveTo>
                <a:cubicBezTo>
                  <a:pt x="694645" y="3559055"/>
                  <a:pt x="701786" y="3566196"/>
                  <a:pt x="701786" y="3575005"/>
                </a:cubicBezTo>
                <a:cubicBezTo>
                  <a:pt x="701786" y="3583813"/>
                  <a:pt x="694645" y="3590954"/>
                  <a:pt x="685837" y="3590954"/>
                </a:cubicBezTo>
                <a:cubicBezTo>
                  <a:pt x="677028" y="3590954"/>
                  <a:pt x="669887" y="3583813"/>
                  <a:pt x="669887" y="3575005"/>
                </a:cubicBezTo>
                <a:cubicBezTo>
                  <a:pt x="669887" y="3566196"/>
                  <a:pt x="677028" y="3559055"/>
                  <a:pt x="685837" y="3559055"/>
                </a:cubicBezTo>
                <a:close/>
                <a:moveTo>
                  <a:pt x="3502093" y="3545384"/>
                </a:moveTo>
                <a:cubicBezTo>
                  <a:pt x="3502885" y="3545381"/>
                  <a:pt x="3503677" y="3545413"/>
                  <a:pt x="3504467" y="3545479"/>
                </a:cubicBezTo>
                <a:cubicBezTo>
                  <a:pt x="3519515" y="3546738"/>
                  <a:pt x="3530695" y="3559957"/>
                  <a:pt x="3529435" y="3575005"/>
                </a:cubicBezTo>
                <a:cubicBezTo>
                  <a:pt x="3529435" y="3590106"/>
                  <a:pt x="3517195" y="3602347"/>
                  <a:pt x="3502093" y="3602347"/>
                </a:cubicBezTo>
                <a:cubicBezTo>
                  <a:pt x="3501303" y="3602413"/>
                  <a:pt x="3500511" y="3602445"/>
                  <a:pt x="3499719" y="3602442"/>
                </a:cubicBezTo>
                <a:cubicBezTo>
                  <a:pt x="3484619" y="3602390"/>
                  <a:pt x="3472419" y="3590106"/>
                  <a:pt x="3472471" y="3575005"/>
                </a:cubicBezTo>
                <a:cubicBezTo>
                  <a:pt x="3472471" y="3558646"/>
                  <a:pt x="3485735" y="3545384"/>
                  <a:pt x="3502093" y="3545384"/>
                </a:cubicBezTo>
                <a:close/>
                <a:moveTo>
                  <a:pt x="925013" y="3543196"/>
                </a:moveTo>
                <a:cubicBezTo>
                  <a:pt x="935685" y="3539402"/>
                  <a:pt x="947411" y="3544977"/>
                  <a:pt x="951205" y="3555648"/>
                </a:cubicBezTo>
                <a:cubicBezTo>
                  <a:pt x="954999" y="3566320"/>
                  <a:pt x="949424" y="3578046"/>
                  <a:pt x="938753" y="3581840"/>
                </a:cubicBezTo>
                <a:cubicBezTo>
                  <a:pt x="936172" y="3582758"/>
                  <a:pt x="933433" y="3583149"/>
                  <a:pt x="930698" y="3582991"/>
                </a:cubicBezTo>
                <a:cubicBezTo>
                  <a:pt x="919392" y="3582336"/>
                  <a:pt x="910756" y="3572640"/>
                  <a:pt x="911411" y="3561333"/>
                </a:cubicBezTo>
                <a:cubicBezTo>
                  <a:pt x="911887" y="3553103"/>
                  <a:pt x="917246" y="3545958"/>
                  <a:pt x="925013" y="3543196"/>
                </a:cubicBezTo>
                <a:close/>
                <a:moveTo>
                  <a:pt x="1385344" y="3540827"/>
                </a:moveTo>
                <a:cubicBezTo>
                  <a:pt x="1404220" y="3540827"/>
                  <a:pt x="1419522" y="3556129"/>
                  <a:pt x="1419522" y="3575005"/>
                </a:cubicBezTo>
                <a:cubicBezTo>
                  <a:pt x="1419522" y="3593881"/>
                  <a:pt x="1404220" y="3609183"/>
                  <a:pt x="1385344" y="3609183"/>
                </a:cubicBezTo>
                <a:cubicBezTo>
                  <a:pt x="1366468" y="3609183"/>
                  <a:pt x="1351166" y="3593881"/>
                  <a:pt x="1351166" y="3575005"/>
                </a:cubicBezTo>
                <a:cubicBezTo>
                  <a:pt x="1351166" y="3556129"/>
                  <a:pt x="1366468" y="3540827"/>
                  <a:pt x="1385344" y="3540827"/>
                </a:cubicBezTo>
                <a:close/>
                <a:moveTo>
                  <a:pt x="3360825" y="3511206"/>
                </a:moveTo>
                <a:cubicBezTo>
                  <a:pt x="3384735" y="3511206"/>
                  <a:pt x="3404117" y="3530588"/>
                  <a:pt x="3404117" y="3554498"/>
                </a:cubicBezTo>
                <a:cubicBezTo>
                  <a:pt x="3404117" y="3578407"/>
                  <a:pt x="3384735" y="3597790"/>
                  <a:pt x="3360825" y="3597790"/>
                </a:cubicBezTo>
                <a:cubicBezTo>
                  <a:pt x="3336915" y="3597790"/>
                  <a:pt x="3317533" y="3578407"/>
                  <a:pt x="3317533" y="3554498"/>
                </a:cubicBezTo>
                <a:cubicBezTo>
                  <a:pt x="3317533" y="3530588"/>
                  <a:pt x="3336915" y="3511206"/>
                  <a:pt x="3360825" y="3511206"/>
                </a:cubicBezTo>
                <a:close/>
                <a:moveTo>
                  <a:pt x="1200783" y="3506649"/>
                </a:moveTo>
                <a:cubicBezTo>
                  <a:pt x="1219659" y="3506649"/>
                  <a:pt x="1234961" y="3521951"/>
                  <a:pt x="1234961" y="3540827"/>
                </a:cubicBezTo>
                <a:cubicBezTo>
                  <a:pt x="1233759" y="3558808"/>
                  <a:pt x="1218804" y="3572766"/>
                  <a:pt x="1200783" y="3572726"/>
                </a:cubicBezTo>
                <a:cubicBezTo>
                  <a:pt x="1183165" y="3572726"/>
                  <a:pt x="1168883" y="3558444"/>
                  <a:pt x="1168883" y="3540827"/>
                </a:cubicBezTo>
                <a:cubicBezTo>
                  <a:pt x="1168827" y="3540042"/>
                  <a:pt x="1168800" y="3539254"/>
                  <a:pt x="1168802" y="3538467"/>
                </a:cubicBezTo>
                <a:cubicBezTo>
                  <a:pt x="1168847" y="3520849"/>
                  <a:pt x="1183165" y="3506604"/>
                  <a:pt x="1200783" y="3506649"/>
                </a:cubicBezTo>
                <a:close/>
                <a:moveTo>
                  <a:pt x="3987419" y="3502092"/>
                </a:moveTo>
                <a:lnTo>
                  <a:pt x="3989697" y="3504371"/>
                </a:lnTo>
                <a:lnTo>
                  <a:pt x="3987419" y="3506649"/>
                </a:lnTo>
                <a:lnTo>
                  <a:pt x="3985139" y="3504371"/>
                </a:lnTo>
                <a:close/>
                <a:moveTo>
                  <a:pt x="526340" y="3502092"/>
                </a:moveTo>
                <a:cubicBezTo>
                  <a:pt x="527149" y="3502085"/>
                  <a:pt x="527958" y="3502133"/>
                  <a:pt x="528762" y="3502234"/>
                </a:cubicBezTo>
                <a:cubicBezTo>
                  <a:pt x="538750" y="3503493"/>
                  <a:pt x="545826" y="3512610"/>
                  <a:pt x="544568" y="3522598"/>
                </a:cubicBezTo>
                <a:cubicBezTo>
                  <a:pt x="544568" y="3532665"/>
                  <a:pt x="536407" y="3540826"/>
                  <a:pt x="526340" y="3540826"/>
                </a:cubicBezTo>
                <a:cubicBezTo>
                  <a:pt x="516727" y="3539806"/>
                  <a:pt x="509132" y="3532211"/>
                  <a:pt x="508111" y="3522598"/>
                </a:cubicBezTo>
                <a:cubicBezTo>
                  <a:pt x="508046" y="3512106"/>
                  <a:pt x="515912" y="3503257"/>
                  <a:pt x="526340" y="3502092"/>
                </a:cubicBezTo>
                <a:close/>
                <a:moveTo>
                  <a:pt x="4361095" y="3499813"/>
                </a:moveTo>
                <a:cubicBezTo>
                  <a:pt x="4361899" y="3499808"/>
                  <a:pt x="4362703" y="3499851"/>
                  <a:pt x="4363503" y="3499940"/>
                </a:cubicBezTo>
                <a:cubicBezTo>
                  <a:pt x="4374759" y="3501199"/>
                  <a:pt x="4382863" y="3511343"/>
                  <a:pt x="4381603" y="3522599"/>
                </a:cubicBezTo>
                <a:cubicBezTo>
                  <a:pt x="4381603" y="3533924"/>
                  <a:pt x="4372423" y="3543105"/>
                  <a:pt x="4361095" y="3543105"/>
                </a:cubicBezTo>
                <a:cubicBezTo>
                  <a:pt x="4349351" y="3543164"/>
                  <a:pt x="4339485" y="3534285"/>
                  <a:pt x="4338311" y="3522599"/>
                </a:cubicBezTo>
                <a:cubicBezTo>
                  <a:pt x="4338311" y="3510015"/>
                  <a:pt x="4348511" y="3499813"/>
                  <a:pt x="4361095" y="3499813"/>
                </a:cubicBezTo>
                <a:close/>
                <a:moveTo>
                  <a:pt x="774699" y="3495257"/>
                </a:moveTo>
                <a:cubicBezTo>
                  <a:pt x="783507" y="3495257"/>
                  <a:pt x="790648" y="3502398"/>
                  <a:pt x="790648" y="3511207"/>
                </a:cubicBezTo>
                <a:cubicBezTo>
                  <a:pt x="790648" y="3520015"/>
                  <a:pt x="783507" y="3527156"/>
                  <a:pt x="774699" y="3527156"/>
                </a:cubicBezTo>
                <a:cubicBezTo>
                  <a:pt x="765890" y="3527156"/>
                  <a:pt x="758749" y="3520015"/>
                  <a:pt x="758749" y="3511207"/>
                </a:cubicBezTo>
                <a:cubicBezTo>
                  <a:pt x="758749" y="3502398"/>
                  <a:pt x="765890" y="3495257"/>
                  <a:pt x="774699" y="3495257"/>
                </a:cubicBezTo>
                <a:close/>
                <a:moveTo>
                  <a:pt x="3214999" y="3490699"/>
                </a:moveTo>
                <a:cubicBezTo>
                  <a:pt x="3236391" y="3490699"/>
                  <a:pt x="3253733" y="3508041"/>
                  <a:pt x="3253733" y="3529434"/>
                </a:cubicBezTo>
                <a:cubicBezTo>
                  <a:pt x="3253733" y="3550827"/>
                  <a:pt x="3236391" y="3568169"/>
                  <a:pt x="3214999" y="3568169"/>
                </a:cubicBezTo>
                <a:cubicBezTo>
                  <a:pt x="3213431" y="3568270"/>
                  <a:pt x="3211857" y="3568270"/>
                  <a:pt x="3210289" y="3568169"/>
                </a:cubicBezTo>
                <a:cubicBezTo>
                  <a:pt x="3190197" y="3566868"/>
                  <a:pt x="3174963" y="3549526"/>
                  <a:pt x="3176263" y="3529434"/>
                </a:cubicBezTo>
                <a:cubicBezTo>
                  <a:pt x="3176263" y="3508041"/>
                  <a:pt x="3193607" y="3490699"/>
                  <a:pt x="3214999" y="3490699"/>
                </a:cubicBezTo>
                <a:close/>
                <a:moveTo>
                  <a:pt x="4238057" y="3488421"/>
                </a:moveTo>
                <a:cubicBezTo>
                  <a:pt x="4252683" y="3489509"/>
                  <a:pt x="4264311" y="3501137"/>
                  <a:pt x="4265399" y="3515763"/>
                </a:cubicBezTo>
                <a:cubicBezTo>
                  <a:pt x="4265445" y="3531273"/>
                  <a:pt x="4253519" y="3544191"/>
                  <a:pt x="4238057" y="3545384"/>
                </a:cubicBezTo>
                <a:cubicBezTo>
                  <a:pt x="4221699" y="3545384"/>
                  <a:pt x="4208435" y="3532123"/>
                  <a:pt x="4208435" y="3515763"/>
                </a:cubicBezTo>
                <a:cubicBezTo>
                  <a:pt x="4209629" y="3500300"/>
                  <a:pt x="4222547" y="3488375"/>
                  <a:pt x="4238057" y="3488421"/>
                </a:cubicBezTo>
                <a:close/>
                <a:moveTo>
                  <a:pt x="4481859" y="3486142"/>
                </a:moveTo>
                <a:cubicBezTo>
                  <a:pt x="4503251" y="3486142"/>
                  <a:pt x="4520595" y="3503484"/>
                  <a:pt x="4520595" y="3524877"/>
                </a:cubicBezTo>
                <a:cubicBezTo>
                  <a:pt x="4520695" y="3526445"/>
                  <a:pt x="4520695" y="3528018"/>
                  <a:pt x="4520595" y="3529586"/>
                </a:cubicBezTo>
                <a:cubicBezTo>
                  <a:pt x="4519295" y="3549679"/>
                  <a:pt x="4501951" y="3564912"/>
                  <a:pt x="4481859" y="3563612"/>
                </a:cubicBezTo>
                <a:cubicBezTo>
                  <a:pt x="4460467" y="3563612"/>
                  <a:pt x="4443123" y="3546270"/>
                  <a:pt x="4443123" y="3524877"/>
                </a:cubicBezTo>
                <a:cubicBezTo>
                  <a:pt x="4444257" y="3503971"/>
                  <a:pt x="4460953" y="3487275"/>
                  <a:pt x="4481859" y="3486142"/>
                </a:cubicBezTo>
                <a:close/>
                <a:moveTo>
                  <a:pt x="4112739" y="3481585"/>
                </a:moveTo>
                <a:cubicBezTo>
                  <a:pt x="4129097" y="3481585"/>
                  <a:pt x="4142359" y="3494847"/>
                  <a:pt x="4142359" y="3511206"/>
                </a:cubicBezTo>
                <a:cubicBezTo>
                  <a:pt x="4142359" y="3527565"/>
                  <a:pt x="4129097" y="3540827"/>
                  <a:pt x="4112739" y="3540827"/>
                </a:cubicBezTo>
                <a:cubicBezTo>
                  <a:pt x="4096379" y="3540827"/>
                  <a:pt x="4083117" y="3527565"/>
                  <a:pt x="4083117" y="3511206"/>
                </a:cubicBezTo>
                <a:cubicBezTo>
                  <a:pt x="4083117" y="3494847"/>
                  <a:pt x="4096379" y="3481585"/>
                  <a:pt x="4112739" y="3481585"/>
                </a:cubicBezTo>
                <a:close/>
                <a:moveTo>
                  <a:pt x="4602621" y="3472471"/>
                </a:moveTo>
                <a:cubicBezTo>
                  <a:pt x="4634081" y="3472471"/>
                  <a:pt x="4659583" y="3497974"/>
                  <a:pt x="4659583" y="3529434"/>
                </a:cubicBezTo>
                <a:cubicBezTo>
                  <a:pt x="4659583" y="3560894"/>
                  <a:pt x="4634081" y="3586397"/>
                  <a:pt x="4602621" y="3586397"/>
                </a:cubicBezTo>
                <a:cubicBezTo>
                  <a:pt x="4571161" y="3586397"/>
                  <a:pt x="4545659" y="3560894"/>
                  <a:pt x="4545659" y="3529434"/>
                </a:cubicBezTo>
                <a:cubicBezTo>
                  <a:pt x="4545659" y="3497974"/>
                  <a:pt x="4571161" y="3472471"/>
                  <a:pt x="4602621" y="3472471"/>
                </a:cubicBezTo>
                <a:close/>
                <a:moveTo>
                  <a:pt x="3729947" y="3472471"/>
                </a:moveTo>
                <a:cubicBezTo>
                  <a:pt x="3737495" y="3472471"/>
                  <a:pt x="3743617" y="3478592"/>
                  <a:pt x="3743617" y="3486142"/>
                </a:cubicBezTo>
                <a:cubicBezTo>
                  <a:pt x="3743617" y="3493693"/>
                  <a:pt x="3737495" y="3499813"/>
                  <a:pt x="3729947" y="3499813"/>
                </a:cubicBezTo>
                <a:cubicBezTo>
                  <a:pt x="3728253" y="3500206"/>
                  <a:pt x="3726493" y="3500206"/>
                  <a:pt x="3724799" y="3499813"/>
                </a:cubicBezTo>
                <a:cubicBezTo>
                  <a:pt x="3718671" y="3498392"/>
                  <a:pt x="3714855" y="3492272"/>
                  <a:pt x="3716275" y="3486142"/>
                </a:cubicBezTo>
                <a:cubicBezTo>
                  <a:pt x="3716275" y="3478592"/>
                  <a:pt x="3722395" y="3472471"/>
                  <a:pt x="3729947" y="3472471"/>
                </a:cubicBezTo>
                <a:close/>
                <a:moveTo>
                  <a:pt x="1474206" y="3472471"/>
                </a:moveTo>
                <a:cubicBezTo>
                  <a:pt x="1494341" y="3472471"/>
                  <a:pt x="1510663" y="3488793"/>
                  <a:pt x="1510663" y="3508927"/>
                </a:cubicBezTo>
                <a:cubicBezTo>
                  <a:pt x="1510663" y="3529062"/>
                  <a:pt x="1494341" y="3545384"/>
                  <a:pt x="1474206" y="3545384"/>
                </a:cubicBezTo>
                <a:cubicBezTo>
                  <a:pt x="1454072" y="3545384"/>
                  <a:pt x="1437750" y="3529062"/>
                  <a:pt x="1437750" y="3508927"/>
                </a:cubicBezTo>
                <a:cubicBezTo>
                  <a:pt x="1437750" y="3488793"/>
                  <a:pt x="1454072" y="3472471"/>
                  <a:pt x="1474206" y="3472471"/>
                </a:cubicBezTo>
                <a:close/>
                <a:moveTo>
                  <a:pt x="1027615" y="3463357"/>
                </a:moveTo>
                <a:cubicBezTo>
                  <a:pt x="1045636" y="3463317"/>
                  <a:pt x="1060592" y="3477276"/>
                  <a:pt x="1061793" y="3495257"/>
                </a:cubicBezTo>
                <a:cubicBezTo>
                  <a:pt x="1061793" y="3514132"/>
                  <a:pt x="1046491" y="3529434"/>
                  <a:pt x="1027615" y="3529434"/>
                </a:cubicBezTo>
                <a:cubicBezTo>
                  <a:pt x="1009635" y="3528233"/>
                  <a:pt x="995676" y="3513277"/>
                  <a:pt x="995716" y="3495257"/>
                </a:cubicBezTo>
                <a:cubicBezTo>
                  <a:pt x="995716" y="3477639"/>
                  <a:pt x="1009998" y="3463357"/>
                  <a:pt x="1027615" y="3463357"/>
                </a:cubicBezTo>
                <a:close/>
                <a:moveTo>
                  <a:pt x="3597887" y="3447312"/>
                </a:moveTo>
                <a:cubicBezTo>
                  <a:pt x="3612987" y="3447365"/>
                  <a:pt x="3625187" y="3459649"/>
                  <a:pt x="3625135" y="3474749"/>
                </a:cubicBezTo>
                <a:cubicBezTo>
                  <a:pt x="3625135" y="3491109"/>
                  <a:pt x="3611871" y="3504370"/>
                  <a:pt x="3595513" y="3504370"/>
                </a:cubicBezTo>
                <a:cubicBezTo>
                  <a:pt x="3594721" y="3504373"/>
                  <a:pt x="3593929" y="3504341"/>
                  <a:pt x="3593139" y="3504275"/>
                </a:cubicBezTo>
                <a:cubicBezTo>
                  <a:pt x="3578091" y="3503017"/>
                  <a:pt x="3566911" y="3489798"/>
                  <a:pt x="3568171" y="3474749"/>
                </a:cubicBezTo>
                <a:cubicBezTo>
                  <a:pt x="3568171" y="3459649"/>
                  <a:pt x="3580411" y="3447407"/>
                  <a:pt x="3595513" y="3447407"/>
                </a:cubicBezTo>
                <a:cubicBezTo>
                  <a:pt x="3596303" y="3447341"/>
                  <a:pt x="3597095" y="3447309"/>
                  <a:pt x="3597887" y="3447312"/>
                </a:cubicBezTo>
                <a:close/>
                <a:moveTo>
                  <a:pt x="1565347" y="3438293"/>
                </a:moveTo>
                <a:cubicBezTo>
                  <a:pt x="1567864" y="3438293"/>
                  <a:pt x="1569904" y="3440333"/>
                  <a:pt x="1569904" y="3442850"/>
                </a:cubicBezTo>
                <a:cubicBezTo>
                  <a:pt x="1569904" y="3445367"/>
                  <a:pt x="1567864" y="3447407"/>
                  <a:pt x="1565347" y="3447407"/>
                </a:cubicBezTo>
                <a:cubicBezTo>
                  <a:pt x="1562830" y="3447407"/>
                  <a:pt x="1560790" y="3445367"/>
                  <a:pt x="1560790" y="3442850"/>
                </a:cubicBezTo>
                <a:cubicBezTo>
                  <a:pt x="1560790" y="3440333"/>
                  <a:pt x="1562830" y="3438293"/>
                  <a:pt x="1565347" y="3438293"/>
                </a:cubicBezTo>
                <a:close/>
                <a:moveTo>
                  <a:pt x="1289646" y="3436015"/>
                </a:moveTo>
                <a:cubicBezTo>
                  <a:pt x="1311039" y="3436015"/>
                  <a:pt x="1328381" y="3453357"/>
                  <a:pt x="1328381" y="3474750"/>
                </a:cubicBezTo>
                <a:cubicBezTo>
                  <a:pt x="1328381" y="3496143"/>
                  <a:pt x="1311039" y="3513485"/>
                  <a:pt x="1289646" y="3513485"/>
                </a:cubicBezTo>
                <a:cubicBezTo>
                  <a:pt x="1268253" y="3513485"/>
                  <a:pt x="1250911" y="3496143"/>
                  <a:pt x="1250911" y="3474750"/>
                </a:cubicBezTo>
                <a:cubicBezTo>
                  <a:pt x="1250911" y="3453357"/>
                  <a:pt x="1268253" y="3436015"/>
                  <a:pt x="1289646" y="3436015"/>
                </a:cubicBezTo>
                <a:close/>
                <a:moveTo>
                  <a:pt x="615202" y="3433736"/>
                </a:moveTo>
                <a:cubicBezTo>
                  <a:pt x="627786" y="3433736"/>
                  <a:pt x="637987" y="3443937"/>
                  <a:pt x="637987" y="3456521"/>
                </a:cubicBezTo>
                <a:cubicBezTo>
                  <a:pt x="638179" y="3458130"/>
                  <a:pt x="638179" y="3459756"/>
                  <a:pt x="637987" y="3461366"/>
                </a:cubicBezTo>
                <a:cubicBezTo>
                  <a:pt x="636650" y="3472612"/>
                  <a:pt x="626448" y="3480644"/>
                  <a:pt x="615202" y="3479307"/>
                </a:cubicBezTo>
                <a:cubicBezTo>
                  <a:pt x="602618" y="3479307"/>
                  <a:pt x="592417" y="3469105"/>
                  <a:pt x="592417" y="3456521"/>
                </a:cubicBezTo>
                <a:cubicBezTo>
                  <a:pt x="593477" y="3444403"/>
                  <a:pt x="603084" y="3434796"/>
                  <a:pt x="615202" y="3433736"/>
                </a:cubicBezTo>
                <a:close/>
                <a:moveTo>
                  <a:pt x="3461079" y="3431458"/>
                </a:moveTo>
                <a:cubicBezTo>
                  <a:pt x="3477439" y="3431458"/>
                  <a:pt x="3490701" y="3444720"/>
                  <a:pt x="3490701" y="3461079"/>
                </a:cubicBezTo>
                <a:cubicBezTo>
                  <a:pt x="3490703" y="3461871"/>
                  <a:pt x="3490671" y="3462663"/>
                  <a:pt x="3490607" y="3463453"/>
                </a:cubicBezTo>
                <a:cubicBezTo>
                  <a:pt x="3489347" y="3478501"/>
                  <a:pt x="3476127" y="3489680"/>
                  <a:pt x="3461079" y="3488421"/>
                </a:cubicBezTo>
                <a:cubicBezTo>
                  <a:pt x="3460291" y="3488487"/>
                  <a:pt x="3459499" y="3488519"/>
                  <a:pt x="3458707" y="3488516"/>
                </a:cubicBezTo>
                <a:cubicBezTo>
                  <a:pt x="3443607" y="3488463"/>
                  <a:pt x="3431407" y="3476179"/>
                  <a:pt x="3431459" y="3461079"/>
                </a:cubicBezTo>
                <a:cubicBezTo>
                  <a:pt x="3431459" y="3444720"/>
                  <a:pt x="3444721" y="3431458"/>
                  <a:pt x="3461079" y="3431458"/>
                </a:cubicBezTo>
                <a:close/>
                <a:moveTo>
                  <a:pt x="863562" y="3417786"/>
                </a:moveTo>
                <a:cubicBezTo>
                  <a:pt x="880327" y="3417744"/>
                  <a:pt x="894264" y="3430685"/>
                  <a:pt x="895461" y="3447407"/>
                </a:cubicBezTo>
                <a:cubicBezTo>
                  <a:pt x="895461" y="3465025"/>
                  <a:pt x="881179" y="3479307"/>
                  <a:pt x="863562" y="3479307"/>
                </a:cubicBezTo>
                <a:cubicBezTo>
                  <a:pt x="846727" y="3480678"/>
                  <a:pt x="831741" y="3468690"/>
                  <a:pt x="829384" y="3451964"/>
                </a:cubicBezTo>
                <a:cubicBezTo>
                  <a:pt x="829267" y="3450389"/>
                  <a:pt x="829267" y="3448807"/>
                  <a:pt x="829384" y="3447231"/>
                </a:cubicBezTo>
                <a:cubicBezTo>
                  <a:pt x="830691" y="3429663"/>
                  <a:pt x="845993" y="3416479"/>
                  <a:pt x="863562" y="3417786"/>
                </a:cubicBezTo>
                <a:close/>
                <a:moveTo>
                  <a:pt x="1116477" y="3395001"/>
                </a:moveTo>
                <a:cubicBezTo>
                  <a:pt x="1136612" y="3395001"/>
                  <a:pt x="1152934" y="3411323"/>
                  <a:pt x="1152934" y="3431457"/>
                </a:cubicBezTo>
                <a:cubicBezTo>
                  <a:pt x="1152969" y="3451991"/>
                  <a:pt x="1136975" y="3468985"/>
                  <a:pt x="1116477" y="3470192"/>
                </a:cubicBezTo>
                <a:cubicBezTo>
                  <a:pt x="1095979" y="3468984"/>
                  <a:pt x="1079986" y="3451991"/>
                  <a:pt x="1080021" y="3431457"/>
                </a:cubicBezTo>
                <a:cubicBezTo>
                  <a:pt x="1080021" y="3411323"/>
                  <a:pt x="1096343" y="3395001"/>
                  <a:pt x="1116477" y="3395001"/>
                </a:cubicBezTo>
                <a:close/>
                <a:moveTo>
                  <a:pt x="471606" y="3392972"/>
                </a:moveTo>
                <a:cubicBezTo>
                  <a:pt x="475624" y="3393691"/>
                  <a:pt x="479367" y="3395944"/>
                  <a:pt x="481884" y="3399558"/>
                </a:cubicBezTo>
                <a:cubicBezTo>
                  <a:pt x="486917" y="3406787"/>
                  <a:pt x="485138" y="3416727"/>
                  <a:pt x="477909" y="3421761"/>
                </a:cubicBezTo>
                <a:cubicBezTo>
                  <a:pt x="470680" y="3426795"/>
                  <a:pt x="460739" y="3425015"/>
                  <a:pt x="455706" y="3417786"/>
                </a:cubicBezTo>
                <a:cubicBezTo>
                  <a:pt x="451891" y="3412309"/>
                  <a:pt x="451891" y="3405036"/>
                  <a:pt x="455706" y="3399558"/>
                </a:cubicBezTo>
                <a:cubicBezTo>
                  <a:pt x="456785" y="3398008"/>
                  <a:pt x="458131" y="3396662"/>
                  <a:pt x="459681" y="3395583"/>
                </a:cubicBezTo>
                <a:cubicBezTo>
                  <a:pt x="463296" y="3393066"/>
                  <a:pt x="467588" y="3392253"/>
                  <a:pt x="471606" y="3392972"/>
                </a:cubicBezTo>
                <a:close/>
                <a:moveTo>
                  <a:pt x="704064" y="3383609"/>
                </a:moveTo>
                <a:cubicBezTo>
                  <a:pt x="705702" y="3383352"/>
                  <a:pt x="707369" y="3383352"/>
                  <a:pt x="709007" y="3383609"/>
                </a:cubicBezTo>
                <a:cubicBezTo>
                  <a:pt x="717709" y="3384973"/>
                  <a:pt x="723657" y="3393135"/>
                  <a:pt x="722293" y="3401837"/>
                </a:cubicBezTo>
                <a:cubicBezTo>
                  <a:pt x="722301" y="3402654"/>
                  <a:pt x="722246" y="3403471"/>
                  <a:pt x="722130" y="3404280"/>
                </a:cubicBezTo>
                <a:cubicBezTo>
                  <a:pt x="720871" y="3412998"/>
                  <a:pt x="712783" y="3419045"/>
                  <a:pt x="704064" y="3417786"/>
                </a:cubicBezTo>
                <a:cubicBezTo>
                  <a:pt x="695256" y="3417786"/>
                  <a:pt x="688115" y="3410646"/>
                  <a:pt x="688115" y="3401837"/>
                </a:cubicBezTo>
                <a:cubicBezTo>
                  <a:pt x="687998" y="3401028"/>
                  <a:pt x="687943" y="3400211"/>
                  <a:pt x="687952" y="3399394"/>
                </a:cubicBezTo>
                <a:cubicBezTo>
                  <a:pt x="688042" y="3390585"/>
                  <a:pt x="695256" y="3383518"/>
                  <a:pt x="704064" y="3383609"/>
                </a:cubicBezTo>
                <a:close/>
                <a:moveTo>
                  <a:pt x="4659583" y="3381330"/>
                </a:moveTo>
                <a:cubicBezTo>
                  <a:pt x="4669651" y="3381330"/>
                  <a:pt x="4677811" y="3389491"/>
                  <a:pt x="4677811" y="3399558"/>
                </a:cubicBezTo>
                <a:cubicBezTo>
                  <a:pt x="4677811" y="3409625"/>
                  <a:pt x="4669651" y="3417786"/>
                  <a:pt x="4659583" y="3417786"/>
                </a:cubicBezTo>
                <a:cubicBezTo>
                  <a:pt x="4649971" y="3416766"/>
                  <a:pt x="4642375" y="3409171"/>
                  <a:pt x="4641355" y="3399558"/>
                </a:cubicBezTo>
                <a:cubicBezTo>
                  <a:pt x="4641355" y="3389491"/>
                  <a:pt x="4649517" y="3381330"/>
                  <a:pt x="4659583" y="3381330"/>
                </a:cubicBezTo>
                <a:close/>
                <a:moveTo>
                  <a:pt x="1378508" y="3379051"/>
                </a:moveTo>
                <a:cubicBezTo>
                  <a:pt x="1396126" y="3379051"/>
                  <a:pt x="1410408" y="3393333"/>
                  <a:pt x="1410408" y="3410950"/>
                </a:cubicBezTo>
                <a:cubicBezTo>
                  <a:pt x="1410408" y="3428568"/>
                  <a:pt x="1396126" y="3442850"/>
                  <a:pt x="1378508" y="3442850"/>
                </a:cubicBezTo>
                <a:cubicBezTo>
                  <a:pt x="1360891" y="3442850"/>
                  <a:pt x="1346609" y="3428568"/>
                  <a:pt x="1346609" y="3410950"/>
                </a:cubicBezTo>
                <a:cubicBezTo>
                  <a:pt x="1346609" y="3393333"/>
                  <a:pt x="1360891" y="3379051"/>
                  <a:pt x="1378508" y="3379051"/>
                </a:cubicBezTo>
                <a:close/>
                <a:moveTo>
                  <a:pt x="4301855" y="3376773"/>
                </a:moveTo>
                <a:cubicBezTo>
                  <a:pt x="4313179" y="3376773"/>
                  <a:pt x="4322363" y="3385954"/>
                  <a:pt x="4322363" y="3397280"/>
                </a:cubicBezTo>
                <a:cubicBezTo>
                  <a:pt x="4322363" y="3408605"/>
                  <a:pt x="4313179" y="3417787"/>
                  <a:pt x="4301855" y="3417787"/>
                </a:cubicBezTo>
                <a:cubicBezTo>
                  <a:pt x="4290529" y="3417787"/>
                  <a:pt x="4281347" y="3408605"/>
                  <a:pt x="4281347" y="3397280"/>
                </a:cubicBezTo>
                <a:cubicBezTo>
                  <a:pt x="4281347" y="3385954"/>
                  <a:pt x="4290529" y="3376773"/>
                  <a:pt x="4301855" y="3376773"/>
                </a:cubicBezTo>
                <a:close/>
                <a:moveTo>
                  <a:pt x="3935013" y="3367659"/>
                </a:moveTo>
                <a:cubicBezTo>
                  <a:pt x="3943003" y="3367577"/>
                  <a:pt x="3949821" y="3373421"/>
                  <a:pt x="3950963" y="3381330"/>
                </a:cubicBezTo>
                <a:cubicBezTo>
                  <a:pt x="3950963" y="3390139"/>
                  <a:pt x="3943823" y="3397280"/>
                  <a:pt x="3935013" y="3397280"/>
                </a:cubicBezTo>
                <a:cubicBezTo>
                  <a:pt x="3927103" y="3396139"/>
                  <a:pt x="3921259" y="3389321"/>
                  <a:pt x="3921343" y="3381330"/>
                </a:cubicBezTo>
                <a:cubicBezTo>
                  <a:pt x="3921343" y="3373780"/>
                  <a:pt x="3927463" y="3367659"/>
                  <a:pt x="3935013" y="3367659"/>
                </a:cubicBezTo>
                <a:close/>
                <a:moveTo>
                  <a:pt x="952424" y="3367659"/>
                </a:moveTo>
                <a:cubicBezTo>
                  <a:pt x="959074" y="3368782"/>
                  <a:pt x="963911" y="3374587"/>
                  <a:pt x="963817" y="3381330"/>
                </a:cubicBezTo>
                <a:cubicBezTo>
                  <a:pt x="963817" y="3395001"/>
                  <a:pt x="952424" y="3395001"/>
                  <a:pt x="952424" y="3395001"/>
                </a:cubicBezTo>
                <a:cubicBezTo>
                  <a:pt x="950731" y="3395394"/>
                  <a:pt x="948971" y="3395394"/>
                  <a:pt x="947278" y="3395001"/>
                </a:cubicBezTo>
                <a:cubicBezTo>
                  <a:pt x="941149" y="3393580"/>
                  <a:pt x="937332" y="3387460"/>
                  <a:pt x="938753" y="3381330"/>
                </a:cubicBezTo>
                <a:cubicBezTo>
                  <a:pt x="938753" y="3373780"/>
                  <a:pt x="944874" y="3367659"/>
                  <a:pt x="952424" y="3367659"/>
                </a:cubicBezTo>
                <a:close/>
                <a:moveTo>
                  <a:pt x="4541099" y="3363102"/>
                </a:moveTo>
                <a:cubicBezTo>
                  <a:pt x="4562493" y="3363102"/>
                  <a:pt x="4579835" y="3380444"/>
                  <a:pt x="4579835" y="3401837"/>
                </a:cubicBezTo>
                <a:cubicBezTo>
                  <a:pt x="4579835" y="3423230"/>
                  <a:pt x="4562493" y="3440572"/>
                  <a:pt x="4541099" y="3440572"/>
                </a:cubicBezTo>
                <a:cubicBezTo>
                  <a:pt x="4519707" y="3440572"/>
                  <a:pt x="4502365" y="3423230"/>
                  <a:pt x="4502365" y="3401837"/>
                </a:cubicBezTo>
                <a:cubicBezTo>
                  <a:pt x="4502365" y="3380444"/>
                  <a:pt x="4519707" y="3363102"/>
                  <a:pt x="4541099" y="3363102"/>
                </a:cubicBezTo>
                <a:close/>
                <a:moveTo>
                  <a:pt x="4422617" y="3360824"/>
                </a:moveTo>
                <a:cubicBezTo>
                  <a:pt x="4444011" y="3360824"/>
                  <a:pt x="4461351" y="3378166"/>
                  <a:pt x="4461351" y="3399559"/>
                </a:cubicBezTo>
                <a:cubicBezTo>
                  <a:pt x="4461351" y="3420952"/>
                  <a:pt x="4444011" y="3438294"/>
                  <a:pt x="4422617" y="3438294"/>
                </a:cubicBezTo>
                <a:cubicBezTo>
                  <a:pt x="4401223" y="3438294"/>
                  <a:pt x="4383883" y="3420952"/>
                  <a:pt x="4383883" y="3399559"/>
                </a:cubicBezTo>
                <a:cubicBezTo>
                  <a:pt x="4383883" y="3378166"/>
                  <a:pt x="4401223" y="3360824"/>
                  <a:pt x="4422617" y="3360824"/>
                </a:cubicBezTo>
                <a:close/>
                <a:moveTo>
                  <a:pt x="3809695" y="3360824"/>
                </a:moveTo>
                <a:cubicBezTo>
                  <a:pt x="3817683" y="3360742"/>
                  <a:pt x="3824503" y="3366586"/>
                  <a:pt x="3825643" y="3374495"/>
                </a:cubicBezTo>
                <a:cubicBezTo>
                  <a:pt x="3825643" y="3383304"/>
                  <a:pt x="3818503" y="3390445"/>
                  <a:pt x="3809695" y="3390445"/>
                </a:cubicBezTo>
                <a:cubicBezTo>
                  <a:pt x="3801785" y="3389304"/>
                  <a:pt x="3795941" y="3382486"/>
                  <a:pt x="3796023" y="3374495"/>
                </a:cubicBezTo>
                <a:cubicBezTo>
                  <a:pt x="3796023" y="3366945"/>
                  <a:pt x="3802143" y="3360824"/>
                  <a:pt x="3809695" y="3360824"/>
                </a:cubicBezTo>
                <a:close/>
                <a:moveTo>
                  <a:pt x="3682097" y="3347152"/>
                </a:moveTo>
                <a:cubicBezTo>
                  <a:pt x="3693423" y="3347152"/>
                  <a:pt x="3702603" y="3356333"/>
                  <a:pt x="3702603" y="3367659"/>
                </a:cubicBezTo>
                <a:cubicBezTo>
                  <a:pt x="3702603" y="3378984"/>
                  <a:pt x="3693423" y="3388166"/>
                  <a:pt x="3682097" y="3388166"/>
                </a:cubicBezTo>
                <a:cubicBezTo>
                  <a:pt x="3670771" y="3388166"/>
                  <a:pt x="3661591" y="3378984"/>
                  <a:pt x="3661591" y="3367659"/>
                </a:cubicBezTo>
                <a:cubicBezTo>
                  <a:pt x="3661591" y="3356333"/>
                  <a:pt x="3670771" y="3347152"/>
                  <a:pt x="3682097" y="3347152"/>
                </a:cubicBezTo>
                <a:close/>
                <a:moveTo>
                  <a:pt x="1205340" y="3338038"/>
                </a:moveTo>
                <a:cubicBezTo>
                  <a:pt x="1221699" y="3338038"/>
                  <a:pt x="1234961" y="3351300"/>
                  <a:pt x="1234961" y="3367659"/>
                </a:cubicBezTo>
                <a:cubicBezTo>
                  <a:pt x="1234961" y="3384018"/>
                  <a:pt x="1221699" y="3397280"/>
                  <a:pt x="1205340" y="3397280"/>
                </a:cubicBezTo>
                <a:cubicBezTo>
                  <a:pt x="1188981" y="3397280"/>
                  <a:pt x="1175719" y="3384018"/>
                  <a:pt x="1175719" y="3367659"/>
                </a:cubicBezTo>
                <a:cubicBezTo>
                  <a:pt x="1175719" y="3351300"/>
                  <a:pt x="1188981" y="3338038"/>
                  <a:pt x="1205340" y="3338038"/>
                </a:cubicBezTo>
                <a:close/>
                <a:moveTo>
                  <a:pt x="3552221" y="3328924"/>
                </a:moveTo>
                <a:cubicBezTo>
                  <a:pt x="3553013" y="3328921"/>
                  <a:pt x="3553805" y="3328953"/>
                  <a:pt x="3554595" y="3329019"/>
                </a:cubicBezTo>
                <a:cubicBezTo>
                  <a:pt x="3569643" y="3330278"/>
                  <a:pt x="3580823" y="3343497"/>
                  <a:pt x="3579563" y="3358545"/>
                </a:cubicBezTo>
                <a:cubicBezTo>
                  <a:pt x="3579563" y="3373646"/>
                  <a:pt x="3567323" y="3385887"/>
                  <a:pt x="3552221" y="3385887"/>
                </a:cubicBezTo>
                <a:cubicBezTo>
                  <a:pt x="3551431" y="3385953"/>
                  <a:pt x="3550639" y="3385985"/>
                  <a:pt x="3549847" y="3385982"/>
                </a:cubicBezTo>
                <a:cubicBezTo>
                  <a:pt x="3534747" y="3385930"/>
                  <a:pt x="3522547" y="3373646"/>
                  <a:pt x="3522599" y="3358545"/>
                </a:cubicBezTo>
                <a:cubicBezTo>
                  <a:pt x="3522599" y="3342186"/>
                  <a:pt x="3535863" y="3328924"/>
                  <a:pt x="3552221" y="3328924"/>
                </a:cubicBezTo>
                <a:close/>
                <a:moveTo>
                  <a:pt x="318994" y="3324367"/>
                </a:moveTo>
                <a:cubicBezTo>
                  <a:pt x="326544" y="3324367"/>
                  <a:pt x="332665" y="3330488"/>
                  <a:pt x="332665" y="3338038"/>
                </a:cubicBezTo>
                <a:cubicBezTo>
                  <a:pt x="332665" y="3345589"/>
                  <a:pt x="326544" y="3351709"/>
                  <a:pt x="318994" y="3351709"/>
                </a:cubicBezTo>
                <a:cubicBezTo>
                  <a:pt x="317301" y="3352102"/>
                  <a:pt x="315541" y="3352102"/>
                  <a:pt x="313848" y="3351709"/>
                </a:cubicBezTo>
                <a:cubicBezTo>
                  <a:pt x="307719" y="3350288"/>
                  <a:pt x="303902" y="3344168"/>
                  <a:pt x="305323" y="3338038"/>
                </a:cubicBezTo>
                <a:cubicBezTo>
                  <a:pt x="305323" y="3330488"/>
                  <a:pt x="311444" y="3324367"/>
                  <a:pt x="318994" y="3324367"/>
                </a:cubicBezTo>
                <a:close/>
                <a:moveTo>
                  <a:pt x="553682" y="3317532"/>
                </a:moveTo>
                <a:cubicBezTo>
                  <a:pt x="562490" y="3317532"/>
                  <a:pt x="569631" y="3324673"/>
                  <a:pt x="569631" y="3333482"/>
                </a:cubicBezTo>
                <a:cubicBezTo>
                  <a:pt x="569631" y="3342290"/>
                  <a:pt x="562490" y="3349431"/>
                  <a:pt x="553682" y="3349431"/>
                </a:cubicBezTo>
                <a:cubicBezTo>
                  <a:pt x="544873" y="3349431"/>
                  <a:pt x="537732" y="3342290"/>
                  <a:pt x="537732" y="3333482"/>
                </a:cubicBezTo>
                <a:cubicBezTo>
                  <a:pt x="537732" y="3324673"/>
                  <a:pt x="544873" y="3317532"/>
                  <a:pt x="553682" y="3317532"/>
                </a:cubicBezTo>
                <a:close/>
                <a:moveTo>
                  <a:pt x="795206" y="3278797"/>
                </a:moveTo>
                <a:cubicBezTo>
                  <a:pt x="821139" y="3279951"/>
                  <a:pt x="841901" y="3300713"/>
                  <a:pt x="843055" y="3326646"/>
                </a:cubicBezTo>
                <a:cubicBezTo>
                  <a:pt x="843055" y="3353072"/>
                  <a:pt x="821632" y="3374495"/>
                  <a:pt x="795206" y="3374495"/>
                </a:cubicBezTo>
                <a:cubicBezTo>
                  <a:pt x="768780" y="3374495"/>
                  <a:pt x="747357" y="3353072"/>
                  <a:pt x="747357" y="3326646"/>
                </a:cubicBezTo>
                <a:cubicBezTo>
                  <a:pt x="747357" y="3300220"/>
                  <a:pt x="768780" y="3278797"/>
                  <a:pt x="795206" y="3278797"/>
                </a:cubicBezTo>
                <a:close/>
                <a:moveTo>
                  <a:pt x="1043565" y="3267508"/>
                </a:moveTo>
                <a:cubicBezTo>
                  <a:pt x="1071221" y="3268766"/>
                  <a:pt x="1092621" y="3292206"/>
                  <a:pt x="1091362" y="3319862"/>
                </a:cubicBezTo>
                <a:cubicBezTo>
                  <a:pt x="1090104" y="3347518"/>
                  <a:pt x="1066664" y="3368918"/>
                  <a:pt x="1039008" y="3367659"/>
                </a:cubicBezTo>
                <a:cubicBezTo>
                  <a:pt x="1012217" y="3366440"/>
                  <a:pt x="991131" y="3344351"/>
                  <a:pt x="991159" y="3317532"/>
                </a:cubicBezTo>
                <a:cubicBezTo>
                  <a:pt x="991160" y="3316789"/>
                  <a:pt x="991177" y="3316047"/>
                  <a:pt x="991211" y="3315305"/>
                </a:cubicBezTo>
                <a:cubicBezTo>
                  <a:pt x="992469" y="3287649"/>
                  <a:pt x="1015909" y="3266249"/>
                  <a:pt x="1043565" y="3267508"/>
                </a:cubicBezTo>
                <a:close/>
                <a:moveTo>
                  <a:pt x="1294202" y="3262847"/>
                </a:moveTo>
                <a:cubicBezTo>
                  <a:pt x="1316853" y="3262847"/>
                  <a:pt x="1335216" y="3281209"/>
                  <a:pt x="1335216" y="3303861"/>
                </a:cubicBezTo>
                <a:cubicBezTo>
                  <a:pt x="1335216" y="3326512"/>
                  <a:pt x="1316854" y="3344874"/>
                  <a:pt x="1294202" y="3344874"/>
                </a:cubicBezTo>
                <a:cubicBezTo>
                  <a:pt x="1271551" y="3344874"/>
                  <a:pt x="1253189" y="3326512"/>
                  <a:pt x="1253189" y="3303861"/>
                </a:cubicBezTo>
                <a:cubicBezTo>
                  <a:pt x="1253189" y="3281209"/>
                  <a:pt x="1271551" y="3262847"/>
                  <a:pt x="1294202" y="3262847"/>
                </a:cubicBezTo>
                <a:close/>
                <a:moveTo>
                  <a:pt x="410135" y="3256011"/>
                </a:moveTo>
                <a:cubicBezTo>
                  <a:pt x="418944" y="3256011"/>
                  <a:pt x="426085" y="3263152"/>
                  <a:pt x="426085" y="3271961"/>
                </a:cubicBezTo>
                <a:cubicBezTo>
                  <a:pt x="426157" y="3281201"/>
                  <a:pt x="419304" y="3289034"/>
                  <a:pt x="410135" y="3290189"/>
                </a:cubicBezTo>
                <a:cubicBezTo>
                  <a:pt x="400967" y="3289034"/>
                  <a:pt x="394113" y="3281201"/>
                  <a:pt x="394186" y="3271961"/>
                </a:cubicBezTo>
                <a:cubicBezTo>
                  <a:pt x="394186" y="3263152"/>
                  <a:pt x="401326" y="3256011"/>
                  <a:pt x="410135" y="3256011"/>
                </a:cubicBezTo>
                <a:close/>
                <a:moveTo>
                  <a:pt x="4242615" y="3246897"/>
                </a:moveTo>
                <a:cubicBezTo>
                  <a:pt x="4253939" y="3246897"/>
                  <a:pt x="4263121" y="3256078"/>
                  <a:pt x="4263121" y="3267404"/>
                </a:cubicBezTo>
                <a:cubicBezTo>
                  <a:pt x="4263121" y="3278729"/>
                  <a:pt x="4253939" y="3287911"/>
                  <a:pt x="4242615" y="3287911"/>
                </a:cubicBezTo>
                <a:cubicBezTo>
                  <a:pt x="4231287" y="3287911"/>
                  <a:pt x="4222107" y="3278729"/>
                  <a:pt x="4222107" y="3267404"/>
                </a:cubicBezTo>
                <a:cubicBezTo>
                  <a:pt x="4222107" y="3256078"/>
                  <a:pt x="4231287" y="3246897"/>
                  <a:pt x="4242615" y="3246897"/>
                </a:cubicBezTo>
                <a:close/>
                <a:moveTo>
                  <a:pt x="3880329" y="3246897"/>
                </a:moveTo>
                <a:cubicBezTo>
                  <a:pt x="3886621" y="3246897"/>
                  <a:pt x="3891721" y="3251998"/>
                  <a:pt x="3891721" y="3258290"/>
                </a:cubicBezTo>
                <a:cubicBezTo>
                  <a:pt x="3891721" y="3264582"/>
                  <a:pt x="3886619" y="3269682"/>
                  <a:pt x="3880329" y="3269682"/>
                </a:cubicBezTo>
                <a:cubicBezTo>
                  <a:pt x="3874037" y="3269682"/>
                  <a:pt x="3868935" y="3264582"/>
                  <a:pt x="3868935" y="3258290"/>
                </a:cubicBezTo>
                <a:cubicBezTo>
                  <a:pt x="3868935" y="3251998"/>
                  <a:pt x="3874037" y="3246897"/>
                  <a:pt x="3880329" y="3246897"/>
                </a:cubicBezTo>
                <a:close/>
                <a:moveTo>
                  <a:pt x="644823" y="3246897"/>
                </a:moveTo>
                <a:cubicBezTo>
                  <a:pt x="656149" y="3246897"/>
                  <a:pt x="665330" y="3256078"/>
                  <a:pt x="665330" y="3267404"/>
                </a:cubicBezTo>
                <a:cubicBezTo>
                  <a:pt x="665389" y="3279149"/>
                  <a:pt x="656510" y="3289015"/>
                  <a:pt x="644823" y="3290189"/>
                </a:cubicBezTo>
                <a:cubicBezTo>
                  <a:pt x="633136" y="3289015"/>
                  <a:pt x="624257" y="3279149"/>
                  <a:pt x="624316" y="3267404"/>
                </a:cubicBezTo>
                <a:cubicBezTo>
                  <a:pt x="624316" y="3256078"/>
                  <a:pt x="633497" y="3246897"/>
                  <a:pt x="644823" y="3246897"/>
                </a:cubicBezTo>
                <a:close/>
                <a:moveTo>
                  <a:pt x="4709711" y="3235505"/>
                </a:moveTo>
                <a:cubicBezTo>
                  <a:pt x="4732363" y="3235505"/>
                  <a:pt x="4750725" y="3253867"/>
                  <a:pt x="4750725" y="3276518"/>
                </a:cubicBezTo>
                <a:cubicBezTo>
                  <a:pt x="4750725" y="3299170"/>
                  <a:pt x="4732363" y="3317532"/>
                  <a:pt x="4709711" y="3317532"/>
                </a:cubicBezTo>
                <a:cubicBezTo>
                  <a:pt x="4687059" y="3317532"/>
                  <a:pt x="4668699" y="3299170"/>
                  <a:pt x="4668699" y="3276518"/>
                </a:cubicBezTo>
                <a:cubicBezTo>
                  <a:pt x="4668699" y="3253867"/>
                  <a:pt x="4687059" y="3235505"/>
                  <a:pt x="4709711" y="3235505"/>
                </a:cubicBezTo>
                <a:close/>
                <a:moveTo>
                  <a:pt x="4593507" y="3233226"/>
                </a:moveTo>
                <a:cubicBezTo>
                  <a:pt x="4616159" y="3233226"/>
                  <a:pt x="4634519" y="3251588"/>
                  <a:pt x="4634519" y="3274240"/>
                </a:cubicBezTo>
                <a:cubicBezTo>
                  <a:pt x="4634551" y="3297287"/>
                  <a:pt x="4616523" y="3316318"/>
                  <a:pt x="4593507" y="3317531"/>
                </a:cubicBezTo>
                <a:cubicBezTo>
                  <a:pt x="4570491" y="3316318"/>
                  <a:pt x="4552461" y="3297287"/>
                  <a:pt x="4552493" y="3274240"/>
                </a:cubicBezTo>
                <a:cubicBezTo>
                  <a:pt x="4552493" y="3251588"/>
                  <a:pt x="4570855" y="3233226"/>
                  <a:pt x="4593507" y="3233226"/>
                </a:cubicBezTo>
                <a:close/>
                <a:moveTo>
                  <a:pt x="4477303" y="3230947"/>
                </a:moveTo>
                <a:cubicBezTo>
                  <a:pt x="4499953" y="3230947"/>
                  <a:pt x="4518315" y="3249309"/>
                  <a:pt x="4518315" y="3271961"/>
                </a:cubicBezTo>
                <a:cubicBezTo>
                  <a:pt x="4518315" y="3294612"/>
                  <a:pt x="4499953" y="3312974"/>
                  <a:pt x="4477303" y="3312974"/>
                </a:cubicBezTo>
                <a:cubicBezTo>
                  <a:pt x="4454651" y="3312974"/>
                  <a:pt x="4436287" y="3294612"/>
                  <a:pt x="4436287" y="3271961"/>
                </a:cubicBezTo>
                <a:cubicBezTo>
                  <a:pt x="4436287" y="3249309"/>
                  <a:pt x="4454651" y="3230947"/>
                  <a:pt x="4477303" y="3230947"/>
                </a:cubicBezTo>
                <a:close/>
                <a:moveTo>
                  <a:pt x="879511" y="3230947"/>
                </a:moveTo>
                <a:cubicBezTo>
                  <a:pt x="897129" y="3230947"/>
                  <a:pt x="911411" y="3245229"/>
                  <a:pt x="911411" y="3262846"/>
                </a:cubicBezTo>
                <a:cubicBezTo>
                  <a:pt x="911457" y="3278356"/>
                  <a:pt x="899532" y="3291274"/>
                  <a:pt x="884068" y="3292467"/>
                </a:cubicBezTo>
                <a:cubicBezTo>
                  <a:pt x="883181" y="3292597"/>
                  <a:pt x="882290" y="3292689"/>
                  <a:pt x="881395" y="3292744"/>
                </a:cubicBezTo>
                <a:cubicBezTo>
                  <a:pt x="863810" y="3293817"/>
                  <a:pt x="848685" y="3280431"/>
                  <a:pt x="847612" y="3262846"/>
                </a:cubicBezTo>
                <a:cubicBezTo>
                  <a:pt x="847612" y="3245229"/>
                  <a:pt x="861894" y="3230947"/>
                  <a:pt x="879511" y="3230947"/>
                </a:cubicBezTo>
                <a:close/>
                <a:moveTo>
                  <a:pt x="3757287" y="3226391"/>
                </a:moveTo>
                <a:cubicBezTo>
                  <a:pt x="3772387" y="3226391"/>
                  <a:pt x="3784631" y="3238632"/>
                  <a:pt x="3784631" y="3253733"/>
                </a:cubicBezTo>
                <a:cubicBezTo>
                  <a:pt x="3784633" y="3254529"/>
                  <a:pt x="3784599" y="3255324"/>
                  <a:pt x="3784527" y="3256116"/>
                </a:cubicBezTo>
                <a:cubicBezTo>
                  <a:pt x="3783267" y="3269901"/>
                  <a:pt x="3771073" y="3280056"/>
                  <a:pt x="3757287" y="3278797"/>
                </a:cubicBezTo>
                <a:cubicBezTo>
                  <a:pt x="3743033" y="3278847"/>
                  <a:pt x="3731133" y="3267938"/>
                  <a:pt x="3729945" y="3253733"/>
                </a:cubicBezTo>
                <a:cubicBezTo>
                  <a:pt x="3729945" y="3238633"/>
                  <a:pt x="3742187" y="3226391"/>
                  <a:pt x="3757287" y="3226391"/>
                </a:cubicBezTo>
                <a:close/>
                <a:moveTo>
                  <a:pt x="3631969" y="3224112"/>
                </a:moveTo>
                <a:cubicBezTo>
                  <a:pt x="3644553" y="3224112"/>
                  <a:pt x="3654755" y="3234313"/>
                  <a:pt x="3654755" y="3246897"/>
                </a:cubicBezTo>
                <a:cubicBezTo>
                  <a:pt x="3654759" y="3247701"/>
                  <a:pt x="3654717" y="3248504"/>
                  <a:pt x="3654627" y="3249303"/>
                </a:cubicBezTo>
                <a:cubicBezTo>
                  <a:pt x="3653369" y="3260559"/>
                  <a:pt x="3643225" y="3268663"/>
                  <a:pt x="3631969" y="3267404"/>
                </a:cubicBezTo>
                <a:cubicBezTo>
                  <a:pt x="3620643" y="3267404"/>
                  <a:pt x="3611463" y="3258223"/>
                  <a:pt x="3611463" y="3246897"/>
                </a:cubicBezTo>
                <a:cubicBezTo>
                  <a:pt x="3611403" y="3235152"/>
                  <a:pt x="3620283" y="3225286"/>
                  <a:pt x="3631969" y="3224112"/>
                </a:cubicBezTo>
                <a:close/>
                <a:moveTo>
                  <a:pt x="1139263" y="3205884"/>
                </a:moveTo>
                <a:cubicBezTo>
                  <a:pt x="1140042" y="3205883"/>
                  <a:pt x="1140821" y="3205902"/>
                  <a:pt x="1141599" y="3205941"/>
                </a:cubicBezTo>
                <a:cubicBezTo>
                  <a:pt x="1166735" y="3207199"/>
                  <a:pt x="1186092" y="3228597"/>
                  <a:pt x="1184834" y="3253733"/>
                </a:cubicBezTo>
                <a:cubicBezTo>
                  <a:pt x="1184834" y="3278901"/>
                  <a:pt x="1164431" y="3299304"/>
                  <a:pt x="1139263" y="3299304"/>
                </a:cubicBezTo>
                <a:cubicBezTo>
                  <a:pt x="1138485" y="3299342"/>
                  <a:pt x="1137706" y="3299361"/>
                  <a:pt x="1136927" y="3299360"/>
                </a:cubicBezTo>
                <a:cubicBezTo>
                  <a:pt x="1111760" y="3299329"/>
                  <a:pt x="1091383" y="3278901"/>
                  <a:pt x="1091414" y="3253733"/>
                </a:cubicBezTo>
                <a:cubicBezTo>
                  <a:pt x="1091414" y="3227307"/>
                  <a:pt x="1112837" y="3205884"/>
                  <a:pt x="1139263" y="3205884"/>
                </a:cubicBezTo>
                <a:close/>
                <a:moveTo>
                  <a:pt x="268866" y="3196769"/>
                </a:moveTo>
                <a:cubicBezTo>
                  <a:pt x="276417" y="3196769"/>
                  <a:pt x="282537" y="3202890"/>
                  <a:pt x="282537" y="3210440"/>
                </a:cubicBezTo>
                <a:cubicBezTo>
                  <a:pt x="282537" y="3217991"/>
                  <a:pt x="276417" y="3224111"/>
                  <a:pt x="268866" y="3224111"/>
                </a:cubicBezTo>
                <a:cubicBezTo>
                  <a:pt x="261316" y="3224111"/>
                  <a:pt x="255195" y="3217991"/>
                  <a:pt x="255195" y="3210440"/>
                </a:cubicBezTo>
                <a:cubicBezTo>
                  <a:pt x="255195" y="3202890"/>
                  <a:pt x="261316" y="3196769"/>
                  <a:pt x="268866" y="3196769"/>
                </a:cubicBezTo>
                <a:close/>
                <a:moveTo>
                  <a:pt x="501276" y="3189934"/>
                </a:moveTo>
                <a:cubicBezTo>
                  <a:pt x="510084" y="3189934"/>
                  <a:pt x="517225" y="3197075"/>
                  <a:pt x="517225" y="3205884"/>
                </a:cubicBezTo>
                <a:cubicBezTo>
                  <a:pt x="517225" y="3214692"/>
                  <a:pt x="510084" y="3221833"/>
                  <a:pt x="501276" y="3221833"/>
                </a:cubicBezTo>
                <a:cubicBezTo>
                  <a:pt x="492467" y="3221833"/>
                  <a:pt x="485326" y="3214692"/>
                  <a:pt x="485326" y="3205884"/>
                </a:cubicBezTo>
                <a:cubicBezTo>
                  <a:pt x="485326" y="3197075"/>
                  <a:pt x="492467" y="3189934"/>
                  <a:pt x="501276" y="3189934"/>
                </a:cubicBezTo>
                <a:close/>
                <a:moveTo>
                  <a:pt x="735964" y="3167149"/>
                </a:moveTo>
                <a:cubicBezTo>
                  <a:pt x="755203" y="3168354"/>
                  <a:pt x="770180" y="3184328"/>
                  <a:pt x="770142" y="3203605"/>
                </a:cubicBezTo>
                <a:cubicBezTo>
                  <a:pt x="770142" y="3222481"/>
                  <a:pt x="754840" y="3237783"/>
                  <a:pt x="735964" y="3237783"/>
                </a:cubicBezTo>
                <a:cubicBezTo>
                  <a:pt x="717088" y="3237783"/>
                  <a:pt x="701786" y="3222481"/>
                  <a:pt x="701786" y="3203605"/>
                </a:cubicBezTo>
                <a:cubicBezTo>
                  <a:pt x="701734" y="3202822"/>
                  <a:pt x="701708" y="3202036"/>
                  <a:pt x="701710" y="3201251"/>
                </a:cubicBezTo>
                <a:cubicBezTo>
                  <a:pt x="701752" y="3182375"/>
                  <a:pt x="717088" y="3167107"/>
                  <a:pt x="735964" y="3167149"/>
                </a:cubicBezTo>
                <a:close/>
                <a:moveTo>
                  <a:pt x="953553" y="3146171"/>
                </a:moveTo>
                <a:cubicBezTo>
                  <a:pt x="981998" y="3140820"/>
                  <a:pt x="1009394" y="3159541"/>
                  <a:pt x="1014745" y="3187985"/>
                </a:cubicBezTo>
                <a:cubicBezTo>
                  <a:pt x="1020096" y="3216429"/>
                  <a:pt x="1001375" y="3243825"/>
                  <a:pt x="972931" y="3249176"/>
                </a:cubicBezTo>
                <a:cubicBezTo>
                  <a:pt x="967181" y="3250258"/>
                  <a:pt x="961290" y="3250369"/>
                  <a:pt x="955503" y="3249505"/>
                </a:cubicBezTo>
                <a:cubicBezTo>
                  <a:pt x="926877" y="3245231"/>
                  <a:pt x="907137" y="3218560"/>
                  <a:pt x="911411" y="3189934"/>
                </a:cubicBezTo>
                <a:cubicBezTo>
                  <a:pt x="914706" y="3167861"/>
                  <a:pt x="931620" y="3150297"/>
                  <a:pt x="953553" y="3146171"/>
                </a:cubicBezTo>
                <a:close/>
                <a:moveTo>
                  <a:pt x="1219068" y="3144307"/>
                </a:moveTo>
                <a:cubicBezTo>
                  <a:pt x="1244236" y="3144339"/>
                  <a:pt x="1264613" y="3164767"/>
                  <a:pt x="1264581" y="3189934"/>
                </a:cubicBezTo>
                <a:cubicBezTo>
                  <a:pt x="1263364" y="3215467"/>
                  <a:pt x="1242294" y="3235534"/>
                  <a:pt x="1216732" y="3235505"/>
                </a:cubicBezTo>
                <a:cubicBezTo>
                  <a:pt x="1191565" y="3235505"/>
                  <a:pt x="1171162" y="3215102"/>
                  <a:pt x="1171162" y="3189934"/>
                </a:cubicBezTo>
                <a:cubicBezTo>
                  <a:pt x="1171162" y="3164767"/>
                  <a:pt x="1191565" y="3144364"/>
                  <a:pt x="1216732" y="3144364"/>
                </a:cubicBezTo>
                <a:cubicBezTo>
                  <a:pt x="1217510" y="3144325"/>
                  <a:pt x="1218289" y="3144306"/>
                  <a:pt x="1219068" y="3144307"/>
                </a:cubicBezTo>
                <a:close/>
                <a:moveTo>
                  <a:pt x="4176535" y="3137528"/>
                </a:moveTo>
                <a:lnTo>
                  <a:pt x="4178815" y="3139806"/>
                </a:lnTo>
                <a:lnTo>
                  <a:pt x="4176535" y="3142085"/>
                </a:lnTo>
                <a:lnTo>
                  <a:pt x="4176535" y="3139806"/>
                </a:lnTo>
                <a:close/>
                <a:moveTo>
                  <a:pt x="362286" y="3126136"/>
                </a:moveTo>
                <a:cubicBezTo>
                  <a:pt x="363924" y="3125879"/>
                  <a:pt x="365591" y="3125879"/>
                  <a:pt x="367229" y="3126136"/>
                </a:cubicBezTo>
                <a:cubicBezTo>
                  <a:pt x="375931" y="3127500"/>
                  <a:pt x="381879" y="3135662"/>
                  <a:pt x="380515" y="3144364"/>
                </a:cubicBezTo>
                <a:cubicBezTo>
                  <a:pt x="380523" y="3145181"/>
                  <a:pt x="380469" y="3145998"/>
                  <a:pt x="380352" y="3146807"/>
                </a:cubicBezTo>
                <a:cubicBezTo>
                  <a:pt x="379093" y="3155525"/>
                  <a:pt x="371005" y="3161572"/>
                  <a:pt x="362286" y="3160313"/>
                </a:cubicBezTo>
                <a:cubicBezTo>
                  <a:pt x="353478" y="3160313"/>
                  <a:pt x="346337" y="3153173"/>
                  <a:pt x="346337" y="3144364"/>
                </a:cubicBezTo>
                <a:cubicBezTo>
                  <a:pt x="346220" y="3143555"/>
                  <a:pt x="346165" y="3142738"/>
                  <a:pt x="346174" y="3141921"/>
                </a:cubicBezTo>
                <a:cubicBezTo>
                  <a:pt x="346264" y="3133112"/>
                  <a:pt x="353478" y="3126045"/>
                  <a:pt x="362286" y="3126136"/>
                </a:cubicBezTo>
                <a:close/>
                <a:moveTo>
                  <a:pt x="4408947" y="3123857"/>
                </a:moveTo>
                <a:cubicBezTo>
                  <a:pt x="4419015" y="3123857"/>
                  <a:pt x="4427175" y="3132018"/>
                  <a:pt x="4427175" y="3142085"/>
                </a:cubicBezTo>
                <a:cubicBezTo>
                  <a:pt x="4427175" y="3152152"/>
                  <a:pt x="4419013" y="3160313"/>
                  <a:pt x="4408947" y="3160313"/>
                </a:cubicBezTo>
                <a:cubicBezTo>
                  <a:pt x="4398879" y="3160313"/>
                  <a:pt x="4390719" y="3152152"/>
                  <a:pt x="4390719" y="3142085"/>
                </a:cubicBezTo>
                <a:cubicBezTo>
                  <a:pt x="4390719" y="3132018"/>
                  <a:pt x="4398879" y="3123857"/>
                  <a:pt x="4408947" y="3123857"/>
                </a:cubicBezTo>
                <a:close/>
                <a:moveTo>
                  <a:pt x="827105" y="3123857"/>
                </a:moveTo>
                <a:cubicBezTo>
                  <a:pt x="834656" y="3123857"/>
                  <a:pt x="840777" y="3129978"/>
                  <a:pt x="840777" y="3137528"/>
                </a:cubicBezTo>
                <a:cubicBezTo>
                  <a:pt x="840777" y="3145079"/>
                  <a:pt x="834656" y="3151199"/>
                  <a:pt x="827105" y="3151199"/>
                </a:cubicBezTo>
                <a:cubicBezTo>
                  <a:pt x="819555" y="3151199"/>
                  <a:pt x="813434" y="3145078"/>
                  <a:pt x="813434" y="3137528"/>
                </a:cubicBezTo>
                <a:cubicBezTo>
                  <a:pt x="813042" y="3135835"/>
                  <a:pt x="813042" y="3134075"/>
                  <a:pt x="813434" y="3132382"/>
                </a:cubicBezTo>
                <a:cubicBezTo>
                  <a:pt x="814855" y="3126253"/>
                  <a:pt x="820976" y="3122436"/>
                  <a:pt x="827105" y="3123857"/>
                </a:cubicBezTo>
                <a:close/>
                <a:moveTo>
                  <a:pt x="592417" y="3121578"/>
                </a:moveTo>
                <a:cubicBezTo>
                  <a:pt x="603742" y="3121578"/>
                  <a:pt x="612923" y="3130759"/>
                  <a:pt x="612923" y="3142085"/>
                </a:cubicBezTo>
                <a:cubicBezTo>
                  <a:pt x="611758" y="3152512"/>
                  <a:pt x="602909" y="3160378"/>
                  <a:pt x="592417" y="3160313"/>
                </a:cubicBezTo>
                <a:cubicBezTo>
                  <a:pt x="582804" y="3159293"/>
                  <a:pt x="575209" y="3151698"/>
                  <a:pt x="574188" y="3142085"/>
                </a:cubicBezTo>
                <a:cubicBezTo>
                  <a:pt x="574123" y="3131592"/>
                  <a:pt x="581989" y="3122744"/>
                  <a:pt x="592417" y="3121578"/>
                </a:cubicBezTo>
                <a:close/>
                <a:moveTo>
                  <a:pt x="134433" y="3119300"/>
                </a:moveTo>
                <a:cubicBezTo>
                  <a:pt x="149534" y="3119300"/>
                  <a:pt x="161776" y="3131542"/>
                  <a:pt x="161776" y="3146642"/>
                </a:cubicBezTo>
                <a:cubicBezTo>
                  <a:pt x="161776" y="3161743"/>
                  <a:pt x="149534" y="3173985"/>
                  <a:pt x="134433" y="3173985"/>
                </a:cubicBezTo>
                <a:cubicBezTo>
                  <a:pt x="119333" y="3173985"/>
                  <a:pt x="107091" y="3161743"/>
                  <a:pt x="107091" y="3146642"/>
                </a:cubicBezTo>
                <a:cubicBezTo>
                  <a:pt x="107091" y="3131542"/>
                  <a:pt x="119333" y="3119300"/>
                  <a:pt x="134433" y="3119300"/>
                </a:cubicBezTo>
                <a:close/>
                <a:moveTo>
                  <a:pt x="4060331" y="3114743"/>
                </a:moveTo>
                <a:cubicBezTo>
                  <a:pt x="4072915" y="3114743"/>
                  <a:pt x="4083117" y="3124944"/>
                  <a:pt x="4083117" y="3137528"/>
                </a:cubicBezTo>
                <a:cubicBezTo>
                  <a:pt x="4083117" y="3150112"/>
                  <a:pt x="4072915" y="3160314"/>
                  <a:pt x="4060331" y="3160314"/>
                </a:cubicBezTo>
                <a:cubicBezTo>
                  <a:pt x="4047747" y="3160314"/>
                  <a:pt x="4037547" y="3150112"/>
                  <a:pt x="4037547" y="3137528"/>
                </a:cubicBezTo>
                <a:cubicBezTo>
                  <a:pt x="4037547" y="3124944"/>
                  <a:pt x="4047747" y="3114743"/>
                  <a:pt x="4060331" y="3114743"/>
                </a:cubicBezTo>
                <a:close/>
                <a:moveTo>
                  <a:pt x="4639077" y="3112464"/>
                </a:moveTo>
                <a:cubicBezTo>
                  <a:pt x="4655799" y="3113662"/>
                  <a:pt x="4668741" y="3127599"/>
                  <a:pt x="4668699" y="3144363"/>
                </a:cubicBezTo>
                <a:cubicBezTo>
                  <a:pt x="4668759" y="3145151"/>
                  <a:pt x="4668787" y="3145940"/>
                  <a:pt x="4668787" y="3146730"/>
                </a:cubicBezTo>
                <a:cubicBezTo>
                  <a:pt x="4668737" y="3163089"/>
                  <a:pt x="4655435" y="3176311"/>
                  <a:pt x="4639077" y="3176263"/>
                </a:cubicBezTo>
                <a:cubicBezTo>
                  <a:pt x="4621459" y="3176263"/>
                  <a:pt x="4607179" y="3161981"/>
                  <a:pt x="4607179" y="3144363"/>
                </a:cubicBezTo>
                <a:cubicBezTo>
                  <a:pt x="4607179" y="3126746"/>
                  <a:pt x="4621459" y="3112464"/>
                  <a:pt x="4639077" y="3112464"/>
                </a:cubicBezTo>
                <a:close/>
                <a:moveTo>
                  <a:pt x="3941847" y="3112464"/>
                </a:moveTo>
                <a:cubicBezTo>
                  <a:pt x="3954431" y="3112464"/>
                  <a:pt x="3964635" y="3122665"/>
                  <a:pt x="3964635" y="3135249"/>
                </a:cubicBezTo>
                <a:cubicBezTo>
                  <a:pt x="3964635" y="3147833"/>
                  <a:pt x="3954431" y="3158035"/>
                  <a:pt x="3941847" y="3158035"/>
                </a:cubicBezTo>
                <a:cubicBezTo>
                  <a:pt x="3929263" y="3158035"/>
                  <a:pt x="3919063" y="3147833"/>
                  <a:pt x="3919063" y="3135249"/>
                </a:cubicBezTo>
                <a:cubicBezTo>
                  <a:pt x="3919063" y="3122665"/>
                  <a:pt x="3929263" y="3112464"/>
                  <a:pt x="3941847" y="3112464"/>
                </a:cubicBezTo>
                <a:close/>
                <a:moveTo>
                  <a:pt x="3823367" y="3105629"/>
                </a:moveTo>
                <a:cubicBezTo>
                  <a:pt x="3824161" y="3105626"/>
                  <a:pt x="3824955" y="3105661"/>
                  <a:pt x="3825747" y="3105733"/>
                </a:cubicBezTo>
                <a:cubicBezTo>
                  <a:pt x="3839533" y="3106991"/>
                  <a:pt x="3849687" y="3119186"/>
                  <a:pt x="3848429" y="3132971"/>
                </a:cubicBezTo>
                <a:cubicBezTo>
                  <a:pt x="3848429" y="3146814"/>
                  <a:pt x="3837207" y="3158035"/>
                  <a:pt x="3823365" y="3158035"/>
                </a:cubicBezTo>
                <a:cubicBezTo>
                  <a:pt x="3822573" y="3158108"/>
                  <a:pt x="3821779" y="3158142"/>
                  <a:pt x="3820983" y="3158139"/>
                </a:cubicBezTo>
                <a:cubicBezTo>
                  <a:pt x="3807141" y="3158081"/>
                  <a:pt x="3795967" y="3146814"/>
                  <a:pt x="3796023" y="3132971"/>
                </a:cubicBezTo>
                <a:cubicBezTo>
                  <a:pt x="3796023" y="3117871"/>
                  <a:pt x="3808265" y="3105629"/>
                  <a:pt x="3823367" y="3105629"/>
                </a:cubicBezTo>
                <a:close/>
                <a:moveTo>
                  <a:pt x="1307873" y="3105629"/>
                </a:moveTo>
                <a:cubicBezTo>
                  <a:pt x="1317940" y="3105629"/>
                  <a:pt x="1326101" y="3113790"/>
                  <a:pt x="1326101" y="3123857"/>
                </a:cubicBezTo>
                <a:cubicBezTo>
                  <a:pt x="1326101" y="3133924"/>
                  <a:pt x="1317940" y="3142085"/>
                  <a:pt x="1307873" y="3142085"/>
                </a:cubicBezTo>
                <a:cubicBezTo>
                  <a:pt x="1297806" y="3142085"/>
                  <a:pt x="1289645" y="3133924"/>
                  <a:pt x="1289645" y="3123857"/>
                </a:cubicBezTo>
                <a:cubicBezTo>
                  <a:pt x="1289645" y="3113790"/>
                  <a:pt x="1297806" y="3105629"/>
                  <a:pt x="1307873" y="3105629"/>
                </a:cubicBezTo>
                <a:close/>
                <a:moveTo>
                  <a:pt x="1064072" y="3098793"/>
                </a:moveTo>
                <a:cubicBezTo>
                  <a:pt x="1082053" y="3099994"/>
                  <a:pt x="1096011" y="3114950"/>
                  <a:pt x="1095971" y="3132971"/>
                </a:cubicBezTo>
                <a:cubicBezTo>
                  <a:pt x="1095971" y="3150588"/>
                  <a:pt x="1081689" y="3164870"/>
                  <a:pt x="1064072" y="3164870"/>
                </a:cubicBezTo>
                <a:cubicBezTo>
                  <a:pt x="1046051" y="3164910"/>
                  <a:pt x="1031095" y="3150951"/>
                  <a:pt x="1029894" y="3132971"/>
                </a:cubicBezTo>
                <a:cubicBezTo>
                  <a:pt x="1029894" y="3114095"/>
                  <a:pt x="1045196" y="3098793"/>
                  <a:pt x="1064072" y="3098793"/>
                </a:cubicBezTo>
                <a:close/>
                <a:moveTo>
                  <a:pt x="3702603" y="3096514"/>
                </a:moveTo>
                <a:cubicBezTo>
                  <a:pt x="3720221" y="3096514"/>
                  <a:pt x="3734503" y="3110796"/>
                  <a:pt x="3734503" y="3128413"/>
                </a:cubicBezTo>
                <a:cubicBezTo>
                  <a:pt x="3734503" y="3146031"/>
                  <a:pt x="3720221" y="3160313"/>
                  <a:pt x="3702603" y="3160313"/>
                </a:cubicBezTo>
                <a:cubicBezTo>
                  <a:pt x="3684987" y="3160313"/>
                  <a:pt x="3670703" y="3146031"/>
                  <a:pt x="3670703" y="3128413"/>
                </a:cubicBezTo>
                <a:cubicBezTo>
                  <a:pt x="3670703" y="3110796"/>
                  <a:pt x="3684987" y="3096514"/>
                  <a:pt x="3702603" y="3096514"/>
                </a:cubicBezTo>
                <a:close/>
                <a:moveTo>
                  <a:pt x="683558" y="3055501"/>
                </a:moveTo>
                <a:cubicBezTo>
                  <a:pt x="694050" y="3055436"/>
                  <a:pt x="702899" y="3063302"/>
                  <a:pt x="704065" y="3073730"/>
                </a:cubicBezTo>
                <a:cubicBezTo>
                  <a:pt x="704065" y="3085055"/>
                  <a:pt x="694884" y="3094236"/>
                  <a:pt x="683558" y="3094236"/>
                </a:cubicBezTo>
                <a:cubicBezTo>
                  <a:pt x="682749" y="3094243"/>
                  <a:pt x="681939" y="3094195"/>
                  <a:pt x="681136" y="3094094"/>
                </a:cubicBezTo>
                <a:cubicBezTo>
                  <a:pt x="671148" y="3092835"/>
                  <a:pt x="664071" y="3083718"/>
                  <a:pt x="665330" y="3073730"/>
                </a:cubicBezTo>
                <a:cubicBezTo>
                  <a:pt x="665330" y="3063662"/>
                  <a:pt x="673491" y="3055501"/>
                  <a:pt x="683558" y="3055501"/>
                </a:cubicBezTo>
                <a:close/>
                <a:moveTo>
                  <a:pt x="230131" y="3050944"/>
                </a:moveTo>
                <a:cubicBezTo>
                  <a:pt x="245232" y="3050944"/>
                  <a:pt x="257474" y="3063186"/>
                  <a:pt x="257474" y="3078286"/>
                </a:cubicBezTo>
                <a:cubicBezTo>
                  <a:pt x="257474" y="3093387"/>
                  <a:pt x="245232" y="3105629"/>
                  <a:pt x="230131" y="3105629"/>
                </a:cubicBezTo>
                <a:cubicBezTo>
                  <a:pt x="215031" y="3105629"/>
                  <a:pt x="202789" y="3093387"/>
                  <a:pt x="202789" y="3078286"/>
                </a:cubicBezTo>
                <a:cubicBezTo>
                  <a:pt x="202789" y="3063186"/>
                  <a:pt x="215031" y="3050944"/>
                  <a:pt x="230131" y="3050944"/>
                </a:cubicBezTo>
                <a:close/>
                <a:moveTo>
                  <a:pt x="455705" y="3037273"/>
                </a:moveTo>
                <a:cubicBezTo>
                  <a:pt x="477495" y="3037239"/>
                  <a:pt x="495508" y="3054251"/>
                  <a:pt x="496718" y="3076008"/>
                </a:cubicBezTo>
                <a:cubicBezTo>
                  <a:pt x="496718" y="3098659"/>
                  <a:pt x="478356" y="3117022"/>
                  <a:pt x="455705" y="3117022"/>
                </a:cubicBezTo>
                <a:cubicBezTo>
                  <a:pt x="433948" y="3115811"/>
                  <a:pt x="416936" y="3097798"/>
                  <a:pt x="416970" y="3076008"/>
                </a:cubicBezTo>
                <a:cubicBezTo>
                  <a:pt x="418103" y="3055102"/>
                  <a:pt x="434799" y="3038406"/>
                  <a:pt x="455705" y="3037273"/>
                </a:cubicBezTo>
                <a:close/>
                <a:moveTo>
                  <a:pt x="1152934" y="3032716"/>
                </a:moveTo>
                <a:cubicBezTo>
                  <a:pt x="1171810" y="3032716"/>
                  <a:pt x="1187112" y="3048018"/>
                  <a:pt x="1187112" y="3066894"/>
                </a:cubicBezTo>
                <a:cubicBezTo>
                  <a:pt x="1187112" y="3085770"/>
                  <a:pt x="1171810" y="3101072"/>
                  <a:pt x="1152934" y="3101072"/>
                </a:cubicBezTo>
                <a:cubicBezTo>
                  <a:pt x="1134058" y="3101072"/>
                  <a:pt x="1118756" y="3085770"/>
                  <a:pt x="1118756" y="3066894"/>
                </a:cubicBezTo>
                <a:cubicBezTo>
                  <a:pt x="1118756" y="3048018"/>
                  <a:pt x="1134058" y="3032716"/>
                  <a:pt x="1152934" y="3032716"/>
                </a:cubicBezTo>
                <a:close/>
                <a:moveTo>
                  <a:pt x="911410" y="3030437"/>
                </a:moveTo>
                <a:cubicBezTo>
                  <a:pt x="934062" y="3030437"/>
                  <a:pt x="952424" y="3048799"/>
                  <a:pt x="952424" y="3071451"/>
                </a:cubicBezTo>
                <a:cubicBezTo>
                  <a:pt x="952424" y="3094102"/>
                  <a:pt x="934062" y="3112464"/>
                  <a:pt x="911411" y="3112464"/>
                </a:cubicBezTo>
                <a:lnTo>
                  <a:pt x="911410" y="3112464"/>
                </a:lnTo>
                <a:cubicBezTo>
                  <a:pt x="888759" y="3112464"/>
                  <a:pt x="870397" y="3094102"/>
                  <a:pt x="870397" y="3071451"/>
                </a:cubicBezTo>
                <a:cubicBezTo>
                  <a:pt x="870397" y="3048799"/>
                  <a:pt x="888759" y="3030437"/>
                  <a:pt x="911410" y="3030437"/>
                </a:cubicBezTo>
                <a:close/>
                <a:moveTo>
                  <a:pt x="325830" y="2991703"/>
                </a:moveTo>
                <a:cubicBezTo>
                  <a:pt x="337155" y="2991703"/>
                  <a:pt x="346336" y="3000884"/>
                  <a:pt x="346336" y="3012210"/>
                </a:cubicBezTo>
                <a:cubicBezTo>
                  <a:pt x="346336" y="3023535"/>
                  <a:pt x="337155" y="3032717"/>
                  <a:pt x="325830" y="3032717"/>
                </a:cubicBezTo>
                <a:cubicBezTo>
                  <a:pt x="314504" y="3032717"/>
                  <a:pt x="305323" y="3023535"/>
                  <a:pt x="305323" y="3012210"/>
                </a:cubicBezTo>
                <a:cubicBezTo>
                  <a:pt x="305323" y="3000884"/>
                  <a:pt x="314504" y="2991703"/>
                  <a:pt x="325830" y="2991703"/>
                </a:cubicBezTo>
                <a:close/>
                <a:moveTo>
                  <a:pt x="100255" y="2984867"/>
                </a:moveTo>
                <a:cubicBezTo>
                  <a:pt x="115356" y="2984867"/>
                  <a:pt x="127598" y="2997109"/>
                  <a:pt x="127598" y="3012209"/>
                </a:cubicBezTo>
                <a:cubicBezTo>
                  <a:pt x="127598" y="3027310"/>
                  <a:pt x="115356" y="3039552"/>
                  <a:pt x="100255" y="3039552"/>
                </a:cubicBezTo>
                <a:cubicBezTo>
                  <a:pt x="85155" y="3039552"/>
                  <a:pt x="72913" y="3027310"/>
                  <a:pt x="72913" y="3012209"/>
                </a:cubicBezTo>
                <a:cubicBezTo>
                  <a:pt x="72913" y="2997109"/>
                  <a:pt x="85155" y="2984867"/>
                  <a:pt x="100255" y="2984867"/>
                </a:cubicBezTo>
                <a:close/>
                <a:moveTo>
                  <a:pt x="1009387" y="2975753"/>
                </a:moveTo>
                <a:cubicBezTo>
                  <a:pt x="1025746" y="2975753"/>
                  <a:pt x="1039008" y="2989015"/>
                  <a:pt x="1039008" y="3005374"/>
                </a:cubicBezTo>
                <a:cubicBezTo>
                  <a:pt x="1039008" y="3021733"/>
                  <a:pt x="1025746" y="3034995"/>
                  <a:pt x="1009387" y="3034995"/>
                </a:cubicBezTo>
                <a:cubicBezTo>
                  <a:pt x="993028" y="3034995"/>
                  <a:pt x="979766" y="3021733"/>
                  <a:pt x="979766" y="3005374"/>
                </a:cubicBezTo>
                <a:cubicBezTo>
                  <a:pt x="979766" y="2989015"/>
                  <a:pt x="993028" y="2975753"/>
                  <a:pt x="1009387" y="2975753"/>
                </a:cubicBezTo>
                <a:close/>
                <a:moveTo>
                  <a:pt x="779256" y="2975753"/>
                </a:moveTo>
                <a:cubicBezTo>
                  <a:pt x="796874" y="2975753"/>
                  <a:pt x="811156" y="2990035"/>
                  <a:pt x="811156" y="3007652"/>
                </a:cubicBezTo>
                <a:cubicBezTo>
                  <a:pt x="811196" y="3025673"/>
                  <a:pt x="797237" y="3040629"/>
                  <a:pt x="779256" y="3041830"/>
                </a:cubicBezTo>
                <a:cubicBezTo>
                  <a:pt x="761276" y="3040629"/>
                  <a:pt x="747317" y="3025673"/>
                  <a:pt x="747357" y="3007652"/>
                </a:cubicBezTo>
                <a:cubicBezTo>
                  <a:pt x="747357" y="2990035"/>
                  <a:pt x="761639" y="2975753"/>
                  <a:pt x="779256" y="2975753"/>
                </a:cubicBezTo>
                <a:close/>
                <a:moveTo>
                  <a:pt x="4675535" y="2971196"/>
                </a:moveTo>
                <a:cubicBezTo>
                  <a:pt x="4698185" y="2971196"/>
                  <a:pt x="4716547" y="2989558"/>
                  <a:pt x="4716547" y="3012210"/>
                </a:cubicBezTo>
                <a:cubicBezTo>
                  <a:pt x="4716547" y="3034861"/>
                  <a:pt x="4698185" y="3053223"/>
                  <a:pt x="4675535" y="3053223"/>
                </a:cubicBezTo>
                <a:cubicBezTo>
                  <a:pt x="4652883" y="3053223"/>
                  <a:pt x="4634519" y="3034861"/>
                  <a:pt x="4634519" y="3012210"/>
                </a:cubicBezTo>
                <a:cubicBezTo>
                  <a:pt x="4634519" y="2989558"/>
                  <a:pt x="4652883" y="2971196"/>
                  <a:pt x="4675535" y="2971196"/>
                </a:cubicBezTo>
                <a:close/>
                <a:moveTo>
                  <a:pt x="551403" y="2968917"/>
                </a:moveTo>
                <a:cubicBezTo>
                  <a:pt x="574055" y="2968917"/>
                  <a:pt x="592417" y="2987279"/>
                  <a:pt x="592417" y="3009931"/>
                </a:cubicBezTo>
                <a:cubicBezTo>
                  <a:pt x="592417" y="3032582"/>
                  <a:pt x="574055" y="3050944"/>
                  <a:pt x="551403" y="3050944"/>
                </a:cubicBezTo>
                <a:cubicBezTo>
                  <a:pt x="528752" y="3050944"/>
                  <a:pt x="510390" y="3032582"/>
                  <a:pt x="510390" y="3009931"/>
                </a:cubicBezTo>
                <a:cubicBezTo>
                  <a:pt x="510390" y="2987279"/>
                  <a:pt x="528752" y="2968917"/>
                  <a:pt x="551403" y="2968917"/>
                </a:cubicBezTo>
                <a:close/>
                <a:moveTo>
                  <a:pt x="3759567" y="2966639"/>
                </a:moveTo>
                <a:cubicBezTo>
                  <a:pt x="3779701" y="2966639"/>
                  <a:pt x="3796023" y="2982961"/>
                  <a:pt x="3796023" y="3003095"/>
                </a:cubicBezTo>
                <a:cubicBezTo>
                  <a:pt x="3796023" y="3023230"/>
                  <a:pt x="3779701" y="3039552"/>
                  <a:pt x="3759567" y="3039552"/>
                </a:cubicBezTo>
                <a:cubicBezTo>
                  <a:pt x="3739431" y="3039552"/>
                  <a:pt x="3723111" y="3023230"/>
                  <a:pt x="3723111" y="3003095"/>
                </a:cubicBezTo>
                <a:cubicBezTo>
                  <a:pt x="3723111" y="2982961"/>
                  <a:pt x="3739431" y="2966639"/>
                  <a:pt x="3759567" y="2966639"/>
                </a:cubicBezTo>
                <a:close/>
                <a:moveTo>
                  <a:pt x="3873493" y="2962081"/>
                </a:moveTo>
                <a:cubicBezTo>
                  <a:pt x="3896773" y="2962081"/>
                  <a:pt x="3915645" y="2980953"/>
                  <a:pt x="3915645" y="3004234"/>
                </a:cubicBezTo>
                <a:cubicBezTo>
                  <a:pt x="3915645" y="3027514"/>
                  <a:pt x="3896773" y="3046387"/>
                  <a:pt x="3873493" y="3046387"/>
                </a:cubicBezTo>
                <a:lnTo>
                  <a:pt x="3873493" y="3044108"/>
                </a:lnTo>
                <a:cubicBezTo>
                  <a:pt x="3850841" y="3044108"/>
                  <a:pt x="3832479" y="3025746"/>
                  <a:pt x="3832479" y="3003095"/>
                </a:cubicBezTo>
                <a:cubicBezTo>
                  <a:pt x="3832479" y="2980443"/>
                  <a:pt x="3850841" y="2962081"/>
                  <a:pt x="3873493" y="2962081"/>
                </a:cubicBezTo>
                <a:close/>
                <a:moveTo>
                  <a:pt x="421528" y="2921068"/>
                </a:moveTo>
                <a:cubicBezTo>
                  <a:pt x="432853" y="2921068"/>
                  <a:pt x="442034" y="2930249"/>
                  <a:pt x="442034" y="2941575"/>
                </a:cubicBezTo>
                <a:cubicBezTo>
                  <a:pt x="442034" y="2952900"/>
                  <a:pt x="432853" y="2962082"/>
                  <a:pt x="421528" y="2962082"/>
                </a:cubicBezTo>
                <a:cubicBezTo>
                  <a:pt x="410202" y="2962082"/>
                  <a:pt x="401021" y="2952900"/>
                  <a:pt x="401021" y="2941575"/>
                </a:cubicBezTo>
                <a:cubicBezTo>
                  <a:pt x="401021" y="2930249"/>
                  <a:pt x="410202" y="2921068"/>
                  <a:pt x="421528" y="2921068"/>
                </a:cubicBezTo>
                <a:close/>
                <a:moveTo>
                  <a:pt x="658494" y="2916511"/>
                </a:moveTo>
                <a:cubicBezTo>
                  <a:pt x="659290" y="2916508"/>
                  <a:pt x="660085" y="2916543"/>
                  <a:pt x="660877" y="2916615"/>
                </a:cubicBezTo>
                <a:cubicBezTo>
                  <a:pt x="674662" y="2917873"/>
                  <a:pt x="684817" y="2930068"/>
                  <a:pt x="683558" y="2943853"/>
                </a:cubicBezTo>
                <a:cubicBezTo>
                  <a:pt x="683291" y="2944833"/>
                  <a:pt x="682970" y="2945797"/>
                  <a:pt x="682596" y="2946740"/>
                </a:cubicBezTo>
                <a:cubicBezTo>
                  <a:pt x="677031" y="2960778"/>
                  <a:pt x="661140" y="2967647"/>
                  <a:pt x="647102" y="2962082"/>
                </a:cubicBezTo>
                <a:cubicBezTo>
                  <a:pt x="639237" y="2958820"/>
                  <a:pt x="633341" y="2952081"/>
                  <a:pt x="631152" y="2943853"/>
                </a:cubicBezTo>
                <a:cubicBezTo>
                  <a:pt x="631152" y="2928753"/>
                  <a:pt x="643394" y="2916511"/>
                  <a:pt x="658494" y="2916511"/>
                </a:cubicBezTo>
                <a:close/>
                <a:moveTo>
                  <a:pt x="1100528" y="2900561"/>
                </a:moveTo>
                <a:cubicBezTo>
                  <a:pt x="1121920" y="2900561"/>
                  <a:pt x="1139263" y="2917904"/>
                  <a:pt x="1139263" y="2939296"/>
                </a:cubicBezTo>
                <a:cubicBezTo>
                  <a:pt x="1139392" y="2960281"/>
                  <a:pt x="1123661" y="2977979"/>
                  <a:pt x="1102806" y="2980310"/>
                </a:cubicBezTo>
                <a:cubicBezTo>
                  <a:pt x="1102026" y="2980353"/>
                  <a:pt x="1101245" y="2980374"/>
                  <a:pt x="1100464" y="2980373"/>
                </a:cubicBezTo>
                <a:cubicBezTo>
                  <a:pt x="1077813" y="2980338"/>
                  <a:pt x="1059479" y="2961947"/>
                  <a:pt x="1059514" y="2939296"/>
                </a:cubicBezTo>
                <a:cubicBezTo>
                  <a:pt x="1059513" y="2938514"/>
                  <a:pt x="1059535" y="2937731"/>
                  <a:pt x="1059581" y="2936950"/>
                </a:cubicBezTo>
                <a:cubicBezTo>
                  <a:pt x="1060840" y="2915595"/>
                  <a:pt x="1079172" y="2899303"/>
                  <a:pt x="1100528" y="2900561"/>
                </a:cubicBezTo>
                <a:close/>
                <a:moveTo>
                  <a:pt x="872676" y="2896004"/>
                </a:moveTo>
                <a:cubicBezTo>
                  <a:pt x="897843" y="2896004"/>
                  <a:pt x="918246" y="2916406"/>
                  <a:pt x="918246" y="2941574"/>
                </a:cubicBezTo>
                <a:cubicBezTo>
                  <a:pt x="918246" y="2966742"/>
                  <a:pt x="897843" y="2987145"/>
                  <a:pt x="872676" y="2987145"/>
                </a:cubicBezTo>
                <a:cubicBezTo>
                  <a:pt x="847508" y="2987145"/>
                  <a:pt x="827105" y="2966742"/>
                  <a:pt x="827105" y="2941574"/>
                </a:cubicBezTo>
                <a:cubicBezTo>
                  <a:pt x="827105" y="2916407"/>
                  <a:pt x="847508" y="2896004"/>
                  <a:pt x="872676" y="2896004"/>
                </a:cubicBezTo>
                <a:close/>
                <a:moveTo>
                  <a:pt x="742800" y="2875497"/>
                </a:moveTo>
                <a:cubicBezTo>
                  <a:pt x="746417" y="2873840"/>
                  <a:pt x="750576" y="2873840"/>
                  <a:pt x="754193" y="2875497"/>
                </a:cubicBezTo>
                <a:cubicBezTo>
                  <a:pt x="754193" y="2881789"/>
                  <a:pt x="749092" y="2886890"/>
                  <a:pt x="742800" y="2886890"/>
                </a:cubicBezTo>
                <a:close/>
                <a:moveTo>
                  <a:pt x="4814523" y="2873219"/>
                </a:moveTo>
                <a:cubicBezTo>
                  <a:pt x="4817039" y="2873219"/>
                  <a:pt x="4819079" y="2875259"/>
                  <a:pt x="4819079" y="2877776"/>
                </a:cubicBezTo>
                <a:cubicBezTo>
                  <a:pt x="4819079" y="2880293"/>
                  <a:pt x="4817039" y="2882333"/>
                  <a:pt x="4814523" y="2882333"/>
                </a:cubicBezTo>
                <a:cubicBezTo>
                  <a:pt x="4812007" y="2882333"/>
                  <a:pt x="4809967" y="2880293"/>
                  <a:pt x="4809967" y="2877776"/>
                </a:cubicBezTo>
                <a:cubicBezTo>
                  <a:pt x="4809967" y="2875259"/>
                  <a:pt x="4812007" y="2873219"/>
                  <a:pt x="4814523" y="2873219"/>
                </a:cubicBezTo>
                <a:close/>
                <a:moveTo>
                  <a:pt x="3805137" y="2861826"/>
                </a:moveTo>
                <a:cubicBezTo>
                  <a:pt x="3811427" y="2861826"/>
                  <a:pt x="3816529" y="2866927"/>
                  <a:pt x="3816529" y="2873219"/>
                </a:cubicBezTo>
                <a:cubicBezTo>
                  <a:pt x="3816623" y="2879962"/>
                  <a:pt x="3811787" y="2885766"/>
                  <a:pt x="3805137" y="2886890"/>
                </a:cubicBezTo>
                <a:cubicBezTo>
                  <a:pt x="3798487" y="2885766"/>
                  <a:pt x="3793651" y="2879962"/>
                  <a:pt x="3793743" y="2873219"/>
                </a:cubicBezTo>
                <a:cubicBezTo>
                  <a:pt x="3793743" y="2866927"/>
                  <a:pt x="3798845" y="2861826"/>
                  <a:pt x="3805137" y="2861826"/>
                </a:cubicBezTo>
                <a:close/>
                <a:moveTo>
                  <a:pt x="293930" y="2857270"/>
                </a:moveTo>
                <a:cubicBezTo>
                  <a:pt x="305255" y="2857270"/>
                  <a:pt x="314436" y="2866451"/>
                  <a:pt x="314436" y="2877777"/>
                </a:cubicBezTo>
                <a:cubicBezTo>
                  <a:pt x="314436" y="2889102"/>
                  <a:pt x="305255" y="2898284"/>
                  <a:pt x="293930" y="2898284"/>
                </a:cubicBezTo>
                <a:cubicBezTo>
                  <a:pt x="282604" y="2898284"/>
                  <a:pt x="273423" y="2889102"/>
                  <a:pt x="273423" y="2877777"/>
                </a:cubicBezTo>
                <a:cubicBezTo>
                  <a:pt x="273423" y="2866451"/>
                  <a:pt x="282604" y="2857270"/>
                  <a:pt x="293930" y="2857270"/>
                </a:cubicBezTo>
                <a:close/>
                <a:moveTo>
                  <a:pt x="517226" y="2854991"/>
                </a:moveTo>
                <a:cubicBezTo>
                  <a:pt x="529810" y="2854991"/>
                  <a:pt x="540011" y="2865193"/>
                  <a:pt x="540011" y="2877777"/>
                </a:cubicBezTo>
                <a:cubicBezTo>
                  <a:pt x="538837" y="2889463"/>
                  <a:pt x="528971" y="2898342"/>
                  <a:pt x="517226" y="2898283"/>
                </a:cubicBezTo>
                <a:cubicBezTo>
                  <a:pt x="505900" y="2898283"/>
                  <a:pt x="496719" y="2889102"/>
                  <a:pt x="496719" y="2877777"/>
                </a:cubicBezTo>
                <a:cubicBezTo>
                  <a:pt x="496630" y="2876978"/>
                  <a:pt x="496587" y="2876174"/>
                  <a:pt x="496592" y="2875371"/>
                </a:cubicBezTo>
                <a:cubicBezTo>
                  <a:pt x="496663" y="2864045"/>
                  <a:pt x="505900" y="2854921"/>
                  <a:pt x="517226" y="2854991"/>
                </a:cubicBezTo>
                <a:close/>
                <a:moveTo>
                  <a:pt x="4702875" y="2843598"/>
                </a:moveTo>
                <a:cubicBezTo>
                  <a:pt x="4722153" y="2843560"/>
                  <a:pt x="4738127" y="2858536"/>
                  <a:pt x="4739331" y="2877776"/>
                </a:cubicBezTo>
                <a:cubicBezTo>
                  <a:pt x="4739335" y="2878561"/>
                  <a:pt x="4739309" y="2879347"/>
                  <a:pt x="4739255" y="2880130"/>
                </a:cubicBezTo>
                <a:cubicBezTo>
                  <a:pt x="4737999" y="2898964"/>
                  <a:pt x="4721711" y="2913212"/>
                  <a:pt x="4702875" y="2911954"/>
                </a:cubicBezTo>
                <a:cubicBezTo>
                  <a:pt x="4683999" y="2911954"/>
                  <a:pt x="4668699" y="2896652"/>
                  <a:pt x="4668699" y="2877776"/>
                </a:cubicBezTo>
                <a:cubicBezTo>
                  <a:pt x="4668699" y="2858900"/>
                  <a:pt x="4683999" y="2843598"/>
                  <a:pt x="4702875" y="2843598"/>
                </a:cubicBezTo>
                <a:close/>
                <a:moveTo>
                  <a:pt x="1196226" y="2832206"/>
                </a:moveTo>
                <a:cubicBezTo>
                  <a:pt x="1218877" y="2832206"/>
                  <a:pt x="1237240" y="2850568"/>
                  <a:pt x="1237240" y="2873220"/>
                </a:cubicBezTo>
                <a:cubicBezTo>
                  <a:pt x="1237240" y="2895871"/>
                  <a:pt x="1218878" y="2914233"/>
                  <a:pt x="1196226" y="2914233"/>
                </a:cubicBezTo>
                <a:cubicBezTo>
                  <a:pt x="1173575" y="2914233"/>
                  <a:pt x="1155213" y="2895871"/>
                  <a:pt x="1155213" y="2873220"/>
                </a:cubicBezTo>
                <a:cubicBezTo>
                  <a:pt x="1155213" y="2850568"/>
                  <a:pt x="1173575" y="2832206"/>
                  <a:pt x="1196226" y="2832206"/>
                </a:cubicBezTo>
                <a:close/>
                <a:moveTo>
                  <a:pt x="968373" y="2832206"/>
                </a:moveTo>
                <a:cubicBezTo>
                  <a:pt x="992283" y="2832206"/>
                  <a:pt x="1011665" y="2851589"/>
                  <a:pt x="1011665" y="2875498"/>
                </a:cubicBezTo>
                <a:cubicBezTo>
                  <a:pt x="1010521" y="2898917"/>
                  <a:pt x="991793" y="2917645"/>
                  <a:pt x="968373" y="2918790"/>
                </a:cubicBezTo>
                <a:cubicBezTo>
                  <a:pt x="944069" y="2918820"/>
                  <a:pt x="924018" y="2899772"/>
                  <a:pt x="922803" y="2875498"/>
                </a:cubicBezTo>
                <a:cubicBezTo>
                  <a:pt x="922802" y="2874718"/>
                  <a:pt x="922822" y="2873938"/>
                  <a:pt x="922863" y="2873159"/>
                </a:cubicBezTo>
                <a:cubicBezTo>
                  <a:pt x="924121" y="2849283"/>
                  <a:pt x="944497" y="2830948"/>
                  <a:pt x="968373" y="2832206"/>
                </a:cubicBezTo>
                <a:close/>
                <a:moveTo>
                  <a:pt x="170890" y="2809421"/>
                </a:moveTo>
                <a:lnTo>
                  <a:pt x="173169" y="2809421"/>
                </a:lnTo>
                <a:lnTo>
                  <a:pt x="173169" y="2811700"/>
                </a:lnTo>
                <a:close/>
                <a:moveTo>
                  <a:pt x="615202" y="2768407"/>
                </a:moveTo>
                <a:cubicBezTo>
                  <a:pt x="637854" y="2768407"/>
                  <a:pt x="656216" y="2786769"/>
                  <a:pt x="656216" y="2809420"/>
                </a:cubicBezTo>
                <a:cubicBezTo>
                  <a:pt x="656216" y="2832071"/>
                  <a:pt x="637854" y="2850434"/>
                  <a:pt x="615202" y="2850434"/>
                </a:cubicBezTo>
                <a:cubicBezTo>
                  <a:pt x="592551" y="2850434"/>
                  <a:pt x="574189" y="2832072"/>
                  <a:pt x="574189" y="2809420"/>
                </a:cubicBezTo>
                <a:cubicBezTo>
                  <a:pt x="574189" y="2786769"/>
                  <a:pt x="592551" y="2768407"/>
                  <a:pt x="615202" y="2768407"/>
                </a:cubicBezTo>
                <a:close/>
                <a:moveTo>
                  <a:pt x="1061794" y="2766129"/>
                </a:moveTo>
                <a:cubicBezTo>
                  <a:pt x="1084445" y="2766129"/>
                  <a:pt x="1102807" y="2784491"/>
                  <a:pt x="1102807" y="2807142"/>
                </a:cubicBezTo>
                <a:cubicBezTo>
                  <a:pt x="1102807" y="2829793"/>
                  <a:pt x="1084445" y="2848156"/>
                  <a:pt x="1061794" y="2848156"/>
                </a:cubicBezTo>
                <a:cubicBezTo>
                  <a:pt x="1039142" y="2848156"/>
                  <a:pt x="1020780" y="2829794"/>
                  <a:pt x="1020780" y="2807142"/>
                </a:cubicBezTo>
                <a:cubicBezTo>
                  <a:pt x="1020780" y="2784491"/>
                  <a:pt x="1039142" y="2766129"/>
                  <a:pt x="1061794" y="2766129"/>
                </a:cubicBezTo>
                <a:close/>
                <a:moveTo>
                  <a:pt x="838498" y="2752457"/>
                </a:moveTo>
                <a:cubicBezTo>
                  <a:pt x="869958" y="2752457"/>
                  <a:pt x="895461" y="2777960"/>
                  <a:pt x="895461" y="2809420"/>
                </a:cubicBezTo>
                <a:cubicBezTo>
                  <a:pt x="895461" y="2840880"/>
                  <a:pt x="869958" y="2866383"/>
                  <a:pt x="838498" y="2866383"/>
                </a:cubicBezTo>
                <a:cubicBezTo>
                  <a:pt x="807038" y="2866383"/>
                  <a:pt x="781535" y="2840880"/>
                  <a:pt x="781535" y="2809420"/>
                </a:cubicBezTo>
                <a:cubicBezTo>
                  <a:pt x="781535" y="2777960"/>
                  <a:pt x="807038" y="2752457"/>
                  <a:pt x="838498" y="2752457"/>
                </a:cubicBezTo>
                <a:close/>
                <a:moveTo>
                  <a:pt x="52407" y="2741065"/>
                </a:moveTo>
                <a:lnTo>
                  <a:pt x="54686" y="2741065"/>
                </a:lnTo>
                <a:lnTo>
                  <a:pt x="52407" y="2743344"/>
                </a:lnTo>
                <a:close/>
                <a:moveTo>
                  <a:pt x="715457" y="2734229"/>
                </a:moveTo>
                <a:cubicBezTo>
                  <a:pt x="720392" y="2731380"/>
                  <a:pt x="726472" y="2731380"/>
                  <a:pt x="731407" y="2734229"/>
                </a:cubicBezTo>
                <a:cubicBezTo>
                  <a:pt x="732173" y="2736115"/>
                  <a:pt x="732618" y="2738117"/>
                  <a:pt x="732723" y="2740150"/>
                </a:cubicBezTo>
                <a:cubicBezTo>
                  <a:pt x="733241" y="2750204"/>
                  <a:pt x="725511" y="2758774"/>
                  <a:pt x="715457" y="2759293"/>
                </a:cubicBezTo>
                <a:cubicBezTo>
                  <a:pt x="708195" y="2759702"/>
                  <a:pt x="701259" y="2756234"/>
                  <a:pt x="697229" y="2750179"/>
                </a:cubicBezTo>
                <a:cubicBezTo>
                  <a:pt x="698384" y="2741010"/>
                  <a:pt x="706217" y="2734157"/>
                  <a:pt x="715457" y="2734229"/>
                </a:cubicBezTo>
                <a:close/>
                <a:moveTo>
                  <a:pt x="494440" y="2720558"/>
                </a:moveTo>
                <a:cubicBezTo>
                  <a:pt x="505766" y="2720558"/>
                  <a:pt x="514947" y="2729740"/>
                  <a:pt x="514947" y="2741065"/>
                </a:cubicBezTo>
                <a:cubicBezTo>
                  <a:pt x="515006" y="2752810"/>
                  <a:pt x="506127" y="2762676"/>
                  <a:pt x="494440" y="2763850"/>
                </a:cubicBezTo>
                <a:cubicBezTo>
                  <a:pt x="482322" y="2762791"/>
                  <a:pt x="472715" y="2753183"/>
                  <a:pt x="471655" y="2741065"/>
                </a:cubicBezTo>
                <a:cubicBezTo>
                  <a:pt x="472829" y="2729378"/>
                  <a:pt x="482695" y="2720499"/>
                  <a:pt x="494440" y="2720558"/>
                </a:cubicBezTo>
                <a:close/>
                <a:moveTo>
                  <a:pt x="3950963" y="2718279"/>
                </a:moveTo>
                <a:cubicBezTo>
                  <a:pt x="3963547" y="2718279"/>
                  <a:pt x="3973747" y="2728480"/>
                  <a:pt x="3973747" y="2741064"/>
                </a:cubicBezTo>
                <a:cubicBezTo>
                  <a:pt x="3973747" y="2753648"/>
                  <a:pt x="3963547" y="2763850"/>
                  <a:pt x="3950963" y="2763850"/>
                </a:cubicBezTo>
                <a:cubicBezTo>
                  <a:pt x="3938379" y="2763850"/>
                  <a:pt x="3928177" y="2753648"/>
                  <a:pt x="3928177" y="2741064"/>
                </a:cubicBezTo>
                <a:cubicBezTo>
                  <a:pt x="3928177" y="2728480"/>
                  <a:pt x="3938379" y="2718279"/>
                  <a:pt x="3950963" y="2718279"/>
                </a:cubicBezTo>
                <a:close/>
                <a:moveTo>
                  <a:pt x="1158630" y="2714862"/>
                </a:moveTo>
                <a:cubicBezTo>
                  <a:pt x="1169327" y="2714862"/>
                  <a:pt x="1177998" y="2723533"/>
                  <a:pt x="1177998" y="2734229"/>
                </a:cubicBezTo>
                <a:cubicBezTo>
                  <a:pt x="1178218" y="2735178"/>
                  <a:pt x="1178370" y="2736142"/>
                  <a:pt x="1178453" y="2737113"/>
                </a:cubicBezTo>
                <a:cubicBezTo>
                  <a:pt x="1179419" y="2748397"/>
                  <a:pt x="1171054" y="2758327"/>
                  <a:pt x="1159769" y="2759293"/>
                </a:cubicBezTo>
                <a:cubicBezTo>
                  <a:pt x="1158062" y="2759336"/>
                  <a:pt x="1156356" y="2759166"/>
                  <a:pt x="1154692" y="2758786"/>
                </a:cubicBezTo>
                <a:cubicBezTo>
                  <a:pt x="1143650" y="2756265"/>
                  <a:pt x="1136742" y="2745271"/>
                  <a:pt x="1139263" y="2734229"/>
                </a:cubicBezTo>
                <a:cubicBezTo>
                  <a:pt x="1139263" y="2723533"/>
                  <a:pt x="1147934" y="2714862"/>
                  <a:pt x="1158630" y="2714862"/>
                </a:cubicBezTo>
                <a:close/>
                <a:moveTo>
                  <a:pt x="3839315" y="2709165"/>
                </a:moveTo>
                <a:cubicBezTo>
                  <a:pt x="3856933" y="2709165"/>
                  <a:pt x="3871215" y="2723447"/>
                  <a:pt x="3871215" y="2741064"/>
                </a:cubicBezTo>
                <a:cubicBezTo>
                  <a:pt x="3871215" y="2758682"/>
                  <a:pt x="3856933" y="2772964"/>
                  <a:pt x="3839315" y="2772964"/>
                </a:cubicBezTo>
                <a:cubicBezTo>
                  <a:pt x="3821699" y="2772964"/>
                  <a:pt x="3807415" y="2758682"/>
                  <a:pt x="3807415" y="2741064"/>
                </a:cubicBezTo>
                <a:cubicBezTo>
                  <a:pt x="3807415" y="2723447"/>
                  <a:pt x="3821699" y="2709165"/>
                  <a:pt x="3839315" y="2709165"/>
                </a:cubicBezTo>
                <a:close/>
                <a:moveTo>
                  <a:pt x="273424" y="2709165"/>
                </a:moveTo>
                <a:cubicBezTo>
                  <a:pt x="287266" y="2709165"/>
                  <a:pt x="298488" y="2720387"/>
                  <a:pt x="298488" y="2734229"/>
                </a:cubicBezTo>
                <a:cubicBezTo>
                  <a:pt x="299852" y="2737697"/>
                  <a:pt x="300425" y="2741425"/>
                  <a:pt x="300167" y="2745143"/>
                </a:cubicBezTo>
                <a:cubicBezTo>
                  <a:pt x="299206" y="2758952"/>
                  <a:pt x="287233" y="2769367"/>
                  <a:pt x="273424" y="2768407"/>
                </a:cubicBezTo>
                <a:cubicBezTo>
                  <a:pt x="270822" y="2768490"/>
                  <a:pt x="268222" y="2768201"/>
                  <a:pt x="265702" y="2767549"/>
                </a:cubicBezTo>
                <a:cubicBezTo>
                  <a:pt x="251083" y="2763766"/>
                  <a:pt x="242299" y="2748848"/>
                  <a:pt x="246081" y="2734229"/>
                </a:cubicBezTo>
                <a:cubicBezTo>
                  <a:pt x="247269" y="2720025"/>
                  <a:pt x="259170" y="2709116"/>
                  <a:pt x="273424" y="2709165"/>
                </a:cubicBezTo>
                <a:close/>
                <a:moveTo>
                  <a:pt x="4614013" y="2706887"/>
                </a:moveTo>
                <a:cubicBezTo>
                  <a:pt x="4632889" y="2706887"/>
                  <a:pt x="4648191" y="2722189"/>
                  <a:pt x="4648191" y="2741065"/>
                </a:cubicBezTo>
                <a:cubicBezTo>
                  <a:pt x="4648191" y="2759941"/>
                  <a:pt x="4632889" y="2775243"/>
                  <a:pt x="4614013" y="2775243"/>
                </a:cubicBezTo>
                <a:cubicBezTo>
                  <a:pt x="4595137" y="2775243"/>
                  <a:pt x="4579835" y="2759941"/>
                  <a:pt x="4579835" y="2741065"/>
                </a:cubicBezTo>
                <a:cubicBezTo>
                  <a:pt x="4579835" y="2722189"/>
                  <a:pt x="4595137" y="2706887"/>
                  <a:pt x="4614013" y="2706887"/>
                </a:cubicBezTo>
                <a:close/>
                <a:moveTo>
                  <a:pt x="936474" y="2697773"/>
                </a:moveTo>
                <a:cubicBezTo>
                  <a:pt x="960384" y="2697773"/>
                  <a:pt x="979766" y="2717155"/>
                  <a:pt x="979766" y="2741065"/>
                </a:cubicBezTo>
                <a:cubicBezTo>
                  <a:pt x="979766" y="2764974"/>
                  <a:pt x="960384" y="2784357"/>
                  <a:pt x="936474" y="2784357"/>
                </a:cubicBezTo>
                <a:cubicBezTo>
                  <a:pt x="912564" y="2784357"/>
                  <a:pt x="893182" y="2764974"/>
                  <a:pt x="893182" y="2741065"/>
                </a:cubicBezTo>
                <a:cubicBezTo>
                  <a:pt x="893182" y="2717155"/>
                  <a:pt x="912564" y="2697773"/>
                  <a:pt x="936474" y="2697773"/>
                </a:cubicBezTo>
                <a:close/>
                <a:moveTo>
                  <a:pt x="157323" y="2647542"/>
                </a:moveTo>
                <a:cubicBezTo>
                  <a:pt x="171165" y="2647600"/>
                  <a:pt x="182340" y="2658867"/>
                  <a:pt x="182282" y="2672710"/>
                </a:cubicBezTo>
                <a:cubicBezTo>
                  <a:pt x="182282" y="2687810"/>
                  <a:pt x="170041" y="2700052"/>
                  <a:pt x="154940" y="2700052"/>
                </a:cubicBezTo>
                <a:cubicBezTo>
                  <a:pt x="154145" y="2700055"/>
                  <a:pt x="153350" y="2700021"/>
                  <a:pt x="152558" y="2699948"/>
                </a:cubicBezTo>
                <a:cubicBezTo>
                  <a:pt x="138773" y="2698690"/>
                  <a:pt x="128618" y="2686495"/>
                  <a:pt x="129876" y="2672710"/>
                </a:cubicBezTo>
                <a:cubicBezTo>
                  <a:pt x="129876" y="2658867"/>
                  <a:pt x="141098" y="2647646"/>
                  <a:pt x="154940" y="2647646"/>
                </a:cubicBezTo>
                <a:cubicBezTo>
                  <a:pt x="155732" y="2647574"/>
                  <a:pt x="156527" y="2647539"/>
                  <a:pt x="157323" y="2647542"/>
                </a:cubicBezTo>
                <a:close/>
                <a:moveTo>
                  <a:pt x="1036729" y="2645367"/>
                </a:moveTo>
                <a:cubicBezTo>
                  <a:pt x="1051356" y="2646455"/>
                  <a:pt x="1062984" y="2658083"/>
                  <a:pt x="1064072" y="2672709"/>
                </a:cubicBezTo>
                <a:cubicBezTo>
                  <a:pt x="1064072" y="2687810"/>
                  <a:pt x="1051830" y="2700052"/>
                  <a:pt x="1036729" y="2700052"/>
                </a:cubicBezTo>
                <a:cubicBezTo>
                  <a:pt x="1021629" y="2700052"/>
                  <a:pt x="1009387" y="2687810"/>
                  <a:pt x="1009387" y="2672709"/>
                </a:cubicBezTo>
                <a:cubicBezTo>
                  <a:pt x="1009387" y="2657609"/>
                  <a:pt x="1021629" y="2645367"/>
                  <a:pt x="1036729" y="2645367"/>
                </a:cubicBezTo>
                <a:close/>
                <a:moveTo>
                  <a:pt x="375957" y="2640810"/>
                </a:moveTo>
                <a:cubicBezTo>
                  <a:pt x="393575" y="2640810"/>
                  <a:pt x="407857" y="2655092"/>
                  <a:pt x="407857" y="2672709"/>
                </a:cubicBezTo>
                <a:cubicBezTo>
                  <a:pt x="407857" y="2690327"/>
                  <a:pt x="393575" y="2704609"/>
                  <a:pt x="375957" y="2704609"/>
                </a:cubicBezTo>
                <a:cubicBezTo>
                  <a:pt x="358340" y="2704609"/>
                  <a:pt x="344058" y="2690327"/>
                  <a:pt x="344058" y="2672709"/>
                </a:cubicBezTo>
                <a:cubicBezTo>
                  <a:pt x="344058" y="2655092"/>
                  <a:pt x="358340" y="2640810"/>
                  <a:pt x="375957" y="2640810"/>
                </a:cubicBezTo>
                <a:close/>
                <a:moveTo>
                  <a:pt x="594695" y="2631695"/>
                </a:moveTo>
                <a:cubicBezTo>
                  <a:pt x="617347" y="2631695"/>
                  <a:pt x="635709" y="2650057"/>
                  <a:pt x="635709" y="2672709"/>
                </a:cubicBezTo>
                <a:cubicBezTo>
                  <a:pt x="635709" y="2695360"/>
                  <a:pt x="617347" y="2713722"/>
                  <a:pt x="594695" y="2713722"/>
                </a:cubicBezTo>
                <a:cubicBezTo>
                  <a:pt x="572044" y="2713722"/>
                  <a:pt x="553682" y="2695360"/>
                  <a:pt x="553682" y="2672709"/>
                </a:cubicBezTo>
                <a:cubicBezTo>
                  <a:pt x="553682" y="2650057"/>
                  <a:pt x="572044" y="2631695"/>
                  <a:pt x="594695" y="2631695"/>
                </a:cubicBezTo>
                <a:close/>
                <a:moveTo>
                  <a:pt x="815713" y="2624860"/>
                </a:moveTo>
                <a:cubicBezTo>
                  <a:pt x="845914" y="2624860"/>
                  <a:pt x="870397" y="2649343"/>
                  <a:pt x="870397" y="2679545"/>
                </a:cubicBezTo>
                <a:cubicBezTo>
                  <a:pt x="870397" y="2709746"/>
                  <a:pt x="845914" y="2734229"/>
                  <a:pt x="815713" y="2734229"/>
                </a:cubicBezTo>
                <a:cubicBezTo>
                  <a:pt x="785511" y="2734229"/>
                  <a:pt x="761028" y="2709746"/>
                  <a:pt x="761028" y="2679545"/>
                </a:cubicBezTo>
                <a:cubicBezTo>
                  <a:pt x="761028" y="2649343"/>
                  <a:pt x="785511" y="2624860"/>
                  <a:pt x="815713" y="2624860"/>
                </a:cubicBezTo>
                <a:close/>
                <a:moveTo>
                  <a:pt x="43436" y="2585982"/>
                </a:moveTo>
                <a:cubicBezTo>
                  <a:pt x="53503" y="2586062"/>
                  <a:pt x="61600" y="2594286"/>
                  <a:pt x="61521" y="2604353"/>
                </a:cubicBezTo>
                <a:cubicBezTo>
                  <a:pt x="61521" y="2615679"/>
                  <a:pt x="52340" y="2624860"/>
                  <a:pt x="41014" y="2624860"/>
                </a:cubicBezTo>
                <a:cubicBezTo>
                  <a:pt x="29689" y="2624860"/>
                  <a:pt x="20508" y="2615679"/>
                  <a:pt x="20508" y="2604353"/>
                </a:cubicBezTo>
                <a:cubicBezTo>
                  <a:pt x="20501" y="2603544"/>
                  <a:pt x="20549" y="2602734"/>
                  <a:pt x="20650" y="2601931"/>
                </a:cubicBezTo>
                <a:cubicBezTo>
                  <a:pt x="21909" y="2591943"/>
                  <a:pt x="31026" y="2584866"/>
                  <a:pt x="41014" y="2586125"/>
                </a:cubicBezTo>
                <a:cubicBezTo>
                  <a:pt x="41818" y="2586024"/>
                  <a:pt x="42627" y="2585976"/>
                  <a:pt x="43436" y="2585982"/>
                </a:cubicBezTo>
                <a:close/>
                <a:moveTo>
                  <a:pt x="259752" y="2577011"/>
                </a:moveTo>
                <a:cubicBezTo>
                  <a:pt x="274853" y="2577011"/>
                  <a:pt x="287095" y="2589253"/>
                  <a:pt x="287095" y="2604353"/>
                </a:cubicBezTo>
                <a:cubicBezTo>
                  <a:pt x="287095" y="2619454"/>
                  <a:pt x="274853" y="2631696"/>
                  <a:pt x="259752" y="2631696"/>
                </a:cubicBezTo>
                <a:cubicBezTo>
                  <a:pt x="244652" y="2631696"/>
                  <a:pt x="232410" y="2619454"/>
                  <a:pt x="232410" y="2604353"/>
                </a:cubicBezTo>
                <a:cubicBezTo>
                  <a:pt x="232410" y="2589253"/>
                  <a:pt x="244652" y="2577011"/>
                  <a:pt x="259752" y="2577011"/>
                </a:cubicBezTo>
                <a:close/>
                <a:moveTo>
                  <a:pt x="911410" y="2567897"/>
                </a:moveTo>
                <a:cubicBezTo>
                  <a:pt x="931545" y="2567897"/>
                  <a:pt x="947867" y="2584219"/>
                  <a:pt x="947867" y="2604353"/>
                </a:cubicBezTo>
                <a:cubicBezTo>
                  <a:pt x="947903" y="2624887"/>
                  <a:pt x="931909" y="2641881"/>
                  <a:pt x="911411" y="2643088"/>
                </a:cubicBezTo>
                <a:lnTo>
                  <a:pt x="911410" y="2643088"/>
                </a:lnTo>
                <a:cubicBezTo>
                  <a:pt x="890912" y="2641880"/>
                  <a:pt x="874919" y="2624887"/>
                  <a:pt x="874954" y="2604353"/>
                </a:cubicBezTo>
                <a:cubicBezTo>
                  <a:pt x="874954" y="2584219"/>
                  <a:pt x="891276" y="2567897"/>
                  <a:pt x="911410" y="2567897"/>
                </a:cubicBezTo>
                <a:close/>
                <a:moveTo>
                  <a:pt x="4625407" y="2565618"/>
                </a:moveTo>
                <a:cubicBezTo>
                  <a:pt x="4646799" y="2565618"/>
                  <a:pt x="4664141" y="2582960"/>
                  <a:pt x="4664141" y="2604353"/>
                </a:cubicBezTo>
                <a:cubicBezTo>
                  <a:pt x="4664243" y="2605921"/>
                  <a:pt x="4664243" y="2607494"/>
                  <a:pt x="4664141" y="2609062"/>
                </a:cubicBezTo>
                <a:cubicBezTo>
                  <a:pt x="4662841" y="2629155"/>
                  <a:pt x="4645499" y="2644388"/>
                  <a:pt x="4625407" y="2643088"/>
                </a:cubicBezTo>
                <a:cubicBezTo>
                  <a:pt x="4624623" y="2643089"/>
                  <a:pt x="4623839" y="2643065"/>
                  <a:pt x="4623055" y="2643017"/>
                </a:cubicBezTo>
                <a:cubicBezTo>
                  <a:pt x="4602961" y="2641758"/>
                  <a:pt x="4587691" y="2624448"/>
                  <a:pt x="4588951" y="2604353"/>
                </a:cubicBezTo>
                <a:cubicBezTo>
                  <a:pt x="4588915" y="2583819"/>
                  <a:pt x="4604907" y="2566826"/>
                  <a:pt x="4625407" y="2565618"/>
                </a:cubicBezTo>
                <a:close/>
                <a:moveTo>
                  <a:pt x="478491" y="2561061"/>
                </a:moveTo>
                <a:cubicBezTo>
                  <a:pt x="485156" y="2559542"/>
                  <a:pt x="492078" y="2559542"/>
                  <a:pt x="498743" y="2561061"/>
                </a:cubicBezTo>
                <a:cubicBezTo>
                  <a:pt x="523282" y="2566654"/>
                  <a:pt x="538641" y="2591080"/>
                  <a:pt x="533048" y="2615619"/>
                </a:cubicBezTo>
                <a:cubicBezTo>
                  <a:pt x="527456" y="2640157"/>
                  <a:pt x="503030" y="2655516"/>
                  <a:pt x="478491" y="2649924"/>
                </a:cubicBezTo>
                <a:cubicBezTo>
                  <a:pt x="454217" y="2648709"/>
                  <a:pt x="435169" y="2628657"/>
                  <a:pt x="435199" y="2604353"/>
                </a:cubicBezTo>
                <a:cubicBezTo>
                  <a:pt x="436343" y="2580934"/>
                  <a:pt x="455072" y="2562206"/>
                  <a:pt x="478491" y="2561061"/>
                </a:cubicBezTo>
                <a:close/>
                <a:moveTo>
                  <a:pt x="678699" y="2554025"/>
                </a:moveTo>
                <a:cubicBezTo>
                  <a:pt x="685382" y="2552731"/>
                  <a:pt x="692430" y="2552726"/>
                  <a:pt x="699508" y="2554226"/>
                </a:cubicBezTo>
                <a:cubicBezTo>
                  <a:pt x="727192" y="2554226"/>
                  <a:pt x="749635" y="2576669"/>
                  <a:pt x="749635" y="2604354"/>
                </a:cubicBezTo>
                <a:cubicBezTo>
                  <a:pt x="749671" y="2605130"/>
                  <a:pt x="749688" y="2605907"/>
                  <a:pt x="749687" y="2606684"/>
                </a:cubicBezTo>
                <a:cubicBezTo>
                  <a:pt x="749658" y="2634369"/>
                  <a:pt x="727192" y="2656788"/>
                  <a:pt x="699508" y="2656760"/>
                </a:cubicBezTo>
                <a:cubicBezTo>
                  <a:pt x="692342" y="2658279"/>
                  <a:pt x="684938" y="2658279"/>
                  <a:pt x="677772" y="2656760"/>
                </a:cubicBezTo>
                <a:cubicBezTo>
                  <a:pt x="649458" y="2650758"/>
                  <a:pt x="631371" y="2622939"/>
                  <a:pt x="637373" y="2594625"/>
                </a:cubicBezTo>
                <a:cubicBezTo>
                  <a:pt x="641875" y="2573390"/>
                  <a:pt x="658648" y="2557907"/>
                  <a:pt x="678699" y="2554025"/>
                </a:cubicBezTo>
                <a:close/>
                <a:moveTo>
                  <a:pt x="585581" y="2517769"/>
                </a:moveTo>
                <a:cubicBezTo>
                  <a:pt x="595648" y="2517769"/>
                  <a:pt x="603809" y="2525930"/>
                  <a:pt x="603809" y="2535997"/>
                </a:cubicBezTo>
                <a:cubicBezTo>
                  <a:pt x="603809" y="2546064"/>
                  <a:pt x="595648" y="2554225"/>
                  <a:pt x="585581" y="2554225"/>
                </a:cubicBezTo>
                <a:cubicBezTo>
                  <a:pt x="575514" y="2554225"/>
                  <a:pt x="567353" y="2546064"/>
                  <a:pt x="567353" y="2535997"/>
                </a:cubicBezTo>
                <a:cubicBezTo>
                  <a:pt x="567353" y="2525930"/>
                  <a:pt x="575514" y="2517769"/>
                  <a:pt x="585581" y="2517769"/>
                </a:cubicBezTo>
                <a:close/>
                <a:moveTo>
                  <a:pt x="148105" y="2515491"/>
                </a:moveTo>
                <a:cubicBezTo>
                  <a:pt x="159430" y="2515491"/>
                  <a:pt x="168611" y="2524672"/>
                  <a:pt x="168611" y="2535998"/>
                </a:cubicBezTo>
                <a:cubicBezTo>
                  <a:pt x="168611" y="2547323"/>
                  <a:pt x="159430" y="2556505"/>
                  <a:pt x="148105" y="2556505"/>
                </a:cubicBezTo>
                <a:cubicBezTo>
                  <a:pt x="136779" y="2556505"/>
                  <a:pt x="127598" y="2547323"/>
                  <a:pt x="127598" y="2535998"/>
                </a:cubicBezTo>
                <a:cubicBezTo>
                  <a:pt x="127598" y="2524672"/>
                  <a:pt x="136779" y="2515491"/>
                  <a:pt x="148105" y="2515491"/>
                </a:cubicBezTo>
                <a:close/>
                <a:moveTo>
                  <a:pt x="1023058" y="2508655"/>
                </a:moveTo>
                <a:cubicBezTo>
                  <a:pt x="1038159" y="2508655"/>
                  <a:pt x="1050401" y="2520896"/>
                  <a:pt x="1050401" y="2535997"/>
                </a:cubicBezTo>
                <a:cubicBezTo>
                  <a:pt x="1050401" y="2551098"/>
                  <a:pt x="1038159" y="2563340"/>
                  <a:pt x="1023058" y="2563340"/>
                </a:cubicBezTo>
                <a:cubicBezTo>
                  <a:pt x="1007958" y="2563340"/>
                  <a:pt x="995716" y="2551098"/>
                  <a:pt x="995716" y="2535997"/>
                </a:cubicBezTo>
                <a:cubicBezTo>
                  <a:pt x="995716" y="2520897"/>
                  <a:pt x="1007958" y="2508655"/>
                  <a:pt x="1023058" y="2508655"/>
                </a:cubicBezTo>
                <a:close/>
                <a:moveTo>
                  <a:pt x="366843" y="2506377"/>
                </a:moveTo>
                <a:cubicBezTo>
                  <a:pt x="383608" y="2506334"/>
                  <a:pt x="397545" y="2519276"/>
                  <a:pt x="398742" y="2535998"/>
                </a:cubicBezTo>
                <a:cubicBezTo>
                  <a:pt x="398782" y="2554019"/>
                  <a:pt x="384824" y="2568974"/>
                  <a:pt x="366843" y="2570176"/>
                </a:cubicBezTo>
                <a:cubicBezTo>
                  <a:pt x="348822" y="2570216"/>
                  <a:pt x="333866" y="2556257"/>
                  <a:pt x="332665" y="2538277"/>
                </a:cubicBezTo>
                <a:cubicBezTo>
                  <a:pt x="333866" y="2520296"/>
                  <a:pt x="348822" y="2506337"/>
                  <a:pt x="366843" y="2506377"/>
                </a:cubicBezTo>
                <a:close/>
                <a:moveTo>
                  <a:pt x="804320" y="2479034"/>
                </a:moveTo>
                <a:cubicBezTo>
                  <a:pt x="835780" y="2479034"/>
                  <a:pt x="861283" y="2504537"/>
                  <a:pt x="861283" y="2535997"/>
                </a:cubicBezTo>
                <a:cubicBezTo>
                  <a:pt x="861283" y="2567457"/>
                  <a:pt x="835780" y="2592960"/>
                  <a:pt x="804320" y="2592960"/>
                </a:cubicBezTo>
                <a:cubicBezTo>
                  <a:pt x="772860" y="2592960"/>
                  <a:pt x="747357" y="2567457"/>
                  <a:pt x="747357" y="2535997"/>
                </a:cubicBezTo>
                <a:cubicBezTo>
                  <a:pt x="747357" y="2504537"/>
                  <a:pt x="772860" y="2479034"/>
                  <a:pt x="804320" y="2479034"/>
                </a:cubicBezTo>
                <a:close/>
                <a:moveTo>
                  <a:pt x="3973747" y="2458528"/>
                </a:moveTo>
                <a:lnTo>
                  <a:pt x="3973747" y="2476756"/>
                </a:lnTo>
                <a:cubicBezTo>
                  <a:pt x="3969191" y="2476756"/>
                  <a:pt x="3973747" y="2458528"/>
                  <a:pt x="3973747" y="2458528"/>
                </a:cubicBezTo>
                <a:close/>
                <a:moveTo>
                  <a:pt x="683558" y="2451692"/>
                </a:moveTo>
                <a:cubicBezTo>
                  <a:pt x="698659" y="2451692"/>
                  <a:pt x="710901" y="2463933"/>
                  <a:pt x="710901" y="2479034"/>
                </a:cubicBezTo>
                <a:cubicBezTo>
                  <a:pt x="710901" y="2494135"/>
                  <a:pt x="698659" y="2506377"/>
                  <a:pt x="683558" y="2506377"/>
                </a:cubicBezTo>
                <a:cubicBezTo>
                  <a:pt x="668458" y="2506377"/>
                  <a:pt x="656216" y="2494135"/>
                  <a:pt x="656216" y="2479034"/>
                </a:cubicBezTo>
                <a:cubicBezTo>
                  <a:pt x="656216" y="2463934"/>
                  <a:pt x="668458" y="2451692"/>
                  <a:pt x="683558" y="2451692"/>
                </a:cubicBezTo>
                <a:close/>
                <a:moveTo>
                  <a:pt x="255196" y="2451692"/>
                </a:moveTo>
                <a:cubicBezTo>
                  <a:pt x="264004" y="2451692"/>
                  <a:pt x="271145" y="2458833"/>
                  <a:pt x="271145" y="2467642"/>
                </a:cubicBezTo>
                <a:cubicBezTo>
                  <a:pt x="271145" y="2476450"/>
                  <a:pt x="264004" y="2483591"/>
                  <a:pt x="255196" y="2483591"/>
                </a:cubicBezTo>
                <a:cubicBezTo>
                  <a:pt x="246387" y="2483591"/>
                  <a:pt x="239246" y="2476450"/>
                  <a:pt x="239246" y="2467642"/>
                </a:cubicBezTo>
                <a:cubicBezTo>
                  <a:pt x="239246" y="2458833"/>
                  <a:pt x="246387" y="2451692"/>
                  <a:pt x="255196" y="2451692"/>
                </a:cubicBezTo>
                <a:close/>
                <a:moveTo>
                  <a:pt x="911410" y="2433464"/>
                </a:moveTo>
                <a:cubicBezTo>
                  <a:pt x="931545" y="2433464"/>
                  <a:pt x="947867" y="2449786"/>
                  <a:pt x="947867" y="2469920"/>
                </a:cubicBezTo>
                <a:cubicBezTo>
                  <a:pt x="947867" y="2490055"/>
                  <a:pt x="931545" y="2506377"/>
                  <a:pt x="911410" y="2506377"/>
                </a:cubicBezTo>
                <a:cubicBezTo>
                  <a:pt x="891276" y="2506377"/>
                  <a:pt x="874954" y="2490055"/>
                  <a:pt x="874954" y="2469920"/>
                </a:cubicBezTo>
                <a:cubicBezTo>
                  <a:pt x="874954" y="2449786"/>
                  <a:pt x="891276" y="2433464"/>
                  <a:pt x="911410" y="2433464"/>
                </a:cubicBezTo>
                <a:close/>
                <a:moveTo>
                  <a:pt x="36456" y="2433464"/>
                </a:moveTo>
                <a:cubicBezTo>
                  <a:pt x="56591" y="2433464"/>
                  <a:pt x="72913" y="2449786"/>
                  <a:pt x="72913" y="2469920"/>
                </a:cubicBezTo>
                <a:cubicBezTo>
                  <a:pt x="72913" y="2490055"/>
                  <a:pt x="56591" y="2506377"/>
                  <a:pt x="36456" y="2506377"/>
                </a:cubicBezTo>
                <a:cubicBezTo>
                  <a:pt x="16322" y="2506377"/>
                  <a:pt x="0" y="2490055"/>
                  <a:pt x="0" y="2469920"/>
                </a:cubicBezTo>
                <a:cubicBezTo>
                  <a:pt x="0" y="2449786"/>
                  <a:pt x="16322" y="2433464"/>
                  <a:pt x="36456" y="2433464"/>
                </a:cubicBezTo>
                <a:close/>
                <a:moveTo>
                  <a:pt x="473934" y="2419793"/>
                </a:moveTo>
                <a:cubicBezTo>
                  <a:pt x="497844" y="2419793"/>
                  <a:pt x="517226" y="2439175"/>
                  <a:pt x="517226" y="2463085"/>
                </a:cubicBezTo>
                <a:cubicBezTo>
                  <a:pt x="517226" y="2486994"/>
                  <a:pt x="497844" y="2506377"/>
                  <a:pt x="473934" y="2506377"/>
                </a:cubicBezTo>
                <a:cubicBezTo>
                  <a:pt x="450024" y="2506377"/>
                  <a:pt x="430642" y="2486994"/>
                  <a:pt x="430642" y="2463085"/>
                </a:cubicBezTo>
                <a:cubicBezTo>
                  <a:pt x="430642" y="2439175"/>
                  <a:pt x="450024" y="2419793"/>
                  <a:pt x="473934" y="2419793"/>
                </a:cubicBezTo>
                <a:close/>
                <a:moveTo>
                  <a:pt x="148104" y="2385615"/>
                </a:moveTo>
                <a:cubicBezTo>
                  <a:pt x="150546" y="2389845"/>
                  <a:pt x="150546" y="2395056"/>
                  <a:pt x="148104" y="2399286"/>
                </a:cubicBezTo>
                <a:lnTo>
                  <a:pt x="148104" y="2410679"/>
                </a:lnTo>
                <a:cubicBezTo>
                  <a:pt x="141361" y="2410773"/>
                  <a:pt x="135556" y="2405936"/>
                  <a:pt x="134433" y="2399286"/>
                </a:cubicBezTo>
                <a:cubicBezTo>
                  <a:pt x="134433" y="2391736"/>
                  <a:pt x="140554" y="2385615"/>
                  <a:pt x="148104" y="2385615"/>
                </a:cubicBezTo>
                <a:close/>
                <a:moveTo>
                  <a:pt x="585582" y="2378779"/>
                </a:moveTo>
                <a:cubicBezTo>
                  <a:pt x="596907" y="2378779"/>
                  <a:pt x="606088" y="2387960"/>
                  <a:pt x="606088" y="2399286"/>
                </a:cubicBezTo>
                <a:cubicBezTo>
                  <a:pt x="606088" y="2410611"/>
                  <a:pt x="596907" y="2419793"/>
                  <a:pt x="585582" y="2419793"/>
                </a:cubicBezTo>
                <a:cubicBezTo>
                  <a:pt x="574256" y="2419793"/>
                  <a:pt x="565075" y="2410611"/>
                  <a:pt x="565075" y="2399286"/>
                </a:cubicBezTo>
                <a:cubicBezTo>
                  <a:pt x="565075" y="2387960"/>
                  <a:pt x="574256" y="2378779"/>
                  <a:pt x="585582" y="2378779"/>
                </a:cubicBezTo>
                <a:close/>
                <a:moveTo>
                  <a:pt x="1023058" y="2367387"/>
                </a:moveTo>
                <a:cubicBezTo>
                  <a:pt x="1040676" y="2367387"/>
                  <a:pt x="1054958" y="2381669"/>
                  <a:pt x="1054958" y="2399286"/>
                </a:cubicBezTo>
                <a:cubicBezTo>
                  <a:pt x="1054958" y="2416904"/>
                  <a:pt x="1040676" y="2431186"/>
                  <a:pt x="1023058" y="2431186"/>
                </a:cubicBezTo>
                <a:cubicBezTo>
                  <a:pt x="1005441" y="2431186"/>
                  <a:pt x="991159" y="2416904"/>
                  <a:pt x="991159" y="2399286"/>
                </a:cubicBezTo>
                <a:cubicBezTo>
                  <a:pt x="991159" y="2381669"/>
                  <a:pt x="1005441" y="2367387"/>
                  <a:pt x="1023058" y="2367387"/>
                </a:cubicBezTo>
                <a:close/>
                <a:moveTo>
                  <a:pt x="366843" y="2362830"/>
                </a:moveTo>
                <a:cubicBezTo>
                  <a:pt x="386978" y="2362830"/>
                  <a:pt x="403300" y="2379152"/>
                  <a:pt x="403300" y="2399286"/>
                </a:cubicBezTo>
                <a:cubicBezTo>
                  <a:pt x="403300" y="2419421"/>
                  <a:pt x="386978" y="2435743"/>
                  <a:pt x="366843" y="2435743"/>
                </a:cubicBezTo>
                <a:cubicBezTo>
                  <a:pt x="346709" y="2435743"/>
                  <a:pt x="330387" y="2419421"/>
                  <a:pt x="330387" y="2399286"/>
                </a:cubicBezTo>
                <a:cubicBezTo>
                  <a:pt x="330387" y="2379152"/>
                  <a:pt x="346709" y="2362830"/>
                  <a:pt x="366843" y="2362830"/>
                </a:cubicBezTo>
                <a:close/>
                <a:moveTo>
                  <a:pt x="804320" y="2342323"/>
                </a:moveTo>
                <a:cubicBezTo>
                  <a:pt x="835780" y="2342323"/>
                  <a:pt x="861283" y="2367826"/>
                  <a:pt x="861283" y="2399286"/>
                </a:cubicBezTo>
                <a:cubicBezTo>
                  <a:pt x="861283" y="2430746"/>
                  <a:pt x="835780" y="2456249"/>
                  <a:pt x="804320" y="2456249"/>
                </a:cubicBezTo>
                <a:cubicBezTo>
                  <a:pt x="772860" y="2456249"/>
                  <a:pt x="747357" y="2430746"/>
                  <a:pt x="747357" y="2399286"/>
                </a:cubicBezTo>
                <a:cubicBezTo>
                  <a:pt x="747357" y="2367826"/>
                  <a:pt x="772860" y="2342323"/>
                  <a:pt x="804320" y="2342323"/>
                </a:cubicBezTo>
                <a:close/>
                <a:moveTo>
                  <a:pt x="41014" y="2328652"/>
                </a:moveTo>
                <a:cubicBezTo>
                  <a:pt x="48564" y="2328652"/>
                  <a:pt x="54685" y="2334773"/>
                  <a:pt x="54685" y="2342323"/>
                </a:cubicBezTo>
                <a:cubicBezTo>
                  <a:pt x="50455" y="2344765"/>
                  <a:pt x="45243" y="2344765"/>
                  <a:pt x="41014" y="2342323"/>
                </a:cubicBezTo>
                <a:cubicBezTo>
                  <a:pt x="38571" y="2338093"/>
                  <a:pt x="38571" y="2332882"/>
                  <a:pt x="41014" y="2328652"/>
                </a:cubicBezTo>
                <a:close/>
                <a:moveTo>
                  <a:pt x="259753" y="2319538"/>
                </a:moveTo>
                <a:cubicBezTo>
                  <a:pt x="266045" y="2319538"/>
                  <a:pt x="271145" y="2324638"/>
                  <a:pt x="271145" y="2330931"/>
                </a:cubicBezTo>
                <a:cubicBezTo>
                  <a:pt x="271145" y="2337223"/>
                  <a:pt x="266045" y="2342323"/>
                  <a:pt x="259753" y="2342323"/>
                </a:cubicBezTo>
                <a:cubicBezTo>
                  <a:pt x="253461" y="2342323"/>
                  <a:pt x="248360" y="2337223"/>
                  <a:pt x="248360" y="2330931"/>
                </a:cubicBezTo>
                <a:cubicBezTo>
                  <a:pt x="248360" y="2324638"/>
                  <a:pt x="253461" y="2319538"/>
                  <a:pt x="259753" y="2319538"/>
                </a:cubicBezTo>
                <a:close/>
                <a:moveTo>
                  <a:pt x="699507" y="2303588"/>
                </a:moveTo>
                <a:cubicBezTo>
                  <a:pt x="714608" y="2303588"/>
                  <a:pt x="726850" y="2315829"/>
                  <a:pt x="726850" y="2330930"/>
                </a:cubicBezTo>
                <a:cubicBezTo>
                  <a:pt x="725762" y="2345557"/>
                  <a:pt x="714134" y="2357185"/>
                  <a:pt x="699507" y="2358273"/>
                </a:cubicBezTo>
                <a:cubicBezTo>
                  <a:pt x="684407" y="2358273"/>
                  <a:pt x="672165" y="2346031"/>
                  <a:pt x="672165" y="2330930"/>
                </a:cubicBezTo>
                <a:cubicBezTo>
                  <a:pt x="672165" y="2315830"/>
                  <a:pt x="684407" y="2303588"/>
                  <a:pt x="699507" y="2303588"/>
                </a:cubicBezTo>
                <a:close/>
                <a:moveTo>
                  <a:pt x="478490" y="2301310"/>
                </a:moveTo>
                <a:cubicBezTo>
                  <a:pt x="494850" y="2301310"/>
                  <a:pt x="508111" y="2314572"/>
                  <a:pt x="508111" y="2330931"/>
                </a:cubicBezTo>
                <a:cubicBezTo>
                  <a:pt x="508114" y="2331723"/>
                  <a:pt x="508082" y="2332515"/>
                  <a:pt x="508016" y="2333305"/>
                </a:cubicBezTo>
                <a:cubicBezTo>
                  <a:pt x="506758" y="2348353"/>
                  <a:pt x="493539" y="2359532"/>
                  <a:pt x="478490" y="2358273"/>
                </a:cubicBezTo>
                <a:cubicBezTo>
                  <a:pt x="463390" y="2358273"/>
                  <a:pt x="451148" y="2346032"/>
                  <a:pt x="451148" y="2330931"/>
                </a:cubicBezTo>
                <a:cubicBezTo>
                  <a:pt x="451102" y="2315422"/>
                  <a:pt x="463027" y="2302503"/>
                  <a:pt x="478490" y="2301310"/>
                </a:cubicBezTo>
                <a:close/>
                <a:moveTo>
                  <a:pt x="911411" y="2285360"/>
                </a:moveTo>
                <a:cubicBezTo>
                  <a:pt x="936578" y="2285360"/>
                  <a:pt x="956981" y="2305762"/>
                  <a:pt x="956981" y="2330930"/>
                </a:cubicBezTo>
                <a:cubicBezTo>
                  <a:pt x="956982" y="2331710"/>
                  <a:pt x="956962" y="2332490"/>
                  <a:pt x="956921" y="2333269"/>
                </a:cubicBezTo>
                <a:cubicBezTo>
                  <a:pt x="955663" y="2357145"/>
                  <a:pt x="935287" y="2375481"/>
                  <a:pt x="911411" y="2374222"/>
                </a:cubicBezTo>
                <a:lnTo>
                  <a:pt x="911410" y="2374222"/>
                </a:lnTo>
                <a:cubicBezTo>
                  <a:pt x="910632" y="2374263"/>
                  <a:pt x="909852" y="2374283"/>
                  <a:pt x="909072" y="2374282"/>
                </a:cubicBezTo>
                <a:cubicBezTo>
                  <a:pt x="885162" y="2374249"/>
                  <a:pt x="865807" y="2354840"/>
                  <a:pt x="865840" y="2330930"/>
                </a:cubicBezTo>
                <a:cubicBezTo>
                  <a:pt x="865840" y="2305763"/>
                  <a:pt x="886243" y="2285360"/>
                  <a:pt x="911411" y="2285360"/>
                </a:cubicBezTo>
                <a:close/>
                <a:moveTo>
                  <a:pt x="594696" y="2242068"/>
                </a:moveTo>
                <a:cubicBezTo>
                  <a:pt x="606021" y="2242068"/>
                  <a:pt x="615202" y="2251249"/>
                  <a:pt x="615202" y="2262575"/>
                </a:cubicBezTo>
                <a:cubicBezTo>
                  <a:pt x="615202" y="2273900"/>
                  <a:pt x="606021" y="2283082"/>
                  <a:pt x="594696" y="2283082"/>
                </a:cubicBezTo>
                <a:cubicBezTo>
                  <a:pt x="583370" y="2283082"/>
                  <a:pt x="574189" y="2273900"/>
                  <a:pt x="574189" y="2262575"/>
                </a:cubicBezTo>
                <a:cubicBezTo>
                  <a:pt x="574189" y="2251249"/>
                  <a:pt x="583370" y="2242068"/>
                  <a:pt x="594696" y="2242068"/>
                </a:cubicBezTo>
                <a:close/>
                <a:moveTo>
                  <a:pt x="375957" y="2232954"/>
                </a:moveTo>
                <a:cubicBezTo>
                  <a:pt x="392316" y="2232954"/>
                  <a:pt x="405578" y="2246216"/>
                  <a:pt x="405578" y="2262575"/>
                </a:cubicBezTo>
                <a:cubicBezTo>
                  <a:pt x="405578" y="2278934"/>
                  <a:pt x="392316" y="2292196"/>
                  <a:pt x="375957" y="2292196"/>
                </a:cubicBezTo>
                <a:cubicBezTo>
                  <a:pt x="359598" y="2292196"/>
                  <a:pt x="346336" y="2278934"/>
                  <a:pt x="346336" y="2262575"/>
                </a:cubicBezTo>
                <a:cubicBezTo>
                  <a:pt x="346336" y="2246216"/>
                  <a:pt x="359598" y="2232954"/>
                  <a:pt x="375957" y="2232954"/>
                </a:cubicBezTo>
                <a:close/>
                <a:moveTo>
                  <a:pt x="1036729" y="2217004"/>
                </a:moveTo>
                <a:cubicBezTo>
                  <a:pt x="1061897" y="2217004"/>
                  <a:pt x="1082300" y="2237406"/>
                  <a:pt x="1082300" y="2262574"/>
                </a:cubicBezTo>
                <a:cubicBezTo>
                  <a:pt x="1082300" y="2287742"/>
                  <a:pt x="1061897" y="2308145"/>
                  <a:pt x="1036729" y="2308145"/>
                </a:cubicBezTo>
                <a:cubicBezTo>
                  <a:pt x="1011562" y="2308145"/>
                  <a:pt x="991159" y="2287742"/>
                  <a:pt x="991159" y="2262574"/>
                </a:cubicBezTo>
                <a:cubicBezTo>
                  <a:pt x="991159" y="2237407"/>
                  <a:pt x="1011562" y="2217004"/>
                  <a:pt x="1036729" y="2217004"/>
                </a:cubicBezTo>
                <a:close/>
                <a:moveTo>
                  <a:pt x="815712" y="2205612"/>
                </a:moveTo>
                <a:cubicBezTo>
                  <a:pt x="847172" y="2205612"/>
                  <a:pt x="872675" y="2231115"/>
                  <a:pt x="872675" y="2262575"/>
                </a:cubicBezTo>
                <a:cubicBezTo>
                  <a:pt x="872675" y="2294035"/>
                  <a:pt x="847172" y="2319538"/>
                  <a:pt x="815712" y="2319538"/>
                </a:cubicBezTo>
                <a:cubicBezTo>
                  <a:pt x="784252" y="2319538"/>
                  <a:pt x="758749" y="2294035"/>
                  <a:pt x="758749" y="2262575"/>
                </a:cubicBezTo>
                <a:cubicBezTo>
                  <a:pt x="758749" y="2231115"/>
                  <a:pt x="784252" y="2205612"/>
                  <a:pt x="815712" y="2205612"/>
                </a:cubicBezTo>
                <a:close/>
                <a:moveTo>
                  <a:pt x="273423" y="2171433"/>
                </a:moveTo>
                <a:cubicBezTo>
                  <a:pt x="286007" y="2171433"/>
                  <a:pt x="296209" y="2181634"/>
                  <a:pt x="296209" y="2194218"/>
                </a:cubicBezTo>
                <a:cubicBezTo>
                  <a:pt x="296209" y="2206802"/>
                  <a:pt x="286007" y="2217004"/>
                  <a:pt x="273423" y="2217004"/>
                </a:cubicBezTo>
                <a:cubicBezTo>
                  <a:pt x="260839" y="2217004"/>
                  <a:pt x="250638" y="2206802"/>
                  <a:pt x="250638" y="2194218"/>
                </a:cubicBezTo>
                <a:cubicBezTo>
                  <a:pt x="250638" y="2181634"/>
                  <a:pt x="260839" y="2171433"/>
                  <a:pt x="273423" y="2171433"/>
                </a:cubicBezTo>
                <a:close/>
                <a:moveTo>
                  <a:pt x="701749" y="2171066"/>
                </a:moveTo>
                <a:cubicBezTo>
                  <a:pt x="715064" y="2167280"/>
                  <a:pt x="728926" y="2175006"/>
                  <a:pt x="732712" y="2188320"/>
                </a:cubicBezTo>
                <a:cubicBezTo>
                  <a:pt x="736497" y="2201635"/>
                  <a:pt x="728772" y="2215497"/>
                  <a:pt x="715457" y="2219283"/>
                </a:cubicBezTo>
                <a:cubicBezTo>
                  <a:pt x="712919" y="2220004"/>
                  <a:pt x="710284" y="2220320"/>
                  <a:pt x="707648" y="2220220"/>
                </a:cubicBezTo>
                <a:cubicBezTo>
                  <a:pt x="693816" y="2219692"/>
                  <a:pt x="683030" y="2208051"/>
                  <a:pt x="683558" y="2194219"/>
                </a:cubicBezTo>
                <a:cubicBezTo>
                  <a:pt x="683971" y="2183377"/>
                  <a:pt x="691313" y="2174033"/>
                  <a:pt x="701749" y="2171066"/>
                </a:cubicBezTo>
                <a:close/>
                <a:moveTo>
                  <a:pt x="954658" y="2162504"/>
                </a:moveTo>
                <a:cubicBezTo>
                  <a:pt x="972854" y="2167525"/>
                  <a:pt x="983534" y="2186347"/>
                  <a:pt x="978512" y="2204542"/>
                </a:cubicBezTo>
                <a:cubicBezTo>
                  <a:pt x="973491" y="2222738"/>
                  <a:pt x="954670" y="2233418"/>
                  <a:pt x="936474" y="2228397"/>
                </a:cubicBezTo>
                <a:cubicBezTo>
                  <a:pt x="921212" y="2224185"/>
                  <a:pt x="910840" y="2210042"/>
                  <a:pt x="911410" y="2194219"/>
                </a:cubicBezTo>
                <a:cubicBezTo>
                  <a:pt x="911506" y="2191561"/>
                  <a:pt x="911912" y="2188923"/>
                  <a:pt x="912620" y="2186359"/>
                </a:cubicBezTo>
                <a:cubicBezTo>
                  <a:pt x="917641" y="2168163"/>
                  <a:pt x="936462" y="2157483"/>
                  <a:pt x="954658" y="2162504"/>
                </a:cubicBezTo>
                <a:close/>
                <a:moveTo>
                  <a:pt x="494440" y="2157763"/>
                </a:moveTo>
                <a:cubicBezTo>
                  <a:pt x="513679" y="2158967"/>
                  <a:pt x="528656" y="2174942"/>
                  <a:pt x="528618" y="2194219"/>
                </a:cubicBezTo>
                <a:cubicBezTo>
                  <a:pt x="528618" y="2213095"/>
                  <a:pt x="513316" y="2228397"/>
                  <a:pt x="494440" y="2228397"/>
                </a:cubicBezTo>
                <a:cubicBezTo>
                  <a:pt x="494393" y="2228400"/>
                  <a:pt x="494345" y="2228403"/>
                  <a:pt x="494298" y="2228406"/>
                </a:cubicBezTo>
                <a:cubicBezTo>
                  <a:pt x="474200" y="2229622"/>
                  <a:pt x="456922" y="2214316"/>
                  <a:pt x="455705" y="2194219"/>
                </a:cubicBezTo>
                <a:cubicBezTo>
                  <a:pt x="455704" y="2193435"/>
                  <a:pt x="455727" y="2192651"/>
                  <a:pt x="455776" y="2191869"/>
                </a:cubicBezTo>
                <a:cubicBezTo>
                  <a:pt x="457035" y="2171774"/>
                  <a:pt x="474345" y="2156504"/>
                  <a:pt x="494440" y="2157763"/>
                </a:cubicBezTo>
                <a:close/>
                <a:moveTo>
                  <a:pt x="1061793" y="2098521"/>
                </a:moveTo>
                <a:cubicBezTo>
                  <a:pt x="1078152" y="2098521"/>
                  <a:pt x="1091414" y="2111783"/>
                  <a:pt x="1091414" y="2128142"/>
                </a:cubicBezTo>
                <a:cubicBezTo>
                  <a:pt x="1091417" y="2128934"/>
                  <a:pt x="1091385" y="2129726"/>
                  <a:pt x="1091319" y="2130516"/>
                </a:cubicBezTo>
                <a:cubicBezTo>
                  <a:pt x="1090061" y="2145564"/>
                  <a:pt x="1076842" y="2156743"/>
                  <a:pt x="1061793" y="2155484"/>
                </a:cubicBezTo>
                <a:cubicBezTo>
                  <a:pt x="1046693" y="2155484"/>
                  <a:pt x="1034451" y="2143243"/>
                  <a:pt x="1034451" y="2128142"/>
                </a:cubicBezTo>
                <a:cubicBezTo>
                  <a:pt x="1034385" y="2127353"/>
                  <a:pt x="1034353" y="2126561"/>
                  <a:pt x="1034356" y="2125768"/>
                </a:cubicBezTo>
                <a:cubicBezTo>
                  <a:pt x="1034409" y="2110668"/>
                  <a:pt x="1046693" y="2098469"/>
                  <a:pt x="1061793" y="2098521"/>
                </a:cubicBezTo>
                <a:close/>
                <a:moveTo>
                  <a:pt x="394185" y="2096242"/>
                </a:moveTo>
                <a:cubicBezTo>
                  <a:pt x="410544" y="2096242"/>
                  <a:pt x="423806" y="2109504"/>
                  <a:pt x="423806" y="2125863"/>
                </a:cubicBezTo>
                <a:cubicBezTo>
                  <a:pt x="423806" y="2142222"/>
                  <a:pt x="410544" y="2155484"/>
                  <a:pt x="394185" y="2155484"/>
                </a:cubicBezTo>
                <a:cubicBezTo>
                  <a:pt x="377826" y="2155484"/>
                  <a:pt x="364564" y="2142222"/>
                  <a:pt x="364564" y="2125863"/>
                </a:cubicBezTo>
                <a:cubicBezTo>
                  <a:pt x="364564" y="2109504"/>
                  <a:pt x="377826" y="2096242"/>
                  <a:pt x="394185" y="2096242"/>
                </a:cubicBezTo>
                <a:close/>
                <a:moveTo>
                  <a:pt x="615202" y="2087128"/>
                </a:moveTo>
                <a:cubicBezTo>
                  <a:pt x="636595" y="2087128"/>
                  <a:pt x="653937" y="2104470"/>
                  <a:pt x="653937" y="2125863"/>
                </a:cubicBezTo>
                <a:cubicBezTo>
                  <a:pt x="654038" y="2127431"/>
                  <a:pt x="654038" y="2129004"/>
                  <a:pt x="653937" y="2130572"/>
                </a:cubicBezTo>
                <a:cubicBezTo>
                  <a:pt x="652636" y="2150665"/>
                  <a:pt x="635294" y="2165898"/>
                  <a:pt x="615202" y="2164598"/>
                </a:cubicBezTo>
                <a:cubicBezTo>
                  <a:pt x="593809" y="2164598"/>
                  <a:pt x="576467" y="2147256"/>
                  <a:pt x="576467" y="2125863"/>
                </a:cubicBezTo>
                <a:cubicBezTo>
                  <a:pt x="577599" y="2104957"/>
                  <a:pt x="594296" y="2088261"/>
                  <a:pt x="615202" y="2087128"/>
                </a:cubicBezTo>
                <a:close/>
                <a:moveTo>
                  <a:pt x="838497" y="2068900"/>
                </a:moveTo>
                <a:cubicBezTo>
                  <a:pt x="869957" y="2068900"/>
                  <a:pt x="895460" y="2094403"/>
                  <a:pt x="895460" y="2125863"/>
                </a:cubicBezTo>
                <a:cubicBezTo>
                  <a:pt x="895484" y="2157712"/>
                  <a:pt x="870322" y="2183880"/>
                  <a:pt x="838497" y="2185105"/>
                </a:cubicBezTo>
                <a:cubicBezTo>
                  <a:pt x="806672" y="2183880"/>
                  <a:pt x="781510" y="2157712"/>
                  <a:pt x="781534" y="2125863"/>
                </a:cubicBezTo>
                <a:cubicBezTo>
                  <a:pt x="781534" y="2094403"/>
                  <a:pt x="807037" y="2068900"/>
                  <a:pt x="838497" y="2068900"/>
                </a:cubicBezTo>
                <a:close/>
                <a:moveTo>
                  <a:pt x="4591227" y="2057507"/>
                </a:moveTo>
                <a:lnTo>
                  <a:pt x="4593507" y="2057507"/>
                </a:lnTo>
                <a:lnTo>
                  <a:pt x="4591227" y="2059786"/>
                </a:lnTo>
                <a:close/>
                <a:moveTo>
                  <a:pt x="4367931" y="2057507"/>
                </a:moveTo>
                <a:lnTo>
                  <a:pt x="4370211" y="2057507"/>
                </a:lnTo>
                <a:lnTo>
                  <a:pt x="4370211" y="2059786"/>
                </a:lnTo>
                <a:close/>
                <a:moveTo>
                  <a:pt x="4032991" y="2057507"/>
                </a:moveTo>
                <a:lnTo>
                  <a:pt x="4032991" y="2059786"/>
                </a:lnTo>
                <a:lnTo>
                  <a:pt x="4032991" y="2062064"/>
                </a:lnTo>
                <a:lnTo>
                  <a:pt x="4030711" y="2059786"/>
                </a:lnTo>
                <a:close/>
                <a:moveTo>
                  <a:pt x="3691211" y="2052950"/>
                </a:moveTo>
                <a:lnTo>
                  <a:pt x="3691211" y="2071178"/>
                </a:lnTo>
                <a:cubicBezTo>
                  <a:pt x="3686653" y="2071178"/>
                  <a:pt x="3691211" y="2052950"/>
                  <a:pt x="3691211" y="2052950"/>
                </a:cubicBezTo>
                <a:close/>
                <a:moveTo>
                  <a:pt x="724571" y="2050672"/>
                </a:moveTo>
                <a:cubicBezTo>
                  <a:pt x="730211" y="2047416"/>
                  <a:pt x="737159" y="2047416"/>
                  <a:pt x="742799" y="2050672"/>
                </a:cubicBezTo>
                <a:cubicBezTo>
                  <a:pt x="747834" y="2048223"/>
                  <a:pt x="753714" y="2048223"/>
                  <a:pt x="758749" y="2050672"/>
                </a:cubicBezTo>
                <a:cubicBezTo>
                  <a:pt x="761376" y="2054265"/>
                  <a:pt x="762382" y="2058792"/>
                  <a:pt x="761524" y="2063159"/>
                </a:cubicBezTo>
                <a:cubicBezTo>
                  <a:pt x="759826" y="2071803"/>
                  <a:pt x="751443" y="2077434"/>
                  <a:pt x="742799" y="2075736"/>
                </a:cubicBezTo>
                <a:cubicBezTo>
                  <a:pt x="737289" y="2077999"/>
                  <a:pt x="730977" y="2077002"/>
                  <a:pt x="726432" y="2073152"/>
                </a:cubicBezTo>
                <a:cubicBezTo>
                  <a:pt x="719710" y="2067458"/>
                  <a:pt x="718877" y="2057393"/>
                  <a:pt x="724571" y="2050672"/>
                </a:cubicBezTo>
                <a:close/>
                <a:moveTo>
                  <a:pt x="293930" y="2048393"/>
                </a:moveTo>
                <a:lnTo>
                  <a:pt x="293930" y="2066621"/>
                </a:lnTo>
                <a:cubicBezTo>
                  <a:pt x="289373" y="2066621"/>
                  <a:pt x="293930" y="2048393"/>
                  <a:pt x="293930" y="2048393"/>
                </a:cubicBezTo>
                <a:close/>
                <a:moveTo>
                  <a:pt x="1196226" y="2021051"/>
                </a:moveTo>
                <a:cubicBezTo>
                  <a:pt x="1218878" y="2021051"/>
                  <a:pt x="1237240" y="2039413"/>
                  <a:pt x="1237240" y="2062064"/>
                </a:cubicBezTo>
                <a:cubicBezTo>
                  <a:pt x="1237240" y="2084716"/>
                  <a:pt x="1218877" y="2103078"/>
                  <a:pt x="1196226" y="2103078"/>
                </a:cubicBezTo>
                <a:cubicBezTo>
                  <a:pt x="1173575" y="2103078"/>
                  <a:pt x="1155213" y="2084716"/>
                  <a:pt x="1155213" y="2062064"/>
                </a:cubicBezTo>
                <a:cubicBezTo>
                  <a:pt x="1155213" y="2039413"/>
                  <a:pt x="1173575" y="2021051"/>
                  <a:pt x="1196226" y="2021051"/>
                </a:cubicBezTo>
                <a:close/>
                <a:moveTo>
                  <a:pt x="517226" y="2021051"/>
                </a:moveTo>
                <a:cubicBezTo>
                  <a:pt x="533585" y="2021051"/>
                  <a:pt x="546847" y="2034313"/>
                  <a:pt x="546847" y="2050672"/>
                </a:cubicBezTo>
                <a:cubicBezTo>
                  <a:pt x="547441" y="2053176"/>
                  <a:pt x="547707" y="2055747"/>
                  <a:pt x="547638" y="2058320"/>
                </a:cubicBezTo>
                <a:cubicBezTo>
                  <a:pt x="547195" y="2074673"/>
                  <a:pt x="533579" y="2087571"/>
                  <a:pt x="517226" y="2087128"/>
                </a:cubicBezTo>
                <a:cubicBezTo>
                  <a:pt x="514653" y="2087198"/>
                  <a:pt x="512081" y="2086932"/>
                  <a:pt x="509577" y="2086337"/>
                </a:cubicBezTo>
                <a:cubicBezTo>
                  <a:pt x="493661" y="2082556"/>
                  <a:pt x="483824" y="2066588"/>
                  <a:pt x="487605" y="2050672"/>
                </a:cubicBezTo>
                <a:cubicBezTo>
                  <a:pt x="487605" y="2034313"/>
                  <a:pt x="500867" y="2021051"/>
                  <a:pt x="517226" y="2021051"/>
                </a:cubicBezTo>
                <a:close/>
                <a:moveTo>
                  <a:pt x="421527" y="1970923"/>
                </a:moveTo>
                <a:cubicBezTo>
                  <a:pt x="431955" y="1972089"/>
                  <a:pt x="439820" y="1980938"/>
                  <a:pt x="439756" y="1991430"/>
                </a:cubicBezTo>
                <a:cubicBezTo>
                  <a:pt x="439756" y="2001497"/>
                  <a:pt x="431594" y="2009658"/>
                  <a:pt x="421527" y="2009658"/>
                </a:cubicBezTo>
                <a:cubicBezTo>
                  <a:pt x="420724" y="2009759"/>
                  <a:pt x="419915" y="2009807"/>
                  <a:pt x="419105" y="2009800"/>
                </a:cubicBezTo>
                <a:cubicBezTo>
                  <a:pt x="409038" y="2009721"/>
                  <a:pt x="400942" y="2001497"/>
                  <a:pt x="401021" y="1991430"/>
                </a:cubicBezTo>
                <a:cubicBezTo>
                  <a:pt x="401021" y="1980104"/>
                  <a:pt x="410202" y="1970923"/>
                  <a:pt x="421527" y="1970923"/>
                </a:cubicBezTo>
                <a:close/>
                <a:moveTo>
                  <a:pt x="1102806" y="1959531"/>
                </a:moveTo>
                <a:cubicBezTo>
                  <a:pt x="1122941" y="1959531"/>
                  <a:pt x="1139263" y="1975853"/>
                  <a:pt x="1139263" y="1995987"/>
                </a:cubicBezTo>
                <a:cubicBezTo>
                  <a:pt x="1139263" y="2016122"/>
                  <a:pt x="1122941" y="2032444"/>
                  <a:pt x="1102806" y="2032444"/>
                </a:cubicBezTo>
                <a:cubicBezTo>
                  <a:pt x="1082672" y="2032444"/>
                  <a:pt x="1066350" y="2016122"/>
                  <a:pt x="1066350" y="1995987"/>
                </a:cubicBezTo>
                <a:cubicBezTo>
                  <a:pt x="1066350" y="1975853"/>
                  <a:pt x="1082672" y="1959531"/>
                  <a:pt x="1102806" y="1959531"/>
                </a:cubicBezTo>
                <a:close/>
                <a:moveTo>
                  <a:pt x="872676" y="1950417"/>
                </a:moveTo>
                <a:cubicBezTo>
                  <a:pt x="900360" y="1950417"/>
                  <a:pt x="922803" y="1972860"/>
                  <a:pt x="922803" y="2000545"/>
                </a:cubicBezTo>
                <a:lnTo>
                  <a:pt x="919478" y="2017015"/>
                </a:lnTo>
                <a:lnTo>
                  <a:pt x="921071" y="2014135"/>
                </a:lnTo>
                <a:cubicBezTo>
                  <a:pt x="928333" y="2007125"/>
                  <a:pt x="937539" y="2002284"/>
                  <a:pt x="947564" y="2000343"/>
                </a:cubicBezTo>
                <a:cubicBezTo>
                  <a:pt x="954248" y="1999048"/>
                  <a:pt x="961296" y="1999043"/>
                  <a:pt x="968374" y="2000544"/>
                </a:cubicBezTo>
                <a:cubicBezTo>
                  <a:pt x="996058" y="2000544"/>
                  <a:pt x="1018501" y="2022987"/>
                  <a:pt x="1018501" y="2050672"/>
                </a:cubicBezTo>
                <a:cubicBezTo>
                  <a:pt x="1019476" y="2054841"/>
                  <a:pt x="1019912" y="2059118"/>
                  <a:pt x="1019800" y="2063397"/>
                </a:cubicBezTo>
                <a:cubicBezTo>
                  <a:pt x="1019073" y="2091073"/>
                  <a:pt x="996049" y="2112919"/>
                  <a:pt x="968374" y="2112192"/>
                </a:cubicBezTo>
                <a:lnTo>
                  <a:pt x="968374" y="2103078"/>
                </a:lnTo>
                <a:cubicBezTo>
                  <a:pt x="961208" y="2104597"/>
                  <a:pt x="953803" y="2104597"/>
                  <a:pt x="946638" y="2103078"/>
                </a:cubicBezTo>
                <a:cubicBezTo>
                  <a:pt x="918324" y="2097076"/>
                  <a:pt x="900237" y="2069257"/>
                  <a:pt x="906239" y="2040943"/>
                </a:cubicBezTo>
                <a:lnTo>
                  <a:pt x="912906" y="2028893"/>
                </a:lnTo>
                <a:lnTo>
                  <a:pt x="908121" y="2035990"/>
                </a:lnTo>
                <a:cubicBezTo>
                  <a:pt x="899050" y="2045061"/>
                  <a:pt x="886518" y="2050672"/>
                  <a:pt x="872676" y="2050672"/>
                </a:cubicBezTo>
                <a:cubicBezTo>
                  <a:pt x="844991" y="2050672"/>
                  <a:pt x="822548" y="2028229"/>
                  <a:pt x="822548" y="2000545"/>
                </a:cubicBezTo>
                <a:cubicBezTo>
                  <a:pt x="822548" y="1972860"/>
                  <a:pt x="844991" y="1950417"/>
                  <a:pt x="872676" y="1950417"/>
                </a:cubicBezTo>
                <a:close/>
                <a:moveTo>
                  <a:pt x="647102" y="1945860"/>
                </a:moveTo>
                <a:cubicBezTo>
                  <a:pt x="672269" y="1945860"/>
                  <a:pt x="692672" y="1966262"/>
                  <a:pt x="692672" y="1991430"/>
                </a:cubicBezTo>
                <a:cubicBezTo>
                  <a:pt x="692672" y="2016598"/>
                  <a:pt x="672269" y="2037001"/>
                  <a:pt x="647102" y="2037001"/>
                </a:cubicBezTo>
                <a:cubicBezTo>
                  <a:pt x="621934" y="2037001"/>
                  <a:pt x="601531" y="2016598"/>
                  <a:pt x="601531" y="1991430"/>
                </a:cubicBezTo>
                <a:cubicBezTo>
                  <a:pt x="601531" y="1966263"/>
                  <a:pt x="621934" y="1945860"/>
                  <a:pt x="647102" y="1945860"/>
                </a:cubicBezTo>
                <a:close/>
                <a:moveTo>
                  <a:pt x="1244075" y="1932188"/>
                </a:moveTo>
                <a:lnTo>
                  <a:pt x="1246353" y="1934467"/>
                </a:lnTo>
                <a:lnTo>
                  <a:pt x="1244075" y="1934467"/>
                </a:lnTo>
                <a:close/>
                <a:moveTo>
                  <a:pt x="3873491" y="1918517"/>
                </a:moveTo>
                <a:lnTo>
                  <a:pt x="3873491" y="1941302"/>
                </a:lnTo>
                <a:cubicBezTo>
                  <a:pt x="3867201" y="1941302"/>
                  <a:pt x="3862099" y="1936202"/>
                  <a:pt x="3862099" y="1929910"/>
                </a:cubicBezTo>
                <a:cubicBezTo>
                  <a:pt x="3862099" y="1923618"/>
                  <a:pt x="3867199" y="1918517"/>
                  <a:pt x="3873491" y="1918517"/>
                </a:cubicBezTo>
                <a:close/>
                <a:moveTo>
                  <a:pt x="100255" y="1900289"/>
                </a:moveTo>
                <a:cubicBezTo>
                  <a:pt x="112839" y="1900289"/>
                  <a:pt x="123040" y="1910490"/>
                  <a:pt x="123040" y="1923074"/>
                </a:cubicBezTo>
                <a:cubicBezTo>
                  <a:pt x="123040" y="1935658"/>
                  <a:pt x="112839" y="1945860"/>
                  <a:pt x="100255" y="1945860"/>
                </a:cubicBezTo>
                <a:cubicBezTo>
                  <a:pt x="87671" y="1945860"/>
                  <a:pt x="77470" y="1935658"/>
                  <a:pt x="77470" y="1923074"/>
                </a:cubicBezTo>
                <a:cubicBezTo>
                  <a:pt x="77470" y="1910490"/>
                  <a:pt x="87671" y="1900289"/>
                  <a:pt x="100255" y="1900289"/>
                </a:cubicBezTo>
                <a:close/>
                <a:moveTo>
                  <a:pt x="551403" y="1898011"/>
                </a:moveTo>
                <a:cubicBezTo>
                  <a:pt x="565608" y="1899199"/>
                  <a:pt x="576517" y="1911099"/>
                  <a:pt x="576467" y="1925353"/>
                </a:cubicBezTo>
                <a:cubicBezTo>
                  <a:pt x="576467" y="1939196"/>
                  <a:pt x="565246" y="1950417"/>
                  <a:pt x="551403" y="1950417"/>
                </a:cubicBezTo>
                <a:lnTo>
                  <a:pt x="551404" y="1950417"/>
                </a:lnTo>
                <a:cubicBezTo>
                  <a:pt x="550611" y="1950489"/>
                  <a:pt x="549816" y="1950524"/>
                  <a:pt x="549021" y="1950521"/>
                </a:cubicBezTo>
                <a:cubicBezTo>
                  <a:pt x="535179" y="1950463"/>
                  <a:pt x="524004" y="1939196"/>
                  <a:pt x="524061" y="1925353"/>
                </a:cubicBezTo>
                <a:cubicBezTo>
                  <a:pt x="524061" y="1910253"/>
                  <a:pt x="536303" y="1898011"/>
                  <a:pt x="551403" y="1898011"/>
                </a:cubicBezTo>
                <a:close/>
                <a:moveTo>
                  <a:pt x="1009387" y="1875225"/>
                </a:moveTo>
                <a:cubicBezTo>
                  <a:pt x="1039588" y="1875225"/>
                  <a:pt x="1064071" y="1899708"/>
                  <a:pt x="1064071" y="1929910"/>
                </a:cubicBezTo>
                <a:cubicBezTo>
                  <a:pt x="1064072" y="1930686"/>
                  <a:pt x="1064055" y="1931462"/>
                  <a:pt x="1064022" y="1932238"/>
                </a:cubicBezTo>
                <a:cubicBezTo>
                  <a:pt x="1062763" y="1961153"/>
                  <a:pt x="1038302" y="1983574"/>
                  <a:pt x="1009387" y="1982316"/>
                </a:cubicBezTo>
                <a:cubicBezTo>
                  <a:pt x="980444" y="1982316"/>
                  <a:pt x="956981" y="1958853"/>
                  <a:pt x="956981" y="1929910"/>
                </a:cubicBezTo>
                <a:cubicBezTo>
                  <a:pt x="956947" y="1929134"/>
                  <a:pt x="956930" y="1928358"/>
                  <a:pt x="956931" y="1927581"/>
                </a:cubicBezTo>
                <a:cubicBezTo>
                  <a:pt x="956958" y="1898638"/>
                  <a:pt x="980444" y="1875198"/>
                  <a:pt x="1009387" y="1875225"/>
                </a:cubicBezTo>
                <a:close/>
                <a:moveTo>
                  <a:pt x="683557" y="1836490"/>
                </a:moveTo>
                <a:cubicBezTo>
                  <a:pt x="697400" y="1836490"/>
                  <a:pt x="708621" y="1847712"/>
                  <a:pt x="708621" y="1861554"/>
                </a:cubicBezTo>
                <a:cubicBezTo>
                  <a:pt x="707440" y="1874500"/>
                  <a:pt x="696557" y="1884393"/>
                  <a:pt x="683557" y="1884339"/>
                </a:cubicBezTo>
                <a:lnTo>
                  <a:pt x="683557" y="1884340"/>
                </a:lnTo>
                <a:cubicBezTo>
                  <a:pt x="670974" y="1884340"/>
                  <a:pt x="660772" y="1874138"/>
                  <a:pt x="660772" y="1861554"/>
                </a:cubicBezTo>
                <a:cubicBezTo>
                  <a:pt x="660692" y="1860759"/>
                  <a:pt x="660654" y="1859960"/>
                  <a:pt x="660658" y="1859161"/>
                </a:cubicBezTo>
                <a:cubicBezTo>
                  <a:pt x="660721" y="1846577"/>
                  <a:pt x="670974" y="1836427"/>
                  <a:pt x="683557" y="1836490"/>
                </a:cubicBezTo>
                <a:close/>
                <a:moveTo>
                  <a:pt x="1152934" y="1825098"/>
                </a:moveTo>
                <a:cubicBezTo>
                  <a:pt x="1176844" y="1825098"/>
                  <a:pt x="1196226" y="1844480"/>
                  <a:pt x="1196226" y="1868390"/>
                </a:cubicBezTo>
                <a:cubicBezTo>
                  <a:pt x="1196226" y="1892299"/>
                  <a:pt x="1176844" y="1911682"/>
                  <a:pt x="1152934" y="1911682"/>
                </a:cubicBezTo>
                <a:cubicBezTo>
                  <a:pt x="1129024" y="1911682"/>
                  <a:pt x="1109642" y="1892299"/>
                  <a:pt x="1109642" y="1868390"/>
                </a:cubicBezTo>
                <a:cubicBezTo>
                  <a:pt x="1109642" y="1844480"/>
                  <a:pt x="1129024" y="1825098"/>
                  <a:pt x="1152934" y="1825098"/>
                </a:cubicBezTo>
                <a:close/>
                <a:moveTo>
                  <a:pt x="455705" y="1822820"/>
                </a:moveTo>
                <a:cubicBezTo>
                  <a:pt x="457340" y="1822803"/>
                  <a:pt x="458973" y="1822912"/>
                  <a:pt x="460591" y="1823145"/>
                </a:cubicBezTo>
                <a:cubicBezTo>
                  <a:pt x="478028" y="1825663"/>
                  <a:pt x="490122" y="1841839"/>
                  <a:pt x="487604" y="1859276"/>
                </a:cubicBezTo>
                <a:cubicBezTo>
                  <a:pt x="487607" y="1860066"/>
                  <a:pt x="487577" y="1860855"/>
                  <a:pt x="487517" y="1861642"/>
                </a:cubicBezTo>
                <a:cubicBezTo>
                  <a:pt x="486258" y="1877953"/>
                  <a:pt x="472016" y="1890155"/>
                  <a:pt x="455705" y="1888897"/>
                </a:cubicBezTo>
                <a:cubicBezTo>
                  <a:pt x="454061" y="1888916"/>
                  <a:pt x="452418" y="1888799"/>
                  <a:pt x="450793" y="1888546"/>
                </a:cubicBezTo>
                <a:cubicBezTo>
                  <a:pt x="434629" y="1886028"/>
                  <a:pt x="423566" y="1870883"/>
                  <a:pt x="426084" y="1854719"/>
                </a:cubicBezTo>
                <a:cubicBezTo>
                  <a:pt x="426023" y="1853932"/>
                  <a:pt x="425994" y="1853142"/>
                  <a:pt x="425997" y="1852353"/>
                </a:cubicBezTo>
                <a:cubicBezTo>
                  <a:pt x="426045" y="1835994"/>
                  <a:pt x="439346" y="1822771"/>
                  <a:pt x="455705" y="1822820"/>
                </a:cubicBezTo>
                <a:close/>
                <a:moveTo>
                  <a:pt x="911411" y="1809148"/>
                </a:moveTo>
                <a:cubicBezTo>
                  <a:pt x="941612" y="1809148"/>
                  <a:pt x="966095" y="1833631"/>
                  <a:pt x="966095" y="1863833"/>
                </a:cubicBezTo>
                <a:cubicBezTo>
                  <a:pt x="966095" y="1894034"/>
                  <a:pt x="941612" y="1918517"/>
                  <a:pt x="911411" y="1918517"/>
                </a:cubicBezTo>
                <a:cubicBezTo>
                  <a:pt x="881209" y="1918517"/>
                  <a:pt x="856726" y="1894034"/>
                  <a:pt x="856726" y="1863833"/>
                </a:cubicBezTo>
                <a:cubicBezTo>
                  <a:pt x="856726" y="1833631"/>
                  <a:pt x="881209" y="1809148"/>
                  <a:pt x="911411" y="1809148"/>
                </a:cubicBezTo>
                <a:close/>
                <a:moveTo>
                  <a:pt x="1307873" y="1786363"/>
                </a:moveTo>
                <a:cubicBezTo>
                  <a:pt x="1317940" y="1786363"/>
                  <a:pt x="1326101" y="1794524"/>
                  <a:pt x="1326101" y="1804591"/>
                </a:cubicBezTo>
                <a:cubicBezTo>
                  <a:pt x="1326101" y="1814658"/>
                  <a:pt x="1317940" y="1822819"/>
                  <a:pt x="1307873" y="1822819"/>
                </a:cubicBezTo>
                <a:cubicBezTo>
                  <a:pt x="1297806" y="1822819"/>
                  <a:pt x="1289645" y="1814658"/>
                  <a:pt x="1289645" y="1804591"/>
                </a:cubicBezTo>
                <a:cubicBezTo>
                  <a:pt x="1289645" y="1794524"/>
                  <a:pt x="1297806" y="1786363"/>
                  <a:pt x="1307873" y="1786363"/>
                </a:cubicBezTo>
                <a:close/>
                <a:moveTo>
                  <a:pt x="592417" y="1770413"/>
                </a:moveTo>
                <a:cubicBezTo>
                  <a:pt x="607517" y="1770413"/>
                  <a:pt x="619759" y="1782655"/>
                  <a:pt x="619759" y="1797755"/>
                </a:cubicBezTo>
                <a:cubicBezTo>
                  <a:pt x="619762" y="1798551"/>
                  <a:pt x="619728" y="1799346"/>
                  <a:pt x="619655" y="1800138"/>
                </a:cubicBezTo>
                <a:cubicBezTo>
                  <a:pt x="618397" y="1813923"/>
                  <a:pt x="606202" y="1824078"/>
                  <a:pt x="592417" y="1822819"/>
                </a:cubicBezTo>
                <a:cubicBezTo>
                  <a:pt x="578574" y="1822819"/>
                  <a:pt x="567353" y="1811598"/>
                  <a:pt x="567353" y="1797755"/>
                </a:cubicBezTo>
                <a:cubicBezTo>
                  <a:pt x="567281" y="1796963"/>
                  <a:pt x="567246" y="1796168"/>
                  <a:pt x="567249" y="1795373"/>
                </a:cubicBezTo>
                <a:cubicBezTo>
                  <a:pt x="567307" y="1781531"/>
                  <a:pt x="578574" y="1770356"/>
                  <a:pt x="592417" y="1770413"/>
                </a:cubicBezTo>
                <a:close/>
                <a:moveTo>
                  <a:pt x="364669" y="1770309"/>
                </a:moveTo>
                <a:cubicBezTo>
                  <a:pt x="378511" y="1770367"/>
                  <a:pt x="389686" y="1781634"/>
                  <a:pt x="389628" y="1795477"/>
                </a:cubicBezTo>
                <a:cubicBezTo>
                  <a:pt x="389628" y="1810577"/>
                  <a:pt x="377387" y="1822819"/>
                  <a:pt x="362286" y="1822819"/>
                </a:cubicBezTo>
                <a:cubicBezTo>
                  <a:pt x="361491" y="1822822"/>
                  <a:pt x="360696" y="1822788"/>
                  <a:pt x="359904" y="1822715"/>
                </a:cubicBezTo>
                <a:cubicBezTo>
                  <a:pt x="346119" y="1821457"/>
                  <a:pt x="335964" y="1809262"/>
                  <a:pt x="337222" y="1795477"/>
                </a:cubicBezTo>
                <a:cubicBezTo>
                  <a:pt x="337222" y="1781634"/>
                  <a:pt x="348444" y="1770413"/>
                  <a:pt x="362286" y="1770413"/>
                </a:cubicBezTo>
                <a:cubicBezTo>
                  <a:pt x="363078" y="1770341"/>
                  <a:pt x="363873" y="1770306"/>
                  <a:pt x="364669" y="1770309"/>
                </a:cubicBezTo>
                <a:close/>
                <a:moveTo>
                  <a:pt x="1064072" y="1761299"/>
                </a:moveTo>
                <a:cubicBezTo>
                  <a:pt x="1086723" y="1761299"/>
                  <a:pt x="1105085" y="1779661"/>
                  <a:pt x="1105085" y="1802312"/>
                </a:cubicBezTo>
                <a:cubicBezTo>
                  <a:pt x="1105129" y="1803092"/>
                  <a:pt x="1105150" y="1803873"/>
                  <a:pt x="1105149" y="1804654"/>
                </a:cubicBezTo>
                <a:cubicBezTo>
                  <a:pt x="1105114" y="1827305"/>
                  <a:pt x="1086723" y="1845639"/>
                  <a:pt x="1064072" y="1845604"/>
                </a:cubicBezTo>
                <a:cubicBezTo>
                  <a:pt x="1063291" y="1845606"/>
                  <a:pt x="1062510" y="1845585"/>
                  <a:pt x="1061730" y="1845541"/>
                </a:cubicBezTo>
                <a:cubicBezTo>
                  <a:pt x="1039114" y="1844283"/>
                  <a:pt x="1021800" y="1824929"/>
                  <a:pt x="1023058" y="1802312"/>
                </a:cubicBezTo>
                <a:cubicBezTo>
                  <a:pt x="1023058" y="1779661"/>
                  <a:pt x="1041421" y="1761299"/>
                  <a:pt x="1064072" y="1761299"/>
                </a:cubicBezTo>
                <a:close/>
                <a:moveTo>
                  <a:pt x="827105" y="1749907"/>
                </a:moveTo>
                <a:cubicBezTo>
                  <a:pt x="853531" y="1749907"/>
                  <a:pt x="874954" y="1771330"/>
                  <a:pt x="874954" y="1797756"/>
                </a:cubicBezTo>
                <a:cubicBezTo>
                  <a:pt x="874954" y="1824182"/>
                  <a:pt x="853531" y="1845605"/>
                  <a:pt x="827105" y="1845605"/>
                </a:cubicBezTo>
                <a:cubicBezTo>
                  <a:pt x="800679" y="1845605"/>
                  <a:pt x="779256" y="1824182"/>
                  <a:pt x="779256" y="1797756"/>
                </a:cubicBezTo>
                <a:cubicBezTo>
                  <a:pt x="779256" y="1771330"/>
                  <a:pt x="800679" y="1749907"/>
                  <a:pt x="827105" y="1749907"/>
                </a:cubicBezTo>
                <a:close/>
                <a:moveTo>
                  <a:pt x="735964" y="1706614"/>
                </a:moveTo>
                <a:cubicBezTo>
                  <a:pt x="749806" y="1706614"/>
                  <a:pt x="761027" y="1717836"/>
                  <a:pt x="761027" y="1731678"/>
                </a:cubicBezTo>
                <a:cubicBezTo>
                  <a:pt x="761100" y="1732470"/>
                  <a:pt x="761134" y="1733265"/>
                  <a:pt x="761131" y="1734061"/>
                </a:cubicBezTo>
                <a:cubicBezTo>
                  <a:pt x="761074" y="1747903"/>
                  <a:pt x="749806" y="1759078"/>
                  <a:pt x="735964" y="1759020"/>
                </a:cubicBezTo>
                <a:lnTo>
                  <a:pt x="735963" y="1759020"/>
                </a:lnTo>
                <a:cubicBezTo>
                  <a:pt x="720863" y="1759020"/>
                  <a:pt x="708621" y="1746779"/>
                  <a:pt x="708621" y="1731678"/>
                </a:cubicBezTo>
                <a:cubicBezTo>
                  <a:pt x="708618" y="1730883"/>
                  <a:pt x="708653" y="1730088"/>
                  <a:pt x="708725" y="1729296"/>
                </a:cubicBezTo>
                <a:cubicBezTo>
                  <a:pt x="709983" y="1715511"/>
                  <a:pt x="722179" y="1705356"/>
                  <a:pt x="735964" y="1706614"/>
                </a:cubicBezTo>
                <a:close/>
                <a:moveTo>
                  <a:pt x="501276" y="1702057"/>
                </a:moveTo>
                <a:cubicBezTo>
                  <a:pt x="516377" y="1702057"/>
                  <a:pt x="528619" y="1714299"/>
                  <a:pt x="528619" y="1729399"/>
                </a:cubicBezTo>
                <a:cubicBezTo>
                  <a:pt x="528622" y="1730195"/>
                  <a:pt x="528587" y="1730990"/>
                  <a:pt x="528515" y="1731782"/>
                </a:cubicBezTo>
                <a:cubicBezTo>
                  <a:pt x="527257" y="1745567"/>
                  <a:pt x="515061" y="1755722"/>
                  <a:pt x="501276" y="1754463"/>
                </a:cubicBezTo>
                <a:lnTo>
                  <a:pt x="501277" y="1754463"/>
                </a:lnTo>
                <a:cubicBezTo>
                  <a:pt x="500484" y="1754535"/>
                  <a:pt x="499689" y="1754570"/>
                  <a:pt x="498894" y="1754567"/>
                </a:cubicBezTo>
                <a:cubicBezTo>
                  <a:pt x="485052" y="1754509"/>
                  <a:pt x="473877" y="1743242"/>
                  <a:pt x="473934" y="1729399"/>
                </a:cubicBezTo>
                <a:cubicBezTo>
                  <a:pt x="473934" y="1714299"/>
                  <a:pt x="486176" y="1702057"/>
                  <a:pt x="501276" y="1702057"/>
                </a:cubicBezTo>
                <a:close/>
                <a:moveTo>
                  <a:pt x="271249" y="1699675"/>
                </a:moveTo>
                <a:cubicBezTo>
                  <a:pt x="285091" y="1699733"/>
                  <a:pt x="296266" y="1711000"/>
                  <a:pt x="296208" y="1724843"/>
                </a:cubicBezTo>
                <a:cubicBezTo>
                  <a:pt x="296208" y="1739943"/>
                  <a:pt x="283967" y="1752185"/>
                  <a:pt x="268866" y="1752185"/>
                </a:cubicBezTo>
                <a:cubicBezTo>
                  <a:pt x="268071" y="1752188"/>
                  <a:pt x="267276" y="1752154"/>
                  <a:pt x="266484" y="1752081"/>
                </a:cubicBezTo>
                <a:cubicBezTo>
                  <a:pt x="252699" y="1750823"/>
                  <a:pt x="242544" y="1738628"/>
                  <a:pt x="243802" y="1724843"/>
                </a:cubicBezTo>
                <a:cubicBezTo>
                  <a:pt x="243802" y="1711000"/>
                  <a:pt x="255024" y="1699779"/>
                  <a:pt x="268866" y="1699779"/>
                </a:cubicBezTo>
                <a:cubicBezTo>
                  <a:pt x="269658" y="1699707"/>
                  <a:pt x="270453" y="1699672"/>
                  <a:pt x="271249" y="1699675"/>
                </a:cubicBezTo>
                <a:close/>
                <a:moveTo>
                  <a:pt x="972931" y="1688386"/>
                </a:moveTo>
                <a:cubicBezTo>
                  <a:pt x="1000615" y="1688386"/>
                  <a:pt x="1023058" y="1710829"/>
                  <a:pt x="1023058" y="1738514"/>
                </a:cubicBezTo>
                <a:cubicBezTo>
                  <a:pt x="1023058" y="1766198"/>
                  <a:pt x="1000615" y="1788641"/>
                  <a:pt x="972931" y="1788641"/>
                </a:cubicBezTo>
                <a:cubicBezTo>
                  <a:pt x="945246" y="1788641"/>
                  <a:pt x="922803" y="1766198"/>
                  <a:pt x="922803" y="1738514"/>
                </a:cubicBezTo>
                <a:cubicBezTo>
                  <a:pt x="922803" y="1710829"/>
                  <a:pt x="945246" y="1688386"/>
                  <a:pt x="972931" y="1688386"/>
                </a:cubicBezTo>
                <a:close/>
                <a:moveTo>
                  <a:pt x="3880327" y="1676994"/>
                </a:moveTo>
                <a:lnTo>
                  <a:pt x="3882607" y="1676994"/>
                </a:lnTo>
                <a:lnTo>
                  <a:pt x="3880327" y="1679272"/>
                </a:lnTo>
                <a:close/>
                <a:moveTo>
                  <a:pt x="3989697" y="1672437"/>
                </a:moveTo>
                <a:cubicBezTo>
                  <a:pt x="3993927" y="1669994"/>
                  <a:pt x="3999139" y="1669994"/>
                  <a:pt x="4003367" y="1672437"/>
                </a:cubicBezTo>
                <a:lnTo>
                  <a:pt x="4014761" y="1672437"/>
                </a:lnTo>
                <a:cubicBezTo>
                  <a:pt x="4014761" y="1686108"/>
                  <a:pt x="4003367" y="1686108"/>
                  <a:pt x="4003367" y="1686108"/>
                </a:cubicBezTo>
                <a:cubicBezTo>
                  <a:pt x="3995819" y="1686108"/>
                  <a:pt x="3989697" y="1679987"/>
                  <a:pt x="3989697" y="1672437"/>
                </a:cubicBezTo>
                <a:close/>
                <a:moveTo>
                  <a:pt x="4242615" y="1665601"/>
                </a:moveTo>
                <a:lnTo>
                  <a:pt x="4242615" y="1667880"/>
                </a:lnTo>
                <a:lnTo>
                  <a:pt x="4240335" y="1667880"/>
                </a:lnTo>
                <a:close/>
                <a:moveTo>
                  <a:pt x="890904" y="1651930"/>
                </a:moveTo>
                <a:cubicBezTo>
                  <a:pt x="902229" y="1651930"/>
                  <a:pt x="911411" y="1661111"/>
                  <a:pt x="911411" y="1672437"/>
                </a:cubicBezTo>
                <a:cubicBezTo>
                  <a:pt x="911445" y="1674123"/>
                  <a:pt x="911292" y="1675807"/>
                  <a:pt x="910954" y="1677460"/>
                </a:cubicBezTo>
                <a:cubicBezTo>
                  <a:pt x="908435" y="1689789"/>
                  <a:pt x="896398" y="1697741"/>
                  <a:pt x="884068" y="1695222"/>
                </a:cubicBezTo>
                <a:cubicBezTo>
                  <a:pt x="875096" y="1691345"/>
                  <a:pt x="869596" y="1682178"/>
                  <a:pt x="870397" y="1672437"/>
                </a:cubicBezTo>
                <a:cubicBezTo>
                  <a:pt x="870397" y="1661111"/>
                  <a:pt x="879578" y="1651930"/>
                  <a:pt x="890904" y="1651930"/>
                </a:cubicBezTo>
                <a:close/>
                <a:moveTo>
                  <a:pt x="1139263" y="1629144"/>
                </a:moveTo>
                <a:cubicBezTo>
                  <a:pt x="1168206" y="1629144"/>
                  <a:pt x="1191669" y="1652607"/>
                  <a:pt x="1191669" y="1681551"/>
                </a:cubicBezTo>
                <a:lnTo>
                  <a:pt x="1189595" y="1692161"/>
                </a:lnTo>
                <a:lnTo>
                  <a:pt x="1207262" y="1682864"/>
                </a:lnTo>
                <a:cubicBezTo>
                  <a:pt x="1214230" y="1681483"/>
                  <a:pt x="1221584" y="1681445"/>
                  <a:pt x="1228977" y="1682978"/>
                </a:cubicBezTo>
                <a:cubicBezTo>
                  <a:pt x="1258549" y="1689111"/>
                  <a:pt x="1277551" y="1718055"/>
                  <a:pt x="1271418" y="1747628"/>
                </a:cubicBezTo>
                <a:cubicBezTo>
                  <a:pt x="1271419" y="1748404"/>
                  <a:pt x="1271402" y="1749180"/>
                  <a:pt x="1271368" y="1749956"/>
                </a:cubicBezTo>
                <a:cubicBezTo>
                  <a:pt x="1270110" y="1778872"/>
                  <a:pt x="1245649" y="1801292"/>
                  <a:pt x="1216733" y="1800034"/>
                </a:cubicBezTo>
                <a:cubicBezTo>
                  <a:pt x="1187790" y="1800034"/>
                  <a:pt x="1164327" y="1776571"/>
                  <a:pt x="1164327" y="1747628"/>
                </a:cubicBezTo>
                <a:lnTo>
                  <a:pt x="1164327" y="1728087"/>
                </a:lnTo>
                <a:lnTo>
                  <a:pt x="1159819" y="1731300"/>
                </a:lnTo>
                <a:cubicBezTo>
                  <a:pt x="1153530" y="1734192"/>
                  <a:pt x="1146590" y="1735929"/>
                  <a:pt x="1139263" y="1736235"/>
                </a:cubicBezTo>
                <a:cubicBezTo>
                  <a:pt x="1109061" y="1736235"/>
                  <a:pt x="1084578" y="1711752"/>
                  <a:pt x="1084578" y="1681551"/>
                </a:cubicBezTo>
                <a:cubicBezTo>
                  <a:pt x="1084577" y="1680774"/>
                  <a:pt x="1084594" y="1679998"/>
                  <a:pt x="1084628" y="1679222"/>
                </a:cubicBezTo>
                <a:cubicBezTo>
                  <a:pt x="1085886" y="1650307"/>
                  <a:pt x="1110347" y="1627886"/>
                  <a:pt x="1139263" y="1629144"/>
                </a:cubicBezTo>
                <a:close/>
                <a:moveTo>
                  <a:pt x="640266" y="1624588"/>
                </a:moveTo>
                <a:cubicBezTo>
                  <a:pt x="664175" y="1624588"/>
                  <a:pt x="683558" y="1643970"/>
                  <a:pt x="683558" y="1667880"/>
                </a:cubicBezTo>
                <a:cubicBezTo>
                  <a:pt x="683681" y="1690117"/>
                  <a:pt x="666937" y="1708831"/>
                  <a:pt x="644823" y="1711172"/>
                </a:cubicBezTo>
                <a:cubicBezTo>
                  <a:pt x="643229" y="1711341"/>
                  <a:pt x="641627" y="1711421"/>
                  <a:pt x="640024" y="1711412"/>
                </a:cubicBezTo>
                <a:cubicBezTo>
                  <a:pt x="616115" y="1711279"/>
                  <a:pt x="596841" y="1691789"/>
                  <a:pt x="596974" y="1667880"/>
                </a:cubicBezTo>
                <a:cubicBezTo>
                  <a:pt x="596974" y="1643970"/>
                  <a:pt x="616356" y="1624588"/>
                  <a:pt x="640266" y="1624588"/>
                </a:cubicBezTo>
                <a:close/>
                <a:moveTo>
                  <a:pt x="795205" y="1594967"/>
                </a:moveTo>
                <a:cubicBezTo>
                  <a:pt x="804128" y="1595115"/>
                  <a:pt x="812143" y="1600458"/>
                  <a:pt x="815712" y="1608638"/>
                </a:cubicBezTo>
                <a:cubicBezTo>
                  <a:pt x="815712" y="1619964"/>
                  <a:pt x="806531" y="1629145"/>
                  <a:pt x="795205" y="1629145"/>
                </a:cubicBezTo>
                <a:cubicBezTo>
                  <a:pt x="785998" y="1630344"/>
                  <a:pt x="776985" y="1625837"/>
                  <a:pt x="772420" y="1617752"/>
                </a:cubicBezTo>
                <a:cubicBezTo>
                  <a:pt x="773480" y="1605634"/>
                  <a:pt x="783087" y="1596027"/>
                  <a:pt x="795205" y="1594967"/>
                </a:cubicBezTo>
                <a:close/>
                <a:moveTo>
                  <a:pt x="1294203" y="1583574"/>
                </a:moveTo>
                <a:cubicBezTo>
                  <a:pt x="1320629" y="1583574"/>
                  <a:pt x="1342052" y="1604997"/>
                  <a:pt x="1342052" y="1631423"/>
                </a:cubicBezTo>
                <a:cubicBezTo>
                  <a:pt x="1342052" y="1657849"/>
                  <a:pt x="1320629" y="1679272"/>
                  <a:pt x="1294203" y="1679272"/>
                </a:cubicBezTo>
                <a:cubicBezTo>
                  <a:pt x="1267777" y="1679272"/>
                  <a:pt x="1246354" y="1657849"/>
                  <a:pt x="1246354" y="1631423"/>
                </a:cubicBezTo>
                <a:cubicBezTo>
                  <a:pt x="1246354" y="1604997"/>
                  <a:pt x="1267777" y="1583574"/>
                  <a:pt x="1294203" y="1583574"/>
                </a:cubicBezTo>
                <a:close/>
                <a:moveTo>
                  <a:pt x="318994" y="1569903"/>
                </a:moveTo>
                <a:cubicBezTo>
                  <a:pt x="334095" y="1569903"/>
                  <a:pt x="346337" y="1582145"/>
                  <a:pt x="346337" y="1597245"/>
                </a:cubicBezTo>
                <a:cubicBezTo>
                  <a:pt x="346337" y="1612346"/>
                  <a:pt x="334095" y="1624588"/>
                  <a:pt x="318994" y="1624588"/>
                </a:cubicBezTo>
                <a:cubicBezTo>
                  <a:pt x="303894" y="1624588"/>
                  <a:pt x="291652" y="1612346"/>
                  <a:pt x="291652" y="1597245"/>
                </a:cubicBezTo>
                <a:cubicBezTo>
                  <a:pt x="291652" y="1582145"/>
                  <a:pt x="303894" y="1569903"/>
                  <a:pt x="318994" y="1569903"/>
                </a:cubicBezTo>
                <a:close/>
                <a:moveTo>
                  <a:pt x="1043565" y="1563162"/>
                </a:moveTo>
                <a:cubicBezTo>
                  <a:pt x="1073740" y="1564421"/>
                  <a:pt x="1097182" y="1589903"/>
                  <a:pt x="1095924" y="1620078"/>
                </a:cubicBezTo>
                <a:cubicBezTo>
                  <a:pt x="1094665" y="1650253"/>
                  <a:pt x="1069183" y="1673695"/>
                  <a:pt x="1039008" y="1672437"/>
                </a:cubicBezTo>
                <a:cubicBezTo>
                  <a:pt x="1009700" y="1671214"/>
                  <a:pt x="986577" y="1647086"/>
                  <a:pt x="986602" y="1617752"/>
                </a:cubicBezTo>
                <a:cubicBezTo>
                  <a:pt x="986603" y="1617008"/>
                  <a:pt x="986619" y="1616264"/>
                  <a:pt x="986650" y="1615521"/>
                </a:cubicBezTo>
                <a:cubicBezTo>
                  <a:pt x="987908" y="1585346"/>
                  <a:pt x="1013390" y="1561904"/>
                  <a:pt x="1043565" y="1563162"/>
                </a:cubicBezTo>
                <a:close/>
                <a:moveTo>
                  <a:pt x="553682" y="1558510"/>
                </a:moveTo>
                <a:cubicBezTo>
                  <a:pt x="577592" y="1558510"/>
                  <a:pt x="596974" y="1577892"/>
                  <a:pt x="596974" y="1601802"/>
                </a:cubicBezTo>
                <a:cubicBezTo>
                  <a:pt x="596974" y="1625712"/>
                  <a:pt x="577592" y="1645094"/>
                  <a:pt x="553682" y="1645094"/>
                </a:cubicBezTo>
                <a:cubicBezTo>
                  <a:pt x="529772" y="1645094"/>
                  <a:pt x="510390" y="1625712"/>
                  <a:pt x="510390" y="1601802"/>
                </a:cubicBezTo>
                <a:cubicBezTo>
                  <a:pt x="510390" y="1577892"/>
                  <a:pt x="529772" y="1558510"/>
                  <a:pt x="553682" y="1558510"/>
                </a:cubicBezTo>
                <a:close/>
                <a:moveTo>
                  <a:pt x="3682097" y="1553953"/>
                </a:moveTo>
                <a:cubicBezTo>
                  <a:pt x="3693423" y="1553953"/>
                  <a:pt x="3702603" y="1563134"/>
                  <a:pt x="3702603" y="1574460"/>
                </a:cubicBezTo>
                <a:cubicBezTo>
                  <a:pt x="3702603" y="1585785"/>
                  <a:pt x="3693423" y="1594967"/>
                  <a:pt x="3682097" y="1594967"/>
                </a:cubicBezTo>
                <a:cubicBezTo>
                  <a:pt x="3670771" y="1594967"/>
                  <a:pt x="3661591" y="1585785"/>
                  <a:pt x="3661591" y="1574460"/>
                </a:cubicBezTo>
                <a:cubicBezTo>
                  <a:pt x="3661591" y="1563134"/>
                  <a:pt x="3670771" y="1553953"/>
                  <a:pt x="3682097" y="1553953"/>
                </a:cubicBezTo>
                <a:close/>
                <a:moveTo>
                  <a:pt x="3809693" y="1547118"/>
                </a:moveTo>
                <a:cubicBezTo>
                  <a:pt x="3817243" y="1547118"/>
                  <a:pt x="3823365" y="1553239"/>
                  <a:pt x="3823365" y="1560789"/>
                </a:cubicBezTo>
                <a:cubicBezTo>
                  <a:pt x="3822243" y="1567439"/>
                  <a:pt x="3816437" y="1572276"/>
                  <a:pt x="3809693" y="1572182"/>
                </a:cubicBezTo>
                <a:lnTo>
                  <a:pt x="3809693" y="1560789"/>
                </a:lnTo>
                <a:cubicBezTo>
                  <a:pt x="3807251" y="1556559"/>
                  <a:pt x="3807251" y="1551348"/>
                  <a:pt x="3809693" y="1547118"/>
                </a:cubicBezTo>
                <a:close/>
                <a:moveTo>
                  <a:pt x="1205340" y="1526611"/>
                </a:moveTo>
                <a:cubicBezTo>
                  <a:pt x="1227991" y="1526611"/>
                  <a:pt x="1246353" y="1544974"/>
                  <a:pt x="1246353" y="1567625"/>
                </a:cubicBezTo>
                <a:cubicBezTo>
                  <a:pt x="1246385" y="1590672"/>
                  <a:pt x="1228355" y="1609704"/>
                  <a:pt x="1205340" y="1610917"/>
                </a:cubicBezTo>
                <a:cubicBezTo>
                  <a:pt x="1181431" y="1610917"/>
                  <a:pt x="1162048" y="1591534"/>
                  <a:pt x="1162048" y="1567625"/>
                </a:cubicBezTo>
                <a:cubicBezTo>
                  <a:pt x="1162047" y="1566844"/>
                  <a:pt x="1162068" y="1566063"/>
                  <a:pt x="1162111" y="1565283"/>
                </a:cubicBezTo>
                <a:cubicBezTo>
                  <a:pt x="1163370" y="1542667"/>
                  <a:pt x="1182724" y="1525353"/>
                  <a:pt x="1205340" y="1526611"/>
                </a:cubicBezTo>
                <a:close/>
                <a:moveTo>
                  <a:pt x="952424" y="1519775"/>
                </a:moveTo>
                <a:cubicBezTo>
                  <a:pt x="972922" y="1520983"/>
                  <a:pt x="988916" y="1537977"/>
                  <a:pt x="988880" y="1558510"/>
                </a:cubicBezTo>
                <a:cubicBezTo>
                  <a:pt x="988880" y="1578645"/>
                  <a:pt x="972558" y="1594967"/>
                  <a:pt x="952424" y="1594967"/>
                </a:cubicBezTo>
                <a:cubicBezTo>
                  <a:pt x="949181" y="1595405"/>
                  <a:pt x="945894" y="1595405"/>
                  <a:pt x="942652" y="1594967"/>
                </a:cubicBezTo>
                <a:cubicBezTo>
                  <a:pt x="922699" y="1592268"/>
                  <a:pt x="908712" y="1573906"/>
                  <a:pt x="911410" y="1553953"/>
                </a:cubicBezTo>
                <a:cubicBezTo>
                  <a:pt x="913794" y="1533454"/>
                  <a:pt x="931831" y="1518423"/>
                  <a:pt x="952424" y="1519775"/>
                </a:cubicBezTo>
                <a:close/>
                <a:moveTo>
                  <a:pt x="863562" y="1519775"/>
                </a:moveTo>
                <a:lnTo>
                  <a:pt x="863562" y="1519775"/>
                </a:lnTo>
                <a:lnTo>
                  <a:pt x="863561" y="1519775"/>
                </a:lnTo>
                <a:close/>
                <a:moveTo>
                  <a:pt x="706407" y="1510598"/>
                </a:moveTo>
                <a:cubicBezTo>
                  <a:pt x="729058" y="1510633"/>
                  <a:pt x="747392" y="1529024"/>
                  <a:pt x="747357" y="1551675"/>
                </a:cubicBezTo>
                <a:cubicBezTo>
                  <a:pt x="747446" y="1553237"/>
                  <a:pt x="747446" y="1554804"/>
                  <a:pt x="747357" y="1556366"/>
                </a:cubicBezTo>
                <a:cubicBezTo>
                  <a:pt x="746061" y="1578980"/>
                  <a:pt x="726679" y="1596262"/>
                  <a:pt x="704065" y="1594967"/>
                </a:cubicBezTo>
                <a:cubicBezTo>
                  <a:pt x="703284" y="1594968"/>
                  <a:pt x="702503" y="1594947"/>
                  <a:pt x="701723" y="1594903"/>
                </a:cubicBezTo>
                <a:cubicBezTo>
                  <a:pt x="679107" y="1593645"/>
                  <a:pt x="661793" y="1574291"/>
                  <a:pt x="663051" y="1551675"/>
                </a:cubicBezTo>
                <a:cubicBezTo>
                  <a:pt x="663051" y="1529024"/>
                  <a:pt x="681414" y="1510661"/>
                  <a:pt x="704065" y="1510661"/>
                </a:cubicBezTo>
                <a:cubicBezTo>
                  <a:pt x="704845" y="1510618"/>
                  <a:pt x="705626" y="1510597"/>
                  <a:pt x="706407" y="1510598"/>
                </a:cubicBezTo>
                <a:close/>
                <a:moveTo>
                  <a:pt x="1378508" y="1492433"/>
                </a:moveTo>
                <a:cubicBezTo>
                  <a:pt x="1396126" y="1492433"/>
                  <a:pt x="1410408" y="1506715"/>
                  <a:pt x="1410408" y="1524332"/>
                </a:cubicBezTo>
                <a:cubicBezTo>
                  <a:pt x="1410408" y="1541950"/>
                  <a:pt x="1396126" y="1556232"/>
                  <a:pt x="1378508" y="1556232"/>
                </a:cubicBezTo>
                <a:cubicBezTo>
                  <a:pt x="1360891" y="1556232"/>
                  <a:pt x="1346609" y="1541950"/>
                  <a:pt x="1346609" y="1524332"/>
                </a:cubicBezTo>
                <a:cubicBezTo>
                  <a:pt x="1346609" y="1506715"/>
                  <a:pt x="1360891" y="1492433"/>
                  <a:pt x="1378508" y="1492433"/>
                </a:cubicBezTo>
                <a:close/>
                <a:moveTo>
                  <a:pt x="455705" y="1492433"/>
                </a:moveTo>
                <a:cubicBezTo>
                  <a:pt x="479124" y="1493577"/>
                  <a:pt x="497853" y="1512306"/>
                  <a:pt x="498997" y="1535725"/>
                </a:cubicBezTo>
                <a:cubicBezTo>
                  <a:pt x="498997" y="1559635"/>
                  <a:pt x="479615" y="1579017"/>
                  <a:pt x="455705" y="1579017"/>
                </a:cubicBezTo>
                <a:cubicBezTo>
                  <a:pt x="454143" y="1579106"/>
                  <a:pt x="452576" y="1579106"/>
                  <a:pt x="451014" y="1579017"/>
                </a:cubicBezTo>
                <a:cubicBezTo>
                  <a:pt x="428400" y="1577721"/>
                  <a:pt x="411118" y="1558339"/>
                  <a:pt x="412413" y="1535725"/>
                </a:cubicBezTo>
                <a:cubicBezTo>
                  <a:pt x="412413" y="1511815"/>
                  <a:pt x="431796" y="1492433"/>
                  <a:pt x="455705" y="1492433"/>
                </a:cubicBezTo>
                <a:close/>
                <a:moveTo>
                  <a:pt x="1116477" y="1458255"/>
                </a:moveTo>
                <a:cubicBezTo>
                  <a:pt x="1141645" y="1458255"/>
                  <a:pt x="1162048" y="1478658"/>
                  <a:pt x="1162048" y="1503825"/>
                </a:cubicBezTo>
                <a:cubicBezTo>
                  <a:pt x="1162048" y="1528993"/>
                  <a:pt x="1141645" y="1549396"/>
                  <a:pt x="1116477" y="1549396"/>
                </a:cubicBezTo>
                <a:cubicBezTo>
                  <a:pt x="1091310" y="1549396"/>
                  <a:pt x="1070907" y="1528993"/>
                  <a:pt x="1070907" y="1503825"/>
                </a:cubicBezTo>
                <a:cubicBezTo>
                  <a:pt x="1070907" y="1478658"/>
                  <a:pt x="1091310" y="1458255"/>
                  <a:pt x="1116477" y="1458255"/>
                </a:cubicBezTo>
                <a:close/>
                <a:moveTo>
                  <a:pt x="863561" y="1458255"/>
                </a:moveTo>
                <a:cubicBezTo>
                  <a:pt x="879921" y="1458255"/>
                  <a:pt x="893182" y="1471517"/>
                  <a:pt x="893182" y="1487876"/>
                </a:cubicBezTo>
                <a:cubicBezTo>
                  <a:pt x="893243" y="1488663"/>
                  <a:pt x="893272" y="1489453"/>
                  <a:pt x="893270" y="1490243"/>
                </a:cubicBezTo>
                <a:cubicBezTo>
                  <a:pt x="893246" y="1498422"/>
                  <a:pt x="889908" y="1505818"/>
                  <a:pt x="884532" y="1511162"/>
                </a:cubicBezTo>
                <a:lnTo>
                  <a:pt x="863562" y="1519775"/>
                </a:lnTo>
                <a:lnTo>
                  <a:pt x="841005" y="1510432"/>
                </a:lnTo>
                <a:cubicBezTo>
                  <a:pt x="835233" y="1504660"/>
                  <a:pt x="831662" y="1496685"/>
                  <a:pt x="831662" y="1487876"/>
                </a:cubicBezTo>
                <a:cubicBezTo>
                  <a:pt x="831660" y="1487086"/>
                  <a:pt x="831689" y="1486297"/>
                  <a:pt x="831750" y="1485510"/>
                </a:cubicBezTo>
                <a:cubicBezTo>
                  <a:pt x="833008" y="1469199"/>
                  <a:pt x="847251" y="1456997"/>
                  <a:pt x="863561" y="1458255"/>
                </a:cubicBezTo>
                <a:close/>
                <a:moveTo>
                  <a:pt x="615202" y="1451438"/>
                </a:moveTo>
                <a:cubicBezTo>
                  <a:pt x="630303" y="1451438"/>
                  <a:pt x="642545" y="1463662"/>
                  <a:pt x="642545" y="1478762"/>
                </a:cubicBezTo>
                <a:cubicBezTo>
                  <a:pt x="642545" y="1493863"/>
                  <a:pt x="630303" y="1506105"/>
                  <a:pt x="615202" y="1506105"/>
                </a:cubicBezTo>
                <a:cubicBezTo>
                  <a:pt x="600102" y="1506105"/>
                  <a:pt x="587860" y="1493863"/>
                  <a:pt x="587860" y="1478762"/>
                </a:cubicBezTo>
                <a:cubicBezTo>
                  <a:pt x="587860" y="1463662"/>
                  <a:pt x="600102" y="1451438"/>
                  <a:pt x="615202" y="1451438"/>
                </a:cubicBezTo>
                <a:close/>
                <a:moveTo>
                  <a:pt x="3859823" y="1437769"/>
                </a:moveTo>
                <a:cubicBezTo>
                  <a:pt x="3862263" y="1442000"/>
                  <a:pt x="3862263" y="1447211"/>
                  <a:pt x="3859823" y="1451440"/>
                </a:cubicBezTo>
                <a:cubicBezTo>
                  <a:pt x="3855591" y="1453862"/>
                  <a:pt x="3850381" y="1453862"/>
                  <a:pt x="3846151" y="1451440"/>
                </a:cubicBezTo>
                <a:cubicBezTo>
                  <a:pt x="3846151" y="1443890"/>
                  <a:pt x="3852271" y="1437769"/>
                  <a:pt x="3859823" y="1437769"/>
                </a:cubicBezTo>
                <a:close/>
                <a:moveTo>
                  <a:pt x="3729947" y="1430933"/>
                </a:moveTo>
                <a:cubicBezTo>
                  <a:pt x="3740013" y="1430933"/>
                  <a:pt x="3748175" y="1439093"/>
                  <a:pt x="3748175" y="1449161"/>
                </a:cubicBezTo>
                <a:cubicBezTo>
                  <a:pt x="3747155" y="1458754"/>
                  <a:pt x="3739559" y="1466349"/>
                  <a:pt x="3729947" y="1467369"/>
                </a:cubicBezTo>
                <a:cubicBezTo>
                  <a:pt x="3719879" y="1467369"/>
                  <a:pt x="3711719" y="1459208"/>
                  <a:pt x="3711719" y="1449161"/>
                </a:cubicBezTo>
                <a:cubicBezTo>
                  <a:pt x="3711461" y="1447524"/>
                  <a:pt x="3711461" y="1445857"/>
                  <a:pt x="3711719" y="1444219"/>
                </a:cubicBezTo>
                <a:cubicBezTo>
                  <a:pt x="3713083" y="1435516"/>
                  <a:pt x="3721243" y="1429568"/>
                  <a:pt x="3729947" y="1430933"/>
                </a:cubicBezTo>
                <a:close/>
                <a:moveTo>
                  <a:pt x="1289645" y="1412705"/>
                </a:moveTo>
                <a:cubicBezTo>
                  <a:pt x="1316071" y="1412705"/>
                  <a:pt x="1337494" y="1434129"/>
                  <a:pt x="1337494" y="1460534"/>
                </a:cubicBezTo>
                <a:cubicBezTo>
                  <a:pt x="1337494" y="1486960"/>
                  <a:pt x="1316071" y="1508383"/>
                  <a:pt x="1289645" y="1508383"/>
                </a:cubicBezTo>
                <a:cubicBezTo>
                  <a:pt x="1263219" y="1508383"/>
                  <a:pt x="1241796" y="1486960"/>
                  <a:pt x="1241796" y="1460534"/>
                </a:cubicBezTo>
                <a:cubicBezTo>
                  <a:pt x="1241796" y="1434129"/>
                  <a:pt x="1263219" y="1412705"/>
                  <a:pt x="1289645" y="1412705"/>
                </a:cubicBezTo>
                <a:close/>
                <a:moveTo>
                  <a:pt x="1476589" y="1401209"/>
                </a:moveTo>
                <a:cubicBezTo>
                  <a:pt x="1490431" y="1401266"/>
                  <a:pt x="1501606" y="1412535"/>
                  <a:pt x="1501548" y="1426377"/>
                </a:cubicBezTo>
                <a:cubicBezTo>
                  <a:pt x="1501548" y="1441475"/>
                  <a:pt x="1489307" y="1453698"/>
                  <a:pt x="1474206" y="1453698"/>
                </a:cubicBezTo>
                <a:cubicBezTo>
                  <a:pt x="1460001" y="1452510"/>
                  <a:pt x="1449093" y="1440630"/>
                  <a:pt x="1449142" y="1426377"/>
                </a:cubicBezTo>
                <a:cubicBezTo>
                  <a:pt x="1449142" y="1412535"/>
                  <a:pt x="1460364" y="1401313"/>
                  <a:pt x="1474206" y="1401313"/>
                </a:cubicBezTo>
                <a:cubicBezTo>
                  <a:pt x="1474998" y="1401241"/>
                  <a:pt x="1475793" y="1401206"/>
                  <a:pt x="1476589" y="1401209"/>
                </a:cubicBezTo>
                <a:close/>
                <a:moveTo>
                  <a:pt x="3208035" y="1393182"/>
                </a:moveTo>
                <a:cubicBezTo>
                  <a:pt x="3212067" y="1393809"/>
                  <a:pt x="3215863" y="1395976"/>
                  <a:pt x="3218461" y="1399529"/>
                </a:cubicBezTo>
                <a:cubicBezTo>
                  <a:pt x="3223659" y="1406643"/>
                  <a:pt x="3222111" y="1416619"/>
                  <a:pt x="3214999" y="1421820"/>
                </a:cubicBezTo>
                <a:cubicBezTo>
                  <a:pt x="3211407" y="1424444"/>
                  <a:pt x="3206879" y="1425450"/>
                  <a:pt x="3202511" y="1424594"/>
                </a:cubicBezTo>
                <a:cubicBezTo>
                  <a:pt x="3193867" y="1422897"/>
                  <a:pt x="3188237" y="1414513"/>
                  <a:pt x="3189935" y="1405868"/>
                </a:cubicBezTo>
                <a:cubicBezTo>
                  <a:pt x="3190707" y="1401934"/>
                  <a:pt x="3192935" y="1398434"/>
                  <a:pt x="3196173" y="1396068"/>
                </a:cubicBezTo>
                <a:cubicBezTo>
                  <a:pt x="3199729" y="1393467"/>
                  <a:pt x="3204001" y="1392555"/>
                  <a:pt x="3208035" y="1393182"/>
                </a:cubicBezTo>
                <a:close/>
                <a:moveTo>
                  <a:pt x="526340" y="1389912"/>
                </a:moveTo>
                <a:cubicBezTo>
                  <a:pt x="540182" y="1389912"/>
                  <a:pt x="551404" y="1401133"/>
                  <a:pt x="551404" y="1414976"/>
                </a:cubicBezTo>
                <a:cubicBezTo>
                  <a:pt x="551408" y="1415775"/>
                  <a:pt x="551370" y="1416574"/>
                  <a:pt x="551290" y="1417369"/>
                </a:cubicBezTo>
                <a:cubicBezTo>
                  <a:pt x="550031" y="1429890"/>
                  <a:pt x="538861" y="1439020"/>
                  <a:pt x="526340" y="1437760"/>
                </a:cubicBezTo>
                <a:cubicBezTo>
                  <a:pt x="525545" y="1437841"/>
                  <a:pt x="524746" y="1437879"/>
                  <a:pt x="523947" y="1437874"/>
                </a:cubicBezTo>
                <a:cubicBezTo>
                  <a:pt x="511363" y="1437812"/>
                  <a:pt x="501213" y="1427560"/>
                  <a:pt x="501276" y="1414976"/>
                </a:cubicBezTo>
                <a:cubicBezTo>
                  <a:pt x="501276" y="1401133"/>
                  <a:pt x="512498" y="1389912"/>
                  <a:pt x="526340" y="1389912"/>
                </a:cubicBezTo>
                <a:close/>
                <a:moveTo>
                  <a:pt x="1032085" y="1380895"/>
                </a:moveTo>
                <a:cubicBezTo>
                  <a:pt x="1063520" y="1382128"/>
                  <a:pt x="1088003" y="1408611"/>
                  <a:pt x="1086769" y="1440050"/>
                </a:cubicBezTo>
                <a:cubicBezTo>
                  <a:pt x="1085535" y="1471463"/>
                  <a:pt x="1059051" y="1495946"/>
                  <a:pt x="1027615" y="1494712"/>
                </a:cubicBezTo>
                <a:cubicBezTo>
                  <a:pt x="997414" y="1494712"/>
                  <a:pt x="972931" y="1470229"/>
                  <a:pt x="972931" y="1440050"/>
                </a:cubicBezTo>
                <a:cubicBezTo>
                  <a:pt x="972872" y="1438559"/>
                  <a:pt x="972872" y="1437066"/>
                  <a:pt x="972931" y="1435578"/>
                </a:cubicBezTo>
                <a:cubicBezTo>
                  <a:pt x="974165" y="1404144"/>
                  <a:pt x="1000649" y="1379659"/>
                  <a:pt x="1032085" y="1380895"/>
                </a:cubicBezTo>
                <a:close/>
                <a:moveTo>
                  <a:pt x="774699" y="1380805"/>
                </a:moveTo>
                <a:cubicBezTo>
                  <a:pt x="798609" y="1380805"/>
                  <a:pt x="817991" y="1400187"/>
                  <a:pt x="817991" y="1424095"/>
                </a:cubicBezTo>
                <a:cubicBezTo>
                  <a:pt x="817991" y="1448007"/>
                  <a:pt x="798609" y="1467369"/>
                  <a:pt x="774699" y="1467369"/>
                </a:cubicBezTo>
                <a:cubicBezTo>
                  <a:pt x="750789" y="1467369"/>
                  <a:pt x="731407" y="1448007"/>
                  <a:pt x="731407" y="1424095"/>
                </a:cubicBezTo>
                <a:cubicBezTo>
                  <a:pt x="731407" y="1400187"/>
                  <a:pt x="750789" y="1380805"/>
                  <a:pt x="774699" y="1380805"/>
                </a:cubicBezTo>
                <a:close/>
                <a:moveTo>
                  <a:pt x="938753" y="1367135"/>
                </a:moveTo>
                <a:lnTo>
                  <a:pt x="938753" y="1367135"/>
                </a:lnTo>
                <a:cubicBezTo>
                  <a:pt x="942983" y="1364691"/>
                  <a:pt x="948194" y="1364691"/>
                  <a:pt x="952424" y="1367135"/>
                </a:cubicBezTo>
                <a:cubicBezTo>
                  <a:pt x="954007" y="1369808"/>
                  <a:pt x="954634" y="1372939"/>
                  <a:pt x="954200" y="1376013"/>
                </a:cubicBezTo>
                <a:cubicBezTo>
                  <a:pt x="953145" y="1383491"/>
                  <a:pt x="946229" y="1388696"/>
                  <a:pt x="938753" y="1387640"/>
                </a:cubicBezTo>
                <a:cubicBezTo>
                  <a:pt x="938324" y="1387262"/>
                  <a:pt x="937920" y="1386859"/>
                  <a:pt x="937542" y="1386430"/>
                </a:cubicBezTo>
                <a:cubicBezTo>
                  <a:pt x="932548" y="1380768"/>
                  <a:pt x="933090" y="1372130"/>
                  <a:pt x="938753" y="1367135"/>
                </a:cubicBezTo>
                <a:close/>
                <a:moveTo>
                  <a:pt x="3360825" y="1364856"/>
                </a:moveTo>
                <a:cubicBezTo>
                  <a:pt x="3369633" y="1364856"/>
                  <a:pt x="3376775" y="1371998"/>
                  <a:pt x="3376775" y="1380806"/>
                </a:cubicBezTo>
                <a:cubicBezTo>
                  <a:pt x="3376775" y="1389614"/>
                  <a:pt x="3369633" y="1396755"/>
                  <a:pt x="3360825" y="1396755"/>
                </a:cubicBezTo>
                <a:cubicBezTo>
                  <a:pt x="3352015" y="1396755"/>
                  <a:pt x="3344875" y="1389614"/>
                  <a:pt x="3344875" y="1380806"/>
                </a:cubicBezTo>
                <a:cubicBezTo>
                  <a:pt x="3344875" y="1371998"/>
                  <a:pt x="3352015" y="1364856"/>
                  <a:pt x="3360825" y="1364856"/>
                </a:cubicBezTo>
                <a:close/>
                <a:moveTo>
                  <a:pt x="3502093" y="1355743"/>
                </a:moveTo>
                <a:cubicBezTo>
                  <a:pt x="3504611" y="1355743"/>
                  <a:pt x="3506651" y="1357782"/>
                  <a:pt x="3506651" y="1360300"/>
                </a:cubicBezTo>
                <a:cubicBezTo>
                  <a:pt x="3506651" y="1362816"/>
                  <a:pt x="3504611" y="1364856"/>
                  <a:pt x="3502093" y="1364856"/>
                </a:cubicBezTo>
                <a:cubicBezTo>
                  <a:pt x="3499575" y="1364856"/>
                  <a:pt x="3497535" y="1362816"/>
                  <a:pt x="3497535" y="1360300"/>
                </a:cubicBezTo>
                <a:cubicBezTo>
                  <a:pt x="3497535" y="1357782"/>
                  <a:pt x="3499575" y="1355743"/>
                  <a:pt x="3502093" y="1355743"/>
                </a:cubicBezTo>
                <a:close/>
                <a:moveTo>
                  <a:pt x="683558" y="1317005"/>
                </a:moveTo>
                <a:cubicBezTo>
                  <a:pt x="707468" y="1317005"/>
                  <a:pt x="726850" y="1336388"/>
                  <a:pt x="726850" y="1360298"/>
                </a:cubicBezTo>
                <a:cubicBezTo>
                  <a:pt x="726850" y="1384207"/>
                  <a:pt x="707468" y="1403589"/>
                  <a:pt x="683558" y="1403589"/>
                </a:cubicBezTo>
                <a:cubicBezTo>
                  <a:pt x="659648" y="1403589"/>
                  <a:pt x="640266" y="1384207"/>
                  <a:pt x="640266" y="1360298"/>
                </a:cubicBezTo>
                <a:cubicBezTo>
                  <a:pt x="640266" y="1336388"/>
                  <a:pt x="659648" y="1317005"/>
                  <a:pt x="683558" y="1317005"/>
                </a:cubicBezTo>
                <a:close/>
                <a:moveTo>
                  <a:pt x="437477" y="1316993"/>
                </a:moveTo>
                <a:cubicBezTo>
                  <a:pt x="451319" y="1316993"/>
                  <a:pt x="462541" y="1328214"/>
                  <a:pt x="462541" y="1342057"/>
                </a:cubicBezTo>
                <a:cubicBezTo>
                  <a:pt x="462541" y="1355899"/>
                  <a:pt x="451319" y="1367122"/>
                  <a:pt x="437477" y="1367122"/>
                </a:cubicBezTo>
                <a:cubicBezTo>
                  <a:pt x="423634" y="1367122"/>
                  <a:pt x="412413" y="1355899"/>
                  <a:pt x="412413" y="1342057"/>
                </a:cubicBezTo>
                <a:cubicBezTo>
                  <a:pt x="412413" y="1328214"/>
                  <a:pt x="423634" y="1316993"/>
                  <a:pt x="437477" y="1316993"/>
                </a:cubicBezTo>
                <a:close/>
                <a:moveTo>
                  <a:pt x="1385343" y="1314728"/>
                </a:moveTo>
                <a:cubicBezTo>
                  <a:pt x="1414286" y="1314728"/>
                  <a:pt x="1437749" y="1338191"/>
                  <a:pt x="1437749" y="1367135"/>
                </a:cubicBezTo>
                <a:cubicBezTo>
                  <a:pt x="1434297" y="1393380"/>
                  <a:pt x="1411814" y="1412932"/>
                  <a:pt x="1385343" y="1412705"/>
                </a:cubicBezTo>
                <a:cubicBezTo>
                  <a:pt x="1358872" y="1412932"/>
                  <a:pt x="1336389" y="1393380"/>
                  <a:pt x="1332937" y="1367135"/>
                </a:cubicBezTo>
                <a:cubicBezTo>
                  <a:pt x="1332937" y="1338191"/>
                  <a:pt x="1356400" y="1314728"/>
                  <a:pt x="1385343" y="1314728"/>
                </a:cubicBezTo>
                <a:close/>
                <a:moveTo>
                  <a:pt x="1579018" y="1294221"/>
                </a:moveTo>
                <a:cubicBezTo>
                  <a:pt x="1603322" y="1294191"/>
                  <a:pt x="1623373" y="1313239"/>
                  <a:pt x="1624588" y="1337515"/>
                </a:cubicBezTo>
                <a:cubicBezTo>
                  <a:pt x="1624590" y="1338295"/>
                  <a:pt x="1624570" y="1339073"/>
                  <a:pt x="1624528" y="1339851"/>
                </a:cubicBezTo>
                <a:cubicBezTo>
                  <a:pt x="1623270" y="1363728"/>
                  <a:pt x="1602894" y="1382064"/>
                  <a:pt x="1579018" y="1380806"/>
                </a:cubicBezTo>
                <a:cubicBezTo>
                  <a:pt x="1555108" y="1380806"/>
                  <a:pt x="1535726" y="1361424"/>
                  <a:pt x="1535726" y="1337515"/>
                </a:cubicBezTo>
                <a:cubicBezTo>
                  <a:pt x="1536870" y="1314096"/>
                  <a:pt x="1555599" y="1295365"/>
                  <a:pt x="1579018" y="1294221"/>
                </a:cubicBezTo>
                <a:close/>
                <a:moveTo>
                  <a:pt x="3251455" y="1280550"/>
                </a:moveTo>
                <a:cubicBezTo>
                  <a:pt x="3260263" y="1280550"/>
                  <a:pt x="3267405" y="1287691"/>
                  <a:pt x="3267405" y="1296500"/>
                </a:cubicBezTo>
                <a:cubicBezTo>
                  <a:pt x="3267523" y="1297311"/>
                  <a:pt x="3267575" y="1298127"/>
                  <a:pt x="3267567" y="1298943"/>
                </a:cubicBezTo>
                <a:cubicBezTo>
                  <a:pt x="3267479" y="1307751"/>
                  <a:pt x="3260263" y="1314818"/>
                  <a:pt x="3251455" y="1314729"/>
                </a:cubicBezTo>
                <a:cubicBezTo>
                  <a:pt x="3250639" y="1314736"/>
                  <a:pt x="3249821" y="1314682"/>
                  <a:pt x="3249011" y="1314566"/>
                </a:cubicBezTo>
                <a:cubicBezTo>
                  <a:pt x="3240295" y="1313306"/>
                  <a:pt x="3234247" y="1305218"/>
                  <a:pt x="3235507" y="1296500"/>
                </a:cubicBezTo>
                <a:cubicBezTo>
                  <a:pt x="3235507" y="1287691"/>
                  <a:pt x="3242647" y="1280550"/>
                  <a:pt x="3251455" y="1280550"/>
                </a:cubicBezTo>
                <a:close/>
                <a:moveTo>
                  <a:pt x="1114249" y="1278223"/>
                </a:moveTo>
                <a:cubicBezTo>
                  <a:pt x="1143192" y="1278249"/>
                  <a:pt x="1166633" y="1301736"/>
                  <a:pt x="1166605" y="1330679"/>
                </a:cubicBezTo>
                <a:lnTo>
                  <a:pt x="1162663" y="1350204"/>
                </a:lnTo>
                <a:lnTo>
                  <a:pt x="1179979" y="1342541"/>
                </a:lnTo>
                <a:cubicBezTo>
                  <a:pt x="1186617" y="1341033"/>
                  <a:pt x="1193661" y="1340800"/>
                  <a:pt x="1200784" y="1342070"/>
                </a:cubicBezTo>
                <a:cubicBezTo>
                  <a:pt x="1230985" y="1342070"/>
                  <a:pt x="1255468" y="1366554"/>
                  <a:pt x="1255468" y="1396755"/>
                </a:cubicBezTo>
                <a:cubicBezTo>
                  <a:pt x="1255469" y="1397531"/>
                  <a:pt x="1255452" y="1398307"/>
                  <a:pt x="1255419" y="1399083"/>
                </a:cubicBezTo>
                <a:cubicBezTo>
                  <a:pt x="1254160" y="1427999"/>
                  <a:pt x="1229699" y="1450420"/>
                  <a:pt x="1200783" y="1449161"/>
                </a:cubicBezTo>
                <a:lnTo>
                  <a:pt x="1200784" y="1449161"/>
                </a:lnTo>
                <a:cubicBezTo>
                  <a:pt x="1197510" y="1449741"/>
                  <a:pt x="1194188" y="1450006"/>
                  <a:pt x="1190864" y="1449955"/>
                </a:cubicBezTo>
                <a:cubicBezTo>
                  <a:pt x="1161924" y="1449513"/>
                  <a:pt x="1138822" y="1425695"/>
                  <a:pt x="1139263" y="1396755"/>
                </a:cubicBezTo>
                <a:cubicBezTo>
                  <a:pt x="1139020" y="1392641"/>
                  <a:pt x="1139263" y="1388513"/>
                  <a:pt x="1139987" y="1384458"/>
                </a:cubicBezTo>
                <a:lnTo>
                  <a:pt x="1144267" y="1373607"/>
                </a:lnTo>
                <a:lnTo>
                  <a:pt x="1133206" y="1381063"/>
                </a:lnTo>
                <a:cubicBezTo>
                  <a:pt x="1126664" y="1383832"/>
                  <a:pt x="1119471" y="1385362"/>
                  <a:pt x="1111921" y="1385362"/>
                </a:cubicBezTo>
                <a:cubicBezTo>
                  <a:pt x="1111144" y="1385363"/>
                  <a:pt x="1110368" y="1385347"/>
                  <a:pt x="1109592" y="1385314"/>
                </a:cubicBezTo>
                <a:cubicBezTo>
                  <a:pt x="1080677" y="1384054"/>
                  <a:pt x="1058256" y="1359594"/>
                  <a:pt x="1059514" y="1330679"/>
                </a:cubicBezTo>
                <a:cubicBezTo>
                  <a:pt x="1059514" y="1301736"/>
                  <a:pt x="1082977" y="1278273"/>
                  <a:pt x="1111921" y="1278273"/>
                </a:cubicBezTo>
                <a:cubicBezTo>
                  <a:pt x="1112696" y="1278240"/>
                  <a:pt x="1113472" y="1278220"/>
                  <a:pt x="1114249" y="1278223"/>
                </a:cubicBezTo>
                <a:close/>
                <a:moveTo>
                  <a:pt x="852236" y="1271369"/>
                </a:moveTo>
                <a:cubicBezTo>
                  <a:pt x="873628" y="1271406"/>
                  <a:pt x="890941" y="1288777"/>
                  <a:pt x="890903" y="1310171"/>
                </a:cubicBezTo>
                <a:cubicBezTo>
                  <a:pt x="890903" y="1332822"/>
                  <a:pt x="872541" y="1351183"/>
                  <a:pt x="849890" y="1351183"/>
                </a:cubicBezTo>
                <a:cubicBezTo>
                  <a:pt x="828133" y="1349973"/>
                  <a:pt x="811121" y="1331962"/>
                  <a:pt x="811155" y="1310171"/>
                </a:cubicBezTo>
                <a:cubicBezTo>
                  <a:pt x="811155" y="1288777"/>
                  <a:pt x="828497" y="1271436"/>
                  <a:pt x="849890" y="1271436"/>
                </a:cubicBezTo>
                <a:cubicBezTo>
                  <a:pt x="850671" y="1271389"/>
                  <a:pt x="851453" y="1271369"/>
                  <a:pt x="852236" y="1271369"/>
                </a:cubicBezTo>
                <a:close/>
                <a:moveTo>
                  <a:pt x="2978033" y="1255486"/>
                </a:moveTo>
                <a:cubicBezTo>
                  <a:pt x="2985583" y="1255486"/>
                  <a:pt x="2991703" y="1261609"/>
                  <a:pt x="2991703" y="1269159"/>
                </a:cubicBezTo>
                <a:cubicBezTo>
                  <a:pt x="2991703" y="1276709"/>
                  <a:pt x="2985583" y="1282831"/>
                  <a:pt x="2978033" y="1282831"/>
                </a:cubicBezTo>
                <a:cubicBezTo>
                  <a:pt x="2970482" y="1282831"/>
                  <a:pt x="2964361" y="1276709"/>
                  <a:pt x="2964361" y="1269159"/>
                </a:cubicBezTo>
                <a:cubicBezTo>
                  <a:pt x="2963969" y="1267465"/>
                  <a:pt x="2963969" y="1265706"/>
                  <a:pt x="2964361" y="1264012"/>
                </a:cubicBezTo>
                <a:cubicBezTo>
                  <a:pt x="2965782" y="1257883"/>
                  <a:pt x="2971903" y="1254066"/>
                  <a:pt x="2978033" y="1255486"/>
                </a:cubicBezTo>
                <a:close/>
                <a:moveTo>
                  <a:pt x="3399559" y="1253206"/>
                </a:moveTo>
                <a:cubicBezTo>
                  <a:pt x="3409171" y="1254229"/>
                  <a:pt x="3416767" y="1261824"/>
                  <a:pt x="3417787" y="1271437"/>
                </a:cubicBezTo>
                <a:cubicBezTo>
                  <a:pt x="3417777" y="1271530"/>
                  <a:pt x="3417765" y="1271625"/>
                  <a:pt x="3417751" y="1271719"/>
                </a:cubicBezTo>
                <a:cubicBezTo>
                  <a:pt x="3416427" y="1281699"/>
                  <a:pt x="3407259" y="1288712"/>
                  <a:pt x="3397281" y="1287387"/>
                </a:cubicBezTo>
                <a:cubicBezTo>
                  <a:pt x="3389371" y="1286246"/>
                  <a:pt x="3383527" y="1279428"/>
                  <a:pt x="3383611" y="1271437"/>
                </a:cubicBezTo>
                <a:cubicBezTo>
                  <a:pt x="3383537" y="1262196"/>
                  <a:pt x="3390391" y="1254363"/>
                  <a:pt x="3399559" y="1253206"/>
                </a:cubicBezTo>
                <a:close/>
                <a:moveTo>
                  <a:pt x="596974" y="1253201"/>
                </a:moveTo>
                <a:cubicBezTo>
                  <a:pt x="597755" y="1253200"/>
                  <a:pt x="598536" y="1253220"/>
                  <a:pt x="599316" y="1253264"/>
                </a:cubicBezTo>
                <a:cubicBezTo>
                  <a:pt x="621932" y="1254523"/>
                  <a:pt x="639246" y="1273876"/>
                  <a:pt x="637987" y="1296493"/>
                </a:cubicBezTo>
                <a:cubicBezTo>
                  <a:pt x="637987" y="1319143"/>
                  <a:pt x="619625" y="1337506"/>
                  <a:pt x="596974" y="1337506"/>
                </a:cubicBezTo>
                <a:cubicBezTo>
                  <a:pt x="590484" y="1339025"/>
                  <a:pt x="583731" y="1339025"/>
                  <a:pt x="577241" y="1337506"/>
                </a:cubicBezTo>
                <a:cubicBezTo>
                  <a:pt x="553961" y="1332057"/>
                  <a:pt x="539506" y="1308767"/>
                  <a:pt x="544955" y="1285487"/>
                </a:cubicBezTo>
                <a:cubicBezTo>
                  <a:pt x="550404" y="1262207"/>
                  <a:pt x="573694" y="1247752"/>
                  <a:pt x="596974" y="1253201"/>
                </a:cubicBezTo>
                <a:close/>
                <a:moveTo>
                  <a:pt x="3540827" y="1246371"/>
                </a:moveTo>
                <a:lnTo>
                  <a:pt x="3543107" y="1248651"/>
                </a:lnTo>
                <a:lnTo>
                  <a:pt x="3540827" y="1250930"/>
                </a:lnTo>
                <a:lnTo>
                  <a:pt x="3540827" y="1248651"/>
                </a:lnTo>
                <a:close/>
                <a:moveTo>
                  <a:pt x="1023058" y="1246371"/>
                </a:moveTo>
                <a:cubicBezTo>
                  <a:pt x="1034383" y="1246371"/>
                  <a:pt x="1043565" y="1255551"/>
                  <a:pt x="1043565" y="1266879"/>
                </a:cubicBezTo>
                <a:cubicBezTo>
                  <a:pt x="1043565" y="1278204"/>
                  <a:pt x="1034383" y="1287387"/>
                  <a:pt x="1023058" y="1287387"/>
                </a:cubicBezTo>
                <a:cubicBezTo>
                  <a:pt x="1011732" y="1287387"/>
                  <a:pt x="1002551" y="1278204"/>
                  <a:pt x="1002551" y="1266879"/>
                </a:cubicBezTo>
                <a:cubicBezTo>
                  <a:pt x="1002551" y="1255551"/>
                  <a:pt x="1011732" y="1246371"/>
                  <a:pt x="1023058" y="1246371"/>
                </a:cubicBezTo>
                <a:close/>
                <a:moveTo>
                  <a:pt x="1296481" y="1241816"/>
                </a:moveTo>
                <a:cubicBezTo>
                  <a:pt x="1326682" y="1241816"/>
                  <a:pt x="1351165" y="1266299"/>
                  <a:pt x="1351165" y="1296500"/>
                </a:cubicBezTo>
                <a:cubicBezTo>
                  <a:pt x="1351165" y="1326703"/>
                  <a:pt x="1326682" y="1351184"/>
                  <a:pt x="1296481" y="1351184"/>
                </a:cubicBezTo>
                <a:cubicBezTo>
                  <a:pt x="1266279" y="1351184"/>
                  <a:pt x="1241796" y="1326703"/>
                  <a:pt x="1241796" y="1296500"/>
                </a:cubicBezTo>
                <a:cubicBezTo>
                  <a:pt x="1241796" y="1266299"/>
                  <a:pt x="1266279" y="1241816"/>
                  <a:pt x="1296481" y="1241816"/>
                </a:cubicBezTo>
                <a:close/>
                <a:moveTo>
                  <a:pt x="505833" y="1230409"/>
                </a:moveTo>
                <a:lnTo>
                  <a:pt x="508112" y="1230409"/>
                </a:lnTo>
                <a:lnTo>
                  <a:pt x="510390" y="1230409"/>
                </a:lnTo>
                <a:lnTo>
                  <a:pt x="508112" y="1232688"/>
                </a:lnTo>
                <a:close/>
                <a:moveTo>
                  <a:pt x="1692944" y="1225866"/>
                </a:moveTo>
                <a:cubicBezTo>
                  <a:pt x="1711820" y="1225866"/>
                  <a:pt x="1727122" y="1241169"/>
                  <a:pt x="1727122" y="1260044"/>
                </a:cubicBezTo>
                <a:cubicBezTo>
                  <a:pt x="1727122" y="1278920"/>
                  <a:pt x="1711820" y="1294222"/>
                  <a:pt x="1692944" y="1294222"/>
                </a:cubicBezTo>
                <a:cubicBezTo>
                  <a:pt x="1674068" y="1294222"/>
                  <a:pt x="1658766" y="1278920"/>
                  <a:pt x="1658766" y="1260044"/>
                </a:cubicBezTo>
                <a:cubicBezTo>
                  <a:pt x="1658766" y="1241169"/>
                  <a:pt x="1674068" y="1225866"/>
                  <a:pt x="1692944" y="1225866"/>
                </a:cubicBezTo>
                <a:close/>
                <a:moveTo>
                  <a:pt x="1487877" y="1223587"/>
                </a:moveTo>
                <a:cubicBezTo>
                  <a:pt x="1514303" y="1223587"/>
                  <a:pt x="1535726" y="1245009"/>
                  <a:pt x="1535726" y="1271437"/>
                </a:cubicBezTo>
                <a:cubicBezTo>
                  <a:pt x="1535726" y="1297861"/>
                  <a:pt x="1514303" y="1319284"/>
                  <a:pt x="1487877" y="1319284"/>
                </a:cubicBezTo>
                <a:cubicBezTo>
                  <a:pt x="1461944" y="1318131"/>
                  <a:pt x="1441182" y="1297369"/>
                  <a:pt x="1440028" y="1271437"/>
                </a:cubicBezTo>
                <a:cubicBezTo>
                  <a:pt x="1440028" y="1245009"/>
                  <a:pt x="1461451" y="1223587"/>
                  <a:pt x="1487877" y="1223587"/>
                </a:cubicBezTo>
                <a:close/>
                <a:moveTo>
                  <a:pt x="3679819" y="1216753"/>
                </a:moveTo>
                <a:cubicBezTo>
                  <a:pt x="3687367" y="1216753"/>
                  <a:pt x="3693489" y="1222873"/>
                  <a:pt x="3693489" y="1230423"/>
                </a:cubicBezTo>
                <a:cubicBezTo>
                  <a:pt x="3693489" y="1237974"/>
                  <a:pt x="3687367" y="1244093"/>
                  <a:pt x="3679819" y="1244093"/>
                </a:cubicBezTo>
                <a:cubicBezTo>
                  <a:pt x="3672267" y="1244093"/>
                  <a:pt x="3666147" y="1237973"/>
                  <a:pt x="3666147" y="1230423"/>
                </a:cubicBezTo>
                <a:cubicBezTo>
                  <a:pt x="3666147" y="1222873"/>
                  <a:pt x="3672267" y="1216753"/>
                  <a:pt x="3679819" y="1216753"/>
                </a:cubicBezTo>
                <a:close/>
                <a:moveTo>
                  <a:pt x="763306" y="1209914"/>
                </a:moveTo>
                <a:cubicBezTo>
                  <a:pt x="783441" y="1209914"/>
                  <a:pt x="799763" y="1226235"/>
                  <a:pt x="799763" y="1246370"/>
                </a:cubicBezTo>
                <a:cubicBezTo>
                  <a:pt x="799763" y="1266505"/>
                  <a:pt x="783441" y="1282828"/>
                  <a:pt x="763306" y="1282828"/>
                </a:cubicBezTo>
                <a:cubicBezTo>
                  <a:pt x="743172" y="1282828"/>
                  <a:pt x="726850" y="1266505"/>
                  <a:pt x="726850" y="1246370"/>
                </a:cubicBezTo>
                <a:cubicBezTo>
                  <a:pt x="726850" y="1226235"/>
                  <a:pt x="743172" y="1209914"/>
                  <a:pt x="763306" y="1209914"/>
                </a:cubicBezTo>
                <a:close/>
                <a:moveTo>
                  <a:pt x="3135251" y="1203081"/>
                </a:moveTo>
                <a:cubicBezTo>
                  <a:pt x="3147835" y="1203081"/>
                  <a:pt x="3158035" y="1213282"/>
                  <a:pt x="3158035" y="1225866"/>
                </a:cubicBezTo>
                <a:cubicBezTo>
                  <a:pt x="3156975" y="1237983"/>
                  <a:pt x="3147369" y="1247590"/>
                  <a:pt x="3135251" y="1248651"/>
                </a:cubicBezTo>
                <a:cubicBezTo>
                  <a:pt x="3122667" y="1248651"/>
                  <a:pt x="3112467" y="1238450"/>
                  <a:pt x="3112467" y="1225866"/>
                </a:cubicBezTo>
                <a:cubicBezTo>
                  <a:pt x="3112275" y="1224257"/>
                  <a:pt x="3112275" y="1222631"/>
                  <a:pt x="3112467" y="1221022"/>
                </a:cubicBezTo>
                <a:cubicBezTo>
                  <a:pt x="3113803" y="1209775"/>
                  <a:pt x="3124005" y="1201745"/>
                  <a:pt x="3135251" y="1203081"/>
                </a:cubicBezTo>
                <a:close/>
                <a:moveTo>
                  <a:pt x="1205340" y="1184852"/>
                </a:moveTo>
                <a:cubicBezTo>
                  <a:pt x="1230508" y="1184852"/>
                  <a:pt x="1250911" y="1205256"/>
                  <a:pt x="1250911" y="1230423"/>
                </a:cubicBezTo>
                <a:cubicBezTo>
                  <a:pt x="1250911" y="1255589"/>
                  <a:pt x="1230508" y="1275993"/>
                  <a:pt x="1205340" y="1275993"/>
                </a:cubicBezTo>
                <a:cubicBezTo>
                  <a:pt x="1180173" y="1275993"/>
                  <a:pt x="1159770" y="1255589"/>
                  <a:pt x="1159770" y="1230423"/>
                </a:cubicBezTo>
                <a:cubicBezTo>
                  <a:pt x="1159770" y="1205256"/>
                  <a:pt x="1180173" y="1184852"/>
                  <a:pt x="1205340" y="1184852"/>
                </a:cubicBezTo>
                <a:close/>
                <a:moveTo>
                  <a:pt x="1396736" y="1171181"/>
                </a:moveTo>
                <a:cubicBezTo>
                  <a:pt x="1414757" y="1171141"/>
                  <a:pt x="1429713" y="1185099"/>
                  <a:pt x="1430914" y="1203081"/>
                </a:cubicBezTo>
                <a:cubicBezTo>
                  <a:pt x="1430914" y="1221955"/>
                  <a:pt x="1415612" y="1237258"/>
                  <a:pt x="1396736" y="1237258"/>
                </a:cubicBezTo>
                <a:cubicBezTo>
                  <a:pt x="1379659" y="1234962"/>
                  <a:pt x="1366962" y="1220311"/>
                  <a:pt x="1367115" y="1203081"/>
                </a:cubicBezTo>
                <a:cubicBezTo>
                  <a:pt x="1367073" y="1186317"/>
                  <a:pt x="1380014" y="1172379"/>
                  <a:pt x="1396736" y="1171181"/>
                </a:cubicBezTo>
                <a:close/>
                <a:moveTo>
                  <a:pt x="3287911" y="1166625"/>
                </a:moveTo>
                <a:cubicBezTo>
                  <a:pt x="3300031" y="1167684"/>
                  <a:pt x="3309639" y="1177291"/>
                  <a:pt x="3310697" y="1189410"/>
                </a:cubicBezTo>
                <a:cubicBezTo>
                  <a:pt x="3310697" y="1201993"/>
                  <a:pt x="3300495" y="1212194"/>
                  <a:pt x="3287911" y="1212194"/>
                </a:cubicBezTo>
                <a:cubicBezTo>
                  <a:pt x="3286303" y="1212386"/>
                  <a:pt x="3284677" y="1212386"/>
                  <a:pt x="3283067" y="1212194"/>
                </a:cubicBezTo>
                <a:cubicBezTo>
                  <a:pt x="3271821" y="1210858"/>
                  <a:pt x="3263789" y="1200656"/>
                  <a:pt x="3265127" y="1189410"/>
                </a:cubicBezTo>
                <a:cubicBezTo>
                  <a:pt x="3265127" y="1176824"/>
                  <a:pt x="3275327" y="1166625"/>
                  <a:pt x="3287911" y="1166625"/>
                </a:cubicBezTo>
                <a:close/>
                <a:moveTo>
                  <a:pt x="934196" y="1162068"/>
                </a:moveTo>
                <a:cubicBezTo>
                  <a:pt x="956847" y="1162068"/>
                  <a:pt x="975209" y="1180429"/>
                  <a:pt x="975209" y="1203079"/>
                </a:cubicBezTo>
                <a:cubicBezTo>
                  <a:pt x="973999" y="1224836"/>
                  <a:pt x="955986" y="1241848"/>
                  <a:pt x="934196" y="1241813"/>
                </a:cubicBezTo>
                <a:cubicBezTo>
                  <a:pt x="913290" y="1240681"/>
                  <a:pt x="896594" y="1223986"/>
                  <a:pt x="895461" y="1203079"/>
                </a:cubicBezTo>
                <a:cubicBezTo>
                  <a:pt x="895427" y="1181290"/>
                  <a:pt x="912439" y="1163277"/>
                  <a:pt x="934196" y="1162068"/>
                </a:cubicBezTo>
                <a:close/>
                <a:moveTo>
                  <a:pt x="3012211" y="1152954"/>
                </a:moveTo>
                <a:cubicBezTo>
                  <a:pt x="3018503" y="1152954"/>
                  <a:pt x="3023603" y="1158054"/>
                  <a:pt x="3023603" y="1164347"/>
                </a:cubicBezTo>
                <a:cubicBezTo>
                  <a:pt x="3023603" y="1170640"/>
                  <a:pt x="3018503" y="1175739"/>
                  <a:pt x="3012211" y="1175739"/>
                </a:cubicBezTo>
                <a:cubicBezTo>
                  <a:pt x="3005919" y="1175739"/>
                  <a:pt x="3000819" y="1170640"/>
                  <a:pt x="3000819" y="1164347"/>
                </a:cubicBezTo>
                <a:cubicBezTo>
                  <a:pt x="3000819" y="1158054"/>
                  <a:pt x="3005919" y="1152954"/>
                  <a:pt x="3012211" y="1152954"/>
                </a:cubicBezTo>
                <a:close/>
                <a:moveTo>
                  <a:pt x="1125591" y="1150674"/>
                </a:moveTo>
                <a:cubicBezTo>
                  <a:pt x="1133142" y="1150674"/>
                  <a:pt x="1139262" y="1156796"/>
                  <a:pt x="1139262" y="1164347"/>
                </a:cubicBezTo>
                <a:cubicBezTo>
                  <a:pt x="1139262" y="1173459"/>
                  <a:pt x="1116477" y="1180296"/>
                  <a:pt x="1116477" y="1180296"/>
                </a:cubicBezTo>
                <a:cubicBezTo>
                  <a:pt x="1112096" y="1176249"/>
                  <a:pt x="1110338" y="1170096"/>
                  <a:pt x="1111920" y="1164347"/>
                </a:cubicBezTo>
                <a:cubicBezTo>
                  <a:pt x="1111920" y="1156796"/>
                  <a:pt x="1118041" y="1150674"/>
                  <a:pt x="1125591" y="1150674"/>
                </a:cubicBezTo>
                <a:close/>
                <a:moveTo>
                  <a:pt x="1822820" y="1139282"/>
                </a:moveTo>
                <a:cubicBezTo>
                  <a:pt x="1826192" y="1139215"/>
                  <a:pt x="1829562" y="1139520"/>
                  <a:pt x="1832866" y="1140196"/>
                </a:cubicBezTo>
                <a:cubicBezTo>
                  <a:pt x="1857525" y="1145234"/>
                  <a:pt x="1873429" y="1169310"/>
                  <a:pt x="1868391" y="1193968"/>
                </a:cubicBezTo>
                <a:cubicBezTo>
                  <a:pt x="1868391" y="1219134"/>
                  <a:pt x="1847988" y="1239537"/>
                  <a:pt x="1822820" y="1239537"/>
                </a:cubicBezTo>
                <a:cubicBezTo>
                  <a:pt x="1819571" y="1239738"/>
                  <a:pt x="1816309" y="1239590"/>
                  <a:pt x="1813091" y="1239093"/>
                </a:cubicBezTo>
                <a:cubicBezTo>
                  <a:pt x="1788215" y="1235272"/>
                  <a:pt x="1771148" y="1212006"/>
                  <a:pt x="1774971" y="1187131"/>
                </a:cubicBezTo>
                <a:cubicBezTo>
                  <a:pt x="1774971" y="1160705"/>
                  <a:pt x="1796394" y="1139282"/>
                  <a:pt x="1822820" y="1139282"/>
                </a:cubicBezTo>
                <a:close/>
                <a:moveTo>
                  <a:pt x="1594967" y="1139282"/>
                </a:moveTo>
                <a:cubicBezTo>
                  <a:pt x="1622652" y="1139282"/>
                  <a:pt x="1645095" y="1161727"/>
                  <a:pt x="1645095" y="1189410"/>
                </a:cubicBezTo>
                <a:cubicBezTo>
                  <a:pt x="1645095" y="1217095"/>
                  <a:pt x="1622652" y="1239537"/>
                  <a:pt x="1594967" y="1239537"/>
                </a:cubicBezTo>
                <a:cubicBezTo>
                  <a:pt x="1567283" y="1239537"/>
                  <a:pt x="1544840" y="1217095"/>
                  <a:pt x="1544840" y="1189410"/>
                </a:cubicBezTo>
                <a:cubicBezTo>
                  <a:pt x="1544840" y="1161727"/>
                  <a:pt x="1567283" y="1139282"/>
                  <a:pt x="1594967" y="1139282"/>
                </a:cubicBezTo>
                <a:close/>
                <a:moveTo>
                  <a:pt x="683558" y="1139274"/>
                </a:moveTo>
                <a:cubicBezTo>
                  <a:pt x="690223" y="1137754"/>
                  <a:pt x="697144" y="1137754"/>
                  <a:pt x="703809" y="1139274"/>
                </a:cubicBezTo>
                <a:cubicBezTo>
                  <a:pt x="728348" y="1144867"/>
                  <a:pt x="743707" y="1169294"/>
                  <a:pt x="738115" y="1193832"/>
                </a:cubicBezTo>
                <a:cubicBezTo>
                  <a:pt x="732522" y="1218370"/>
                  <a:pt x="708096" y="1233729"/>
                  <a:pt x="683558" y="1228138"/>
                </a:cubicBezTo>
                <a:lnTo>
                  <a:pt x="683558" y="1230415"/>
                </a:lnTo>
                <a:cubicBezTo>
                  <a:pt x="658390" y="1230415"/>
                  <a:pt x="637987" y="1210014"/>
                  <a:pt x="637987" y="1184845"/>
                </a:cubicBezTo>
                <a:cubicBezTo>
                  <a:pt x="637987" y="1159678"/>
                  <a:pt x="658390" y="1139274"/>
                  <a:pt x="683558" y="1139274"/>
                </a:cubicBezTo>
                <a:close/>
                <a:moveTo>
                  <a:pt x="1307874" y="1107382"/>
                </a:moveTo>
                <a:cubicBezTo>
                  <a:pt x="1324233" y="1107382"/>
                  <a:pt x="1337495" y="1120643"/>
                  <a:pt x="1337495" y="1137003"/>
                </a:cubicBezTo>
                <a:cubicBezTo>
                  <a:pt x="1337495" y="1153362"/>
                  <a:pt x="1324233" y="1166625"/>
                  <a:pt x="1307874" y="1166625"/>
                </a:cubicBezTo>
                <a:cubicBezTo>
                  <a:pt x="1291515" y="1166625"/>
                  <a:pt x="1278253" y="1153362"/>
                  <a:pt x="1278253" y="1137003"/>
                </a:cubicBezTo>
                <a:cubicBezTo>
                  <a:pt x="1278253" y="1120643"/>
                  <a:pt x="1291515" y="1107382"/>
                  <a:pt x="1307874" y="1107382"/>
                </a:cubicBezTo>
                <a:close/>
                <a:moveTo>
                  <a:pt x="3169429" y="1102824"/>
                </a:moveTo>
                <a:cubicBezTo>
                  <a:pt x="3178237" y="1102824"/>
                  <a:pt x="3185379" y="1109967"/>
                  <a:pt x="3185379" y="1118775"/>
                </a:cubicBezTo>
                <a:cubicBezTo>
                  <a:pt x="3185379" y="1127582"/>
                  <a:pt x="3178237" y="1134724"/>
                  <a:pt x="3169429" y="1134724"/>
                </a:cubicBezTo>
                <a:cubicBezTo>
                  <a:pt x="3160619" y="1134724"/>
                  <a:pt x="3153479" y="1127582"/>
                  <a:pt x="3153479" y="1118775"/>
                </a:cubicBezTo>
                <a:cubicBezTo>
                  <a:pt x="3153479" y="1109967"/>
                  <a:pt x="3160619" y="1102824"/>
                  <a:pt x="3169429" y="1102824"/>
                </a:cubicBezTo>
                <a:close/>
                <a:moveTo>
                  <a:pt x="1939025" y="1102824"/>
                </a:moveTo>
                <a:cubicBezTo>
                  <a:pt x="1959160" y="1102824"/>
                  <a:pt x="1975482" y="1119149"/>
                  <a:pt x="1975482" y="1139282"/>
                </a:cubicBezTo>
                <a:cubicBezTo>
                  <a:pt x="1975482" y="1159417"/>
                  <a:pt x="1959160" y="1175742"/>
                  <a:pt x="1939025" y="1175742"/>
                </a:cubicBezTo>
                <a:cubicBezTo>
                  <a:pt x="1918891" y="1175742"/>
                  <a:pt x="1902569" y="1159417"/>
                  <a:pt x="1902569" y="1139282"/>
                </a:cubicBezTo>
                <a:cubicBezTo>
                  <a:pt x="1902569" y="1119149"/>
                  <a:pt x="1918891" y="1102824"/>
                  <a:pt x="1939025" y="1102824"/>
                </a:cubicBezTo>
                <a:close/>
                <a:moveTo>
                  <a:pt x="847611" y="1100544"/>
                </a:moveTo>
                <a:cubicBezTo>
                  <a:pt x="868517" y="1101678"/>
                  <a:pt x="885214" y="1118375"/>
                  <a:pt x="886346" y="1139279"/>
                </a:cubicBezTo>
                <a:cubicBezTo>
                  <a:pt x="885214" y="1160186"/>
                  <a:pt x="868517" y="1176881"/>
                  <a:pt x="847611" y="1178015"/>
                </a:cubicBezTo>
                <a:cubicBezTo>
                  <a:pt x="825821" y="1178048"/>
                  <a:pt x="807809" y="1161036"/>
                  <a:pt x="806598" y="1139279"/>
                </a:cubicBezTo>
                <a:cubicBezTo>
                  <a:pt x="807809" y="1117522"/>
                  <a:pt x="825821" y="1100511"/>
                  <a:pt x="847611" y="1100544"/>
                </a:cubicBezTo>
                <a:close/>
                <a:moveTo>
                  <a:pt x="1027616" y="1084596"/>
                </a:moveTo>
                <a:cubicBezTo>
                  <a:pt x="1035525" y="1085736"/>
                  <a:pt x="1041369" y="1092555"/>
                  <a:pt x="1041287" y="1100547"/>
                </a:cubicBezTo>
                <a:cubicBezTo>
                  <a:pt x="1041287" y="1108095"/>
                  <a:pt x="1035166" y="1114217"/>
                  <a:pt x="1027616" y="1114217"/>
                </a:cubicBezTo>
                <a:cubicBezTo>
                  <a:pt x="1019625" y="1114298"/>
                  <a:pt x="1012807" y="1108456"/>
                  <a:pt x="1011666" y="1100547"/>
                </a:cubicBezTo>
                <a:cubicBezTo>
                  <a:pt x="1011666" y="1091737"/>
                  <a:pt x="1018807" y="1084596"/>
                  <a:pt x="1027616" y="1084596"/>
                </a:cubicBezTo>
                <a:close/>
                <a:moveTo>
                  <a:pt x="2068901" y="1068648"/>
                </a:moveTo>
                <a:cubicBezTo>
                  <a:pt x="2084002" y="1068648"/>
                  <a:pt x="2096244" y="1080889"/>
                  <a:pt x="2096244" y="1095992"/>
                </a:cubicBezTo>
                <a:cubicBezTo>
                  <a:pt x="2096244" y="1111090"/>
                  <a:pt x="2084002" y="1123333"/>
                  <a:pt x="2068901" y="1123333"/>
                </a:cubicBezTo>
                <a:cubicBezTo>
                  <a:pt x="2053801" y="1123333"/>
                  <a:pt x="2041559" y="1111090"/>
                  <a:pt x="2041559" y="1095992"/>
                </a:cubicBezTo>
                <a:cubicBezTo>
                  <a:pt x="2041559" y="1080889"/>
                  <a:pt x="2053800" y="1068648"/>
                  <a:pt x="2068901" y="1068648"/>
                </a:cubicBezTo>
                <a:close/>
                <a:moveTo>
                  <a:pt x="1718008" y="1066371"/>
                </a:moveTo>
                <a:cubicBezTo>
                  <a:pt x="1746951" y="1066371"/>
                  <a:pt x="1770414" y="1089831"/>
                  <a:pt x="1770414" y="1118775"/>
                </a:cubicBezTo>
                <a:cubicBezTo>
                  <a:pt x="1770414" y="1147718"/>
                  <a:pt x="1746951" y="1171181"/>
                  <a:pt x="1718008" y="1171181"/>
                </a:cubicBezTo>
                <a:cubicBezTo>
                  <a:pt x="1689065" y="1171181"/>
                  <a:pt x="1665602" y="1147718"/>
                  <a:pt x="1665602" y="1118775"/>
                </a:cubicBezTo>
                <a:cubicBezTo>
                  <a:pt x="1665602" y="1089831"/>
                  <a:pt x="1689065" y="1066371"/>
                  <a:pt x="1718008" y="1066371"/>
                </a:cubicBezTo>
                <a:close/>
                <a:moveTo>
                  <a:pt x="3322091" y="1061811"/>
                </a:moveTo>
                <a:cubicBezTo>
                  <a:pt x="3333835" y="1061754"/>
                  <a:pt x="3343701" y="1070633"/>
                  <a:pt x="3344875" y="1082318"/>
                </a:cubicBezTo>
                <a:cubicBezTo>
                  <a:pt x="3343815" y="1094437"/>
                  <a:pt x="3334207" y="1104045"/>
                  <a:pt x="3322091" y="1105105"/>
                </a:cubicBezTo>
                <a:cubicBezTo>
                  <a:pt x="3310403" y="1103930"/>
                  <a:pt x="3301523" y="1094065"/>
                  <a:pt x="3301583" y="1082318"/>
                </a:cubicBezTo>
                <a:cubicBezTo>
                  <a:pt x="3301583" y="1070993"/>
                  <a:pt x="3310765" y="1061811"/>
                  <a:pt x="3322091" y="1061811"/>
                </a:cubicBezTo>
                <a:close/>
                <a:moveTo>
                  <a:pt x="1510663" y="1059619"/>
                </a:moveTo>
                <a:cubicBezTo>
                  <a:pt x="1544616" y="1060876"/>
                  <a:pt x="1571120" y="1089422"/>
                  <a:pt x="1569862" y="1123373"/>
                </a:cubicBezTo>
                <a:cubicBezTo>
                  <a:pt x="1568604" y="1157328"/>
                  <a:pt x="1540059" y="1183832"/>
                  <a:pt x="1506106" y="1182574"/>
                </a:cubicBezTo>
                <a:cubicBezTo>
                  <a:pt x="1473022" y="1181348"/>
                  <a:pt x="1446841" y="1154161"/>
                  <a:pt x="1446864" y="1121056"/>
                </a:cubicBezTo>
                <a:cubicBezTo>
                  <a:pt x="1446864" y="1120307"/>
                  <a:pt x="1446879" y="1119563"/>
                  <a:pt x="1446906" y="1118817"/>
                </a:cubicBezTo>
                <a:cubicBezTo>
                  <a:pt x="1448165" y="1084865"/>
                  <a:pt x="1476709" y="1058361"/>
                  <a:pt x="1510663" y="1059619"/>
                </a:cubicBezTo>
                <a:close/>
                <a:moveTo>
                  <a:pt x="2750180" y="1057254"/>
                </a:moveTo>
                <a:cubicBezTo>
                  <a:pt x="2762764" y="1057254"/>
                  <a:pt x="2772966" y="1067456"/>
                  <a:pt x="2772966" y="1080039"/>
                </a:cubicBezTo>
                <a:cubicBezTo>
                  <a:pt x="2772966" y="1092624"/>
                  <a:pt x="2762764" y="1102824"/>
                  <a:pt x="2750180" y="1102824"/>
                </a:cubicBezTo>
                <a:cubicBezTo>
                  <a:pt x="2737596" y="1102824"/>
                  <a:pt x="2727395" y="1092624"/>
                  <a:pt x="2727395" y="1080039"/>
                </a:cubicBezTo>
                <a:cubicBezTo>
                  <a:pt x="2727395" y="1067456"/>
                  <a:pt x="2737596" y="1057254"/>
                  <a:pt x="2750180" y="1057254"/>
                </a:cubicBezTo>
                <a:close/>
                <a:moveTo>
                  <a:pt x="758750" y="1057247"/>
                </a:moveTo>
                <a:cubicBezTo>
                  <a:pt x="767558" y="1057247"/>
                  <a:pt x="774699" y="1064388"/>
                  <a:pt x="774699" y="1073198"/>
                </a:cubicBezTo>
                <a:cubicBezTo>
                  <a:pt x="774699" y="1082006"/>
                  <a:pt x="767558" y="1089146"/>
                  <a:pt x="758750" y="1089146"/>
                </a:cubicBezTo>
                <a:cubicBezTo>
                  <a:pt x="749941" y="1089146"/>
                  <a:pt x="742800" y="1082006"/>
                  <a:pt x="742800" y="1073198"/>
                </a:cubicBezTo>
                <a:cubicBezTo>
                  <a:pt x="742800" y="1064388"/>
                  <a:pt x="749941" y="1057247"/>
                  <a:pt x="758750" y="1057247"/>
                </a:cubicBezTo>
                <a:close/>
                <a:moveTo>
                  <a:pt x="1216733" y="1052696"/>
                </a:moveTo>
                <a:cubicBezTo>
                  <a:pt x="1226800" y="1052696"/>
                  <a:pt x="1234961" y="1060859"/>
                  <a:pt x="1234961" y="1070924"/>
                </a:cubicBezTo>
                <a:cubicBezTo>
                  <a:pt x="1234961" y="1080992"/>
                  <a:pt x="1226800" y="1089153"/>
                  <a:pt x="1216733" y="1089153"/>
                </a:cubicBezTo>
                <a:cubicBezTo>
                  <a:pt x="1206666" y="1089153"/>
                  <a:pt x="1198505" y="1080992"/>
                  <a:pt x="1198505" y="1070924"/>
                </a:cubicBezTo>
                <a:cubicBezTo>
                  <a:pt x="1198505" y="1060859"/>
                  <a:pt x="1206666" y="1052696"/>
                  <a:pt x="1216733" y="1052696"/>
                </a:cubicBezTo>
                <a:close/>
                <a:moveTo>
                  <a:pt x="2615747" y="1032191"/>
                </a:moveTo>
                <a:cubicBezTo>
                  <a:pt x="2628692" y="1033374"/>
                  <a:pt x="2638586" y="1044257"/>
                  <a:pt x="2638532" y="1057254"/>
                </a:cubicBezTo>
                <a:cubicBezTo>
                  <a:pt x="2637472" y="1069372"/>
                  <a:pt x="2627865" y="1078980"/>
                  <a:pt x="2615747" y="1080039"/>
                </a:cubicBezTo>
                <a:cubicBezTo>
                  <a:pt x="2602748" y="1080093"/>
                  <a:pt x="2591865" y="1070200"/>
                  <a:pt x="2590683" y="1057254"/>
                </a:cubicBezTo>
                <a:cubicBezTo>
                  <a:pt x="2590683" y="1043413"/>
                  <a:pt x="2601904" y="1032191"/>
                  <a:pt x="2615747" y="1032191"/>
                </a:cubicBezTo>
                <a:close/>
                <a:moveTo>
                  <a:pt x="3046387" y="1027635"/>
                </a:moveTo>
                <a:cubicBezTo>
                  <a:pt x="3063111" y="1028832"/>
                  <a:pt x="3076051" y="1042772"/>
                  <a:pt x="3076009" y="1059533"/>
                </a:cubicBezTo>
                <a:cubicBezTo>
                  <a:pt x="3076071" y="1060321"/>
                  <a:pt x="3076099" y="1061111"/>
                  <a:pt x="3076097" y="1061901"/>
                </a:cubicBezTo>
                <a:cubicBezTo>
                  <a:pt x="3076047" y="1078260"/>
                  <a:pt x="3062747" y="1091480"/>
                  <a:pt x="3046387" y="1091433"/>
                </a:cubicBezTo>
                <a:cubicBezTo>
                  <a:pt x="3028771" y="1091433"/>
                  <a:pt x="3014489" y="1077150"/>
                  <a:pt x="3014489" y="1059533"/>
                </a:cubicBezTo>
                <a:cubicBezTo>
                  <a:pt x="3014489" y="1041916"/>
                  <a:pt x="3028771" y="1027635"/>
                  <a:pt x="3046387" y="1027635"/>
                </a:cubicBezTo>
                <a:close/>
                <a:moveTo>
                  <a:pt x="1414965" y="1027635"/>
                </a:moveTo>
                <a:cubicBezTo>
                  <a:pt x="1428807" y="1027635"/>
                  <a:pt x="1440029" y="1038856"/>
                  <a:pt x="1440029" y="1052696"/>
                </a:cubicBezTo>
                <a:cubicBezTo>
                  <a:pt x="1440029" y="1066542"/>
                  <a:pt x="1428807" y="1077761"/>
                  <a:pt x="1414965" y="1077761"/>
                </a:cubicBezTo>
                <a:cubicBezTo>
                  <a:pt x="1401122" y="1077761"/>
                  <a:pt x="1389901" y="1066542"/>
                  <a:pt x="1389901" y="1052696"/>
                </a:cubicBezTo>
                <a:cubicBezTo>
                  <a:pt x="1389901" y="1038856"/>
                  <a:pt x="1401122" y="1027635"/>
                  <a:pt x="1414965" y="1027635"/>
                </a:cubicBezTo>
                <a:close/>
                <a:moveTo>
                  <a:pt x="1624676" y="1016155"/>
                </a:moveTo>
                <a:cubicBezTo>
                  <a:pt x="1641035" y="1016203"/>
                  <a:pt x="1654258" y="1029502"/>
                  <a:pt x="1654209" y="1045863"/>
                </a:cubicBezTo>
                <a:cubicBezTo>
                  <a:pt x="1654209" y="1063479"/>
                  <a:pt x="1639928" y="1077762"/>
                  <a:pt x="1622310" y="1077762"/>
                </a:cubicBezTo>
                <a:cubicBezTo>
                  <a:pt x="1622252" y="1077758"/>
                  <a:pt x="1622193" y="1077753"/>
                  <a:pt x="1622135" y="1077750"/>
                </a:cubicBezTo>
                <a:cubicBezTo>
                  <a:pt x="1605828" y="1076445"/>
                  <a:pt x="1593665" y="1062170"/>
                  <a:pt x="1594968" y="1045863"/>
                </a:cubicBezTo>
                <a:cubicBezTo>
                  <a:pt x="1594922" y="1030356"/>
                  <a:pt x="1606847" y="1017437"/>
                  <a:pt x="1622310" y="1016242"/>
                </a:cubicBezTo>
                <a:cubicBezTo>
                  <a:pt x="1623097" y="1016181"/>
                  <a:pt x="1623887" y="1016154"/>
                  <a:pt x="1624676" y="1016155"/>
                </a:cubicBezTo>
                <a:close/>
                <a:moveTo>
                  <a:pt x="1841048" y="1009406"/>
                </a:moveTo>
                <a:cubicBezTo>
                  <a:pt x="1868733" y="1009406"/>
                  <a:pt x="1891176" y="1031850"/>
                  <a:pt x="1891176" y="1059533"/>
                </a:cubicBezTo>
                <a:cubicBezTo>
                  <a:pt x="1891176" y="1087222"/>
                  <a:pt x="1868733" y="1109660"/>
                  <a:pt x="1841048" y="1109660"/>
                </a:cubicBezTo>
                <a:cubicBezTo>
                  <a:pt x="1813364" y="1109660"/>
                  <a:pt x="1790921" y="1087222"/>
                  <a:pt x="1790921" y="1059533"/>
                </a:cubicBezTo>
                <a:cubicBezTo>
                  <a:pt x="1790921" y="1031850"/>
                  <a:pt x="1813364" y="1009406"/>
                  <a:pt x="1841048" y="1009406"/>
                </a:cubicBezTo>
                <a:close/>
                <a:moveTo>
                  <a:pt x="669887" y="993441"/>
                </a:moveTo>
                <a:cubicBezTo>
                  <a:pt x="677796" y="994583"/>
                  <a:pt x="683640" y="1001401"/>
                  <a:pt x="683558" y="1009392"/>
                </a:cubicBezTo>
                <a:cubicBezTo>
                  <a:pt x="683558" y="1016942"/>
                  <a:pt x="677437" y="1023064"/>
                  <a:pt x="669887" y="1023064"/>
                </a:cubicBezTo>
                <a:cubicBezTo>
                  <a:pt x="661896" y="1023145"/>
                  <a:pt x="655078" y="1017301"/>
                  <a:pt x="653937" y="1009392"/>
                </a:cubicBezTo>
                <a:cubicBezTo>
                  <a:pt x="653937" y="1000583"/>
                  <a:pt x="661078" y="993441"/>
                  <a:pt x="669887" y="993441"/>
                </a:cubicBezTo>
                <a:close/>
                <a:moveTo>
                  <a:pt x="3203607" y="991178"/>
                </a:moveTo>
                <a:cubicBezTo>
                  <a:pt x="3216191" y="991178"/>
                  <a:pt x="3226391" y="1001379"/>
                  <a:pt x="3226391" y="1013962"/>
                </a:cubicBezTo>
                <a:cubicBezTo>
                  <a:pt x="3226391" y="1026548"/>
                  <a:pt x="3216191" y="1036748"/>
                  <a:pt x="3203607" y="1036748"/>
                </a:cubicBezTo>
                <a:cubicBezTo>
                  <a:pt x="3201999" y="1036939"/>
                  <a:pt x="3200371" y="1036939"/>
                  <a:pt x="3198763" y="1036748"/>
                </a:cubicBezTo>
                <a:cubicBezTo>
                  <a:pt x="3187515" y="1035411"/>
                  <a:pt x="3179483" y="1025211"/>
                  <a:pt x="3180823" y="1013962"/>
                </a:cubicBezTo>
                <a:cubicBezTo>
                  <a:pt x="3180823" y="1001379"/>
                  <a:pt x="3191023" y="991178"/>
                  <a:pt x="3203607" y="991178"/>
                </a:cubicBezTo>
                <a:close/>
                <a:moveTo>
                  <a:pt x="1125592" y="986622"/>
                </a:moveTo>
                <a:cubicBezTo>
                  <a:pt x="1135659" y="986622"/>
                  <a:pt x="1143820" y="994781"/>
                  <a:pt x="1143820" y="1004849"/>
                </a:cubicBezTo>
                <a:cubicBezTo>
                  <a:pt x="1143820" y="1014916"/>
                  <a:pt x="1135659" y="1023077"/>
                  <a:pt x="1125592" y="1023077"/>
                </a:cubicBezTo>
                <a:cubicBezTo>
                  <a:pt x="1115525" y="1023077"/>
                  <a:pt x="1107364" y="1014916"/>
                  <a:pt x="1107364" y="1004849"/>
                </a:cubicBezTo>
                <a:cubicBezTo>
                  <a:pt x="1107364" y="994781"/>
                  <a:pt x="1115525" y="986622"/>
                  <a:pt x="1125592" y="986622"/>
                </a:cubicBezTo>
                <a:close/>
                <a:moveTo>
                  <a:pt x="3900835" y="984339"/>
                </a:moveTo>
                <a:cubicBezTo>
                  <a:pt x="3907485" y="985461"/>
                  <a:pt x="3912323" y="991266"/>
                  <a:pt x="3912227" y="998011"/>
                </a:cubicBezTo>
                <a:lnTo>
                  <a:pt x="3900835" y="998011"/>
                </a:lnTo>
                <a:cubicBezTo>
                  <a:pt x="3896605" y="1000453"/>
                  <a:pt x="3891395" y="1000453"/>
                  <a:pt x="3887163" y="998011"/>
                </a:cubicBezTo>
                <a:cubicBezTo>
                  <a:pt x="3887163" y="990460"/>
                  <a:pt x="3893285" y="984339"/>
                  <a:pt x="3900835" y="984339"/>
                </a:cubicBezTo>
                <a:close/>
                <a:moveTo>
                  <a:pt x="2916512" y="979787"/>
                </a:moveTo>
                <a:cubicBezTo>
                  <a:pt x="2934130" y="979787"/>
                  <a:pt x="2948412" y="994067"/>
                  <a:pt x="2948412" y="1011686"/>
                </a:cubicBezTo>
                <a:cubicBezTo>
                  <a:pt x="2948412" y="1029304"/>
                  <a:pt x="2934130" y="1043586"/>
                  <a:pt x="2916512" y="1043586"/>
                </a:cubicBezTo>
                <a:cubicBezTo>
                  <a:pt x="2898895" y="1043586"/>
                  <a:pt x="2884613" y="1029304"/>
                  <a:pt x="2884613" y="1011686"/>
                </a:cubicBezTo>
                <a:cubicBezTo>
                  <a:pt x="2884613" y="994067"/>
                  <a:pt x="2898895" y="979787"/>
                  <a:pt x="2916512" y="979787"/>
                </a:cubicBezTo>
                <a:close/>
                <a:moveTo>
                  <a:pt x="1970924" y="966113"/>
                </a:moveTo>
                <a:cubicBezTo>
                  <a:pt x="1996092" y="966113"/>
                  <a:pt x="2016495" y="986517"/>
                  <a:pt x="2016495" y="1011686"/>
                </a:cubicBezTo>
                <a:cubicBezTo>
                  <a:pt x="2016495" y="1036853"/>
                  <a:pt x="1996092" y="1057254"/>
                  <a:pt x="1970924" y="1057254"/>
                </a:cubicBezTo>
                <a:cubicBezTo>
                  <a:pt x="1945757" y="1057254"/>
                  <a:pt x="1925354" y="1036853"/>
                  <a:pt x="1925354" y="1011686"/>
                </a:cubicBezTo>
                <a:cubicBezTo>
                  <a:pt x="1925354" y="986517"/>
                  <a:pt x="1945756" y="966113"/>
                  <a:pt x="1970924" y="966113"/>
                </a:cubicBezTo>
                <a:close/>
                <a:moveTo>
                  <a:pt x="849891" y="959269"/>
                </a:moveTo>
                <a:lnTo>
                  <a:pt x="849891" y="982055"/>
                </a:lnTo>
                <a:cubicBezTo>
                  <a:pt x="843599" y="982055"/>
                  <a:pt x="838498" y="976955"/>
                  <a:pt x="838498" y="970663"/>
                </a:cubicBezTo>
                <a:cubicBezTo>
                  <a:pt x="838498" y="964371"/>
                  <a:pt x="843599" y="959269"/>
                  <a:pt x="849891" y="959269"/>
                </a:cubicBezTo>
                <a:close/>
                <a:moveTo>
                  <a:pt x="1528891" y="954722"/>
                </a:moveTo>
                <a:cubicBezTo>
                  <a:pt x="1540636" y="954662"/>
                  <a:pt x="1550502" y="963540"/>
                  <a:pt x="1551676" y="975228"/>
                </a:cubicBezTo>
                <a:cubicBezTo>
                  <a:pt x="1550617" y="987345"/>
                  <a:pt x="1541009" y="996953"/>
                  <a:pt x="1528891" y="998013"/>
                </a:cubicBezTo>
                <a:cubicBezTo>
                  <a:pt x="1517204" y="996839"/>
                  <a:pt x="1508325" y="986973"/>
                  <a:pt x="1508384" y="975228"/>
                </a:cubicBezTo>
                <a:cubicBezTo>
                  <a:pt x="1508384" y="963901"/>
                  <a:pt x="1517566" y="954722"/>
                  <a:pt x="1528891" y="954722"/>
                </a:cubicBezTo>
                <a:close/>
                <a:moveTo>
                  <a:pt x="1323824" y="954719"/>
                </a:moveTo>
                <a:cubicBezTo>
                  <a:pt x="1340183" y="954719"/>
                  <a:pt x="1353445" y="967983"/>
                  <a:pt x="1353445" y="984342"/>
                </a:cubicBezTo>
                <a:cubicBezTo>
                  <a:pt x="1353445" y="1000702"/>
                  <a:pt x="1340183" y="1013962"/>
                  <a:pt x="1323824" y="1013962"/>
                </a:cubicBezTo>
                <a:cubicBezTo>
                  <a:pt x="1307465" y="1013962"/>
                  <a:pt x="1294203" y="1000702"/>
                  <a:pt x="1294203" y="984342"/>
                </a:cubicBezTo>
                <a:cubicBezTo>
                  <a:pt x="1294203" y="967983"/>
                  <a:pt x="1307465" y="954719"/>
                  <a:pt x="1323824" y="954719"/>
                </a:cubicBezTo>
                <a:close/>
                <a:moveTo>
                  <a:pt x="2784358" y="947885"/>
                </a:moveTo>
                <a:cubicBezTo>
                  <a:pt x="2799459" y="947885"/>
                  <a:pt x="2811701" y="960128"/>
                  <a:pt x="2811701" y="975228"/>
                </a:cubicBezTo>
                <a:cubicBezTo>
                  <a:pt x="2810613" y="989856"/>
                  <a:pt x="2798985" y="1001484"/>
                  <a:pt x="2784358" y="1002573"/>
                </a:cubicBezTo>
                <a:cubicBezTo>
                  <a:pt x="2769258" y="1002573"/>
                  <a:pt x="2757016" y="990328"/>
                  <a:pt x="2757016" y="975228"/>
                </a:cubicBezTo>
                <a:cubicBezTo>
                  <a:pt x="2757016" y="960128"/>
                  <a:pt x="2769257" y="947885"/>
                  <a:pt x="2784358" y="947885"/>
                </a:cubicBezTo>
                <a:close/>
                <a:moveTo>
                  <a:pt x="3358547" y="938772"/>
                </a:moveTo>
                <a:cubicBezTo>
                  <a:pt x="3378679" y="938772"/>
                  <a:pt x="3395003" y="955093"/>
                  <a:pt x="3395003" y="975226"/>
                </a:cubicBezTo>
                <a:cubicBezTo>
                  <a:pt x="3395039" y="995760"/>
                  <a:pt x="3379043" y="1012755"/>
                  <a:pt x="3358547" y="1013962"/>
                </a:cubicBezTo>
                <a:cubicBezTo>
                  <a:pt x="3337153" y="1013962"/>
                  <a:pt x="3319811" y="996621"/>
                  <a:pt x="3319811" y="975226"/>
                </a:cubicBezTo>
                <a:cubicBezTo>
                  <a:pt x="3319811" y="974444"/>
                  <a:pt x="3319833" y="973659"/>
                  <a:pt x="3319883" y="972877"/>
                </a:cubicBezTo>
                <a:cubicBezTo>
                  <a:pt x="3321141" y="952784"/>
                  <a:pt x="3338451" y="937510"/>
                  <a:pt x="3358547" y="938772"/>
                </a:cubicBezTo>
                <a:close/>
                <a:moveTo>
                  <a:pt x="2103079" y="934214"/>
                </a:moveTo>
                <a:cubicBezTo>
                  <a:pt x="2125730" y="934214"/>
                  <a:pt x="2144092" y="952576"/>
                  <a:pt x="2144092" y="975228"/>
                </a:cubicBezTo>
                <a:cubicBezTo>
                  <a:pt x="2144092" y="997879"/>
                  <a:pt x="2125730" y="1016242"/>
                  <a:pt x="2103079" y="1016242"/>
                </a:cubicBezTo>
                <a:cubicBezTo>
                  <a:pt x="2080427" y="1016242"/>
                  <a:pt x="2062065" y="997880"/>
                  <a:pt x="2062065" y="975228"/>
                </a:cubicBezTo>
                <a:cubicBezTo>
                  <a:pt x="2062065" y="952576"/>
                  <a:pt x="2080427" y="934214"/>
                  <a:pt x="2103079" y="934214"/>
                </a:cubicBezTo>
                <a:close/>
                <a:moveTo>
                  <a:pt x="2647646" y="929657"/>
                </a:moveTo>
                <a:cubicBezTo>
                  <a:pt x="2658971" y="929657"/>
                  <a:pt x="2668153" y="938838"/>
                  <a:pt x="2668153" y="950165"/>
                </a:cubicBezTo>
                <a:cubicBezTo>
                  <a:pt x="2668153" y="961490"/>
                  <a:pt x="2658971" y="970671"/>
                  <a:pt x="2647646" y="970671"/>
                </a:cubicBezTo>
                <a:cubicBezTo>
                  <a:pt x="2636320" y="970671"/>
                  <a:pt x="2627139" y="961490"/>
                  <a:pt x="2627139" y="950165"/>
                </a:cubicBezTo>
                <a:cubicBezTo>
                  <a:pt x="2627139" y="938838"/>
                  <a:pt x="2636320" y="929657"/>
                  <a:pt x="2647646" y="929657"/>
                </a:cubicBezTo>
                <a:close/>
                <a:moveTo>
                  <a:pt x="1749816" y="927470"/>
                </a:moveTo>
                <a:cubicBezTo>
                  <a:pt x="1779993" y="928704"/>
                  <a:pt x="1803456" y="954164"/>
                  <a:pt x="1802223" y="984343"/>
                </a:cubicBezTo>
                <a:cubicBezTo>
                  <a:pt x="1800989" y="1014521"/>
                  <a:pt x="1775527" y="1037981"/>
                  <a:pt x="1745351" y="1036748"/>
                </a:cubicBezTo>
                <a:lnTo>
                  <a:pt x="1745351" y="1036750"/>
                </a:lnTo>
                <a:cubicBezTo>
                  <a:pt x="1716408" y="1036750"/>
                  <a:pt x="1692945" y="1013287"/>
                  <a:pt x="1692945" y="984343"/>
                </a:cubicBezTo>
                <a:cubicBezTo>
                  <a:pt x="1692884" y="982854"/>
                  <a:pt x="1692884" y="981365"/>
                  <a:pt x="1692945" y="979877"/>
                </a:cubicBezTo>
                <a:cubicBezTo>
                  <a:pt x="1694178" y="949699"/>
                  <a:pt x="1719640" y="926236"/>
                  <a:pt x="1749816" y="927470"/>
                </a:cubicBezTo>
                <a:close/>
                <a:moveTo>
                  <a:pt x="3078287" y="922820"/>
                </a:moveTo>
                <a:cubicBezTo>
                  <a:pt x="3095905" y="922820"/>
                  <a:pt x="3110187" y="937102"/>
                  <a:pt x="3110187" y="954722"/>
                </a:cubicBezTo>
                <a:cubicBezTo>
                  <a:pt x="3110187" y="972339"/>
                  <a:pt x="3095905" y="986622"/>
                  <a:pt x="3078287" y="986622"/>
                </a:cubicBezTo>
                <a:cubicBezTo>
                  <a:pt x="3060671" y="986622"/>
                  <a:pt x="3046387" y="972339"/>
                  <a:pt x="3046387" y="954722"/>
                </a:cubicBezTo>
                <a:cubicBezTo>
                  <a:pt x="3047497" y="937582"/>
                  <a:pt x="3061151" y="923931"/>
                  <a:pt x="3078287" y="922820"/>
                </a:cubicBezTo>
                <a:close/>
                <a:moveTo>
                  <a:pt x="3508929" y="922819"/>
                </a:moveTo>
                <a:cubicBezTo>
                  <a:pt x="3520255" y="922819"/>
                  <a:pt x="3529435" y="932002"/>
                  <a:pt x="3529435" y="943329"/>
                </a:cubicBezTo>
                <a:cubicBezTo>
                  <a:pt x="3529495" y="955073"/>
                  <a:pt x="3520615" y="964937"/>
                  <a:pt x="3508929" y="966113"/>
                </a:cubicBezTo>
                <a:cubicBezTo>
                  <a:pt x="3496345" y="966113"/>
                  <a:pt x="3486143" y="955911"/>
                  <a:pt x="3486143" y="943327"/>
                </a:cubicBezTo>
                <a:cubicBezTo>
                  <a:pt x="3486139" y="942524"/>
                  <a:pt x="3486181" y="941719"/>
                  <a:pt x="3486271" y="940921"/>
                </a:cubicBezTo>
                <a:cubicBezTo>
                  <a:pt x="3487529" y="929666"/>
                  <a:pt x="3497673" y="921562"/>
                  <a:pt x="3508929" y="922819"/>
                </a:cubicBezTo>
                <a:close/>
                <a:moveTo>
                  <a:pt x="2506378" y="911429"/>
                </a:moveTo>
                <a:cubicBezTo>
                  <a:pt x="2523719" y="909930"/>
                  <a:pt x="2539418" y="921703"/>
                  <a:pt x="2542834" y="938772"/>
                </a:cubicBezTo>
                <a:cubicBezTo>
                  <a:pt x="2541629" y="958012"/>
                  <a:pt x="2525655" y="972988"/>
                  <a:pt x="2506378" y="972950"/>
                </a:cubicBezTo>
                <a:cubicBezTo>
                  <a:pt x="2489878" y="973282"/>
                  <a:pt x="2475497" y="961777"/>
                  <a:pt x="2472200" y="945606"/>
                </a:cubicBezTo>
                <a:cubicBezTo>
                  <a:pt x="2472200" y="926730"/>
                  <a:pt x="2487502" y="911429"/>
                  <a:pt x="2506378" y="911429"/>
                </a:cubicBezTo>
                <a:close/>
                <a:moveTo>
                  <a:pt x="3645639" y="911428"/>
                </a:moveTo>
                <a:lnTo>
                  <a:pt x="3666147" y="911428"/>
                </a:lnTo>
                <a:lnTo>
                  <a:pt x="3645639" y="927376"/>
                </a:lnTo>
                <a:close/>
                <a:moveTo>
                  <a:pt x="2374223" y="902315"/>
                </a:moveTo>
                <a:cubicBezTo>
                  <a:pt x="2394358" y="902315"/>
                  <a:pt x="2410680" y="918636"/>
                  <a:pt x="2410680" y="938771"/>
                </a:cubicBezTo>
                <a:cubicBezTo>
                  <a:pt x="2410680" y="958903"/>
                  <a:pt x="2394358" y="975228"/>
                  <a:pt x="2374223" y="975228"/>
                </a:cubicBezTo>
                <a:cubicBezTo>
                  <a:pt x="2354089" y="975228"/>
                  <a:pt x="2337767" y="958903"/>
                  <a:pt x="2337767" y="938771"/>
                </a:cubicBezTo>
                <a:cubicBezTo>
                  <a:pt x="2337767" y="918636"/>
                  <a:pt x="2354089" y="902315"/>
                  <a:pt x="2374223" y="902315"/>
                </a:cubicBezTo>
                <a:close/>
                <a:moveTo>
                  <a:pt x="2237512" y="900037"/>
                </a:moveTo>
                <a:cubicBezTo>
                  <a:pt x="2265196" y="900037"/>
                  <a:pt x="2287639" y="922479"/>
                  <a:pt x="2287639" y="950165"/>
                </a:cubicBezTo>
                <a:cubicBezTo>
                  <a:pt x="2287639" y="977851"/>
                  <a:pt x="2265196" y="1000293"/>
                  <a:pt x="2237512" y="1000293"/>
                </a:cubicBezTo>
                <a:cubicBezTo>
                  <a:pt x="2209827" y="1000293"/>
                  <a:pt x="2187384" y="977851"/>
                  <a:pt x="2187384" y="950165"/>
                </a:cubicBezTo>
                <a:cubicBezTo>
                  <a:pt x="2187384" y="922479"/>
                  <a:pt x="2209827" y="900037"/>
                  <a:pt x="2237512" y="900037"/>
                </a:cubicBezTo>
                <a:close/>
                <a:moveTo>
                  <a:pt x="3800579" y="888641"/>
                </a:moveTo>
                <a:cubicBezTo>
                  <a:pt x="3806871" y="888641"/>
                  <a:pt x="3811971" y="893741"/>
                  <a:pt x="3811971" y="900033"/>
                </a:cubicBezTo>
                <a:cubicBezTo>
                  <a:pt x="3811971" y="906325"/>
                  <a:pt x="3806871" y="911425"/>
                  <a:pt x="3800579" y="911425"/>
                </a:cubicBezTo>
                <a:cubicBezTo>
                  <a:pt x="3794287" y="911425"/>
                  <a:pt x="3789187" y="906325"/>
                  <a:pt x="3789187" y="900033"/>
                </a:cubicBezTo>
                <a:cubicBezTo>
                  <a:pt x="3789187" y="893741"/>
                  <a:pt x="3794287" y="888641"/>
                  <a:pt x="3800579" y="888641"/>
                </a:cubicBezTo>
                <a:close/>
                <a:moveTo>
                  <a:pt x="1230404" y="886367"/>
                </a:moveTo>
                <a:cubicBezTo>
                  <a:pt x="1246763" y="886367"/>
                  <a:pt x="1260025" y="899626"/>
                  <a:pt x="1260025" y="915986"/>
                </a:cubicBezTo>
                <a:cubicBezTo>
                  <a:pt x="1260025" y="932343"/>
                  <a:pt x="1246763" y="945608"/>
                  <a:pt x="1230404" y="945608"/>
                </a:cubicBezTo>
                <a:cubicBezTo>
                  <a:pt x="1214045" y="945608"/>
                  <a:pt x="1200783" y="932343"/>
                  <a:pt x="1200783" y="915986"/>
                </a:cubicBezTo>
                <a:cubicBezTo>
                  <a:pt x="1200783" y="899626"/>
                  <a:pt x="1214045" y="886367"/>
                  <a:pt x="1230404" y="886367"/>
                </a:cubicBezTo>
                <a:close/>
                <a:moveTo>
                  <a:pt x="1435471" y="884085"/>
                </a:moveTo>
                <a:cubicBezTo>
                  <a:pt x="1450572" y="884085"/>
                  <a:pt x="1462814" y="896329"/>
                  <a:pt x="1462814" y="911429"/>
                </a:cubicBezTo>
                <a:cubicBezTo>
                  <a:pt x="1459621" y="923818"/>
                  <a:pt x="1448261" y="932338"/>
                  <a:pt x="1435471" y="931935"/>
                </a:cubicBezTo>
                <a:cubicBezTo>
                  <a:pt x="1422681" y="932338"/>
                  <a:pt x="1411322" y="923818"/>
                  <a:pt x="1408129" y="911429"/>
                </a:cubicBezTo>
                <a:cubicBezTo>
                  <a:pt x="1408129" y="896329"/>
                  <a:pt x="1420371" y="884085"/>
                  <a:pt x="1435471" y="884085"/>
                </a:cubicBezTo>
                <a:close/>
                <a:moveTo>
                  <a:pt x="2962082" y="881810"/>
                </a:moveTo>
                <a:cubicBezTo>
                  <a:pt x="2973563" y="886857"/>
                  <a:pt x="2980138" y="899064"/>
                  <a:pt x="2978032" y="911429"/>
                </a:cubicBezTo>
                <a:cubicBezTo>
                  <a:pt x="2977264" y="921362"/>
                  <a:pt x="2971153" y="930093"/>
                  <a:pt x="2962082" y="934214"/>
                </a:cubicBezTo>
                <a:cubicBezTo>
                  <a:pt x="2946982" y="934214"/>
                  <a:pt x="2934740" y="921971"/>
                  <a:pt x="2934740" y="906872"/>
                </a:cubicBezTo>
                <a:cubicBezTo>
                  <a:pt x="2934737" y="906075"/>
                  <a:pt x="2934772" y="905281"/>
                  <a:pt x="2934844" y="904489"/>
                </a:cubicBezTo>
                <a:cubicBezTo>
                  <a:pt x="2936102" y="890704"/>
                  <a:pt x="2948297" y="880551"/>
                  <a:pt x="2962082" y="881810"/>
                </a:cubicBezTo>
                <a:close/>
                <a:moveTo>
                  <a:pt x="1870669" y="881810"/>
                </a:moveTo>
                <a:cubicBezTo>
                  <a:pt x="1897095" y="881810"/>
                  <a:pt x="1918518" y="903231"/>
                  <a:pt x="1918518" y="929657"/>
                </a:cubicBezTo>
                <a:cubicBezTo>
                  <a:pt x="1918518" y="956084"/>
                  <a:pt x="1897095" y="977508"/>
                  <a:pt x="1870669" y="977508"/>
                </a:cubicBezTo>
                <a:cubicBezTo>
                  <a:pt x="1844243" y="977508"/>
                  <a:pt x="1822820" y="956084"/>
                  <a:pt x="1822820" y="929657"/>
                </a:cubicBezTo>
                <a:cubicBezTo>
                  <a:pt x="1822820" y="903231"/>
                  <a:pt x="1844243" y="881810"/>
                  <a:pt x="1870669" y="881810"/>
                </a:cubicBezTo>
                <a:close/>
                <a:moveTo>
                  <a:pt x="3237783" y="879531"/>
                </a:moveTo>
                <a:cubicBezTo>
                  <a:pt x="3255403" y="879531"/>
                  <a:pt x="3269683" y="893813"/>
                  <a:pt x="3269683" y="911429"/>
                </a:cubicBezTo>
                <a:cubicBezTo>
                  <a:pt x="3268487" y="928149"/>
                  <a:pt x="3254549" y="941093"/>
                  <a:pt x="3237783" y="941050"/>
                </a:cubicBezTo>
                <a:cubicBezTo>
                  <a:pt x="3221019" y="941093"/>
                  <a:pt x="3207083" y="928149"/>
                  <a:pt x="3205885" y="911429"/>
                </a:cubicBezTo>
                <a:cubicBezTo>
                  <a:pt x="3205885" y="893813"/>
                  <a:pt x="3220167" y="879531"/>
                  <a:pt x="3237783" y="879531"/>
                </a:cubicBezTo>
                <a:close/>
                <a:moveTo>
                  <a:pt x="1649653" y="859023"/>
                </a:moveTo>
                <a:cubicBezTo>
                  <a:pt x="1677337" y="859023"/>
                  <a:pt x="1699780" y="881465"/>
                  <a:pt x="1699780" y="909151"/>
                </a:cubicBezTo>
                <a:cubicBezTo>
                  <a:pt x="1699780" y="936833"/>
                  <a:pt x="1677337" y="959277"/>
                  <a:pt x="1649653" y="959277"/>
                </a:cubicBezTo>
                <a:cubicBezTo>
                  <a:pt x="1621968" y="959277"/>
                  <a:pt x="1599525" y="936833"/>
                  <a:pt x="1599525" y="909151"/>
                </a:cubicBezTo>
                <a:cubicBezTo>
                  <a:pt x="1599525" y="881465"/>
                  <a:pt x="1621968" y="859023"/>
                  <a:pt x="1649653" y="859023"/>
                </a:cubicBezTo>
                <a:close/>
                <a:moveTo>
                  <a:pt x="3401839" y="852188"/>
                </a:moveTo>
                <a:cubicBezTo>
                  <a:pt x="3410647" y="852188"/>
                  <a:pt x="3417787" y="859329"/>
                  <a:pt x="3417787" y="868138"/>
                </a:cubicBezTo>
                <a:cubicBezTo>
                  <a:pt x="3418645" y="872506"/>
                  <a:pt x="3417639" y="877031"/>
                  <a:pt x="3415013" y="880626"/>
                </a:cubicBezTo>
                <a:cubicBezTo>
                  <a:pt x="3409815" y="887735"/>
                  <a:pt x="3399835" y="889285"/>
                  <a:pt x="3392723" y="884085"/>
                </a:cubicBezTo>
                <a:cubicBezTo>
                  <a:pt x="3387499" y="880583"/>
                  <a:pt x="3384823" y="874336"/>
                  <a:pt x="3385887" y="868138"/>
                </a:cubicBezTo>
                <a:cubicBezTo>
                  <a:pt x="3385887" y="859329"/>
                  <a:pt x="3393029" y="852188"/>
                  <a:pt x="3401839" y="852188"/>
                </a:cubicBezTo>
                <a:close/>
                <a:moveTo>
                  <a:pt x="2002824" y="849909"/>
                </a:moveTo>
                <a:cubicBezTo>
                  <a:pt x="2020441" y="849909"/>
                  <a:pt x="2034723" y="864192"/>
                  <a:pt x="2034723" y="881810"/>
                </a:cubicBezTo>
                <a:cubicBezTo>
                  <a:pt x="2033525" y="898530"/>
                  <a:pt x="2019588" y="911473"/>
                  <a:pt x="2002824" y="911429"/>
                </a:cubicBezTo>
                <a:lnTo>
                  <a:pt x="2002823" y="911429"/>
                </a:lnTo>
                <a:cubicBezTo>
                  <a:pt x="2002036" y="911490"/>
                  <a:pt x="2001247" y="911518"/>
                  <a:pt x="2000457" y="911517"/>
                </a:cubicBezTo>
                <a:cubicBezTo>
                  <a:pt x="1984098" y="911468"/>
                  <a:pt x="1970876" y="898166"/>
                  <a:pt x="1970924" y="881810"/>
                </a:cubicBezTo>
                <a:cubicBezTo>
                  <a:pt x="1970924" y="864192"/>
                  <a:pt x="1985206" y="849909"/>
                  <a:pt x="2002824" y="849909"/>
                </a:cubicBezTo>
                <a:close/>
                <a:moveTo>
                  <a:pt x="2818536" y="845352"/>
                </a:moveTo>
                <a:cubicBezTo>
                  <a:pt x="2832378" y="845352"/>
                  <a:pt x="2843599" y="856574"/>
                  <a:pt x="2843599" y="870416"/>
                </a:cubicBezTo>
                <a:cubicBezTo>
                  <a:pt x="2843599" y="884257"/>
                  <a:pt x="2832378" y="895479"/>
                  <a:pt x="2818536" y="895479"/>
                </a:cubicBezTo>
                <a:cubicBezTo>
                  <a:pt x="2804693" y="895479"/>
                  <a:pt x="2793472" y="884257"/>
                  <a:pt x="2793472" y="870416"/>
                </a:cubicBezTo>
                <a:cubicBezTo>
                  <a:pt x="2793472" y="856574"/>
                  <a:pt x="2804693" y="845352"/>
                  <a:pt x="2818536" y="845352"/>
                </a:cubicBezTo>
                <a:close/>
                <a:moveTo>
                  <a:pt x="3543107" y="824845"/>
                </a:moveTo>
                <a:cubicBezTo>
                  <a:pt x="3549399" y="824845"/>
                  <a:pt x="3554499" y="829944"/>
                  <a:pt x="3554499" y="836237"/>
                </a:cubicBezTo>
                <a:cubicBezTo>
                  <a:pt x="3554499" y="842528"/>
                  <a:pt x="3549399" y="847627"/>
                  <a:pt x="3543107" y="847627"/>
                </a:cubicBezTo>
                <a:cubicBezTo>
                  <a:pt x="3536815" y="847627"/>
                  <a:pt x="3531715" y="842528"/>
                  <a:pt x="3531715" y="836237"/>
                </a:cubicBezTo>
                <a:cubicBezTo>
                  <a:pt x="3531715" y="829944"/>
                  <a:pt x="3536815" y="824845"/>
                  <a:pt x="3543107" y="824845"/>
                </a:cubicBezTo>
                <a:close/>
                <a:moveTo>
                  <a:pt x="2684102" y="824845"/>
                </a:moveTo>
                <a:cubicBezTo>
                  <a:pt x="2694530" y="826011"/>
                  <a:pt x="2702395" y="834858"/>
                  <a:pt x="2702331" y="845352"/>
                </a:cubicBezTo>
                <a:cubicBezTo>
                  <a:pt x="2702331" y="855419"/>
                  <a:pt x="2694169" y="863580"/>
                  <a:pt x="2684102" y="863580"/>
                </a:cubicBezTo>
                <a:cubicBezTo>
                  <a:pt x="2683299" y="863680"/>
                  <a:pt x="2682490" y="863729"/>
                  <a:pt x="2681680" y="863722"/>
                </a:cubicBezTo>
                <a:cubicBezTo>
                  <a:pt x="2671613" y="863643"/>
                  <a:pt x="2663516" y="855419"/>
                  <a:pt x="2663596" y="845352"/>
                </a:cubicBezTo>
                <a:cubicBezTo>
                  <a:pt x="2663596" y="834027"/>
                  <a:pt x="2672777" y="824845"/>
                  <a:pt x="2684102" y="824845"/>
                </a:cubicBezTo>
                <a:close/>
                <a:moveTo>
                  <a:pt x="945588" y="822559"/>
                </a:moveTo>
                <a:cubicBezTo>
                  <a:pt x="969497" y="822559"/>
                  <a:pt x="988880" y="841942"/>
                  <a:pt x="988880" y="865852"/>
                </a:cubicBezTo>
                <a:cubicBezTo>
                  <a:pt x="988921" y="866630"/>
                  <a:pt x="988941" y="867410"/>
                  <a:pt x="988940" y="868190"/>
                </a:cubicBezTo>
                <a:cubicBezTo>
                  <a:pt x="988907" y="892100"/>
                  <a:pt x="969497" y="911454"/>
                  <a:pt x="945588" y="911421"/>
                </a:cubicBezTo>
                <a:cubicBezTo>
                  <a:pt x="927271" y="906838"/>
                  <a:pt x="913678" y="891433"/>
                  <a:pt x="911410" y="872687"/>
                </a:cubicBezTo>
                <a:cubicBezTo>
                  <a:pt x="908408" y="849720"/>
                  <a:pt x="923112" y="828155"/>
                  <a:pt x="945588" y="822559"/>
                </a:cubicBezTo>
                <a:close/>
                <a:moveTo>
                  <a:pt x="3114831" y="820201"/>
                </a:moveTo>
                <a:cubicBezTo>
                  <a:pt x="3131191" y="820250"/>
                  <a:pt x="3144413" y="833550"/>
                  <a:pt x="3144365" y="849909"/>
                </a:cubicBezTo>
                <a:cubicBezTo>
                  <a:pt x="3144365" y="867527"/>
                  <a:pt x="3130083" y="881810"/>
                  <a:pt x="3112465" y="881810"/>
                </a:cubicBezTo>
                <a:cubicBezTo>
                  <a:pt x="3094847" y="881810"/>
                  <a:pt x="3080567" y="867527"/>
                  <a:pt x="3080567" y="849909"/>
                </a:cubicBezTo>
                <a:cubicBezTo>
                  <a:pt x="3081763" y="833189"/>
                  <a:pt x="3095701" y="820245"/>
                  <a:pt x="3112465" y="820288"/>
                </a:cubicBezTo>
                <a:cubicBezTo>
                  <a:pt x="3113253" y="820229"/>
                  <a:pt x="3114043" y="820200"/>
                  <a:pt x="3114831" y="820201"/>
                </a:cubicBezTo>
                <a:close/>
                <a:moveTo>
                  <a:pt x="1344330" y="813453"/>
                </a:moveTo>
                <a:cubicBezTo>
                  <a:pt x="1345939" y="813261"/>
                  <a:pt x="1347565" y="813261"/>
                  <a:pt x="1349174" y="813453"/>
                </a:cubicBezTo>
                <a:cubicBezTo>
                  <a:pt x="1360421" y="814789"/>
                  <a:pt x="1368453" y="824991"/>
                  <a:pt x="1367115" y="836238"/>
                </a:cubicBezTo>
                <a:cubicBezTo>
                  <a:pt x="1367158" y="837943"/>
                  <a:pt x="1366988" y="839650"/>
                  <a:pt x="1366608" y="841314"/>
                </a:cubicBezTo>
                <a:cubicBezTo>
                  <a:pt x="1364087" y="852357"/>
                  <a:pt x="1353093" y="859264"/>
                  <a:pt x="1342052" y="856744"/>
                </a:cubicBezTo>
                <a:lnTo>
                  <a:pt x="1342052" y="856742"/>
                </a:lnTo>
                <a:cubicBezTo>
                  <a:pt x="1331187" y="855702"/>
                  <a:pt x="1322587" y="847101"/>
                  <a:pt x="1321545" y="836238"/>
                </a:cubicBezTo>
                <a:cubicBezTo>
                  <a:pt x="1321545" y="823653"/>
                  <a:pt x="1331746" y="813453"/>
                  <a:pt x="1344330" y="813453"/>
                </a:cubicBezTo>
                <a:close/>
                <a:moveTo>
                  <a:pt x="2547391" y="811174"/>
                </a:moveTo>
                <a:cubicBezTo>
                  <a:pt x="2557004" y="812196"/>
                  <a:pt x="2564599" y="819790"/>
                  <a:pt x="2565619" y="829402"/>
                </a:cubicBezTo>
                <a:cubicBezTo>
                  <a:pt x="2565684" y="839894"/>
                  <a:pt x="2557818" y="848744"/>
                  <a:pt x="2547391" y="849909"/>
                </a:cubicBezTo>
                <a:cubicBezTo>
                  <a:pt x="2536065" y="849909"/>
                  <a:pt x="2526884" y="840729"/>
                  <a:pt x="2526884" y="829402"/>
                </a:cubicBezTo>
                <a:cubicBezTo>
                  <a:pt x="2528050" y="818975"/>
                  <a:pt x="2536899" y="811109"/>
                  <a:pt x="2547391" y="811174"/>
                </a:cubicBezTo>
                <a:close/>
                <a:moveTo>
                  <a:pt x="1139262" y="811172"/>
                </a:moveTo>
                <a:cubicBezTo>
                  <a:pt x="1160655" y="811172"/>
                  <a:pt x="1177997" y="828514"/>
                  <a:pt x="1177997" y="849906"/>
                </a:cubicBezTo>
                <a:cubicBezTo>
                  <a:pt x="1177999" y="850690"/>
                  <a:pt x="1177975" y="851474"/>
                  <a:pt x="1177926" y="852257"/>
                </a:cubicBezTo>
                <a:cubicBezTo>
                  <a:pt x="1176668" y="872352"/>
                  <a:pt x="1159358" y="887621"/>
                  <a:pt x="1139263" y="886363"/>
                </a:cubicBezTo>
                <a:lnTo>
                  <a:pt x="1139262" y="886363"/>
                </a:lnTo>
                <a:cubicBezTo>
                  <a:pt x="1119128" y="886363"/>
                  <a:pt x="1102806" y="870041"/>
                  <a:pt x="1102806" y="849906"/>
                </a:cubicBezTo>
                <a:cubicBezTo>
                  <a:pt x="1102770" y="829374"/>
                  <a:pt x="1118764" y="812380"/>
                  <a:pt x="1139262" y="811172"/>
                </a:cubicBezTo>
                <a:close/>
                <a:moveTo>
                  <a:pt x="1777307" y="804280"/>
                </a:moveTo>
                <a:cubicBezTo>
                  <a:pt x="1802475" y="804312"/>
                  <a:pt x="1822852" y="824742"/>
                  <a:pt x="1822820" y="849909"/>
                </a:cubicBezTo>
                <a:cubicBezTo>
                  <a:pt x="1822821" y="850686"/>
                  <a:pt x="1822803" y="851465"/>
                  <a:pt x="1822766" y="852243"/>
                </a:cubicBezTo>
                <a:cubicBezTo>
                  <a:pt x="1821508" y="878639"/>
                  <a:pt x="1799089" y="899017"/>
                  <a:pt x="1772693" y="897758"/>
                </a:cubicBezTo>
                <a:cubicBezTo>
                  <a:pt x="1772655" y="897756"/>
                  <a:pt x="1772617" y="897756"/>
                  <a:pt x="1772579" y="897752"/>
                </a:cubicBezTo>
                <a:cubicBezTo>
                  <a:pt x="1747444" y="896465"/>
                  <a:pt x="1728113" y="875042"/>
                  <a:pt x="1729401" y="849911"/>
                </a:cubicBezTo>
                <a:cubicBezTo>
                  <a:pt x="1729401" y="824742"/>
                  <a:pt x="1749803" y="804339"/>
                  <a:pt x="1774971" y="804339"/>
                </a:cubicBezTo>
                <a:cubicBezTo>
                  <a:pt x="1775749" y="804300"/>
                  <a:pt x="1776528" y="804280"/>
                  <a:pt x="1777307" y="804280"/>
                </a:cubicBezTo>
                <a:close/>
                <a:moveTo>
                  <a:pt x="2271690" y="802060"/>
                </a:moveTo>
                <a:cubicBezTo>
                  <a:pt x="2290566" y="802060"/>
                  <a:pt x="2305868" y="817361"/>
                  <a:pt x="2305868" y="836238"/>
                </a:cubicBezTo>
                <a:cubicBezTo>
                  <a:pt x="2305868" y="855113"/>
                  <a:pt x="2290566" y="870416"/>
                  <a:pt x="2271690" y="870416"/>
                </a:cubicBezTo>
                <a:cubicBezTo>
                  <a:pt x="2252814" y="870416"/>
                  <a:pt x="2237512" y="855113"/>
                  <a:pt x="2237512" y="836238"/>
                </a:cubicBezTo>
                <a:cubicBezTo>
                  <a:pt x="2237512" y="817361"/>
                  <a:pt x="2252814" y="802060"/>
                  <a:pt x="2271690" y="802060"/>
                </a:cubicBezTo>
                <a:close/>
                <a:moveTo>
                  <a:pt x="2134979" y="802060"/>
                </a:moveTo>
                <a:cubicBezTo>
                  <a:pt x="2165180" y="802060"/>
                  <a:pt x="2189663" y="826545"/>
                  <a:pt x="2189663" y="856744"/>
                </a:cubicBezTo>
                <a:cubicBezTo>
                  <a:pt x="2189663" y="886945"/>
                  <a:pt x="2165180" y="911429"/>
                  <a:pt x="2134979" y="911429"/>
                </a:cubicBezTo>
                <a:cubicBezTo>
                  <a:pt x="2104777" y="911429"/>
                  <a:pt x="2080294" y="886945"/>
                  <a:pt x="2080294" y="856744"/>
                </a:cubicBezTo>
                <a:cubicBezTo>
                  <a:pt x="2080294" y="826545"/>
                  <a:pt x="2104777" y="802060"/>
                  <a:pt x="2134979" y="802060"/>
                </a:cubicBezTo>
                <a:close/>
                <a:moveTo>
                  <a:pt x="2408401" y="792946"/>
                </a:moveTo>
                <a:cubicBezTo>
                  <a:pt x="2427277" y="792946"/>
                  <a:pt x="2442579" y="808249"/>
                  <a:pt x="2442579" y="827124"/>
                </a:cubicBezTo>
                <a:cubicBezTo>
                  <a:pt x="2442579" y="846000"/>
                  <a:pt x="2427277" y="861302"/>
                  <a:pt x="2408401" y="861302"/>
                </a:cubicBezTo>
                <a:cubicBezTo>
                  <a:pt x="2389525" y="861302"/>
                  <a:pt x="2374223" y="846000"/>
                  <a:pt x="2374223" y="827124"/>
                </a:cubicBezTo>
                <a:cubicBezTo>
                  <a:pt x="2374223" y="808249"/>
                  <a:pt x="2389525" y="792946"/>
                  <a:pt x="2408401" y="792946"/>
                </a:cubicBezTo>
                <a:close/>
                <a:moveTo>
                  <a:pt x="2998519" y="776312"/>
                </a:moveTo>
                <a:cubicBezTo>
                  <a:pt x="3014437" y="780081"/>
                  <a:pt x="3024287" y="796042"/>
                  <a:pt x="3020517" y="811960"/>
                </a:cubicBezTo>
                <a:cubicBezTo>
                  <a:pt x="3016747" y="827878"/>
                  <a:pt x="3000787" y="837728"/>
                  <a:pt x="2984868" y="833960"/>
                </a:cubicBezTo>
                <a:cubicBezTo>
                  <a:pt x="2971217" y="830727"/>
                  <a:pt x="2961705" y="818361"/>
                  <a:pt x="2962083" y="804339"/>
                </a:cubicBezTo>
                <a:cubicBezTo>
                  <a:pt x="2962137" y="802309"/>
                  <a:pt x="2962401" y="800288"/>
                  <a:pt x="2962869" y="798312"/>
                </a:cubicBezTo>
                <a:cubicBezTo>
                  <a:pt x="2966638" y="782392"/>
                  <a:pt x="2982599" y="772543"/>
                  <a:pt x="2998519" y="776312"/>
                </a:cubicBezTo>
                <a:close/>
                <a:moveTo>
                  <a:pt x="3271963" y="774716"/>
                </a:moveTo>
                <a:cubicBezTo>
                  <a:pt x="3288321" y="774716"/>
                  <a:pt x="3301583" y="787979"/>
                  <a:pt x="3301583" y="804339"/>
                </a:cubicBezTo>
                <a:cubicBezTo>
                  <a:pt x="3301583" y="820698"/>
                  <a:pt x="3288321" y="833960"/>
                  <a:pt x="3271963" y="833960"/>
                </a:cubicBezTo>
                <a:cubicBezTo>
                  <a:pt x="3255603" y="833960"/>
                  <a:pt x="3242341" y="820698"/>
                  <a:pt x="3242341" y="804339"/>
                </a:cubicBezTo>
                <a:cubicBezTo>
                  <a:pt x="3242341" y="787979"/>
                  <a:pt x="3255603" y="774716"/>
                  <a:pt x="3271963" y="774716"/>
                </a:cubicBezTo>
                <a:close/>
                <a:moveTo>
                  <a:pt x="1902569" y="770159"/>
                </a:moveTo>
                <a:cubicBezTo>
                  <a:pt x="1921445" y="770159"/>
                  <a:pt x="1936747" y="785465"/>
                  <a:pt x="1936747" y="804339"/>
                </a:cubicBezTo>
                <a:cubicBezTo>
                  <a:pt x="1936747" y="823214"/>
                  <a:pt x="1921445" y="838517"/>
                  <a:pt x="1902569" y="838517"/>
                </a:cubicBezTo>
                <a:cubicBezTo>
                  <a:pt x="1883693" y="838517"/>
                  <a:pt x="1868391" y="823214"/>
                  <a:pt x="1868391" y="804339"/>
                </a:cubicBezTo>
                <a:cubicBezTo>
                  <a:pt x="1868391" y="785465"/>
                  <a:pt x="1883693" y="770159"/>
                  <a:pt x="1902569" y="770159"/>
                </a:cubicBezTo>
                <a:close/>
                <a:moveTo>
                  <a:pt x="3837035" y="765594"/>
                </a:moveTo>
                <a:cubicBezTo>
                  <a:pt x="3846277" y="765522"/>
                  <a:pt x="3854111" y="772376"/>
                  <a:pt x="3855263" y="781543"/>
                </a:cubicBezTo>
                <a:cubicBezTo>
                  <a:pt x="3854243" y="791157"/>
                  <a:pt x="3846649" y="798751"/>
                  <a:pt x="3837035" y="799772"/>
                </a:cubicBezTo>
                <a:cubicBezTo>
                  <a:pt x="3827867" y="798617"/>
                  <a:pt x="3821015" y="790784"/>
                  <a:pt x="3821087" y="781543"/>
                </a:cubicBezTo>
                <a:cubicBezTo>
                  <a:pt x="3821087" y="772735"/>
                  <a:pt x="3828227" y="765594"/>
                  <a:pt x="3837035" y="765594"/>
                </a:cubicBezTo>
                <a:close/>
                <a:moveTo>
                  <a:pt x="3435729" y="755892"/>
                </a:moveTo>
                <a:cubicBezTo>
                  <a:pt x="3439671" y="756949"/>
                  <a:pt x="3443211" y="759511"/>
                  <a:pt x="3445415" y="763326"/>
                </a:cubicBezTo>
                <a:cubicBezTo>
                  <a:pt x="3449819" y="770952"/>
                  <a:pt x="3447203" y="780708"/>
                  <a:pt x="3439575" y="785110"/>
                </a:cubicBezTo>
                <a:cubicBezTo>
                  <a:pt x="3431947" y="789517"/>
                  <a:pt x="3422191" y="786904"/>
                  <a:pt x="3417787" y="779275"/>
                </a:cubicBezTo>
                <a:cubicBezTo>
                  <a:pt x="3414939" y="774339"/>
                  <a:pt x="3414939" y="768259"/>
                  <a:pt x="3417787" y="763326"/>
                </a:cubicBezTo>
                <a:cubicBezTo>
                  <a:pt x="3419187" y="760900"/>
                  <a:pt x="3421201" y="758886"/>
                  <a:pt x="3423627" y="757485"/>
                </a:cubicBezTo>
                <a:cubicBezTo>
                  <a:pt x="3427441" y="755284"/>
                  <a:pt x="3431787" y="754835"/>
                  <a:pt x="3435729" y="755892"/>
                </a:cubicBezTo>
                <a:close/>
                <a:moveTo>
                  <a:pt x="2852714" y="745097"/>
                </a:moveTo>
                <a:cubicBezTo>
                  <a:pt x="2864039" y="745097"/>
                  <a:pt x="2873220" y="754277"/>
                  <a:pt x="2873220" y="765604"/>
                </a:cubicBezTo>
                <a:cubicBezTo>
                  <a:pt x="2873279" y="777349"/>
                  <a:pt x="2864400" y="787216"/>
                  <a:pt x="2852714" y="788389"/>
                </a:cubicBezTo>
                <a:cubicBezTo>
                  <a:pt x="2840130" y="788389"/>
                  <a:pt x="2829928" y="778187"/>
                  <a:pt x="2829928" y="765604"/>
                </a:cubicBezTo>
                <a:cubicBezTo>
                  <a:pt x="2829923" y="764798"/>
                  <a:pt x="2829966" y="763994"/>
                  <a:pt x="2830055" y="763198"/>
                </a:cubicBezTo>
                <a:cubicBezTo>
                  <a:pt x="2831314" y="751942"/>
                  <a:pt x="2841458" y="743838"/>
                  <a:pt x="2852714" y="745097"/>
                </a:cubicBezTo>
                <a:close/>
                <a:moveTo>
                  <a:pt x="1048122" y="742810"/>
                </a:moveTo>
                <a:cubicBezTo>
                  <a:pt x="1069912" y="742776"/>
                  <a:pt x="1087925" y="759788"/>
                  <a:pt x="1089135" y="781544"/>
                </a:cubicBezTo>
                <a:cubicBezTo>
                  <a:pt x="1089137" y="782327"/>
                  <a:pt x="1089114" y="783110"/>
                  <a:pt x="1089068" y="783892"/>
                </a:cubicBezTo>
                <a:cubicBezTo>
                  <a:pt x="1087810" y="805246"/>
                  <a:pt x="1069477" y="821539"/>
                  <a:pt x="1048122" y="820280"/>
                </a:cubicBezTo>
                <a:cubicBezTo>
                  <a:pt x="1026729" y="820280"/>
                  <a:pt x="1009387" y="802938"/>
                  <a:pt x="1009387" y="781544"/>
                </a:cubicBezTo>
                <a:cubicBezTo>
                  <a:pt x="1010519" y="760639"/>
                  <a:pt x="1027216" y="743943"/>
                  <a:pt x="1048122" y="742810"/>
                </a:cubicBezTo>
                <a:close/>
                <a:moveTo>
                  <a:pt x="1676994" y="738260"/>
                </a:moveTo>
                <a:cubicBezTo>
                  <a:pt x="1697129" y="738260"/>
                  <a:pt x="1713451" y="754583"/>
                  <a:pt x="1713451" y="774716"/>
                </a:cubicBezTo>
                <a:cubicBezTo>
                  <a:pt x="1713451" y="794852"/>
                  <a:pt x="1697129" y="811174"/>
                  <a:pt x="1676994" y="811174"/>
                </a:cubicBezTo>
                <a:cubicBezTo>
                  <a:pt x="1656860" y="811174"/>
                  <a:pt x="1640538" y="794852"/>
                  <a:pt x="1640538" y="774716"/>
                </a:cubicBezTo>
                <a:cubicBezTo>
                  <a:pt x="1640538" y="754583"/>
                  <a:pt x="1656860" y="738260"/>
                  <a:pt x="1676994" y="738260"/>
                </a:cubicBezTo>
                <a:close/>
                <a:moveTo>
                  <a:pt x="1460623" y="733616"/>
                </a:moveTo>
                <a:cubicBezTo>
                  <a:pt x="1476982" y="733665"/>
                  <a:pt x="1490205" y="746964"/>
                  <a:pt x="1490156" y="763326"/>
                </a:cubicBezTo>
                <a:cubicBezTo>
                  <a:pt x="1490159" y="764115"/>
                  <a:pt x="1490129" y="764903"/>
                  <a:pt x="1490069" y="765693"/>
                </a:cubicBezTo>
                <a:cubicBezTo>
                  <a:pt x="1488810" y="782002"/>
                  <a:pt x="1474567" y="794204"/>
                  <a:pt x="1458257" y="792946"/>
                </a:cubicBezTo>
                <a:cubicBezTo>
                  <a:pt x="1441898" y="792946"/>
                  <a:pt x="1428636" y="779684"/>
                  <a:pt x="1428636" y="763326"/>
                </a:cubicBezTo>
                <a:cubicBezTo>
                  <a:pt x="1428636" y="746964"/>
                  <a:pt x="1441898" y="733704"/>
                  <a:pt x="1458257" y="733704"/>
                </a:cubicBezTo>
                <a:cubicBezTo>
                  <a:pt x="1459044" y="733643"/>
                  <a:pt x="1459834" y="733614"/>
                  <a:pt x="1460623" y="733616"/>
                </a:cubicBezTo>
                <a:close/>
                <a:moveTo>
                  <a:pt x="2034724" y="724590"/>
                </a:moveTo>
                <a:cubicBezTo>
                  <a:pt x="2057375" y="724590"/>
                  <a:pt x="2075737" y="742952"/>
                  <a:pt x="2075737" y="765604"/>
                </a:cubicBezTo>
                <a:cubicBezTo>
                  <a:pt x="2075737" y="788255"/>
                  <a:pt x="2057375" y="806618"/>
                  <a:pt x="2034724" y="806618"/>
                </a:cubicBezTo>
                <a:cubicBezTo>
                  <a:pt x="2012072" y="806618"/>
                  <a:pt x="1993710" y="788255"/>
                  <a:pt x="1993710" y="765604"/>
                </a:cubicBezTo>
                <a:cubicBezTo>
                  <a:pt x="1993710" y="742952"/>
                  <a:pt x="2012072" y="724590"/>
                  <a:pt x="2034724" y="724590"/>
                </a:cubicBezTo>
                <a:close/>
                <a:moveTo>
                  <a:pt x="3579563" y="724587"/>
                </a:moveTo>
                <a:cubicBezTo>
                  <a:pt x="3582079" y="724587"/>
                  <a:pt x="3584119" y="726627"/>
                  <a:pt x="3584119" y="729144"/>
                </a:cubicBezTo>
                <a:cubicBezTo>
                  <a:pt x="3584119" y="731661"/>
                  <a:pt x="3582079" y="733702"/>
                  <a:pt x="3579563" y="733702"/>
                </a:cubicBezTo>
                <a:cubicBezTo>
                  <a:pt x="3577047" y="733702"/>
                  <a:pt x="3575007" y="731661"/>
                  <a:pt x="3575007" y="729144"/>
                </a:cubicBezTo>
                <a:cubicBezTo>
                  <a:pt x="3575007" y="726627"/>
                  <a:pt x="3577047" y="724587"/>
                  <a:pt x="3579563" y="724587"/>
                </a:cubicBezTo>
                <a:close/>
                <a:moveTo>
                  <a:pt x="1232820" y="721860"/>
                </a:moveTo>
                <a:cubicBezTo>
                  <a:pt x="1238648" y="720824"/>
                  <a:pt x="1244776" y="720912"/>
                  <a:pt x="1250910" y="722311"/>
                </a:cubicBezTo>
                <a:cubicBezTo>
                  <a:pt x="1274330" y="723455"/>
                  <a:pt x="1293058" y="742183"/>
                  <a:pt x="1294202" y="765602"/>
                </a:cubicBezTo>
                <a:cubicBezTo>
                  <a:pt x="1294233" y="789907"/>
                  <a:pt x="1275184" y="809958"/>
                  <a:pt x="1250910" y="811174"/>
                </a:cubicBezTo>
                <a:cubicBezTo>
                  <a:pt x="1244245" y="812691"/>
                  <a:pt x="1237324" y="812691"/>
                  <a:pt x="1230658" y="811174"/>
                </a:cubicBezTo>
                <a:cubicBezTo>
                  <a:pt x="1206120" y="805580"/>
                  <a:pt x="1190761" y="781154"/>
                  <a:pt x="1196353" y="756614"/>
                </a:cubicBezTo>
                <a:cubicBezTo>
                  <a:pt x="1200548" y="738212"/>
                  <a:pt x="1215336" y="724972"/>
                  <a:pt x="1232820" y="721860"/>
                </a:cubicBezTo>
                <a:close/>
                <a:moveTo>
                  <a:pt x="3146643" y="720033"/>
                </a:moveTo>
                <a:cubicBezTo>
                  <a:pt x="3161743" y="720033"/>
                  <a:pt x="3173987" y="732276"/>
                  <a:pt x="3173987" y="747374"/>
                </a:cubicBezTo>
                <a:cubicBezTo>
                  <a:pt x="3173987" y="762476"/>
                  <a:pt x="3161743" y="774716"/>
                  <a:pt x="3146643" y="774716"/>
                </a:cubicBezTo>
                <a:cubicBezTo>
                  <a:pt x="3132017" y="773627"/>
                  <a:pt x="3120389" y="762002"/>
                  <a:pt x="3119301" y="747374"/>
                </a:cubicBezTo>
                <a:cubicBezTo>
                  <a:pt x="3119301" y="732276"/>
                  <a:pt x="3131543" y="720033"/>
                  <a:pt x="3146643" y="720033"/>
                </a:cubicBezTo>
                <a:close/>
                <a:moveTo>
                  <a:pt x="2581569" y="699527"/>
                </a:moveTo>
                <a:cubicBezTo>
                  <a:pt x="2593687" y="700588"/>
                  <a:pt x="2603295" y="710193"/>
                  <a:pt x="2604354" y="722312"/>
                </a:cubicBezTo>
                <a:cubicBezTo>
                  <a:pt x="2604354" y="734896"/>
                  <a:pt x="2594153" y="745097"/>
                  <a:pt x="2581569" y="745097"/>
                </a:cubicBezTo>
                <a:cubicBezTo>
                  <a:pt x="2580774" y="745177"/>
                  <a:pt x="2579975" y="745216"/>
                  <a:pt x="2579176" y="745211"/>
                </a:cubicBezTo>
                <a:cubicBezTo>
                  <a:pt x="2566592" y="745149"/>
                  <a:pt x="2556442" y="734896"/>
                  <a:pt x="2556505" y="722312"/>
                </a:cubicBezTo>
                <a:cubicBezTo>
                  <a:pt x="2557687" y="709366"/>
                  <a:pt x="2568570" y="699473"/>
                  <a:pt x="2581569" y="699527"/>
                </a:cubicBezTo>
                <a:close/>
                <a:moveTo>
                  <a:pt x="1804593" y="699527"/>
                </a:moveTo>
                <a:cubicBezTo>
                  <a:pt x="1817177" y="699527"/>
                  <a:pt x="1827378" y="709728"/>
                  <a:pt x="1827378" y="722312"/>
                </a:cubicBezTo>
                <a:cubicBezTo>
                  <a:pt x="1826318" y="734430"/>
                  <a:pt x="1816711" y="744037"/>
                  <a:pt x="1804593" y="745097"/>
                </a:cubicBezTo>
                <a:cubicBezTo>
                  <a:pt x="1792009" y="745097"/>
                  <a:pt x="1781807" y="734897"/>
                  <a:pt x="1781807" y="722312"/>
                </a:cubicBezTo>
                <a:cubicBezTo>
                  <a:pt x="1781616" y="720704"/>
                  <a:pt x="1781616" y="719077"/>
                  <a:pt x="1781807" y="717467"/>
                </a:cubicBezTo>
                <a:cubicBezTo>
                  <a:pt x="1783145" y="706221"/>
                  <a:pt x="1793346" y="698189"/>
                  <a:pt x="1804593" y="699527"/>
                </a:cubicBezTo>
                <a:close/>
                <a:moveTo>
                  <a:pt x="2718281" y="697249"/>
                </a:moveTo>
                <a:cubicBezTo>
                  <a:pt x="2719062" y="697248"/>
                  <a:pt x="2719843" y="697269"/>
                  <a:pt x="2720623" y="697312"/>
                </a:cubicBezTo>
                <a:cubicBezTo>
                  <a:pt x="2743239" y="698570"/>
                  <a:pt x="2760553" y="717924"/>
                  <a:pt x="2759294" y="740539"/>
                </a:cubicBezTo>
                <a:cubicBezTo>
                  <a:pt x="2759294" y="763189"/>
                  <a:pt x="2740932" y="781554"/>
                  <a:pt x="2718281" y="781554"/>
                </a:cubicBezTo>
                <a:cubicBezTo>
                  <a:pt x="2717501" y="781596"/>
                  <a:pt x="2716720" y="781618"/>
                  <a:pt x="2715939" y="781617"/>
                </a:cubicBezTo>
                <a:cubicBezTo>
                  <a:pt x="2693288" y="781582"/>
                  <a:pt x="2674954" y="763189"/>
                  <a:pt x="2674989" y="740539"/>
                </a:cubicBezTo>
                <a:cubicBezTo>
                  <a:pt x="2674900" y="738978"/>
                  <a:pt x="2674900" y="737411"/>
                  <a:pt x="2674989" y="735849"/>
                </a:cubicBezTo>
                <a:cubicBezTo>
                  <a:pt x="2676284" y="713236"/>
                  <a:pt x="2695667" y="695954"/>
                  <a:pt x="2718281" y="697249"/>
                </a:cubicBezTo>
                <a:close/>
                <a:moveTo>
                  <a:pt x="2442579" y="694971"/>
                </a:moveTo>
                <a:cubicBezTo>
                  <a:pt x="2455163" y="694971"/>
                  <a:pt x="2465365" y="705172"/>
                  <a:pt x="2465365" y="717755"/>
                </a:cubicBezTo>
                <a:cubicBezTo>
                  <a:pt x="2465365" y="730338"/>
                  <a:pt x="2455163" y="740539"/>
                  <a:pt x="2442579" y="740539"/>
                </a:cubicBezTo>
                <a:cubicBezTo>
                  <a:pt x="2429995" y="740539"/>
                  <a:pt x="2419794" y="730338"/>
                  <a:pt x="2419794" y="717755"/>
                </a:cubicBezTo>
                <a:cubicBezTo>
                  <a:pt x="2419794" y="705172"/>
                  <a:pt x="2429995" y="694971"/>
                  <a:pt x="2442579" y="694971"/>
                </a:cubicBezTo>
                <a:close/>
                <a:moveTo>
                  <a:pt x="959260" y="690400"/>
                </a:moveTo>
                <a:cubicBezTo>
                  <a:pt x="973102" y="690400"/>
                  <a:pt x="984324" y="701620"/>
                  <a:pt x="984324" y="715463"/>
                </a:cubicBezTo>
                <a:cubicBezTo>
                  <a:pt x="984324" y="729306"/>
                  <a:pt x="973102" y="740526"/>
                  <a:pt x="959260" y="740526"/>
                </a:cubicBezTo>
                <a:cubicBezTo>
                  <a:pt x="945417" y="740526"/>
                  <a:pt x="934196" y="729306"/>
                  <a:pt x="934196" y="715463"/>
                </a:cubicBezTo>
                <a:cubicBezTo>
                  <a:pt x="934196" y="701620"/>
                  <a:pt x="945417" y="690400"/>
                  <a:pt x="959260" y="690400"/>
                </a:cubicBezTo>
                <a:close/>
                <a:moveTo>
                  <a:pt x="2148347" y="687933"/>
                </a:moveTo>
                <a:cubicBezTo>
                  <a:pt x="2155030" y="686638"/>
                  <a:pt x="2162078" y="686634"/>
                  <a:pt x="2169156" y="688135"/>
                </a:cubicBezTo>
                <a:cubicBezTo>
                  <a:pt x="2176321" y="686614"/>
                  <a:pt x="2183726" y="686614"/>
                  <a:pt x="2190891" y="688135"/>
                </a:cubicBezTo>
                <a:cubicBezTo>
                  <a:pt x="2219205" y="694138"/>
                  <a:pt x="2237293" y="721955"/>
                  <a:pt x="2231290" y="750269"/>
                </a:cubicBezTo>
                <a:cubicBezTo>
                  <a:pt x="2225288" y="778582"/>
                  <a:pt x="2197470" y="796670"/>
                  <a:pt x="2169156" y="790670"/>
                </a:cubicBezTo>
                <a:cubicBezTo>
                  <a:pt x="2161990" y="792186"/>
                  <a:pt x="2154586" y="792186"/>
                  <a:pt x="2147420" y="790670"/>
                </a:cubicBezTo>
                <a:cubicBezTo>
                  <a:pt x="2119106" y="784664"/>
                  <a:pt x="2101019" y="756848"/>
                  <a:pt x="2107021" y="728533"/>
                </a:cubicBezTo>
                <a:cubicBezTo>
                  <a:pt x="2111523" y="707297"/>
                  <a:pt x="2128296" y="691815"/>
                  <a:pt x="2148347" y="687933"/>
                </a:cubicBezTo>
                <a:close/>
                <a:moveTo>
                  <a:pt x="3729947" y="683568"/>
                </a:moveTo>
                <a:cubicBezTo>
                  <a:pt x="3738473" y="683298"/>
                  <a:pt x="3746047" y="688978"/>
                  <a:pt x="3748175" y="697240"/>
                </a:cubicBezTo>
                <a:cubicBezTo>
                  <a:pt x="3748175" y="707306"/>
                  <a:pt x="3740013" y="715467"/>
                  <a:pt x="3729947" y="715467"/>
                </a:cubicBezTo>
                <a:cubicBezTo>
                  <a:pt x="3729137" y="715583"/>
                  <a:pt x="3728321" y="715639"/>
                  <a:pt x="3727503" y="715630"/>
                </a:cubicBezTo>
                <a:cubicBezTo>
                  <a:pt x="3718695" y="715539"/>
                  <a:pt x="3711627" y="708325"/>
                  <a:pt x="3711719" y="699518"/>
                </a:cubicBezTo>
                <a:cubicBezTo>
                  <a:pt x="3711711" y="698700"/>
                  <a:pt x="3711763" y="697883"/>
                  <a:pt x="3711881" y="697075"/>
                </a:cubicBezTo>
                <a:cubicBezTo>
                  <a:pt x="3713139" y="688356"/>
                  <a:pt x="3721227" y="682309"/>
                  <a:pt x="3729947" y="683568"/>
                </a:cubicBezTo>
                <a:close/>
                <a:moveTo>
                  <a:pt x="2305868" y="681298"/>
                </a:moveTo>
                <a:cubicBezTo>
                  <a:pt x="2328519" y="681298"/>
                  <a:pt x="2346881" y="699661"/>
                  <a:pt x="2346881" y="722312"/>
                </a:cubicBezTo>
                <a:cubicBezTo>
                  <a:pt x="2346881" y="744962"/>
                  <a:pt x="2328519" y="763326"/>
                  <a:pt x="2305868" y="763326"/>
                </a:cubicBezTo>
                <a:cubicBezTo>
                  <a:pt x="2283216" y="763326"/>
                  <a:pt x="2264854" y="744962"/>
                  <a:pt x="2264854" y="722312"/>
                </a:cubicBezTo>
                <a:cubicBezTo>
                  <a:pt x="2264854" y="699661"/>
                  <a:pt x="2283216" y="681298"/>
                  <a:pt x="2305868" y="681298"/>
                </a:cubicBezTo>
                <a:close/>
                <a:moveTo>
                  <a:pt x="3306139" y="674462"/>
                </a:moveTo>
                <a:cubicBezTo>
                  <a:pt x="3318723" y="674462"/>
                  <a:pt x="3328925" y="684663"/>
                  <a:pt x="3328925" y="697248"/>
                </a:cubicBezTo>
                <a:cubicBezTo>
                  <a:pt x="3329005" y="698041"/>
                  <a:pt x="3329043" y="698840"/>
                  <a:pt x="3329039" y="699641"/>
                </a:cubicBezTo>
                <a:cubicBezTo>
                  <a:pt x="3328975" y="712224"/>
                  <a:pt x="3318723" y="722374"/>
                  <a:pt x="3306139" y="722312"/>
                </a:cubicBezTo>
                <a:cubicBezTo>
                  <a:pt x="3293195" y="721127"/>
                  <a:pt x="3283299" y="710246"/>
                  <a:pt x="3283355" y="697248"/>
                </a:cubicBezTo>
                <a:cubicBezTo>
                  <a:pt x="3284415" y="685129"/>
                  <a:pt x="3294023" y="675523"/>
                  <a:pt x="3306139" y="674462"/>
                </a:cubicBezTo>
                <a:close/>
                <a:moveTo>
                  <a:pt x="3019047" y="669906"/>
                </a:moveTo>
                <a:cubicBezTo>
                  <a:pt x="3035405" y="669906"/>
                  <a:pt x="3048667" y="683169"/>
                  <a:pt x="3048667" y="699527"/>
                </a:cubicBezTo>
                <a:cubicBezTo>
                  <a:pt x="3048667" y="715885"/>
                  <a:pt x="3035405" y="729148"/>
                  <a:pt x="3019047" y="729148"/>
                </a:cubicBezTo>
                <a:cubicBezTo>
                  <a:pt x="3002687" y="729148"/>
                  <a:pt x="2989425" y="715885"/>
                  <a:pt x="2989425" y="699527"/>
                </a:cubicBezTo>
                <a:cubicBezTo>
                  <a:pt x="2989425" y="683169"/>
                  <a:pt x="3002687" y="669906"/>
                  <a:pt x="3019047" y="669906"/>
                </a:cubicBezTo>
                <a:close/>
                <a:moveTo>
                  <a:pt x="1581296" y="665350"/>
                </a:moveTo>
                <a:cubicBezTo>
                  <a:pt x="1598433" y="666458"/>
                  <a:pt x="1612087" y="680111"/>
                  <a:pt x="1613196" y="697248"/>
                </a:cubicBezTo>
                <a:cubicBezTo>
                  <a:pt x="1613196" y="714864"/>
                  <a:pt x="1598914" y="729148"/>
                  <a:pt x="1581296" y="729148"/>
                </a:cubicBezTo>
                <a:cubicBezTo>
                  <a:pt x="1563679" y="729148"/>
                  <a:pt x="1549397" y="714864"/>
                  <a:pt x="1549397" y="697248"/>
                </a:cubicBezTo>
                <a:cubicBezTo>
                  <a:pt x="1549397" y="679631"/>
                  <a:pt x="1563679" y="665350"/>
                  <a:pt x="1581296" y="665350"/>
                </a:cubicBezTo>
                <a:close/>
                <a:moveTo>
                  <a:pt x="1934468" y="656235"/>
                </a:moveTo>
                <a:cubicBezTo>
                  <a:pt x="1947052" y="656235"/>
                  <a:pt x="1957254" y="666437"/>
                  <a:pt x="1957254" y="679020"/>
                </a:cubicBezTo>
                <a:cubicBezTo>
                  <a:pt x="1957445" y="680629"/>
                  <a:pt x="1957445" y="682256"/>
                  <a:pt x="1957254" y="683864"/>
                </a:cubicBezTo>
                <a:cubicBezTo>
                  <a:pt x="1955916" y="695111"/>
                  <a:pt x="1945715" y="703143"/>
                  <a:pt x="1934468" y="701806"/>
                </a:cubicBezTo>
                <a:cubicBezTo>
                  <a:pt x="1921884" y="701806"/>
                  <a:pt x="1911683" y="691605"/>
                  <a:pt x="1911683" y="679020"/>
                </a:cubicBezTo>
                <a:cubicBezTo>
                  <a:pt x="1912743" y="666903"/>
                  <a:pt x="1922350" y="657295"/>
                  <a:pt x="1934468" y="656235"/>
                </a:cubicBezTo>
                <a:close/>
                <a:moveTo>
                  <a:pt x="1364836" y="656234"/>
                </a:moveTo>
                <a:cubicBezTo>
                  <a:pt x="1379937" y="656234"/>
                  <a:pt x="1392179" y="668476"/>
                  <a:pt x="1392179" y="683576"/>
                </a:cubicBezTo>
                <a:cubicBezTo>
                  <a:pt x="1393136" y="686282"/>
                  <a:pt x="1393662" y="689120"/>
                  <a:pt x="1393736" y="691988"/>
                </a:cubicBezTo>
                <a:cubicBezTo>
                  <a:pt x="1394129" y="707084"/>
                  <a:pt x="1382211" y="719639"/>
                  <a:pt x="1367115" y="720033"/>
                </a:cubicBezTo>
                <a:cubicBezTo>
                  <a:pt x="1362621" y="720688"/>
                  <a:pt x="1358034" y="720212"/>
                  <a:pt x="1353770" y="718651"/>
                </a:cubicBezTo>
                <a:cubicBezTo>
                  <a:pt x="1339589" y="713458"/>
                  <a:pt x="1332303" y="697757"/>
                  <a:pt x="1337494" y="683576"/>
                </a:cubicBezTo>
                <a:cubicBezTo>
                  <a:pt x="1337494" y="668476"/>
                  <a:pt x="1349736" y="656234"/>
                  <a:pt x="1364836" y="656234"/>
                </a:cubicBezTo>
                <a:close/>
                <a:moveTo>
                  <a:pt x="1157491" y="656227"/>
                </a:moveTo>
                <a:cubicBezTo>
                  <a:pt x="1163981" y="654708"/>
                  <a:pt x="1170734" y="654708"/>
                  <a:pt x="1177224" y="656227"/>
                </a:cubicBezTo>
                <a:cubicBezTo>
                  <a:pt x="1200504" y="661677"/>
                  <a:pt x="1214959" y="684966"/>
                  <a:pt x="1209510" y="708245"/>
                </a:cubicBezTo>
                <a:cubicBezTo>
                  <a:pt x="1204061" y="731526"/>
                  <a:pt x="1180771" y="745981"/>
                  <a:pt x="1157491" y="740531"/>
                </a:cubicBezTo>
                <a:cubicBezTo>
                  <a:pt x="1156710" y="740533"/>
                  <a:pt x="1155929" y="740512"/>
                  <a:pt x="1155149" y="740468"/>
                </a:cubicBezTo>
                <a:cubicBezTo>
                  <a:pt x="1132533" y="739209"/>
                  <a:pt x="1115219" y="719856"/>
                  <a:pt x="1116477" y="697240"/>
                </a:cubicBezTo>
                <a:cubicBezTo>
                  <a:pt x="1116477" y="674589"/>
                  <a:pt x="1134840" y="656227"/>
                  <a:pt x="1157491" y="656227"/>
                </a:cubicBezTo>
                <a:close/>
                <a:moveTo>
                  <a:pt x="3463359" y="649397"/>
                </a:moveTo>
                <a:cubicBezTo>
                  <a:pt x="3467135" y="649397"/>
                  <a:pt x="3470195" y="652457"/>
                  <a:pt x="3470195" y="656234"/>
                </a:cubicBezTo>
                <a:cubicBezTo>
                  <a:pt x="3470195" y="660008"/>
                  <a:pt x="3467135" y="663068"/>
                  <a:pt x="3463359" y="663068"/>
                </a:cubicBezTo>
                <a:cubicBezTo>
                  <a:pt x="3459583" y="663068"/>
                  <a:pt x="3456523" y="660008"/>
                  <a:pt x="3456523" y="656234"/>
                </a:cubicBezTo>
                <a:cubicBezTo>
                  <a:pt x="3456523" y="652457"/>
                  <a:pt x="3459583" y="649397"/>
                  <a:pt x="3463359" y="649397"/>
                </a:cubicBezTo>
                <a:close/>
                <a:moveTo>
                  <a:pt x="1066350" y="628879"/>
                </a:moveTo>
                <a:cubicBezTo>
                  <a:pt x="1073901" y="628879"/>
                  <a:pt x="1080022" y="635000"/>
                  <a:pt x="1080022" y="642550"/>
                </a:cubicBezTo>
                <a:cubicBezTo>
                  <a:pt x="1075792" y="644992"/>
                  <a:pt x="1070580" y="644992"/>
                  <a:pt x="1066350" y="642550"/>
                </a:cubicBezTo>
                <a:cubicBezTo>
                  <a:pt x="1057236" y="642550"/>
                  <a:pt x="1052679" y="642550"/>
                  <a:pt x="1052679" y="642550"/>
                </a:cubicBezTo>
                <a:cubicBezTo>
                  <a:pt x="1052287" y="640856"/>
                  <a:pt x="1052287" y="639097"/>
                  <a:pt x="1052679" y="637403"/>
                </a:cubicBezTo>
                <a:cubicBezTo>
                  <a:pt x="1054100" y="631275"/>
                  <a:pt x="1060221" y="627458"/>
                  <a:pt x="1066350" y="628879"/>
                </a:cubicBezTo>
                <a:close/>
                <a:moveTo>
                  <a:pt x="2068901" y="624335"/>
                </a:moveTo>
                <a:cubicBezTo>
                  <a:pt x="2085261" y="624335"/>
                  <a:pt x="2098522" y="637597"/>
                  <a:pt x="2098522" y="653956"/>
                </a:cubicBezTo>
                <a:cubicBezTo>
                  <a:pt x="2098522" y="670316"/>
                  <a:pt x="2085261" y="683577"/>
                  <a:pt x="2068901" y="683577"/>
                </a:cubicBezTo>
                <a:cubicBezTo>
                  <a:pt x="2068114" y="683639"/>
                  <a:pt x="2067325" y="683668"/>
                  <a:pt x="2066535" y="683665"/>
                </a:cubicBezTo>
                <a:cubicBezTo>
                  <a:pt x="2050176" y="683617"/>
                  <a:pt x="2036954" y="670316"/>
                  <a:pt x="2037002" y="653956"/>
                </a:cubicBezTo>
                <a:cubicBezTo>
                  <a:pt x="2037000" y="653167"/>
                  <a:pt x="2037029" y="652378"/>
                  <a:pt x="2037090" y="651590"/>
                </a:cubicBezTo>
                <a:cubicBezTo>
                  <a:pt x="2038348" y="635280"/>
                  <a:pt x="2052591" y="623078"/>
                  <a:pt x="2068901" y="624335"/>
                </a:cubicBezTo>
                <a:close/>
                <a:moveTo>
                  <a:pt x="1706616" y="624335"/>
                </a:moveTo>
                <a:cubicBezTo>
                  <a:pt x="1722975" y="624335"/>
                  <a:pt x="1736237" y="637597"/>
                  <a:pt x="1736237" y="653956"/>
                </a:cubicBezTo>
                <a:cubicBezTo>
                  <a:pt x="1736237" y="670316"/>
                  <a:pt x="1722975" y="683576"/>
                  <a:pt x="1706616" y="683576"/>
                </a:cubicBezTo>
                <a:cubicBezTo>
                  <a:pt x="1690257" y="683576"/>
                  <a:pt x="1676995" y="670316"/>
                  <a:pt x="1676995" y="653956"/>
                </a:cubicBezTo>
                <a:cubicBezTo>
                  <a:pt x="1676995" y="637597"/>
                  <a:pt x="1690257" y="624335"/>
                  <a:pt x="1706616" y="624335"/>
                </a:cubicBezTo>
                <a:close/>
                <a:moveTo>
                  <a:pt x="2884613" y="617501"/>
                </a:moveTo>
                <a:cubicBezTo>
                  <a:pt x="2891278" y="615980"/>
                  <a:pt x="2898200" y="615980"/>
                  <a:pt x="2904865" y="617501"/>
                </a:cubicBezTo>
                <a:cubicBezTo>
                  <a:pt x="2929403" y="623092"/>
                  <a:pt x="2944762" y="647519"/>
                  <a:pt x="2939170" y="672055"/>
                </a:cubicBezTo>
                <a:cubicBezTo>
                  <a:pt x="2933578" y="696594"/>
                  <a:pt x="2909152" y="711954"/>
                  <a:pt x="2884613" y="706362"/>
                </a:cubicBezTo>
                <a:cubicBezTo>
                  <a:pt x="2860339" y="705147"/>
                  <a:pt x="2841291" y="685096"/>
                  <a:pt x="2841321" y="660791"/>
                </a:cubicBezTo>
                <a:cubicBezTo>
                  <a:pt x="2842465" y="637373"/>
                  <a:pt x="2861194" y="618645"/>
                  <a:pt x="2884613" y="617501"/>
                </a:cubicBezTo>
                <a:close/>
                <a:moveTo>
                  <a:pt x="3189935" y="617499"/>
                </a:moveTo>
                <a:cubicBezTo>
                  <a:pt x="3203777" y="617499"/>
                  <a:pt x="3214999" y="628720"/>
                  <a:pt x="3214999" y="642564"/>
                </a:cubicBezTo>
                <a:cubicBezTo>
                  <a:pt x="3214999" y="656405"/>
                  <a:pt x="3203777" y="667628"/>
                  <a:pt x="3189935" y="667628"/>
                </a:cubicBezTo>
                <a:cubicBezTo>
                  <a:pt x="3176091" y="667628"/>
                  <a:pt x="3164871" y="656405"/>
                  <a:pt x="3164871" y="642564"/>
                </a:cubicBezTo>
                <a:cubicBezTo>
                  <a:pt x="3164871" y="628720"/>
                  <a:pt x="3176091" y="617499"/>
                  <a:pt x="3189935" y="617499"/>
                </a:cubicBezTo>
                <a:close/>
                <a:moveTo>
                  <a:pt x="2750180" y="610664"/>
                </a:moveTo>
                <a:cubicBezTo>
                  <a:pt x="2763179" y="610610"/>
                  <a:pt x="2774062" y="620504"/>
                  <a:pt x="2775243" y="633449"/>
                </a:cubicBezTo>
                <a:cubicBezTo>
                  <a:pt x="2775243" y="647294"/>
                  <a:pt x="2764022" y="658514"/>
                  <a:pt x="2750180" y="658514"/>
                </a:cubicBezTo>
                <a:cubicBezTo>
                  <a:pt x="2737234" y="657332"/>
                  <a:pt x="2727340" y="646450"/>
                  <a:pt x="2727394" y="633449"/>
                </a:cubicBezTo>
                <a:cubicBezTo>
                  <a:pt x="2728454" y="621331"/>
                  <a:pt x="2738062" y="611725"/>
                  <a:pt x="2750180" y="610664"/>
                </a:cubicBezTo>
                <a:close/>
                <a:moveTo>
                  <a:pt x="2203334" y="606106"/>
                </a:moveTo>
                <a:cubicBezTo>
                  <a:pt x="2212947" y="607128"/>
                  <a:pt x="2220542" y="614722"/>
                  <a:pt x="2221562" y="624335"/>
                </a:cubicBezTo>
                <a:cubicBezTo>
                  <a:pt x="2220408" y="633504"/>
                  <a:pt x="2212575" y="640358"/>
                  <a:pt x="2203334" y="640286"/>
                </a:cubicBezTo>
                <a:cubicBezTo>
                  <a:pt x="2194525" y="640286"/>
                  <a:pt x="2187385" y="633144"/>
                  <a:pt x="2187385" y="624335"/>
                </a:cubicBezTo>
                <a:cubicBezTo>
                  <a:pt x="2187312" y="615095"/>
                  <a:pt x="2194166" y="607261"/>
                  <a:pt x="2203334" y="606106"/>
                </a:cubicBezTo>
                <a:close/>
                <a:moveTo>
                  <a:pt x="2615747" y="592436"/>
                </a:moveTo>
                <a:cubicBezTo>
                  <a:pt x="2628692" y="593618"/>
                  <a:pt x="2638586" y="604500"/>
                  <a:pt x="2638532" y="617501"/>
                </a:cubicBezTo>
                <a:cubicBezTo>
                  <a:pt x="2637472" y="629619"/>
                  <a:pt x="2627865" y="639226"/>
                  <a:pt x="2615747" y="640286"/>
                </a:cubicBezTo>
                <a:cubicBezTo>
                  <a:pt x="2602748" y="640340"/>
                  <a:pt x="2591865" y="630445"/>
                  <a:pt x="2590683" y="617501"/>
                </a:cubicBezTo>
                <a:cubicBezTo>
                  <a:pt x="2590683" y="603658"/>
                  <a:pt x="2601904" y="592436"/>
                  <a:pt x="2615747" y="592436"/>
                </a:cubicBezTo>
                <a:close/>
                <a:moveTo>
                  <a:pt x="3340319" y="592434"/>
                </a:moveTo>
                <a:cubicBezTo>
                  <a:pt x="3346611" y="592434"/>
                  <a:pt x="3351711" y="597534"/>
                  <a:pt x="3351711" y="603827"/>
                </a:cubicBezTo>
                <a:lnTo>
                  <a:pt x="3340319" y="603827"/>
                </a:lnTo>
                <a:lnTo>
                  <a:pt x="3328925" y="603827"/>
                </a:lnTo>
                <a:cubicBezTo>
                  <a:pt x="3328925" y="597534"/>
                  <a:pt x="3334027" y="592434"/>
                  <a:pt x="3340319" y="592434"/>
                </a:cubicBezTo>
                <a:close/>
                <a:moveTo>
                  <a:pt x="1271417" y="587871"/>
                </a:moveTo>
                <a:cubicBezTo>
                  <a:pt x="1289035" y="587871"/>
                  <a:pt x="1303317" y="602153"/>
                  <a:pt x="1303317" y="619770"/>
                </a:cubicBezTo>
                <a:cubicBezTo>
                  <a:pt x="1303317" y="637389"/>
                  <a:pt x="1289035" y="651671"/>
                  <a:pt x="1271417" y="651671"/>
                </a:cubicBezTo>
                <a:cubicBezTo>
                  <a:pt x="1253800" y="651671"/>
                  <a:pt x="1239518" y="637389"/>
                  <a:pt x="1239518" y="619770"/>
                </a:cubicBezTo>
                <a:cubicBezTo>
                  <a:pt x="1239518" y="602153"/>
                  <a:pt x="1253800" y="587871"/>
                  <a:pt x="1271417" y="587871"/>
                </a:cubicBezTo>
                <a:close/>
                <a:moveTo>
                  <a:pt x="2476757" y="585600"/>
                </a:moveTo>
                <a:cubicBezTo>
                  <a:pt x="2489756" y="585546"/>
                  <a:pt x="2500639" y="595440"/>
                  <a:pt x="2501821" y="608385"/>
                </a:cubicBezTo>
                <a:cubicBezTo>
                  <a:pt x="2501825" y="609185"/>
                  <a:pt x="2501787" y="609984"/>
                  <a:pt x="2501707" y="610779"/>
                </a:cubicBezTo>
                <a:cubicBezTo>
                  <a:pt x="2500449" y="623298"/>
                  <a:pt x="2489278" y="632429"/>
                  <a:pt x="2476757" y="631173"/>
                </a:cubicBezTo>
                <a:cubicBezTo>
                  <a:pt x="2464173" y="631173"/>
                  <a:pt x="2453972" y="620968"/>
                  <a:pt x="2453972" y="608385"/>
                </a:cubicBezTo>
                <a:cubicBezTo>
                  <a:pt x="2455032" y="596267"/>
                  <a:pt x="2464639" y="586661"/>
                  <a:pt x="2476757" y="585600"/>
                </a:cubicBezTo>
                <a:close/>
                <a:moveTo>
                  <a:pt x="1485599" y="585599"/>
                </a:moveTo>
                <a:cubicBezTo>
                  <a:pt x="1506992" y="585599"/>
                  <a:pt x="1524334" y="602941"/>
                  <a:pt x="1524334" y="624333"/>
                </a:cubicBezTo>
                <a:cubicBezTo>
                  <a:pt x="1524334" y="645726"/>
                  <a:pt x="1506992" y="663069"/>
                  <a:pt x="1485599" y="663069"/>
                </a:cubicBezTo>
                <a:cubicBezTo>
                  <a:pt x="1464206" y="663069"/>
                  <a:pt x="1446864" y="645726"/>
                  <a:pt x="1446864" y="624333"/>
                </a:cubicBezTo>
                <a:cubicBezTo>
                  <a:pt x="1446864" y="602941"/>
                  <a:pt x="1464206" y="585599"/>
                  <a:pt x="1485599" y="585599"/>
                </a:cubicBezTo>
                <a:close/>
                <a:moveTo>
                  <a:pt x="2340046" y="581044"/>
                </a:moveTo>
                <a:cubicBezTo>
                  <a:pt x="2356405" y="581044"/>
                  <a:pt x="2369667" y="594305"/>
                  <a:pt x="2369667" y="610664"/>
                </a:cubicBezTo>
                <a:cubicBezTo>
                  <a:pt x="2369667" y="627023"/>
                  <a:pt x="2356405" y="640286"/>
                  <a:pt x="2340046" y="640286"/>
                </a:cubicBezTo>
                <a:cubicBezTo>
                  <a:pt x="2323687" y="640286"/>
                  <a:pt x="2310425" y="627023"/>
                  <a:pt x="2310425" y="610664"/>
                </a:cubicBezTo>
                <a:cubicBezTo>
                  <a:pt x="2310425" y="594305"/>
                  <a:pt x="2323687" y="581044"/>
                  <a:pt x="2340046" y="581044"/>
                </a:cubicBezTo>
                <a:close/>
                <a:moveTo>
                  <a:pt x="3053339" y="571816"/>
                </a:moveTo>
                <a:cubicBezTo>
                  <a:pt x="3065923" y="571880"/>
                  <a:pt x="3076071" y="582131"/>
                  <a:pt x="3076009" y="594715"/>
                </a:cubicBezTo>
                <a:cubicBezTo>
                  <a:pt x="3076009" y="608556"/>
                  <a:pt x="3064787" y="619778"/>
                  <a:pt x="3050945" y="619778"/>
                </a:cubicBezTo>
                <a:cubicBezTo>
                  <a:pt x="3050147" y="619783"/>
                  <a:pt x="3049347" y="619744"/>
                  <a:pt x="3048551" y="619665"/>
                </a:cubicBezTo>
                <a:cubicBezTo>
                  <a:pt x="3036031" y="618405"/>
                  <a:pt x="3026901" y="607236"/>
                  <a:pt x="3028159" y="594715"/>
                </a:cubicBezTo>
                <a:cubicBezTo>
                  <a:pt x="3027967" y="593106"/>
                  <a:pt x="3027967" y="591479"/>
                  <a:pt x="3028159" y="589871"/>
                </a:cubicBezTo>
                <a:cubicBezTo>
                  <a:pt x="3029497" y="578625"/>
                  <a:pt x="3039699" y="570592"/>
                  <a:pt x="3050945" y="571929"/>
                </a:cubicBezTo>
                <a:cubicBezTo>
                  <a:pt x="3051739" y="571849"/>
                  <a:pt x="3052539" y="571811"/>
                  <a:pt x="3053339" y="571816"/>
                </a:cubicBezTo>
                <a:close/>
                <a:moveTo>
                  <a:pt x="1834213" y="549143"/>
                </a:moveTo>
                <a:cubicBezTo>
                  <a:pt x="1859381" y="549143"/>
                  <a:pt x="1879784" y="569547"/>
                  <a:pt x="1879784" y="594715"/>
                </a:cubicBezTo>
                <a:cubicBezTo>
                  <a:pt x="1879784" y="619881"/>
                  <a:pt x="1859381" y="640286"/>
                  <a:pt x="1834213" y="640286"/>
                </a:cubicBezTo>
                <a:cubicBezTo>
                  <a:pt x="1809046" y="640286"/>
                  <a:pt x="1788643" y="619881"/>
                  <a:pt x="1788643" y="594715"/>
                </a:cubicBezTo>
                <a:cubicBezTo>
                  <a:pt x="1788643" y="569547"/>
                  <a:pt x="1809046" y="549143"/>
                  <a:pt x="1834213" y="549143"/>
                </a:cubicBezTo>
                <a:close/>
                <a:moveTo>
                  <a:pt x="975209" y="542289"/>
                </a:moveTo>
                <a:cubicBezTo>
                  <a:pt x="986534" y="542289"/>
                  <a:pt x="995716" y="551470"/>
                  <a:pt x="995716" y="562797"/>
                </a:cubicBezTo>
                <a:cubicBezTo>
                  <a:pt x="995716" y="574122"/>
                  <a:pt x="986534" y="583302"/>
                  <a:pt x="975209" y="583302"/>
                </a:cubicBezTo>
                <a:cubicBezTo>
                  <a:pt x="963883" y="583302"/>
                  <a:pt x="954702" y="574122"/>
                  <a:pt x="954702" y="562797"/>
                </a:cubicBezTo>
                <a:cubicBezTo>
                  <a:pt x="954702" y="551470"/>
                  <a:pt x="963883" y="542289"/>
                  <a:pt x="975209" y="542289"/>
                </a:cubicBezTo>
                <a:close/>
                <a:moveTo>
                  <a:pt x="1388262" y="537938"/>
                </a:moveTo>
                <a:cubicBezTo>
                  <a:pt x="1392114" y="539289"/>
                  <a:pt x="1395451" y="542109"/>
                  <a:pt x="1397360" y="546078"/>
                </a:cubicBezTo>
                <a:cubicBezTo>
                  <a:pt x="1401179" y="554017"/>
                  <a:pt x="1397839" y="563546"/>
                  <a:pt x="1389900" y="567365"/>
                </a:cubicBezTo>
                <a:lnTo>
                  <a:pt x="1389901" y="567365"/>
                </a:lnTo>
                <a:cubicBezTo>
                  <a:pt x="1387262" y="568634"/>
                  <a:pt x="1384324" y="569152"/>
                  <a:pt x="1381411" y="568862"/>
                </a:cubicBezTo>
                <a:cubicBezTo>
                  <a:pt x="1372645" y="567992"/>
                  <a:pt x="1366245" y="560181"/>
                  <a:pt x="1367115" y="551415"/>
                </a:cubicBezTo>
                <a:cubicBezTo>
                  <a:pt x="1367665" y="545879"/>
                  <a:pt x="1371060" y="541029"/>
                  <a:pt x="1376073" y="538618"/>
                </a:cubicBezTo>
                <a:cubicBezTo>
                  <a:pt x="1380042" y="536710"/>
                  <a:pt x="1384409" y="536590"/>
                  <a:pt x="1388262" y="537938"/>
                </a:cubicBezTo>
                <a:close/>
                <a:moveTo>
                  <a:pt x="3497537" y="537744"/>
                </a:moveTo>
                <a:cubicBezTo>
                  <a:pt x="3505087" y="537744"/>
                  <a:pt x="3511207" y="543866"/>
                  <a:pt x="3511207" y="551415"/>
                </a:cubicBezTo>
                <a:cubicBezTo>
                  <a:pt x="3511207" y="558965"/>
                  <a:pt x="3505087" y="565085"/>
                  <a:pt x="3497537" y="565085"/>
                </a:cubicBezTo>
                <a:cubicBezTo>
                  <a:pt x="3489987" y="565085"/>
                  <a:pt x="3483865" y="558965"/>
                  <a:pt x="3483865" y="551415"/>
                </a:cubicBezTo>
                <a:cubicBezTo>
                  <a:pt x="3483473" y="549722"/>
                  <a:pt x="3483473" y="547962"/>
                  <a:pt x="3483865" y="546269"/>
                </a:cubicBezTo>
                <a:cubicBezTo>
                  <a:pt x="3485287" y="540140"/>
                  <a:pt x="3491407" y="536323"/>
                  <a:pt x="3497537" y="537744"/>
                </a:cubicBezTo>
                <a:close/>
                <a:moveTo>
                  <a:pt x="1177998" y="535459"/>
                </a:moveTo>
                <a:cubicBezTo>
                  <a:pt x="1186807" y="535459"/>
                  <a:pt x="1193947" y="542600"/>
                  <a:pt x="1193947" y="551410"/>
                </a:cubicBezTo>
                <a:cubicBezTo>
                  <a:pt x="1193947" y="560218"/>
                  <a:pt x="1186807" y="567359"/>
                  <a:pt x="1177998" y="567359"/>
                </a:cubicBezTo>
                <a:cubicBezTo>
                  <a:pt x="1169189" y="567359"/>
                  <a:pt x="1162048" y="560218"/>
                  <a:pt x="1162048" y="551410"/>
                </a:cubicBezTo>
                <a:cubicBezTo>
                  <a:pt x="1162048" y="542600"/>
                  <a:pt x="1169189" y="535459"/>
                  <a:pt x="1177998" y="535459"/>
                </a:cubicBezTo>
                <a:close/>
                <a:moveTo>
                  <a:pt x="2918791" y="533195"/>
                </a:moveTo>
                <a:cubicBezTo>
                  <a:pt x="2932633" y="533195"/>
                  <a:pt x="2943855" y="544416"/>
                  <a:pt x="2943855" y="558257"/>
                </a:cubicBezTo>
                <a:cubicBezTo>
                  <a:pt x="2943859" y="559057"/>
                  <a:pt x="2943821" y="559856"/>
                  <a:pt x="2943741" y="560649"/>
                </a:cubicBezTo>
                <a:cubicBezTo>
                  <a:pt x="2942482" y="573172"/>
                  <a:pt x="2931312" y="582302"/>
                  <a:pt x="2918791" y="581042"/>
                </a:cubicBezTo>
                <a:cubicBezTo>
                  <a:pt x="2917182" y="581234"/>
                  <a:pt x="2915556" y="581234"/>
                  <a:pt x="2913947" y="581042"/>
                </a:cubicBezTo>
                <a:cubicBezTo>
                  <a:pt x="2902700" y="579705"/>
                  <a:pt x="2894668" y="569503"/>
                  <a:pt x="2896006" y="558257"/>
                </a:cubicBezTo>
                <a:cubicBezTo>
                  <a:pt x="2895926" y="557463"/>
                  <a:pt x="2895888" y="556664"/>
                  <a:pt x="2895892" y="555864"/>
                </a:cubicBezTo>
                <a:cubicBezTo>
                  <a:pt x="2895955" y="543280"/>
                  <a:pt x="2906207" y="533131"/>
                  <a:pt x="2918791" y="533195"/>
                </a:cubicBezTo>
                <a:close/>
                <a:moveTo>
                  <a:pt x="3214999" y="530915"/>
                </a:moveTo>
                <a:cubicBezTo>
                  <a:pt x="3218775" y="530915"/>
                  <a:pt x="3221835" y="533974"/>
                  <a:pt x="3221835" y="537750"/>
                </a:cubicBezTo>
                <a:cubicBezTo>
                  <a:pt x="3221835" y="541526"/>
                  <a:pt x="3218775" y="544585"/>
                  <a:pt x="3214999" y="544585"/>
                </a:cubicBezTo>
                <a:cubicBezTo>
                  <a:pt x="3211223" y="544585"/>
                  <a:pt x="3208163" y="541526"/>
                  <a:pt x="3208163" y="537750"/>
                </a:cubicBezTo>
                <a:cubicBezTo>
                  <a:pt x="3208163" y="533974"/>
                  <a:pt x="3211223" y="530915"/>
                  <a:pt x="3214999" y="530915"/>
                </a:cubicBezTo>
                <a:close/>
                <a:moveTo>
                  <a:pt x="1608639" y="526357"/>
                </a:moveTo>
                <a:cubicBezTo>
                  <a:pt x="1630032" y="526357"/>
                  <a:pt x="1647374" y="543700"/>
                  <a:pt x="1647374" y="565093"/>
                </a:cubicBezTo>
                <a:cubicBezTo>
                  <a:pt x="1647374" y="586486"/>
                  <a:pt x="1630032" y="603828"/>
                  <a:pt x="1608639" y="603828"/>
                </a:cubicBezTo>
                <a:cubicBezTo>
                  <a:pt x="1587733" y="602695"/>
                  <a:pt x="1571036" y="585999"/>
                  <a:pt x="1569904" y="565093"/>
                </a:cubicBezTo>
                <a:cubicBezTo>
                  <a:pt x="1569904" y="543700"/>
                  <a:pt x="1587246" y="526357"/>
                  <a:pt x="1608639" y="526357"/>
                </a:cubicBezTo>
                <a:close/>
                <a:moveTo>
                  <a:pt x="1966367" y="524080"/>
                </a:moveTo>
                <a:cubicBezTo>
                  <a:pt x="1985243" y="524080"/>
                  <a:pt x="2000545" y="539382"/>
                  <a:pt x="2000545" y="558258"/>
                </a:cubicBezTo>
                <a:cubicBezTo>
                  <a:pt x="2000545" y="577133"/>
                  <a:pt x="1985243" y="592436"/>
                  <a:pt x="1966367" y="592436"/>
                </a:cubicBezTo>
                <a:cubicBezTo>
                  <a:pt x="1947491" y="592436"/>
                  <a:pt x="1932189" y="577133"/>
                  <a:pt x="1932189" y="558258"/>
                </a:cubicBezTo>
                <a:cubicBezTo>
                  <a:pt x="1932189" y="539382"/>
                  <a:pt x="1947491" y="524080"/>
                  <a:pt x="1966367" y="524080"/>
                </a:cubicBezTo>
                <a:close/>
                <a:moveTo>
                  <a:pt x="2784358" y="514966"/>
                </a:moveTo>
                <a:cubicBezTo>
                  <a:pt x="2791909" y="514966"/>
                  <a:pt x="2798029" y="521088"/>
                  <a:pt x="2798029" y="528637"/>
                </a:cubicBezTo>
                <a:cubicBezTo>
                  <a:pt x="2798029" y="536187"/>
                  <a:pt x="2791909" y="542307"/>
                  <a:pt x="2784358" y="542307"/>
                </a:cubicBezTo>
                <a:cubicBezTo>
                  <a:pt x="2776808" y="542307"/>
                  <a:pt x="2770687" y="536187"/>
                  <a:pt x="2770687" y="528637"/>
                </a:cubicBezTo>
                <a:cubicBezTo>
                  <a:pt x="2770687" y="521088"/>
                  <a:pt x="2776808" y="514966"/>
                  <a:pt x="2784358" y="514966"/>
                </a:cubicBezTo>
                <a:close/>
                <a:moveTo>
                  <a:pt x="2103193" y="505740"/>
                </a:moveTo>
                <a:cubicBezTo>
                  <a:pt x="2115777" y="505802"/>
                  <a:pt x="2125927" y="516054"/>
                  <a:pt x="2125864" y="528639"/>
                </a:cubicBezTo>
                <a:cubicBezTo>
                  <a:pt x="2125864" y="542481"/>
                  <a:pt x="2114642" y="553703"/>
                  <a:pt x="2100800" y="553703"/>
                </a:cubicBezTo>
                <a:cubicBezTo>
                  <a:pt x="2100001" y="553706"/>
                  <a:pt x="2099202" y="553668"/>
                  <a:pt x="2098407" y="553588"/>
                </a:cubicBezTo>
                <a:cubicBezTo>
                  <a:pt x="2085886" y="552330"/>
                  <a:pt x="2076756" y="541160"/>
                  <a:pt x="2078015" y="528639"/>
                </a:cubicBezTo>
                <a:cubicBezTo>
                  <a:pt x="2077823" y="527028"/>
                  <a:pt x="2077823" y="525404"/>
                  <a:pt x="2078015" y="523795"/>
                </a:cubicBezTo>
                <a:cubicBezTo>
                  <a:pt x="2079352" y="512548"/>
                  <a:pt x="2089554" y="504516"/>
                  <a:pt x="2100800" y="505854"/>
                </a:cubicBezTo>
                <a:cubicBezTo>
                  <a:pt x="2101595" y="505773"/>
                  <a:pt x="2102394" y="505737"/>
                  <a:pt x="2103193" y="505740"/>
                </a:cubicBezTo>
                <a:close/>
                <a:moveTo>
                  <a:pt x="2649925" y="492181"/>
                </a:moveTo>
                <a:cubicBezTo>
                  <a:pt x="2659093" y="493336"/>
                  <a:pt x="2665947" y="501169"/>
                  <a:pt x="2665875" y="510410"/>
                </a:cubicBezTo>
                <a:cubicBezTo>
                  <a:pt x="2665875" y="519218"/>
                  <a:pt x="2658734" y="526361"/>
                  <a:pt x="2649925" y="526361"/>
                </a:cubicBezTo>
                <a:cubicBezTo>
                  <a:pt x="2649116" y="526477"/>
                  <a:pt x="2648299" y="526531"/>
                  <a:pt x="2647482" y="526523"/>
                </a:cubicBezTo>
                <a:cubicBezTo>
                  <a:pt x="2638674" y="526430"/>
                  <a:pt x="2631606" y="519217"/>
                  <a:pt x="2631697" y="510410"/>
                </a:cubicBezTo>
                <a:cubicBezTo>
                  <a:pt x="2631697" y="500343"/>
                  <a:pt x="2639858" y="492181"/>
                  <a:pt x="2649925" y="492181"/>
                </a:cubicBezTo>
                <a:close/>
                <a:moveTo>
                  <a:pt x="1736236" y="483067"/>
                </a:moveTo>
                <a:cubicBezTo>
                  <a:pt x="1752595" y="483067"/>
                  <a:pt x="1765857" y="496328"/>
                  <a:pt x="1765857" y="512688"/>
                </a:cubicBezTo>
                <a:cubicBezTo>
                  <a:pt x="1765918" y="513474"/>
                  <a:pt x="1765947" y="514264"/>
                  <a:pt x="1765945" y="515053"/>
                </a:cubicBezTo>
                <a:cubicBezTo>
                  <a:pt x="1765896" y="531413"/>
                  <a:pt x="1752595" y="544636"/>
                  <a:pt x="1736236" y="544586"/>
                </a:cubicBezTo>
                <a:cubicBezTo>
                  <a:pt x="1735446" y="544588"/>
                  <a:pt x="1734657" y="544559"/>
                  <a:pt x="1733870" y="544498"/>
                </a:cubicBezTo>
                <a:cubicBezTo>
                  <a:pt x="1717559" y="543239"/>
                  <a:pt x="1705357" y="528997"/>
                  <a:pt x="1706615" y="512688"/>
                </a:cubicBezTo>
                <a:cubicBezTo>
                  <a:pt x="1706615" y="496328"/>
                  <a:pt x="1719877" y="483067"/>
                  <a:pt x="1736236" y="483067"/>
                </a:cubicBezTo>
                <a:close/>
                <a:moveTo>
                  <a:pt x="2374223" y="478509"/>
                </a:moveTo>
                <a:cubicBezTo>
                  <a:pt x="2386807" y="478509"/>
                  <a:pt x="2397008" y="488712"/>
                  <a:pt x="2397008" y="501294"/>
                </a:cubicBezTo>
                <a:cubicBezTo>
                  <a:pt x="2395834" y="512981"/>
                  <a:pt x="2385968" y="521861"/>
                  <a:pt x="2374223" y="521802"/>
                </a:cubicBezTo>
                <a:cubicBezTo>
                  <a:pt x="2362897" y="521802"/>
                  <a:pt x="2353716" y="512621"/>
                  <a:pt x="2353716" y="501294"/>
                </a:cubicBezTo>
                <a:cubicBezTo>
                  <a:pt x="2353627" y="500497"/>
                  <a:pt x="2353584" y="499692"/>
                  <a:pt x="2353589" y="498889"/>
                </a:cubicBezTo>
                <a:cubicBezTo>
                  <a:pt x="2353660" y="487563"/>
                  <a:pt x="2362898" y="478440"/>
                  <a:pt x="2374223" y="478509"/>
                </a:cubicBezTo>
                <a:close/>
                <a:moveTo>
                  <a:pt x="2244348" y="476232"/>
                </a:moveTo>
                <a:cubicBezTo>
                  <a:pt x="2263224" y="476232"/>
                  <a:pt x="2278526" y="491534"/>
                  <a:pt x="2278526" y="510410"/>
                </a:cubicBezTo>
                <a:cubicBezTo>
                  <a:pt x="2278443" y="512186"/>
                  <a:pt x="2278222" y="513957"/>
                  <a:pt x="2277864" y="515701"/>
                </a:cubicBezTo>
                <a:cubicBezTo>
                  <a:pt x="2274069" y="534191"/>
                  <a:pt x="2256003" y="546103"/>
                  <a:pt x="2237512" y="542307"/>
                </a:cubicBezTo>
                <a:cubicBezTo>
                  <a:pt x="2222167" y="539195"/>
                  <a:pt x="2210901" y="526050"/>
                  <a:pt x="2210170" y="510410"/>
                </a:cubicBezTo>
                <a:cubicBezTo>
                  <a:pt x="2210170" y="491534"/>
                  <a:pt x="2225472" y="476232"/>
                  <a:pt x="2244348" y="476232"/>
                </a:cubicBezTo>
                <a:close/>
                <a:moveTo>
                  <a:pt x="1512941" y="473947"/>
                </a:moveTo>
                <a:cubicBezTo>
                  <a:pt x="1520491" y="473947"/>
                  <a:pt x="1526612" y="480067"/>
                  <a:pt x="1526612" y="487617"/>
                </a:cubicBezTo>
                <a:cubicBezTo>
                  <a:pt x="1526694" y="495609"/>
                  <a:pt x="1520850" y="502427"/>
                  <a:pt x="1512941" y="503568"/>
                </a:cubicBezTo>
                <a:cubicBezTo>
                  <a:pt x="1504132" y="503568"/>
                  <a:pt x="1496991" y="496426"/>
                  <a:pt x="1496991" y="487617"/>
                </a:cubicBezTo>
                <a:cubicBezTo>
                  <a:pt x="1498132" y="479709"/>
                  <a:pt x="1504950" y="473864"/>
                  <a:pt x="1512941" y="473947"/>
                </a:cubicBezTo>
                <a:close/>
                <a:moveTo>
                  <a:pt x="2506378" y="469395"/>
                </a:moveTo>
                <a:cubicBezTo>
                  <a:pt x="2507167" y="469393"/>
                  <a:pt x="2507957" y="469423"/>
                  <a:pt x="2508744" y="469484"/>
                </a:cubicBezTo>
                <a:cubicBezTo>
                  <a:pt x="2525055" y="470741"/>
                  <a:pt x="2537257" y="484984"/>
                  <a:pt x="2535998" y="501294"/>
                </a:cubicBezTo>
                <a:cubicBezTo>
                  <a:pt x="2535998" y="517654"/>
                  <a:pt x="2522737" y="530915"/>
                  <a:pt x="2506378" y="530915"/>
                </a:cubicBezTo>
                <a:lnTo>
                  <a:pt x="2506377" y="530915"/>
                </a:lnTo>
                <a:cubicBezTo>
                  <a:pt x="2505590" y="530976"/>
                  <a:pt x="2504801" y="531006"/>
                  <a:pt x="2504011" y="531004"/>
                </a:cubicBezTo>
                <a:cubicBezTo>
                  <a:pt x="2487652" y="530956"/>
                  <a:pt x="2474430" y="517654"/>
                  <a:pt x="2474478" y="501294"/>
                </a:cubicBezTo>
                <a:cubicBezTo>
                  <a:pt x="2474478" y="483678"/>
                  <a:pt x="2488760" y="469395"/>
                  <a:pt x="2506378" y="469395"/>
                </a:cubicBezTo>
                <a:close/>
                <a:moveTo>
                  <a:pt x="1294203" y="462546"/>
                </a:moveTo>
                <a:cubicBezTo>
                  <a:pt x="1303012" y="462546"/>
                  <a:pt x="1310152" y="469688"/>
                  <a:pt x="1310152" y="478497"/>
                </a:cubicBezTo>
                <a:cubicBezTo>
                  <a:pt x="1310152" y="487304"/>
                  <a:pt x="1303012" y="494446"/>
                  <a:pt x="1294203" y="494446"/>
                </a:cubicBezTo>
                <a:cubicBezTo>
                  <a:pt x="1285394" y="494446"/>
                  <a:pt x="1278253" y="487304"/>
                  <a:pt x="1278253" y="478497"/>
                </a:cubicBezTo>
                <a:cubicBezTo>
                  <a:pt x="1278253" y="469688"/>
                  <a:pt x="1285394" y="462546"/>
                  <a:pt x="1294203" y="462546"/>
                </a:cubicBezTo>
                <a:close/>
                <a:moveTo>
                  <a:pt x="3531715" y="444317"/>
                </a:moveTo>
                <a:cubicBezTo>
                  <a:pt x="3538007" y="444317"/>
                  <a:pt x="3543107" y="449419"/>
                  <a:pt x="3543107" y="455710"/>
                </a:cubicBezTo>
                <a:cubicBezTo>
                  <a:pt x="3539491" y="457367"/>
                  <a:pt x="3535331" y="457367"/>
                  <a:pt x="3531715" y="455710"/>
                </a:cubicBezTo>
                <a:cubicBezTo>
                  <a:pt x="3528097" y="457367"/>
                  <a:pt x="3523939" y="457367"/>
                  <a:pt x="3520321" y="455710"/>
                </a:cubicBezTo>
                <a:cubicBezTo>
                  <a:pt x="3520321" y="449419"/>
                  <a:pt x="3525423" y="444317"/>
                  <a:pt x="3531715" y="444317"/>
                </a:cubicBezTo>
                <a:close/>
                <a:moveTo>
                  <a:pt x="2962082" y="439774"/>
                </a:moveTo>
                <a:cubicBezTo>
                  <a:pt x="2969633" y="439774"/>
                  <a:pt x="2975753" y="445896"/>
                  <a:pt x="2975753" y="453445"/>
                </a:cubicBezTo>
                <a:cubicBezTo>
                  <a:pt x="2975753" y="460996"/>
                  <a:pt x="2969633" y="467116"/>
                  <a:pt x="2962082" y="467116"/>
                </a:cubicBezTo>
                <a:cubicBezTo>
                  <a:pt x="2954532" y="467116"/>
                  <a:pt x="2948411" y="460996"/>
                  <a:pt x="2948411" y="453445"/>
                </a:cubicBezTo>
                <a:cubicBezTo>
                  <a:pt x="2948411" y="445896"/>
                  <a:pt x="2954532" y="439774"/>
                  <a:pt x="2962082" y="439774"/>
                </a:cubicBezTo>
                <a:close/>
                <a:moveTo>
                  <a:pt x="1866112" y="432938"/>
                </a:moveTo>
                <a:cubicBezTo>
                  <a:pt x="1887017" y="434071"/>
                  <a:pt x="1903714" y="450768"/>
                  <a:pt x="1904847" y="471674"/>
                </a:cubicBezTo>
                <a:cubicBezTo>
                  <a:pt x="1903639" y="492172"/>
                  <a:pt x="1886645" y="508166"/>
                  <a:pt x="1866112" y="508129"/>
                </a:cubicBezTo>
                <a:cubicBezTo>
                  <a:pt x="1863644" y="508601"/>
                  <a:pt x="1861135" y="508817"/>
                  <a:pt x="1858623" y="508772"/>
                </a:cubicBezTo>
                <a:cubicBezTo>
                  <a:pt x="1838492" y="508414"/>
                  <a:pt x="1822462" y="491804"/>
                  <a:pt x="1822820" y="471674"/>
                </a:cubicBezTo>
                <a:cubicBezTo>
                  <a:pt x="1822809" y="470060"/>
                  <a:pt x="1822898" y="468448"/>
                  <a:pt x="1823088" y="466847"/>
                </a:cubicBezTo>
                <a:cubicBezTo>
                  <a:pt x="1825605" y="445603"/>
                  <a:pt x="1844868" y="430421"/>
                  <a:pt x="1866112" y="432938"/>
                </a:cubicBezTo>
                <a:close/>
                <a:moveTo>
                  <a:pt x="3249177" y="426097"/>
                </a:moveTo>
                <a:cubicBezTo>
                  <a:pt x="3256727" y="426097"/>
                  <a:pt x="3262847" y="432217"/>
                  <a:pt x="3262847" y="439767"/>
                </a:cubicBezTo>
                <a:cubicBezTo>
                  <a:pt x="3262931" y="447759"/>
                  <a:pt x="3257087" y="454577"/>
                  <a:pt x="3249177" y="455718"/>
                </a:cubicBezTo>
                <a:cubicBezTo>
                  <a:pt x="3240063" y="455718"/>
                  <a:pt x="3235507" y="439767"/>
                  <a:pt x="3235507" y="439767"/>
                </a:cubicBezTo>
                <a:cubicBezTo>
                  <a:pt x="3235507" y="432217"/>
                  <a:pt x="3241627" y="426097"/>
                  <a:pt x="3249177" y="426097"/>
                </a:cubicBezTo>
                <a:close/>
                <a:moveTo>
                  <a:pt x="2000545" y="405597"/>
                </a:moveTo>
                <a:cubicBezTo>
                  <a:pt x="2018163" y="405597"/>
                  <a:pt x="2032445" y="419879"/>
                  <a:pt x="2032445" y="437496"/>
                </a:cubicBezTo>
                <a:cubicBezTo>
                  <a:pt x="2032445" y="455113"/>
                  <a:pt x="2018163" y="469396"/>
                  <a:pt x="2000545" y="469396"/>
                </a:cubicBezTo>
                <a:cubicBezTo>
                  <a:pt x="1982928" y="469396"/>
                  <a:pt x="1968646" y="455113"/>
                  <a:pt x="1968646" y="437496"/>
                </a:cubicBezTo>
                <a:cubicBezTo>
                  <a:pt x="1968646" y="419879"/>
                  <a:pt x="1982928" y="405597"/>
                  <a:pt x="2000545" y="405597"/>
                </a:cubicBezTo>
                <a:close/>
                <a:moveTo>
                  <a:pt x="1638260" y="391918"/>
                </a:moveTo>
                <a:cubicBezTo>
                  <a:pt x="1655878" y="391918"/>
                  <a:pt x="1670160" y="406202"/>
                  <a:pt x="1670160" y="423818"/>
                </a:cubicBezTo>
                <a:cubicBezTo>
                  <a:pt x="1670160" y="441436"/>
                  <a:pt x="1655878" y="455719"/>
                  <a:pt x="1638260" y="455719"/>
                </a:cubicBezTo>
                <a:cubicBezTo>
                  <a:pt x="1620643" y="455719"/>
                  <a:pt x="1606361" y="441436"/>
                  <a:pt x="1606361" y="423818"/>
                </a:cubicBezTo>
                <a:cubicBezTo>
                  <a:pt x="1606361" y="406202"/>
                  <a:pt x="1620643" y="391918"/>
                  <a:pt x="1638260" y="391918"/>
                </a:cubicBezTo>
                <a:close/>
                <a:moveTo>
                  <a:pt x="2684103" y="389644"/>
                </a:moveTo>
                <a:cubicBezTo>
                  <a:pt x="2691654" y="389644"/>
                  <a:pt x="2697774" y="395764"/>
                  <a:pt x="2697774" y="403317"/>
                </a:cubicBezTo>
                <a:cubicBezTo>
                  <a:pt x="2697774" y="410868"/>
                  <a:pt x="2691654" y="416988"/>
                  <a:pt x="2684103" y="416988"/>
                </a:cubicBezTo>
                <a:cubicBezTo>
                  <a:pt x="2676553" y="416988"/>
                  <a:pt x="2670432" y="410868"/>
                  <a:pt x="2670432" y="403317"/>
                </a:cubicBezTo>
                <a:cubicBezTo>
                  <a:pt x="2670432" y="395764"/>
                  <a:pt x="2676553" y="389644"/>
                  <a:pt x="2684103" y="389644"/>
                </a:cubicBezTo>
                <a:close/>
                <a:moveTo>
                  <a:pt x="2134978" y="380530"/>
                </a:moveTo>
                <a:cubicBezTo>
                  <a:pt x="2152596" y="380530"/>
                  <a:pt x="2166878" y="394812"/>
                  <a:pt x="2166878" y="412432"/>
                </a:cubicBezTo>
                <a:cubicBezTo>
                  <a:pt x="2166878" y="430050"/>
                  <a:pt x="2152596" y="444332"/>
                  <a:pt x="2134978" y="444332"/>
                </a:cubicBezTo>
                <a:cubicBezTo>
                  <a:pt x="2117361" y="444332"/>
                  <a:pt x="2103079" y="430050"/>
                  <a:pt x="2103079" y="412432"/>
                </a:cubicBezTo>
                <a:cubicBezTo>
                  <a:pt x="2103079" y="394812"/>
                  <a:pt x="2117361" y="380530"/>
                  <a:pt x="2134978" y="380530"/>
                </a:cubicBezTo>
                <a:close/>
                <a:moveTo>
                  <a:pt x="2547391" y="378252"/>
                </a:moveTo>
                <a:cubicBezTo>
                  <a:pt x="2554941" y="378252"/>
                  <a:pt x="2561062" y="384373"/>
                  <a:pt x="2561062" y="391922"/>
                </a:cubicBezTo>
                <a:cubicBezTo>
                  <a:pt x="2561062" y="399474"/>
                  <a:pt x="2554941" y="405597"/>
                  <a:pt x="2547391" y="405597"/>
                </a:cubicBezTo>
                <a:cubicBezTo>
                  <a:pt x="2539841" y="405597"/>
                  <a:pt x="2533720" y="399474"/>
                  <a:pt x="2533720" y="391922"/>
                </a:cubicBezTo>
                <a:cubicBezTo>
                  <a:pt x="2533720" y="384373"/>
                  <a:pt x="2539841" y="378252"/>
                  <a:pt x="2547391" y="378252"/>
                </a:cubicBezTo>
                <a:close/>
                <a:moveTo>
                  <a:pt x="3406395" y="371404"/>
                </a:moveTo>
                <a:cubicBezTo>
                  <a:pt x="3412687" y="371404"/>
                  <a:pt x="3417787" y="376504"/>
                  <a:pt x="3417787" y="382797"/>
                </a:cubicBezTo>
                <a:lnTo>
                  <a:pt x="3417787" y="394189"/>
                </a:lnTo>
                <a:lnTo>
                  <a:pt x="3395003" y="382797"/>
                </a:lnTo>
                <a:cubicBezTo>
                  <a:pt x="3395003" y="376504"/>
                  <a:pt x="3400103" y="371404"/>
                  <a:pt x="3406395" y="371404"/>
                </a:cubicBezTo>
                <a:close/>
                <a:moveTo>
                  <a:pt x="2278525" y="362302"/>
                </a:moveTo>
                <a:cubicBezTo>
                  <a:pt x="2297401" y="362302"/>
                  <a:pt x="2312703" y="377604"/>
                  <a:pt x="2312703" y="396480"/>
                </a:cubicBezTo>
                <a:cubicBezTo>
                  <a:pt x="2312820" y="398055"/>
                  <a:pt x="2312820" y="399636"/>
                  <a:pt x="2312703" y="401213"/>
                </a:cubicBezTo>
                <a:cubicBezTo>
                  <a:pt x="2311396" y="418785"/>
                  <a:pt x="2296094" y="431967"/>
                  <a:pt x="2278525" y="430661"/>
                </a:cubicBezTo>
                <a:cubicBezTo>
                  <a:pt x="2259649" y="430661"/>
                  <a:pt x="2244347" y="415359"/>
                  <a:pt x="2244347" y="396480"/>
                </a:cubicBezTo>
                <a:cubicBezTo>
                  <a:pt x="2244347" y="377604"/>
                  <a:pt x="2259649" y="362302"/>
                  <a:pt x="2278525" y="362302"/>
                </a:cubicBezTo>
                <a:close/>
                <a:moveTo>
                  <a:pt x="2408402" y="355466"/>
                </a:moveTo>
                <a:cubicBezTo>
                  <a:pt x="2427679" y="355428"/>
                  <a:pt x="2443653" y="370405"/>
                  <a:pt x="2444858" y="389644"/>
                </a:cubicBezTo>
                <a:cubicBezTo>
                  <a:pt x="2444860" y="390429"/>
                  <a:pt x="2444834" y="391215"/>
                  <a:pt x="2444782" y="391998"/>
                </a:cubicBezTo>
                <a:cubicBezTo>
                  <a:pt x="2443524" y="410835"/>
                  <a:pt x="2427236" y="425082"/>
                  <a:pt x="2408402" y="423824"/>
                </a:cubicBezTo>
                <a:cubicBezTo>
                  <a:pt x="2389526" y="423824"/>
                  <a:pt x="2374224" y="408523"/>
                  <a:pt x="2374224" y="389644"/>
                </a:cubicBezTo>
                <a:cubicBezTo>
                  <a:pt x="2374224" y="370769"/>
                  <a:pt x="2389526" y="355466"/>
                  <a:pt x="2408402" y="355466"/>
                </a:cubicBezTo>
                <a:close/>
                <a:moveTo>
                  <a:pt x="1768135" y="346346"/>
                </a:moveTo>
                <a:cubicBezTo>
                  <a:pt x="1790786" y="346346"/>
                  <a:pt x="1809149" y="364708"/>
                  <a:pt x="1809149" y="387360"/>
                </a:cubicBezTo>
                <a:cubicBezTo>
                  <a:pt x="1809149" y="410014"/>
                  <a:pt x="1790787" y="428375"/>
                  <a:pt x="1768135" y="428375"/>
                </a:cubicBezTo>
                <a:cubicBezTo>
                  <a:pt x="1745484" y="428375"/>
                  <a:pt x="1727122" y="410014"/>
                  <a:pt x="1727122" y="387360"/>
                </a:cubicBezTo>
                <a:cubicBezTo>
                  <a:pt x="1727122" y="364708"/>
                  <a:pt x="1745484" y="346346"/>
                  <a:pt x="1768135" y="346346"/>
                </a:cubicBezTo>
                <a:close/>
                <a:moveTo>
                  <a:pt x="1900290" y="325841"/>
                </a:moveTo>
                <a:cubicBezTo>
                  <a:pt x="1912874" y="325841"/>
                  <a:pt x="1923075" y="336041"/>
                  <a:pt x="1923075" y="348626"/>
                </a:cubicBezTo>
                <a:cubicBezTo>
                  <a:pt x="1923129" y="361624"/>
                  <a:pt x="1913235" y="372507"/>
                  <a:pt x="1900290" y="373689"/>
                </a:cubicBezTo>
                <a:cubicBezTo>
                  <a:pt x="1886448" y="373689"/>
                  <a:pt x="1875226" y="362468"/>
                  <a:pt x="1875226" y="348626"/>
                </a:cubicBezTo>
                <a:cubicBezTo>
                  <a:pt x="1875222" y="347825"/>
                  <a:pt x="1875260" y="347027"/>
                  <a:pt x="1875340" y="346233"/>
                </a:cubicBezTo>
                <a:cubicBezTo>
                  <a:pt x="1876599" y="333711"/>
                  <a:pt x="1887769" y="324581"/>
                  <a:pt x="1900290" y="325841"/>
                </a:cubicBezTo>
                <a:close/>
                <a:moveTo>
                  <a:pt x="1542650" y="325746"/>
                </a:moveTo>
                <a:cubicBezTo>
                  <a:pt x="1559009" y="325796"/>
                  <a:pt x="1572231" y="339097"/>
                  <a:pt x="1572182" y="355456"/>
                </a:cubicBezTo>
                <a:cubicBezTo>
                  <a:pt x="1572182" y="373073"/>
                  <a:pt x="1557901" y="387355"/>
                  <a:pt x="1540283" y="387355"/>
                </a:cubicBezTo>
                <a:cubicBezTo>
                  <a:pt x="1539493" y="387357"/>
                  <a:pt x="1538704" y="387327"/>
                  <a:pt x="1537917" y="387267"/>
                </a:cubicBezTo>
                <a:cubicBezTo>
                  <a:pt x="1521606" y="386008"/>
                  <a:pt x="1509404" y="371765"/>
                  <a:pt x="1510662" y="355456"/>
                </a:cubicBezTo>
                <a:cubicBezTo>
                  <a:pt x="1510662" y="339096"/>
                  <a:pt x="1523924" y="325835"/>
                  <a:pt x="1540283" y="325835"/>
                </a:cubicBezTo>
                <a:cubicBezTo>
                  <a:pt x="1541070" y="325773"/>
                  <a:pt x="1541860" y="325744"/>
                  <a:pt x="1542650" y="325746"/>
                </a:cubicBezTo>
                <a:close/>
                <a:moveTo>
                  <a:pt x="2032444" y="300776"/>
                </a:moveTo>
                <a:cubicBezTo>
                  <a:pt x="2042511" y="300776"/>
                  <a:pt x="2050672" y="308937"/>
                  <a:pt x="2050672" y="319004"/>
                </a:cubicBezTo>
                <a:cubicBezTo>
                  <a:pt x="2050672" y="329071"/>
                  <a:pt x="2042511" y="337232"/>
                  <a:pt x="2032444" y="337232"/>
                </a:cubicBezTo>
                <a:cubicBezTo>
                  <a:pt x="2022377" y="337232"/>
                  <a:pt x="2014216" y="329071"/>
                  <a:pt x="2014216" y="319004"/>
                </a:cubicBezTo>
                <a:cubicBezTo>
                  <a:pt x="2014216" y="308937"/>
                  <a:pt x="2022377" y="300776"/>
                  <a:pt x="2032444" y="300776"/>
                </a:cubicBezTo>
                <a:close/>
                <a:moveTo>
                  <a:pt x="2852713" y="291662"/>
                </a:moveTo>
                <a:cubicBezTo>
                  <a:pt x="2867814" y="291662"/>
                  <a:pt x="2880056" y="303904"/>
                  <a:pt x="2880056" y="319004"/>
                </a:cubicBezTo>
                <a:cubicBezTo>
                  <a:pt x="2880056" y="334104"/>
                  <a:pt x="2867814" y="346347"/>
                  <a:pt x="2852713" y="346347"/>
                </a:cubicBezTo>
                <a:cubicBezTo>
                  <a:pt x="2837613" y="346347"/>
                  <a:pt x="2825371" y="334104"/>
                  <a:pt x="2825371" y="319004"/>
                </a:cubicBezTo>
                <a:cubicBezTo>
                  <a:pt x="2825371" y="303904"/>
                  <a:pt x="2837612" y="291662"/>
                  <a:pt x="2852713" y="291662"/>
                </a:cubicBezTo>
                <a:close/>
                <a:moveTo>
                  <a:pt x="2169156" y="271155"/>
                </a:moveTo>
                <a:cubicBezTo>
                  <a:pt x="2184257" y="271155"/>
                  <a:pt x="2196499" y="283396"/>
                  <a:pt x="2196499" y="298497"/>
                </a:cubicBezTo>
                <a:cubicBezTo>
                  <a:pt x="2196499" y="313598"/>
                  <a:pt x="2184257" y="325840"/>
                  <a:pt x="2169156" y="325840"/>
                </a:cubicBezTo>
                <a:cubicBezTo>
                  <a:pt x="2154056" y="325840"/>
                  <a:pt x="2141814" y="313598"/>
                  <a:pt x="2141814" y="298497"/>
                </a:cubicBezTo>
                <a:cubicBezTo>
                  <a:pt x="2141814" y="283396"/>
                  <a:pt x="2154056" y="271155"/>
                  <a:pt x="2169156" y="271155"/>
                </a:cubicBezTo>
                <a:close/>
                <a:moveTo>
                  <a:pt x="2718281" y="266597"/>
                </a:moveTo>
                <a:cubicBezTo>
                  <a:pt x="2735898" y="266597"/>
                  <a:pt x="2750180" y="280879"/>
                  <a:pt x="2750180" y="298497"/>
                </a:cubicBezTo>
                <a:cubicBezTo>
                  <a:pt x="2748982" y="315219"/>
                  <a:pt x="2735045" y="328161"/>
                  <a:pt x="2718281" y="328118"/>
                </a:cubicBezTo>
                <a:lnTo>
                  <a:pt x="2718280" y="328118"/>
                </a:lnTo>
                <a:cubicBezTo>
                  <a:pt x="2717493" y="328179"/>
                  <a:pt x="2716704" y="328208"/>
                  <a:pt x="2715914" y="328205"/>
                </a:cubicBezTo>
                <a:cubicBezTo>
                  <a:pt x="2699555" y="328157"/>
                  <a:pt x="2686333" y="314856"/>
                  <a:pt x="2686381" y="298497"/>
                </a:cubicBezTo>
                <a:cubicBezTo>
                  <a:pt x="2686381" y="280879"/>
                  <a:pt x="2700663" y="266597"/>
                  <a:pt x="2718281" y="266597"/>
                </a:cubicBezTo>
                <a:close/>
                <a:moveTo>
                  <a:pt x="3153479" y="266592"/>
                </a:moveTo>
                <a:cubicBezTo>
                  <a:pt x="3162287" y="266592"/>
                  <a:pt x="3169429" y="273731"/>
                  <a:pt x="3169429" y="282540"/>
                </a:cubicBezTo>
                <a:cubicBezTo>
                  <a:pt x="3169547" y="283350"/>
                  <a:pt x="3169599" y="284166"/>
                  <a:pt x="3169591" y="284983"/>
                </a:cubicBezTo>
                <a:cubicBezTo>
                  <a:pt x="3169501" y="293792"/>
                  <a:pt x="3162287" y="300860"/>
                  <a:pt x="3153479" y="300769"/>
                </a:cubicBezTo>
                <a:cubicBezTo>
                  <a:pt x="3143411" y="300769"/>
                  <a:pt x="3135251" y="292607"/>
                  <a:pt x="3135251" y="282540"/>
                </a:cubicBezTo>
                <a:cubicBezTo>
                  <a:pt x="3136407" y="273373"/>
                  <a:pt x="3144239" y="266519"/>
                  <a:pt x="3153479" y="266592"/>
                </a:cubicBezTo>
                <a:close/>
                <a:moveTo>
                  <a:pt x="2442579" y="259761"/>
                </a:moveTo>
                <a:cubicBezTo>
                  <a:pt x="2453904" y="259761"/>
                  <a:pt x="2463086" y="268942"/>
                  <a:pt x="2463086" y="280269"/>
                </a:cubicBezTo>
                <a:cubicBezTo>
                  <a:pt x="2463086" y="291593"/>
                  <a:pt x="2453904" y="300775"/>
                  <a:pt x="2442579" y="300775"/>
                </a:cubicBezTo>
                <a:cubicBezTo>
                  <a:pt x="2431253" y="300775"/>
                  <a:pt x="2422072" y="291593"/>
                  <a:pt x="2422072" y="280269"/>
                </a:cubicBezTo>
                <a:cubicBezTo>
                  <a:pt x="2422072" y="268942"/>
                  <a:pt x="2431253" y="259761"/>
                  <a:pt x="2442579" y="259761"/>
                </a:cubicBezTo>
                <a:close/>
                <a:moveTo>
                  <a:pt x="2581569" y="252926"/>
                </a:moveTo>
                <a:cubicBezTo>
                  <a:pt x="2599187" y="252926"/>
                  <a:pt x="2613469" y="267209"/>
                  <a:pt x="2613469" y="284826"/>
                </a:cubicBezTo>
                <a:cubicBezTo>
                  <a:pt x="2613469" y="302444"/>
                  <a:pt x="2599187" y="316726"/>
                  <a:pt x="2581569" y="316726"/>
                </a:cubicBezTo>
                <a:cubicBezTo>
                  <a:pt x="2563952" y="316726"/>
                  <a:pt x="2549670" y="302444"/>
                  <a:pt x="2549670" y="284826"/>
                </a:cubicBezTo>
                <a:cubicBezTo>
                  <a:pt x="2549670" y="267209"/>
                  <a:pt x="2563952" y="252926"/>
                  <a:pt x="2581569" y="252926"/>
                </a:cubicBezTo>
                <a:close/>
                <a:moveTo>
                  <a:pt x="2305868" y="250648"/>
                </a:moveTo>
                <a:cubicBezTo>
                  <a:pt x="2307443" y="250531"/>
                  <a:pt x="2309025" y="250531"/>
                  <a:pt x="2310601" y="250648"/>
                </a:cubicBezTo>
                <a:cubicBezTo>
                  <a:pt x="2328170" y="251954"/>
                  <a:pt x="2341353" y="267257"/>
                  <a:pt x="2340046" y="284826"/>
                </a:cubicBezTo>
                <a:cubicBezTo>
                  <a:pt x="2340046" y="303702"/>
                  <a:pt x="2324744" y="319004"/>
                  <a:pt x="2305868" y="319004"/>
                </a:cubicBezTo>
                <a:cubicBezTo>
                  <a:pt x="2286992" y="319004"/>
                  <a:pt x="2271690" y="303702"/>
                  <a:pt x="2271690" y="284826"/>
                </a:cubicBezTo>
                <a:cubicBezTo>
                  <a:pt x="2271690" y="265950"/>
                  <a:pt x="2286992" y="250648"/>
                  <a:pt x="2305868" y="250648"/>
                </a:cubicBezTo>
                <a:close/>
                <a:moveTo>
                  <a:pt x="1800035" y="227857"/>
                </a:moveTo>
                <a:cubicBezTo>
                  <a:pt x="1802966" y="227923"/>
                  <a:pt x="1805864" y="228502"/>
                  <a:pt x="1808595" y="229570"/>
                </a:cubicBezTo>
                <a:cubicBezTo>
                  <a:pt x="1821488" y="234606"/>
                  <a:pt x="1827857" y="249142"/>
                  <a:pt x="1822820" y="262035"/>
                </a:cubicBezTo>
                <a:cubicBezTo>
                  <a:pt x="1822826" y="262104"/>
                  <a:pt x="1822833" y="262174"/>
                  <a:pt x="1822839" y="262242"/>
                </a:cubicBezTo>
                <a:cubicBezTo>
                  <a:pt x="1824035" y="276033"/>
                  <a:pt x="1813825" y="288182"/>
                  <a:pt x="1800035" y="289378"/>
                </a:cubicBezTo>
                <a:cubicBezTo>
                  <a:pt x="1796388" y="289589"/>
                  <a:pt x="1792736" y="289067"/>
                  <a:pt x="1789295" y="287843"/>
                </a:cubicBezTo>
                <a:cubicBezTo>
                  <a:pt x="1775067" y="282785"/>
                  <a:pt x="1767634" y="267149"/>
                  <a:pt x="1772692" y="252921"/>
                </a:cubicBezTo>
                <a:cubicBezTo>
                  <a:pt x="1772689" y="252126"/>
                  <a:pt x="1772724" y="251331"/>
                  <a:pt x="1772796" y="250539"/>
                </a:cubicBezTo>
                <a:cubicBezTo>
                  <a:pt x="1774054" y="236754"/>
                  <a:pt x="1786250" y="226599"/>
                  <a:pt x="1800035" y="227857"/>
                </a:cubicBezTo>
                <a:close/>
                <a:moveTo>
                  <a:pt x="1932189" y="200515"/>
                </a:moveTo>
                <a:cubicBezTo>
                  <a:pt x="1947290" y="200515"/>
                  <a:pt x="1959532" y="212757"/>
                  <a:pt x="1959532" y="227857"/>
                </a:cubicBezTo>
                <a:cubicBezTo>
                  <a:pt x="1959532" y="242958"/>
                  <a:pt x="1947290" y="255200"/>
                  <a:pt x="1932189" y="255200"/>
                </a:cubicBezTo>
                <a:cubicBezTo>
                  <a:pt x="1917089" y="255200"/>
                  <a:pt x="1904847" y="242958"/>
                  <a:pt x="1904847" y="227857"/>
                </a:cubicBezTo>
                <a:cubicBezTo>
                  <a:pt x="1904847" y="212757"/>
                  <a:pt x="1917088" y="200515"/>
                  <a:pt x="1932189" y="200515"/>
                </a:cubicBezTo>
                <a:close/>
                <a:moveTo>
                  <a:pt x="1569728" y="195954"/>
                </a:moveTo>
                <a:cubicBezTo>
                  <a:pt x="1586087" y="195906"/>
                  <a:pt x="1599388" y="209128"/>
                  <a:pt x="1599437" y="225487"/>
                </a:cubicBezTo>
                <a:cubicBezTo>
                  <a:pt x="1599485" y="241846"/>
                  <a:pt x="1586263" y="255147"/>
                  <a:pt x="1569904" y="255196"/>
                </a:cubicBezTo>
                <a:cubicBezTo>
                  <a:pt x="1554395" y="255241"/>
                  <a:pt x="1541476" y="243316"/>
                  <a:pt x="1540283" y="227853"/>
                </a:cubicBezTo>
                <a:cubicBezTo>
                  <a:pt x="1540227" y="227124"/>
                  <a:pt x="1540197" y="226394"/>
                  <a:pt x="1540195" y="225663"/>
                </a:cubicBezTo>
                <a:cubicBezTo>
                  <a:pt x="1540147" y="209304"/>
                  <a:pt x="1553369" y="196003"/>
                  <a:pt x="1569728" y="195954"/>
                </a:cubicBezTo>
                <a:close/>
                <a:moveTo>
                  <a:pt x="2738787" y="191401"/>
                </a:moveTo>
                <a:cubicBezTo>
                  <a:pt x="2743017" y="188957"/>
                  <a:pt x="2748228" y="188957"/>
                  <a:pt x="2752458" y="191401"/>
                </a:cubicBezTo>
                <a:lnTo>
                  <a:pt x="2763851" y="191401"/>
                </a:lnTo>
                <a:cubicBezTo>
                  <a:pt x="2763945" y="198143"/>
                  <a:pt x="2759108" y="203948"/>
                  <a:pt x="2752458" y="205071"/>
                </a:cubicBezTo>
                <a:cubicBezTo>
                  <a:pt x="2744908" y="205071"/>
                  <a:pt x="2738787" y="198951"/>
                  <a:pt x="2738787" y="191401"/>
                </a:cubicBezTo>
                <a:close/>
                <a:moveTo>
                  <a:pt x="2066623" y="186844"/>
                </a:moveTo>
                <a:cubicBezTo>
                  <a:pt x="2075431" y="186844"/>
                  <a:pt x="2082572" y="193984"/>
                  <a:pt x="2082572" y="202794"/>
                </a:cubicBezTo>
                <a:cubicBezTo>
                  <a:pt x="2085199" y="206387"/>
                  <a:pt x="2086205" y="210913"/>
                  <a:pt x="2085347" y="215281"/>
                </a:cubicBezTo>
                <a:cubicBezTo>
                  <a:pt x="2083650" y="223924"/>
                  <a:pt x="2075266" y="229555"/>
                  <a:pt x="2066623" y="227857"/>
                </a:cubicBezTo>
                <a:cubicBezTo>
                  <a:pt x="2062255" y="228715"/>
                  <a:pt x="2057728" y="227709"/>
                  <a:pt x="2054136" y="225083"/>
                </a:cubicBezTo>
                <a:cubicBezTo>
                  <a:pt x="2047025" y="219885"/>
                  <a:pt x="2045474" y="209905"/>
                  <a:pt x="2050673" y="202794"/>
                </a:cubicBezTo>
                <a:cubicBezTo>
                  <a:pt x="2050673" y="193984"/>
                  <a:pt x="2057814" y="186844"/>
                  <a:pt x="2066623" y="186844"/>
                </a:cubicBezTo>
                <a:close/>
                <a:moveTo>
                  <a:pt x="2340046" y="143552"/>
                </a:moveTo>
                <a:cubicBezTo>
                  <a:pt x="2356405" y="143552"/>
                  <a:pt x="2369667" y="156814"/>
                  <a:pt x="2369667" y="173172"/>
                </a:cubicBezTo>
                <a:cubicBezTo>
                  <a:pt x="2369667" y="189532"/>
                  <a:pt x="2356405" y="202794"/>
                  <a:pt x="2340046" y="202794"/>
                </a:cubicBezTo>
                <a:cubicBezTo>
                  <a:pt x="2323687" y="202794"/>
                  <a:pt x="2310425" y="189532"/>
                  <a:pt x="2310425" y="173172"/>
                </a:cubicBezTo>
                <a:cubicBezTo>
                  <a:pt x="2310425" y="156814"/>
                  <a:pt x="2323687" y="143552"/>
                  <a:pt x="2340046" y="143552"/>
                </a:cubicBezTo>
                <a:close/>
                <a:moveTo>
                  <a:pt x="2479103" y="132091"/>
                </a:moveTo>
                <a:cubicBezTo>
                  <a:pt x="2500495" y="132129"/>
                  <a:pt x="2517807" y="149500"/>
                  <a:pt x="2517771" y="170893"/>
                </a:cubicBezTo>
                <a:cubicBezTo>
                  <a:pt x="2517771" y="193544"/>
                  <a:pt x="2499408" y="211907"/>
                  <a:pt x="2476757" y="211907"/>
                </a:cubicBezTo>
                <a:cubicBezTo>
                  <a:pt x="2455000" y="210696"/>
                  <a:pt x="2437988" y="192684"/>
                  <a:pt x="2438022" y="170893"/>
                </a:cubicBezTo>
                <a:cubicBezTo>
                  <a:pt x="2438022" y="149500"/>
                  <a:pt x="2455364" y="132159"/>
                  <a:pt x="2476757" y="132159"/>
                </a:cubicBezTo>
                <a:cubicBezTo>
                  <a:pt x="2477538" y="132113"/>
                  <a:pt x="2478320" y="132090"/>
                  <a:pt x="2479103" y="132091"/>
                </a:cubicBezTo>
                <a:close/>
                <a:moveTo>
                  <a:pt x="1837188" y="106583"/>
                </a:moveTo>
                <a:cubicBezTo>
                  <a:pt x="1842435" y="106470"/>
                  <a:pt x="1847725" y="108358"/>
                  <a:pt x="1851814" y="112275"/>
                </a:cubicBezTo>
                <a:cubicBezTo>
                  <a:pt x="1859994" y="120109"/>
                  <a:pt x="1860274" y="133090"/>
                  <a:pt x="1852441" y="141269"/>
                </a:cubicBezTo>
                <a:cubicBezTo>
                  <a:pt x="1852420" y="144384"/>
                  <a:pt x="1851689" y="147452"/>
                  <a:pt x="1850305" y="150242"/>
                </a:cubicBezTo>
                <a:cubicBezTo>
                  <a:pt x="1845271" y="160388"/>
                  <a:pt x="1832966" y="164532"/>
                  <a:pt x="1822820" y="159498"/>
                </a:cubicBezTo>
                <a:cubicBezTo>
                  <a:pt x="1819971" y="153756"/>
                  <a:pt x="1819971" y="147012"/>
                  <a:pt x="1822820" y="141269"/>
                </a:cubicBezTo>
                <a:cubicBezTo>
                  <a:pt x="1815225" y="133339"/>
                  <a:pt x="1815225" y="120833"/>
                  <a:pt x="1822820" y="112902"/>
                </a:cubicBezTo>
                <a:cubicBezTo>
                  <a:pt x="1826737" y="108812"/>
                  <a:pt x="1831941" y="106697"/>
                  <a:pt x="1837188" y="106583"/>
                </a:cubicBezTo>
                <a:close/>
                <a:moveTo>
                  <a:pt x="1966368" y="88863"/>
                </a:moveTo>
                <a:cubicBezTo>
                  <a:pt x="1977693" y="88863"/>
                  <a:pt x="1986875" y="98044"/>
                  <a:pt x="1986875" y="109370"/>
                </a:cubicBezTo>
                <a:cubicBezTo>
                  <a:pt x="1986875" y="120695"/>
                  <a:pt x="1977693" y="129876"/>
                  <a:pt x="1966368" y="129876"/>
                </a:cubicBezTo>
                <a:cubicBezTo>
                  <a:pt x="1955042" y="129876"/>
                  <a:pt x="1945861" y="120695"/>
                  <a:pt x="1945861" y="109370"/>
                </a:cubicBezTo>
                <a:cubicBezTo>
                  <a:pt x="1945861" y="98044"/>
                  <a:pt x="1955042" y="88863"/>
                  <a:pt x="1966368" y="88863"/>
                </a:cubicBezTo>
                <a:close/>
                <a:moveTo>
                  <a:pt x="2786636" y="84305"/>
                </a:moveTo>
                <a:cubicBezTo>
                  <a:pt x="2789078" y="88535"/>
                  <a:pt x="2789078" y="93746"/>
                  <a:pt x="2786636" y="97976"/>
                </a:cubicBezTo>
                <a:cubicBezTo>
                  <a:pt x="2782406" y="100418"/>
                  <a:pt x="2777195" y="100418"/>
                  <a:pt x="2772965" y="97976"/>
                </a:cubicBezTo>
                <a:cubicBezTo>
                  <a:pt x="2772965" y="90426"/>
                  <a:pt x="2779086" y="84305"/>
                  <a:pt x="2786636" y="84305"/>
                </a:cubicBezTo>
                <a:close/>
                <a:moveTo>
                  <a:pt x="2374223" y="31899"/>
                </a:moveTo>
                <a:cubicBezTo>
                  <a:pt x="2390582" y="31899"/>
                  <a:pt x="2403844" y="45161"/>
                  <a:pt x="2403844" y="61520"/>
                </a:cubicBezTo>
                <a:cubicBezTo>
                  <a:pt x="2403905" y="62308"/>
                  <a:pt x="2403934" y="63097"/>
                  <a:pt x="2403931" y="63886"/>
                </a:cubicBezTo>
                <a:cubicBezTo>
                  <a:pt x="2403883" y="80246"/>
                  <a:pt x="2390582" y="93468"/>
                  <a:pt x="2374223" y="93420"/>
                </a:cubicBezTo>
                <a:cubicBezTo>
                  <a:pt x="2373433" y="93423"/>
                  <a:pt x="2372644" y="93392"/>
                  <a:pt x="2371857" y="93333"/>
                </a:cubicBezTo>
                <a:cubicBezTo>
                  <a:pt x="2355546" y="92073"/>
                  <a:pt x="2343344" y="77830"/>
                  <a:pt x="2344602" y="61520"/>
                </a:cubicBezTo>
                <a:cubicBezTo>
                  <a:pt x="2344602" y="45161"/>
                  <a:pt x="2357864" y="31899"/>
                  <a:pt x="2374223" y="31899"/>
                </a:cubicBezTo>
                <a:close/>
                <a:moveTo>
                  <a:pt x="2508965" y="22575"/>
                </a:moveTo>
                <a:cubicBezTo>
                  <a:pt x="2531589" y="21460"/>
                  <a:pt x="2550833" y="38896"/>
                  <a:pt x="2551948" y="61519"/>
                </a:cubicBezTo>
                <a:cubicBezTo>
                  <a:pt x="2551958" y="63127"/>
                  <a:pt x="2551873" y="64734"/>
                  <a:pt x="2551695" y="66331"/>
                </a:cubicBezTo>
                <a:cubicBezTo>
                  <a:pt x="2549177" y="88842"/>
                  <a:pt x="2528888" y="105050"/>
                  <a:pt x="2506378" y="102533"/>
                </a:cubicBezTo>
                <a:cubicBezTo>
                  <a:pt x="2483726" y="102533"/>
                  <a:pt x="2465364" y="84170"/>
                  <a:pt x="2465364" y="61519"/>
                </a:cubicBezTo>
                <a:cubicBezTo>
                  <a:pt x="2466575" y="39763"/>
                  <a:pt x="2484587" y="22751"/>
                  <a:pt x="2506378" y="22784"/>
                </a:cubicBezTo>
                <a:cubicBezTo>
                  <a:pt x="2507238" y="22687"/>
                  <a:pt x="2508101" y="22617"/>
                  <a:pt x="2508965" y="22575"/>
                </a:cubicBezTo>
                <a:close/>
                <a:moveTo>
                  <a:pt x="1863834" y="0"/>
                </a:moveTo>
                <a:cubicBezTo>
                  <a:pt x="1875159" y="0"/>
                  <a:pt x="1884340" y="9181"/>
                  <a:pt x="1884340" y="20507"/>
                </a:cubicBezTo>
                <a:cubicBezTo>
                  <a:pt x="1883175" y="30934"/>
                  <a:pt x="1874326" y="38800"/>
                  <a:pt x="1863834" y="38735"/>
                </a:cubicBezTo>
                <a:cubicBezTo>
                  <a:pt x="1854221" y="37715"/>
                  <a:pt x="1846626" y="30120"/>
                  <a:pt x="1845605" y="20507"/>
                </a:cubicBezTo>
                <a:cubicBezTo>
                  <a:pt x="1845540" y="10014"/>
                  <a:pt x="1853406" y="1166"/>
                  <a:pt x="1863834" y="0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15000"/>
                </a:srgbClr>
              </a:gs>
              <a:gs pos="12000">
                <a:srgbClr val="FFFFFF">
                  <a:alpha val="50000"/>
                </a:srgbClr>
              </a:gs>
            </a:gsLst>
            <a:lin ang="0" scaled="0"/>
          </a:gradFill>
          <a:ln w="247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236970" y="2581275"/>
            <a:ext cx="5446395" cy="1840230"/>
          </a:xfrm>
        </p:spPr>
        <p:txBody>
          <a:bodyPr wrap="square" anchor="t">
            <a:normAutofit/>
          </a:bodyPr>
          <a:lstStyle>
            <a:lvl1pPr algn="l">
              <a:defRPr sz="5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2370015" y="2683909"/>
            <a:ext cx="2612572" cy="153217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9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80000">
                <a:schemeClr val="accent1">
                  <a:lumMod val="90000"/>
                </a:schemeClr>
              </a:gs>
              <a:gs pos="0">
                <a:schemeClr val="accent1">
                  <a:lumMod val="75000"/>
                  <a:lumOff val="2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16" name="任意多边形: 形状 15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57238" y="2779780"/>
            <a:ext cx="11677525" cy="4078220"/>
          </a:xfrm>
          <a:custGeom>
            <a:avLst/>
            <a:gdLst>
              <a:gd name="connsiteX0" fmla="*/ 10520190 w 11677525"/>
              <a:gd name="connsiteY0" fmla="*/ 4073636 h 4078220"/>
              <a:gd name="connsiteX1" fmla="*/ 10525135 w 11677525"/>
              <a:gd name="connsiteY1" fmla="*/ 4074729 h 4078220"/>
              <a:gd name="connsiteX2" fmla="*/ 10526748 w 11677525"/>
              <a:gd name="connsiteY2" fmla="*/ 4078009 h 4078220"/>
              <a:gd name="connsiteX3" fmla="*/ 10521856 w 11677525"/>
              <a:gd name="connsiteY3" fmla="*/ 4076759 h 4078220"/>
              <a:gd name="connsiteX4" fmla="*/ 10520190 w 11677525"/>
              <a:gd name="connsiteY4" fmla="*/ 4073636 h 4078220"/>
              <a:gd name="connsiteX5" fmla="*/ 2571572 w 11677525"/>
              <a:gd name="connsiteY5" fmla="*/ 4045830 h 4078220"/>
              <a:gd name="connsiteX6" fmla="*/ 2574545 w 11677525"/>
              <a:gd name="connsiteY6" fmla="*/ 4047080 h 4078220"/>
              <a:gd name="connsiteX7" fmla="*/ 2571266 w 11677525"/>
              <a:gd name="connsiteY7" fmla="*/ 4050231 h 4078220"/>
              <a:gd name="connsiteX8" fmla="*/ 2567960 w 11677525"/>
              <a:gd name="connsiteY8" fmla="*/ 4049085 h 4078220"/>
              <a:gd name="connsiteX9" fmla="*/ 2571572 w 11677525"/>
              <a:gd name="connsiteY9" fmla="*/ 4045830 h 4078220"/>
              <a:gd name="connsiteX10" fmla="*/ 7392367 w 11677525"/>
              <a:gd name="connsiteY10" fmla="*/ 4018810 h 4078220"/>
              <a:gd name="connsiteX11" fmla="*/ 7407709 w 11677525"/>
              <a:gd name="connsiteY11" fmla="*/ 4028570 h 4078220"/>
              <a:gd name="connsiteX12" fmla="*/ 7403818 w 11677525"/>
              <a:gd name="connsiteY12" fmla="*/ 4053589 h 4078220"/>
              <a:gd name="connsiteX13" fmla="*/ 7371808 w 11677525"/>
              <a:gd name="connsiteY13" fmla="*/ 4044373 h 4078220"/>
              <a:gd name="connsiteX14" fmla="*/ 7375587 w 11677525"/>
              <a:gd name="connsiteY14" fmla="*/ 4019380 h 4078220"/>
              <a:gd name="connsiteX15" fmla="*/ 7392367 w 11677525"/>
              <a:gd name="connsiteY15" fmla="*/ 4018810 h 4078220"/>
              <a:gd name="connsiteX16" fmla="*/ 8783697 w 11677525"/>
              <a:gd name="connsiteY16" fmla="*/ 4001703 h 4078220"/>
              <a:gd name="connsiteX17" fmla="*/ 8787809 w 11677525"/>
              <a:gd name="connsiteY17" fmla="*/ 4002771 h 4078220"/>
              <a:gd name="connsiteX18" fmla="*/ 8788282 w 11677525"/>
              <a:gd name="connsiteY18" fmla="*/ 4005790 h 4078220"/>
              <a:gd name="connsiteX19" fmla="*/ 8783893 w 11677525"/>
              <a:gd name="connsiteY19" fmla="*/ 4004671 h 4078220"/>
              <a:gd name="connsiteX20" fmla="*/ 8783697 w 11677525"/>
              <a:gd name="connsiteY20" fmla="*/ 4001703 h 4078220"/>
              <a:gd name="connsiteX21" fmla="*/ 159702 w 11677525"/>
              <a:gd name="connsiteY21" fmla="*/ 3994882 h 4078220"/>
              <a:gd name="connsiteX22" fmla="*/ 162398 w 11677525"/>
              <a:gd name="connsiteY22" fmla="*/ 3995845 h 4078220"/>
              <a:gd name="connsiteX23" fmla="*/ 157367 w 11677525"/>
              <a:gd name="connsiteY23" fmla="*/ 3999047 h 4078220"/>
              <a:gd name="connsiteX24" fmla="*/ 155005 w 11677525"/>
              <a:gd name="connsiteY24" fmla="*/ 3997823 h 4078220"/>
              <a:gd name="connsiteX25" fmla="*/ 159702 w 11677525"/>
              <a:gd name="connsiteY25" fmla="*/ 3994882 h 4078220"/>
              <a:gd name="connsiteX26" fmla="*/ 9784014 w 11677525"/>
              <a:gd name="connsiteY26" fmla="*/ 3984546 h 4078220"/>
              <a:gd name="connsiteX27" fmla="*/ 9788598 w 11677525"/>
              <a:gd name="connsiteY27" fmla="*/ 3985691 h 4078220"/>
              <a:gd name="connsiteX28" fmla="*/ 9789404 w 11677525"/>
              <a:gd name="connsiteY28" fmla="*/ 3988737 h 4078220"/>
              <a:gd name="connsiteX29" fmla="*/ 9785292 w 11677525"/>
              <a:gd name="connsiteY29" fmla="*/ 3987671 h 4078220"/>
              <a:gd name="connsiteX30" fmla="*/ 9784014 w 11677525"/>
              <a:gd name="connsiteY30" fmla="*/ 3984546 h 4078220"/>
              <a:gd name="connsiteX31" fmla="*/ 2269282 w 11677525"/>
              <a:gd name="connsiteY31" fmla="*/ 3962001 h 4078220"/>
              <a:gd name="connsiteX32" fmla="*/ 2272061 w 11677525"/>
              <a:gd name="connsiteY32" fmla="*/ 3963121 h 4078220"/>
              <a:gd name="connsiteX33" fmla="*/ 2268588 w 11677525"/>
              <a:gd name="connsiteY33" fmla="*/ 3966166 h 4078220"/>
              <a:gd name="connsiteX34" fmla="*/ 2265642 w 11677525"/>
              <a:gd name="connsiteY34" fmla="*/ 3965073 h 4078220"/>
              <a:gd name="connsiteX35" fmla="*/ 2269282 w 11677525"/>
              <a:gd name="connsiteY35" fmla="*/ 3962001 h 4078220"/>
              <a:gd name="connsiteX36" fmla="*/ 7720495 w 11677525"/>
              <a:gd name="connsiteY36" fmla="*/ 3934135 h 4078220"/>
              <a:gd name="connsiteX37" fmla="*/ 7736174 w 11677525"/>
              <a:gd name="connsiteY37" fmla="*/ 3943569 h 4078220"/>
              <a:gd name="connsiteX38" fmla="*/ 7734367 w 11677525"/>
              <a:gd name="connsiteY38" fmla="*/ 3967833 h 4078220"/>
              <a:gd name="connsiteX39" fmla="*/ 7702107 w 11677525"/>
              <a:gd name="connsiteY39" fmla="*/ 3958876 h 4078220"/>
              <a:gd name="connsiteX40" fmla="*/ 7704024 w 11677525"/>
              <a:gd name="connsiteY40" fmla="*/ 3934638 h 4078220"/>
              <a:gd name="connsiteX41" fmla="*/ 7720495 w 11677525"/>
              <a:gd name="connsiteY41" fmla="*/ 3934135 h 4078220"/>
              <a:gd name="connsiteX42" fmla="*/ 4842987 w 11677525"/>
              <a:gd name="connsiteY42" fmla="*/ 3918371 h 4078220"/>
              <a:gd name="connsiteX43" fmla="*/ 4861740 w 11677525"/>
              <a:gd name="connsiteY43" fmla="*/ 3935395 h 4078220"/>
              <a:gd name="connsiteX44" fmla="*/ 4833452 w 11677525"/>
              <a:gd name="connsiteY44" fmla="*/ 3979340 h 4078220"/>
              <a:gd name="connsiteX45" fmla="*/ 4784215 w 11677525"/>
              <a:gd name="connsiteY45" fmla="*/ 3963068 h 4078220"/>
              <a:gd name="connsiteX46" fmla="*/ 4812668 w 11677525"/>
              <a:gd name="connsiteY46" fmla="*/ 3919331 h 4078220"/>
              <a:gd name="connsiteX47" fmla="*/ 4842987 w 11677525"/>
              <a:gd name="connsiteY47" fmla="*/ 3918371 h 4078220"/>
              <a:gd name="connsiteX48" fmla="*/ 4480807 w 11677525"/>
              <a:gd name="connsiteY48" fmla="*/ 3907137 h 4078220"/>
              <a:gd name="connsiteX49" fmla="*/ 4498374 w 11677525"/>
              <a:gd name="connsiteY49" fmla="*/ 3924070 h 4078220"/>
              <a:gd name="connsiteX50" fmla="*/ 4466948 w 11677525"/>
              <a:gd name="connsiteY50" fmla="*/ 3967885 h 4078220"/>
              <a:gd name="connsiteX51" fmla="*/ 4418794 w 11677525"/>
              <a:gd name="connsiteY51" fmla="*/ 3951639 h 4078220"/>
              <a:gd name="connsiteX52" fmla="*/ 4450526 w 11677525"/>
              <a:gd name="connsiteY52" fmla="*/ 3908032 h 4078220"/>
              <a:gd name="connsiteX53" fmla="*/ 4480807 w 11677525"/>
              <a:gd name="connsiteY53" fmla="*/ 3907137 h 4078220"/>
              <a:gd name="connsiteX54" fmla="*/ 5574804 w 11677525"/>
              <a:gd name="connsiteY54" fmla="*/ 3903732 h 4078220"/>
              <a:gd name="connsiteX55" fmla="*/ 5596026 w 11677525"/>
              <a:gd name="connsiteY55" fmla="*/ 3920606 h 4078220"/>
              <a:gd name="connsiteX56" fmla="*/ 5573963 w 11677525"/>
              <a:gd name="connsiteY56" fmla="*/ 3964422 h 4078220"/>
              <a:gd name="connsiteX57" fmla="*/ 5522447 w 11677525"/>
              <a:gd name="connsiteY57" fmla="*/ 3948124 h 4078220"/>
              <a:gd name="connsiteX58" fmla="*/ 5544704 w 11677525"/>
              <a:gd name="connsiteY58" fmla="*/ 3904726 h 4078220"/>
              <a:gd name="connsiteX59" fmla="*/ 5574804 w 11677525"/>
              <a:gd name="connsiteY59" fmla="*/ 3903732 h 4078220"/>
              <a:gd name="connsiteX60" fmla="*/ 5196132 w 11677525"/>
              <a:gd name="connsiteY60" fmla="*/ 3896146 h 4078220"/>
              <a:gd name="connsiteX61" fmla="*/ 5250695 w 11677525"/>
              <a:gd name="connsiteY61" fmla="*/ 3926204 h 4078220"/>
              <a:gd name="connsiteX62" fmla="*/ 5211016 w 11677525"/>
              <a:gd name="connsiteY62" fmla="*/ 3996053 h 4078220"/>
              <a:gd name="connsiteX63" fmla="*/ 5130713 w 11677525"/>
              <a:gd name="connsiteY63" fmla="*/ 3970045 h 4078220"/>
              <a:gd name="connsiteX64" fmla="*/ 5171448 w 11677525"/>
              <a:gd name="connsiteY64" fmla="*/ 3900872 h 4078220"/>
              <a:gd name="connsiteX65" fmla="*/ 5196132 w 11677525"/>
              <a:gd name="connsiteY65" fmla="*/ 3896146 h 4078220"/>
              <a:gd name="connsiteX66" fmla="*/ 9044862 w 11677525"/>
              <a:gd name="connsiteY66" fmla="*/ 3876583 h 4078220"/>
              <a:gd name="connsiteX67" fmla="*/ 9053282 w 11677525"/>
              <a:gd name="connsiteY67" fmla="*/ 3878795 h 4078220"/>
              <a:gd name="connsiteX68" fmla="*/ 9054311 w 11677525"/>
              <a:gd name="connsiteY68" fmla="*/ 3884758 h 4078220"/>
              <a:gd name="connsiteX69" fmla="*/ 9046059 w 11677525"/>
              <a:gd name="connsiteY69" fmla="*/ 3882519 h 4078220"/>
              <a:gd name="connsiteX70" fmla="*/ 9044862 w 11677525"/>
              <a:gd name="connsiteY70" fmla="*/ 3876583 h 4078220"/>
              <a:gd name="connsiteX71" fmla="*/ 1988945 w 11677525"/>
              <a:gd name="connsiteY71" fmla="*/ 3869710 h 4078220"/>
              <a:gd name="connsiteX72" fmla="*/ 1992001 w 11677525"/>
              <a:gd name="connsiteY72" fmla="*/ 3870724 h 4078220"/>
              <a:gd name="connsiteX73" fmla="*/ 1988527 w 11677525"/>
              <a:gd name="connsiteY73" fmla="*/ 3873692 h 4078220"/>
              <a:gd name="connsiteX74" fmla="*/ 1985499 w 11677525"/>
              <a:gd name="connsiteY74" fmla="*/ 3872599 h 4078220"/>
              <a:gd name="connsiteX75" fmla="*/ 1988945 w 11677525"/>
              <a:gd name="connsiteY75" fmla="*/ 3869710 h 4078220"/>
              <a:gd name="connsiteX76" fmla="*/ 4115230 w 11677525"/>
              <a:gd name="connsiteY76" fmla="*/ 3868437 h 4078220"/>
              <a:gd name="connsiteX77" fmla="*/ 4158017 w 11677525"/>
              <a:gd name="connsiteY77" fmla="*/ 3894885 h 4078220"/>
              <a:gd name="connsiteX78" fmla="*/ 4109612 w 11677525"/>
              <a:gd name="connsiteY78" fmla="*/ 3956326 h 4078220"/>
              <a:gd name="connsiteX79" fmla="*/ 4043703 w 11677525"/>
              <a:gd name="connsiteY79" fmla="*/ 3933467 h 4078220"/>
              <a:gd name="connsiteX80" fmla="*/ 4092635 w 11677525"/>
              <a:gd name="connsiteY80" fmla="*/ 3872573 h 4078220"/>
              <a:gd name="connsiteX81" fmla="*/ 4115230 w 11677525"/>
              <a:gd name="connsiteY81" fmla="*/ 3868437 h 4078220"/>
              <a:gd name="connsiteX82" fmla="*/ 3762334 w 11677525"/>
              <a:gd name="connsiteY82" fmla="*/ 3868046 h 4078220"/>
              <a:gd name="connsiteX83" fmla="*/ 3767449 w 11677525"/>
              <a:gd name="connsiteY83" fmla="*/ 3873848 h 4078220"/>
              <a:gd name="connsiteX84" fmla="*/ 3754696 w 11677525"/>
              <a:gd name="connsiteY84" fmla="*/ 3888453 h 4078220"/>
              <a:gd name="connsiteX85" fmla="*/ 3738996 w 11677525"/>
              <a:gd name="connsiteY85" fmla="*/ 3883091 h 4078220"/>
              <a:gd name="connsiteX86" fmla="*/ 3752111 w 11677525"/>
              <a:gd name="connsiteY86" fmla="*/ 3868355 h 4078220"/>
              <a:gd name="connsiteX87" fmla="*/ 3762334 w 11677525"/>
              <a:gd name="connsiteY87" fmla="*/ 3868046 h 4078220"/>
              <a:gd name="connsiteX88" fmla="*/ 5922202 w 11677525"/>
              <a:gd name="connsiteY88" fmla="*/ 3859611 h 4078220"/>
              <a:gd name="connsiteX89" fmla="*/ 5978062 w 11677525"/>
              <a:gd name="connsiteY89" fmla="*/ 3887934 h 4078220"/>
              <a:gd name="connsiteX90" fmla="*/ 5949832 w 11677525"/>
              <a:gd name="connsiteY90" fmla="*/ 3953696 h 4078220"/>
              <a:gd name="connsiteX91" fmla="*/ 5870418 w 11677525"/>
              <a:gd name="connsiteY91" fmla="*/ 3929224 h 4078220"/>
              <a:gd name="connsiteX92" fmla="*/ 5899511 w 11677525"/>
              <a:gd name="connsiteY92" fmla="*/ 3864060 h 4078220"/>
              <a:gd name="connsiteX93" fmla="*/ 5922202 w 11677525"/>
              <a:gd name="connsiteY93" fmla="*/ 3859611 h 4078220"/>
              <a:gd name="connsiteX94" fmla="*/ 4958 w 11677525"/>
              <a:gd name="connsiteY94" fmla="*/ 3848673 h 4078220"/>
              <a:gd name="connsiteX95" fmla="*/ 7126 w 11677525"/>
              <a:gd name="connsiteY95" fmla="*/ 3849767 h 4078220"/>
              <a:gd name="connsiteX96" fmla="*/ 2568 w 11677525"/>
              <a:gd name="connsiteY96" fmla="*/ 3852735 h 4078220"/>
              <a:gd name="connsiteX97" fmla="*/ 177 w 11677525"/>
              <a:gd name="connsiteY97" fmla="*/ 3851564 h 4078220"/>
              <a:gd name="connsiteX98" fmla="*/ 4958 w 11677525"/>
              <a:gd name="connsiteY98" fmla="*/ 3848673 h 4078220"/>
              <a:gd name="connsiteX99" fmla="*/ 8029648 w 11677525"/>
              <a:gd name="connsiteY99" fmla="*/ 3840176 h 4078220"/>
              <a:gd name="connsiteX100" fmla="*/ 8046716 w 11677525"/>
              <a:gd name="connsiteY100" fmla="*/ 3849819 h 4078220"/>
              <a:gd name="connsiteX101" fmla="*/ 8046299 w 11677525"/>
              <a:gd name="connsiteY101" fmla="*/ 3874707 h 4078220"/>
              <a:gd name="connsiteX102" fmla="*/ 8011954 w 11677525"/>
              <a:gd name="connsiteY102" fmla="*/ 3865413 h 4078220"/>
              <a:gd name="connsiteX103" fmla="*/ 8012538 w 11677525"/>
              <a:gd name="connsiteY103" fmla="*/ 3840707 h 4078220"/>
              <a:gd name="connsiteX104" fmla="*/ 8029648 w 11677525"/>
              <a:gd name="connsiteY104" fmla="*/ 3840176 h 4078220"/>
              <a:gd name="connsiteX105" fmla="*/ 9989078 w 11677525"/>
              <a:gd name="connsiteY105" fmla="*/ 3838260 h 4078220"/>
              <a:gd name="connsiteX106" fmla="*/ 9993328 w 11677525"/>
              <a:gd name="connsiteY106" fmla="*/ 3839353 h 4078220"/>
              <a:gd name="connsiteX107" fmla="*/ 9994247 w 11677525"/>
              <a:gd name="connsiteY107" fmla="*/ 3842192 h 4078220"/>
              <a:gd name="connsiteX108" fmla="*/ 9989968 w 11677525"/>
              <a:gd name="connsiteY108" fmla="*/ 3841124 h 4078220"/>
              <a:gd name="connsiteX109" fmla="*/ 9989078 w 11677525"/>
              <a:gd name="connsiteY109" fmla="*/ 3838260 h 4078220"/>
              <a:gd name="connsiteX110" fmla="*/ 6277016 w 11677525"/>
              <a:gd name="connsiteY110" fmla="*/ 3816097 h 4078220"/>
              <a:gd name="connsiteX111" fmla="*/ 6342345 w 11677525"/>
              <a:gd name="connsiteY111" fmla="*/ 3847711 h 4078220"/>
              <a:gd name="connsiteX112" fmla="*/ 6315809 w 11677525"/>
              <a:gd name="connsiteY112" fmla="*/ 3921414 h 4078220"/>
              <a:gd name="connsiteX113" fmla="*/ 6223919 w 11677525"/>
              <a:gd name="connsiteY113" fmla="*/ 3894052 h 4078220"/>
              <a:gd name="connsiteX114" fmla="*/ 6251678 w 11677525"/>
              <a:gd name="connsiteY114" fmla="*/ 3821052 h 4078220"/>
              <a:gd name="connsiteX115" fmla="*/ 6277016 w 11677525"/>
              <a:gd name="connsiteY115" fmla="*/ 3816097 h 4078220"/>
              <a:gd name="connsiteX116" fmla="*/ 3440493 w 11677525"/>
              <a:gd name="connsiteY116" fmla="*/ 3808041 h 4078220"/>
              <a:gd name="connsiteX117" fmla="*/ 3451295 w 11677525"/>
              <a:gd name="connsiteY117" fmla="*/ 3820973 h 4078220"/>
              <a:gd name="connsiteX118" fmla="*/ 3419979 w 11677525"/>
              <a:gd name="connsiteY118" fmla="*/ 3854245 h 4078220"/>
              <a:gd name="connsiteX119" fmla="*/ 3385469 w 11677525"/>
              <a:gd name="connsiteY119" fmla="*/ 3841932 h 4078220"/>
              <a:gd name="connsiteX120" fmla="*/ 3416728 w 11677525"/>
              <a:gd name="connsiteY120" fmla="*/ 3808816 h 4078220"/>
              <a:gd name="connsiteX121" fmla="*/ 3440493 w 11677525"/>
              <a:gd name="connsiteY121" fmla="*/ 3808041 h 4078220"/>
              <a:gd name="connsiteX122" fmla="*/ 6643502 w 11677525"/>
              <a:gd name="connsiteY122" fmla="*/ 3788339 h 4078220"/>
              <a:gd name="connsiteX123" fmla="*/ 6670864 w 11677525"/>
              <a:gd name="connsiteY123" fmla="*/ 3806680 h 4078220"/>
              <a:gd name="connsiteX124" fmla="*/ 6656749 w 11677525"/>
              <a:gd name="connsiteY124" fmla="*/ 3854349 h 4078220"/>
              <a:gd name="connsiteX125" fmla="*/ 6595619 w 11677525"/>
              <a:gd name="connsiteY125" fmla="*/ 3836646 h 4078220"/>
              <a:gd name="connsiteX126" fmla="*/ 6610179 w 11677525"/>
              <a:gd name="connsiteY126" fmla="*/ 3789368 h 4078220"/>
              <a:gd name="connsiteX127" fmla="*/ 6643502 w 11677525"/>
              <a:gd name="connsiteY127" fmla="*/ 3788339 h 4078220"/>
              <a:gd name="connsiteX128" fmla="*/ 3121875 w 11677525"/>
              <a:gd name="connsiteY128" fmla="*/ 3750860 h 4078220"/>
              <a:gd name="connsiteX129" fmla="*/ 3131749 w 11677525"/>
              <a:gd name="connsiteY129" fmla="*/ 3763490 h 4078220"/>
              <a:gd name="connsiteX130" fmla="*/ 3098766 w 11677525"/>
              <a:gd name="connsiteY130" fmla="*/ 3795954 h 4078220"/>
              <a:gd name="connsiteX131" fmla="*/ 3065200 w 11677525"/>
              <a:gd name="connsiteY131" fmla="*/ 3783979 h 4078220"/>
              <a:gd name="connsiteX132" fmla="*/ 3098433 w 11677525"/>
              <a:gd name="connsiteY132" fmla="*/ 3751566 h 4078220"/>
              <a:gd name="connsiteX133" fmla="*/ 3121875 w 11677525"/>
              <a:gd name="connsiteY133" fmla="*/ 3750860 h 4078220"/>
              <a:gd name="connsiteX134" fmla="*/ 9283827 w 11677525"/>
              <a:gd name="connsiteY134" fmla="*/ 3749639 h 4078220"/>
              <a:gd name="connsiteX135" fmla="*/ 9292108 w 11677525"/>
              <a:gd name="connsiteY135" fmla="*/ 3751697 h 4078220"/>
              <a:gd name="connsiteX136" fmla="*/ 9293582 w 11677525"/>
              <a:gd name="connsiteY136" fmla="*/ 3757371 h 4078220"/>
              <a:gd name="connsiteX137" fmla="*/ 9285052 w 11677525"/>
              <a:gd name="connsiteY137" fmla="*/ 3755210 h 4078220"/>
              <a:gd name="connsiteX138" fmla="*/ 9283827 w 11677525"/>
              <a:gd name="connsiteY138" fmla="*/ 3749639 h 4078220"/>
              <a:gd name="connsiteX139" fmla="*/ 8318020 w 11677525"/>
              <a:gd name="connsiteY139" fmla="*/ 3741071 h 4078220"/>
              <a:gd name="connsiteX140" fmla="*/ 8334112 w 11677525"/>
              <a:gd name="connsiteY140" fmla="*/ 3749822 h 4078220"/>
              <a:gd name="connsiteX141" fmla="*/ 8334862 w 11677525"/>
              <a:gd name="connsiteY141" fmla="*/ 3772238 h 4078220"/>
              <a:gd name="connsiteX142" fmla="*/ 8303046 w 11677525"/>
              <a:gd name="connsiteY142" fmla="*/ 3764011 h 4078220"/>
              <a:gd name="connsiteX143" fmla="*/ 8302408 w 11677525"/>
              <a:gd name="connsiteY143" fmla="*/ 3741596 h 4078220"/>
              <a:gd name="connsiteX144" fmla="*/ 8318020 w 11677525"/>
              <a:gd name="connsiteY144" fmla="*/ 3741071 h 4078220"/>
              <a:gd name="connsiteX145" fmla="*/ 6958549 w 11677525"/>
              <a:gd name="connsiteY145" fmla="*/ 3712911 h 4078220"/>
              <a:gd name="connsiteX146" fmla="*/ 7022671 w 11677525"/>
              <a:gd name="connsiteY146" fmla="*/ 3741387 h 4078220"/>
              <a:gd name="connsiteX147" fmla="*/ 7007416 w 11677525"/>
              <a:gd name="connsiteY147" fmla="*/ 3807669 h 4078220"/>
              <a:gd name="connsiteX148" fmla="*/ 6919777 w 11677525"/>
              <a:gd name="connsiteY148" fmla="*/ 3783016 h 4078220"/>
              <a:gd name="connsiteX149" fmla="*/ 6935838 w 11677525"/>
              <a:gd name="connsiteY149" fmla="*/ 3717383 h 4078220"/>
              <a:gd name="connsiteX150" fmla="*/ 6958549 w 11677525"/>
              <a:gd name="connsiteY150" fmla="*/ 3712911 h 4078220"/>
              <a:gd name="connsiteX151" fmla="*/ 2811044 w 11677525"/>
              <a:gd name="connsiteY151" fmla="*/ 3692602 h 4078220"/>
              <a:gd name="connsiteX152" fmla="*/ 2816594 w 11677525"/>
              <a:gd name="connsiteY152" fmla="*/ 3700071 h 4078220"/>
              <a:gd name="connsiteX153" fmla="*/ 2795476 w 11677525"/>
              <a:gd name="connsiteY153" fmla="*/ 3719310 h 4078220"/>
              <a:gd name="connsiteX154" fmla="*/ 2775998 w 11677525"/>
              <a:gd name="connsiteY154" fmla="*/ 3712203 h 4078220"/>
              <a:gd name="connsiteX155" fmla="*/ 2796949 w 11677525"/>
              <a:gd name="connsiteY155" fmla="*/ 3693041 h 4078220"/>
              <a:gd name="connsiteX156" fmla="*/ 2811044 w 11677525"/>
              <a:gd name="connsiteY156" fmla="*/ 3692602 h 4078220"/>
              <a:gd name="connsiteX157" fmla="*/ 10168745 w 11677525"/>
              <a:gd name="connsiteY157" fmla="*/ 3691402 h 4078220"/>
              <a:gd name="connsiteX158" fmla="*/ 10173165 w 11677525"/>
              <a:gd name="connsiteY158" fmla="*/ 3692495 h 4078220"/>
              <a:gd name="connsiteX159" fmla="*/ 10174331 w 11677525"/>
              <a:gd name="connsiteY159" fmla="*/ 3695124 h 4078220"/>
              <a:gd name="connsiteX160" fmla="*/ 10170164 w 11677525"/>
              <a:gd name="connsiteY160" fmla="*/ 3694187 h 4078220"/>
              <a:gd name="connsiteX161" fmla="*/ 10168745 w 11677525"/>
              <a:gd name="connsiteY161" fmla="*/ 3691402 h 4078220"/>
              <a:gd name="connsiteX162" fmla="*/ 7279096 w 11677525"/>
              <a:gd name="connsiteY162" fmla="*/ 3644994 h 4078220"/>
              <a:gd name="connsiteX163" fmla="*/ 7344022 w 11677525"/>
              <a:gd name="connsiteY163" fmla="*/ 3672683 h 4078220"/>
              <a:gd name="connsiteX164" fmla="*/ 7333435 w 11677525"/>
              <a:gd name="connsiteY164" fmla="*/ 3737222 h 4078220"/>
              <a:gd name="connsiteX165" fmla="*/ 7245186 w 11677525"/>
              <a:gd name="connsiteY165" fmla="*/ 3713192 h 4078220"/>
              <a:gd name="connsiteX166" fmla="*/ 7257050 w 11677525"/>
              <a:gd name="connsiteY166" fmla="*/ 3649304 h 4078220"/>
              <a:gd name="connsiteX167" fmla="*/ 7279096 w 11677525"/>
              <a:gd name="connsiteY167" fmla="*/ 3644994 h 4078220"/>
              <a:gd name="connsiteX168" fmla="*/ 576916 w 11677525"/>
              <a:gd name="connsiteY168" fmla="*/ 3635792 h 4078220"/>
              <a:gd name="connsiteX169" fmla="*/ 579335 w 11677525"/>
              <a:gd name="connsiteY169" fmla="*/ 3636755 h 4078220"/>
              <a:gd name="connsiteX170" fmla="*/ 575278 w 11677525"/>
              <a:gd name="connsiteY170" fmla="*/ 3639515 h 4078220"/>
              <a:gd name="connsiteX171" fmla="*/ 572776 w 11677525"/>
              <a:gd name="connsiteY171" fmla="*/ 3638474 h 4078220"/>
              <a:gd name="connsiteX172" fmla="*/ 576916 w 11677525"/>
              <a:gd name="connsiteY172" fmla="*/ 3635792 h 4078220"/>
              <a:gd name="connsiteX173" fmla="*/ 8584830 w 11677525"/>
              <a:gd name="connsiteY173" fmla="*/ 3635050 h 4078220"/>
              <a:gd name="connsiteX174" fmla="*/ 8601085 w 11677525"/>
              <a:gd name="connsiteY174" fmla="*/ 3643421 h 4078220"/>
              <a:gd name="connsiteX175" fmla="*/ 8603031 w 11677525"/>
              <a:gd name="connsiteY175" fmla="*/ 3664847 h 4078220"/>
              <a:gd name="connsiteX176" fmla="*/ 8571215 w 11677525"/>
              <a:gd name="connsiteY176" fmla="*/ 3656906 h 4078220"/>
              <a:gd name="connsiteX177" fmla="*/ 8569408 w 11677525"/>
              <a:gd name="connsiteY177" fmla="*/ 3635505 h 4078220"/>
              <a:gd name="connsiteX178" fmla="*/ 8584830 w 11677525"/>
              <a:gd name="connsiteY178" fmla="*/ 3635050 h 4078220"/>
              <a:gd name="connsiteX179" fmla="*/ 2513359 w 11677525"/>
              <a:gd name="connsiteY179" fmla="*/ 3627931 h 4078220"/>
              <a:gd name="connsiteX180" fmla="*/ 2515916 w 11677525"/>
              <a:gd name="connsiteY180" fmla="*/ 3628920 h 4078220"/>
              <a:gd name="connsiteX181" fmla="*/ 2512859 w 11677525"/>
              <a:gd name="connsiteY181" fmla="*/ 3631627 h 4078220"/>
              <a:gd name="connsiteX182" fmla="*/ 2510164 w 11677525"/>
              <a:gd name="connsiteY182" fmla="*/ 3630586 h 4078220"/>
              <a:gd name="connsiteX183" fmla="*/ 2513359 w 11677525"/>
              <a:gd name="connsiteY183" fmla="*/ 3627931 h 4078220"/>
              <a:gd name="connsiteX184" fmla="*/ 9497506 w 11677525"/>
              <a:gd name="connsiteY184" fmla="*/ 3619000 h 4078220"/>
              <a:gd name="connsiteX185" fmla="*/ 9507648 w 11677525"/>
              <a:gd name="connsiteY185" fmla="*/ 3621447 h 4078220"/>
              <a:gd name="connsiteX186" fmla="*/ 9509620 w 11677525"/>
              <a:gd name="connsiteY186" fmla="*/ 3628060 h 4078220"/>
              <a:gd name="connsiteX187" fmla="*/ 9499284 w 11677525"/>
              <a:gd name="connsiteY187" fmla="*/ 3625639 h 4078220"/>
              <a:gd name="connsiteX188" fmla="*/ 9497506 w 11677525"/>
              <a:gd name="connsiteY188" fmla="*/ 3619000 h 4078220"/>
              <a:gd name="connsiteX189" fmla="*/ 11551848 w 11677525"/>
              <a:gd name="connsiteY189" fmla="*/ 3618088 h 4078220"/>
              <a:gd name="connsiteX190" fmla="*/ 11556489 w 11677525"/>
              <a:gd name="connsiteY190" fmla="*/ 3619130 h 4078220"/>
              <a:gd name="connsiteX191" fmla="*/ 11558379 w 11677525"/>
              <a:gd name="connsiteY191" fmla="*/ 3621733 h 4078220"/>
              <a:gd name="connsiteX192" fmla="*/ 11553794 w 11677525"/>
              <a:gd name="connsiteY192" fmla="*/ 3620796 h 4078220"/>
              <a:gd name="connsiteX193" fmla="*/ 11551848 w 11677525"/>
              <a:gd name="connsiteY193" fmla="*/ 3618088 h 4078220"/>
              <a:gd name="connsiteX194" fmla="*/ 10945463 w 11677525"/>
              <a:gd name="connsiteY194" fmla="*/ 3587187 h 4078220"/>
              <a:gd name="connsiteX195" fmla="*/ 10950187 w 11677525"/>
              <a:gd name="connsiteY195" fmla="*/ 3588202 h 4078220"/>
              <a:gd name="connsiteX196" fmla="*/ 10951575 w 11677525"/>
              <a:gd name="connsiteY196" fmla="*/ 3590805 h 4078220"/>
              <a:gd name="connsiteX197" fmla="*/ 10946963 w 11677525"/>
              <a:gd name="connsiteY197" fmla="*/ 3589894 h 4078220"/>
              <a:gd name="connsiteX198" fmla="*/ 10945463 w 11677525"/>
              <a:gd name="connsiteY198" fmla="*/ 3587187 h 4078220"/>
              <a:gd name="connsiteX199" fmla="*/ 4903359 w 11677525"/>
              <a:gd name="connsiteY199" fmla="*/ 3582521 h 4078220"/>
              <a:gd name="connsiteX200" fmla="*/ 4953156 w 11677525"/>
              <a:gd name="connsiteY200" fmla="*/ 3608899 h 4078220"/>
              <a:gd name="connsiteX201" fmla="*/ 4911948 w 11677525"/>
              <a:gd name="connsiteY201" fmla="*/ 3670314 h 4078220"/>
              <a:gd name="connsiteX202" fmla="*/ 4838287 w 11677525"/>
              <a:gd name="connsiteY202" fmla="*/ 3647507 h 4078220"/>
              <a:gd name="connsiteX203" fmla="*/ 4879939 w 11677525"/>
              <a:gd name="connsiteY203" fmla="*/ 3586666 h 4078220"/>
              <a:gd name="connsiteX204" fmla="*/ 4903359 w 11677525"/>
              <a:gd name="connsiteY204" fmla="*/ 3582521 h 4078220"/>
              <a:gd name="connsiteX205" fmla="*/ 5245564 w 11677525"/>
              <a:gd name="connsiteY205" fmla="*/ 3578326 h 4078220"/>
              <a:gd name="connsiteX206" fmla="*/ 5300128 w 11677525"/>
              <a:gd name="connsiteY206" fmla="*/ 3606425 h 4078220"/>
              <a:gd name="connsiteX207" fmla="*/ 5261281 w 11677525"/>
              <a:gd name="connsiteY207" fmla="*/ 3671797 h 4078220"/>
              <a:gd name="connsiteX208" fmla="*/ 5180951 w 11677525"/>
              <a:gd name="connsiteY208" fmla="*/ 3647507 h 4078220"/>
              <a:gd name="connsiteX209" fmla="*/ 5220908 w 11677525"/>
              <a:gd name="connsiteY209" fmla="*/ 3582734 h 4078220"/>
              <a:gd name="connsiteX210" fmla="*/ 5245564 w 11677525"/>
              <a:gd name="connsiteY210" fmla="*/ 3578326 h 4078220"/>
              <a:gd name="connsiteX211" fmla="*/ 5587020 w 11677525"/>
              <a:gd name="connsiteY211" fmla="*/ 3567745 h 4078220"/>
              <a:gd name="connsiteX212" fmla="*/ 5641290 w 11677525"/>
              <a:gd name="connsiteY212" fmla="*/ 3594607 h 4078220"/>
              <a:gd name="connsiteX213" fmla="*/ 5608502 w 11677525"/>
              <a:gd name="connsiteY213" fmla="*/ 3656932 h 4078220"/>
              <a:gd name="connsiteX214" fmla="*/ 5530144 w 11677525"/>
              <a:gd name="connsiteY214" fmla="*/ 3633787 h 4078220"/>
              <a:gd name="connsiteX215" fmla="*/ 5563849 w 11677525"/>
              <a:gd name="connsiteY215" fmla="*/ 3571956 h 4078220"/>
              <a:gd name="connsiteX216" fmla="*/ 5587020 w 11677525"/>
              <a:gd name="connsiteY216" fmla="*/ 3567745 h 4078220"/>
              <a:gd name="connsiteX217" fmla="*/ 7582813 w 11677525"/>
              <a:gd name="connsiteY217" fmla="*/ 3566616 h 4078220"/>
              <a:gd name="connsiteX218" fmla="*/ 7651203 w 11677525"/>
              <a:gd name="connsiteY218" fmla="*/ 3594528 h 4078220"/>
              <a:gd name="connsiteX219" fmla="*/ 7644173 w 11677525"/>
              <a:gd name="connsiteY219" fmla="*/ 3659666 h 4078220"/>
              <a:gd name="connsiteX220" fmla="*/ 7552254 w 11677525"/>
              <a:gd name="connsiteY220" fmla="*/ 3635480 h 4078220"/>
              <a:gd name="connsiteX221" fmla="*/ 7560396 w 11677525"/>
              <a:gd name="connsiteY221" fmla="*/ 3570993 h 4078220"/>
              <a:gd name="connsiteX222" fmla="*/ 7582813 w 11677525"/>
              <a:gd name="connsiteY222" fmla="*/ 3566616 h 4078220"/>
              <a:gd name="connsiteX223" fmla="*/ 4566254 w 11677525"/>
              <a:gd name="connsiteY223" fmla="*/ 3566534 h 4078220"/>
              <a:gd name="connsiteX224" fmla="*/ 4620247 w 11677525"/>
              <a:gd name="connsiteY224" fmla="*/ 3596273 h 4078220"/>
              <a:gd name="connsiteX225" fmla="*/ 4568981 w 11677525"/>
              <a:gd name="connsiteY225" fmla="*/ 3665471 h 4078220"/>
              <a:gd name="connsiteX226" fmla="*/ 4487621 w 11677525"/>
              <a:gd name="connsiteY226" fmla="*/ 3639723 h 4078220"/>
              <a:gd name="connsiteX227" fmla="*/ 4539666 w 11677525"/>
              <a:gd name="connsiteY227" fmla="*/ 3571150 h 4078220"/>
              <a:gd name="connsiteX228" fmla="*/ 4566254 w 11677525"/>
              <a:gd name="connsiteY228" fmla="*/ 3566534 h 4078220"/>
              <a:gd name="connsiteX229" fmla="*/ 4234295 w 11677525"/>
              <a:gd name="connsiteY229" fmla="*/ 3545410 h 4078220"/>
              <a:gd name="connsiteX230" fmla="*/ 4285808 w 11677525"/>
              <a:gd name="connsiteY230" fmla="*/ 3574794 h 4078220"/>
              <a:gd name="connsiteX231" fmla="*/ 4230179 w 11677525"/>
              <a:gd name="connsiteY231" fmla="*/ 3643395 h 4078220"/>
              <a:gd name="connsiteX232" fmla="*/ 4151070 w 11677525"/>
              <a:gd name="connsiteY232" fmla="*/ 3617803 h 4078220"/>
              <a:gd name="connsiteX233" fmla="*/ 4207283 w 11677525"/>
              <a:gd name="connsiteY233" fmla="*/ 3550009 h 4078220"/>
              <a:gd name="connsiteX234" fmla="*/ 4234295 w 11677525"/>
              <a:gd name="connsiteY234" fmla="*/ 3545410 h 4078220"/>
              <a:gd name="connsiteX235" fmla="*/ 10324519 w 11677525"/>
              <a:gd name="connsiteY235" fmla="*/ 3545010 h 4078220"/>
              <a:gd name="connsiteX236" fmla="*/ 10328741 w 11677525"/>
              <a:gd name="connsiteY236" fmla="*/ 3545870 h 4078220"/>
              <a:gd name="connsiteX237" fmla="*/ 10330074 w 11677525"/>
              <a:gd name="connsiteY237" fmla="*/ 3548552 h 4078220"/>
              <a:gd name="connsiteX238" fmla="*/ 10325935 w 11677525"/>
              <a:gd name="connsiteY238" fmla="*/ 3547536 h 4078220"/>
              <a:gd name="connsiteX239" fmla="*/ 10324519 w 11677525"/>
              <a:gd name="connsiteY239" fmla="*/ 3545010 h 4078220"/>
              <a:gd name="connsiteX240" fmla="*/ 5925973 w 11677525"/>
              <a:gd name="connsiteY240" fmla="*/ 3544112 h 4078220"/>
              <a:gd name="connsiteX241" fmla="*/ 5981843 w 11677525"/>
              <a:gd name="connsiteY241" fmla="*/ 3570681 h 4078220"/>
              <a:gd name="connsiteX242" fmla="*/ 5953834 w 11677525"/>
              <a:gd name="connsiteY242" fmla="*/ 3632486 h 4078220"/>
              <a:gd name="connsiteX243" fmla="*/ 5874003 w 11677525"/>
              <a:gd name="connsiteY243" fmla="*/ 3609575 h 4078220"/>
              <a:gd name="connsiteX244" fmla="*/ 5903096 w 11677525"/>
              <a:gd name="connsiteY244" fmla="*/ 3548291 h 4078220"/>
              <a:gd name="connsiteX245" fmla="*/ 5925973 w 11677525"/>
              <a:gd name="connsiteY245" fmla="*/ 3544112 h 4078220"/>
              <a:gd name="connsiteX246" fmla="*/ 2264212 w 11677525"/>
              <a:gd name="connsiteY246" fmla="*/ 3534675 h 4078220"/>
              <a:gd name="connsiteX247" fmla="*/ 2268227 w 11677525"/>
              <a:gd name="connsiteY247" fmla="*/ 3540716 h 4078220"/>
              <a:gd name="connsiteX248" fmla="*/ 2248943 w 11677525"/>
              <a:gd name="connsiteY248" fmla="*/ 3556049 h 4078220"/>
              <a:gd name="connsiteX249" fmla="*/ 2233188 w 11677525"/>
              <a:gd name="connsiteY249" fmla="*/ 3550478 h 4078220"/>
              <a:gd name="connsiteX250" fmla="*/ 2252277 w 11677525"/>
              <a:gd name="connsiteY250" fmla="*/ 3535040 h 4078220"/>
              <a:gd name="connsiteX251" fmla="*/ 2264212 w 11677525"/>
              <a:gd name="connsiteY251" fmla="*/ 3534675 h 4078220"/>
              <a:gd name="connsiteX252" fmla="*/ 8829288 w 11677525"/>
              <a:gd name="connsiteY252" fmla="*/ 3524164 h 4078220"/>
              <a:gd name="connsiteX253" fmla="*/ 8845438 w 11677525"/>
              <a:gd name="connsiteY253" fmla="*/ 3532124 h 4078220"/>
              <a:gd name="connsiteX254" fmla="*/ 8848439 w 11677525"/>
              <a:gd name="connsiteY254" fmla="*/ 3552639 h 4078220"/>
              <a:gd name="connsiteX255" fmla="*/ 8817097 w 11677525"/>
              <a:gd name="connsiteY255" fmla="*/ 3545115 h 4078220"/>
              <a:gd name="connsiteX256" fmla="*/ 8814263 w 11677525"/>
              <a:gd name="connsiteY256" fmla="*/ 3524679 h 4078220"/>
              <a:gd name="connsiteX257" fmla="*/ 8829288 w 11677525"/>
              <a:gd name="connsiteY257" fmla="*/ 3524164 h 4078220"/>
              <a:gd name="connsiteX258" fmla="*/ 3911481 w 11677525"/>
              <a:gd name="connsiteY258" fmla="*/ 3513508 h 4078220"/>
              <a:gd name="connsiteX259" fmla="*/ 3960621 w 11677525"/>
              <a:gd name="connsiteY259" fmla="*/ 3542512 h 4078220"/>
              <a:gd name="connsiteX260" fmla="*/ 3900741 w 11677525"/>
              <a:gd name="connsiteY260" fmla="*/ 3610148 h 4078220"/>
              <a:gd name="connsiteX261" fmla="*/ 3823967 w 11677525"/>
              <a:gd name="connsiteY261" fmla="*/ 3584999 h 4078220"/>
              <a:gd name="connsiteX262" fmla="*/ 3884486 w 11677525"/>
              <a:gd name="connsiteY262" fmla="*/ 3518065 h 4078220"/>
              <a:gd name="connsiteX263" fmla="*/ 3911481 w 11677525"/>
              <a:gd name="connsiteY263" fmla="*/ 3513508 h 4078220"/>
              <a:gd name="connsiteX264" fmla="*/ 6259176 w 11677525"/>
              <a:gd name="connsiteY264" fmla="*/ 3510740 h 4078220"/>
              <a:gd name="connsiteX265" fmla="*/ 6315447 w 11677525"/>
              <a:gd name="connsiteY265" fmla="*/ 3536393 h 4078220"/>
              <a:gd name="connsiteX266" fmla="*/ 6292523 w 11677525"/>
              <a:gd name="connsiteY266" fmla="*/ 3595986 h 4078220"/>
              <a:gd name="connsiteX267" fmla="*/ 6213332 w 11677525"/>
              <a:gd name="connsiteY267" fmla="*/ 3573856 h 4078220"/>
              <a:gd name="connsiteX268" fmla="*/ 6237367 w 11677525"/>
              <a:gd name="connsiteY268" fmla="*/ 3514732 h 4078220"/>
              <a:gd name="connsiteX269" fmla="*/ 6259176 w 11677525"/>
              <a:gd name="connsiteY269" fmla="*/ 3510740 h 4078220"/>
              <a:gd name="connsiteX270" fmla="*/ 9688290 w 11677525"/>
              <a:gd name="connsiteY270" fmla="*/ 3487631 h 4078220"/>
              <a:gd name="connsiteX271" fmla="*/ 9698404 w 11677525"/>
              <a:gd name="connsiteY271" fmla="*/ 3489975 h 4078220"/>
              <a:gd name="connsiteX272" fmla="*/ 9700598 w 11677525"/>
              <a:gd name="connsiteY272" fmla="*/ 3496275 h 4078220"/>
              <a:gd name="connsiteX273" fmla="*/ 9690401 w 11677525"/>
              <a:gd name="connsiteY273" fmla="*/ 3493880 h 4078220"/>
              <a:gd name="connsiteX274" fmla="*/ 9688290 w 11677525"/>
              <a:gd name="connsiteY274" fmla="*/ 3487631 h 4078220"/>
              <a:gd name="connsiteX275" fmla="*/ 7869218 w 11677525"/>
              <a:gd name="connsiteY275" fmla="*/ 3482818 h 4078220"/>
              <a:gd name="connsiteX276" fmla="*/ 7937931 w 11677525"/>
              <a:gd name="connsiteY276" fmla="*/ 3509735 h 4078220"/>
              <a:gd name="connsiteX277" fmla="*/ 7935097 w 11677525"/>
              <a:gd name="connsiteY277" fmla="*/ 3572529 h 4078220"/>
              <a:gd name="connsiteX278" fmla="*/ 7843346 w 11677525"/>
              <a:gd name="connsiteY278" fmla="*/ 3549202 h 4078220"/>
              <a:gd name="connsiteX279" fmla="*/ 7847514 w 11677525"/>
              <a:gd name="connsiteY279" fmla="*/ 3487059 h 4078220"/>
              <a:gd name="connsiteX280" fmla="*/ 7869218 w 11677525"/>
              <a:gd name="connsiteY280" fmla="*/ 3482818 h 4078220"/>
              <a:gd name="connsiteX281" fmla="*/ 3596828 w 11677525"/>
              <a:gd name="connsiteY281" fmla="*/ 3478741 h 4078220"/>
              <a:gd name="connsiteX282" fmla="*/ 3636547 w 11677525"/>
              <a:gd name="connsiteY282" fmla="*/ 3502992 h 4078220"/>
              <a:gd name="connsiteX283" fmla="*/ 3582530 w 11677525"/>
              <a:gd name="connsiteY283" fmla="*/ 3559044 h 4078220"/>
              <a:gd name="connsiteX284" fmla="*/ 3519288 w 11677525"/>
              <a:gd name="connsiteY284" fmla="*/ 3538268 h 4078220"/>
              <a:gd name="connsiteX285" fmla="*/ 3573944 w 11677525"/>
              <a:gd name="connsiteY285" fmla="*/ 3482529 h 4078220"/>
              <a:gd name="connsiteX286" fmla="*/ 3596828 w 11677525"/>
              <a:gd name="connsiteY286" fmla="*/ 3478741 h 4078220"/>
              <a:gd name="connsiteX287" fmla="*/ 6582675 w 11677525"/>
              <a:gd name="connsiteY287" fmla="*/ 3460609 h 4078220"/>
              <a:gd name="connsiteX288" fmla="*/ 6647691 w 11677525"/>
              <a:gd name="connsiteY288" fmla="*/ 3489012 h 4078220"/>
              <a:gd name="connsiteX289" fmla="*/ 6626491 w 11677525"/>
              <a:gd name="connsiteY289" fmla="*/ 3555087 h 4078220"/>
              <a:gd name="connsiteX290" fmla="*/ 6536156 w 11677525"/>
              <a:gd name="connsiteY290" fmla="*/ 3530536 h 4078220"/>
              <a:gd name="connsiteX291" fmla="*/ 6558469 w 11677525"/>
              <a:gd name="connsiteY291" fmla="*/ 3465033 h 4078220"/>
              <a:gd name="connsiteX292" fmla="*/ 6582675 w 11677525"/>
              <a:gd name="connsiteY292" fmla="*/ 3460609 h 4078220"/>
              <a:gd name="connsiteX293" fmla="*/ 11609700 w 11677525"/>
              <a:gd name="connsiteY293" fmla="*/ 3451184 h 4078220"/>
              <a:gd name="connsiteX294" fmla="*/ 11613951 w 11677525"/>
              <a:gd name="connsiteY294" fmla="*/ 3452069 h 4078220"/>
              <a:gd name="connsiteX295" fmla="*/ 11616119 w 11677525"/>
              <a:gd name="connsiteY295" fmla="*/ 3454620 h 4078220"/>
              <a:gd name="connsiteX296" fmla="*/ 11611617 w 11677525"/>
              <a:gd name="connsiteY296" fmla="*/ 3453657 h 4078220"/>
              <a:gd name="connsiteX297" fmla="*/ 11609700 w 11677525"/>
              <a:gd name="connsiteY297" fmla="*/ 3451184 h 4078220"/>
              <a:gd name="connsiteX298" fmla="*/ 2011785 w 11677525"/>
              <a:gd name="connsiteY298" fmla="*/ 3446080 h 4078220"/>
              <a:gd name="connsiteX299" fmla="*/ 2024456 w 11677525"/>
              <a:gd name="connsiteY299" fmla="*/ 3450636 h 4078220"/>
              <a:gd name="connsiteX300" fmla="*/ 2008006 w 11677525"/>
              <a:gd name="connsiteY300" fmla="*/ 3463029 h 4078220"/>
              <a:gd name="connsiteX301" fmla="*/ 1995419 w 11677525"/>
              <a:gd name="connsiteY301" fmla="*/ 3458473 h 4078220"/>
              <a:gd name="connsiteX302" fmla="*/ 2011785 w 11677525"/>
              <a:gd name="connsiteY302" fmla="*/ 3446080 h 4078220"/>
              <a:gd name="connsiteX303" fmla="*/ 1105666 w 11677525"/>
              <a:gd name="connsiteY303" fmla="*/ 3438531 h 4078220"/>
              <a:gd name="connsiteX304" fmla="*/ 1107861 w 11677525"/>
              <a:gd name="connsiteY304" fmla="*/ 3439468 h 4078220"/>
              <a:gd name="connsiteX305" fmla="*/ 1104609 w 11677525"/>
              <a:gd name="connsiteY305" fmla="*/ 3441889 h 4078220"/>
              <a:gd name="connsiteX306" fmla="*/ 1101803 w 11677525"/>
              <a:gd name="connsiteY306" fmla="*/ 3441030 h 4078220"/>
              <a:gd name="connsiteX307" fmla="*/ 1105666 w 11677525"/>
              <a:gd name="connsiteY307" fmla="*/ 3438531 h 4078220"/>
              <a:gd name="connsiteX308" fmla="*/ 3313789 w 11677525"/>
              <a:gd name="connsiteY308" fmla="*/ 3433506 h 4078220"/>
              <a:gd name="connsiteX309" fmla="*/ 3330200 w 11677525"/>
              <a:gd name="connsiteY309" fmla="*/ 3452304 h 4078220"/>
              <a:gd name="connsiteX310" fmla="*/ 3279490 w 11677525"/>
              <a:gd name="connsiteY310" fmla="*/ 3500908 h 4078220"/>
              <a:gd name="connsiteX311" fmla="*/ 3225584 w 11677525"/>
              <a:gd name="connsiteY311" fmla="*/ 3482841 h 4078220"/>
              <a:gd name="connsiteX312" fmla="*/ 3276517 w 11677525"/>
              <a:gd name="connsiteY312" fmla="*/ 3434625 h 4078220"/>
              <a:gd name="connsiteX313" fmla="*/ 3313789 w 11677525"/>
              <a:gd name="connsiteY313" fmla="*/ 3433506 h 4078220"/>
              <a:gd name="connsiteX314" fmla="*/ 11041355 w 11677525"/>
              <a:gd name="connsiteY314" fmla="*/ 3430409 h 4078220"/>
              <a:gd name="connsiteX315" fmla="*/ 11045661 w 11677525"/>
              <a:gd name="connsiteY315" fmla="*/ 3431267 h 4078220"/>
              <a:gd name="connsiteX316" fmla="*/ 11047245 w 11677525"/>
              <a:gd name="connsiteY316" fmla="*/ 3433793 h 4078220"/>
              <a:gd name="connsiteX317" fmla="*/ 11042884 w 11677525"/>
              <a:gd name="connsiteY317" fmla="*/ 3432803 h 4078220"/>
              <a:gd name="connsiteX318" fmla="*/ 11041355 w 11677525"/>
              <a:gd name="connsiteY318" fmla="*/ 3430409 h 4078220"/>
              <a:gd name="connsiteX319" fmla="*/ 9051445 w 11677525"/>
              <a:gd name="connsiteY319" fmla="*/ 3411325 h 4078220"/>
              <a:gd name="connsiteX320" fmla="*/ 9065425 w 11677525"/>
              <a:gd name="connsiteY320" fmla="*/ 3417964 h 4078220"/>
              <a:gd name="connsiteX321" fmla="*/ 9069120 w 11677525"/>
              <a:gd name="connsiteY321" fmla="*/ 3435042 h 4078220"/>
              <a:gd name="connsiteX322" fmla="*/ 9041973 w 11677525"/>
              <a:gd name="connsiteY322" fmla="*/ 3428768 h 4078220"/>
              <a:gd name="connsiteX323" fmla="*/ 9038611 w 11677525"/>
              <a:gd name="connsiteY323" fmla="*/ 3411715 h 4078220"/>
              <a:gd name="connsiteX324" fmla="*/ 9051445 w 11677525"/>
              <a:gd name="connsiteY324" fmla="*/ 3411325 h 4078220"/>
              <a:gd name="connsiteX325" fmla="*/ 6895053 w 11677525"/>
              <a:gd name="connsiteY325" fmla="*/ 3404006 h 4078220"/>
              <a:gd name="connsiteX326" fmla="*/ 6965013 w 11677525"/>
              <a:gd name="connsiteY326" fmla="*/ 3433272 h 4078220"/>
              <a:gd name="connsiteX327" fmla="*/ 6947341 w 11677525"/>
              <a:gd name="connsiteY327" fmla="*/ 3501560 h 4078220"/>
              <a:gd name="connsiteX328" fmla="*/ 6851338 w 11677525"/>
              <a:gd name="connsiteY328" fmla="*/ 3476202 h 4078220"/>
              <a:gd name="connsiteX329" fmla="*/ 6870150 w 11677525"/>
              <a:gd name="connsiteY329" fmla="*/ 3408591 h 4078220"/>
              <a:gd name="connsiteX330" fmla="*/ 6895053 w 11677525"/>
              <a:gd name="connsiteY330" fmla="*/ 3404006 h 4078220"/>
              <a:gd name="connsiteX331" fmla="*/ 10457559 w 11677525"/>
              <a:gd name="connsiteY331" fmla="*/ 3399766 h 4078220"/>
              <a:gd name="connsiteX332" fmla="*/ 10461504 w 11677525"/>
              <a:gd name="connsiteY332" fmla="*/ 3400678 h 4078220"/>
              <a:gd name="connsiteX333" fmla="*/ 10462588 w 11677525"/>
              <a:gd name="connsiteY333" fmla="*/ 3403073 h 4078220"/>
              <a:gd name="connsiteX334" fmla="*/ 10458642 w 11677525"/>
              <a:gd name="connsiteY334" fmla="*/ 3402187 h 4078220"/>
              <a:gd name="connsiteX335" fmla="*/ 10457559 w 11677525"/>
              <a:gd name="connsiteY335" fmla="*/ 3399766 h 4078220"/>
              <a:gd name="connsiteX336" fmla="*/ 8137471 w 11677525"/>
              <a:gd name="connsiteY336" fmla="*/ 3394273 h 4078220"/>
              <a:gd name="connsiteX337" fmla="*/ 8203793 w 11677525"/>
              <a:gd name="connsiteY337" fmla="*/ 3419109 h 4078220"/>
              <a:gd name="connsiteX338" fmla="*/ 8204626 w 11677525"/>
              <a:gd name="connsiteY338" fmla="*/ 3477061 h 4078220"/>
              <a:gd name="connsiteX339" fmla="*/ 8116821 w 11677525"/>
              <a:gd name="connsiteY339" fmla="*/ 3455453 h 4078220"/>
              <a:gd name="connsiteX340" fmla="*/ 8117293 w 11677525"/>
              <a:gd name="connsiteY340" fmla="*/ 3398178 h 4078220"/>
              <a:gd name="connsiteX341" fmla="*/ 8137471 w 11677525"/>
              <a:gd name="connsiteY341" fmla="*/ 3394273 h 4078220"/>
              <a:gd name="connsiteX342" fmla="*/ 3030551 w 11677525"/>
              <a:gd name="connsiteY342" fmla="*/ 3373215 h 4078220"/>
              <a:gd name="connsiteX343" fmla="*/ 3045389 w 11677525"/>
              <a:gd name="connsiteY343" fmla="*/ 3391019 h 4078220"/>
              <a:gd name="connsiteX344" fmla="*/ 2993956 w 11677525"/>
              <a:gd name="connsiteY344" fmla="*/ 3437099 h 4078220"/>
              <a:gd name="connsiteX345" fmla="*/ 2943023 w 11677525"/>
              <a:gd name="connsiteY345" fmla="*/ 3419995 h 4078220"/>
              <a:gd name="connsiteX346" fmla="*/ 2994873 w 11677525"/>
              <a:gd name="connsiteY346" fmla="*/ 3374175 h 4078220"/>
              <a:gd name="connsiteX347" fmla="*/ 3030551 w 11677525"/>
              <a:gd name="connsiteY347" fmla="*/ 3373215 h 4078220"/>
              <a:gd name="connsiteX348" fmla="*/ 1791715 w 11677525"/>
              <a:gd name="connsiteY348" fmla="*/ 3356211 h 4078220"/>
              <a:gd name="connsiteX349" fmla="*/ 1794327 w 11677525"/>
              <a:gd name="connsiteY349" fmla="*/ 3357122 h 4078220"/>
              <a:gd name="connsiteX350" fmla="*/ 1790910 w 11677525"/>
              <a:gd name="connsiteY350" fmla="*/ 3359465 h 4078220"/>
              <a:gd name="connsiteX351" fmla="*/ 1788603 w 11677525"/>
              <a:gd name="connsiteY351" fmla="*/ 3358606 h 4078220"/>
              <a:gd name="connsiteX352" fmla="*/ 1791715 w 11677525"/>
              <a:gd name="connsiteY352" fmla="*/ 3356211 h 4078220"/>
              <a:gd name="connsiteX353" fmla="*/ 9856090 w 11677525"/>
              <a:gd name="connsiteY353" fmla="*/ 3355611 h 4078220"/>
              <a:gd name="connsiteX354" fmla="*/ 9866094 w 11677525"/>
              <a:gd name="connsiteY354" fmla="*/ 3357798 h 4078220"/>
              <a:gd name="connsiteX355" fmla="*/ 9868346 w 11677525"/>
              <a:gd name="connsiteY355" fmla="*/ 3363708 h 4078220"/>
              <a:gd name="connsiteX356" fmla="*/ 9858397 w 11677525"/>
              <a:gd name="connsiteY356" fmla="*/ 3361547 h 4078220"/>
              <a:gd name="connsiteX357" fmla="*/ 9856090 w 11677525"/>
              <a:gd name="connsiteY357" fmla="*/ 3355611 h 4078220"/>
              <a:gd name="connsiteX358" fmla="*/ 7194338 w 11677525"/>
              <a:gd name="connsiteY358" fmla="*/ 3340553 h 4078220"/>
              <a:gd name="connsiteX359" fmla="*/ 7266498 w 11677525"/>
              <a:gd name="connsiteY359" fmla="*/ 3369567 h 4078220"/>
              <a:gd name="connsiteX360" fmla="*/ 7253410 w 11677525"/>
              <a:gd name="connsiteY360" fmla="*/ 3437177 h 4078220"/>
              <a:gd name="connsiteX361" fmla="*/ 7155157 w 11677525"/>
              <a:gd name="connsiteY361" fmla="*/ 3412003 h 4078220"/>
              <a:gd name="connsiteX362" fmla="*/ 7169634 w 11677525"/>
              <a:gd name="connsiteY362" fmla="*/ 3345094 h 4078220"/>
              <a:gd name="connsiteX363" fmla="*/ 7194338 w 11677525"/>
              <a:gd name="connsiteY363" fmla="*/ 3340553 h 4078220"/>
              <a:gd name="connsiteX364" fmla="*/ 944337 w 11677525"/>
              <a:gd name="connsiteY364" fmla="*/ 3321142 h 4078220"/>
              <a:gd name="connsiteX365" fmla="*/ 946587 w 11677525"/>
              <a:gd name="connsiteY365" fmla="*/ 3321872 h 4078220"/>
              <a:gd name="connsiteX366" fmla="*/ 942836 w 11677525"/>
              <a:gd name="connsiteY366" fmla="*/ 3324292 h 4078220"/>
              <a:gd name="connsiteX367" fmla="*/ 940780 w 11677525"/>
              <a:gd name="connsiteY367" fmla="*/ 3323381 h 4078220"/>
              <a:gd name="connsiteX368" fmla="*/ 944337 w 11677525"/>
              <a:gd name="connsiteY368" fmla="*/ 3321142 h 4078220"/>
              <a:gd name="connsiteX369" fmla="*/ 4966286 w 11677525"/>
              <a:gd name="connsiteY369" fmla="*/ 3306123 h 4078220"/>
              <a:gd name="connsiteX370" fmla="*/ 5011397 w 11677525"/>
              <a:gd name="connsiteY370" fmla="*/ 3328510 h 4078220"/>
              <a:gd name="connsiteX371" fmla="*/ 4975303 w 11677525"/>
              <a:gd name="connsiteY371" fmla="*/ 3380579 h 4078220"/>
              <a:gd name="connsiteX372" fmla="*/ 4908671 w 11677525"/>
              <a:gd name="connsiteY372" fmla="*/ 3361157 h 4078220"/>
              <a:gd name="connsiteX373" fmla="*/ 4945209 w 11677525"/>
              <a:gd name="connsiteY373" fmla="*/ 3309635 h 4078220"/>
              <a:gd name="connsiteX374" fmla="*/ 4966286 w 11677525"/>
              <a:gd name="connsiteY374" fmla="*/ 3306123 h 4078220"/>
              <a:gd name="connsiteX375" fmla="*/ 8407718 w 11677525"/>
              <a:gd name="connsiteY375" fmla="*/ 3305880 h 4078220"/>
              <a:gd name="connsiteX376" fmla="*/ 8445869 w 11677525"/>
              <a:gd name="connsiteY376" fmla="*/ 3324501 h 4078220"/>
              <a:gd name="connsiteX377" fmla="*/ 8448954 w 11677525"/>
              <a:gd name="connsiteY377" fmla="*/ 3372820 h 4078220"/>
              <a:gd name="connsiteX378" fmla="*/ 8373180 w 11677525"/>
              <a:gd name="connsiteY378" fmla="*/ 3354909 h 4078220"/>
              <a:gd name="connsiteX379" fmla="*/ 8370734 w 11677525"/>
              <a:gd name="connsiteY379" fmla="*/ 3306901 h 4078220"/>
              <a:gd name="connsiteX380" fmla="*/ 8407718 w 11677525"/>
              <a:gd name="connsiteY380" fmla="*/ 3305880 h 4078220"/>
              <a:gd name="connsiteX381" fmla="*/ 2766120 w 11677525"/>
              <a:gd name="connsiteY381" fmla="*/ 3303940 h 4078220"/>
              <a:gd name="connsiteX382" fmla="*/ 2779665 w 11677525"/>
              <a:gd name="connsiteY382" fmla="*/ 3321195 h 4078220"/>
              <a:gd name="connsiteX383" fmla="*/ 2726316 w 11677525"/>
              <a:gd name="connsiteY383" fmla="*/ 3365895 h 4078220"/>
              <a:gd name="connsiteX384" fmla="*/ 2677216 w 11677525"/>
              <a:gd name="connsiteY384" fmla="*/ 3349311 h 4078220"/>
              <a:gd name="connsiteX385" fmla="*/ 2730817 w 11677525"/>
              <a:gd name="connsiteY385" fmla="*/ 3304923 h 4078220"/>
              <a:gd name="connsiteX386" fmla="*/ 2766120 w 11677525"/>
              <a:gd name="connsiteY386" fmla="*/ 3303940 h 4078220"/>
              <a:gd name="connsiteX387" fmla="*/ 5288531 w 11677525"/>
              <a:gd name="connsiteY387" fmla="*/ 3303023 h 4078220"/>
              <a:gd name="connsiteX388" fmla="*/ 5337168 w 11677525"/>
              <a:gd name="connsiteY388" fmla="*/ 3326453 h 4078220"/>
              <a:gd name="connsiteX389" fmla="*/ 5303462 w 11677525"/>
              <a:gd name="connsiteY389" fmla="*/ 3380813 h 4078220"/>
              <a:gd name="connsiteX390" fmla="*/ 5232051 w 11677525"/>
              <a:gd name="connsiteY390" fmla="*/ 3360558 h 4078220"/>
              <a:gd name="connsiteX391" fmla="*/ 5266812 w 11677525"/>
              <a:gd name="connsiteY391" fmla="*/ 3306694 h 4078220"/>
              <a:gd name="connsiteX392" fmla="*/ 5288531 w 11677525"/>
              <a:gd name="connsiteY392" fmla="*/ 3303023 h 4078220"/>
              <a:gd name="connsiteX393" fmla="*/ 5610354 w 11677525"/>
              <a:gd name="connsiteY393" fmla="*/ 3292908 h 4078220"/>
              <a:gd name="connsiteX394" fmla="*/ 5658463 w 11677525"/>
              <a:gd name="connsiteY394" fmla="*/ 3315207 h 4078220"/>
              <a:gd name="connsiteX395" fmla="*/ 5629759 w 11677525"/>
              <a:gd name="connsiteY395" fmla="*/ 3366911 h 4078220"/>
              <a:gd name="connsiteX396" fmla="*/ 5560543 w 11677525"/>
              <a:gd name="connsiteY396" fmla="*/ 3347672 h 4078220"/>
              <a:gd name="connsiteX397" fmla="*/ 5589885 w 11677525"/>
              <a:gd name="connsiteY397" fmla="*/ 3296384 h 4078220"/>
              <a:gd name="connsiteX398" fmla="*/ 5610354 w 11677525"/>
              <a:gd name="connsiteY398" fmla="*/ 3292908 h 4078220"/>
              <a:gd name="connsiteX399" fmla="*/ 4648366 w 11677525"/>
              <a:gd name="connsiteY399" fmla="*/ 3292631 h 4078220"/>
              <a:gd name="connsiteX400" fmla="*/ 4696853 w 11677525"/>
              <a:gd name="connsiteY400" fmla="*/ 3317445 h 4078220"/>
              <a:gd name="connsiteX401" fmla="*/ 4652423 w 11677525"/>
              <a:gd name="connsiteY401" fmla="*/ 3375137 h 4078220"/>
              <a:gd name="connsiteX402" fmla="*/ 4579900 w 11677525"/>
              <a:gd name="connsiteY402" fmla="*/ 3353711 h 4078220"/>
              <a:gd name="connsiteX403" fmla="*/ 4624692 w 11677525"/>
              <a:gd name="connsiteY403" fmla="*/ 3296514 h 4078220"/>
              <a:gd name="connsiteX404" fmla="*/ 4648366 w 11677525"/>
              <a:gd name="connsiteY404" fmla="*/ 3292631 h 4078220"/>
              <a:gd name="connsiteX405" fmla="*/ 9250397 w 11677525"/>
              <a:gd name="connsiteY405" fmla="*/ 3292398 h 4078220"/>
              <a:gd name="connsiteX406" fmla="*/ 9266572 w 11677525"/>
              <a:gd name="connsiteY406" fmla="*/ 3299612 h 4078220"/>
              <a:gd name="connsiteX407" fmla="*/ 9271184 w 11677525"/>
              <a:gd name="connsiteY407" fmla="*/ 3318174 h 4078220"/>
              <a:gd name="connsiteX408" fmla="*/ 9240563 w 11677525"/>
              <a:gd name="connsiteY408" fmla="*/ 3311276 h 4078220"/>
              <a:gd name="connsiteX409" fmla="*/ 9236118 w 11677525"/>
              <a:gd name="connsiteY409" fmla="*/ 3292817 h 4078220"/>
              <a:gd name="connsiteX410" fmla="*/ 9250397 w 11677525"/>
              <a:gd name="connsiteY410" fmla="*/ 3292398 h 4078220"/>
              <a:gd name="connsiteX411" fmla="*/ 11649073 w 11677525"/>
              <a:gd name="connsiteY411" fmla="*/ 3289563 h 4078220"/>
              <a:gd name="connsiteX412" fmla="*/ 11653381 w 11677525"/>
              <a:gd name="connsiteY412" fmla="*/ 3290448 h 4078220"/>
              <a:gd name="connsiteX413" fmla="*/ 11654880 w 11677525"/>
              <a:gd name="connsiteY413" fmla="*/ 3292739 h 4078220"/>
              <a:gd name="connsiteX414" fmla="*/ 11650825 w 11677525"/>
              <a:gd name="connsiteY414" fmla="*/ 3291880 h 4078220"/>
              <a:gd name="connsiteX415" fmla="*/ 11649073 w 11677525"/>
              <a:gd name="connsiteY415" fmla="*/ 3289563 h 4078220"/>
              <a:gd name="connsiteX416" fmla="*/ 4346271 w 11677525"/>
              <a:gd name="connsiteY416" fmla="*/ 3287816 h 4078220"/>
              <a:gd name="connsiteX417" fmla="*/ 4363637 w 11677525"/>
              <a:gd name="connsiteY417" fmla="*/ 3303127 h 4078220"/>
              <a:gd name="connsiteX418" fmla="*/ 4330266 w 11677525"/>
              <a:gd name="connsiteY418" fmla="*/ 3342778 h 4078220"/>
              <a:gd name="connsiteX419" fmla="*/ 4281277 w 11677525"/>
              <a:gd name="connsiteY419" fmla="*/ 3328120 h 4078220"/>
              <a:gd name="connsiteX420" fmla="*/ 4315149 w 11677525"/>
              <a:gd name="connsiteY420" fmla="*/ 3288653 h 4078220"/>
              <a:gd name="connsiteX421" fmla="*/ 4346271 w 11677525"/>
              <a:gd name="connsiteY421" fmla="*/ 3287816 h 4078220"/>
              <a:gd name="connsiteX422" fmla="*/ 11116935 w 11677525"/>
              <a:gd name="connsiteY422" fmla="*/ 3277274 h 4078220"/>
              <a:gd name="connsiteX423" fmla="*/ 11120962 w 11677525"/>
              <a:gd name="connsiteY423" fmla="*/ 3278160 h 4078220"/>
              <a:gd name="connsiteX424" fmla="*/ 11122685 w 11677525"/>
              <a:gd name="connsiteY424" fmla="*/ 3280425 h 4078220"/>
              <a:gd name="connsiteX425" fmla="*/ 11118491 w 11677525"/>
              <a:gd name="connsiteY425" fmla="*/ 3279592 h 4078220"/>
              <a:gd name="connsiteX426" fmla="*/ 11116935 w 11677525"/>
              <a:gd name="connsiteY426" fmla="*/ 3277274 h 4078220"/>
              <a:gd name="connsiteX427" fmla="*/ 5947367 w 11677525"/>
              <a:gd name="connsiteY427" fmla="*/ 3277096 h 4078220"/>
              <a:gd name="connsiteX428" fmla="*/ 5973590 w 11677525"/>
              <a:gd name="connsiteY428" fmla="*/ 3294561 h 4078220"/>
              <a:gd name="connsiteX429" fmla="*/ 5951611 w 11677525"/>
              <a:gd name="connsiteY429" fmla="*/ 3339913 h 4078220"/>
              <a:gd name="connsiteX430" fmla="*/ 5889203 w 11677525"/>
              <a:gd name="connsiteY430" fmla="*/ 3323069 h 4078220"/>
              <a:gd name="connsiteX431" fmla="*/ 5911849 w 11677525"/>
              <a:gd name="connsiteY431" fmla="*/ 3278082 h 4078220"/>
              <a:gd name="connsiteX432" fmla="*/ 5947367 w 11677525"/>
              <a:gd name="connsiteY432" fmla="*/ 3277096 h 4078220"/>
              <a:gd name="connsiteX433" fmla="*/ 7479060 w 11677525"/>
              <a:gd name="connsiteY433" fmla="*/ 3271053 h 4078220"/>
              <a:gd name="connsiteX434" fmla="*/ 7550559 w 11677525"/>
              <a:gd name="connsiteY434" fmla="*/ 3298649 h 4078220"/>
              <a:gd name="connsiteX435" fmla="*/ 7541751 w 11677525"/>
              <a:gd name="connsiteY435" fmla="*/ 3362980 h 4078220"/>
              <a:gd name="connsiteX436" fmla="*/ 7445470 w 11677525"/>
              <a:gd name="connsiteY436" fmla="*/ 3339054 h 4078220"/>
              <a:gd name="connsiteX437" fmla="*/ 7455557 w 11677525"/>
              <a:gd name="connsiteY437" fmla="*/ 3275349 h 4078220"/>
              <a:gd name="connsiteX438" fmla="*/ 7479060 w 11677525"/>
              <a:gd name="connsiteY438" fmla="*/ 3271053 h 4078220"/>
              <a:gd name="connsiteX439" fmla="*/ 10568565 w 11677525"/>
              <a:gd name="connsiteY439" fmla="*/ 3256499 h 4078220"/>
              <a:gd name="connsiteX440" fmla="*/ 10572679 w 11677525"/>
              <a:gd name="connsiteY440" fmla="*/ 3257306 h 4078220"/>
              <a:gd name="connsiteX441" fmla="*/ 10573790 w 11677525"/>
              <a:gd name="connsiteY441" fmla="*/ 3259571 h 4078220"/>
              <a:gd name="connsiteX442" fmla="*/ 10569731 w 11677525"/>
              <a:gd name="connsiteY442" fmla="*/ 3258790 h 4078220"/>
              <a:gd name="connsiteX443" fmla="*/ 10568565 w 11677525"/>
              <a:gd name="connsiteY443" fmla="*/ 3256499 h 4078220"/>
              <a:gd name="connsiteX444" fmla="*/ 1596375 w 11677525"/>
              <a:gd name="connsiteY444" fmla="*/ 3253376 h 4078220"/>
              <a:gd name="connsiteX445" fmla="*/ 1601072 w 11677525"/>
              <a:gd name="connsiteY445" fmla="*/ 3255068 h 4078220"/>
              <a:gd name="connsiteX446" fmla="*/ 1594347 w 11677525"/>
              <a:gd name="connsiteY446" fmla="*/ 3259598 h 4078220"/>
              <a:gd name="connsiteX447" fmla="*/ 1590013 w 11677525"/>
              <a:gd name="connsiteY447" fmla="*/ 3257906 h 4078220"/>
              <a:gd name="connsiteX448" fmla="*/ 1596375 w 11677525"/>
              <a:gd name="connsiteY448" fmla="*/ 3253376 h 4078220"/>
              <a:gd name="connsiteX449" fmla="*/ 4046736 w 11677525"/>
              <a:gd name="connsiteY449" fmla="*/ 3251638 h 4078220"/>
              <a:gd name="connsiteX450" fmla="*/ 4066738 w 11677525"/>
              <a:gd name="connsiteY450" fmla="*/ 3270298 h 4078220"/>
              <a:gd name="connsiteX451" fmla="*/ 4022669 w 11677525"/>
              <a:gd name="connsiteY451" fmla="*/ 3318670 h 4078220"/>
              <a:gd name="connsiteX452" fmla="*/ 3963568 w 11677525"/>
              <a:gd name="connsiteY452" fmla="*/ 3300654 h 4078220"/>
              <a:gd name="connsiteX453" fmla="*/ 4008415 w 11677525"/>
              <a:gd name="connsiteY453" fmla="*/ 3252699 h 4078220"/>
              <a:gd name="connsiteX454" fmla="*/ 4046736 w 11677525"/>
              <a:gd name="connsiteY454" fmla="*/ 3251638 h 4078220"/>
              <a:gd name="connsiteX455" fmla="*/ 6242664 w 11677525"/>
              <a:gd name="connsiteY455" fmla="*/ 3236014 h 4078220"/>
              <a:gd name="connsiteX456" fmla="*/ 6296747 w 11677525"/>
              <a:gd name="connsiteY456" fmla="*/ 3259155 h 4078220"/>
              <a:gd name="connsiteX457" fmla="*/ 6274185 w 11677525"/>
              <a:gd name="connsiteY457" fmla="*/ 3313072 h 4078220"/>
              <a:gd name="connsiteX458" fmla="*/ 6198216 w 11677525"/>
              <a:gd name="connsiteY458" fmla="*/ 3293078 h 4078220"/>
              <a:gd name="connsiteX459" fmla="*/ 6221696 w 11677525"/>
              <a:gd name="connsiteY459" fmla="*/ 3239656 h 4078220"/>
              <a:gd name="connsiteX460" fmla="*/ 6242664 w 11677525"/>
              <a:gd name="connsiteY460" fmla="*/ 3236014 h 4078220"/>
              <a:gd name="connsiteX461" fmla="*/ 2513808 w 11677525"/>
              <a:gd name="connsiteY461" fmla="*/ 3232991 h 4078220"/>
              <a:gd name="connsiteX462" fmla="*/ 2523835 w 11677525"/>
              <a:gd name="connsiteY462" fmla="*/ 3246632 h 4078220"/>
              <a:gd name="connsiteX463" fmla="*/ 2479182 w 11677525"/>
              <a:gd name="connsiteY463" fmla="*/ 3281857 h 4078220"/>
              <a:gd name="connsiteX464" fmla="*/ 2440558 w 11677525"/>
              <a:gd name="connsiteY464" fmla="*/ 3268840 h 4078220"/>
              <a:gd name="connsiteX465" fmla="*/ 2485295 w 11677525"/>
              <a:gd name="connsiteY465" fmla="*/ 3233797 h 4078220"/>
              <a:gd name="connsiteX466" fmla="*/ 2513808 w 11677525"/>
              <a:gd name="connsiteY466" fmla="*/ 3232991 h 4078220"/>
              <a:gd name="connsiteX467" fmla="*/ 10001582 w 11677525"/>
              <a:gd name="connsiteY467" fmla="*/ 3223592 h 4078220"/>
              <a:gd name="connsiteX468" fmla="*/ 10011114 w 11677525"/>
              <a:gd name="connsiteY468" fmla="*/ 3225649 h 4078220"/>
              <a:gd name="connsiteX469" fmla="*/ 10013586 w 11677525"/>
              <a:gd name="connsiteY469" fmla="*/ 3231272 h 4078220"/>
              <a:gd name="connsiteX470" fmla="*/ 10003999 w 11677525"/>
              <a:gd name="connsiteY470" fmla="*/ 3229216 h 4078220"/>
              <a:gd name="connsiteX471" fmla="*/ 10001582 w 11677525"/>
              <a:gd name="connsiteY471" fmla="*/ 3223592 h 4078220"/>
              <a:gd name="connsiteX472" fmla="*/ 3749569 w 11677525"/>
              <a:gd name="connsiteY472" fmla="*/ 3215418 h 4078220"/>
              <a:gd name="connsiteX473" fmla="*/ 3766339 w 11677525"/>
              <a:gd name="connsiteY473" fmla="*/ 3231975 h 4078220"/>
              <a:gd name="connsiteX474" fmla="*/ 3723798 w 11677525"/>
              <a:gd name="connsiteY474" fmla="*/ 3274984 h 4078220"/>
              <a:gd name="connsiteX475" fmla="*/ 3671976 w 11677525"/>
              <a:gd name="connsiteY475" fmla="*/ 3258998 h 4078220"/>
              <a:gd name="connsiteX476" fmla="*/ 3715378 w 11677525"/>
              <a:gd name="connsiteY476" fmla="*/ 3216354 h 4078220"/>
              <a:gd name="connsiteX477" fmla="*/ 3749569 w 11677525"/>
              <a:gd name="connsiteY477" fmla="*/ 3215418 h 4078220"/>
              <a:gd name="connsiteX478" fmla="*/ 8634596 w 11677525"/>
              <a:gd name="connsiteY478" fmla="*/ 3209212 h 4078220"/>
              <a:gd name="connsiteX479" fmla="*/ 8668106 w 11677525"/>
              <a:gd name="connsiteY479" fmla="*/ 3224816 h 4078220"/>
              <a:gd name="connsiteX480" fmla="*/ 8672857 w 11677525"/>
              <a:gd name="connsiteY480" fmla="*/ 3265456 h 4078220"/>
              <a:gd name="connsiteX481" fmla="*/ 8607143 w 11677525"/>
              <a:gd name="connsiteY481" fmla="*/ 3250382 h 4078220"/>
              <a:gd name="connsiteX482" fmla="*/ 8603170 w 11677525"/>
              <a:gd name="connsiteY482" fmla="*/ 3210107 h 4078220"/>
              <a:gd name="connsiteX483" fmla="*/ 8634596 w 11677525"/>
              <a:gd name="connsiteY483" fmla="*/ 3209212 h 4078220"/>
              <a:gd name="connsiteX484" fmla="*/ 805988 w 11677525"/>
              <a:gd name="connsiteY484" fmla="*/ 3201828 h 4078220"/>
              <a:gd name="connsiteX485" fmla="*/ 808183 w 11677525"/>
              <a:gd name="connsiteY485" fmla="*/ 3202661 h 4078220"/>
              <a:gd name="connsiteX486" fmla="*/ 804516 w 11677525"/>
              <a:gd name="connsiteY486" fmla="*/ 3204874 h 4078220"/>
              <a:gd name="connsiteX487" fmla="*/ 802209 w 11677525"/>
              <a:gd name="connsiteY487" fmla="*/ 3204015 h 4078220"/>
              <a:gd name="connsiteX488" fmla="*/ 805988 w 11677525"/>
              <a:gd name="connsiteY488" fmla="*/ 3201828 h 4078220"/>
              <a:gd name="connsiteX489" fmla="*/ 6547267 w 11677525"/>
              <a:gd name="connsiteY489" fmla="*/ 3191928 h 4078220"/>
              <a:gd name="connsiteX490" fmla="*/ 6606095 w 11677525"/>
              <a:gd name="connsiteY490" fmla="*/ 3216121 h 4078220"/>
              <a:gd name="connsiteX491" fmla="*/ 6586117 w 11677525"/>
              <a:gd name="connsiteY491" fmla="*/ 3272355 h 4078220"/>
              <a:gd name="connsiteX492" fmla="*/ 6504591 w 11677525"/>
              <a:gd name="connsiteY492" fmla="*/ 3251501 h 4078220"/>
              <a:gd name="connsiteX493" fmla="*/ 6525319 w 11677525"/>
              <a:gd name="connsiteY493" fmla="*/ 3195710 h 4078220"/>
              <a:gd name="connsiteX494" fmla="*/ 6547267 w 11677525"/>
              <a:gd name="connsiteY494" fmla="*/ 3191928 h 4078220"/>
              <a:gd name="connsiteX495" fmla="*/ 7745218 w 11677525"/>
              <a:gd name="connsiteY495" fmla="*/ 3191273 h 4078220"/>
              <a:gd name="connsiteX496" fmla="*/ 7821145 w 11677525"/>
              <a:gd name="connsiteY496" fmla="*/ 3219349 h 4078220"/>
              <a:gd name="connsiteX497" fmla="*/ 7815949 w 11677525"/>
              <a:gd name="connsiteY497" fmla="*/ 3284825 h 4078220"/>
              <a:gd name="connsiteX498" fmla="*/ 7714833 w 11677525"/>
              <a:gd name="connsiteY498" fmla="*/ 3260457 h 4078220"/>
              <a:gd name="connsiteX499" fmla="*/ 7720974 w 11677525"/>
              <a:gd name="connsiteY499" fmla="*/ 3195710 h 4078220"/>
              <a:gd name="connsiteX500" fmla="*/ 7745218 w 11677525"/>
              <a:gd name="connsiteY500" fmla="*/ 3191273 h 4078220"/>
              <a:gd name="connsiteX501" fmla="*/ 9427933 w 11677525"/>
              <a:gd name="connsiteY501" fmla="*/ 3175113 h 4078220"/>
              <a:gd name="connsiteX502" fmla="*/ 9441961 w 11677525"/>
              <a:gd name="connsiteY502" fmla="*/ 3181131 h 4078220"/>
              <a:gd name="connsiteX503" fmla="*/ 9446601 w 11677525"/>
              <a:gd name="connsiteY503" fmla="*/ 3196439 h 4078220"/>
              <a:gd name="connsiteX504" fmla="*/ 9420204 w 11677525"/>
              <a:gd name="connsiteY504" fmla="*/ 3190816 h 4078220"/>
              <a:gd name="connsiteX505" fmla="*/ 9415843 w 11677525"/>
              <a:gd name="connsiteY505" fmla="*/ 3175404 h 4078220"/>
              <a:gd name="connsiteX506" fmla="*/ 9427933 w 11677525"/>
              <a:gd name="connsiteY506" fmla="*/ 3175113 h 4078220"/>
              <a:gd name="connsiteX507" fmla="*/ 3468693 w 11677525"/>
              <a:gd name="connsiteY507" fmla="*/ 3166978 h 4078220"/>
              <a:gd name="connsiteX508" fmla="*/ 3484360 w 11677525"/>
              <a:gd name="connsiteY508" fmla="*/ 3183188 h 4078220"/>
              <a:gd name="connsiteX509" fmla="*/ 3439484 w 11677525"/>
              <a:gd name="connsiteY509" fmla="*/ 3225232 h 4078220"/>
              <a:gd name="connsiteX510" fmla="*/ 3389358 w 11677525"/>
              <a:gd name="connsiteY510" fmla="*/ 3209587 h 4078220"/>
              <a:gd name="connsiteX511" fmla="*/ 3434539 w 11677525"/>
              <a:gd name="connsiteY511" fmla="*/ 3167931 h 4078220"/>
              <a:gd name="connsiteX512" fmla="*/ 3468693 w 11677525"/>
              <a:gd name="connsiteY512" fmla="*/ 3166978 h 4078220"/>
              <a:gd name="connsiteX513" fmla="*/ 2281234 w 11677525"/>
              <a:gd name="connsiteY513" fmla="*/ 3155486 h 4078220"/>
              <a:gd name="connsiteX514" fmla="*/ 2288538 w 11677525"/>
              <a:gd name="connsiteY514" fmla="*/ 3165640 h 4078220"/>
              <a:gd name="connsiteX515" fmla="*/ 2253305 w 11677525"/>
              <a:gd name="connsiteY515" fmla="*/ 3191908 h 4078220"/>
              <a:gd name="connsiteX516" fmla="*/ 2224074 w 11677525"/>
              <a:gd name="connsiteY516" fmla="*/ 3182198 h 4078220"/>
              <a:gd name="connsiteX517" fmla="*/ 2259696 w 11677525"/>
              <a:gd name="connsiteY517" fmla="*/ 3156034 h 4078220"/>
              <a:gd name="connsiteX518" fmla="*/ 2281234 w 11677525"/>
              <a:gd name="connsiteY518" fmla="*/ 3155486 h 4078220"/>
              <a:gd name="connsiteX519" fmla="*/ 1423071 w 11677525"/>
              <a:gd name="connsiteY519" fmla="*/ 3148614 h 4078220"/>
              <a:gd name="connsiteX520" fmla="*/ 1427406 w 11677525"/>
              <a:gd name="connsiteY520" fmla="*/ 3150280 h 4078220"/>
              <a:gd name="connsiteX521" fmla="*/ 1421015 w 11677525"/>
              <a:gd name="connsiteY521" fmla="*/ 3154549 h 4078220"/>
              <a:gd name="connsiteX522" fmla="*/ 1416320 w 11677525"/>
              <a:gd name="connsiteY522" fmla="*/ 3152935 h 4078220"/>
              <a:gd name="connsiteX523" fmla="*/ 1423071 w 11677525"/>
              <a:gd name="connsiteY523" fmla="*/ 3148614 h 4078220"/>
              <a:gd name="connsiteX524" fmla="*/ 6841430 w 11677525"/>
              <a:gd name="connsiteY524" fmla="*/ 3141532 h 4078220"/>
              <a:gd name="connsiteX525" fmla="*/ 6901187 w 11677525"/>
              <a:gd name="connsiteY525" fmla="*/ 3165146 h 4078220"/>
              <a:gd name="connsiteX526" fmla="*/ 6885321 w 11677525"/>
              <a:gd name="connsiteY526" fmla="*/ 3220130 h 4078220"/>
              <a:gd name="connsiteX527" fmla="*/ 6803407 w 11677525"/>
              <a:gd name="connsiteY527" fmla="*/ 3199641 h 4078220"/>
              <a:gd name="connsiteX528" fmla="*/ 6819995 w 11677525"/>
              <a:gd name="connsiteY528" fmla="*/ 3145256 h 4078220"/>
              <a:gd name="connsiteX529" fmla="*/ 6841430 w 11677525"/>
              <a:gd name="connsiteY529" fmla="*/ 3141532 h 4078220"/>
              <a:gd name="connsiteX530" fmla="*/ 11671525 w 11677525"/>
              <a:gd name="connsiteY530" fmla="*/ 3133541 h 4078220"/>
              <a:gd name="connsiteX531" fmla="*/ 11675638 w 11677525"/>
              <a:gd name="connsiteY531" fmla="*/ 3134321 h 4078220"/>
              <a:gd name="connsiteX532" fmla="*/ 11677276 w 11677525"/>
              <a:gd name="connsiteY532" fmla="*/ 3136430 h 4078220"/>
              <a:gd name="connsiteX533" fmla="*/ 11673303 w 11677525"/>
              <a:gd name="connsiteY533" fmla="*/ 3135649 h 4078220"/>
              <a:gd name="connsiteX534" fmla="*/ 11671525 w 11677525"/>
              <a:gd name="connsiteY534" fmla="*/ 3133541 h 4078220"/>
              <a:gd name="connsiteX535" fmla="*/ 11173728 w 11677525"/>
              <a:gd name="connsiteY535" fmla="*/ 3128281 h 4078220"/>
              <a:gd name="connsiteX536" fmla="*/ 11177815 w 11677525"/>
              <a:gd name="connsiteY536" fmla="*/ 3129114 h 4078220"/>
              <a:gd name="connsiteX537" fmla="*/ 11179232 w 11677525"/>
              <a:gd name="connsiteY537" fmla="*/ 3131249 h 4078220"/>
              <a:gd name="connsiteX538" fmla="*/ 11175341 w 11677525"/>
              <a:gd name="connsiteY538" fmla="*/ 3130469 h 4078220"/>
              <a:gd name="connsiteX539" fmla="*/ 11173728 w 11677525"/>
              <a:gd name="connsiteY539" fmla="*/ 3128281 h 4078220"/>
              <a:gd name="connsiteX540" fmla="*/ 3190201 w 11677525"/>
              <a:gd name="connsiteY540" fmla="*/ 3121411 h 4078220"/>
              <a:gd name="connsiteX541" fmla="*/ 3198909 w 11677525"/>
              <a:gd name="connsiteY541" fmla="*/ 3131041 h 4078220"/>
              <a:gd name="connsiteX542" fmla="*/ 3170705 w 11677525"/>
              <a:gd name="connsiteY542" fmla="*/ 3155695 h 4078220"/>
              <a:gd name="connsiteX543" fmla="*/ 3141307 w 11677525"/>
              <a:gd name="connsiteY543" fmla="*/ 3146557 h 4078220"/>
              <a:gd name="connsiteX544" fmla="*/ 3169677 w 11677525"/>
              <a:gd name="connsiteY544" fmla="*/ 3121954 h 4078220"/>
              <a:gd name="connsiteX545" fmla="*/ 3190201 w 11677525"/>
              <a:gd name="connsiteY545" fmla="*/ 3121411 h 4078220"/>
              <a:gd name="connsiteX546" fmla="*/ 10655316 w 11677525"/>
              <a:gd name="connsiteY546" fmla="*/ 3113599 h 4078220"/>
              <a:gd name="connsiteX547" fmla="*/ 10665152 w 11677525"/>
              <a:gd name="connsiteY547" fmla="*/ 3115551 h 4078220"/>
              <a:gd name="connsiteX548" fmla="*/ 10668347 w 11677525"/>
              <a:gd name="connsiteY548" fmla="*/ 3120940 h 4078220"/>
              <a:gd name="connsiteX549" fmla="*/ 10658511 w 11677525"/>
              <a:gd name="connsiteY549" fmla="*/ 3118884 h 4078220"/>
              <a:gd name="connsiteX550" fmla="*/ 10655316 w 11677525"/>
              <a:gd name="connsiteY550" fmla="*/ 3113599 h 4078220"/>
              <a:gd name="connsiteX551" fmla="*/ 7994566 w 11677525"/>
              <a:gd name="connsiteY551" fmla="*/ 3108094 h 4078220"/>
              <a:gd name="connsiteX552" fmla="*/ 8070445 w 11677525"/>
              <a:gd name="connsiteY552" fmla="*/ 3135102 h 4078220"/>
              <a:gd name="connsiteX553" fmla="*/ 8069084 w 11677525"/>
              <a:gd name="connsiteY553" fmla="*/ 3198079 h 4078220"/>
              <a:gd name="connsiteX554" fmla="*/ 7968330 w 11677525"/>
              <a:gd name="connsiteY554" fmla="*/ 3174700 h 4078220"/>
              <a:gd name="connsiteX555" fmla="*/ 7970914 w 11677525"/>
              <a:gd name="connsiteY555" fmla="*/ 3112322 h 4078220"/>
              <a:gd name="connsiteX556" fmla="*/ 7994566 w 11677525"/>
              <a:gd name="connsiteY556" fmla="*/ 3108094 h 4078220"/>
              <a:gd name="connsiteX557" fmla="*/ 8840776 w 11677525"/>
              <a:gd name="connsiteY557" fmla="*/ 3107336 h 4078220"/>
              <a:gd name="connsiteX558" fmla="*/ 8871476 w 11677525"/>
              <a:gd name="connsiteY558" fmla="*/ 3121018 h 4078220"/>
              <a:gd name="connsiteX559" fmla="*/ 8877117 w 11677525"/>
              <a:gd name="connsiteY559" fmla="*/ 3156450 h 4078220"/>
              <a:gd name="connsiteX560" fmla="*/ 8817875 w 11677525"/>
              <a:gd name="connsiteY560" fmla="*/ 3143329 h 4078220"/>
              <a:gd name="connsiteX561" fmla="*/ 8812430 w 11677525"/>
              <a:gd name="connsiteY561" fmla="*/ 3108183 h 4078220"/>
              <a:gd name="connsiteX562" fmla="*/ 8840776 w 11677525"/>
              <a:gd name="connsiteY562" fmla="*/ 3107336 h 4078220"/>
              <a:gd name="connsiteX563" fmla="*/ 10123231 w 11677525"/>
              <a:gd name="connsiteY563" fmla="*/ 3091235 h 4078220"/>
              <a:gd name="connsiteX564" fmla="*/ 10136568 w 11677525"/>
              <a:gd name="connsiteY564" fmla="*/ 3093942 h 4078220"/>
              <a:gd name="connsiteX565" fmla="*/ 10139957 w 11677525"/>
              <a:gd name="connsiteY565" fmla="*/ 3101310 h 4078220"/>
              <a:gd name="connsiteX566" fmla="*/ 10126761 w 11677525"/>
              <a:gd name="connsiteY566" fmla="*/ 3098603 h 4078220"/>
              <a:gd name="connsiteX567" fmla="*/ 10123231 w 11677525"/>
              <a:gd name="connsiteY567" fmla="*/ 3091235 h 4078220"/>
              <a:gd name="connsiteX568" fmla="*/ 7144601 w 11677525"/>
              <a:gd name="connsiteY568" fmla="*/ 3087674 h 4078220"/>
              <a:gd name="connsiteX569" fmla="*/ 7180499 w 11677525"/>
              <a:gd name="connsiteY569" fmla="*/ 3107011 h 4078220"/>
              <a:gd name="connsiteX570" fmla="*/ 7168911 w 11677525"/>
              <a:gd name="connsiteY570" fmla="*/ 3157309 h 4078220"/>
              <a:gd name="connsiteX571" fmla="*/ 7092082 w 11677525"/>
              <a:gd name="connsiteY571" fmla="*/ 3138616 h 4078220"/>
              <a:gd name="connsiteX572" fmla="*/ 7104141 w 11677525"/>
              <a:gd name="connsiteY572" fmla="*/ 3088839 h 4078220"/>
              <a:gd name="connsiteX573" fmla="*/ 7144601 w 11677525"/>
              <a:gd name="connsiteY573" fmla="*/ 3087674 h 4078220"/>
              <a:gd name="connsiteX574" fmla="*/ 689757 w 11677525"/>
              <a:gd name="connsiteY574" fmla="*/ 3081654 h 4078220"/>
              <a:gd name="connsiteX575" fmla="*/ 691731 w 11677525"/>
              <a:gd name="connsiteY575" fmla="*/ 3082487 h 4078220"/>
              <a:gd name="connsiteX576" fmla="*/ 688091 w 11677525"/>
              <a:gd name="connsiteY576" fmla="*/ 3084517 h 4078220"/>
              <a:gd name="connsiteX577" fmla="*/ 686034 w 11677525"/>
              <a:gd name="connsiteY577" fmla="*/ 3083788 h 4078220"/>
              <a:gd name="connsiteX578" fmla="*/ 689757 w 11677525"/>
              <a:gd name="connsiteY578" fmla="*/ 3081654 h 4078220"/>
              <a:gd name="connsiteX579" fmla="*/ 5034169 w 11677525"/>
              <a:gd name="connsiteY579" fmla="*/ 3070117 h 4078220"/>
              <a:gd name="connsiteX580" fmla="*/ 5051410 w 11677525"/>
              <a:gd name="connsiteY580" fmla="*/ 3082774 h 4078220"/>
              <a:gd name="connsiteX581" fmla="*/ 5027708 w 11677525"/>
              <a:gd name="connsiteY581" fmla="*/ 3115421 h 4078220"/>
              <a:gd name="connsiteX582" fmla="*/ 4983084 w 11677525"/>
              <a:gd name="connsiteY582" fmla="*/ 3103289 h 4078220"/>
              <a:gd name="connsiteX583" fmla="*/ 5007341 w 11677525"/>
              <a:gd name="connsiteY583" fmla="*/ 3070798 h 4078220"/>
              <a:gd name="connsiteX584" fmla="*/ 5034169 w 11677525"/>
              <a:gd name="connsiteY584" fmla="*/ 3070117 h 4078220"/>
              <a:gd name="connsiteX585" fmla="*/ 2076795 w 11677525"/>
              <a:gd name="connsiteY585" fmla="*/ 3067163 h 4078220"/>
              <a:gd name="connsiteX586" fmla="*/ 2083197 w 11677525"/>
              <a:gd name="connsiteY586" fmla="*/ 3076942 h 4078220"/>
              <a:gd name="connsiteX587" fmla="*/ 2047573 w 11677525"/>
              <a:gd name="connsiteY587" fmla="*/ 3102117 h 4078220"/>
              <a:gd name="connsiteX588" fmla="*/ 2019676 w 11677525"/>
              <a:gd name="connsiteY588" fmla="*/ 3092823 h 4078220"/>
              <a:gd name="connsiteX589" fmla="*/ 2055576 w 11677525"/>
              <a:gd name="connsiteY589" fmla="*/ 3067751 h 4078220"/>
              <a:gd name="connsiteX590" fmla="*/ 2076795 w 11677525"/>
              <a:gd name="connsiteY590" fmla="*/ 3067163 h 4078220"/>
              <a:gd name="connsiteX591" fmla="*/ 5340612 w 11677525"/>
              <a:gd name="connsiteY591" fmla="*/ 3066464 h 4078220"/>
              <a:gd name="connsiteX592" fmla="*/ 5360479 w 11677525"/>
              <a:gd name="connsiteY592" fmla="*/ 3080300 h 4078220"/>
              <a:gd name="connsiteX593" fmla="*/ 5337111 w 11677525"/>
              <a:gd name="connsiteY593" fmla="*/ 3116072 h 4078220"/>
              <a:gd name="connsiteX594" fmla="*/ 5287373 w 11677525"/>
              <a:gd name="connsiteY594" fmla="*/ 3102847 h 4078220"/>
              <a:gd name="connsiteX595" fmla="*/ 5311158 w 11677525"/>
              <a:gd name="connsiteY595" fmla="*/ 3067231 h 4078220"/>
              <a:gd name="connsiteX596" fmla="*/ 5340612 w 11677525"/>
              <a:gd name="connsiteY596" fmla="*/ 3066464 h 4078220"/>
              <a:gd name="connsiteX597" fmla="*/ 4733672 w 11677525"/>
              <a:gd name="connsiteY597" fmla="*/ 3059450 h 4078220"/>
              <a:gd name="connsiteX598" fmla="*/ 4751483 w 11677525"/>
              <a:gd name="connsiteY598" fmla="*/ 3073271 h 4078220"/>
              <a:gd name="connsiteX599" fmla="*/ 4722862 w 11677525"/>
              <a:gd name="connsiteY599" fmla="*/ 3108937 h 4078220"/>
              <a:gd name="connsiteX600" fmla="*/ 4675375 w 11677525"/>
              <a:gd name="connsiteY600" fmla="*/ 3095712 h 4078220"/>
              <a:gd name="connsiteX601" fmla="*/ 4704106 w 11677525"/>
              <a:gd name="connsiteY601" fmla="*/ 3060253 h 4078220"/>
              <a:gd name="connsiteX602" fmla="*/ 4733672 w 11677525"/>
              <a:gd name="connsiteY602" fmla="*/ 3059450 h 4078220"/>
              <a:gd name="connsiteX603" fmla="*/ 9583708 w 11677525"/>
              <a:gd name="connsiteY603" fmla="*/ 3055448 h 4078220"/>
              <a:gd name="connsiteX604" fmla="*/ 9597538 w 11677525"/>
              <a:gd name="connsiteY604" fmla="*/ 3061113 h 4078220"/>
              <a:gd name="connsiteX605" fmla="*/ 9602373 w 11677525"/>
              <a:gd name="connsiteY605" fmla="*/ 3075588 h 4078220"/>
              <a:gd name="connsiteX606" fmla="*/ 9576726 w 11677525"/>
              <a:gd name="connsiteY606" fmla="*/ 3070330 h 4078220"/>
              <a:gd name="connsiteX607" fmla="*/ 9571920 w 11677525"/>
              <a:gd name="connsiteY607" fmla="*/ 3055776 h 4078220"/>
              <a:gd name="connsiteX608" fmla="*/ 9583708 w 11677525"/>
              <a:gd name="connsiteY608" fmla="*/ 3055448 h 4078220"/>
              <a:gd name="connsiteX609" fmla="*/ 5645497 w 11677525"/>
              <a:gd name="connsiteY609" fmla="*/ 3055070 h 4078220"/>
              <a:gd name="connsiteX610" fmla="*/ 5666243 w 11677525"/>
              <a:gd name="connsiteY610" fmla="*/ 3068845 h 4078220"/>
              <a:gd name="connsiteX611" fmla="*/ 5645459 w 11677525"/>
              <a:gd name="connsiteY611" fmla="*/ 3104382 h 4078220"/>
              <a:gd name="connsiteX612" fmla="*/ 5594971 w 11677525"/>
              <a:gd name="connsiteY612" fmla="*/ 3091260 h 4078220"/>
              <a:gd name="connsiteX613" fmla="*/ 5616144 w 11677525"/>
              <a:gd name="connsiteY613" fmla="*/ 3055880 h 4078220"/>
              <a:gd name="connsiteX614" fmla="*/ 5645497 w 11677525"/>
              <a:gd name="connsiteY614" fmla="*/ 3055070 h 4078220"/>
              <a:gd name="connsiteX615" fmla="*/ 4429905 w 11677525"/>
              <a:gd name="connsiteY615" fmla="*/ 3049134 h 4078220"/>
              <a:gd name="connsiteX616" fmla="*/ 4441189 w 11677525"/>
              <a:gd name="connsiteY616" fmla="*/ 3058405 h 4078220"/>
              <a:gd name="connsiteX617" fmla="*/ 4420211 w 11677525"/>
              <a:gd name="connsiteY617" fmla="*/ 3082305 h 4078220"/>
              <a:gd name="connsiteX618" fmla="*/ 4388896 w 11677525"/>
              <a:gd name="connsiteY618" fmla="*/ 3073453 h 4078220"/>
              <a:gd name="connsiteX619" fmla="*/ 4409846 w 11677525"/>
              <a:gd name="connsiteY619" fmla="*/ 3049685 h 4078220"/>
              <a:gd name="connsiteX620" fmla="*/ 4429905 w 11677525"/>
              <a:gd name="connsiteY620" fmla="*/ 3049134 h 4078220"/>
              <a:gd name="connsiteX621" fmla="*/ 2950831 w 11677525"/>
              <a:gd name="connsiteY621" fmla="*/ 3048763 h 4078220"/>
              <a:gd name="connsiteX622" fmla="*/ 2962890 w 11677525"/>
              <a:gd name="connsiteY622" fmla="*/ 3062492 h 4078220"/>
              <a:gd name="connsiteX623" fmla="*/ 2919543 w 11677525"/>
              <a:gd name="connsiteY623" fmla="*/ 3097977 h 4078220"/>
              <a:gd name="connsiteX624" fmla="*/ 2877668 w 11677525"/>
              <a:gd name="connsiteY624" fmla="*/ 3084804 h 4078220"/>
              <a:gd name="connsiteX625" fmla="*/ 2921016 w 11677525"/>
              <a:gd name="connsiteY625" fmla="*/ 3049580 h 4078220"/>
              <a:gd name="connsiteX626" fmla="*/ 2950831 w 11677525"/>
              <a:gd name="connsiteY626" fmla="*/ 3048763 h 4078220"/>
              <a:gd name="connsiteX627" fmla="*/ 1272051 w 11677525"/>
              <a:gd name="connsiteY627" fmla="*/ 3040546 h 4078220"/>
              <a:gd name="connsiteX628" fmla="*/ 1277442 w 11677525"/>
              <a:gd name="connsiteY628" fmla="*/ 3042447 h 4078220"/>
              <a:gd name="connsiteX629" fmla="*/ 1269106 w 11677525"/>
              <a:gd name="connsiteY629" fmla="*/ 3047523 h 4078220"/>
              <a:gd name="connsiteX630" fmla="*/ 1263604 w 11677525"/>
              <a:gd name="connsiteY630" fmla="*/ 3045675 h 4078220"/>
              <a:gd name="connsiteX631" fmla="*/ 1272051 w 11677525"/>
              <a:gd name="connsiteY631" fmla="*/ 3040546 h 4078220"/>
              <a:gd name="connsiteX632" fmla="*/ 5945609 w 11677525"/>
              <a:gd name="connsiteY632" fmla="*/ 3037562 h 4078220"/>
              <a:gd name="connsiteX633" fmla="*/ 5964115 w 11677525"/>
              <a:gd name="connsiteY633" fmla="*/ 3049163 h 4078220"/>
              <a:gd name="connsiteX634" fmla="*/ 5948582 w 11677525"/>
              <a:gd name="connsiteY634" fmla="*/ 3079259 h 4078220"/>
              <a:gd name="connsiteX635" fmla="*/ 5904818 w 11677525"/>
              <a:gd name="connsiteY635" fmla="*/ 3068090 h 4078220"/>
              <a:gd name="connsiteX636" fmla="*/ 5920600 w 11677525"/>
              <a:gd name="connsiteY636" fmla="*/ 3038281 h 4078220"/>
              <a:gd name="connsiteX637" fmla="*/ 5945609 w 11677525"/>
              <a:gd name="connsiteY637" fmla="*/ 3037562 h 4078220"/>
              <a:gd name="connsiteX638" fmla="*/ 4136751 w 11677525"/>
              <a:gd name="connsiteY638" fmla="*/ 3025538 h 4078220"/>
              <a:gd name="connsiteX639" fmla="*/ 4144680 w 11677525"/>
              <a:gd name="connsiteY639" fmla="*/ 3032293 h 4078220"/>
              <a:gd name="connsiteX640" fmla="*/ 4127952 w 11677525"/>
              <a:gd name="connsiteY640" fmla="*/ 3049789 h 4078220"/>
              <a:gd name="connsiteX641" fmla="*/ 4105528 w 11677525"/>
              <a:gd name="connsiteY641" fmla="*/ 3043281 h 4078220"/>
              <a:gd name="connsiteX642" fmla="*/ 4122172 w 11677525"/>
              <a:gd name="connsiteY642" fmla="*/ 3025967 h 4078220"/>
              <a:gd name="connsiteX643" fmla="*/ 4136751 w 11677525"/>
              <a:gd name="connsiteY643" fmla="*/ 3025538 h 4078220"/>
              <a:gd name="connsiteX644" fmla="*/ 7411428 w 11677525"/>
              <a:gd name="connsiteY644" fmla="*/ 3021747 h 4078220"/>
              <a:gd name="connsiteX645" fmla="*/ 7447943 w 11677525"/>
              <a:gd name="connsiteY645" fmla="*/ 3040546 h 4078220"/>
              <a:gd name="connsiteX646" fmla="*/ 7439579 w 11677525"/>
              <a:gd name="connsiteY646" fmla="*/ 3089230 h 4078220"/>
              <a:gd name="connsiteX647" fmla="*/ 7362667 w 11677525"/>
              <a:gd name="connsiteY647" fmla="*/ 3071163 h 4078220"/>
              <a:gd name="connsiteX648" fmla="*/ 7371308 w 11677525"/>
              <a:gd name="connsiteY648" fmla="*/ 3022843 h 4078220"/>
              <a:gd name="connsiteX649" fmla="*/ 7411428 w 11677525"/>
              <a:gd name="connsiteY649" fmla="*/ 3021747 h 4078220"/>
              <a:gd name="connsiteX650" fmla="*/ 8224782 w 11677525"/>
              <a:gd name="connsiteY650" fmla="*/ 3019903 h 4078220"/>
              <a:gd name="connsiteX651" fmla="*/ 8300712 w 11677525"/>
              <a:gd name="connsiteY651" fmla="*/ 3045805 h 4078220"/>
              <a:gd name="connsiteX652" fmla="*/ 8302629 w 11677525"/>
              <a:gd name="connsiteY652" fmla="*/ 3106178 h 4078220"/>
              <a:gd name="connsiteX653" fmla="*/ 8202709 w 11677525"/>
              <a:gd name="connsiteY653" fmla="*/ 3083763 h 4078220"/>
              <a:gd name="connsiteX654" fmla="*/ 8201931 w 11677525"/>
              <a:gd name="connsiteY654" fmla="*/ 3023988 h 4078220"/>
              <a:gd name="connsiteX655" fmla="*/ 8224782 w 11677525"/>
              <a:gd name="connsiteY655" fmla="*/ 3019903 h 4078220"/>
              <a:gd name="connsiteX656" fmla="*/ 6245039 w 11677525"/>
              <a:gd name="connsiteY656" fmla="*/ 3000561 h 4078220"/>
              <a:gd name="connsiteX657" fmla="*/ 6270210 w 11677525"/>
              <a:gd name="connsiteY657" fmla="*/ 3015578 h 4078220"/>
              <a:gd name="connsiteX658" fmla="*/ 6252816 w 11677525"/>
              <a:gd name="connsiteY658" fmla="*/ 3054449 h 4078220"/>
              <a:gd name="connsiteX659" fmla="*/ 6194714 w 11677525"/>
              <a:gd name="connsiteY659" fmla="*/ 3039999 h 4078220"/>
              <a:gd name="connsiteX660" fmla="*/ 6212970 w 11677525"/>
              <a:gd name="connsiteY660" fmla="*/ 3001417 h 4078220"/>
              <a:gd name="connsiteX661" fmla="*/ 6245039 w 11677525"/>
              <a:gd name="connsiteY661" fmla="*/ 3000561 h 4078220"/>
              <a:gd name="connsiteX662" fmla="*/ 9025103 w 11677525"/>
              <a:gd name="connsiteY662" fmla="*/ 2998462 h 4078220"/>
              <a:gd name="connsiteX663" fmla="*/ 9058116 w 11677525"/>
              <a:gd name="connsiteY663" fmla="*/ 3012637 h 4078220"/>
              <a:gd name="connsiteX664" fmla="*/ 9066148 w 11677525"/>
              <a:gd name="connsiteY664" fmla="*/ 3049398 h 4078220"/>
              <a:gd name="connsiteX665" fmla="*/ 9002322 w 11677525"/>
              <a:gd name="connsiteY665" fmla="*/ 3035730 h 4078220"/>
              <a:gd name="connsiteX666" fmla="*/ 8994903 w 11677525"/>
              <a:gd name="connsiteY666" fmla="*/ 2999282 h 4078220"/>
              <a:gd name="connsiteX667" fmla="*/ 9025103 w 11677525"/>
              <a:gd name="connsiteY667" fmla="*/ 2998462 h 4078220"/>
              <a:gd name="connsiteX668" fmla="*/ 3859580 w 11677525"/>
              <a:gd name="connsiteY668" fmla="*/ 2987007 h 4078220"/>
              <a:gd name="connsiteX669" fmla="*/ 3867704 w 11677525"/>
              <a:gd name="connsiteY669" fmla="*/ 2994466 h 4078220"/>
              <a:gd name="connsiteX670" fmla="*/ 3848086 w 11677525"/>
              <a:gd name="connsiteY670" fmla="*/ 3013549 h 4078220"/>
              <a:gd name="connsiteX671" fmla="*/ 3823328 w 11677525"/>
              <a:gd name="connsiteY671" fmla="*/ 3006493 h 4078220"/>
              <a:gd name="connsiteX672" fmla="*/ 3843057 w 11677525"/>
              <a:gd name="connsiteY672" fmla="*/ 2987436 h 4078220"/>
              <a:gd name="connsiteX673" fmla="*/ 3859580 w 11677525"/>
              <a:gd name="connsiteY673" fmla="*/ 2987007 h 4078220"/>
              <a:gd name="connsiteX674" fmla="*/ 1882821 w 11677525"/>
              <a:gd name="connsiteY674" fmla="*/ 2981598 h 4078220"/>
              <a:gd name="connsiteX675" fmla="*/ 1886134 w 11677525"/>
              <a:gd name="connsiteY675" fmla="*/ 2986993 h 4078220"/>
              <a:gd name="connsiteX676" fmla="*/ 1865294 w 11677525"/>
              <a:gd name="connsiteY676" fmla="*/ 3001130 h 4078220"/>
              <a:gd name="connsiteX677" fmla="*/ 1849511 w 11677525"/>
              <a:gd name="connsiteY677" fmla="*/ 2995845 h 4078220"/>
              <a:gd name="connsiteX678" fmla="*/ 1870629 w 11677525"/>
              <a:gd name="connsiteY678" fmla="*/ 2981943 h 4078220"/>
              <a:gd name="connsiteX679" fmla="*/ 1882821 w 11677525"/>
              <a:gd name="connsiteY679" fmla="*/ 2981598 h 4078220"/>
              <a:gd name="connsiteX680" fmla="*/ 2717573 w 11677525"/>
              <a:gd name="connsiteY680" fmla="*/ 2979730 h 4078220"/>
              <a:gd name="connsiteX681" fmla="*/ 2727732 w 11677525"/>
              <a:gd name="connsiteY681" fmla="*/ 2991836 h 4078220"/>
              <a:gd name="connsiteX682" fmla="*/ 2687136 w 11677525"/>
              <a:gd name="connsiteY682" fmla="*/ 3023077 h 4078220"/>
              <a:gd name="connsiteX683" fmla="*/ 2649902 w 11677525"/>
              <a:gd name="connsiteY683" fmla="*/ 3011518 h 4078220"/>
              <a:gd name="connsiteX684" fmla="*/ 2690804 w 11677525"/>
              <a:gd name="connsiteY684" fmla="*/ 2980433 h 4078220"/>
              <a:gd name="connsiteX685" fmla="*/ 2717573 w 11677525"/>
              <a:gd name="connsiteY685" fmla="*/ 2979730 h 4078220"/>
              <a:gd name="connsiteX686" fmla="*/ 10727532 w 11677525"/>
              <a:gd name="connsiteY686" fmla="*/ 2976137 h 4078220"/>
              <a:gd name="connsiteX687" fmla="*/ 10736619 w 11677525"/>
              <a:gd name="connsiteY687" fmla="*/ 2977907 h 4078220"/>
              <a:gd name="connsiteX688" fmla="*/ 10739787 w 11677525"/>
              <a:gd name="connsiteY688" fmla="*/ 2982880 h 4078220"/>
              <a:gd name="connsiteX689" fmla="*/ 10730451 w 11677525"/>
              <a:gd name="connsiteY689" fmla="*/ 2981031 h 4078220"/>
              <a:gd name="connsiteX690" fmla="*/ 10727532 w 11677525"/>
              <a:gd name="connsiteY690" fmla="*/ 2976137 h 4078220"/>
              <a:gd name="connsiteX691" fmla="*/ 594311 w 11677525"/>
              <a:gd name="connsiteY691" fmla="*/ 2961584 h 4078220"/>
              <a:gd name="connsiteX692" fmla="*/ 596506 w 11677525"/>
              <a:gd name="connsiteY692" fmla="*/ 2962286 h 4078220"/>
              <a:gd name="connsiteX693" fmla="*/ 592756 w 11677525"/>
              <a:gd name="connsiteY693" fmla="*/ 2964266 h 4078220"/>
              <a:gd name="connsiteX694" fmla="*/ 591032 w 11677525"/>
              <a:gd name="connsiteY694" fmla="*/ 2963485 h 4078220"/>
              <a:gd name="connsiteX695" fmla="*/ 594311 w 11677525"/>
              <a:gd name="connsiteY695" fmla="*/ 2961584 h 4078220"/>
              <a:gd name="connsiteX696" fmla="*/ 6533017 w 11677525"/>
              <a:gd name="connsiteY696" fmla="*/ 2961128 h 4078220"/>
              <a:gd name="connsiteX697" fmla="*/ 6558885 w 11677525"/>
              <a:gd name="connsiteY697" fmla="*/ 2975850 h 4078220"/>
              <a:gd name="connsiteX698" fmla="*/ 6544436 w 11677525"/>
              <a:gd name="connsiteY698" fmla="*/ 3013991 h 4078220"/>
              <a:gd name="connsiteX699" fmla="*/ 6486085 w 11677525"/>
              <a:gd name="connsiteY699" fmla="*/ 2999802 h 4078220"/>
              <a:gd name="connsiteX700" fmla="*/ 6501228 w 11677525"/>
              <a:gd name="connsiteY700" fmla="*/ 2962027 h 4078220"/>
              <a:gd name="connsiteX701" fmla="*/ 6533017 w 11677525"/>
              <a:gd name="connsiteY701" fmla="*/ 2961128 h 4078220"/>
              <a:gd name="connsiteX702" fmla="*/ 10221485 w 11677525"/>
              <a:gd name="connsiteY702" fmla="*/ 2958538 h 4078220"/>
              <a:gd name="connsiteX703" fmla="*/ 10243464 w 11677525"/>
              <a:gd name="connsiteY703" fmla="*/ 2962964 h 4078220"/>
              <a:gd name="connsiteX704" fmla="*/ 10249381 w 11677525"/>
              <a:gd name="connsiteY704" fmla="*/ 2974705 h 4078220"/>
              <a:gd name="connsiteX705" fmla="*/ 10227320 w 11677525"/>
              <a:gd name="connsiteY705" fmla="*/ 2970436 h 4078220"/>
              <a:gd name="connsiteX706" fmla="*/ 10221485 w 11677525"/>
              <a:gd name="connsiteY706" fmla="*/ 2958538 h 4078220"/>
              <a:gd name="connsiteX707" fmla="*/ 7662098 w 11677525"/>
              <a:gd name="connsiteY707" fmla="*/ 2947282 h 4078220"/>
              <a:gd name="connsiteX708" fmla="*/ 7701385 w 11677525"/>
              <a:gd name="connsiteY708" fmla="*/ 2966532 h 4078220"/>
              <a:gd name="connsiteX709" fmla="*/ 7695716 w 11677525"/>
              <a:gd name="connsiteY709" fmla="*/ 3016621 h 4078220"/>
              <a:gd name="connsiteX710" fmla="*/ 7614163 w 11677525"/>
              <a:gd name="connsiteY710" fmla="*/ 2997954 h 4078220"/>
              <a:gd name="connsiteX711" fmla="*/ 7620748 w 11677525"/>
              <a:gd name="connsiteY711" fmla="*/ 2948359 h 4078220"/>
              <a:gd name="connsiteX712" fmla="*/ 7662098 w 11677525"/>
              <a:gd name="connsiteY712" fmla="*/ 2947282 h 4078220"/>
              <a:gd name="connsiteX713" fmla="*/ 3592210 w 11677525"/>
              <a:gd name="connsiteY713" fmla="*/ 2942745 h 4078220"/>
              <a:gd name="connsiteX714" fmla="*/ 3599230 w 11677525"/>
              <a:gd name="connsiteY714" fmla="*/ 2949296 h 4078220"/>
              <a:gd name="connsiteX715" fmla="*/ 3580752 w 11677525"/>
              <a:gd name="connsiteY715" fmla="*/ 2965983 h 4078220"/>
              <a:gd name="connsiteX716" fmla="*/ 3559244 w 11677525"/>
              <a:gd name="connsiteY716" fmla="*/ 2959839 h 4078220"/>
              <a:gd name="connsiteX717" fmla="*/ 3577584 w 11677525"/>
              <a:gd name="connsiteY717" fmla="*/ 2943126 h 4078220"/>
              <a:gd name="connsiteX718" fmla="*/ 3592210 w 11677525"/>
              <a:gd name="connsiteY718" fmla="*/ 2942745 h 4078220"/>
              <a:gd name="connsiteX719" fmla="*/ 9709183 w 11677525"/>
              <a:gd name="connsiteY719" fmla="*/ 2937451 h 4078220"/>
              <a:gd name="connsiteX720" fmla="*/ 9730524 w 11677525"/>
              <a:gd name="connsiteY720" fmla="*/ 2941772 h 4078220"/>
              <a:gd name="connsiteX721" fmla="*/ 9735274 w 11677525"/>
              <a:gd name="connsiteY721" fmla="*/ 2953514 h 4078220"/>
              <a:gd name="connsiteX722" fmla="*/ 9713601 w 11677525"/>
              <a:gd name="connsiteY722" fmla="*/ 2949166 h 4078220"/>
              <a:gd name="connsiteX723" fmla="*/ 9709183 w 11677525"/>
              <a:gd name="connsiteY723" fmla="*/ 2937451 h 4078220"/>
              <a:gd name="connsiteX724" fmla="*/ 1142039 w 11677525"/>
              <a:gd name="connsiteY724" fmla="*/ 2932165 h 4078220"/>
              <a:gd name="connsiteX725" fmla="*/ 1146262 w 11677525"/>
              <a:gd name="connsiteY725" fmla="*/ 2933520 h 4078220"/>
              <a:gd name="connsiteX726" fmla="*/ 1139538 w 11677525"/>
              <a:gd name="connsiteY726" fmla="*/ 2937475 h 4078220"/>
              <a:gd name="connsiteX727" fmla="*/ 1135425 w 11677525"/>
              <a:gd name="connsiteY727" fmla="*/ 2935993 h 4078220"/>
              <a:gd name="connsiteX728" fmla="*/ 1142039 w 11677525"/>
              <a:gd name="connsiteY728" fmla="*/ 2932165 h 4078220"/>
              <a:gd name="connsiteX729" fmla="*/ 8436629 w 11677525"/>
              <a:gd name="connsiteY729" fmla="*/ 2929032 h 4078220"/>
              <a:gd name="connsiteX730" fmla="*/ 8509499 w 11677525"/>
              <a:gd name="connsiteY730" fmla="*/ 2953045 h 4078220"/>
              <a:gd name="connsiteX731" fmla="*/ 8514251 w 11677525"/>
              <a:gd name="connsiteY731" fmla="*/ 3008732 h 4078220"/>
              <a:gd name="connsiteX732" fmla="*/ 8418722 w 11677525"/>
              <a:gd name="connsiteY732" fmla="*/ 2988086 h 4078220"/>
              <a:gd name="connsiteX733" fmla="*/ 8415248 w 11677525"/>
              <a:gd name="connsiteY733" fmla="*/ 2932790 h 4078220"/>
              <a:gd name="connsiteX734" fmla="*/ 8436629 w 11677525"/>
              <a:gd name="connsiteY734" fmla="*/ 2929032 h 4078220"/>
              <a:gd name="connsiteX735" fmla="*/ 6810277 w 11677525"/>
              <a:gd name="connsiteY735" fmla="*/ 2914820 h 4078220"/>
              <a:gd name="connsiteX736" fmla="*/ 6835528 w 11677525"/>
              <a:gd name="connsiteY736" fmla="*/ 2928443 h 4078220"/>
              <a:gd name="connsiteX737" fmla="*/ 6824192 w 11677525"/>
              <a:gd name="connsiteY737" fmla="*/ 2963615 h 4078220"/>
              <a:gd name="connsiteX738" fmla="*/ 6768674 w 11677525"/>
              <a:gd name="connsiteY738" fmla="*/ 2950597 h 4078220"/>
              <a:gd name="connsiteX739" fmla="*/ 6780316 w 11677525"/>
              <a:gd name="connsiteY739" fmla="*/ 2915608 h 4078220"/>
              <a:gd name="connsiteX740" fmla="*/ 6810277 w 11677525"/>
              <a:gd name="connsiteY740" fmla="*/ 2914820 h 4078220"/>
              <a:gd name="connsiteX741" fmla="*/ 2503353 w 11677525"/>
              <a:gd name="connsiteY741" fmla="*/ 2904726 h 4078220"/>
              <a:gd name="connsiteX742" fmla="*/ 2511664 w 11677525"/>
              <a:gd name="connsiteY742" fmla="*/ 2915295 h 4078220"/>
              <a:gd name="connsiteX743" fmla="*/ 2474291 w 11677525"/>
              <a:gd name="connsiteY743" fmla="*/ 2942475 h 4078220"/>
              <a:gd name="connsiteX744" fmla="*/ 2442031 w 11677525"/>
              <a:gd name="connsiteY744" fmla="*/ 2932400 h 4078220"/>
              <a:gd name="connsiteX745" fmla="*/ 2479599 w 11677525"/>
              <a:gd name="connsiteY745" fmla="*/ 2905325 h 4078220"/>
              <a:gd name="connsiteX746" fmla="*/ 2503353 w 11677525"/>
              <a:gd name="connsiteY746" fmla="*/ 2904726 h 4078220"/>
              <a:gd name="connsiteX747" fmla="*/ 3338793 w 11677525"/>
              <a:gd name="connsiteY747" fmla="*/ 2891210 h 4078220"/>
              <a:gd name="connsiteX748" fmla="*/ 3343927 w 11677525"/>
              <a:gd name="connsiteY748" fmla="*/ 2896446 h 4078220"/>
              <a:gd name="connsiteX749" fmla="*/ 3328256 w 11677525"/>
              <a:gd name="connsiteY749" fmla="*/ 2909880 h 4078220"/>
              <a:gd name="connsiteX750" fmla="*/ 3311056 w 11677525"/>
              <a:gd name="connsiteY750" fmla="*/ 2904908 h 4078220"/>
              <a:gd name="connsiteX751" fmla="*/ 3326949 w 11677525"/>
              <a:gd name="connsiteY751" fmla="*/ 2891500 h 4078220"/>
              <a:gd name="connsiteX752" fmla="*/ 3338793 w 11677525"/>
              <a:gd name="connsiteY752" fmla="*/ 2891210 h 4078220"/>
              <a:gd name="connsiteX753" fmla="*/ 9188709 w 11677525"/>
              <a:gd name="connsiteY753" fmla="*/ 2888975 h 4078220"/>
              <a:gd name="connsiteX754" fmla="*/ 9223307 w 11677525"/>
              <a:gd name="connsiteY754" fmla="*/ 2903189 h 4078220"/>
              <a:gd name="connsiteX755" fmla="*/ 9233033 w 11677525"/>
              <a:gd name="connsiteY755" fmla="*/ 2939975 h 4078220"/>
              <a:gd name="connsiteX756" fmla="*/ 9166817 w 11677525"/>
              <a:gd name="connsiteY756" fmla="*/ 2926307 h 4078220"/>
              <a:gd name="connsiteX757" fmla="*/ 9158010 w 11677525"/>
              <a:gd name="connsiteY757" fmla="*/ 2889756 h 4078220"/>
              <a:gd name="connsiteX758" fmla="*/ 9188709 w 11677525"/>
              <a:gd name="connsiteY758" fmla="*/ 2888975 h 4078220"/>
              <a:gd name="connsiteX759" fmla="*/ 1735239 w 11677525"/>
              <a:gd name="connsiteY759" fmla="*/ 2875900 h 4078220"/>
              <a:gd name="connsiteX760" fmla="*/ 1741560 w 11677525"/>
              <a:gd name="connsiteY760" fmla="*/ 2886371 h 4078220"/>
              <a:gd name="connsiteX761" fmla="*/ 1699519 w 11677525"/>
              <a:gd name="connsiteY761" fmla="*/ 2913109 h 4078220"/>
              <a:gd name="connsiteX762" fmla="*/ 1669315 w 11677525"/>
              <a:gd name="connsiteY762" fmla="*/ 2903216 h 4078220"/>
              <a:gd name="connsiteX763" fmla="*/ 1711662 w 11677525"/>
              <a:gd name="connsiteY763" fmla="*/ 2876478 h 4078220"/>
              <a:gd name="connsiteX764" fmla="*/ 1735239 w 11677525"/>
              <a:gd name="connsiteY764" fmla="*/ 2875900 h 4078220"/>
              <a:gd name="connsiteX765" fmla="*/ 7895186 w 11677525"/>
              <a:gd name="connsiteY765" fmla="*/ 2869442 h 4078220"/>
              <a:gd name="connsiteX766" fmla="*/ 7934708 w 11677525"/>
              <a:gd name="connsiteY766" fmla="*/ 2887933 h 4078220"/>
              <a:gd name="connsiteX767" fmla="*/ 7932097 w 11677525"/>
              <a:gd name="connsiteY767" fmla="*/ 2936097 h 4078220"/>
              <a:gd name="connsiteX768" fmla="*/ 7850848 w 11677525"/>
              <a:gd name="connsiteY768" fmla="*/ 2918185 h 4078220"/>
              <a:gd name="connsiteX769" fmla="*/ 7854432 w 11677525"/>
              <a:gd name="connsiteY769" fmla="*/ 2870516 h 4078220"/>
              <a:gd name="connsiteX770" fmla="*/ 7895186 w 11677525"/>
              <a:gd name="connsiteY770" fmla="*/ 2869442 h 4078220"/>
              <a:gd name="connsiteX771" fmla="*/ 7075816 w 11677525"/>
              <a:gd name="connsiteY771" fmla="*/ 2858079 h 4078220"/>
              <a:gd name="connsiteX772" fmla="*/ 7103057 w 11677525"/>
              <a:gd name="connsiteY772" fmla="*/ 2872079 h 4078220"/>
              <a:gd name="connsiteX773" fmla="*/ 7093581 w 11677525"/>
              <a:gd name="connsiteY773" fmla="*/ 2908318 h 4078220"/>
              <a:gd name="connsiteX774" fmla="*/ 7034980 w 11677525"/>
              <a:gd name="connsiteY774" fmla="*/ 2894884 h 4078220"/>
              <a:gd name="connsiteX775" fmla="*/ 7044844 w 11677525"/>
              <a:gd name="connsiteY775" fmla="*/ 2858880 h 4078220"/>
              <a:gd name="connsiteX776" fmla="*/ 7075816 w 11677525"/>
              <a:gd name="connsiteY776" fmla="*/ 2858079 h 4078220"/>
              <a:gd name="connsiteX777" fmla="*/ 5371883 w 11677525"/>
              <a:gd name="connsiteY777" fmla="*/ 2847551 h 4078220"/>
              <a:gd name="connsiteX778" fmla="*/ 5387571 w 11677525"/>
              <a:gd name="connsiteY778" fmla="*/ 2857838 h 4078220"/>
              <a:gd name="connsiteX779" fmla="*/ 5369455 w 11677525"/>
              <a:gd name="connsiteY779" fmla="*/ 2884237 h 4078220"/>
              <a:gd name="connsiteX780" fmla="*/ 5330525 w 11677525"/>
              <a:gd name="connsiteY780" fmla="*/ 2874500 h 4078220"/>
              <a:gd name="connsiteX781" fmla="*/ 5349004 w 11677525"/>
              <a:gd name="connsiteY781" fmla="*/ 2848101 h 4078220"/>
              <a:gd name="connsiteX782" fmla="*/ 5371883 w 11677525"/>
              <a:gd name="connsiteY782" fmla="*/ 2847551 h 4078220"/>
              <a:gd name="connsiteX783" fmla="*/ 5085195 w 11677525"/>
              <a:gd name="connsiteY783" fmla="*/ 2845824 h 4078220"/>
              <a:gd name="connsiteX784" fmla="*/ 5102648 w 11677525"/>
              <a:gd name="connsiteY784" fmla="*/ 2857890 h 4078220"/>
              <a:gd name="connsiteX785" fmla="*/ 5079224 w 11677525"/>
              <a:gd name="connsiteY785" fmla="*/ 2889105 h 4078220"/>
              <a:gd name="connsiteX786" fmla="*/ 5034348 w 11677525"/>
              <a:gd name="connsiteY786" fmla="*/ 2877520 h 4078220"/>
              <a:gd name="connsiteX787" fmla="*/ 5057968 w 11677525"/>
              <a:gd name="connsiteY787" fmla="*/ 2846487 h 4078220"/>
              <a:gd name="connsiteX788" fmla="*/ 5085195 w 11677525"/>
              <a:gd name="connsiteY788" fmla="*/ 2845824 h 4078220"/>
              <a:gd name="connsiteX789" fmla="*/ 11236943 w 11677525"/>
              <a:gd name="connsiteY789" fmla="*/ 2843962 h 4078220"/>
              <a:gd name="connsiteX790" fmla="*/ 11240750 w 11677525"/>
              <a:gd name="connsiteY790" fmla="*/ 2844664 h 4078220"/>
              <a:gd name="connsiteX791" fmla="*/ 11242251 w 11677525"/>
              <a:gd name="connsiteY791" fmla="*/ 2846487 h 4078220"/>
              <a:gd name="connsiteX792" fmla="*/ 11238611 w 11677525"/>
              <a:gd name="connsiteY792" fmla="*/ 2845810 h 4078220"/>
              <a:gd name="connsiteX793" fmla="*/ 11236943 w 11677525"/>
              <a:gd name="connsiteY793" fmla="*/ 2843962 h 4078220"/>
              <a:gd name="connsiteX794" fmla="*/ 4793801 w 11677525"/>
              <a:gd name="connsiteY794" fmla="*/ 2843855 h 4078220"/>
              <a:gd name="connsiteX795" fmla="*/ 4805944 w 11677525"/>
              <a:gd name="connsiteY795" fmla="*/ 2852631 h 4078220"/>
              <a:gd name="connsiteX796" fmla="*/ 4787160 w 11677525"/>
              <a:gd name="connsiteY796" fmla="*/ 2875255 h 4078220"/>
              <a:gd name="connsiteX797" fmla="*/ 4754983 w 11677525"/>
              <a:gd name="connsiteY797" fmla="*/ 2866871 h 4078220"/>
              <a:gd name="connsiteX798" fmla="*/ 4773989 w 11677525"/>
              <a:gd name="connsiteY798" fmla="*/ 2844353 h 4078220"/>
              <a:gd name="connsiteX799" fmla="*/ 4793801 w 11677525"/>
              <a:gd name="connsiteY799" fmla="*/ 2843855 h 4078220"/>
              <a:gd name="connsiteX800" fmla="*/ 10782940 w 11677525"/>
              <a:gd name="connsiteY800" fmla="*/ 2842764 h 4078220"/>
              <a:gd name="connsiteX801" fmla="*/ 10790414 w 11677525"/>
              <a:gd name="connsiteY801" fmla="*/ 2844117 h 4078220"/>
              <a:gd name="connsiteX802" fmla="*/ 10792805 w 11677525"/>
              <a:gd name="connsiteY802" fmla="*/ 2847840 h 4078220"/>
              <a:gd name="connsiteX803" fmla="*/ 10785329 w 11677525"/>
              <a:gd name="connsiteY803" fmla="*/ 2846461 h 4078220"/>
              <a:gd name="connsiteX804" fmla="*/ 10782940 w 11677525"/>
              <a:gd name="connsiteY804" fmla="*/ 2842764 h 4078220"/>
              <a:gd name="connsiteX805" fmla="*/ 10309844 w 11677525"/>
              <a:gd name="connsiteY805" fmla="*/ 2833496 h 4078220"/>
              <a:gd name="connsiteX806" fmla="*/ 10326185 w 11677525"/>
              <a:gd name="connsiteY806" fmla="*/ 2836593 h 4078220"/>
              <a:gd name="connsiteX807" fmla="*/ 10330574 w 11677525"/>
              <a:gd name="connsiteY807" fmla="*/ 2845003 h 4078220"/>
              <a:gd name="connsiteX808" fmla="*/ 10314403 w 11677525"/>
              <a:gd name="connsiteY808" fmla="*/ 2841879 h 4078220"/>
              <a:gd name="connsiteX809" fmla="*/ 10309844 w 11677525"/>
              <a:gd name="connsiteY809" fmla="*/ 2833496 h 4078220"/>
              <a:gd name="connsiteX810" fmla="*/ 8626810 w 11677525"/>
              <a:gd name="connsiteY810" fmla="*/ 2832221 h 4078220"/>
              <a:gd name="connsiteX811" fmla="*/ 8701477 w 11677525"/>
              <a:gd name="connsiteY811" fmla="*/ 2855912 h 4078220"/>
              <a:gd name="connsiteX812" fmla="*/ 8709062 w 11677525"/>
              <a:gd name="connsiteY812" fmla="*/ 2911026 h 4078220"/>
              <a:gd name="connsiteX813" fmla="*/ 8611728 w 11677525"/>
              <a:gd name="connsiteY813" fmla="*/ 2890537 h 4078220"/>
              <a:gd name="connsiteX814" fmla="*/ 8605420 w 11677525"/>
              <a:gd name="connsiteY814" fmla="*/ 2835917 h 4078220"/>
              <a:gd name="connsiteX815" fmla="*/ 8626810 w 11677525"/>
              <a:gd name="connsiteY815" fmla="*/ 2832221 h 4078220"/>
              <a:gd name="connsiteX816" fmla="*/ 5664232 w 11677525"/>
              <a:gd name="connsiteY816" fmla="*/ 2831328 h 4078220"/>
              <a:gd name="connsiteX817" fmla="*/ 5685221 w 11677525"/>
              <a:gd name="connsiteY817" fmla="*/ 2844456 h 4078220"/>
              <a:gd name="connsiteX818" fmla="*/ 5664465 w 11677525"/>
              <a:gd name="connsiteY818" fmla="*/ 2878248 h 4078220"/>
              <a:gd name="connsiteX819" fmla="*/ 5613810 w 11677525"/>
              <a:gd name="connsiteY819" fmla="*/ 2865726 h 4078220"/>
              <a:gd name="connsiteX820" fmla="*/ 5634761 w 11677525"/>
              <a:gd name="connsiteY820" fmla="*/ 2832064 h 4078220"/>
              <a:gd name="connsiteX821" fmla="*/ 5664232 w 11677525"/>
              <a:gd name="connsiteY821" fmla="*/ 2831328 h 4078220"/>
              <a:gd name="connsiteX822" fmla="*/ 3103851 w 11677525"/>
              <a:gd name="connsiteY822" fmla="*/ 2830485 h 4078220"/>
              <a:gd name="connsiteX823" fmla="*/ 3108769 w 11677525"/>
              <a:gd name="connsiteY823" fmla="*/ 2835579 h 4078220"/>
              <a:gd name="connsiteX824" fmla="*/ 3092403 w 11677525"/>
              <a:gd name="connsiteY824" fmla="*/ 2848570 h 4078220"/>
              <a:gd name="connsiteX825" fmla="*/ 3075759 w 11677525"/>
              <a:gd name="connsiteY825" fmla="*/ 2843779 h 4078220"/>
              <a:gd name="connsiteX826" fmla="*/ 3092264 w 11677525"/>
              <a:gd name="connsiteY826" fmla="*/ 2830762 h 4078220"/>
              <a:gd name="connsiteX827" fmla="*/ 3103851 w 11677525"/>
              <a:gd name="connsiteY827" fmla="*/ 2830485 h 4078220"/>
              <a:gd name="connsiteX828" fmla="*/ 4512129 w 11677525"/>
              <a:gd name="connsiteY828" fmla="*/ 2826655 h 4078220"/>
              <a:gd name="connsiteX829" fmla="*/ 4523633 w 11677525"/>
              <a:gd name="connsiteY829" fmla="*/ 2835344 h 4078220"/>
              <a:gd name="connsiteX830" fmla="*/ 4503543 w 11677525"/>
              <a:gd name="connsiteY830" fmla="*/ 2857734 h 4078220"/>
              <a:gd name="connsiteX831" fmla="*/ 4472117 w 11677525"/>
              <a:gd name="connsiteY831" fmla="*/ 2849481 h 4078220"/>
              <a:gd name="connsiteX832" fmla="*/ 4492373 w 11677525"/>
              <a:gd name="connsiteY832" fmla="*/ 2827143 h 4078220"/>
              <a:gd name="connsiteX833" fmla="*/ 4512129 w 11677525"/>
              <a:gd name="connsiteY833" fmla="*/ 2826655 h 4078220"/>
              <a:gd name="connsiteX834" fmla="*/ 1032976 w 11677525"/>
              <a:gd name="connsiteY834" fmla="*/ 2822145 h 4078220"/>
              <a:gd name="connsiteX835" fmla="*/ 1036977 w 11677525"/>
              <a:gd name="connsiteY835" fmla="*/ 2823498 h 4078220"/>
              <a:gd name="connsiteX836" fmla="*/ 1030447 w 11677525"/>
              <a:gd name="connsiteY836" fmla="*/ 2827196 h 4078220"/>
              <a:gd name="connsiteX837" fmla="*/ 1026669 w 11677525"/>
              <a:gd name="connsiteY837" fmla="*/ 2825790 h 4078220"/>
              <a:gd name="connsiteX838" fmla="*/ 1032976 w 11677525"/>
              <a:gd name="connsiteY838" fmla="*/ 2822145 h 4078220"/>
              <a:gd name="connsiteX839" fmla="*/ 2316381 w 11677525"/>
              <a:gd name="connsiteY839" fmla="*/ 2819509 h 4078220"/>
              <a:gd name="connsiteX840" fmla="*/ 2325467 w 11677525"/>
              <a:gd name="connsiteY840" fmla="*/ 2831439 h 4078220"/>
              <a:gd name="connsiteX841" fmla="*/ 2281036 w 11677525"/>
              <a:gd name="connsiteY841" fmla="*/ 2862263 h 4078220"/>
              <a:gd name="connsiteX842" fmla="*/ 2244191 w 11677525"/>
              <a:gd name="connsiteY842" fmla="*/ 2850783 h 4078220"/>
              <a:gd name="connsiteX843" fmla="*/ 2289039 w 11677525"/>
              <a:gd name="connsiteY843" fmla="*/ 2820192 h 4078220"/>
              <a:gd name="connsiteX844" fmla="*/ 2316381 w 11677525"/>
              <a:gd name="connsiteY844" fmla="*/ 2819509 h 4078220"/>
              <a:gd name="connsiteX845" fmla="*/ 5950799 w 11677525"/>
              <a:gd name="connsiteY845" fmla="*/ 2809879 h 4078220"/>
              <a:gd name="connsiteX846" fmla="*/ 5973702 w 11677525"/>
              <a:gd name="connsiteY846" fmla="*/ 2823498 h 4078220"/>
              <a:gd name="connsiteX847" fmla="*/ 5954556 w 11677525"/>
              <a:gd name="connsiteY847" fmla="*/ 2858905 h 4078220"/>
              <a:gd name="connsiteX848" fmla="*/ 5900150 w 11677525"/>
              <a:gd name="connsiteY848" fmla="*/ 2845732 h 4078220"/>
              <a:gd name="connsiteX849" fmla="*/ 5919934 w 11677525"/>
              <a:gd name="connsiteY849" fmla="*/ 2810690 h 4078220"/>
              <a:gd name="connsiteX850" fmla="*/ 5950799 w 11677525"/>
              <a:gd name="connsiteY850" fmla="*/ 2809879 h 4078220"/>
              <a:gd name="connsiteX851" fmla="*/ 4236539 w 11677525"/>
              <a:gd name="connsiteY851" fmla="*/ 2802323 h 4078220"/>
              <a:gd name="connsiteX852" fmla="*/ 4245878 w 11677525"/>
              <a:gd name="connsiteY852" fmla="*/ 2809804 h 4078220"/>
              <a:gd name="connsiteX853" fmla="*/ 4227040 w 11677525"/>
              <a:gd name="connsiteY853" fmla="*/ 2829149 h 4078220"/>
              <a:gd name="connsiteX854" fmla="*/ 4200419 w 11677525"/>
              <a:gd name="connsiteY854" fmla="*/ 2822015 h 4078220"/>
              <a:gd name="connsiteX855" fmla="*/ 4219426 w 11677525"/>
              <a:gd name="connsiteY855" fmla="*/ 2802749 h 4078220"/>
              <a:gd name="connsiteX856" fmla="*/ 4236539 w 11677525"/>
              <a:gd name="connsiteY856" fmla="*/ 2802323 h 4078220"/>
              <a:gd name="connsiteX857" fmla="*/ 9826996 w 11677525"/>
              <a:gd name="connsiteY857" fmla="*/ 2801372 h 4078220"/>
              <a:gd name="connsiteX858" fmla="*/ 9863260 w 11677525"/>
              <a:gd name="connsiteY858" fmla="*/ 2815037 h 4078220"/>
              <a:gd name="connsiteX859" fmla="*/ 9878127 w 11677525"/>
              <a:gd name="connsiteY859" fmla="*/ 2850184 h 4078220"/>
              <a:gd name="connsiteX860" fmla="*/ 9811466 w 11677525"/>
              <a:gd name="connsiteY860" fmla="*/ 2837166 h 4078220"/>
              <a:gd name="connsiteX861" fmla="*/ 9796962 w 11677525"/>
              <a:gd name="connsiteY861" fmla="*/ 2802176 h 4078220"/>
              <a:gd name="connsiteX862" fmla="*/ 9826996 w 11677525"/>
              <a:gd name="connsiteY862" fmla="*/ 2801372 h 4078220"/>
              <a:gd name="connsiteX863" fmla="*/ 7326201 w 11677525"/>
              <a:gd name="connsiteY863" fmla="*/ 2798464 h 4078220"/>
              <a:gd name="connsiteX864" fmla="*/ 7350941 w 11677525"/>
              <a:gd name="connsiteY864" fmla="*/ 2810637 h 4078220"/>
              <a:gd name="connsiteX865" fmla="*/ 7344411 w 11677525"/>
              <a:gd name="connsiteY865" fmla="*/ 2841983 h 4078220"/>
              <a:gd name="connsiteX866" fmla="*/ 7292200 w 11677525"/>
              <a:gd name="connsiteY866" fmla="*/ 2830398 h 4078220"/>
              <a:gd name="connsiteX867" fmla="*/ 7298896 w 11677525"/>
              <a:gd name="connsiteY867" fmla="*/ 2799157 h 4078220"/>
              <a:gd name="connsiteX868" fmla="*/ 7326201 w 11677525"/>
              <a:gd name="connsiteY868" fmla="*/ 2798464 h 4078220"/>
              <a:gd name="connsiteX869" fmla="*/ 1566449 w 11677525"/>
              <a:gd name="connsiteY869" fmla="*/ 2789342 h 4078220"/>
              <a:gd name="connsiteX870" fmla="*/ 1576647 w 11677525"/>
              <a:gd name="connsiteY870" fmla="*/ 2792674 h 4078220"/>
              <a:gd name="connsiteX871" fmla="*/ 1561753 w 11677525"/>
              <a:gd name="connsiteY871" fmla="*/ 2801813 h 4078220"/>
              <a:gd name="connsiteX872" fmla="*/ 1551417 w 11677525"/>
              <a:gd name="connsiteY872" fmla="*/ 2798428 h 4078220"/>
              <a:gd name="connsiteX873" fmla="*/ 1566449 w 11677525"/>
              <a:gd name="connsiteY873" fmla="*/ 2789342 h 4078220"/>
              <a:gd name="connsiteX874" fmla="*/ 8110048 w 11677525"/>
              <a:gd name="connsiteY874" fmla="*/ 2785645 h 4078220"/>
              <a:gd name="connsiteX875" fmla="*/ 8151360 w 11677525"/>
              <a:gd name="connsiteY875" fmla="*/ 2804155 h 4078220"/>
              <a:gd name="connsiteX876" fmla="*/ 8151360 w 11677525"/>
              <a:gd name="connsiteY876" fmla="*/ 2852240 h 4078220"/>
              <a:gd name="connsiteX877" fmla="*/ 8067584 w 11677525"/>
              <a:gd name="connsiteY877" fmla="*/ 2834380 h 4078220"/>
              <a:gd name="connsiteX878" fmla="*/ 8068695 w 11677525"/>
              <a:gd name="connsiteY878" fmla="*/ 2786738 h 4078220"/>
              <a:gd name="connsiteX879" fmla="*/ 8110048 w 11677525"/>
              <a:gd name="connsiteY879" fmla="*/ 2785645 h 4078220"/>
              <a:gd name="connsiteX880" fmla="*/ 6228743 w 11677525"/>
              <a:gd name="connsiteY880" fmla="*/ 2785297 h 4078220"/>
              <a:gd name="connsiteX881" fmla="*/ 6248009 w 11677525"/>
              <a:gd name="connsiteY881" fmla="*/ 2796241 h 4078220"/>
              <a:gd name="connsiteX882" fmla="*/ 6234366 w 11677525"/>
              <a:gd name="connsiteY882" fmla="*/ 2824722 h 4078220"/>
              <a:gd name="connsiteX883" fmla="*/ 6190019 w 11677525"/>
              <a:gd name="connsiteY883" fmla="*/ 2814152 h 4078220"/>
              <a:gd name="connsiteX884" fmla="*/ 6203662 w 11677525"/>
              <a:gd name="connsiteY884" fmla="*/ 2785931 h 4078220"/>
              <a:gd name="connsiteX885" fmla="*/ 6228743 w 11677525"/>
              <a:gd name="connsiteY885" fmla="*/ 2785297 h 4078220"/>
              <a:gd name="connsiteX886" fmla="*/ 9332523 w 11677525"/>
              <a:gd name="connsiteY886" fmla="*/ 2780126 h 4078220"/>
              <a:gd name="connsiteX887" fmla="*/ 9366854 w 11677525"/>
              <a:gd name="connsiteY887" fmla="*/ 2793664 h 4078220"/>
              <a:gd name="connsiteX888" fmla="*/ 9377384 w 11677525"/>
              <a:gd name="connsiteY888" fmla="*/ 2828472 h 4078220"/>
              <a:gd name="connsiteX889" fmla="*/ 9312726 w 11677525"/>
              <a:gd name="connsiteY889" fmla="*/ 2815558 h 4078220"/>
              <a:gd name="connsiteX890" fmla="*/ 9302528 w 11677525"/>
              <a:gd name="connsiteY890" fmla="*/ 2780881 h 4078220"/>
              <a:gd name="connsiteX891" fmla="*/ 9332523 w 11677525"/>
              <a:gd name="connsiteY891" fmla="*/ 2780126 h 4078220"/>
              <a:gd name="connsiteX892" fmla="*/ 3971680 w 11677525"/>
              <a:gd name="connsiteY892" fmla="*/ 2768641 h 4078220"/>
              <a:gd name="connsiteX893" fmla="*/ 3979767 w 11677525"/>
              <a:gd name="connsiteY893" fmla="*/ 2775309 h 4078220"/>
              <a:gd name="connsiteX894" fmla="*/ 3961649 w 11677525"/>
              <a:gd name="connsiteY894" fmla="*/ 2792466 h 4078220"/>
              <a:gd name="connsiteX895" fmla="*/ 3938058 w 11677525"/>
              <a:gd name="connsiteY895" fmla="*/ 2786166 h 4078220"/>
              <a:gd name="connsiteX896" fmla="*/ 3956258 w 11677525"/>
              <a:gd name="connsiteY896" fmla="*/ 2769061 h 4078220"/>
              <a:gd name="connsiteX897" fmla="*/ 3971680 w 11677525"/>
              <a:gd name="connsiteY897" fmla="*/ 2768641 h 4078220"/>
              <a:gd name="connsiteX898" fmla="*/ 2886641 w 11677525"/>
              <a:gd name="connsiteY898" fmla="*/ 2763409 h 4078220"/>
              <a:gd name="connsiteX899" fmla="*/ 2891006 w 11677525"/>
              <a:gd name="connsiteY899" fmla="*/ 2768306 h 4078220"/>
              <a:gd name="connsiteX900" fmla="*/ 2874584 w 11677525"/>
              <a:gd name="connsiteY900" fmla="*/ 2780958 h 4078220"/>
              <a:gd name="connsiteX901" fmla="*/ 2858441 w 11677525"/>
              <a:gd name="connsiteY901" fmla="*/ 2776194 h 4078220"/>
              <a:gd name="connsiteX902" fmla="*/ 2875251 w 11677525"/>
              <a:gd name="connsiteY902" fmla="*/ 2763725 h 4078220"/>
              <a:gd name="connsiteX903" fmla="*/ 2886641 w 11677525"/>
              <a:gd name="connsiteY903" fmla="*/ 2763409 h 4078220"/>
              <a:gd name="connsiteX904" fmla="*/ 6501228 w 11677525"/>
              <a:gd name="connsiteY904" fmla="*/ 2747700 h 4078220"/>
              <a:gd name="connsiteX905" fmla="*/ 6521318 w 11677525"/>
              <a:gd name="connsiteY905" fmla="*/ 2758517 h 4078220"/>
              <a:gd name="connsiteX906" fmla="*/ 6509508 w 11677525"/>
              <a:gd name="connsiteY906" fmla="*/ 2786348 h 4078220"/>
              <a:gd name="connsiteX907" fmla="*/ 6464689 w 11677525"/>
              <a:gd name="connsiteY907" fmla="*/ 2776064 h 4078220"/>
              <a:gd name="connsiteX908" fmla="*/ 6476470 w 11677525"/>
              <a:gd name="connsiteY908" fmla="*/ 2748285 h 4078220"/>
              <a:gd name="connsiteX909" fmla="*/ 6501228 w 11677525"/>
              <a:gd name="connsiteY909" fmla="*/ 2747700 h 4078220"/>
              <a:gd name="connsiteX910" fmla="*/ 8823473 w 11677525"/>
              <a:gd name="connsiteY910" fmla="*/ 2740134 h 4078220"/>
              <a:gd name="connsiteX911" fmla="*/ 8868336 w 11677525"/>
              <a:gd name="connsiteY911" fmla="*/ 2758517 h 4078220"/>
              <a:gd name="connsiteX912" fmla="*/ 8876976 w 11677525"/>
              <a:gd name="connsiteY912" fmla="*/ 2806395 h 4078220"/>
              <a:gd name="connsiteX913" fmla="*/ 8789532 w 11677525"/>
              <a:gd name="connsiteY913" fmla="*/ 2788613 h 4078220"/>
              <a:gd name="connsiteX914" fmla="*/ 8781947 w 11677525"/>
              <a:gd name="connsiteY914" fmla="*/ 2741178 h 4078220"/>
              <a:gd name="connsiteX915" fmla="*/ 8823473 w 11677525"/>
              <a:gd name="connsiteY915" fmla="*/ 2740134 h 4078220"/>
              <a:gd name="connsiteX916" fmla="*/ 2138130 w 11677525"/>
              <a:gd name="connsiteY916" fmla="*/ 2738064 h 4078220"/>
              <a:gd name="connsiteX917" fmla="*/ 2144854 w 11677525"/>
              <a:gd name="connsiteY917" fmla="*/ 2747036 h 4078220"/>
              <a:gd name="connsiteX918" fmla="*/ 2109315 w 11677525"/>
              <a:gd name="connsiteY918" fmla="*/ 2770259 h 4078220"/>
              <a:gd name="connsiteX919" fmla="*/ 2081334 w 11677525"/>
              <a:gd name="connsiteY919" fmla="*/ 2761667 h 4078220"/>
              <a:gd name="connsiteX920" fmla="*/ 2116817 w 11677525"/>
              <a:gd name="connsiteY920" fmla="*/ 2738601 h 4078220"/>
              <a:gd name="connsiteX921" fmla="*/ 2138130 w 11677525"/>
              <a:gd name="connsiteY921" fmla="*/ 2738064 h 4078220"/>
              <a:gd name="connsiteX922" fmla="*/ 7561545 w 11677525"/>
              <a:gd name="connsiteY922" fmla="*/ 2730134 h 4078220"/>
              <a:gd name="connsiteX923" fmla="*/ 7586542 w 11677525"/>
              <a:gd name="connsiteY923" fmla="*/ 2741907 h 4078220"/>
              <a:gd name="connsiteX924" fmla="*/ 7582041 w 11677525"/>
              <a:gd name="connsiteY924" fmla="*/ 2772211 h 4078220"/>
              <a:gd name="connsiteX925" fmla="*/ 7530025 w 11677525"/>
              <a:gd name="connsiteY925" fmla="*/ 2760964 h 4078220"/>
              <a:gd name="connsiteX926" fmla="*/ 7534777 w 11677525"/>
              <a:gd name="connsiteY926" fmla="*/ 2730817 h 4078220"/>
              <a:gd name="connsiteX927" fmla="*/ 7561545 w 11677525"/>
              <a:gd name="connsiteY927" fmla="*/ 2730134 h 4078220"/>
              <a:gd name="connsiteX928" fmla="*/ 3719010 w 11677525"/>
              <a:gd name="connsiteY928" fmla="*/ 2726834 h 4078220"/>
              <a:gd name="connsiteX929" fmla="*/ 3725686 w 11677525"/>
              <a:gd name="connsiteY929" fmla="*/ 2732691 h 4078220"/>
              <a:gd name="connsiteX930" fmla="*/ 3708736 w 11677525"/>
              <a:gd name="connsiteY930" fmla="*/ 2747687 h 4078220"/>
              <a:gd name="connsiteX931" fmla="*/ 3688396 w 11677525"/>
              <a:gd name="connsiteY931" fmla="*/ 2742167 h 4078220"/>
              <a:gd name="connsiteX932" fmla="*/ 3705374 w 11677525"/>
              <a:gd name="connsiteY932" fmla="*/ 2727146 h 4078220"/>
              <a:gd name="connsiteX933" fmla="*/ 3719010 w 11677525"/>
              <a:gd name="connsiteY933" fmla="*/ 2726834 h 4078220"/>
              <a:gd name="connsiteX934" fmla="*/ 943142 w 11677525"/>
              <a:gd name="connsiteY934" fmla="*/ 2713270 h 4078220"/>
              <a:gd name="connsiteX935" fmla="*/ 945032 w 11677525"/>
              <a:gd name="connsiteY935" fmla="*/ 2713843 h 4078220"/>
              <a:gd name="connsiteX936" fmla="*/ 941892 w 11677525"/>
              <a:gd name="connsiteY936" fmla="*/ 2715587 h 4078220"/>
              <a:gd name="connsiteX937" fmla="*/ 939975 w 11677525"/>
              <a:gd name="connsiteY937" fmla="*/ 2714936 h 4078220"/>
              <a:gd name="connsiteX938" fmla="*/ 943142 w 11677525"/>
              <a:gd name="connsiteY938" fmla="*/ 2713270 h 4078220"/>
              <a:gd name="connsiteX939" fmla="*/ 10817618 w 11677525"/>
              <a:gd name="connsiteY939" fmla="*/ 2710693 h 4078220"/>
              <a:gd name="connsiteX940" fmla="*/ 10830039 w 11677525"/>
              <a:gd name="connsiteY940" fmla="*/ 2712958 h 4078220"/>
              <a:gd name="connsiteX941" fmla="*/ 10834206 w 11677525"/>
              <a:gd name="connsiteY941" fmla="*/ 2719023 h 4078220"/>
              <a:gd name="connsiteX942" fmla="*/ 10821646 w 11677525"/>
              <a:gd name="connsiteY942" fmla="*/ 2716811 h 4078220"/>
              <a:gd name="connsiteX943" fmla="*/ 10817618 w 11677525"/>
              <a:gd name="connsiteY943" fmla="*/ 2710693 h 4078220"/>
              <a:gd name="connsiteX944" fmla="*/ 10377228 w 11677525"/>
              <a:gd name="connsiteY944" fmla="*/ 2709053 h 4078220"/>
              <a:gd name="connsiteX945" fmla="*/ 10392872 w 11677525"/>
              <a:gd name="connsiteY945" fmla="*/ 2711942 h 4078220"/>
              <a:gd name="connsiteX946" fmla="*/ 10397484 w 11677525"/>
              <a:gd name="connsiteY946" fmla="*/ 2719830 h 4078220"/>
              <a:gd name="connsiteX947" fmla="*/ 10381758 w 11677525"/>
              <a:gd name="connsiteY947" fmla="*/ 2716888 h 4078220"/>
              <a:gd name="connsiteX948" fmla="*/ 10377228 w 11677525"/>
              <a:gd name="connsiteY948" fmla="*/ 2709053 h 4078220"/>
              <a:gd name="connsiteX949" fmla="*/ 11246420 w 11677525"/>
              <a:gd name="connsiteY949" fmla="*/ 2709001 h 4078220"/>
              <a:gd name="connsiteX950" fmla="*/ 11250058 w 11677525"/>
              <a:gd name="connsiteY950" fmla="*/ 2709625 h 4078220"/>
              <a:gd name="connsiteX951" fmla="*/ 11251421 w 11677525"/>
              <a:gd name="connsiteY951" fmla="*/ 2711343 h 4078220"/>
              <a:gd name="connsiteX952" fmla="*/ 11247808 w 11677525"/>
              <a:gd name="connsiteY952" fmla="*/ 2710693 h 4078220"/>
              <a:gd name="connsiteX953" fmla="*/ 11246420 w 11677525"/>
              <a:gd name="connsiteY953" fmla="*/ 2709001 h 4078220"/>
              <a:gd name="connsiteX954" fmla="*/ 8306286 w 11677525"/>
              <a:gd name="connsiteY954" fmla="*/ 2700709 h 4078220"/>
              <a:gd name="connsiteX955" fmla="*/ 8346114 w 11677525"/>
              <a:gd name="connsiteY955" fmla="*/ 2717722 h 4078220"/>
              <a:gd name="connsiteX956" fmla="*/ 8348115 w 11677525"/>
              <a:gd name="connsiteY956" fmla="*/ 2761928 h 4078220"/>
              <a:gd name="connsiteX957" fmla="*/ 8268646 w 11677525"/>
              <a:gd name="connsiteY957" fmla="*/ 2745552 h 4078220"/>
              <a:gd name="connsiteX958" fmla="*/ 8267230 w 11677525"/>
              <a:gd name="connsiteY958" fmla="*/ 2701659 h 4078220"/>
              <a:gd name="connsiteX959" fmla="*/ 8306286 w 11677525"/>
              <a:gd name="connsiteY959" fmla="*/ 2700709 h 4078220"/>
              <a:gd name="connsiteX960" fmla="*/ 6764610 w 11677525"/>
              <a:gd name="connsiteY960" fmla="*/ 2699215 h 4078220"/>
              <a:gd name="connsiteX961" fmla="*/ 6788180 w 11677525"/>
              <a:gd name="connsiteY961" fmla="*/ 2711447 h 4078220"/>
              <a:gd name="connsiteX962" fmla="*/ 6777259 w 11677525"/>
              <a:gd name="connsiteY962" fmla="*/ 2743027 h 4078220"/>
              <a:gd name="connsiteX963" fmla="*/ 6724938 w 11677525"/>
              <a:gd name="connsiteY963" fmla="*/ 2731312 h 4078220"/>
              <a:gd name="connsiteX964" fmla="*/ 6736246 w 11677525"/>
              <a:gd name="connsiteY964" fmla="*/ 2699888 h 4078220"/>
              <a:gd name="connsiteX965" fmla="*/ 6764610 w 11677525"/>
              <a:gd name="connsiteY965" fmla="*/ 2699215 h 4078220"/>
              <a:gd name="connsiteX966" fmla="*/ 1445439 w 11677525"/>
              <a:gd name="connsiteY966" fmla="*/ 2688876 h 4078220"/>
              <a:gd name="connsiteX967" fmla="*/ 1455471 w 11677525"/>
              <a:gd name="connsiteY967" fmla="*/ 2692027 h 4078220"/>
              <a:gd name="connsiteX968" fmla="*/ 1440605 w 11677525"/>
              <a:gd name="connsiteY968" fmla="*/ 2700695 h 4078220"/>
              <a:gd name="connsiteX969" fmla="*/ 1430490 w 11677525"/>
              <a:gd name="connsiteY969" fmla="*/ 2697493 h 4078220"/>
              <a:gd name="connsiteX970" fmla="*/ 1445439 w 11677525"/>
              <a:gd name="connsiteY970" fmla="*/ 2688876 h 4078220"/>
              <a:gd name="connsiteX971" fmla="*/ 2692235 w 11677525"/>
              <a:gd name="connsiteY971" fmla="*/ 2687834 h 4078220"/>
              <a:gd name="connsiteX972" fmla="*/ 2698028 w 11677525"/>
              <a:gd name="connsiteY972" fmla="*/ 2694239 h 4078220"/>
              <a:gd name="connsiteX973" fmla="*/ 2674688 w 11677525"/>
              <a:gd name="connsiteY973" fmla="*/ 2710744 h 4078220"/>
              <a:gd name="connsiteX974" fmla="*/ 2653681 w 11677525"/>
              <a:gd name="connsiteY974" fmla="*/ 2704652 h 4078220"/>
              <a:gd name="connsiteX975" fmla="*/ 2677022 w 11677525"/>
              <a:gd name="connsiteY975" fmla="*/ 2688224 h 4078220"/>
              <a:gd name="connsiteX976" fmla="*/ 2692235 w 11677525"/>
              <a:gd name="connsiteY976" fmla="*/ 2687834 h 4078220"/>
              <a:gd name="connsiteX977" fmla="*/ 9922933 w 11677525"/>
              <a:gd name="connsiteY977" fmla="*/ 2684688 h 4078220"/>
              <a:gd name="connsiteX978" fmla="*/ 9958262 w 11677525"/>
              <a:gd name="connsiteY978" fmla="*/ 2697545 h 4078220"/>
              <a:gd name="connsiteX979" fmla="*/ 9973766 w 11677525"/>
              <a:gd name="connsiteY979" fmla="*/ 2730687 h 4078220"/>
              <a:gd name="connsiteX980" fmla="*/ 9908581 w 11677525"/>
              <a:gd name="connsiteY980" fmla="*/ 2718399 h 4078220"/>
              <a:gd name="connsiteX981" fmla="*/ 9893604 w 11677525"/>
              <a:gd name="connsiteY981" fmla="*/ 2685440 h 4078220"/>
              <a:gd name="connsiteX982" fmla="*/ 9922933 w 11677525"/>
              <a:gd name="connsiteY982" fmla="*/ 2684688 h 4078220"/>
              <a:gd name="connsiteX983" fmla="*/ 3481989 w 11677525"/>
              <a:gd name="connsiteY983" fmla="*/ 2676256 h 4078220"/>
              <a:gd name="connsiteX984" fmla="*/ 3488195 w 11677525"/>
              <a:gd name="connsiteY984" fmla="*/ 2681977 h 4078220"/>
              <a:gd name="connsiteX985" fmla="*/ 3470384 w 11677525"/>
              <a:gd name="connsiteY985" fmla="*/ 2696582 h 4078220"/>
              <a:gd name="connsiteX986" fmla="*/ 3450545 w 11677525"/>
              <a:gd name="connsiteY986" fmla="*/ 2691167 h 4078220"/>
              <a:gd name="connsiteX987" fmla="*/ 3468466 w 11677525"/>
              <a:gd name="connsiteY987" fmla="*/ 2676588 h 4078220"/>
              <a:gd name="connsiteX988" fmla="*/ 3481989 w 11677525"/>
              <a:gd name="connsiteY988" fmla="*/ 2676256 h 4078220"/>
              <a:gd name="connsiteX989" fmla="*/ 9456833 w 11677525"/>
              <a:gd name="connsiteY989" fmla="*/ 2671245 h 4078220"/>
              <a:gd name="connsiteX990" fmla="*/ 9490589 w 11677525"/>
              <a:gd name="connsiteY990" fmla="*/ 2683981 h 4078220"/>
              <a:gd name="connsiteX991" fmla="*/ 9502119 w 11677525"/>
              <a:gd name="connsiteY991" fmla="*/ 2716915 h 4078220"/>
              <a:gd name="connsiteX992" fmla="*/ 9438515 w 11677525"/>
              <a:gd name="connsiteY992" fmla="*/ 2704705 h 4078220"/>
              <a:gd name="connsiteX993" fmla="*/ 9427623 w 11677525"/>
              <a:gd name="connsiteY993" fmla="*/ 2671979 h 4078220"/>
              <a:gd name="connsiteX994" fmla="*/ 9456833 w 11677525"/>
              <a:gd name="connsiteY994" fmla="*/ 2671245 h 4078220"/>
              <a:gd name="connsiteX995" fmla="*/ 7780083 w 11677525"/>
              <a:gd name="connsiteY995" fmla="*/ 2656626 h 4078220"/>
              <a:gd name="connsiteX996" fmla="*/ 7805223 w 11677525"/>
              <a:gd name="connsiteY996" fmla="*/ 2667944 h 4078220"/>
              <a:gd name="connsiteX997" fmla="*/ 7802639 w 11677525"/>
              <a:gd name="connsiteY997" fmla="*/ 2697128 h 4078220"/>
              <a:gd name="connsiteX998" fmla="*/ 7750844 w 11677525"/>
              <a:gd name="connsiteY998" fmla="*/ 2686376 h 4078220"/>
              <a:gd name="connsiteX999" fmla="*/ 7753818 w 11677525"/>
              <a:gd name="connsiteY999" fmla="*/ 2657296 h 4078220"/>
              <a:gd name="connsiteX1000" fmla="*/ 7780083 w 11677525"/>
              <a:gd name="connsiteY1000" fmla="*/ 2656626 h 4078220"/>
              <a:gd name="connsiteX1001" fmla="*/ 1991313 w 11677525"/>
              <a:gd name="connsiteY1001" fmla="*/ 2645955 h 4078220"/>
              <a:gd name="connsiteX1002" fmla="*/ 1998725 w 11677525"/>
              <a:gd name="connsiteY1002" fmla="*/ 2656203 h 4078220"/>
              <a:gd name="connsiteX1003" fmla="*/ 1956545 w 11677525"/>
              <a:gd name="connsiteY1003" fmla="*/ 2682601 h 4078220"/>
              <a:gd name="connsiteX1004" fmla="*/ 1924146 w 11677525"/>
              <a:gd name="connsiteY1004" fmla="*/ 2672891 h 4078220"/>
              <a:gd name="connsiteX1005" fmla="*/ 1966604 w 11677525"/>
              <a:gd name="connsiteY1005" fmla="*/ 2646544 h 4078220"/>
              <a:gd name="connsiteX1006" fmla="*/ 1991313 w 11677525"/>
              <a:gd name="connsiteY1006" fmla="*/ 2645955 h 4078220"/>
              <a:gd name="connsiteX1007" fmla="*/ 7015008 w 11677525"/>
              <a:gd name="connsiteY1007" fmla="*/ 2644836 h 4078220"/>
              <a:gd name="connsiteX1008" fmla="*/ 7041120 w 11677525"/>
              <a:gd name="connsiteY1008" fmla="*/ 2657739 h 4078220"/>
              <a:gd name="connsiteX1009" fmla="*/ 7031451 w 11677525"/>
              <a:gd name="connsiteY1009" fmla="*/ 2691063 h 4078220"/>
              <a:gd name="connsiteX1010" fmla="*/ 6974739 w 11677525"/>
              <a:gd name="connsiteY1010" fmla="*/ 2678723 h 4078220"/>
              <a:gd name="connsiteX1011" fmla="*/ 6984853 w 11677525"/>
              <a:gd name="connsiteY1011" fmla="*/ 2645581 h 4078220"/>
              <a:gd name="connsiteX1012" fmla="*/ 7015008 w 11677525"/>
              <a:gd name="connsiteY1012" fmla="*/ 2644836 h 4078220"/>
              <a:gd name="connsiteX1013" fmla="*/ 5132495 w 11677525"/>
              <a:gd name="connsiteY1013" fmla="*/ 2642187 h 4078220"/>
              <a:gd name="connsiteX1014" fmla="*/ 5151802 w 11677525"/>
              <a:gd name="connsiteY1014" fmla="*/ 2654693 h 4078220"/>
              <a:gd name="connsiteX1015" fmla="*/ 5126572 w 11677525"/>
              <a:gd name="connsiteY1015" fmla="*/ 2687132 h 4078220"/>
              <a:gd name="connsiteX1016" fmla="*/ 5077112 w 11677525"/>
              <a:gd name="connsiteY1016" fmla="*/ 2675131 h 4078220"/>
              <a:gd name="connsiteX1017" fmla="*/ 5102787 w 11677525"/>
              <a:gd name="connsiteY1017" fmla="*/ 2642900 h 4078220"/>
              <a:gd name="connsiteX1018" fmla="*/ 5132495 w 11677525"/>
              <a:gd name="connsiteY1018" fmla="*/ 2642187 h 4078220"/>
              <a:gd name="connsiteX1019" fmla="*/ 8974855 w 11677525"/>
              <a:gd name="connsiteY1019" fmla="*/ 2640765 h 4078220"/>
              <a:gd name="connsiteX1020" fmla="*/ 9019412 w 11677525"/>
              <a:gd name="connsiteY1020" fmla="*/ 2658208 h 4078220"/>
              <a:gd name="connsiteX1021" fmla="*/ 9029608 w 11677525"/>
              <a:gd name="connsiteY1021" fmla="*/ 2703637 h 4078220"/>
              <a:gd name="connsiteX1022" fmla="*/ 8943721 w 11677525"/>
              <a:gd name="connsiteY1022" fmla="*/ 2686767 h 4078220"/>
              <a:gd name="connsiteX1023" fmla="*/ 8934467 w 11677525"/>
              <a:gd name="connsiteY1023" fmla="*/ 2641754 h 4078220"/>
              <a:gd name="connsiteX1024" fmla="*/ 8974855 w 11677525"/>
              <a:gd name="connsiteY1024" fmla="*/ 2640765 h 4078220"/>
              <a:gd name="connsiteX1025" fmla="*/ 5406910 w 11677525"/>
              <a:gd name="connsiteY1025" fmla="*/ 2640504 h 4078220"/>
              <a:gd name="connsiteX1026" fmla="*/ 5427195 w 11677525"/>
              <a:gd name="connsiteY1026" fmla="*/ 2653053 h 4078220"/>
              <a:gd name="connsiteX1027" fmla="*/ 5404216 w 11677525"/>
              <a:gd name="connsiteY1027" fmla="*/ 2685465 h 4078220"/>
              <a:gd name="connsiteX1028" fmla="*/ 5353977 w 11677525"/>
              <a:gd name="connsiteY1028" fmla="*/ 2673411 h 4078220"/>
              <a:gd name="connsiteX1029" fmla="*/ 5377207 w 11677525"/>
              <a:gd name="connsiteY1029" fmla="*/ 2641233 h 4078220"/>
              <a:gd name="connsiteX1030" fmla="*/ 5406910 w 11677525"/>
              <a:gd name="connsiteY1030" fmla="*/ 2640504 h 4078220"/>
              <a:gd name="connsiteX1031" fmla="*/ 4855925 w 11677525"/>
              <a:gd name="connsiteY1031" fmla="*/ 2640192 h 4078220"/>
              <a:gd name="connsiteX1032" fmla="*/ 4870047 w 11677525"/>
              <a:gd name="connsiteY1032" fmla="*/ 2649747 h 4078220"/>
              <a:gd name="connsiteX1033" fmla="*/ 4848790 w 11677525"/>
              <a:gd name="connsiteY1033" fmla="*/ 2674401 h 4078220"/>
              <a:gd name="connsiteX1034" fmla="*/ 4811835 w 11677525"/>
              <a:gd name="connsiteY1034" fmla="*/ 2665237 h 4078220"/>
              <a:gd name="connsiteX1035" fmla="*/ 4833175 w 11677525"/>
              <a:gd name="connsiteY1035" fmla="*/ 2640713 h 4078220"/>
              <a:gd name="connsiteX1036" fmla="*/ 4855925 w 11677525"/>
              <a:gd name="connsiteY1036" fmla="*/ 2640192 h 4078220"/>
              <a:gd name="connsiteX1037" fmla="*/ 4569314 w 11677525"/>
              <a:gd name="connsiteY1037" fmla="*/ 2633007 h 4078220"/>
              <a:gd name="connsiteX1038" fmla="*/ 4586735 w 11677525"/>
              <a:gd name="connsiteY1038" fmla="*/ 2637354 h 4078220"/>
              <a:gd name="connsiteX1039" fmla="*/ 4575649 w 11677525"/>
              <a:gd name="connsiteY1039" fmla="*/ 2649070 h 4078220"/>
              <a:gd name="connsiteX1040" fmla="*/ 4558338 w 11677525"/>
              <a:gd name="connsiteY1040" fmla="*/ 2644774 h 4078220"/>
              <a:gd name="connsiteX1041" fmla="*/ 4569314 w 11677525"/>
              <a:gd name="connsiteY1041" fmla="*/ 2633007 h 4078220"/>
              <a:gd name="connsiteX1042" fmla="*/ 5683422 w 11677525"/>
              <a:gd name="connsiteY1042" fmla="*/ 2626322 h 4078220"/>
              <a:gd name="connsiteX1043" fmla="*/ 5707923 w 11677525"/>
              <a:gd name="connsiteY1043" fmla="*/ 2640764 h 4078220"/>
              <a:gd name="connsiteX1044" fmla="*/ 5683832 w 11677525"/>
              <a:gd name="connsiteY1044" fmla="*/ 2678098 h 4078220"/>
              <a:gd name="connsiteX1045" fmla="*/ 5625008 w 11677525"/>
              <a:gd name="connsiteY1045" fmla="*/ 2664247 h 4078220"/>
              <a:gd name="connsiteX1046" fmla="*/ 5649210 w 11677525"/>
              <a:gd name="connsiteY1046" fmla="*/ 2627149 h 4078220"/>
              <a:gd name="connsiteX1047" fmla="*/ 5683422 w 11677525"/>
              <a:gd name="connsiteY1047" fmla="*/ 2626322 h 4078220"/>
              <a:gd name="connsiteX1048" fmla="*/ 3259869 w 11677525"/>
              <a:gd name="connsiteY1048" fmla="*/ 2619616 h 4078220"/>
              <a:gd name="connsiteX1049" fmla="*/ 3265263 w 11677525"/>
              <a:gd name="connsiteY1049" fmla="*/ 2624806 h 4078220"/>
              <a:gd name="connsiteX1050" fmla="*/ 3248313 w 11677525"/>
              <a:gd name="connsiteY1050" fmla="*/ 2638161 h 4078220"/>
              <a:gd name="connsiteX1051" fmla="*/ 3230113 w 11677525"/>
              <a:gd name="connsiteY1051" fmla="*/ 2633241 h 4078220"/>
              <a:gd name="connsiteX1052" fmla="*/ 3247285 w 11677525"/>
              <a:gd name="connsiteY1052" fmla="*/ 2619912 h 4078220"/>
              <a:gd name="connsiteX1053" fmla="*/ 3259869 w 11677525"/>
              <a:gd name="connsiteY1053" fmla="*/ 2619616 h 4078220"/>
              <a:gd name="connsiteX1054" fmla="*/ 8483561 w 11677525"/>
              <a:gd name="connsiteY1054" fmla="*/ 2611561 h 4078220"/>
              <a:gd name="connsiteX1055" fmla="*/ 8523144 w 11677525"/>
              <a:gd name="connsiteY1055" fmla="*/ 2627799 h 4078220"/>
              <a:gd name="connsiteX1056" fmla="*/ 8527173 w 11677525"/>
              <a:gd name="connsiteY1056" fmla="*/ 2670001 h 4078220"/>
              <a:gd name="connsiteX1057" fmla="*/ 8448897 w 11677525"/>
              <a:gd name="connsiteY1057" fmla="*/ 2654328 h 4078220"/>
              <a:gd name="connsiteX1058" fmla="*/ 8445647 w 11677525"/>
              <a:gd name="connsiteY1058" fmla="*/ 2612465 h 4078220"/>
              <a:gd name="connsiteX1059" fmla="*/ 8483561 w 11677525"/>
              <a:gd name="connsiteY1059" fmla="*/ 2611561 h 4078220"/>
              <a:gd name="connsiteX1060" fmla="*/ 2512554 w 11677525"/>
              <a:gd name="connsiteY1060" fmla="*/ 2610842 h 4078220"/>
              <a:gd name="connsiteX1061" fmla="*/ 2517972 w 11677525"/>
              <a:gd name="connsiteY1061" fmla="*/ 2616995 h 4078220"/>
              <a:gd name="connsiteX1062" fmla="*/ 2494492 w 11677525"/>
              <a:gd name="connsiteY1062" fmla="*/ 2632851 h 4078220"/>
              <a:gd name="connsiteX1063" fmla="*/ 2474236 w 11677525"/>
              <a:gd name="connsiteY1063" fmla="*/ 2626940 h 4078220"/>
              <a:gd name="connsiteX1064" fmla="*/ 2497632 w 11677525"/>
              <a:gd name="connsiteY1064" fmla="*/ 2611190 h 4078220"/>
              <a:gd name="connsiteX1065" fmla="*/ 2512554 w 11677525"/>
              <a:gd name="connsiteY1065" fmla="*/ 2610842 h 4078220"/>
              <a:gd name="connsiteX1066" fmla="*/ 5952325 w 11677525"/>
              <a:gd name="connsiteY1066" fmla="*/ 2610480 h 4078220"/>
              <a:gd name="connsiteX1067" fmla="*/ 5974006 w 11677525"/>
              <a:gd name="connsiteY1067" fmla="*/ 2622775 h 4078220"/>
              <a:gd name="connsiteX1068" fmla="*/ 5955861 w 11677525"/>
              <a:gd name="connsiteY1068" fmla="*/ 2654692 h 4078220"/>
              <a:gd name="connsiteX1069" fmla="*/ 5904262 w 11677525"/>
              <a:gd name="connsiteY1069" fmla="*/ 2642847 h 4078220"/>
              <a:gd name="connsiteX1070" fmla="*/ 5922934 w 11677525"/>
              <a:gd name="connsiteY1070" fmla="*/ 2611189 h 4078220"/>
              <a:gd name="connsiteX1071" fmla="*/ 5952325 w 11677525"/>
              <a:gd name="connsiteY1071" fmla="*/ 2610480 h 4078220"/>
              <a:gd name="connsiteX1072" fmla="*/ 4309788 w 11677525"/>
              <a:gd name="connsiteY1072" fmla="*/ 2610253 h 4078220"/>
              <a:gd name="connsiteX1073" fmla="*/ 4321931 w 11677525"/>
              <a:gd name="connsiteY1073" fmla="*/ 2613325 h 4078220"/>
              <a:gd name="connsiteX1074" fmla="*/ 4313677 w 11677525"/>
              <a:gd name="connsiteY1074" fmla="*/ 2621629 h 4078220"/>
              <a:gd name="connsiteX1075" fmla="*/ 4301562 w 11677525"/>
              <a:gd name="connsiteY1075" fmla="*/ 2618531 h 4078220"/>
              <a:gd name="connsiteX1076" fmla="*/ 4309788 w 11677525"/>
              <a:gd name="connsiteY1076" fmla="*/ 2610253 h 4078220"/>
              <a:gd name="connsiteX1077" fmla="*/ 873510 w 11677525"/>
              <a:gd name="connsiteY1077" fmla="*/ 2601896 h 4078220"/>
              <a:gd name="connsiteX1078" fmla="*/ 878429 w 11677525"/>
              <a:gd name="connsiteY1078" fmla="*/ 2603379 h 4078220"/>
              <a:gd name="connsiteX1079" fmla="*/ 870482 w 11677525"/>
              <a:gd name="connsiteY1079" fmla="*/ 2607519 h 4078220"/>
              <a:gd name="connsiteX1080" fmla="*/ 865646 w 11677525"/>
              <a:gd name="connsiteY1080" fmla="*/ 2605983 h 4078220"/>
              <a:gd name="connsiteX1081" fmla="*/ 873510 w 11677525"/>
              <a:gd name="connsiteY1081" fmla="*/ 2601896 h 4078220"/>
              <a:gd name="connsiteX1082" fmla="*/ 1343268 w 11677525"/>
              <a:gd name="connsiteY1082" fmla="*/ 2589191 h 4078220"/>
              <a:gd name="connsiteX1083" fmla="*/ 1350131 w 11677525"/>
              <a:gd name="connsiteY1083" fmla="*/ 2591273 h 4078220"/>
              <a:gd name="connsiteX1084" fmla="*/ 1339767 w 11677525"/>
              <a:gd name="connsiteY1084" fmla="*/ 2597053 h 4078220"/>
              <a:gd name="connsiteX1085" fmla="*/ 1332903 w 11677525"/>
              <a:gd name="connsiteY1085" fmla="*/ 2594918 h 4078220"/>
              <a:gd name="connsiteX1086" fmla="*/ 1343268 w 11677525"/>
              <a:gd name="connsiteY1086" fmla="*/ 2589191 h 4078220"/>
              <a:gd name="connsiteX1087" fmla="*/ 10430357 w 11677525"/>
              <a:gd name="connsiteY1087" fmla="*/ 2588696 h 4078220"/>
              <a:gd name="connsiteX1088" fmla="*/ 10442221 w 11677525"/>
              <a:gd name="connsiteY1088" fmla="*/ 2590804 h 4078220"/>
              <a:gd name="connsiteX1089" fmla="*/ 10445612 w 11677525"/>
              <a:gd name="connsiteY1089" fmla="*/ 2596558 h 4078220"/>
              <a:gd name="connsiteX1090" fmla="*/ 10433802 w 11677525"/>
              <a:gd name="connsiteY1090" fmla="*/ 2594449 h 4078220"/>
              <a:gd name="connsiteX1091" fmla="*/ 10430357 w 11677525"/>
              <a:gd name="connsiteY1091" fmla="*/ 2588696 h 4078220"/>
              <a:gd name="connsiteX1092" fmla="*/ 10843374 w 11677525"/>
              <a:gd name="connsiteY1092" fmla="*/ 2585676 h 4078220"/>
              <a:gd name="connsiteX1093" fmla="*/ 10851961 w 11677525"/>
              <a:gd name="connsiteY1093" fmla="*/ 2587238 h 4078220"/>
              <a:gd name="connsiteX1094" fmla="*/ 10854823 w 11677525"/>
              <a:gd name="connsiteY1094" fmla="*/ 2591300 h 4078220"/>
              <a:gd name="connsiteX1095" fmla="*/ 10846210 w 11677525"/>
              <a:gd name="connsiteY1095" fmla="*/ 2589764 h 4078220"/>
              <a:gd name="connsiteX1096" fmla="*/ 10843374 w 11677525"/>
              <a:gd name="connsiteY1096" fmla="*/ 2585676 h 4078220"/>
              <a:gd name="connsiteX1097" fmla="*/ 7251514 w 11677525"/>
              <a:gd name="connsiteY1097" fmla="*/ 2583040 h 4078220"/>
              <a:gd name="connsiteX1098" fmla="*/ 7281447 w 11677525"/>
              <a:gd name="connsiteY1098" fmla="*/ 2597131 h 4078220"/>
              <a:gd name="connsiteX1099" fmla="*/ 7273028 w 11677525"/>
              <a:gd name="connsiteY1099" fmla="*/ 2633605 h 4078220"/>
              <a:gd name="connsiteX1100" fmla="*/ 7209035 w 11677525"/>
              <a:gd name="connsiteY1100" fmla="*/ 2620067 h 4078220"/>
              <a:gd name="connsiteX1101" fmla="*/ 7218038 w 11677525"/>
              <a:gd name="connsiteY1101" fmla="*/ 2583827 h 4078220"/>
              <a:gd name="connsiteX1102" fmla="*/ 7251514 w 11677525"/>
              <a:gd name="connsiteY1102" fmla="*/ 2583040 h 4078220"/>
              <a:gd name="connsiteX1103" fmla="*/ 6218362 w 11677525"/>
              <a:gd name="connsiteY1103" fmla="*/ 2581979 h 4078220"/>
              <a:gd name="connsiteX1104" fmla="*/ 6241368 w 11677525"/>
              <a:gd name="connsiteY1104" fmla="*/ 2594450 h 4078220"/>
              <a:gd name="connsiteX1105" fmla="*/ 6225058 w 11677525"/>
              <a:gd name="connsiteY1105" fmla="*/ 2626732 h 4078220"/>
              <a:gd name="connsiteX1106" fmla="*/ 6171652 w 11677525"/>
              <a:gd name="connsiteY1106" fmla="*/ 2614731 h 4078220"/>
              <a:gd name="connsiteX1107" fmla="*/ 6188435 w 11677525"/>
              <a:gd name="connsiteY1107" fmla="*/ 2582708 h 4078220"/>
              <a:gd name="connsiteX1108" fmla="*/ 6218362 w 11677525"/>
              <a:gd name="connsiteY1108" fmla="*/ 2581979 h 4078220"/>
              <a:gd name="connsiteX1109" fmla="*/ 7981119 w 11677525"/>
              <a:gd name="connsiteY1109" fmla="*/ 2577739 h 4078220"/>
              <a:gd name="connsiteX1110" fmla="*/ 8007703 w 11677525"/>
              <a:gd name="connsiteY1110" fmla="*/ 2589191 h 4078220"/>
              <a:gd name="connsiteX1111" fmla="*/ 8006591 w 11677525"/>
              <a:gd name="connsiteY1111" fmla="*/ 2618896 h 4078220"/>
              <a:gd name="connsiteX1112" fmla="*/ 7952408 w 11677525"/>
              <a:gd name="connsiteY1112" fmla="*/ 2607884 h 4078220"/>
              <a:gd name="connsiteX1113" fmla="*/ 7953909 w 11677525"/>
              <a:gd name="connsiteY1113" fmla="*/ 2578413 h 4078220"/>
              <a:gd name="connsiteX1114" fmla="*/ 7981119 w 11677525"/>
              <a:gd name="connsiteY1114" fmla="*/ 2577739 h 4078220"/>
              <a:gd name="connsiteX1115" fmla="*/ 4059737 w 11677525"/>
              <a:gd name="connsiteY1115" fmla="*/ 2576929 h 4078220"/>
              <a:gd name="connsiteX1116" fmla="*/ 4071434 w 11677525"/>
              <a:gd name="connsiteY1116" fmla="*/ 2579922 h 4078220"/>
              <a:gd name="connsiteX1117" fmla="*/ 4062543 w 11677525"/>
              <a:gd name="connsiteY1117" fmla="*/ 2588071 h 4078220"/>
              <a:gd name="connsiteX1118" fmla="*/ 4050900 w 11677525"/>
              <a:gd name="connsiteY1118" fmla="*/ 2585077 h 4078220"/>
              <a:gd name="connsiteX1119" fmla="*/ 4059737 w 11677525"/>
              <a:gd name="connsiteY1119" fmla="*/ 2576929 h 4078220"/>
              <a:gd name="connsiteX1120" fmla="*/ 10001134 w 11677525"/>
              <a:gd name="connsiteY1120" fmla="*/ 2569851 h 4078220"/>
              <a:gd name="connsiteX1121" fmla="*/ 10035648 w 11677525"/>
              <a:gd name="connsiteY1121" fmla="*/ 2581875 h 4078220"/>
              <a:gd name="connsiteX1122" fmla="*/ 10051208 w 11677525"/>
              <a:gd name="connsiteY1122" fmla="*/ 2613090 h 4078220"/>
              <a:gd name="connsiteX1123" fmla="*/ 9987910 w 11677525"/>
              <a:gd name="connsiteY1123" fmla="*/ 2601505 h 4078220"/>
              <a:gd name="connsiteX1124" fmla="*/ 9972851 w 11677525"/>
              <a:gd name="connsiteY1124" fmla="*/ 2570576 h 4078220"/>
              <a:gd name="connsiteX1125" fmla="*/ 10001134 w 11677525"/>
              <a:gd name="connsiteY1125" fmla="*/ 2569851 h 4078220"/>
              <a:gd name="connsiteX1126" fmla="*/ 3043248 w 11677525"/>
              <a:gd name="connsiteY1126" fmla="*/ 2558809 h 4078220"/>
              <a:gd name="connsiteX1127" fmla="*/ 3056281 w 11677525"/>
              <a:gd name="connsiteY1127" fmla="*/ 2562402 h 4078220"/>
              <a:gd name="connsiteX1128" fmla="*/ 3043248 w 11677525"/>
              <a:gd name="connsiteY1128" fmla="*/ 2572139 h 4078220"/>
              <a:gd name="connsiteX1129" fmla="*/ 3029995 w 11677525"/>
              <a:gd name="connsiteY1129" fmla="*/ 2568520 h 4078220"/>
              <a:gd name="connsiteX1130" fmla="*/ 3043248 w 11677525"/>
              <a:gd name="connsiteY1130" fmla="*/ 2558809 h 4078220"/>
              <a:gd name="connsiteX1131" fmla="*/ 1854771 w 11677525"/>
              <a:gd name="connsiteY1131" fmla="*/ 2557511 h 4078220"/>
              <a:gd name="connsiteX1132" fmla="*/ 1860487 w 11677525"/>
              <a:gd name="connsiteY1132" fmla="*/ 2565734 h 4078220"/>
              <a:gd name="connsiteX1133" fmla="*/ 1825059 w 11677525"/>
              <a:gd name="connsiteY1133" fmla="*/ 2586848 h 4078220"/>
              <a:gd name="connsiteX1134" fmla="*/ 1798940 w 11677525"/>
              <a:gd name="connsiteY1134" fmla="*/ 2579038 h 4078220"/>
              <a:gd name="connsiteX1135" fmla="*/ 1834424 w 11677525"/>
              <a:gd name="connsiteY1135" fmla="*/ 2557976 h 4078220"/>
              <a:gd name="connsiteX1136" fmla="*/ 1854771 w 11677525"/>
              <a:gd name="connsiteY1136" fmla="*/ 2557511 h 4078220"/>
              <a:gd name="connsiteX1137" fmla="*/ 9559501 w 11677525"/>
              <a:gd name="connsiteY1137" fmla="*/ 2554426 h 4078220"/>
              <a:gd name="connsiteX1138" fmla="*/ 9605513 w 11677525"/>
              <a:gd name="connsiteY1138" fmla="*/ 2571123 h 4078220"/>
              <a:gd name="connsiteX1139" fmla="*/ 9622294 w 11677525"/>
              <a:gd name="connsiteY1139" fmla="*/ 2614626 h 4078220"/>
              <a:gd name="connsiteX1140" fmla="*/ 9535712 w 11677525"/>
              <a:gd name="connsiteY1140" fmla="*/ 2598407 h 4078220"/>
              <a:gd name="connsiteX1141" fmla="*/ 9520012 w 11677525"/>
              <a:gd name="connsiteY1141" fmla="*/ 2555398 h 4078220"/>
              <a:gd name="connsiteX1142" fmla="*/ 9559501 w 11677525"/>
              <a:gd name="connsiteY1142" fmla="*/ 2554426 h 4078220"/>
              <a:gd name="connsiteX1143" fmla="*/ 6475973 w 11677525"/>
              <a:gd name="connsiteY1143" fmla="*/ 2546030 h 4078220"/>
              <a:gd name="connsiteX1144" fmla="*/ 6499672 w 11677525"/>
              <a:gd name="connsiteY1144" fmla="*/ 2558314 h 4078220"/>
              <a:gd name="connsiteX1145" fmla="*/ 6485779 w 11677525"/>
              <a:gd name="connsiteY1145" fmla="*/ 2589894 h 4078220"/>
              <a:gd name="connsiteX1146" fmla="*/ 6432179 w 11677525"/>
              <a:gd name="connsiteY1146" fmla="*/ 2578179 h 4078220"/>
              <a:gd name="connsiteX1147" fmla="*/ 6446461 w 11677525"/>
              <a:gd name="connsiteY1147" fmla="*/ 2546729 h 4078220"/>
              <a:gd name="connsiteX1148" fmla="*/ 6475973 w 11677525"/>
              <a:gd name="connsiteY1148" fmla="*/ 2546030 h 4078220"/>
              <a:gd name="connsiteX1149" fmla="*/ 9107002 w 11677525"/>
              <a:gd name="connsiteY1149" fmla="*/ 2538965 h 4078220"/>
              <a:gd name="connsiteX1150" fmla="*/ 9153426 w 11677525"/>
              <a:gd name="connsiteY1150" fmla="*/ 2556465 h 4078220"/>
              <a:gd name="connsiteX1151" fmla="*/ 9165402 w 11677525"/>
              <a:gd name="connsiteY1151" fmla="*/ 2602000 h 4078220"/>
              <a:gd name="connsiteX1152" fmla="*/ 9076486 w 11677525"/>
              <a:gd name="connsiteY1152" fmla="*/ 2585130 h 4078220"/>
              <a:gd name="connsiteX1153" fmla="*/ 9065453 w 11677525"/>
              <a:gd name="connsiteY1153" fmla="*/ 2539934 h 4078220"/>
              <a:gd name="connsiteX1154" fmla="*/ 9107002 w 11677525"/>
              <a:gd name="connsiteY1154" fmla="*/ 2538965 h 4078220"/>
              <a:gd name="connsiteX1155" fmla="*/ 3833053 w 11677525"/>
              <a:gd name="connsiteY1155" fmla="*/ 2532293 h 4078220"/>
              <a:gd name="connsiteX1156" fmla="*/ 3839167 w 11677525"/>
              <a:gd name="connsiteY1156" fmla="*/ 2537279 h 4078220"/>
              <a:gd name="connsiteX1157" fmla="*/ 3824523 w 11677525"/>
              <a:gd name="connsiteY1157" fmla="*/ 2549984 h 4078220"/>
              <a:gd name="connsiteX1158" fmla="*/ 3805961 w 11677525"/>
              <a:gd name="connsiteY1158" fmla="*/ 2545323 h 4078220"/>
              <a:gd name="connsiteX1159" fmla="*/ 3821022 w 11677525"/>
              <a:gd name="connsiteY1159" fmla="*/ 2532541 h 4078220"/>
              <a:gd name="connsiteX1160" fmla="*/ 3833053 w 11677525"/>
              <a:gd name="connsiteY1160" fmla="*/ 2532293 h 4078220"/>
              <a:gd name="connsiteX1161" fmla="*/ 2353949 w 11677525"/>
              <a:gd name="connsiteY1161" fmla="*/ 2529019 h 4078220"/>
              <a:gd name="connsiteX1162" fmla="*/ 2359589 w 11677525"/>
              <a:gd name="connsiteY1162" fmla="*/ 2535482 h 4078220"/>
              <a:gd name="connsiteX1163" fmla="*/ 2333275 w 11677525"/>
              <a:gd name="connsiteY1163" fmla="*/ 2552300 h 4078220"/>
              <a:gd name="connsiteX1164" fmla="*/ 2311602 w 11677525"/>
              <a:gd name="connsiteY1164" fmla="*/ 2546078 h 4078220"/>
              <a:gd name="connsiteX1165" fmla="*/ 2337804 w 11677525"/>
              <a:gd name="connsiteY1165" fmla="*/ 2529390 h 4078220"/>
              <a:gd name="connsiteX1166" fmla="*/ 2353949 w 11677525"/>
              <a:gd name="connsiteY1166" fmla="*/ 2529019 h 4078220"/>
              <a:gd name="connsiteX1167" fmla="*/ 7471506 w 11677525"/>
              <a:gd name="connsiteY1167" fmla="*/ 2520223 h 4078220"/>
              <a:gd name="connsiteX1168" fmla="*/ 7499682 w 11677525"/>
              <a:gd name="connsiteY1168" fmla="*/ 2532904 h 4078220"/>
              <a:gd name="connsiteX1169" fmla="*/ 7493986 w 11677525"/>
              <a:gd name="connsiteY1169" fmla="*/ 2565812 h 4078220"/>
              <a:gd name="connsiteX1170" fmla="*/ 7434578 w 11677525"/>
              <a:gd name="connsiteY1170" fmla="*/ 2553549 h 4078220"/>
              <a:gd name="connsiteX1171" fmla="*/ 7440830 w 11677525"/>
              <a:gd name="connsiteY1171" fmla="*/ 2520954 h 4078220"/>
              <a:gd name="connsiteX1172" fmla="*/ 7471506 w 11677525"/>
              <a:gd name="connsiteY1172" fmla="*/ 2520223 h 4078220"/>
              <a:gd name="connsiteX1173" fmla="*/ 8641824 w 11677525"/>
              <a:gd name="connsiteY1173" fmla="*/ 2519246 h 4078220"/>
              <a:gd name="connsiteX1174" fmla="*/ 8682499 w 11677525"/>
              <a:gd name="connsiteY1174" fmla="*/ 2535300 h 4078220"/>
              <a:gd name="connsiteX1175" fmla="*/ 8688556 w 11677525"/>
              <a:gd name="connsiteY1175" fmla="*/ 2577136 h 4078220"/>
              <a:gd name="connsiteX1176" fmla="*/ 8608225 w 11677525"/>
              <a:gd name="connsiteY1176" fmla="*/ 2561595 h 4078220"/>
              <a:gd name="connsiteX1177" fmla="*/ 8603335 w 11677525"/>
              <a:gd name="connsiteY1177" fmla="*/ 2520200 h 4078220"/>
              <a:gd name="connsiteX1178" fmla="*/ 8641824 w 11677525"/>
              <a:gd name="connsiteY1178" fmla="*/ 2519246 h 4078220"/>
              <a:gd name="connsiteX1179" fmla="*/ 6724976 w 11677525"/>
              <a:gd name="connsiteY1179" fmla="*/ 2498771 h 4078220"/>
              <a:gd name="connsiteX1180" fmla="*/ 6753613 w 11677525"/>
              <a:gd name="connsiteY1180" fmla="*/ 2512859 h 4078220"/>
              <a:gd name="connsiteX1181" fmla="*/ 6739831 w 11677525"/>
              <a:gd name="connsiteY1181" fmla="*/ 2549333 h 4078220"/>
              <a:gd name="connsiteX1182" fmla="*/ 6676283 w 11677525"/>
              <a:gd name="connsiteY1182" fmla="*/ 2535795 h 4078220"/>
              <a:gd name="connsiteX1183" fmla="*/ 6690649 w 11677525"/>
              <a:gd name="connsiteY1183" fmla="*/ 2499581 h 4078220"/>
              <a:gd name="connsiteX1184" fmla="*/ 6724976 w 11677525"/>
              <a:gd name="connsiteY1184" fmla="*/ 2498771 h 4078220"/>
              <a:gd name="connsiteX1185" fmla="*/ 8164009 w 11677525"/>
              <a:gd name="connsiteY1185" fmla="*/ 2497570 h 4078220"/>
              <a:gd name="connsiteX1186" fmla="*/ 8189315 w 11677525"/>
              <a:gd name="connsiteY1186" fmla="*/ 2507937 h 4078220"/>
              <a:gd name="connsiteX1187" fmla="*/ 8189343 w 11677525"/>
              <a:gd name="connsiteY1187" fmla="*/ 2534727 h 4078220"/>
              <a:gd name="connsiteX1188" fmla="*/ 8138882 w 11677525"/>
              <a:gd name="connsiteY1188" fmla="*/ 2524808 h 4078220"/>
              <a:gd name="connsiteX1189" fmla="*/ 8138994 w 11677525"/>
              <a:gd name="connsiteY1189" fmla="*/ 2498175 h 4078220"/>
              <a:gd name="connsiteX1190" fmla="*/ 8164009 w 11677525"/>
              <a:gd name="connsiteY1190" fmla="*/ 2497570 h 4078220"/>
              <a:gd name="connsiteX1191" fmla="*/ 820937 w 11677525"/>
              <a:gd name="connsiteY1191" fmla="*/ 2493385 h 4078220"/>
              <a:gd name="connsiteX1192" fmla="*/ 825299 w 11677525"/>
              <a:gd name="connsiteY1192" fmla="*/ 2494791 h 4078220"/>
              <a:gd name="connsiteX1193" fmla="*/ 817548 w 11677525"/>
              <a:gd name="connsiteY1193" fmla="*/ 2498671 h 4078220"/>
              <a:gd name="connsiteX1194" fmla="*/ 813075 w 11677525"/>
              <a:gd name="connsiteY1194" fmla="*/ 2497212 h 4078220"/>
              <a:gd name="connsiteX1195" fmla="*/ 820937 w 11677525"/>
              <a:gd name="connsiteY1195" fmla="*/ 2493385 h 4078220"/>
              <a:gd name="connsiteX1196" fmla="*/ 2857079 w 11677525"/>
              <a:gd name="connsiteY1196" fmla="*/ 2489297 h 4078220"/>
              <a:gd name="connsiteX1197" fmla="*/ 2871834 w 11677525"/>
              <a:gd name="connsiteY1197" fmla="*/ 2493280 h 4078220"/>
              <a:gd name="connsiteX1198" fmla="*/ 2856273 w 11677525"/>
              <a:gd name="connsiteY1198" fmla="*/ 2504215 h 4078220"/>
              <a:gd name="connsiteX1199" fmla="*/ 2841296 w 11677525"/>
              <a:gd name="connsiteY1199" fmla="*/ 2500180 h 4078220"/>
              <a:gd name="connsiteX1200" fmla="*/ 2857079 w 11677525"/>
              <a:gd name="connsiteY1200" fmla="*/ 2489297 h 4078220"/>
              <a:gd name="connsiteX1201" fmla="*/ 1261604 w 11677525"/>
              <a:gd name="connsiteY1201" fmla="*/ 2485992 h 4078220"/>
              <a:gd name="connsiteX1202" fmla="*/ 1270912 w 11677525"/>
              <a:gd name="connsiteY1202" fmla="*/ 2488855 h 4078220"/>
              <a:gd name="connsiteX1203" fmla="*/ 1256408 w 11677525"/>
              <a:gd name="connsiteY1203" fmla="*/ 2496613 h 4078220"/>
              <a:gd name="connsiteX1204" fmla="*/ 1246988 w 11677525"/>
              <a:gd name="connsiteY1204" fmla="*/ 2493749 h 4078220"/>
              <a:gd name="connsiteX1205" fmla="*/ 1261604 w 11677525"/>
              <a:gd name="connsiteY1205" fmla="*/ 2485992 h 4078220"/>
              <a:gd name="connsiteX1206" fmla="*/ 3609716 w 11677525"/>
              <a:gd name="connsiteY1206" fmla="*/ 2483635 h 4078220"/>
              <a:gd name="connsiteX1207" fmla="*/ 3615902 w 11677525"/>
              <a:gd name="connsiteY1207" fmla="*/ 2488725 h 4078220"/>
              <a:gd name="connsiteX1208" fmla="*/ 3599591 w 11677525"/>
              <a:gd name="connsiteY1208" fmla="*/ 2502002 h 4078220"/>
              <a:gd name="connsiteX1209" fmla="*/ 3580446 w 11677525"/>
              <a:gd name="connsiteY1209" fmla="*/ 2497107 h 4078220"/>
              <a:gd name="connsiteX1210" fmla="*/ 3596840 w 11677525"/>
              <a:gd name="connsiteY1210" fmla="*/ 2483934 h 4078220"/>
              <a:gd name="connsiteX1211" fmla="*/ 3609716 w 11677525"/>
              <a:gd name="connsiteY1211" fmla="*/ 2483635 h 4078220"/>
              <a:gd name="connsiteX1212" fmla="*/ 1737591 w 11677525"/>
              <a:gd name="connsiteY1212" fmla="*/ 2467234 h 4078220"/>
              <a:gd name="connsiteX1213" fmla="*/ 1742005 w 11677525"/>
              <a:gd name="connsiteY1213" fmla="*/ 2473547 h 4078220"/>
              <a:gd name="connsiteX1214" fmla="*/ 1713552 w 11677525"/>
              <a:gd name="connsiteY1214" fmla="*/ 2489715 h 4078220"/>
              <a:gd name="connsiteX1215" fmla="*/ 1693157 w 11677525"/>
              <a:gd name="connsiteY1215" fmla="*/ 2483778 h 4078220"/>
              <a:gd name="connsiteX1216" fmla="*/ 1721694 w 11677525"/>
              <a:gd name="connsiteY1216" fmla="*/ 2467560 h 4078220"/>
              <a:gd name="connsiteX1217" fmla="*/ 1737591 w 11677525"/>
              <a:gd name="connsiteY1217" fmla="*/ 2467234 h 4078220"/>
              <a:gd name="connsiteX1218" fmla="*/ 10458474 w 11677525"/>
              <a:gd name="connsiteY1218" fmla="*/ 2466804 h 4078220"/>
              <a:gd name="connsiteX1219" fmla="*/ 10481454 w 11677525"/>
              <a:gd name="connsiteY1219" fmla="*/ 2470813 h 4078220"/>
              <a:gd name="connsiteX1220" fmla="*/ 10488346 w 11677525"/>
              <a:gd name="connsiteY1220" fmla="*/ 2481565 h 4078220"/>
              <a:gd name="connsiteX1221" fmla="*/ 10465228 w 11677525"/>
              <a:gd name="connsiteY1221" fmla="*/ 2477582 h 4078220"/>
              <a:gd name="connsiteX1222" fmla="*/ 10458474 w 11677525"/>
              <a:gd name="connsiteY1222" fmla="*/ 2466804 h 4078220"/>
              <a:gd name="connsiteX1223" fmla="*/ 10856628 w 11677525"/>
              <a:gd name="connsiteY1223" fmla="*/ 2465321 h 4078220"/>
              <a:gd name="connsiteX1224" fmla="*/ 10859658 w 11677525"/>
              <a:gd name="connsiteY1224" fmla="*/ 2465841 h 4078220"/>
              <a:gd name="connsiteX1225" fmla="*/ 10861103 w 11677525"/>
              <a:gd name="connsiteY1225" fmla="*/ 2467403 h 4078220"/>
              <a:gd name="connsiteX1226" fmla="*/ 10857657 w 11677525"/>
              <a:gd name="connsiteY1226" fmla="*/ 2466857 h 4078220"/>
              <a:gd name="connsiteX1227" fmla="*/ 10856628 w 11677525"/>
              <a:gd name="connsiteY1227" fmla="*/ 2465321 h 4078220"/>
              <a:gd name="connsiteX1228" fmla="*/ 10065397 w 11677525"/>
              <a:gd name="connsiteY1228" fmla="*/ 2462073 h 4078220"/>
              <a:gd name="connsiteX1229" fmla="*/ 10091221 w 11677525"/>
              <a:gd name="connsiteY1229" fmla="*/ 2470735 h 4078220"/>
              <a:gd name="connsiteX1230" fmla="*/ 10103030 w 11677525"/>
              <a:gd name="connsiteY1230" fmla="*/ 2493099 h 4078220"/>
              <a:gd name="connsiteX1231" fmla="*/ 10055906 w 11677525"/>
              <a:gd name="connsiteY1231" fmla="*/ 2484872 h 4078220"/>
              <a:gd name="connsiteX1232" fmla="*/ 10044428 w 11677525"/>
              <a:gd name="connsiteY1232" fmla="*/ 2462587 h 4078220"/>
              <a:gd name="connsiteX1233" fmla="*/ 10065397 w 11677525"/>
              <a:gd name="connsiteY1233" fmla="*/ 2462073 h 4078220"/>
              <a:gd name="connsiteX1234" fmla="*/ 5175647 w 11677525"/>
              <a:gd name="connsiteY1234" fmla="*/ 2457576 h 4078220"/>
              <a:gd name="connsiteX1235" fmla="*/ 5197150 w 11677525"/>
              <a:gd name="connsiteY1235" fmla="*/ 2470762 h 4078220"/>
              <a:gd name="connsiteX1236" fmla="*/ 5169558 w 11677525"/>
              <a:gd name="connsiteY1236" fmla="*/ 2504788 h 4078220"/>
              <a:gd name="connsiteX1237" fmla="*/ 5114957 w 11677525"/>
              <a:gd name="connsiteY1237" fmla="*/ 2492240 h 4078220"/>
              <a:gd name="connsiteX1238" fmla="*/ 5142994 w 11677525"/>
              <a:gd name="connsiteY1238" fmla="*/ 2458291 h 4078220"/>
              <a:gd name="connsiteX1239" fmla="*/ 5175647 w 11677525"/>
              <a:gd name="connsiteY1239" fmla="*/ 2457576 h 4078220"/>
              <a:gd name="connsiteX1240" fmla="*/ 5436927 w 11677525"/>
              <a:gd name="connsiteY1240" fmla="*/ 2455860 h 4078220"/>
              <a:gd name="connsiteX1241" fmla="*/ 5459177 w 11677525"/>
              <a:gd name="connsiteY1241" fmla="*/ 2468965 h 4078220"/>
              <a:gd name="connsiteX1242" fmla="*/ 5434142 w 11677525"/>
              <a:gd name="connsiteY1242" fmla="*/ 2502992 h 4078220"/>
              <a:gd name="connsiteX1243" fmla="*/ 5378846 w 11677525"/>
              <a:gd name="connsiteY1243" fmla="*/ 2490365 h 4078220"/>
              <a:gd name="connsiteX1244" fmla="*/ 5404133 w 11677525"/>
              <a:gd name="connsiteY1244" fmla="*/ 2456598 h 4078220"/>
              <a:gd name="connsiteX1245" fmla="*/ 5436927 w 11677525"/>
              <a:gd name="connsiteY1245" fmla="*/ 2455860 h 4078220"/>
              <a:gd name="connsiteX1246" fmla="*/ 7675526 w 11677525"/>
              <a:gd name="connsiteY1246" fmla="*/ 2451945 h 4078220"/>
              <a:gd name="connsiteX1247" fmla="*/ 7702524 w 11677525"/>
              <a:gd name="connsiteY1247" fmla="*/ 2463576 h 4078220"/>
              <a:gd name="connsiteX1248" fmla="*/ 7698661 w 11677525"/>
              <a:gd name="connsiteY1248" fmla="*/ 2493593 h 4078220"/>
              <a:gd name="connsiteX1249" fmla="*/ 7642782 w 11677525"/>
              <a:gd name="connsiteY1249" fmla="*/ 2482477 h 4078220"/>
              <a:gd name="connsiteX1250" fmla="*/ 7647006 w 11677525"/>
              <a:gd name="connsiteY1250" fmla="*/ 2452615 h 4078220"/>
              <a:gd name="connsiteX1251" fmla="*/ 7675526 w 11677525"/>
              <a:gd name="connsiteY1251" fmla="*/ 2451945 h 4078220"/>
              <a:gd name="connsiteX1252" fmla="*/ 4915819 w 11677525"/>
              <a:gd name="connsiteY1252" fmla="*/ 2451740 h 4078220"/>
              <a:gd name="connsiteX1253" fmla="*/ 4935373 w 11677525"/>
              <a:gd name="connsiteY1253" fmla="*/ 2464252 h 4078220"/>
              <a:gd name="connsiteX1254" fmla="*/ 4906947 w 11677525"/>
              <a:gd name="connsiteY1254" fmla="*/ 2496665 h 4078220"/>
              <a:gd name="connsiteX1255" fmla="*/ 4855793 w 11677525"/>
              <a:gd name="connsiteY1255" fmla="*/ 2484611 h 4078220"/>
              <a:gd name="connsiteX1256" fmla="*/ 4884469 w 11677525"/>
              <a:gd name="connsiteY1256" fmla="*/ 2452485 h 4078220"/>
              <a:gd name="connsiteX1257" fmla="*/ 4915819 w 11677525"/>
              <a:gd name="connsiteY1257" fmla="*/ 2451740 h 4078220"/>
              <a:gd name="connsiteX1258" fmla="*/ 4649905 w 11677525"/>
              <a:gd name="connsiteY1258" fmla="*/ 2448548 h 4078220"/>
              <a:gd name="connsiteX1259" fmla="*/ 4658481 w 11677525"/>
              <a:gd name="connsiteY1259" fmla="*/ 2454203 h 4078220"/>
              <a:gd name="connsiteX1260" fmla="*/ 4644365 w 11677525"/>
              <a:gd name="connsiteY1260" fmla="*/ 2468730 h 4078220"/>
              <a:gd name="connsiteX1261" fmla="*/ 4621858 w 11677525"/>
              <a:gd name="connsiteY1261" fmla="*/ 2463368 h 4078220"/>
              <a:gd name="connsiteX1262" fmla="*/ 4635807 w 11677525"/>
              <a:gd name="connsiteY1262" fmla="*/ 2448867 h 4078220"/>
              <a:gd name="connsiteX1263" fmla="*/ 4649905 w 11677525"/>
              <a:gd name="connsiteY1263" fmla="*/ 2448548 h 4078220"/>
              <a:gd name="connsiteX1264" fmla="*/ 2196565 w 11677525"/>
              <a:gd name="connsiteY1264" fmla="*/ 2448371 h 4078220"/>
              <a:gd name="connsiteX1265" fmla="*/ 2212404 w 11677525"/>
              <a:gd name="connsiteY1265" fmla="*/ 2452876 h 4078220"/>
              <a:gd name="connsiteX1266" fmla="*/ 2192481 w 11677525"/>
              <a:gd name="connsiteY1266" fmla="*/ 2465086 h 4078220"/>
              <a:gd name="connsiteX1267" fmla="*/ 2176615 w 11677525"/>
              <a:gd name="connsiteY1267" fmla="*/ 2460556 h 4078220"/>
              <a:gd name="connsiteX1268" fmla="*/ 2196565 w 11677525"/>
              <a:gd name="connsiteY1268" fmla="*/ 2448371 h 4078220"/>
              <a:gd name="connsiteX1269" fmla="*/ 9647588 w 11677525"/>
              <a:gd name="connsiteY1269" fmla="*/ 2448310 h 4078220"/>
              <a:gd name="connsiteX1270" fmla="*/ 9691928 w 11677525"/>
              <a:gd name="connsiteY1270" fmla="*/ 2463810 h 4078220"/>
              <a:gd name="connsiteX1271" fmla="*/ 9708712 w 11677525"/>
              <a:gd name="connsiteY1271" fmla="*/ 2503928 h 4078220"/>
              <a:gd name="connsiteX1272" fmla="*/ 9626047 w 11677525"/>
              <a:gd name="connsiteY1272" fmla="*/ 2489011 h 4078220"/>
              <a:gd name="connsiteX1273" fmla="*/ 9610041 w 11677525"/>
              <a:gd name="connsiteY1273" fmla="*/ 2449153 h 4078220"/>
              <a:gd name="connsiteX1274" fmla="*/ 9647588 w 11677525"/>
              <a:gd name="connsiteY1274" fmla="*/ 2448310 h 4078220"/>
              <a:gd name="connsiteX1275" fmla="*/ 6961009 w 11677525"/>
              <a:gd name="connsiteY1275" fmla="*/ 2446563 h 4078220"/>
              <a:gd name="connsiteX1276" fmla="*/ 6992662 w 11677525"/>
              <a:gd name="connsiteY1276" fmla="*/ 2461441 h 4078220"/>
              <a:gd name="connsiteX1277" fmla="*/ 6980268 w 11677525"/>
              <a:gd name="connsiteY1277" fmla="*/ 2499998 h 4078220"/>
              <a:gd name="connsiteX1278" fmla="*/ 6911441 w 11677525"/>
              <a:gd name="connsiteY1278" fmla="*/ 2485706 h 4078220"/>
              <a:gd name="connsiteX1279" fmla="*/ 6924417 w 11677525"/>
              <a:gd name="connsiteY1279" fmla="*/ 2447383 h 4078220"/>
              <a:gd name="connsiteX1280" fmla="*/ 6961009 w 11677525"/>
              <a:gd name="connsiteY1280" fmla="*/ 2446563 h 4078220"/>
              <a:gd name="connsiteX1281" fmla="*/ 5697701 w 11677525"/>
              <a:gd name="connsiteY1281" fmla="*/ 2445433 h 4078220"/>
              <a:gd name="connsiteX1282" fmla="*/ 5721038 w 11677525"/>
              <a:gd name="connsiteY1282" fmla="*/ 2458500 h 4078220"/>
              <a:gd name="connsiteX1283" fmla="*/ 5698308 w 11677525"/>
              <a:gd name="connsiteY1283" fmla="*/ 2492291 h 4078220"/>
              <a:gd name="connsiteX1284" fmla="*/ 5642263 w 11677525"/>
              <a:gd name="connsiteY1284" fmla="*/ 2479769 h 4078220"/>
              <a:gd name="connsiteX1285" fmla="*/ 5665215 w 11677525"/>
              <a:gd name="connsiteY1285" fmla="*/ 2446132 h 4078220"/>
              <a:gd name="connsiteX1286" fmla="*/ 5697701 w 11677525"/>
              <a:gd name="connsiteY1286" fmla="*/ 2445433 h 4078220"/>
              <a:gd name="connsiteX1287" fmla="*/ 9220539 w 11677525"/>
              <a:gd name="connsiteY1287" fmla="*/ 2437311 h 4078220"/>
              <a:gd name="connsiteX1288" fmla="*/ 9268630 w 11677525"/>
              <a:gd name="connsiteY1288" fmla="*/ 2454750 h 4078220"/>
              <a:gd name="connsiteX1289" fmla="*/ 9282549 w 11677525"/>
              <a:gd name="connsiteY1289" fmla="*/ 2500180 h 4078220"/>
              <a:gd name="connsiteX1290" fmla="*/ 9190744 w 11677525"/>
              <a:gd name="connsiteY1290" fmla="*/ 2483336 h 4078220"/>
              <a:gd name="connsiteX1291" fmla="*/ 9178184 w 11677525"/>
              <a:gd name="connsiteY1291" fmla="*/ 2438322 h 4078220"/>
              <a:gd name="connsiteX1292" fmla="*/ 9220539 w 11677525"/>
              <a:gd name="connsiteY1292" fmla="*/ 2437311 h 4078220"/>
              <a:gd name="connsiteX1293" fmla="*/ 3401028 w 11677525"/>
              <a:gd name="connsiteY1293" fmla="*/ 2429146 h 4078220"/>
              <a:gd name="connsiteX1294" fmla="*/ 3406724 w 11677525"/>
              <a:gd name="connsiteY1294" fmla="*/ 2434157 h 4078220"/>
              <a:gd name="connsiteX1295" fmla="*/ 3390025 w 11677525"/>
              <a:gd name="connsiteY1295" fmla="*/ 2446992 h 4078220"/>
              <a:gd name="connsiteX1296" fmla="*/ 3371407 w 11677525"/>
              <a:gd name="connsiteY1296" fmla="*/ 2442227 h 4078220"/>
              <a:gd name="connsiteX1297" fmla="*/ 3388330 w 11677525"/>
              <a:gd name="connsiteY1297" fmla="*/ 2429445 h 4078220"/>
              <a:gd name="connsiteX1298" fmla="*/ 3401028 w 11677525"/>
              <a:gd name="connsiteY1298" fmla="*/ 2429146 h 4078220"/>
              <a:gd name="connsiteX1299" fmla="*/ 8781572 w 11677525"/>
              <a:gd name="connsiteY1299" fmla="*/ 2426757 h 4078220"/>
              <a:gd name="connsiteX1300" fmla="*/ 8822070 w 11677525"/>
              <a:gd name="connsiteY1300" fmla="*/ 2442071 h 4078220"/>
              <a:gd name="connsiteX1301" fmla="*/ 8829267 w 11677525"/>
              <a:gd name="connsiteY1301" fmla="*/ 2481747 h 4078220"/>
              <a:gd name="connsiteX1302" fmla="*/ 8750548 w 11677525"/>
              <a:gd name="connsiteY1302" fmla="*/ 2467012 h 4078220"/>
              <a:gd name="connsiteX1303" fmla="*/ 8744074 w 11677525"/>
              <a:gd name="connsiteY1303" fmla="*/ 2427648 h 4078220"/>
              <a:gd name="connsiteX1304" fmla="*/ 8781572 w 11677525"/>
              <a:gd name="connsiteY1304" fmla="*/ 2426757 h 4078220"/>
              <a:gd name="connsiteX1305" fmla="*/ 5955582 w 11677525"/>
              <a:gd name="connsiteY1305" fmla="*/ 2426578 h 4078220"/>
              <a:gd name="connsiteX1306" fmla="*/ 5979675 w 11677525"/>
              <a:gd name="connsiteY1306" fmla="*/ 2439494 h 4078220"/>
              <a:gd name="connsiteX1307" fmla="*/ 5959614 w 11677525"/>
              <a:gd name="connsiteY1307" fmla="*/ 2472975 h 4078220"/>
              <a:gd name="connsiteX1308" fmla="*/ 5902762 w 11677525"/>
              <a:gd name="connsiteY1308" fmla="*/ 2460530 h 4078220"/>
              <a:gd name="connsiteX1309" fmla="*/ 5923296 w 11677525"/>
              <a:gd name="connsiteY1309" fmla="*/ 2427310 h 4078220"/>
              <a:gd name="connsiteX1310" fmla="*/ 5955582 w 11677525"/>
              <a:gd name="connsiteY1310" fmla="*/ 2426578 h 4078220"/>
              <a:gd name="connsiteX1311" fmla="*/ 2689082 w 11677525"/>
              <a:gd name="connsiteY1311" fmla="*/ 2418589 h 4078220"/>
              <a:gd name="connsiteX1312" fmla="*/ 2699252 w 11677525"/>
              <a:gd name="connsiteY1312" fmla="*/ 2421374 h 4078220"/>
              <a:gd name="connsiteX1313" fmla="*/ 2687970 w 11677525"/>
              <a:gd name="connsiteY1313" fmla="*/ 2428794 h 4078220"/>
              <a:gd name="connsiteX1314" fmla="*/ 2677773 w 11677525"/>
              <a:gd name="connsiteY1314" fmla="*/ 2426060 h 4078220"/>
              <a:gd name="connsiteX1315" fmla="*/ 2689082 w 11677525"/>
              <a:gd name="connsiteY1315" fmla="*/ 2418589 h 4078220"/>
              <a:gd name="connsiteX1316" fmla="*/ 8328840 w 11677525"/>
              <a:gd name="connsiteY1316" fmla="*/ 2415202 h 4078220"/>
              <a:gd name="connsiteX1317" fmla="*/ 8351645 w 11677525"/>
              <a:gd name="connsiteY1317" fmla="*/ 2424264 h 4078220"/>
              <a:gd name="connsiteX1318" fmla="*/ 8353006 w 11677525"/>
              <a:gd name="connsiteY1318" fmla="*/ 2447565 h 4078220"/>
              <a:gd name="connsiteX1319" fmla="*/ 8307604 w 11677525"/>
              <a:gd name="connsiteY1319" fmla="*/ 2438948 h 4078220"/>
              <a:gd name="connsiteX1320" fmla="*/ 8306492 w 11677525"/>
              <a:gd name="connsiteY1320" fmla="*/ 2415725 h 4078220"/>
              <a:gd name="connsiteX1321" fmla="*/ 8328840 w 11677525"/>
              <a:gd name="connsiteY1321" fmla="*/ 2415202 h 4078220"/>
              <a:gd name="connsiteX1322" fmla="*/ 4414592 w 11677525"/>
              <a:gd name="connsiteY1322" fmla="*/ 2413057 h 4078220"/>
              <a:gd name="connsiteX1323" fmla="*/ 4431716 w 11677525"/>
              <a:gd name="connsiteY1323" fmla="*/ 2424967 h 4078220"/>
              <a:gd name="connsiteX1324" fmla="*/ 4399843 w 11677525"/>
              <a:gd name="connsiteY1324" fmla="*/ 2455922 h 4078220"/>
              <a:gd name="connsiteX1325" fmla="*/ 4352300 w 11677525"/>
              <a:gd name="connsiteY1325" fmla="*/ 2444441 h 4078220"/>
              <a:gd name="connsiteX1326" fmla="*/ 4384255 w 11677525"/>
              <a:gd name="connsiteY1326" fmla="*/ 2413721 h 4078220"/>
              <a:gd name="connsiteX1327" fmla="*/ 4414592 w 11677525"/>
              <a:gd name="connsiteY1327" fmla="*/ 2413057 h 4078220"/>
              <a:gd name="connsiteX1328" fmla="*/ 6207722 w 11677525"/>
              <a:gd name="connsiteY1328" fmla="*/ 2399561 h 4078220"/>
              <a:gd name="connsiteX1329" fmla="*/ 6232533 w 11677525"/>
              <a:gd name="connsiteY1329" fmla="*/ 2412341 h 4078220"/>
              <a:gd name="connsiteX1330" fmla="*/ 6214888 w 11677525"/>
              <a:gd name="connsiteY1330" fmla="*/ 2445352 h 4078220"/>
              <a:gd name="connsiteX1331" fmla="*/ 6157815 w 11677525"/>
              <a:gd name="connsiteY1331" fmla="*/ 2433089 h 4078220"/>
              <a:gd name="connsiteX1332" fmla="*/ 6175682 w 11677525"/>
              <a:gd name="connsiteY1332" fmla="*/ 2400313 h 4078220"/>
              <a:gd name="connsiteX1333" fmla="*/ 6207722 w 11677525"/>
              <a:gd name="connsiteY1333" fmla="*/ 2399561 h 4078220"/>
              <a:gd name="connsiteX1334" fmla="*/ 7182290 w 11677525"/>
              <a:gd name="connsiteY1334" fmla="*/ 2390973 h 4078220"/>
              <a:gd name="connsiteX1335" fmla="*/ 7213648 w 11677525"/>
              <a:gd name="connsiteY1335" fmla="*/ 2405103 h 4078220"/>
              <a:gd name="connsiteX1336" fmla="*/ 7204144 w 11677525"/>
              <a:gd name="connsiteY1336" fmla="*/ 2441733 h 4078220"/>
              <a:gd name="connsiteX1337" fmla="*/ 7136706 w 11677525"/>
              <a:gd name="connsiteY1337" fmla="*/ 2428143 h 4078220"/>
              <a:gd name="connsiteX1338" fmla="*/ 7146931 w 11677525"/>
              <a:gd name="connsiteY1338" fmla="*/ 2391800 h 4078220"/>
              <a:gd name="connsiteX1339" fmla="*/ 7182290 w 11677525"/>
              <a:gd name="connsiteY1339" fmla="*/ 2390973 h 4078220"/>
              <a:gd name="connsiteX1340" fmla="*/ 783453 w 11677525"/>
              <a:gd name="connsiteY1340" fmla="*/ 2387998 h 4078220"/>
              <a:gd name="connsiteX1341" fmla="*/ 785121 w 11677525"/>
              <a:gd name="connsiteY1341" fmla="*/ 2388545 h 4078220"/>
              <a:gd name="connsiteX1342" fmla="*/ 782092 w 11677525"/>
              <a:gd name="connsiteY1342" fmla="*/ 2390003 h 4078220"/>
              <a:gd name="connsiteX1343" fmla="*/ 780480 w 11677525"/>
              <a:gd name="connsiteY1343" fmla="*/ 2389482 h 4078220"/>
              <a:gd name="connsiteX1344" fmla="*/ 783453 w 11677525"/>
              <a:gd name="connsiteY1344" fmla="*/ 2387998 h 4078220"/>
              <a:gd name="connsiteX1345" fmla="*/ 4174891 w 11677525"/>
              <a:gd name="connsiteY1345" fmla="*/ 2383986 h 4078220"/>
              <a:gd name="connsiteX1346" fmla="*/ 4189222 w 11677525"/>
              <a:gd name="connsiteY1346" fmla="*/ 2394299 h 4078220"/>
              <a:gd name="connsiteX1347" fmla="*/ 4159684 w 11677525"/>
              <a:gd name="connsiteY1347" fmla="*/ 2421036 h 4078220"/>
              <a:gd name="connsiteX1348" fmla="*/ 4118782 w 11677525"/>
              <a:gd name="connsiteY1348" fmla="*/ 2411091 h 4078220"/>
              <a:gd name="connsiteX1349" fmla="*/ 4148598 w 11677525"/>
              <a:gd name="connsiteY1349" fmla="*/ 2384588 h 4078220"/>
              <a:gd name="connsiteX1350" fmla="*/ 4174891 w 11677525"/>
              <a:gd name="connsiteY1350" fmla="*/ 2383986 h 4078220"/>
              <a:gd name="connsiteX1351" fmla="*/ 1197751 w 11677525"/>
              <a:gd name="connsiteY1351" fmla="*/ 2382948 h 4078220"/>
              <a:gd name="connsiteX1352" fmla="*/ 1210421 w 11677525"/>
              <a:gd name="connsiteY1352" fmla="*/ 2386671 h 4078220"/>
              <a:gd name="connsiteX1353" fmla="*/ 1190526 w 11677525"/>
              <a:gd name="connsiteY1353" fmla="*/ 2396981 h 4078220"/>
              <a:gd name="connsiteX1354" fmla="*/ 1177744 w 11677525"/>
              <a:gd name="connsiteY1354" fmla="*/ 2393180 h 4078220"/>
              <a:gd name="connsiteX1355" fmla="*/ 1197751 w 11677525"/>
              <a:gd name="connsiteY1355" fmla="*/ 2382948 h 4078220"/>
              <a:gd name="connsiteX1356" fmla="*/ 390497 w 11677525"/>
              <a:gd name="connsiteY1356" fmla="*/ 2381541 h 4078220"/>
              <a:gd name="connsiteX1357" fmla="*/ 392358 w 11677525"/>
              <a:gd name="connsiteY1357" fmla="*/ 2382063 h 4078220"/>
              <a:gd name="connsiteX1358" fmla="*/ 389135 w 11677525"/>
              <a:gd name="connsiteY1358" fmla="*/ 2383520 h 4078220"/>
              <a:gd name="connsiteX1359" fmla="*/ 387384 w 11677525"/>
              <a:gd name="connsiteY1359" fmla="*/ 2383026 h 4078220"/>
              <a:gd name="connsiteX1360" fmla="*/ 390497 w 11677525"/>
              <a:gd name="connsiteY1360" fmla="*/ 2381541 h 4078220"/>
              <a:gd name="connsiteX1361" fmla="*/ 7862677 w 11677525"/>
              <a:gd name="connsiteY1361" fmla="*/ 2378503 h 4078220"/>
              <a:gd name="connsiteX1362" fmla="*/ 7889610 w 11677525"/>
              <a:gd name="connsiteY1362" fmla="*/ 2389664 h 4078220"/>
              <a:gd name="connsiteX1363" fmla="*/ 7887526 w 11677525"/>
              <a:gd name="connsiteY1363" fmla="*/ 2418510 h 4078220"/>
              <a:gd name="connsiteX1364" fmla="*/ 7832175 w 11677525"/>
              <a:gd name="connsiteY1364" fmla="*/ 2407810 h 4078220"/>
              <a:gd name="connsiteX1365" fmla="*/ 7834704 w 11677525"/>
              <a:gd name="connsiteY1365" fmla="*/ 2379172 h 4078220"/>
              <a:gd name="connsiteX1366" fmla="*/ 7862677 w 11677525"/>
              <a:gd name="connsiteY1366" fmla="*/ 2378503 h 4078220"/>
              <a:gd name="connsiteX1367" fmla="*/ 1651327 w 11677525"/>
              <a:gd name="connsiteY1367" fmla="*/ 2369306 h 4078220"/>
              <a:gd name="connsiteX1368" fmla="*/ 1657006 w 11677525"/>
              <a:gd name="connsiteY1368" fmla="*/ 2377559 h 4078220"/>
              <a:gd name="connsiteX1369" fmla="*/ 1618216 w 11677525"/>
              <a:gd name="connsiteY1369" fmla="*/ 2398803 h 4078220"/>
              <a:gd name="connsiteX1370" fmla="*/ 1590985 w 11677525"/>
              <a:gd name="connsiteY1370" fmla="*/ 2390966 h 4078220"/>
              <a:gd name="connsiteX1371" fmla="*/ 1629748 w 11677525"/>
              <a:gd name="connsiteY1371" fmla="*/ 2369801 h 4078220"/>
              <a:gd name="connsiteX1372" fmla="*/ 1651327 w 11677525"/>
              <a:gd name="connsiteY1372" fmla="*/ 2369306 h 4078220"/>
              <a:gd name="connsiteX1373" fmla="*/ 3211871 w 11677525"/>
              <a:gd name="connsiteY1373" fmla="*/ 2367019 h 4078220"/>
              <a:gd name="connsiteX1374" fmla="*/ 3218610 w 11677525"/>
              <a:gd name="connsiteY1374" fmla="*/ 2372977 h 4078220"/>
              <a:gd name="connsiteX1375" fmla="*/ 3197297 w 11677525"/>
              <a:gd name="connsiteY1375" fmla="*/ 2388285 h 4078220"/>
              <a:gd name="connsiteX1376" fmla="*/ 3175262 w 11677525"/>
              <a:gd name="connsiteY1376" fmla="*/ 2382635 h 4078220"/>
              <a:gd name="connsiteX1377" fmla="*/ 3196547 w 11677525"/>
              <a:gd name="connsiteY1377" fmla="*/ 2367327 h 4078220"/>
              <a:gd name="connsiteX1378" fmla="*/ 3211871 w 11677525"/>
              <a:gd name="connsiteY1378" fmla="*/ 2367019 h 4078220"/>
              <a:gd name="connsiteX1379" fmla="*/ 6452049 w 11677525"/>
              <a:gd name="connsiteY1379" fmla="*/ 2364884 h 4078220"/>
              <a:gd name="connsiteX1380" fmla="*/ 6477359 w 11677525"/>
              <a:gd name="connsiteY1380" fmla="*/ 2377376 h 4078220"/>
              <a:gd name="connsiteX1381" fmla="*/ 6462271 w 11677525"/>
              <a:gd name="connsiteY1381" fmla="*/ 2409711 h 4078220"/>
              <a:gd name="connsiteX1382" fmla="*/ 6404809 w 11677525"/>
              <a:gd name="connsiteY1382" fmla="*/ 2397683 h 4078220"/>
              <a:gd name="connsiteX1383" fmla="*/ 6420258 w 11677525"/>
              <a:gd name="connsiteY1383" fmla="*/ 2365609 h 4078220"/>
              <a:gd name="connsiteX1384" fmla="*/ 6452049 w 11677525"/>
              <a:gd name="connsiteY1384" fmla="*/ 2364884 h 4078220"/>
              <a:gd name="connsiteX1385" fmla="*/ 2093633 w 11677525"/>
              <a:gd name="connsiteY1385" fmla="*/ 2358238 h 4078220"/>
              <a:gd name="connsiteX1386" fmla="*/ 2099034 w 11677525"/>
              <a:gd name="connsiteY1386" fmla="*/ 2365010 h 4078220"/>
              <a:gd name="connsiteX1387" fmla="*/ 2069358 w 11677525"/>
              <a:gd name="connsiteY1387" fmla="*/ 2382479 h 4078220"/>
              <a:gd name="connsiteX1388" fmla="*/ 2046157 w 11677525"/>
              <a:gd name="connsiteY1388" fmla="*/ 2376022 h 4078220"/>
              <a:gd name="connsiteX1389" fmla="*/ 2075999 w 11677525"/>
              <a:gd name="connsiteY1389" fmla="*/ 2358632 h 4078220"/>
              <a:gd name="connsiteX1390" fmla="*/ 2093633 w 11677525"/>
              <a:gd name="connsiteY1390" fmla="*/ 2358238 h 4078220"/>
              <a:gd name="connsiteX1391" fmla="*/ 10480398 w 11677525"/>
              <a:gd name="connsiteY1391" fmla="*/ 2352358 h 4078220"/>
              <a:gd name="connsiteX1392" fmla="*/ 10502462 w 11677525"/>
              <a:gd name="connsiteY1392" fmla="*/ 2356081 h 4078220"/>
              <a:gd name="connsiteX1393" fmla="*/ 10509268 w 11677525"/>
              <a:gd name="connsiteY1393" fmla="*/ 2366207 h 4078220"/>
              <a:gd name="connsiteX1394" fmla="*/ 10486846 w 11677525"/>
              <a:gd name="connsiteY1394" fmla="*/ 2362433 h 4078220"/>
              <a:gd name="connsiteX1395" fmla="*/ 10480398 w 11677525"/>
              <a:gd name="connsiteY1395" fmla="*/ 2352358 h 4078220"/>
              <a:gd name="connsiteX1396" fmla="*/ 10848515 w 11677525"/>
              <a:gd name="connsiteY1396" fmla="*/ 2345068 h 4078220"/>
              <a:gd name="connsiteX1397" fmla="*/ 10859854 w 11677525"/>
              <a:gd name="connsiteY1397" fmla="*/ 2346943 h 4078220"/>
              <a:gd name="connsiteX1398" fmla="*/ 10863659 w 11677525"/>
              <a:gd name="connsiteY1398" fmla="*/ 2351967 h 4078220"/>
              <a:gd name="connsiteX1399" fmla="*/ 10852463 w 11677525"/>
              <a:gd name="connsiteY1399" fmla="*/ 2350119 h 4078220"/>
              <a:gd name="connsiteX1400" fmla="*/ 10848515 w 11677525"/>
              <a:gd name="connsiteY1400" fmla="*/ 2345068 h 4078220"/>
              <a:gd name="connsiteX1401" fmla="*/ 3950958 w 11677525"/>
              <a:gd name="connsiteY1401" fmla="*/ 2343881 h 4078220"/>
              <a:gd name="connsiteX1402" fmla="*/ 3965262 w 11677525"/>
              <a:gd name="connsiteY1402" fmla="*/ 2354571 h 4078220"/>
              <a:gd name="connsiteX1403" fmla="*/ 3932696 w 11677525"/>
              <a:gd name="connsiteY1403" fmla="*/ 2382063 h 4078220"/>
              <a:gd name="connsiteX1404" fmla="*/ 3890738 w 11677525"/>
              <a:gd name="connsiteY1404" fmla="*/ 2371909 h 4078220"/>
              <a:gd name="connsiteX1405" fmla="*/ 3923360 w 11677525"/>
              <a:gd name="connsiteY1405" fmla="*/ 2344496 h 4078220"/>
              <a:gd name="connsiteX1406" fmla="*/ 3950958 w 11677525"/>
              <a:gd name="connsiteY1406" fmla="*/ 2343881 h 4078220"/>
              <a:gd name="connsiteX1407" fmla="*/ 2539951 w 11677525"/>
              <a:gd name="connsiteY1407" fmla="*/ 2342283 h 4078220"/>
              <a:gd name="connsiteX1408" fmla="*/ 2549954 w 11677525"/>
              <a:gd name="connsiteY1408" fmla="*/ 2344990 h 4078220"/>
              <a:gd name="connsiteX1409" fmla="*/ 2538618 w 11677525"/>
              <a:gd name="connsiteY1409" fmla="*/ 2352097 h 4078220"/>
              <a:gd name="connsiteX1410" fmla="*/ 2528642 w 11677525"/>
              <a:gd name="connsiteY1410" fmla="*/ 2349441 h 4078220"/>
              <a:gd name="connsiteX1411" fmla="*/ 2539951 w 11677525"/>
              <a:gd name="connsiteY1411" fmla="*/ 2342283 h 4078220"/>
              <a:gd name="connsiteX1412" fmla="*/ 9718201 w 11677525"/>
              <a:gd name="connsiteY1412" fmla="*/ 2341713 h 4078220"/>
              <a:gd name="connsiteX1413" fmla="*/ 9764089 w 11677525"/>
              <a:gd name="connsiteY1413" fmla="*/ 2357121 h 4078220"/>
              <a:gd name="connsiteX1414" fmla="*/ 9782124 w 11677525"/>
              <a:gd name="connsiteY1414" fmla="*/ 2397162 h 4078220"/>
              <a:gd name="connsiteX1415" fmla="*/ 9696875 w 11677525"/>
              <a:gd name="connsiteY1415" fmla="*/ 2382297 h 4078220"/>
              <a:gd name="connsiteX1416" fmla="*/ 9679813 w 11677525"/>
              <a:gd name="connsiteY1416" fmla="*/ 2342569 h 4078220"/>
              <a:gd name="connsiteX1417" fmla="*/ 9718201 w 11677525"/>
              <a:gd name="connsiteY1417" fmla="*/ 2341713 h 4078220"/>
              <a:gd name="connsiteX1418" fmla="*/ 10105166 w 11677525"/>
              <a:gd name="connsiteY1418" fmla="*/ 2340125 h 4078220"/>
              <a:gd name="connsiteX1419" fmla="*/ 10150128 w 11677525"/>
              <a:gd name="connsiteY1419" fmla="*/ 2354675 h 4078220"/>
              <a:gd name="connsiteX1420" fmla="*/ 10171357 w 11677525"/>
              <a:gd name="connsiteY1420" fmla="*/ 2392503 h 4078220"/>
              <a:gd name="connsiteX1421" fmla="*/ 10089276 w 11677525"/>
              <a:gd name="connsiteY1421" fmla="*/ 2378444 h 4078220"/>
              <a:gd name="connsiteX1422" fmla="*/ 10068854 w 11677525"/>
              <a:gd name="connsiteY1422" fmla="*/ 2340981 h 4078220"/>
              <a:gd name="connsiteX1423" fmla="*/ 10105166 w 11677525"/>
              <a:gd name="connsiteY1423" fmla="*/ 2340125 h 4078220"/>
              <a:gd name="connsiteX1424" fmla="*/ 9317115 w 11677525"/>
              <a:gd name="connsiteY1424" fmla="*/ 2337851 h 4078220"/>
              <a:gd name="connsiteX1425" fmla="*/ 9364298 w 11677525"/>
              <a:gd name="connsiteY1425" fmla="*/ 2354363 h 4078220"/>
              <a:gd name="connsiteX1426" fmla="*/ 9378997 w 11677525"/>
              <a:gd name="connsiteY1426" fmla="*/ 2397292 h 4078220"/>
              <a:gd name="connsiteX1427" fmla="*/ 9289135 w 11677525"/>
              <a:gd name="connsiteY1427" fmla="*/ 2381334 h 4078220"/>
              <a:gd name="connsiteX1428" fmla="*/ 9275769 w 11677525"/>
              <a:gd name="connsiteY1428" fmla="*/ 2338794 h 4078220"/>
              <a:gd name="connsiteX1429" fmla="*/ 9317115 w 11677525"/>
              <a:gd name="connsiteY1429" fmla="*/ 2337851 h 4078220"/>
              <a:gd name="connsiteX1430" fmla="*/ 8902667 w 11677525"/>
              <a:gd name="connsiteY1430" fmla="*/ 2330603 h 4078220"/>
              <a:gd name="connsiteX1431" fmla="*/ 8947083 w 11677525"/>
              <a:gd name="connsiteY1431" fmla="*/ 2346761 h 4078220"/>
              <a:gd name="connsiteX1432" fmla="*/ 8956642 w 11677525"/>
              <a:gd name="connsiteY1432" fmla="*/ 2388779 h 4078220"/>
              <a:gd name="connsiteX1433" fmla="*/ 8870392 w 11677525"/>
              <a:gd name="connsiteY1433" fmla="*/ 2373185 h 4078220"/>
              <a:gd name="connsiteX1434" fmla="*/ 8861918 w 11677525"/>
              <a:gd name="connsiteY1434" fmla="*/ 2331530 h 4078220"/>
              <a:gd name="connsiteX1435" fmla="*/ 8902667 w 11677525"/>
              <a:gd name="connsiteY1435" fmla="*/ 2330603 h 4078220"/>
              <a:gd name="connsiteX1436" fmla="*/ 7388761 w 11677525"/>
              <a:gd name="connsiteY1436" fmla="*/ 2329561 h 4078220"/>
              <a:gd name="connsiteX1437" fmla="*/ 7420352 w 11677525"/>
              <a:gd name="connsiteY1437" fmla="*/ 2343193 h 4078220"/>
              <a:gd name="connsiteX1438" fmla="*/ 7413071 w 11677525"/>
              <a:gd name="connsiteY1438" fmla="*/ 2378600 h 4078220"/>
              <a:gd name="connsiteX1439" fmla="*/ 7346161 w 11677525"/>
              <a:gd name="connsiteY1439" fmla="*/ 2365453 h 4078220"/>
              <a:gd name="connsiteX1440" fmla="*/ 7354025 w 11677525"/>
              <a:gd name="connsiteY1440" fmla="*/ 2330358 h 4078220"/>
              <a:gd name="connsiteX1441" fmla="*/ 7388761 w 11677525"/>
              <a:gd name="connsiteY1441" fmla="*/ 2329561 h 4078220"/>
              <a:gd name="connsiteX1442" fmla="*/ 8475268 w 11677525"/>
              <a:gd name="connsiteY1442" fmla="*/ 2328247 h 4078220"/>
              <a:gd name="connsiteX1443" fmla="*/ 8499358 w 11677525"/>
              <a:gd name="connsiteY1443" fmla="*/ 2337440 h 4078220"/>
              <a:gd name="connsiteX1444" fmla="*/ 8501749 w 11677525"/>
              <a:gd name="connsiteY1444" fmla="*/ 2361079 h 4078220"/>
              <a:gd name="connsiteX1445" fmla="*/ 8454205 w 11677525"/>
              <a:gd name="connsiteY1445" fmla="*/ 2352331 h 4078220"/>
              <a:gd name="connsiteX1446" fmla="*/ 8452176 w 11677525"/>
              <a:gd name="connsiteY1446" fmla="*/ 2328796 h 4078220"/>
              <a:gd name="connsiteX1447" fmla="*/ 8475268 w 11677525"/>
              <a:gd name="connsiteY1447" fmla="*/ 2328247 h 4078220"/>
              <a:gd name="connsiteX1448" fmla="*/ 6686599 w 11677525"/>
              <a:gd name="connsiteY1448" fmla="*/ 2322067 h 4078220"/>
              <a:gd name="connsiteX1449" fmla="*/ 6713600 w 11677525"/>
              <a:gd name="connsiteY1449" fmla="*/ 2334811 h 4078220"/>
              <a:gd name="connsiteX1450" fmla="*/ 6700096 w 11677525"/>
              <a:gd name="connsiteY1450" fmla="*/ 2367900 h 4078220"/>
              <a:gd name="connsiteX1451" fmla="*/ 6639966 w 11677525"/>
              <a:gd name="connsiteY1451" fmla="*/ 2355586 h 4078220"/>
              <a:gd name="connsiteX1452" fmla="*/ 6653970 w 11677525"/>
              <a:gd name="connsiteY1452" fmla="*/ 2322835 h 4078220"/>
              <a:gd name="connsiteX1453" fmla="*/ 6686599 w 11677525"/>
              <a:gd name="connsiteY1453" fmla="*/ 2322067 h 4078220"/>
              <a:gd name="connsiteX1454" fmla="*/ 8032381 w 11677525"/>
              <a:gd name="connsiteY1454" fmla="*/ 2303358 h 4078220"/>
              <a:gd name="connsiteX1455" fmla="*/ 8057247 w 11677525"/>
              <a:gd name="connsiteY1455" fmla="*/ 2313228 h 4078220"/>
              <a:gd name="connsiteX1456" fmla="*/ 8056552 w 11677525"/>
              <a:gd name="connsiteY1456" fmla="*/ 2338690 h 4078220"/>
              <a:gd name="connsiteX1457" fmla="*/ 8006036 w 11677525"/>
              <a:gd name="connsiteY1457" fmla="*/ 2329291 h 4078220"/>
              <a:gd name="connsiteX1458" fmla="*/ 8007204 w 11677525"/>
              <a:gd name="connsiteY1458" fmla="*/ 2303934 h 4078220"/>
              <a:gd name="connsiteX1459" fmla="*/ 8032381 w 11677525"/>
              <a:gd name="connsiteY1459" fmla="*/ 2303358 h 4078220"/>
              <a:gd name="connsiteX1460" fmla="*/ 3035854 w 11677525"/>
              <a:gd name="connsiteY1460" fmla="*/ 2303133 h 4078220"/>
              <a:gd name="connsiteX1461" fmla="*/ 3041582 w 11677525"/>
              <a:gd name="connsiteY1461" fmla="*/ 2308282 h 4078220"/>
              <a:gd name="connsiteX1462" fmla="*/ 3022131 w 11677525"/>
              <a:gd name="connsiteY1462" fmla="*/ 2321663 h 4078220"/>
              <a:gd name="connsiteX1463" fmla="*/ 3002569 w 11677525"/>
              <a:gd name="connsiteY1463" fmla="*/ 2316742 h 4078220"/>
              <a:gd name="connsiteX1464" fmla="*/ 3022187 w 11677525"/>
              <a:gd name="connsiteY1464" fmla="*/ 2303413 h 4078220"/>
              <a:gd name="connsiteX1465" fmla="*/ 3035854 w 11677525"/>
              <a:gd name="connsiteY1465" fmla="*/ 2303133 h 4078220"/>
              <a:gd name="connsiteX1466" fmla="*/ 3739535 w 11677525"/>
              <a:gd name="connsiteY1466" fmla="*/ 2298070 h 4078220"/>
              <a:gd name="connsiteX1467" fmla="*/ 3753028 w 11677525"/>
              <a:gd name="connsiteY1467" fmla="*/ 2308437 h 4078220"/>
              <a:gd name="connsiteX1468" fmla="*/ 3719295 w 11677525"/>
              <a:gd name="connsiteY1468" fmla="*/ 2335252 h 4078220"/>
              <a:gd name="connsiteX1469" fmla="*/ 3678338 w 11677525"/>
              <a:gd name="connsiteY1469" fmla="*/ 2325308 h 4078220"/>
              <a:gd name="connsiteX1470" fmla="*/ 3712266 w 11677525"/>
              <a:gd name="connsiteY1470" fmla="*/ 2298674 h 4078220"/>
              <a:gd name="connsiteX1471" fmla="*/ 3739535 w 11677525"/>
              <a:gd name="connsiteY1471" fmla="*/ 2298070 h 4078220"/>
              <a:gd name="connsiteX1472" fmla="*/ 5211585 w 11677525"/>
              <a:gd name="connsiteY1472" fmla="*/ 2293898 h 4078220"/>
              <a:gd name="connsiteX1473" fmla="*/ 5231216 w 11677525"/>
              <a:gd name="connsiteY1473" fmla="*/ 2305365 h 4078220"/>
              <a:gd name="connsiteX1474" fmla="*/ 5206514 w 11677525"/>
              <a:gd name="connsiteY1474" fmla="*/ 2334993 h 4078220"/>
              <a:gd name="connsiteX1475" fmla="*/ 5156694 w 11677525"/>
              <a:gd name="connsiteY1475" fmla="*/ 2324007 h 4078220"/>
              <a:gd name="connsiteX1476" fmla="*/ 5181701 w 11677525"/>
              <a:gd name="connsiteY1476" fmla="*/ 2294536 h 4078220"/>
              <a:gd name="connsiteX1477" fmla="*/ 5211585 w 11677525"/>
              <a:gd name="connsiteY1477" fmla="*/ 2293898 h 4078220"/>
              <a:gd name="connsiteX1478" fmla="*/ 5461828 w 11677525"/>
              <a:gd name="connsiteY1478" fmla="*/ 2291025 h 4078220"/>
              <a:gd name="connsiteX1479" fmla="*/ 5483408 w 11677525"/>
              <a:gd name="connsiteY1479" fmla="*/ 2303023 h 4078220"/>
              <a:gd name="connsiteX1480" fmla="*/ 5459567 w 11677525"/>
              <a:gd name="connsiteY1480" fmla="*/ 2334003 h 4078220"/>
              <a:gd name="connsiteX1481" fmla="*/ 5406468 w 11677525"/>
              <a:gd name="connsiteY1481" fmla="*/ 2322522 h 4078220"/>
              <a:gd name="connsiteX1482" fmla="*/ 5430642 w 11677525"/>
              <a:gd name="connsiteY1482" fmla="*/ 2291698 h 4078220"/>
              <a:gd name="connsiteX1483" fmla="*/ 5461828 w 11677525"/>
              <a:gd name="connsiteY1483" fmla="*/ 2291025 h 4078220"/>
              <a:gd name="connsiteX1484" fmla="*/ 4962587 w 11677525"/>
              <a:gd name="connsiteY1484" fmla="*/ 2289263 h 4078220"/>
              <a:gd name="connsiteX1485" fmla="*/ 4979554 w 11677525"/>
              <a:gd name="connsiteY1485" fmla="*/ 2299612 h 4078220"/>
              <a:gd name="connsiteX1486" fmla="*/ 4955269 w 11677525"/>
              <a:gd name="connsiteY1486" fmla="*/ 2326297 h 4078220"/>
              <a:gd name="connsiteX1487" fmla="*/ 4911005 w 11677525"/>
              <a:gd name="connsiteY1487" fmla="*/ 2316430 h 4078220"/>
              <a:gd name="connsiteX1488" fmla="*/ 4935512 w 11677525"/>
              <a:gd name="connsiteY1488" fmla="*/ 2289849 h 4078220"/>
              <a:gd name="connsiteX1489" fmla="*/ 4962587 w 11677525"/>
              <a:gd name="connsiteY1489" fmla="*/ 2289263 h 4078220"/>
              <a:gd name="connsiteX1490" fmla="*/ 1147345 w 11677525"/>
              <a:gd name="connsiteY1490" fmla="*/ 2287194 h 4078220"/>
              <a:gd name="connsiteX1491" fmla="*/ 1151625 w 11677525"/>
              <a:gd name="connsiteY1491" fmla="*/ 2288521 h 4078220"/>
              <a:gd name="connsiteX1492" fmla="*/ 1144706 w 11677525"/>
              <a:gd name="connsiteY1492" fmla="*/ 2291984 h 4078220"/>
              <a:gd name="connsiteX1493" fmla="*/ 1140260 w 11677525"/>
              <a:gd name="connsiteY1493" fmla="*/ 2290708 h 4078220"/>
              <a:gd name="connsiteX1494" fmla="*/ 1147345 w 11677525"/>
              <a:gd name="connsiteY1494" fmla="*/ 2287194 h 4078220"/>
              <a:gd name="connsiteX1495" fmla="*/ 762169 w 11677525"/>
              <a:gd name="connsiteY1495" fmla="*/ 2283081 h 4078220"/>
              <a:gd name="connsiteX1496" fmla="*/ 763837 w 11677525"/>
              <a:gd name="connsiteY1496" fmla="*/ 2283550 h 4078220"/>
              <a:gd name="connsiteX1497" fmla="*/ 760917 w 11677525"/>
              <a:gd name="connsiteY1497" fmla="*/ 2284981 h 4078220"/>
              <a:gd name="connsiteX1498" fmla="*/ 759195 w 11677525"/>
              <a:gd name="connsiteY1498" fmla="*/ 2284460 h 4078220"/>
              <a:gd name="connsiteX1499" fmla="*/ 762169 w 11677525"/>
              <a:gd name="connsiteY1499" fmla="*/ 2283081 h 4078220"/>
              <a:gd name="connsiteX1500" fmla="*/ 5709774 w 11677525"/>
              <a:gd name="connsiteY1500" fmla="*/ 2282230 h 4078220"/>
              <a:gd name="connsiteX1501" fmla="*/ 5730429 w 11677525"/>
              <a:gd name="connsiteY1501" fmla="*/ 2293364 h 4078220"/>
              <a:gd name="connsiteX1502" fmla="*/ 5710452 w 11677525"/>
              <a:gd name="connsiteY1502" fmla="*/ 2322105 h 4078220"/>
              <a:gd name="connsiteX1503" fmla="*/ 5660713 w 11677525"/>
              <a:gd name="connsiteY1503" fmla="*/ 2311432 h 4078220"/>
              <a:gd name="connsiteX1504" fmla="*/ 5681053 w 11677525"/>
              <a:gd name="connsiteY1504" fmla="*/ 2282872 h 4078220"/>
              <a:gd name="connsiteX1505" fmla="*/ 5709774 w 11677525"/>
              <a:gd name="connsiteY1505" fmla="*/ 2282230 h 4078220"/>
              <a:gd name="connsiteX1506" fmla="*/ 1574300 w 11677525"/>
              <a:gd name="connsiteY1506" fmla="*/ 2275990 h 4078220"/>
              <a:gd name="connsiteX1507" fmla="*/ 1579426 w 11677525"/>
              <a:gd name="connsiteY1507" fmla="*/ 2283549 h 4078220"/>
              <a:gd name="connsiteX1508" fmla="*/ 1542665 w 11677525"/>
              <a:gd name="connsiteY1508" fmla="*/ 2302971 h 4078220"/>
              <a:gd name="connsiteX1509" fmla="*/ 1517351 w 11677525"/>
              <a:gd name="connsiteY1509" fmla="*/ 2295759 h 4078220"/>
              <a:gd name="connsiteX1510" fmla="*/ 1554084 w 11677525"/>
              <a:gd name="connsiteY1510" fmla="*/ 2276416 h 4078220"/>
              <a:gd name="connsiteX1511" fmla="*/ 1574300 w 11677525"/>
              <a:gd name="connsiteY1511" fmla="*/ 2275990 h 4078220"/>
              <a:gd name="connsiteX1512" fmla="*/ 6907877 w 11677525"/>
              <a:gd name="connsiteY1512" fmla="*/ 2275759 h 4078220"/>
              <a:gd name="connsiteX1513" fmla="*/ 6932948 w 11677525"/>
              <a:gd name="connsiteY1513" fmla="*/ 2287090 h 4078220"/>
              <a:gd name="connsiteX1514" fmla="*/ 6922749 w 11677525"/>
              <a:gd name="connsiteY1514" fmla="*/ 2316378 h 4078220"/>
              <a:gd name="connsiteX1515" fmla="*/ 6867843 w 11677525"/>
              <a:gd name="connsiteY1515" fmla="*/ 2305522 h 4078220"/>
              <a:gd name="connsiteX1516" fmla="*/ 6878514 w 11677525"/>
              <a:gd name="connsiteY1516" fmla="*/ 2276416 h 4078220"/>
              <a:gd name="connsiteX1517" fmla="*/ 6907877 w 11677525"/>
              <a:gd name="connsiteY1517" fmla="*/ 2275759 h 4078220"/>
              <a:gd name="connsiteX1518" fmla="*/ 4721424 w 11677525"/>
              <a:gd name="connsiteY1518" fmla="*/ 2272894 h 4078220"/>
              <a:gd name="connsiteX1519" fmla="*/ 4739033 w 11677525"/>
              <a:gd name="connsiteY1519" fmla="*/ 2283940 h 4078220"/>
              <a:gd name="connsiteX1520" fmla="*/ 4710830 w 11677525"/>
              <a:gd name="connsiteY1520" fmla="*/ 2312551 h 4078220"/>
              <a:gd name="connsiteX1521" fmla="*/ 4663927 w 11677525"/>
              <a:gd name="connsiteY1521" fmla="*/ 2301929 h 4078220"/>
              <a:gd name="connsiteX1522" fmla="*/ 4692352 w 11677525"/>
              <a:gd name="connsiteY1522" fmla="*/ 2273526 h 4078220"/>
              <a:gd name="connsiteX1523" fmla="*/ 4721424 w 11677525"/>
              <a:gd name="connsiteY1523" fmla="*/ 2272894 h 4078220"/>
              <a:gd name="connsiteX1524" fmla="*/ 395526 w 11677525"/>
              <a:gd name="connsiteY1524" fmla="*/ 2272797 h 4078220"/>
              <a:gd name="connsiteX1525" fmla="*/ 396972 w 11677525"/>
              <a:gd name="connsiteY1525" fmla="*/ 2273396 h 4078220"/>
              <a:gd name="connsiteX1526" fmla="*/ 393998 w 11677525"/>
              <a:gd name="connsiteY1526" fmla="*/ 2274697 h 4078220"/>
              <a:gd name="connsiteX1527" fmla="*/ 392247 w 11677525"/>
              <a:gd name="connsiteY1527" fmla="*/ 2274229 h 4078220"/>
              <a:gd name="connsiteX1528" fmla="*/ 395526 w 11677525"/>
              <a:gd name="connsiteY1528" fmla="*/ 2272797 h 4078220"/>
              <a:gd name="connsiteX1529" fmla="*/ 1990084 w 11677525"/>
              <a:gd name="connsiteY1529" fmla="*/ 2271242 h 4078220"/>
              <a:gd name="connsiteX1530" fmla="*/ 1995224 w 11677525"/>
              <a:gd name="connsiteY1530" fmla="*/ 2277692 h 4078220"/>
              <a:gd name="connsiteX1531" fmla="*/ 1965687 w 11677525"/>
              <a:gd name="connsiteY1531" fmla="*/ 2294275 h 4078220"/>
              <a:gd name="connsiteX1532" fmla="*/ 1943208 w 11677525"/>
              <a:gd name="connsiteY1532" fmla="*/ 2288184 h 4078220"/>
              <a:gd name="connsiteX1533" fmla="*/ 1972772 w 11677525"/>
              <a:gd name="connsiteY1533" fmla="*/ 2271626 h 4078220"/>
              <a:gd name="connsiteX1534" fmla="*/ 1990084 w 11677525"/>
              <a:gd name="connsiteY1534" fmla="*/ 2271242 h 4078220"/>
              <a:gd name="connsiteX1535" fmla="*/ 7579145 w 11677525"/>
              <a:gd name="connsiteY1535" fmla="*/ 2264545 h 4078220"/>
              <a:gd name="connsiteX1536" fmla="*/ 7609690 w 11677525"/>
              <a:gd name="connsiteY1536" fmla="*/ 2277171 h 4078220"/>
              <a:gd name="connsiteX1537" fmla="*/ 7604493 w 11677525"/>
              <a:gd name="connsiteY1537" fmla="*/ 2309844 h 4078220"/>
              <a:gd name="connsiteX1538" fmla="*/ 7540945 w 11677525"/>
              <a:gd name="connsiteY1538" fmla="*/ 2297712 h 4078220"/>
              <a:gd name="connsiteX1539" fmla="*/ 7546391 w 11677525"/>
              <a:gd name="connsiteY1539" fmla="*/ 2265273 h 4078220"/>
              <a:gd name="connsiteX1540" fmla="*/ 7579145 w 11677525"/>
              <a:gd name="connsiteY1540" fmla="*/ 2264545 h 4078220"/>
              <a:gd name="connsiteX1541" fmla="*/ 5956636 w 11677525"/>
              <a:gd name="connsiteY1541" fmla="*/ 2262283 h 4078220"/>
              <a:gd name="connsiteX1542" fmla="*/ 5979674 w 11677525"/>
              <a:gd name="connsiteY1542" fmla="*/ 2274021 h 4078220"/>
              <a:gd name="connsiteX1543" fmla="*/ 5960474 w 11677525"/>
              <a:gd name="connsiteY1543" fmla="*/ 2304585 h 4078220"/>
              <a:gd name="connsiteX1544" fmla="*/ 5906124 w 11677525"/>
              <a:gd name="connsiteY1544" fmla="*/ 2293208 h 4078220"/>
              <a:gd name="connsiteX1545" fmla="*/ 5925824 w 11677525"/>
              <a:gd name="connsiteY1545" fmla="*/ 2262982 h 4078220"/>
              <a:gd name="connsiteX1546" fmla="*/ 5956636 w 11677525"/>
              <a:gd name="connsiteY1546" fmla="*/ 2262283 h 4078220"/>
              <a:gd name="connsiteX1547" fmla="*/ 2409882 w 11677525"/>
              <a:gd name="connsiteY1547" fmla="*/ 2260535 h 4078220"/>
              <a:gd name="connsiteX1548" fmla="*/ 2425304 w 11677525"/>
              <a:gd name="connsiteY1548" fmla="*/ 2264544 h 4078220"/>
              <a:gd name="connsiteX1549" fmla="*/ 2407187 w 11677525"/>
              <a:gd name="connsiteY1549" fmla="*/ 2275530 h 4078220"/>
              <a:gd name="connsiteX1550" fmla="*/ 2391682 w 11677525"/>
              <a:gd name="connsiteY1550" fmla="*/ 2271469 h 4078220"/>
              <a:gd name="connsiteX1551" fmla="*/ 2409882 w 11677525"/>
              <a:gd name="connsiteY1551" fmla="*/ 2260535 h 4078220"/>
              <a:gd name="connsiteX1552" fmla="*/ 3534334 w 11677525"/>
              <a:gd name="connsiteY1552" fmla="*/ 2252829 h 4078220"/>
              <a:gd name="connsiteX1553" fmla="*/ 3542378 w 11677525"/>
              <a:gd name="connsiteY1553" fmla="*/ 2259207 h 4078220"/>
              <a:gd name="connsiteX1554" fmla="*/ 3520260 w 11677525"/>
              <a:gd name="connsiteY1554" fmla="*/ 2275661 h 4078220"/>
              <a:gd name="connsiteX1555" fmla="*/ 3495252 w 11677525"/>
              <a:gd name="connsiteY1555" fmla="*/ 2269569 h 4078220"/>
              <a:gd name="connsiteX1556" fmla="*/ 3517370 w 11677525"/>
              <a:gd name="connsiteY1556" fmla="*/ 2253168 h 4078220"/>
              <a:gd name="connsiteX1557" fmla="*/ 3534334 w 11677525"/>
              <a:gd name="connsiteY1557" fmla="*/ 2252829 h 4078220"/>
              <a:gd name="connsiteX1558" fmla="*/ 4484871 w 11677525"/>
              <a:gd name="connsiteY1558" fmla="*/ 2251406 h 4078220"/>
              <a:gd name="connsiteX1559" fmla="*/ 4500320 w 11677525"/>
              <a:gd name="connsiteY1559" fmla="*/ 2261498 h 4078220"/>
              <a:gd name="connsiteX1560" fmla="*/ 4472616 w 11677525"/>
              <a:gd name="connsiteY1560" fmla="*/ 2287636 h 4078220"/>
              <a:gd name="connsiteX1561" fmla="*/ 4430297 w 11677525"/>
              <a:gd name="connsiteY1561" fmla="*/ 2277925 h 4078220"/>
              <a:gd name="connsiteX1562" fmla="*/ 4458000 w 11677525"/>
              <a:gd name="connsiteY1562" fmla="*/ 2251995 h 4078220"/>
              <a:gd name="connsiteX1563" fmla="*/ 4484871 w 11677525"/>
              <a:gd name="connsiteY1563" fmla="*/ 2251406 h 4078220"/>
              <a:gd name="connsiteX1564" fmla="*/ 9009688 w 11677525"/>
              <a:gd name="connsiteY1564" fmla="*/ 2249529 h 4078220"/>
              <a:gd name="connsiteX1565" fmla="*/ 9034720 w 11677525"/>
              <a:gd name="connsiteY1565" fmla="*/ 2258270 h 4078220"/>
              <a:gd name="connsiteX1566" fmla="*/ 9040501 w 11677525"/>
              <a:gd name="connsiteY1566" fmla="*/ 2280920 h 4078220"/>
              <a:gd name="connsiteX1567" fmla="*/ 8992513 w 11677525"/>
              <a:gd name="connsiteY1567" fmla="*/ 2272511 h 4078220"/>
              <a:gd name="connsiteX1568" fmla="*/ 8987012 w 11677525"/>
              <a:gd name="connsiteY1568" fmla="*/ 2250043 h 4078220"/>
              <a:gd name="connsiteX1569" fmla="*/ 9009688 w 11677525"/>
              <a:gd name="connsiteY1569" fmla="*/ 2249529 h 4078220"/>
              <a:gd name="connsiteX1570" fmla="*/ 8604036 w 11677525"/>
              <a:gd name="connsiteY1570" fmla="*/ 2241224 h 4078220"/>
              <a:gd name="connsiteX1571" fmla="*/ 8628010 w 11677525"/>
              <a:gd name="connsiteY1571" fmla="*/ 2249939 h 4078220"/>
              <a:gd name="connsiteX1572" fmla="*/ 8630955 w 11677525"/>
              <a:gd name="connsiteY1572" fmla="*/ 2272458 h 4078220"/>
              <a:gd name="connsiteX1573" fmla="*/ 8584079 w 11677525"/>
              <a:gd name="connsiteY1573" fmla="*/ 2264127 h 4078220"/>
              <a:gd name="connsiteX1574" fmla="*/ 8581356 w 11677525"/>
              <a:gd name="connsiteY1574" fmla="*/ 2241763 h 4078220"/>
              <a:gd name="connsiteX1575" fmla="*/ 8604036 w 11677525"/>
              <a:gd name="connsiteY1575" fmla="*/ 2241224 h 4078220"/>
              <a:gd name="connsiteX1576" fmla="*/ 9396843 w 11677525"/>
              <a:gd name="connsiteY1576" fmla="*/ 2239431 h 4078220"/>
              <a:gd name="connsiteX1577" fmla="*/ 9443100 w 11677525"/>
              <a:gd name="connsiteY1577" fmla="*/ 2255068 h 4078220"/>
              <a:gd name="connsiteX1578" fmla="*/ 9458271 w 11677525"/>
              <a:gd name="connsiteY1578" fmla="*/ 2295629 h 4078220"/>
              <a:gd name="connsiteX1579" fmla="*/ 9370798 w 11677525"/>
              <a:gd name="connsiteY1579" fmla="*/ 2280581 h 4078220"/>
              <a:gd name="connsiteX1580" fmla="*/ 9356711 w 11677525"/>
              <a:gd name="connsiteY1580" fmla="*/ 2240333 h 4078220"/>
              <a:gd name="connsiteX1581" fmla="*/ 9396843 w 11677525"/>
              <a:gd name="connsiteY1581" fmla="*/ 2239431 h 4078220"/>
              <a:gd name="connsiteX1582" fmla="*/ 10138893 w 11677525"/>
              <a:gd name="connsiteY1582" fmla="*/ 2236277 h 4078220"/>
              <a:gd name="connsiteX1583" fmla="*/ 10177526 w 11677525"/>
              <a:gd name="connsiteY1583" fmla="*/ 2248403 h 4078220"/>
              <a:gd name="connsiteX1584" fmla="*/ 10196004 w 11677525"/>
              <a:gd name="connsiteY1584" fmla="*/ 2279826 h 4078220"/>
              <a:gd name="connsiteX1585" fmla="*/ 10125538 w 11677525"/>
              <a:gd name="connsiteY1585" fmla="*/ 2268163 h 4078220"/>
              <a:gd name="connsiteX1586" fmla="*/ 10107866 w 11677525"/>
              <a:gd name="connsiteY1586" fmla="*/ 2237000 h 4078220"/>
              <a:gd name="connsiteX1587" fmla="*/ 10138893 w 11677525"/>
              <a:gd name="connsiteY1587" fmla="*/ 2236277 h 4078220"/>
              <a:gd name="connsiteX1588" fmla="*/ 6196673 w 11677525"/>
              <a:gd name="connsiteY1588" fmla="*/ 2235926 h 4078220"/>
              <a:gd name="connsiteX1589" fmla="*/ 6220417 w 11677525"/>
              <a:gd name="connsiteY1589" fmla="*/ 2247518 h 4078220"/>
              <a:gd name="connsiteX1590" fmla="*/ 6203329 w 11677525"/>
              <a:gd name="connsiteY1590" fmla="*/ 2277535 h 4078220"/>
              <a:gd name="connsiteX1591" fmla="*/ 6148951 w 11677525"/>
              <a:gd name="connsiteY1591" fmla="*/ 2266393 h 4078220"/>
              <a:gd name="connsiteX1592" fmla="*/ 6166095 w 11677525"/>
              <a:gd name="connsiteY1592" fmla="*/ 2236558 h 4078220"/>
              <a:gd name="connsiteX1593" fmla="*/ 6196673 w 11677525"/>
              <a:gd name="connsiteY1593" fmla="*/ 2235926 h 4078220"/>
              <a:gd name="connsiteX1594" fmla="*/ 2879382 w 11677525"/>
              <a:gd name="connsiteY1594" fmla="*/ 2234146 h 4078220"/>
              <a:gd name="connsiteX1595" fmla="*/ 2884643 w 11677525"/>
              <a:gd name="connsiteY1595" fmla="*/ 2239161 h 4078220"/>
              <a:gd name="connsiteX1596" fmla="*/ 2864970 w 11677525"/>
              <a:gd name="connsiteY1596" fmla="*/ 2251996 h 4078220"/>
              <a:gd name="connsiteX1597" fmla="*/ 2846075 w 11677525"/>
              <a:gd name="connsiteY1597" fmla="*/ 2247231 h 4078220"/>
              <a:gd name="connsiteX1598" fmla="*/ 2865887 w 11677525"/>
              <a:gd name="connsiteY1598" fmla="*/ 2234422 h 4078220"/>
              <a:gd name="connsiteX1599" fmla="*/ 2879382 w 11677525"/>
              <a:gd name="connsiteY1599" fmla="*/ 2234146 h 4078220"/>
              <a:gd name="connsiteX1600" fmla="*/ 10493305 w 11677525"/>
              <a:gd name="connsiteY1600" fmla="*/ 2233270 h 4078220"/>
              <a:gd name="connsiteX1601" fmla="*/ 10520078 w 11677525"/>
              <a:gd name="connsiteY1601" fmla="*/ 2241426 h 4078220"/>
              <a:gd name="connsiteX1602" fmla="*/ 10534777 w 11677525"/>
              <a:gd name="connsiteY1602" fmla="*/ 2262461 h 4078220"/>
              <a:gd name="connsiteX1603" fmla="*/ 10486623 w 11677525"/>
              <a:gd name="connsiteY1603" fmla="*/ 2254677 h 4078220"/>
              <a:gd name="connsiteX1604" fmla="*/ 10472453 w 11677525"/>
              <a:gd name="connsiteY1604" fmla="*/ 2233746 h 4078220"/>
              <a:gd name="connsiteX1605" fmla="*/ 10493305 w 11677525"/>
              <a:gd name="connsiteY1605" fmla="*/ 2233270 h 4078220"/>
              <a:gd name="connsiteX1606" fmla="*/ 9771168 w 11677525"/>
              <a:gd name="connsiteY1606" fmla="*/ 2233004 h 4078220"/>
              <a:gd name="connsiteX1607" fmla="*/ 9825581 w 11677525"/>
              <a:gd name="connsiteY1607" fmla="*/ 2250643 h 4078220"/>
              <a:gd name="connsiteX1608" fmla="*/ 9848061 w 11677525"/>
              <a:gd name="connsiteY1608" fmla="*/ 2296723 h 4078220"/>
              <a:gd name="connsiteX1609" fmla="*/ 9746752 w 11677525"/>
              <a:gd name="connsiteY1609" fmla="*/ 2279540 h 4078220"/>
              <a:gd name="connsiteX1610" fmla="*/ 9725801 w 11677525"/>
              <a:gd name="connsiteY1610" fmla="*/ 2234033 h 4078220"/>
              <a:gd name="connsiteX1611" fmla="*/ 9771168 w 11677525"/>
              <a:gd name="connsiteY1611" fmla="*/ 2233004 h 4078220"/>
              <a:gd name="connsiteX1612" fmla="*/ 10835012 w 11677525"/>
              <a:gd name="connsiteY1612" fmla="*/ 2231871 h 4078220"/>
              <a:gd name="connsiteX1613" fmla="*/ 10846043 w 11677525"/>
              <a:gd name="connsiteY1613" fmla="*/ 2233563 h 4078220"/>
              <a:gd name="connsiteX1614" fmla="*/ 10849654 w 11677525"/>
              <a:gd name="connsiteY1614" fmla="*/ 2238275 h 4078220"/>
              <a:gd name="connsiteX1615" fmla="*/ 10838679 w 11677525"/>
              <a:gd name="connsiteY1615" fmla="*/ 2236583 h 4078220"/>
              <a:gd name="connsiteX1616" fmla="*/ 10835012 w 11677525"/>
              <a:gd name="connsiteY1616" fmla="*/ 2231871 h 4078220"/>
              <a:gd name="connsiteX1617" fmla="*/ 8184450 w 11677525"/>
              <a:gd name="connsiteY1617" fmla="*/ 2224227 h 4078220"/>
              <a:gd name="connsiteX1618" fmla="*/ 8209155 w 11677525"/>
              <a:gd name="connsiteY1618" fmla="*/ 2233667 h 4078220"/>
              <a:gd name="connsiteX1619" fmla="*/ 8209684 w 11677525"/>
              <a:gd name="connsiteY1619" fmla="*/ 2258036 h 4078220"/>
              <a:gd name="connsiteX1620" fmla="*/ 8160029 w 11677525"/>
              <a:gd name="connsiteY1620" fmla="*/ 2248976 h 4078220"/>
              <a:gd name="connsiteX1621" fmla="*/ 8159724 w 11677525"/>
              <a:gd name="connsiteY1621" fmla="*/ 2224763 h 4078220"/>
              <a:gd name="connsiteX1622" fmla="*/ 8184450 w 11677525"/>
              <a:gd name="connsiteY1622" fmla="*/ 2224227 h 4078220"/>
              <a:gd name="connsiteX1623" fmla="*/ 4259456 w 11677525"/>
              <a:gd name="connsiteY1623" fmla="*/ 2220784 h 4078220"/>
              <a:gd name="connsiteX1624" fmla="*/ 4274082 w 11677525"/>
              <a:gd name="connsiteY1624" fmla="*/ 2230674 h 4078220"/>
              <a:gd name="connsiteX1625" fmla="*/ 4245045 w 11677525"/>
              <a:gd name="connsiteY1625" fmla="*/ 2256343 h 4078220"/>
              <a:gd name="connsiteX1626" fmla="*/ 4203559 w 11677525"/>
              <a:gd name="connsiteY1626" fmla="*/ 2246841 h 4078220"/>
              <a:gd name="connsiteX1627" fmla="*/ 4232931 w 11677525"/>
              <a:gd name="connsiteY1627" fmla="*/ 2221379 h 4078220"/>
              <a:gd name="connsiteX1628" fmla="*/ 4259456 w 11677525"/>
              <a:gd name="connsiteY1628" fmla="*/ 2220784 h 4078220"/>
              <a:gd name="connsiteX1629" fmla="*/ 7117114 w 11677525"/>
              <a:gd name="connsiteY1629" fmla="*/ 2219339 h 4078220"/>
              <a:gd name="connsiteX1630" fmla="*/ 7145571 w 11677525"/>
              <a:gd name="connsiteY1630" fmla="*/ 2231611 h 4078220"/>
              <a:gd name="connsiteX1631" fmla="*/ 7136123 w 11677525"/>
              <a:gd name="connsiteY1631" fmla="*/ 2263398 h 4078220"/>
              <a:gd name="connsiteX1632" fmla="*/ 7075076 w 11677525"/>
              <a:gd name="connsiteY1632" fmla="*/ 2251631 h 4078220"/>
              <a:gd name="connsiteX1633" fmla="*/ 7084801 w 11677525"/>
              <a:gd name="connsiteY1633" fmla="*/ 2220052 h 4078220"/>
              <a:gd name="connsiteX1634" fmla="*/ 7117114 w 11677525"/>
              <a:gd name="connsiteY1634" fmla="*/ 2219339 h 4078220"/>
              <a:gd name="connsiteX1635" fmla="*/ 11166782 w 11677525"/>
              <a:gd name="connsiteY1635" fmla="*/ 2218802 h 4078220"/>
              <a:gd name="connsiteX1636" fmla="*/ 11169922 w 11677525"/>
              <a:gd name="connsiteY1636" fmla="*/ 2219349 h 4078220"/>
              <a:gd name="connsiteX1637" fmla="*/ 11171145 w 11677525"/>
              <a:gd name="connsiteY1637" fmla="*/ 2220702 h 4078220"/>
              <a:gd name="connsiteX1638" fmla="*/ 11167867 w 11677525"/>
              <a:gd name="connsiteY1638" fmla="*/ 2220155 h 4078220"/>
              <a:gd name="connsiteX1639" fmla="*/ 11166782 w 11677525"/>
              <a:gd name="connsiteY1639" fmla="*/ 2218802 h 4078220"/>
              <a:gd name="connsiteX1640" fmla="*/ 6428626 w 11677525"/>
              <a:gd name="connsiteY1640" fmla="*/ 2202111 h 4078220"/>
              <a:gd name="connsiteX1641" fmla="*/ 6452685 w 11677525"/>
              <a:gd name="connsiteY1641" fmla="*/ 2213465 h 4078220"/>
              <a:gd name="connsiteX1642" fmla="*/ 6438097 w 11677525"/>
              <a:gd name="connsiteY1642" fmla="*/ 2242909 h 4078220"/>
              <a:gd name="connsiteX1643" fmla="*/ 6383329 w 11677525"/>
              <a:gd name="connsiteY1643" fmla="*/ 2232001 h 4078220"/>
              <a:gd name="connsiteX1644" fmla="*/ 6398501 w 11677525"/>
              <a:gd name="connsiteY1644" fmla="*/ 2202765 h 4078220"/>
              <a:gd name="connsiteX1645" fmla="*/ 6428626 w 11677525"/>
              <a:gd name="connsiteY1645" fmla="*/ 2202111 h 4078220"/>
              <a:gd name="connsiteX1646" fmla="*/ 7753068 w 11677525"/>
              <a:gd name="connsiteY1646" fmla="*/ 2193960 h 4078220"/>
              <a:gd name="connsiteX1647" fmla="*/ 7784800 w 11677525"/>
              <a:gd name="connsiteY1647" fmla="*/ 2206567 h 4078220"/>
              <a:gd name="connsiteX1648" fmla="*/ 7781355 w 11677525"/>
              <a:gd name="connsiteY1648" fmla="*/ 2239187 h 4078220"/>
              <a:gd name="connsiteX1649" fmla="*/ 7715750 w 11677525"/>
              <a:gd name="connsiteY1649" fmla="*/ 2227107 h 4078220"/>
              <a:gd name="connsiteX1650" fmla="*/ 7719751 w 11677525"/>
              <a:gd name="connsiteY1650" fmla="*/ 2194669 h 4078220"/>
              <a:gd name="connsiteX1651" fmla="*/ 7753068 w 11677525"/>
              <a:gd name="connsiteY1651" fmla="*/ 2193960 h 4078220"/>
              <a:gd name="connsiteX1652" fmla="*/ 3356722 w 11677525"/>
              <a:gd name="connsiteY1652" fmla="*/ 2193520 h 4078220"/>
              <a:gd name="connsiteX1653" fmla="*/ 3365545 w 11677525"/>
              <a:gd name="connsiteY1653" fmla="*/ 2200734 h 4078220"/>
              <a:gd name="connsiteX1654" fmla="*/ 3339481 w 11677525"/>
              <a:gd name="connsiteY1654" fmla="*/ 2219218 h 4078220"/>
              <a:gd name="connsiteX1655" fmla="*/ 3310888 w 11677525"/>
              <a:gd name="connsiteY1655" fmla="*/ 2212398 h 4078220"/>
              <a:gd name="connsiteX1656" fmla="*/ 3337231 w 11677525"/>
              <a:gd name="connsiteY1656" fmla="*/ 2193939 h 4078220"/>
              <a:gd name="connsiteX1657" fmla="*/ 3356722 w 11677525"/>
              <a:gd name="connsiteY1657" fmla="*/ 2193520 h 4078220"/>
              <a:gd name="connsiteX1658" fmla="*/ 1114751 w 11677525"/>
              <a:gd name="connsiteY1658" fmla="*/ 2188446 h 4078220"/>
              <a:gd name="connsiteX1659" fmla="*/ 1118919 w 11677525"/>
              <a:gd name="connsiteY1659" fmla="*/ 2189670 h 4078220"/>
              <a:gd name="connsiteX1660" fmla="*/ 1112168 w 11677525"/>
              <a:gd name="connsiteY1660" fmla="*/ 2192924 h 4078220"/>
              <a:gd name="connsiteX1661" fmla="*/ 1107860 w 11677525"/>
              <a:gd name="connsiteY1661" fmla="*/ 2191726 h 4078220"/>
              <a:gd name="connsiteX1662" fmla="*/ 1114751 w 11677525"/>
              <a:gd name="connsiteY1662" fmla="*/ 2188446 h 4078220"/>
              <a:gd name="connsiteX1663" fmla="*/ 1886440 w 11677525"/>
              <a:gd name="connsiteY1663" fmla="*/ 2187508 h 4078220"/>
              <a:gd name="connsiteX1664" fmla="*/ 1900917 w 11677525"/>
              <a:gd name="connsiteY1664" fmla="*/ 2191310 h 4078220"/>
              <a:gd name="connsiteX1665" fmla="*/ 1881383 w 11677525"/>
              <a:gd name="connsiteY1665" fmla="*/ 2201828 h 4078220"/>
              <a:gd name="connsiteX1666" fmla="*/ 1866989 w 11677525"/>
              <a:gd name="connsiteY1666" fmla="*/ 2197948 h 4078220"/>
              <a:gd name="connsiteX1667" fmla="*/ 1886440 w 11677525"/>
              <a:gd name="connsiteY1667" fmla="*/ 2187508 h 4078220"/>
              <a:gd name="connsiteX1668" fmla="*/ 1510783 w 11677525"/>
              <a:gd name="connsiteY1668" fmla="*/ 2184811 h 4078220"/>
              <a:gd name="connsiteX1669" fmla="*/ 1514628 w 11677525"/>
              <a:gd name="connsiteY1669" fmla="*/ 2190737 h 4078220"/>
              <a:gd name="connsiteX1670" fmla="*/ 1484952 w 11677525"/>
              <a:gd name="connsiteY1670" fmla="*/ 2205837 h 4078220"/>
              <a:gd name="connsiteX1671" fmla="*/ 1464751 w 11677525"/>
              <a:gd name="connsiteY1671" fmla="*/ 2200239 h 4078220"/>
              <a:gd name="connsiteX1672" fmla="*/ 1494538 w 11677525"/>
              <a:gd name="connsiteY1672" fmla="*/ 2185113 h 4078220"/>
              <a:gd name="connsiteX1673" fmla="*/ 1510783 w 11677525"/>
              <a:gd name="connsiteY1673" fmla="*/ 2184811 h 4078220"/>
              <a:gd name="connsiteX1674" fmla="*/ 4044822 w 11677525"/>
              <a:gd name="connsiteY1674" fmla="*/ 2183952 h 4078220"/>
              <a:gd name="connsiteX1675" fmla="*/ 4057902 w 11677525"/>
              <a:gd name="connsiteY1675" fmla="*/ 2193132 h 4078220"/>
              <a:gd name="connsiteX1676" fmla="*/ 4029254 w 11677525"/>
              <a:gd name="connsiteY1676" fmla="*/ 2216902 h 4078220"/>
              <a:gd name="connsiteX1677" fmla="*/ 3990936 w 11677525"/>
              <a:gd name="connsiteY1677" fmla="*/ 2208102 h 4078220"/>
              <a:gd name="connsiteX1678" fmla="*/ 4019863 w 11677525"/>
              <a:gd name="connsiteY1678" fmla="*/ 2184515 h 4078220"/>
              <a:gd name="connsiteX1679" fmla="*/ 4044822 w 11677525"/>
              <a:gd name="connsiteY1679" fmla="*/ 2183952 h 4078220"/>
              <a:gd name="connsiteX1680" fmla="*/ 2297930 w 11677525"/>
              <a:gd name="connsiteY1680" fmla="*/ 2179751 h 4078220"/>
              <a:gd name="connsiteX1681" fmla="*/ 2312935 w 11677525"/>
              <a:gd name="connsiteY1681" fmla="*/ 2183526 h 4078220"/>
              <a:gd name="connsiteX1682" fmla="*/ 2294818 w 11677525"/>
              <a:gd name="connsiteY1682" fmla="*/ 2193992 h 4078220"/>
              <a:gd name="connsiteX1683" fmla="*/ 2279925 w 11677525"/>
              <a:gd name="connsiteY1683" fmla="*/ 2190138 h 4078220"/>
              <a:gd name="connsiteX1684" fmla="*/ 2297930 w 11677525"/>
              <a:gd name="connsiteY1684" fmla="*/ 2179751 h 4078220"/>
              <a:gd name="connsiteX1685" fmla="*/ 755999 w 11677525"/>
              <a:gd name="connsiteY1685" fmla="*/ 2179048 h 4078220"/>
              <a:gd name="connsiteX1686" fmla="*/ 760140 w 11677525"/>
              <a:gd name="connsiteY1686" fmla="*/ 2180272 h 4078220"/>
              <a:gd name="connsiteX1687" fmla="*/ 752999 w 11677525"/>
              <a:gd name="connsiteY1687" fmla="*/ 2183526 h 4078220"/>
              <a:gd name="connsiteX1688" fmla="*/ 748775 w 11677525"/>
              <a:gd name="connsiteY1688" fmla="*/ 2182328 h 4078220"/>
              <a:gd name="connsiteX1689" fmla="*/ 755999 w 11677525"/>
              <a:gd name="connsiteY1689" fmla="*/ 2179048 h 4078220"/>
              <a:gd name="connsiteX1690" fmla="*/ 412392 w 11677525"/>
              <a:gd name="connsiteY1690" fmla="*/ 2167280 h 4078220"/>
              <a:gd name="connsiteX1691" fmla="*/ 414059 w 11677525"/>
              <a:gd name="connsiteY1691" fmla="*/ 2167775 h 4078220"/>
              <a:gd name="connsiteX1692" fmla="*/ 411086 w 11677525"/>
              <a:gd name="connsiteY1692" fmla="*/ 2169102 h 4078220"/>
              <a:gd name="connsiteX1693" fmla="*/ 409446 w 11677525"/>
              <a:gd name="connsiteY1693" fmla="*/ 2168582 h 4078220"/>
              <a:gd name="connsiteX1694" fmla="*/ 412392 w 11677525"/>
              <a:gd name="connsiteY1694" fmla="*/ 2167280 h 4078220"/>
              <a:gd name="connsiteX1695" fmla="*/ 2727705 w 11677525"/>
              <a:gd name="connsiteY1695" fmla="*/ 2164417 h 4078220"/>
              <a:gd name="connsiteX1696" fmla="*/ 2741098 w 11677525"/>
              <a:gd name="connsiteY1696" fmla="*/ 2167749 h 4078220"/>
              <a:gd name="connsiteX1697" fmla="*/ 2726371 w 11677525"/>
              <a:gd name="connsiteY1697" fmla="*/ 2176835 h 4078220"/>
              <a:gd name="connsiteX1698" fmla="*/ 2713089 w 11677525"/>
              <a:gd name="connsiteY1698" fmla="*/ 2173450 h 4078220"/>
              <a:gd name="connsiteX1699" fmla="*/ 2727705 w 11677525"/>
              <a:gd name="connsiteY1699" fmla="*/ 2164417 h 4078220"/>
              <a:gd name="connsiteX1700" fmla="*/ 7310275 w 11677525"/>
              <a:gd name="connsiteY1700" fmla="*/ 2161654 h 4078220"/>
              <a:gd name="connsiteX1701" fmla="*/ 7336992 w 11677525"/>
              <a:gd name="connsiteY1701" fmla="*/ 2172774 h 4078220"/>
              <a:gd name="connsiteX1702" fmla="*/ 7329933 w 11677525"/>
              <a:gd name="connsiteY1702" fmla="*/ 2201516 h 4078220"/>
              <a:gd name="connsiteX1703" fmla="*/ 7273221 w 11677525"/>
              <a:gd name="connsiteY1703" fmla="*/ 2190867 h 4078220"/>
              <a:gd name="connsiteX1704" fmla="*/ 7280641 w 11677525"/>
              <a:gd name="connsiteY1704" fmla="*/ 2162308 h 4078220"/>
              <a:gd name="connsiteX1705" fmla="*/ 7310275 w 11677525"/>
              <a:gd name="connsiteY1705" fmla="*/ 2161654 h 4078220"/>
              <a:gd name="connsiteX1706" fmla="*/ 6650400 w 11677525"/>
              <a:gd name="connsiteY1706" fmla="*/ 2161475 h 4078220"/>
              <a:gd name="connsiteX1707" fmla="*/ 6675061 w 11677525"/>
              <a:gd name="connsiteY1707" fmla="*/ 2172540 h 4078220"/>
              <a:gd name="connsiteX1708" fmla="*/ 6662306 w 11677525"/>
              <a:gd name="connsiteY1708" fmla="*/ 2201307 h 4078220"/>
              <a:gd name="connsiteX1709" fmla="*/ 6607567 w 11677525"/>
              <a:gd name="connsiteY1709" fmla="*/ 2190659 h 4078220"/>
              <a:gd name="connsiteX1710" fmla="*/ 6620654 w 11677525"/>
              <a:gd name="connsiteY1710" fmla="*/ 2162126 h 4078220"/>
              <a:gd name="connsiteX1711" fmla="*/ 6650400 w 11677525"/>
              <a:gd name="connsiteY1711" fmla="*/ 2161475 h 4078220"/>
              <a:gd name="connsiteX1712" fmla="*/ 9097378 w 11677525"/>
              <a:gd name="connsiteY1712" fmla="*/ 2156427 h 4078220"/>
              <a:gd name="connsiteX1713" fmla="*/ 9121831 w 11677525"/>
              <a:gd name="connsiteY1713" fmla="*/ 2164729 h 4078220"/>
              <a:gd name="connsiteX1714" fmla="*/ 9127889 w 11677525"/>
              <a:gd name="connsiteY1714" fmla="*/ 2186077 h 4078220"/>
              <a:gd name="connsiteX1715" fmla="*/ 9081181 w 11677525"/>
              <a:gd name="connsiteY1715" fmla="*/ 2178189 h 4078220"/>
              <a:gd name="connsiteX1716" fmla="*/ 9075400 w 11677525"/>
              <a:gd name="connsiteY1716" fmla="*/ 2156893 h 4078220"/>
              <a:gd name="connsiteX1717" fmla="*/ 9097378 w 11677525"/>
              <a:gd name="connsiteY1717" fmla="*/ 2156427 h 4078220"/>
              <a:gd name="connsiteX1718" fmla="*/ 8714599 w 11677525"/>
              <a:gd name="connsiteY1718" fmla="*/ 2150000 h 4078220"/>
              <a:gd name="connsiteX1719" fmla="*/ 8743768 w 11677525"/>
              <a:gd name="connsiteY1719" fmla="*/ 2160277 h 4078220"/>
              <a:gd name="connsiteX1720" fmla="*/ 8748297 w 11677525"/>
              <a:gd name="connsiteY1720" fmla="*/ 2186858 h 4078220"/>
              <a:gd name="connsiteX1721" fmla="*/ 8691475 w 11677525"/>
              <a:gd name="connsiteY1721" fmla="*/ 2176965 h 4078220"/>
              <a:gd name="connsiteX1722" fmla="*/ 8687307 w 11677525"/>
              <a:gd name="connsiteY1722" fmla="*/ 2150619 h 4078220"/>
              <a:gd name="connsiteX1723" fmla="*/ 8714599 w 11677525"/>
              <a:gd name="connsiteY1723" fmla="*/ 2150000 h 4078220"/>
              <a:gd name="connsiteX1724" fmla="*/ 5240883 w 11677525"/>
              <a:gd name="connsiteY1724" fmla="*/ 2148291 h 4078220"/>
              <a:gd name="connsiteX1725" fmla="*/ 5254808 w 11677525"/>
              <a:gd name="connsiteY1725" fmla="*/ 2156060 h 4078220"/>
              <a:gd name="connsiteX1726" fmla="*/ 5237663 w 11677525"/>
              <a:gd name="connsiteY1726" fmla="*/ 2176053 h 4078220"/>
              <a:gd name="connsiteX1727" fmla="*/ 5202403 w 11677525"/>
              <a:gd name="connsiteY1727" fmla="*/ 2168634 h 4078220"/>
              <a:gd name="connsiteX1728" fmla="*/ 5219770 w 11677525"/>
              <a:gd name="connsiteY1728" fmla="*/ 2148744 h 4078220"/>
              <a:gd name="connsiteX1729" fmla="*/ 5240883 w 11677525"/>
              <a:gd name="connsiteY1729" fmla="*/ 2148291 h 4078220"/>
              <a:gd name="connsiteX1730" fmla="*/ 5478877 w 11677525"/>
              <a:gd name="connsiteY1730" fmla="*/ 2147667 h 4078220"/>
              <a:gd name="connsiteX1731" fmla="*/ 5491993 w 11677525"/>
              <a:gd name="connsiteY1731" fmla="*/ 2154654 h 4078220"/>
              <a:gd name="connsiteX1732" fmla="*/ 5477545 w 11677525"/>
              <a:gd name="connsiteY1732" fmla="*/ 2172670 h 4078220"/>
              <a:gd name="connsiteX1733" fmla="*/ 5445451 w 11677525"/>
              <a:gd name="connsiteY1733" fmla="*/ 2166005 h 4078220"/>
              <a:gd name="connsiteX1734" fmla="*/ 5459928 w 11677525"/>
              <a:gd name="connsiteY1734" fmla="*/ 2148041 h 4078220"/>
              <a:gd name="connsiteX1735" fmla="*/ 5478877 w 11677525"/>
              <a:gd name="connsiteY1735" fmla="*/ 2147667 h 4078220"/>
              <a:gd name="connsiteX1736" fmla="*/ 5000932 w 11677525"/>
              <a:gd name="connsiteY1736" fmla="*/ 2145132 h 4078220"/>
              <a:gd name="connsiteX1737" fmla="*/ 5011453 w 11677525"/>
              <a:gd name="connsiteY1737" fmla="*/ 2151165 h 4078220"/>
              <a:gd name="connsiteX1738" fmla="*/ 4996837 w 11677525"/>
              <a:gd name="connsiteY1738" fmla="*/ 2166551 h 4078220"/>
              <a:gd name="connsiteX1739" fmla="*/ 4970135 w 11677525"/>
              <a:gd name="connsiteY1739" fmla="*/ 2160849 h 4078220"/>
              <a:gd name="connsiteX1740" fmla="*/ 4984639 w 11677525"/>
              <a:gd name="connsiteY1740" fmla="*/ 2145464 h 4078220"/>
              <a:gd name="connsiteX1741" fmla="*/ 5000932 w 11677525"/>
              <a:gd name="connsiteY1741" fmla="*/ 2145132 h 4078220"/>
              <a:gd name="connsiteX1742" fmla="*/ 8318989 w 11677525"/>
              <a:gd name="connsiteY1742" fmla="*/ 2143401 h 4078220"/>
              <a:gd name="connsiteX1743" fmla="*/ 8343448 w 11677525"/>
              <a:gd name="connsiteY1743" fmla="*/ 2152363 h 4078220"/>
              <a:gd name="connsiteX1744" fmla="*/ 8344920 w 11677525"/>
              <a:gd name="connsiteY1744" fmla="*/ 2175637 h 4078220"/>
              <a:gd name="connsiteX1745" fmla="*/ 8296044 w 11677525"/>
              <a:gd name="connsiteY1745" fmla="*/ 2167020 h 4078220"/>
              <a:gd name="connsiteX1746" fmla="*/ 8295155 w 11677525"/>
              <a:gd name="connsiteY1746" fmla="*/ 2143928 h 4078220"/>
              <a:gd name="connsiteX1747" fmla="*/ 8318989 w 11677525"/>
              <a:gd name="connsiteY1747" fmla="*/ 2143401 h 4078220"/>
              <a:gd name="connsiteX1748" fmla="*/ 9460498 w 11677525"/>
              <a:gd name="connsiteY1748" fmla="*/ 2141575 h 4078220"/>
              <a:gd name="connsiteX1749" fmla="*/ 9507370 w 11677525"/>
              <a:gd name="connsiteY1749" fmla="*/ 2156789 h 4078220"/>
              <a:gd name="connsiteX1750" fmla="*/ 9523125 w 11677525"/>
              <a:gd name="connsiteY1750" fmla="*/ 2196362 h 4078220"/>
              <a:gd name="connsiteX1751" fmla="*/ 9435042 w 11677525"/>
              <a:gd name="connsiteY1751" fmla="*/ 2181678 h 4078220"/>
              <a:gd name="connsiteX1752" fmla="*/ 9420065 w 11677525"/>
              <a:gd name="connsiteY1752" fmla="*/ 2142470 h 4078220"/>
              <a:gd name="connsiteX1753" fmla="*/ 9460498 w 11677525"/>
              <a:gd name="connsiteY1753" fmla="*/ 2141575 h 4078220"/>
              <a:gd name="connsiteX1754" fmla="*/ 10161796 w 11677525"/>
              <a:gd name="connsiteY1754" fmla="*/ 2139199 h 4078220"/>
              <a:gd name="connsiteX1755" fmla="*/ 10187113 w 11677525"/>
              <a:gd name="connsiteY1755" fmla="*/ 2146921 h 4078220"/>
              <a:gd name="connsiteX1756" fmla="*/ 10199061 w 11677525"/>
              <a:gd name="connsiteY1756" fmla="*/ 2166786 h 4078220"/>
              <a:gd name="connsiteX1757" fmla="*/ 10153213 w 11677525"/>
              <a:gd name="connsiteY1757" fmla="*/ 2159418 h 4078220"/>
              <a:gd name="connsiteX1758" fmla="*/ 10141376 w 11677525"/>
              <a:gd name="connsiteY1758" fmla="*/ 2139657 h 4078220"/>
              <a:gd name="connsiteX1759" fmla="*/ 10161796 w 11677525"/>
              <a:gd name="connsiteY1759" fmla="*/ 2139199 h 4078220"/>
              <a:gd name="connsiteX1760" fmla="*/ 3847776 w 11677525"/>
              <a:gd name="connsiteY1760" fmla="*/ 2137400 h 4078220"/>
              <a:gd name="connsiteX1761" fmla="*/ 3861868 w 11677525"/>
              <a:gd name="connsiteY1761" fmla="*/ 2147573 h 4078220"/>
              <a:gd name="connsiteX1762" fmla="*/ 3828051 w 11677525"/>
              <a:gd name="connsiteY1762" fmla="*/ 2173920 h 4078220"/>
              <a:gd name="connsiteX1763" fmla="*/ 3785566 w 11677525"/>
              <a:gd name="connsiteY1763" fmla="*/ 2164182 h 4078220"/>
              <a:gd name="connsiteX1764" fmla="*/ 3819660 w 11677525"/>
              <a:gd name="connsiteY1764" fmla="*/ 2137965 h 4078220"/>
              <a:gd name="connsiteX1765" fmla="*/ 3847776 w 11677525"/>
              <a:gd name="connsiteY1765" fmla="*/ 2137400 h 4078220"/>
              <a:gd name="connsiteX1766" fmla="*/ 5720132 w 11677525"/>
              <a:gd name="connsiteY1766" fmla="*/ 2133790 h 4078220"/>
              <a:gd name="connsiteX1767" fmla="*/ 5737515 w 11677525"/>
              <a:gd name="connsiteY1767" fmla="*/ 2142730 h 4078220"/>
              <a:gd name="connsiteX1768" fmla="*/ 5720899 w 11677525"/>
              <a:gd name="connsiteY1768" fmla="*/ 2165796 h 4078220"/>
              <a:gd name="connsiteX1769" fmla="*/ 5678803 w 11677525"/>
              <a:gd name="connsiteY1769" fmla="*/ 2157257 h 4078220"/>
              <a:gd name="connsiteX1770" fmla="*/ 5695808 w 11677525"/>
              <a:gd name="connsiteY1770" fmla="*/ 2134321 h 4078220"/>
              <a:gd name="connsiteX1771" fmla="*/ 5720132 w 11677525"/>
              <a:gd name="connsiteY1771" fmla="*/ 2133790 h 4078220"/>
              <a:gd name="connsiteX1772" fmla="*/ 9812325 w 11677525"/>
              <a:gd name="connsiteY1772" fmla="*/ 2132655 h 4078220"/>
              <a:gd name="connsiteX1773" fmla="*/ 9865261 w 11677525"/>
              <a:gd name="connsiteY1773" fmla="*/ 2149290 h 4078220"/>
              <a:gd name="connsiteX1774" fmla="*/ 9887602 w 11677525"/>
              <a:gd name="connsiteY1774" fmla="*/ 2192611 h 4078220"/>
              <a:gd name="connsiteX1775" fmla="*/ 9789182 w 11677525"/>
              <a:gd name="connsiteY1775" fmla="*/ 2176496 h 4078220"/>
              <a:gd name="connsiteX1776" fmla="*/ 9768204 w 11677525"/>
              <a:gd name="connsiteY1776" fmla="*/ 2133592 h 4078220"/>
              <a:gd name="connsiteX1777" fmla="*/ 9812325 w 11677525"/>
              <a:gd name="connsiteY1777" fmla="*/ 2132655 h 4078220"/>
              <a:gd name="connsiteX1778" fmla="*/ 10481844 w 11677525"/>
              <a:gd name="connsiteY1778" fmla="*/ 2132420 h 4078220"/>
              <a:gd name="connsiteX1779" fmla="*/ 10510269 w 11677525"/>
              <a:gd name="connsiteY1779" fmla="*/ 2136872 h 4078220"/>
              <a:gd name="connsiteX1780" fmla="*/ 10518884 w 11677525"/>
              <a:gd name="connsiteY1780" fmla="*/ 2148978 h 4078220"/>
              <a:gd name="connsiteX1781" fmla="*/ 10490375 w 11677525"/>
              <a:gd name="connsiteY1781" fmla="*/ 2144501 h 4078220"/>
              <a:gd name="connsiteX1782" fmla="*/ 10481844 w 11677525"/>
              <a:gd name="connsiteY1782" fmla="*/ 2132420 h 4078220"/>
              <a:gd name="connsiteX1783" fmla="*/ 4771902 w 11677525"/>
              <a:gd name="connsiteY1783" fmla="*/ 2127478 h 4078220"/>
              <a:gd name="connsiteX1784" fmla="*/ 4784659 w 11677525"/>
              <a:gd name="connsiteY1784" fmla="*/ 2135180 h 4078220"/>
              <a:gd name="connsiteX1785" fmla="*/ 4764764 w 11677525"/>
              <a:gd name="connsiteY1785" fmla="*/ 2154914 h 4078220"/>
              <a:gd name="connsiteX1786" fmla="*/ 4730808 w 11677525"/>
              <a:gd name="connsiteY1786" fmla="*/ 2147573 h 4078220"/>
              <a:gd name="connsiteX1787" fmla="*/ 4750871 w 11677525"/>
              <a:gd name="connsiteY1787" fmla="*/ 2127916 h 4078220"/>
              <a:gd name="connsiteX1788" fmla="*/ 4771902 w 11677525"/>
              <a:gd name="connsiteY1788" fmla="*/ 2127478 h 4078220"/>
              <a:gd name="connsiteX1789" fmla="*/ 3202413 w 11677525"/>
              <a:gd name="connsiteY1789" fmla="*/ 2125766 h 4078220"/>
              <a:gd name="connsiteX1790" fmla="*/ 3214525 w 11677525"/>
              <a:gd name="connsiteY1790" fmla="*/ 2135909 h 4078220"/>
              <a:gd name="connsiteX1791" fmla="*/ 3175707 w 11677525"/>
              <a:gd name="connsiteY1791" fmla="*/ 2162099 h 4078220"/>
              <a:gd name="connsiteX1792" fmla="*/ 3135222 w 11677525"/>
              <a:gd name="connsiteY1792" fmla="*/ 2152362 h 4078220"/>
              <a:gd name="connsiteX1793" fmla="*/ 3174318 w 11677525"/>
              <a:gd name="connsiteY1793" fmla="*/ 2126380 h 4078220"/>
              <a:gd name="connsiteX1794" fmla="*/ 3202413 w 11677525"/>
              <a:gd name="connsiteY1794" fmla="*/ 2125766 h 4078220"/>
              <a:gd name="connsiteX1795" fmla="*/ 7909823 w 11677525"/>
              <a:gd name="connsiteY1795" fmla="*/ 2122268 h 4078220"/>
              <a:gd name="connsiteX1796" fmla="*/ 7940266 w 11677525"/>
              <a:gd name="connsiteY1796" fmla="*/ 2133853 h 4078220"/>
              <a:gd name="connsiteX1797" fmla="*/ 7938237 w 11677525"/>
              <a:gd name="connsiteY1797" fmla="*/ 2163844 h 4078220"/>
              <a:gd name="connsiteX1798" fmla="*/ 7876162 w 11677525"/>
              <a:gd name="connsiteY1798" fmla="*/ 2152753 h 4078220"/>
              <a:gd name="connsiteX1799" fmla="*/ 7878524 w 11677525"/>
              <a:gd name="connsiteY1799" fmla="*/ 2122944 h 4078220"/>
              <a:gd name="connsiteX1800" fmla="*/ 7909823 w 11677525"/>
              <a:gd name="connsiteY1800" fmla="*/ 2122268 h 4078220"/>
              <a:gd name="connsiteX1801" fmla="*/ 10804503 w 11677525"/>
              <a:gd name="connsiteY1801" fmla="*/ 2119975 h 4078220"/>
              <a:gd name="connsiteX1802" fmla="*/ 10825425 w 11677525"/>
              <a:gd name="connsiteY1802" fmla="*/ 2123204 h 4078220"/>
              <a:gd name="connsiteX1803" fmla="*/ 10832650 w 11677525"/>
              <a:gd name="connsiteY1803" fmla="*/ 2132004 h 4078220"/>
              <a:gd name="connsiteX1804" fmla="*/ 10811309 w 11677525"/>
              <a:gd name="connsiteY1804" fmla="*/ 2128775 h 4078220"/>
              <a:gd name="connsiteX1805" fmla="*/ 10804503 w 11677525"/>
              <a:gd name="connsiteY1805" fmla="*/ 2119975 h 4078220"/>
              <a:gd name="connsiteX1806" fmla="*/ 6859418 w 11677525"/>
              <a:gd name="connsiteY1806" fmla="*/ 2115909 h 4078220"/>
              <a:gd name="connsiteX1807" fmla="*/ 6882682 w 11677525"/>
              <a:gd name="connsiteY1807" fmla="*/ 2125964 h 4078220"/>
              <a:gd name="connsiteX1808" fmla="*/ 6872623 w 11677525"/>
              <a:gd name="connsiteY1808" fmla="*/ 2151999 h 4078220"/>
              <a:gd name="connsiteX1809" fmla="*/ 6821746 w 11677525"/>
              <a:gd name="connsiteY1809" fmla="*/ 2142366 h 4078220"/>
              <a:gd name="connsiteX1810" fmla="*/ 6832110 w 11677525"/>
              <a:gd name="connsiteY1810" fmla="*/ 2116514 h 4078220"/>
              <a:gd name="connsiteX1811" fmla="*/ 6859418 w 11677525"/>
              <a:gd name="connsiteY1811" fmla="*/ 2115909 h 4078220"/>
              <a:gd name="connsiteX1812" fmla="*/ 5955133 w 11677525"/>
              <a:gd name="connsiteY1812" fmla="*/ 2115467 h 4078220"/>
              <a:gd name="connsiteX1813" fmla="*/ 5973062 w 11677525"/>
              <a:gd name="connsiteY1813" fmla="*/ 2124298 h 4078220"/>
              <a:gd name="connsiteX1814" fmla="*/ 5958057 w 11677525"/>
              <a:gd name="connsiteY1814" fmla="*/ 2147156 h 4078220"/>
              <a:gd name="connsiteX1815" fmla="*/ 5915739 w 11677525"/>
              <a:gd name="connsiteY1815" fmla="*/ 2138669 h 4078220"/>
              <a:gd name="connsiteX1816" fmla="*/ 5931077 w 11677525"/>
              <a:gd name="connsiteY1816" fmla="*/ 2115967 h 4078220"/>
              <a:gd name="connsiteX1817" fmla="*/ 5955133 w 11677525"/>
              <a:gd name="connsiteY1817" fmla="*/ 2115467 h 4078220"/>
              <a:gd name="connsiteX1818" fmla="*/ 11123130 w 11677525"/>
              <a:gd name="connsiteY1818" fmla="*/ 2108573 h 4078220"/>
              <a:gd name="connsiteX1819" fmla="*/ 11126213 w 11677525"/>
              <a:gd name="connsiteY1819" fmla="*/ 2109068 h 4078220"/>
              <a:gd name="connsiteX1820" fmla="*/ 11127380 w 11677525"/>
              <a:gd name="connsiteY1820" fmla="*/ 2110318 h 4078220"/>
              <a:gd name="connsiteX1821" fmla="*/ 11124353 w 11677525"/>
              <a:gd name="connsiteY1821" fmla="*/ 2109849 h 4078220"/>
              <a:gd name="connsiteX1822" fmla="*/ 11123130 w 11677525"/>
              <a:gd name="connsiteY1822" fmla="*/ 2108573 h 4078220"/>
              <a:gd name="connsiteX1823" fmla="*/ 4544028 w 11677525"/>
              <a:gd name="connsiteY1823" fmla="*/ 2108173 h 4078220"/>
              <a:gd name="connsiteX1824" fmla="*/ 4553448 w 11677525"/>
              <a:gd name="connsiteY1824" fmla="*/ 2114014 h 4078220"/>
              <a:gd name="connsiteX1825" fmla="*/ 4536915 w 11677525"/>
              <a:gd name="connsiteY1825" fmla="*/ 2129114 h 4078220"/>
              <a:gd name="connsiteX1826" fmla="*/ 4511268 w 11677525"/>
              <a:gd name="connsiteY1826" fmla="*/ 2123517 h 4078220"/>
              <a:gd name="connsiteX1827" fmla="*/ 4527689 w 11677525"/>
              <a:gd name="connsiteY1827" fmla="*/ 2108521 h 4078220"/>
              <a:gd name="connsiteX1828" fmla="*/ 4544028 w 11677525"/>
              <a:gd name="connsiteY1828" fmla="*/ 2108173 h 4078220"/>
              <a:gd name="connsiteX1829" fmla="*/ 2203956 w 11677525"/>
              <a:gd name="connsiteY1829" fmla="*/ 2097665 h 4078220"/>
              <a:gd name="connsiteX1830" fmla="*/ 2218378 w 11677525"/>
              <a:gd name="connsiteY1830" fmla="*/ 2101309 h 4078220"/>
              <a:gd name="connsiteX1831" fmla="*/ 2200345 w 11677525"/>
              <a:gd name="connsiteY1831" fmla="*/ 2111307 h 4078220"/>
              <a:gd name="connsiteX1832" fmla="*/ 2185951 w 11677525"/>
              <a:gd name="connsiteY1832" fmla="*/ 2107636 h 4078220"/>
              <a:gd name="connsiteX1833" fmla="*/ 2203956 w 11677525"/>
              <a:gd name="connsiteY1833" fmla="*/ 2097665 h 4078220"/>
              <a:gd name="connsiteX1834" fmla="*/ 1833433 w 11677525"/>
              <a:gd name="connsiteY1834" fmla="*/ 2097018 h 4078220"/>
              <a:gd name="connsiteX1835" fmla="*/ 1837480 w 11677525"/>
              <a:gd name="connsiteY1835" fmla="*/ 2102091 h 4078220"/>
              <a:gd name="connsiteX1836" fmla="*/ 1812388 w 11677525"/>
              <a:gd name="connsiteY1836" fmla="*/ 2115187 h 4078220"/>
              <a:gd name="connsiteX1837" fmla="*/ 1794021 w 11677525"/>
              <a:gd name="connsiteY1837" fmla="*/ 2110344 h 4078220"/>
              <a:gd name="connsiteX1838" fmla="*/ 1819113 w 11677525"/>
              <a:gd name="connsiteY1838" fmla="*/ 2097275 h 4078220"/>
              <a:gd name="connsiteX1839" fmla="*/ 1833433 w 11677525"/>
              <a:gd name="connsiteY1839" fmla="*/ 2097018 h 4078220"/>
              <a:gd name="connsiteX1840" fmla="*/ 7488474 w 11677525"/>
              <a:gd name="connsiteY1840" fmla="*/ 2096158 h 4078220"/>
              <a:gd name="connsiteX1841" fmla="*/ 7518410 w 11677525"/>
              <a:gd name="connsiteY1841" fmla="*/ 2108026 h 4078220"/>
              <a:gd name="connsiteX1842" fmla="*/ 7512492 w 11677525"/>
              <a:gd name="connsiteY1842" fmla="*/ 2138851 h 4078220"/>
              <a:gd name="connsiteX1843" fmla="*/ 7449750 w 11677525"/>
              <a:gd name="connsiteY1843" fmla="*/ 2127369 h 4078220"/>
              <a:gd name="connsiteX1844" fmla="*/ 7456224 w 11677525"/>
              <a:gd name="connsiteY1844" fmla="*/ 2096806 h 4078220"/>
              <a:gd name="connsiteX1845" fmla="*/ 7488474 w 11677525"/>
              <a:gd name="connsiteY1845" fmla="*/ 2096158 h 4078220"/>
              <a:gd name="connsiteX1846" fmla="*/ 1097246 w 11677525"/>
              <a:gd name="connsiteY1846" fmla="*/ 2090688 h 4078220"/>
              <a:gd name="connsiteX1847" fmla="*/ 1102999 w 11677525"/>
              <a:gd name="connsiteY1847" fmla="*/ 2092276 h 4078220"/>
              <a:gd name="connsiteX1848" fmla="*/ 1093802 w 11677525"/>
              <a:gd name="connsiteY1848" fmla="*/ 2096572 h 4078220"/>
              <a:gd name="connsiteX1849" fmla="*/ 1088022 w 11677525"/>
              <a:gd name="connsiteY1849" fmla="*/ 2094984 h 4078220"/>
              <a:gd name="connsiteX1850" fmla="*/ 1097246 w 11677525"/>
              <a:gd name="connsiteY1850" fmla="*/ 2090688 h 4078220"/>
              <a:gd name="connsiteX1851" fmla="*/ 11419057 w 11677525"/>
              <a:gd name="connsiteY1851" fmla="*/ 2090609 h 4078220"/>
              <a:gd name="connsiteX1852" fmla="*/ 11422309 w 11677525"/>
              <a:gd name="connsiteY1852" fmla="*/ 2091078 h 4078220"/>
              <a:gd name="connsiteX1853" fmla="*/ 11423558 w 11677525"/>
              <a:gd name="connsiteY1853" fmla="*/ 2092328 h 4078220"/>
              <a:gd name="connsiteX1854" fmla="*/ 11420473 w 11677525"/>
              <a:gd name="connsiteY1854" fmla="*/ 2091859 h 4078220"/>
              <a:gd name="connsiteX1855" fmla="*/ 11419057 w 11677525"/>
              <a:gd name="connsiteY1855" fmla="*/ 2090609 h 4078220"/>
              <a:gd name="connsiteX1856" fmla="*/ 3658735 w 11677525"/>
              <a:gd name="connsiteY1856" fmla="*/ 2090346 h 4078220"/>
              <a:gd name="connsiteX1857" fmla="*/ 3669975 w 11677525"/>
              <a:gd name="connsiteY1857" fmla="*/ 2098576 h 4078220"/>
              <a:gd name="connsiteX1858" fmla="*/ 3640938 w 11677525"/>
              <a:gd name="connsiteY1858" fmla="*/ 2119768 h 4078220"/>
              <a:gd name="connsiteX1859" fmla="*/ 3606955 w 11677525"/>
              <a:gd name="connsiteY1859" fmla="*/ 2111905 h 4078220"/>
              <a:gd name="connsiteX1860" fmla="*/ 3635825 w 11677525"/>
              <a:gd name="connsiteY1860" fmla="*/ 2090843 h 4078220"/>
              <a:gd name="connsiteX1861" fmla="*/ 3658735 w 11677525"/>
              <a:gd name="connsiteY1861" fmla="*/ 2090346 h 4078220"/>
              <a:gd name="connsiteX1862" fmla="*/ 6183704 w 11677525"/>
              <a:gd name="connsiteY1862" fmla="*/ 2090343 h 4078220"/>
              <a:gd name="connsiteX1863" fmla="*/ 6201079 w 11677525"/>
              <a:gd name="connsiteY1863" fmla="*/ 2098602 h 4078220"/>
              <a:gd name="connsiteX1864" fmla="*/ 6188408 w 11677525"/>
              <a:gd name="connsiteY1864" fmla="*/ 2119768 h 4078220"/>
              <a:gd name="connsiteX1865" fmla="*/ 6148367 w 11677525"/>
              <a:gd name="connsiteY1865" fmla="*/ 2111958 h 4078220"/>
              <a:gd name="connsiteX1866" fmla="*/ 6161121 w 11677525"/>
              <a:gd name="connsiteY1866" fmla="*/ 2090792 h 4078220"/>
              <a:gd name="connsiteX1867" fmla="*/ 6183704 w 11677525"/>
              <a:gd name="connsiteY1867" fmla="*/ 2090343 h 4078220"/>
              <a:gd name="connsiteX1868" fmla="*/ 1472066 w 11677525"/>
              <a:gd name="connsiteY1868" fmla="*/ 2090040 h 4078220"/>
              <a:gd name="connsiteX1869" fmla="*/ 1476671 w 11677525"/>
              <a:gd name="connsiteY1869" fmla="*/ 2096806 h 4078220"/>
              <a:gd name="connsiteX1870" fmla="*/ 1441272 w 11677525"/>
              <a:gd name="connsiteY1870" fmla="*/ 2114197 h 4078220"/>
              <a:gd name="connsiteX1871" fmla="*/ 1417430 w 11677525"/>
              <a:gd name="connsiteY1871" fmla="*/ 2107767 h 4078220"/>
              <a:gd name="connsiteX1872" fmla="*/ 1452997 w 11677525"/>
              <a:gd name="connsiteY1872" fmla="*/ 2090401 h 4078220"/>
              <a:gd name="connsiteX1873" fmla="*/ 1472066 w 11677525"/>
              <a:gd name="connsiteY1873" fmla="*/ 2090040 h 4078220"/>
              <a:gd name="connsiteX1874" fmla="*/ 2607722 w 11677525"/>
              <a:gd name="connsiteY1874" fmla="*/ 2088423 h 4078220"/>
              <a:gd name="connsiteX1875" fmla="*/ 2623616 w 11677525"/>
              <a:gd name="connsiteY1875" fmla="*/ 2092198 h 4078220"/>
              <a:gd name="connsiteX1876" fmla="*/ 2605916 w 11677525"/>
              <a:gd name="connsiteY1876" fmla="*/ 2102715 h 4078220"/>
              <a:gd name="connsiteX1877" fmla="*/ 2589967 w 11677525"/>
              <a:gd name="connsiteY1877" fmla="*/ 2098836 h 4078220"/>
              <a:gd name="connsiteX1878" fmla="*/ 2607722 w 11677525"/>
              <a:gd name="connsiteY1878" fmla="*/ 2088423 h 4078220"/>
              <a:gd name="connsiteX1879" fmla="*/ 761362 w 11677525"/>
              <a:gd name="connsiteY1879" fmla="*/ 2079597 h 4078220"/>
              <a:gd name="connsiteX1880" fmla="*/ 764586 w 11677525"/>
              <a:gd name="connsiteY1880" fmla="*/ 2080482 h 4078220"/>
              <a:gd name="connsiteX1881" fmla="*/ 758946 w 11677525"/>
              <a:gd name="connsiteY1881" fmla="*/ 2082956 h 4078220"/>
              <a:gd name="connsiteX1882" fmla="*/ 755695 w 11677525"/>
              <a:gd name="connsiteY1882" fmla="*/ 2082044 h 4078220"/>
              <a:gd name="connsiteX1883" fmla="*/ 761362 w 11677525"/>
              <a:gd name="connsiteY1883" fmla="*/ 2079597 h 4078220"/>
              <a:gd name="connsiteX1884" fmla="*/ 4333702 w 11677525"/>
              <a:gd name="connsiteY1884" fmla="*/ 2074354 h 4078220"/>
              <a:gd name="connsiteX1885" fmla="*/ 4346049 w 11677525"/>
              <a:gd name="connsiteY1885" fmla="*/ 2082279 h 4078220"/>
              <a:gd name="connsiteX1886" fmla="*/ 4322403 w 11677525"/>
              <a:gd name="connsiteY1886" fmla="*/ 2102611 h 4078220"/>
              <a:gd name="connsiteX1887" fmla="*/ 4287836 w 11677525"/>
              <a:gd name="connsiteY1887" fmla="*/ 2095062 h 4078220"/>
              <a:gd name="connsiteX1888" fmla="*/ 4311538 w 11677525"/>
              <a:gd name="connsiteY1888" fmla="*/ 2074807 h 4078220"/>
              <a:gd name="connsiteX1889" fmla="*/ 4333702 w 11677525"/>
              <a:gd name="connsiteY1889" fmla="*/ 2074354 h 4078220"/>
              <a:gd name="connsiteX1890" fmla="*/ 3045718 w 11677525"/>
              <a:gd name="connsiteY1890" fmla="*/ 2067582 h 4078220"/>
              <a:gd name="connsiteX1891" fmla="*/ 3052474 w 11677525"/>
              <a:gd name="connsiteY1891" fmla="*/ 2073271 h 4078220"/>
              <a:gd name="connsiteX1892" fmla="*/ 3029355 w 11677525"/>
              <a:gd name="connsiteY1892" fmla="*/ 2088007 h 4078220"/>
              <a:gd name="connsiteX1893" fmla="*/ 3006571 w 11677525"/>
              <a:gd name="connsiteY1893" fmla="*/ 2082566 h 4078220"/>
              <a:gd name="connsiteX1894" fmla="*/ 3029522 w 11677525"/>
              <a:gd name="connsiteY1894" fmla="*/ 2067909 h 4078220"/>
              <a:gd name="connsiteX1895" fmla="*/ 3045718 w 11677525"/>
              <a:gd name="connsiteY1895" fmla="*/ 2067582 h 4078220"/>
              <a:gd name="connsiteX1896" fmla="*/ 8809075 w 11677525"/>
              <a:gd name="connsiteY1896" fmla="*/ 2063525 h 4078220"/>
              <a:gd name="connsiteX1897" fmla="*/ 8836353 w 11677525"/>
              <a:gd name="connsiteY1897" fmla="*/ 2072777 h 4078220"/>
              <a:gd name="connsiteX1898" fmla="*/ 8841383 w 11677525"/>
              <a:gd name="connsiteY1898" fmla="*/ 2096728 h 4078220"/>
              <a:gd name="connsiteX1899" fmla="*/ 8788254 w 11677525"/>
              <a:gd name="connsiteY1899" fmla="*/ 2087876 h 4078220"/>
              <a:gd name="connsiteX1900" fmla="*/ 8783754 w 11677525"/>
              <a:gd name="connsiteY1900" fmla="*/ 2064055 h 4078220"/>
              <a:gd name="connsiteX1901" fmla="*/ 8809075 w 11677525"/>
              <a:gd name="connsiteY1901" fmla="*/ 2063525 h 4078220"/>
              <a:gd name="connsiteX1902" fmla="*/ 7055444 w 11677525"/>
              <a:gd name="connsiteY1902" fmla="*/ 2063508 h 4078220"/>
              <a:gd name="connsiteX1903" fmla="*/ 7078938 w 11677525"/>
              <a:gd name="connsiteY1903" fmla="*/ 2073271 h 4078220"/>
              <a:gd name="connsiteX1904" fmla="*/ 7070546 w 11677525"/>
              <a:gd name="connsiteY1904" fmla="*/ 2098420 h 4078220"/>
              <a:gd name="connsiteX1905" fmla="*/ 7019836 w 11677525"/>
              <a:gd name="connsiteY1905" fmla="*/ 2089126 h 4078220"/>
              <a:gd name="connsiteX1906" fmla="*/ 7028533 w 11677525"/>
              <a:gd name="connsiteY1906" fmla="*/ 2064055 h 4078220"/>
              <a:gd name="connsiteX1907" fmla="*/ 7055444 w 11677525"/>
              <a:gd name="connsiteY1907" fmla="*/ 2063508 h 4078220"/>
              <a:gd name="connsiteX1908" fmla="*/ 9167195 w 11677525"/>
              <a:gd name="connsiteY1908" fmla="*/ 2058760 h 4078220"/>
              <a:gd name="connsiteX1909" fmla="*/ 9200552 w 11677525"/>
              <a:gd name="connsiteY1909" fmla="*/ 2069652 h 4078220"/>
              <a:gd name="connsiteX1910" fmla="*/ 9209498 w 11677525"/>
              <a:gd name="connsiteY1910" fmla="*/ 2097900 h 4078220"/>
              <a:gd name="connsiteX1911" fmla="*/ 9146062 w 11677525"/>
              <a:gd name="connsiteY1911" fmla="*/ 2087408 h 4078220"/>
              <a:gd name="connsiteX1912" fmla="*/ 9137421 w 11677525"/>
              <a:gd name="connsiteY1912" fmla="*/ 2059369 h 4078220"/>
              <a:gd name="connsiteX1913" fmla="*/ 9167195 w 11677525"/>
              <a:gd name="connsiteY1913" fmla="*/ 2058760 h 4078220"/>
              <a:gd name="connsiteX1914" fmla="*/ 6404355 w 11677525"/>
              <a:gd name="connsiteY1914" fmla="*/ 2057536 h 4078220"/>
              <a:gd name="connsiteX1915" fmla="*/ 6421620 w 11677525"/>
              <a:gd name="connsiteY1915" fmla="*/ 2065330 h 4078220"/>
              <a:gd name="connsiteX1916" fmla="*/ 6410811 w 11677525"/>
              <a:gd name="connsiteY1916" fmla="*/ 2085507 h 4078220"/>
              <a:gd name="connsiteX1917" fmla="*/ 6371632 w 11677525"/>
              <a:gd name="connsiteY1917" fmla="*/ 2078009 h 4078220"/>
              <a:gd name="connsiteX1918" fmla="*/ 6382691 w 11677525"/>
              <a:gd name="connsiteY1918" fmla="*/ 2057962 h 4078220"/>
              <a:gd name="connsiteX1919" fmla="*/ 6404355 w 11677525"/>
              <a:gd name="connsiteY1919" fmla="*/ 2057536 h 4078220"/>
              <a:gd name="connsiteX1920" fmla="*/ 8435700 w 11677525"/>
              <a:gd name="connsiteY1920" fmla="*/ 2054712 h 4078220"/>
              <a:gd name="connsiteX1921" fmla="*/ 8470682 w 11677525"/>
              <a:gd name="connsiteY1921" fmla="*/ 2066996 h 4078220"/>
              <a:gd name="connsiteX1922" fmla="*/ 8473710 w 11677525"/>
              <a:gd name="connsiteY1922" fmla="*/ 2098940 h 4078220"/>
              <a:gd name="connsiteX1923" fmla="*/ 8404522 w 11677525"/>
              <a:gd name="connsiteY1923" fmla="*/ 2087068 h 4078220"/>
              <a:gd name="connsiteX1924" fmla="*/ 8401966 w 11677525"/>
              <a:gd name="connsiteY1924" fmla="*/ 2055411 h 4078220"/>
              <a:gd name="connsiteX1925" fmla="*/ 8435700 w 11677525"/>
              <a:gd name="connsiteY1925" fmla="*/ 2054712 h 4078220"/>
              <a:gd name="connsiteX1926" fmla="*/ 8049414 w 11677525"/>
              <a:gd name="connsiteY1926" fmla="*/ 2046137 h 4078220"/>
              <a:gd name="connsiteX1927" fmla="*/ 8081615 w 11677525"/>
              <a:gd name="connsiteY1927" fmla="*/ 2057910 h 4078220"/>
              <a:gd name="connsiteX1928" fmla="*/ 8080837 w 11677525"/>
              <a:gd name="connsiteY1928" fmla="*/ 2088397 h 4078220"/>
              <a:gd name="connsiteX1929" fmla="*/ 8015956 w 11677525"/>
              <a:gd name="connsiteY1929" fmla="*/ 2077072 h 4078220"/>
              <a:gd name="connsiteX1930" fmla="*/ 8017067 w 11677525"/>
              <a:gd name="connsiteY1930" fmla="*/ 2046820 h 4078220"/>
              <a:gd name="connsiteX1931" fmla="*/ 8049414 w 11677525"/>
              <a:gd name="connsiteY1931" fmla="*/ 2046137 h 4078220"/>
              <a:gd name="connsiteX1932" fmla="*/ 9508634 w 11677525"/>
              <a:gd name="connsiteY1932" fmla="*/ 2044002 h 4078220"/>
              <a:gd name="connsiteX1933" fmla="*/ 9558804 w 11677525"/>
              <a:gd name="connsiteY1933" fmla="*/ 2059759 h 4078220"/>
              <a:gd name="connsiteX1934" fmla="*/ 9576559 w 11677525"/>
              <a:gd name="connsiteY1934" fmla="*/ 2100816 h 4078220"/>
              <a:gd name="connsiteX1935" fmla="*/ 9482030 w 11677525"/>
              <a:gd name="connsiteY1935" fmla="*/ 2085586 h 4078220"/>
              <a:gd name="connsiteX1936" fmla="*/ 9465637 w 11677525"/>
              <a:gd name="connsiteY1936" fmla="*/ 2044920 h 4078220"/>
              <a:gd name="connsiteX1937" fmla="*/ 9508634 w 11677525"/>
              <a:gd name="connsiteY1937" fmla="*/ 2044002 h 4078220"/>
              <a:gd name="connsiteX1938" fmla="*/ 4128779 w 11677525"/>
              <a:gd name="connsiteY1938" fmla="*/ 2039202 h 4078220"/>
              <a:gd name="connsiteX1939" fmla="*/ 4139123 w 11677525"/>
              <a:gd name="connsiteY1939" fmla="*/ 2045987 h 4078220"/>
              <a:gd name="connsiteX1940" fmla="*/ 4117365 w 11677525"/>
              <a:gd name="connsiteY1940" fmla="*/ 2063508 h 4078220"/>
              <a:gd name="connsiteX1941" fmla="*/ 4087718 w 11677525"/>
              <a:gd name="connsiteY1941" fmla="*/ 2056999 h 4078220"/>
              <a:gd name="connsiteX1942" fmla="*/ 4109557 w 11677525"/>
              <a:gd name="connsiteY1942" fmla="*/ 2039583 h 4078220"/>
              <a:gd name="connsiteX1943" fmla="*/ 4128779 w 11677525"/>
              <a:gd name="connsiteY1943" fmla="*/ 2039202 h 4078220"/>
              <a:gd name="connsiteX1944" fmla="*/ 9839981 w 11677525"/>
              <a:gd name="connsiteY1944" fmla="*/ 2034878 h 4078220"/>
              <a:gd name="connsiteX1945" fmla="*/ 9891740 w 11677525"/>
              <a:gd name="connsiteY1945" fmla="*/ 2050570 h 4078220"/>
              <a:gd name="connsiteX1946" fmla="*/ 9913442 w 11677525"/>
              <a:gd name="connsiteY1946" fmla="*/ 2091339 h 4078220"/>
              <a:gd name="connsiteX1947" fmla="*/ 9817884 w 11677525"/>
              <a:gd name="connsiteY1947" fmla="*/ 2076239 h 4078220"/>
              <a:gd name="connsiteX1948" fmla="*/ 9797183 w 11677525"/>
              <a:gd name="connsiteY1948" fmla="*/ 2035782 h 4078220"/>
              <a:gd name="connsiteX1949" fmla="*/ 9839981 w 11677525"/>
              <a:gd name="connsiteY1949" fmla="*/ 2034878 h 4078220"/>
              <a:gd name="connsiteX1950" fmla="*/ 3491272 w 11677525"/>
              <a:gd name="connsiteY1950" fmla="*/ 2034278 h 4078220"/>
              <a:gd name="connsiteX1951" fmla="*/ 3502504 w 11677525"/>
              <a:gd name="connsiteY1951" fmla="*/ 2042681 h 4078220"/>
              <a:gd name="connsiteX1952" fmla="*/ 3471161 w 11677525"/>
              <a:gd name="connsiteY1952" fmla="*/ 2064341 h 4078220"/>
              <a:gd name="connsiteX1953" fmla="*/ 3436039 w 11677525"/>
              <a:gd name="connsiteY1953" fmla="*/ 2056297 h 4078220"/>
              <a:gd name="connsiteX1954" fmla="*/ 3467410 w 11677525"/>
              <a:gd name="connsiteY1954" fmla="*/ 2034740 h 4078220"/>
              <a:gd name="connsiteX1955" fmla="*/ 3491272 w 11677525"/>
              <a:gd name="connsiteY1955" fmla="*/ 2034278 h 4078220"/>
              <a:gd name="connsiteX1956" fmla="*/ 10165018 w 11677525"/>
              <a:gd name="connsiteY1956" fmla="*/ 2032755 h 4078220"/>
              <a:gd name="connsiteX1957" fmla="*/ 10199951 w 11677525"/>
              <a:gd name="connsiteY1957" fmla="*/ 2043045 h 4078220"/>
              <a:gd name="connsiteX1958" fmla="*/ 10216677 w 11677525"/>
              <a:gd name="connsiteY1958" fmla="*/ 2069600 h 4078220"/>
              <a:gd name="connsiteX1959" fmla="*/ 10153268 w 11677525"/>
              <a:gd name="connsiteY1959" fmla="*/ 2059759 h 4078220"/>
              <a:gd name="connsiteX1960" fmla="*/ 10136985 w 11677525"/>
              <a:gd name="connsiteY1960" fmla="*/ 2033360 h 4078220"/>
              <a:gd name="connsiteX1961" fmla="*/ 10165018 w 11677525"/>
              <a:gd name="connsiteY1961" fmla="*/ 2032755 h 4078220"/>
              <a:gd name="connsiteX1962" fmla="*/ 10473537 w 11677525"/>
              <a:gd name="connsiteY1962" fmla="*/ 2031512 h 4078220"/>
              <a:gd name="connsiteX1963" fmla="*/ 10493820 w 11677525"/>
              <a:gd name="connsiteY1963" fmla="*/ 2034558 h 4078220"/>
              <a:gd name="connsiteX1964" fmla="*/ 10499961 w 11677525"/>
              <a:gd name="connsiteY1964" fmla="*/ 2042915 h 4078220"/>
              <a:gd name="connsiteX1965" fmla="*/ 10479510 w 11677525"/>
              <a:gd name="connsiteY1965" fmla="*/ 2039817 h 4078220"/>
              <a:gd name="connsiteX1966" fmla="*/ 10473537 w 11677525"/>
              <a:gd name="connsiteY1966" fmla="*/ 2031512 h 4078220"/>
              <a:gd name="connsiteX1967" fmla="*/ 7649743 w 11677525"/>
              <a:gd name="connsiteY1967" fmla="*/ 2028215 h 4078220"/>
              <a:gd name="connsiteX1968" fmla="*/ 7681461 w 11677525"/>
              <a:gd name="connsiteY1968" fmla="*/ 2040311 h 4078220"/>
              <a:gd name="connsiteX1969" fmla="*/ 7676849 w 11677525"/>
              <a:gd name="connsiteY1969" fmla="*/ 2071657 h 4078220"/>
              <a:gd name="connsiteX1970" fmla="*/ 7611023 w 11677525"/>
              <a:gd name="connsiteY1970" fmla="*/ 2060019 h 4078220"/>
              <a:gd name="connsiteX1971" fmla="*/ 7616107 w 11677525"/>
              <a:gd name="connsiteY1971" fmla="*/ 2028908 h 4078220"/>
              <a:gd name="connsiteX1972" fmla="*/ 7649743 w 11677525"/>
              <a:gd name="connsiteY1972" fmla="*/ 2028215 h 4078220"/>
              <a:gd name="connsiteX1973" fmla="*/ 10780717 w 11677525"/>
              <a:gd name="connsiteY1973" fmla="*/ 2019250 h 4078220"/>
              <a:gd name="connsiteX1974" fmla="*/ 10788080 w 11677525"/>
              <a:gd name="connsiteY1974" fmla="*/ 2020291 h 4078220"/>
              <a:gd name="connsiteX1975" fmla="*/ 10790469 w 11677525"/>
              <a:gd name="connsiteY1975" fmla="*/ 2023285 h 4078220"/>
              <a:gd name="connsiteX1976" fmla="*/ 10783189 w 11677525"/>
              <a:gd name="connsiteY1976" fmla="*/ 2022191 h 4078220"/>
              <a:gd name="connsiteX1977" fmla="*/ 10780717 w 11677525"/>
              <a:gd name="connsiteY1977" fmla="*/ 2019250 h 4078220"/>
              <a:gd name="connsiteX1978" fmla="*/ 6614170 w 11677525"/>
              <a:gd name="connsiteY1978" fmla="*/ 2018368 h 4078220"/>
              <a:gd name="connsiteX1979" fmla="*/ 6630686 w 11677525"/>
              <a:gd name="connsiteY1979" fmla="*/ 2025550 h 4078220"/>
              <a:gd name="connsiteX1980" fmla="*/ 6621849 w 11677525"/>
              <a:gd name="connsiteY1980" fmla="*/ 2043982 h 4078220"/>
              <a:gd name="connsiteX1981" fmla="*/ 6585199 w 11677525"/>
              <a:gd name="connsiteY1981" fmla="*/ 2037135 h 4078220"/>
              <a:gd name="connsiteX1982" fmla="*/ 6593925 w 11677525"/>
              <a:gd name="connsiteY1982" fmla="*/ 2018781 h 4078220"/>
              <a:gd name="connsiteX1983" fmla="*/ 6614170 w 11677525"/>
              <a:gd name="connsiteY1983" fmla="*/ 2018368 h 4078220"/>
              <a:gd name="connsiteX1984" fmla="*/ 2126404 w 11677525"/>
              <a:gd name="connsiteY1984" fmla="*/ 2017453 h 4078220"/>
              <a:gd name="connsiteX1985" fmla="*/ 2135269 w 11677525"/>
              <a:gd name="connsiteY1985" fmla="*/ 2019615 h 4078220"/>
              <a:gd name="connsiteX1986" fmla="*/ 2124098 w 11677525"/>
              <a:gd name="connsiteY1986" fmla="*/ 2025524 h 4078220"/>
              <a:gd name="connsiteX1987" fmla="*/ 2115345 w 11677525"/>
              <a:gd name="connsiteY1987" fmla="*/ 2023363 h 4078220"/>
              <a:gd name="connsiteX1988" fmla="*/ 2126404 w 11677525"/>
              <a:gd name="connsiteY1988" fmla="*/ 2017453 h 4078220"/>
              <a:gd name="connsiteX1989" fmla="*/ 5255835 w 11677525"/>
              <a:gd name="connsiteY1989" fmla="*/ 2016256 h 4078220"/>
              <a:gd name="connsiteX1990" fmla="*/ 5273259 w 11677525"/>
              <a:gd name="connsiteY1990" fmla="*/ 2019719 h 4078220"/>
              <a:gd name="connsiteX1991" fmla="*/ 5264728 w 11677525"/>
              <a:gd name="connsiteY1991" fmla="*/ 2029195 h 4078220"/>
              <a:gd name="connsiteX1992" fmla="*/ 5247250 w 11677525"/>
              <a:gd name="connsiteY1992" fmla="*/ 2025706 h 4078220"/>
              <a:gd name="connsiteX1993" fmla="*/ 5255835 w 11677525"/>
              <a:gd name="connsiteY1993" fmla="*/ 2016256 h 4078220"/>
              <a:gd name="connsiteX1994" fmla="*/ 5486798 w 11677525"/>
              <a:gd name="connsiteY1994" fmla="*/ 2015709 h 4078220"/>
              <a:gd name="connsiteX1995" fmla="*/ 5499940 w 11677525"/>
              <a:gd name="connsiteY1995" fmla="*/ 2018339 h 4078220"/>
              <a:gd name="connsiteX1996" fmla="*/ 5494078 w 11677525"/>
              <a:gd name="connsiteY1996" fmla="*/ 2025420 h 4078220"/>
              <a:gd name="connsiteX1997" fmla="*/ 5480907 w 11677525"/>
              <a:gd name="connsiteY1997" fmla="*/ 2022817 h 4078220"/>
              <a:gd name="connsiteX1998" fmla="*/ 5486798 w 11677525"/>
              <a:gd name="connsiteY1998" fmla="*/ 2015709 h 4078220"/>
              <a:gd name="connsiteX1999" fmla="*/ 1779572 w 11677525"/>
              <a:gd name="connsiteY1999" fmla="*/ 2010398 h 4078220"/>
              <a:gd name="connsiteX2000" fmla="*/ 1783046 w 11677525"/>
              <a:gd name="connsiteY2000" fmla="*/ 2014746 h 4078220"/>
              <a:gd name="connsiteX2001" fmla="*/ 1760734 w 11677525"/>
              <a:gd name="connsiteY2001" fmla="*/ 2025941 h 4078220"/>
              <a:gd name="connsiteX2002" fmla="*/ 1744506 w 11677525"/>
              <a:gd name="connsiteY2002" fmla="*/ 2021827 h 4078220"/>
              <a:gd name="connsiteX2003" fmla="*/ 1766846 w 11677525"/>
              <a:gd name="connsiteY2003" fmla="*/ 2010658 h 4078220"/>
              <a:gd name="connsiteX2004" fmla="*/ 1779572 w 11677525"/>
              <a:gd name="connsiteY2004" fmla="*/ 2010398 h 4078220"/>
              <a:gd name="connsiteX2005" fmla="*/ 5028431 w 11677525"/>
              <a:gd name="connsiteY2005" fmla="*/ 2010138 h 4078220"/>
              <a:gd name="connsiteX2006" fmla="*/ 5045436 w 11677525"/>
              <a:gd name="connsiteY2006" fmla="*/ 2013574 h 4078220"/>
              <a:gd name="connsiteX2007" fmla="*/ 5036266 w 11677525"/>
              <a:gd name="connsiteY2007" fmla="*/ 2023024 h 4078220"/>
              <a:gd name="connsiteX2008" fmla="*/ 5019234 w 11677525"/>
              <a:gd name="connsiteY2008" fmla="*/ 2019510 h 4078220"/>
              <a:gd name="connsiteX2009" fmla="*/ 5028431 w 11677525"/>
              <a:gd name="connsiteY2009" fmla="*/ 2010138 h 4078220"/>
              <a:gd name="connsiteX2010" fmla="*/ 2527131 w 11677525"/>
              <a:gd name="connsiteY2010" fmla="*/ 2005881 h 4078220"/>
              <a:gd name="connsiteX2011" fmla="*/ 2534477 w 11677525"/>
              <a:gd name="connsiteY2011" fmla="*/ 2012975 h 4078220"/>
              <a:gd name="connsiteX2012" fmla="*/ 2502356 w 11677525"/>
              <a:gd name="connsiteY2012" fmla="*/ 2031277 h 4078220"/>
              <a:gd name="connsiteX2013" fmla="*/ 2474320 w 11677525"/>
              <a:gd name="connsiteY2013" fmla="*/ 2024535 h 4078220"/>
              <a:gd name="connsiteX2014" fmla="*/ 2506719 w 11677525"/>
              <a:gd name="connsiteY2014" fmla="*/ 2006284 h 4078220"/>
              <a:gd name="connsiteX2015" fmla="*/ 2527131 w 11677525"/>
              <a:gd name="connsiteY2015" fmla="*/ 2005881 h 4078220"/>
              <a:gd name="connsiteX2016" fmla="*/ 7237154 w 11677525"/>
              <a:gd name="connsiteY2016" fmla="*/ 2004268 h 4078220"/>
              <a:gd name="connsiteX2017" fmla="*/ 7263552 w 11677525"/>
              <a:gd name="connsiteY2017" fmla="*/ 2014824 h 4078220"/>
              <a:gd name="connsiteX2018" fmla="*/ 7256049 w 11677525"/>
              <a:gd name="connsiteY2018" fmla="*/ 2042108 h 4078220"/>
              <a:gd name="connsiteX2019" fmla="*/ 7199531 w 11677525"/>
              <a:gd name="connsiteY2019" fmla="*/ 2031981 h 4078220"/>
              <a:gd name="connsiteX2020" fmla="*/ 7207507 w 11677525"/>
              <a:gd name="connsiteY2020" fmla="*/ 2004879 h 4078220"/>
              <a:gd name="connsiteX2021" fmla="*/ 7237154 w 11677525"/>
              <a:gd name="connsiteY2021" fmla="*/ 2004268 h 4078220"/>
              <a:gd name="connsiteX2022" fmla="*/ 11072030 w 11677525"/>
              <a:gd name="connsiteY2022" fmla="*/ 2003109 h 4078220"/>
              <a:gd name="connsiteX2023" fmla="*/ 11075116 w 11677525"/>
              <a:gd name="connsiteY2023" fmla="*/ 2003604 h 4078220"/>
              <a:gd name="connsiteX2024" fmla="*/ 11076253 w 11677525"/>
              <a:gd name="connsiteY2024" fmla="*/ 2004723 h 4078220"/>
              <a:gd name="connsiteX2025" fmla="*/ 11073169 w 11677525"/>
              <a:gd name="connsiteY2025" fmla="*/ 2004307 h 4078220"/>
              <a:gd name="connsiteX2026" fmla="*/ 11072030 w 11677525"/>
              <a:gd name="connsiteY2026" fmla="*/ 2003109 h 4078220"/>
              <a:gd name="connsiteX2027" fmla="*/ 5727072 w 11677525"/>
              <a:gd name="connsiteY2027" fmla="*/ 2000701 h 4078220"/>
              <a:gd name="connsiteX2028" fmla="*/ 5737683 w 11677525"/>
              <a:gd name="connsiteY2028" fmla="*/ 2005973 h 4078220"/>
              <a:gd name="connsiteX2029" fmla="*/ 5727458 w 11677525"/>
              <a:gd name="connsiteY2029" fmla="*/ 2019484 h 4078220"/>
              <a:gd name="connsiteX2030" fmla="*/ 5701949 w 11677525"/>
              <a:gd name="connsiteY2030" fmla="*/ 2014486 h 4078220"/>
              <a:gd name="connsiteX2031" fmla="*/ 5712146 w 11677525"/>
              <a:gd name="connsiteY2031" fmla="*/ 2000974 h 4078220"/>
              <a:gd name="connsiteX2032" fmla="*/ 5727072 w 11677525"/>
              <a:gd name="connsiteY2032" fmla="*/ 2000701 h 4078220"/>
              <a:gd name="connsiteX2033" fmla="*/ 1443689 w 11677525"/>
              <a:gd name="connsiteY2033" fmla="*/ 1998830 h 4078220"/>
              <a:gd name="connsiteX2034" fmla="*/ 1448134 w 11677525"/>
              <a:gd name="connsiteY2034" fmla="*/ 2005191 h 4078220"/>
              <a:gd name="connsiteX2035" fmla="*/ 1413568 w 11677525"/>
              <a:gd name="connsiteY2035" fmla="*/ 2021644 h 4078220"/>
              <a:gd name="connsiteX2036" fmla="*/ 1390560 w 11677525"/>
              <a:gd name="connsiteY2036" fmla="*/ 2015553 h 4078220"/>
              <a:gd name="connsiteX2037" fmla="*/ 1425072 w 11677525"/>
              <a:gd name="connsiteY2037" fmla="*/ 1999203 h 4078220"/>
              <a:gd name="connsiteX2038" fmla="*/ 1443689 w 11677525"/>
              <a:gd name="connsiteY2038" fmla="*/ 1998830 h 4078220"/>
              <a:gd name="connsiteX2039" fmla="*/ 1091966 w 11677525"/>
              <a:gd name="connsiteY2039" fmla="*/ 1997121 h 4078220"/>
              <a:gd name="connsiteX2040" fmla="*/ 1095079 w 11677525"/>
              <a:gd name="connsiteY2040" fmla="*/ 1997954 h 4078220"/>
              <a:gd name="connsiteX2041" fmla="*/ 1089965 w 11677525"/>
              <a:gd name="connsiteY2041" fmla="*/ 2000323 h 4078220"/>
              <a:gd name="connsiteX2042" fmla="*/ 1086743 w 11677525"/>
              <a:gd name="connsiteY2042" fmla="*/ 1999464 h 4078220"/>
              <a:gd name="connsiteX2043" fmla="*/ 1091966 w 11677525"/>
              <a:gd name="connsiteY2043" fmla="*/ 1997121 h 4078220"/>
              <a:gd name="connsiteX2044" fmla="*/ 2921568 w 11677525"/>
              <a:gd name="connsiteY2044" fmla="*/ 1996705 h 4078220"/>
              <a:gd name="connsiteX2045" fmla="*/ 2929158 w 11677525"/>
              <a:gd name="connsiteY2045" fmla="*/ 2003318 h 4078220"/>
              <a:gd name="connsiteX2046" fmla="*/ 2901371 w 11677525"/>
              <a:gd name="connsiteY2046" fmla="*/ 2020318 h 4078220"/>
              <a:gd name="connsiteX2047" fmla="*/ 2874418 w 11677525"/>
              <a:gd name="connsiteY2047" fmla="*/ 2014070 h 4078220"/>
              <a:gd name="connsiteX2048" fmla="*/ 2902454 w 11677525"/>
              <a:gd name="connsiteY2048" fmla="*/ 1997121 h 4078220"/>
              <a:gd name="connsiteX2049" fmla="*/ 2921568 w 11677525"/>
              <a:gd name="connsiteY2049" fmla="*/ 1996705 h 4078220"/>
              <a:gd name="connsiteX2050" fmla="*/ 3939716 w 11677525"/>
              <a:gd name="connsiteY2050" fmla="*/ 1996018 h 4078220"/>
              <a:gd name="connsiteX2051" fmla="*/ 3949368 w 11677525"/>
              <a:gd name="connsiteY2051" fmla="*/ 2002640 h 4078220"/>
              <a:gd name="connsiteX2052" fmla="*/ 3927056 w 11677525"/>
              <a:gd name="connsiteY2052" fmla="*/ 2019641 h 4078220"/>
              <a:gd name="connsiteX2053" fmla="*/ 3898214 w 11677525"/>
              <a:gd name="connsiteY2053" fmla="*/ 2013340 h 4078220"/>
              <a:gd name="connsiteX2054" fmla="*/ 3920831 w 11677525"/>
              <a:gd name="connsiteY2054" fmla="*/ 1996366 h 4078220"/>
              <a:gd name="connsiteX2055" fmla="*/ 3939716 w 11677525"/>
              <a:gd name="connsiteY2055" fmla="*/ 1996018 h 4078220"/>
              <a:gd name="connsiteX2056" fmla="*/ 4805944 w 11677525"/>
              <a:gd name="connsiteY2056" fmla="*/ 1995924 h 4078220"/>
              <a:gd name="connsiteX2057" fmla="*/ 4822754 w 11677525"/>
              <a:gd name="connsiteY2057" fmla="*/ 1999386 h 4078220"/>
              <a:gd name="connsiteX2058" fmla="*/ 4813002 w 11677525"/>
              <a:gd name="connsiteY2058" fmla="*/ 2008706 h 4078220"/>
              <a:gd name="connsiteX2059" fmla="*/ 4796107 w 11677525"/>
              <a:gd name="connsiteY2059" fmla="*/ 2005244 h 4078220"/>
              <a:gd name="connsiteX2060" fmla="*/ 4805944 w 11677525"/>
              <a:gd name="connsiteY2060" fmla="*/ 1995924 h 4078220"/>
              <a:gd name="connsiteX2061" fmla="*/ 5939941 w 11677525"/>
              <a:gd name="connsiteY2061" fmla="*/ 1985432 h 4078220"/>
              <a:gd name="connsiteX2062" fmla="*/ 5957890 w 11677525"/>
              <a:gd name="connsiteY2062" fmla="*/ 1988868 h 4078220"/>
              <a:gd name="connsiteX2063" fmla="*/ 5951527 w 11677525"/>
              <a:gd name="connsiteY2063" fmla="*/ 1998163 h 4078220"/>
              <a:gd name="connsiteX2064" fmla="*/ 5933466 w 11677525"/>
              <a:gd name="connsiteY2064" fmla="*/ 1994726 h 4078220"/>
              <a:gd name="connsiteX2065" fmla="*/ 5939941 w 11677525"/>
              <a:gd name="connsiteY2065" fmla="*/ 1985432 h 4078220"/>
              <a:gd name="connsiteX2066" fmla="*/ 11350813 w 11677525"/>
              <a:gd name="connsiteY2066" fmla="*/ 1984676 h 4078220"/>
              <a:gd name="connsiteX2067" fmla="*/ 11353675 w 11677525"/>
              <a:gd name="connsiteY2067" fmla="*/ 1985093 h 4078220"/>
              <a:gd name="connsiteX2068" fmla="*/ 11354702 w 11677525"/>
              <a:gd name="connsiteY2068" fmla="*/ 1986265 h 4078220"/>
              <a:gd name="connsiteX2069" fmla="*/ 11351785 w 11677525"/>
              <a:gd name="connsiteY2069" fmla="*/ 1985796 h 4078220"/>
              <a:gd name="connsiteX2070" fmla="*/ 11350813 w 11677525"/>
              <a:gd name="connsiteY2070" fmla="*/ 1984676 h 4078220"/>
              <a:gd name="connsiteX2071" fmla="*/ 778036 w 11677525"/>
              <a:gd name="connsiteY2071" fmla="*/ 1983296 h 4078220"/>
              <a:gd name="connsiteX2072" fmla="*/ 779565 w 11677525"/>
              <a:gd name="connsiteY2072" fmla="*/ 1983739 h 4078220"/>
              <a:gd name="connsiteX2073" fmla="*/ 777008 w 11677525"/>
              <a:gd name="connsiteY2073" fmla="*/ 1984832 h 4078220"/>
              <a:gd name="connsiteX2074" fmla="*/ 775367 w 11677525"/>
              <a:gd name="connsiteY2074" fmla="*/ 1984468 h 4078220"/>
              <a:gd name="connsiteX2075" fmla="*/ 778036 w 11677525"/>
              <a:gd name="connsiteY2075" fmla="*/ 1983296 h 4078220"/>
              <a:gd name="connsiteX2076" fmla="*/ 8887256 w 11677525"/>
              <a:gd name="connsiteY2076" fmla="*/ 1976665 h 4078220"/>
              <a:gd name="connsiteX2077" fmla="*/ 8914018 w 11677525"/>
              <a:gd name="connsiteY2077" fmla="*/ 1985458 h 4078220"/>
              <a:gd name="connsiteX2078" fmla="*/ 8919461 w 11677525"/>
              <a:gd name="connsiteY2078" fmla="*/ 2008133 h 4078220"/>
              <a:gd name="connsiteX2079" fmla="*/ 8867863 w 11677525"/>
              <a:gd name="connsiteY2079" fmla="*/ 1999750 h 4078220"/>
              <a:gd name="connsiteX2080" fmla="*/ 8862722 w 11677525"/>
              <a:gd name="connsiteY2080" fmla="*/ 1977205 h 4078220"/>
              <a:gd name="connsiteX2081" fmla="*/ 8887256 w 11677525"/>
              <a:gd name="connsiteY2081" fmla="*/ 1976665 h 4078220"/>
              <a:gd name="connsiteX2082" fmla="*/ 3340846 w 11677525"/>
              <a:gd name="connsiteY2082" fmla="*/ 1973919 h 4078220"/>
              <a:gd name="connsiteX2083" fmla="*/ 3351985 w 11677525"/>
              <a:gd name="connsiteY2083" fmla="*/ 1982464 h 4078220"/>
              <a:gd name="connsiteX2084" fmla="*/ 3318530 w 11677525"/>
              <a:gd name="connsiteY2084" fmla="*/ 2004515 h 4078220"/>
              <a:gd name="connsiteX2085" fmla="*/ 3282463 w 11677525"/>
              <a:gd name="connsiteY2085" fmla="*/ 1996340 h 4078220"/>
              <a:gd name="connsiteX2086" fmla="*/ 3315974 w 11677525"/>
              <a:gd name="connsiteY2086" fmla="*/ 1974394 h 4078220"/>
              <a:gd name="connsiteX2087" fmla="*/ 3340846 w 11677525"/>
              <a:gd name="connsiteY2087" fmla="*/ 1973919 h 4078220"/>
              <a:gd name="connsiteX2088" fmla="*/ 6812205 w 11677525"/>
              <a:gd name="connsiteY2088" fmla="*/ 1972418 h 4078220"/>
              <a:gd name="connsiteX2089" fmla="*/ 6828805 w 11677525"/>
              <a:gd name="connsiteY2089" fmla="*/ 1979365 h 4078220"/>
              <a:gd name="connsiteX2090" fmla="*/ 6821302 w 11677525"/>
              <a:gd name="connsiteY2090" fmla="*/ 1997329 h 4078220"/>
              <a:gd name="connsiteX2091" fmla="*/ 6784596 w 11677525"/>
              <a:gd name="connsiteY2091" fmla="*/ 1990664 h 4078220"/>
              <a:gd name="connsiteX2092" fmla="*/ 6792460 w 11677525"/>
              <a:gd name="connsiteY2092" fmla="*/ 1972830 h 4078220"/>
              <a:gd name="connsiteX2093" fmla="*/ 6812205 w 11677525"/>
              <a:gd name="connsiteY2093" fmla="*/ 1972418 h 4078220"/>
              <a:gd name="connsiteX2094" fmla="*/ 8535734 w 11677525"/>
              <a:gd name="connsiteY2094" fmla="*/ 1971149 h 4078220"/>
              <a:gd name="connsiteX2095" fmla="*/ 8572742 w 11677525"/>
              <a:gd name="connsiteY2095" fmla="*/ 1983766 h 4078220"/>
              <a:gd name="connsiteX2096" fmla="*/ 8577050 w 11677525"/>
              <a:gd name="connsiteY2096" fmla="*/ 2016386 h 4078220"/>
              <a:gd name="connsiteX2097" fmla="*/ 8504027 w 11677525"/>
              <a:gd name="connsiteY2097" fmla="*/ 2004254 h 4078220"/>
              <a:gd name="connsiteX2098" fmla="*/ 8500330 w 11677525"/>
              <a:gd name="connsiteY2098" fmla="*/ 1971868 h 4078220"/>
              <a:gd name="connsiteX2099" fmla="*/ 8535734 w 11677525"/>
              <a:gd name="connsiteY2099" fmla="*/ 1971149 h 4078220"/>
              <a:gd name="connsiteX2100" fmla="*/ 4605055 w 11677525"/>
              <a:gd name="connsiteY2100" fmla="*/ 1970410 h 4078220"/>
              <a:gd name="connsiteX2101" fmla="*/ 4614217 w 11677525"/>
              <a:gd name="connsiteY2101" fmla="*/ 1975772 h 4078220"/>
              <a:gd name="connsiteX2102" fmla="*/ 4598628 w 11677525"/>
              <a:gd name="connsiteY2102" fmla="*/ 1989570 h 4078220"/>
              <a:gd name="connsiteX2103" fmla="*/ 4574011 w 11677525"/>
              <a:gd name="connsiteY2103" fmla="*/ 1984494 h 4078220"/>
              <a:gd name="connsiteX2104" fmla="*/ 4589515 w 11677525"/>
              <a:gd name="connsiteY2104" fmla="*/ 1970748 h 4078220"/>
              <a:gd name="connsiteX2105" fmla="*/ 4605055 w 11677525"/>
              <a:gd name="connsiteY2105" fmla="*/ 1970410 h 4078220"/>
              <a:gd name="connsiteX2106" fmla="*/ 8171922 w 11677525"/>
              <a:gd name="connsiteY2106" fmla="*/ 1969011 h 4078220"/>
              <a:gd name="connsiteX2107" fmla="*/ 8205016 w 11677525"/>
              <a:gd name="connsiteY2107" fmla="*/ 1980641 h 4078220"/>
              <a:gd name="connsiteX2108" fmla="*/ 8205488 w 11677525"/>
              <a:gd name="connsiteY2108" fmla="*/ 2010867 h 4078220"/>
              <a:gd name="connsiteX2109" fmla="*/ 8138994 w 11677525"/>
              <a:gd name="connsiteY2109" fmla="*/ 1999647 h 4078220"/>
              <a:gd name="connsiteX2110" fmla="*/ 8139078 w 11677525"/>
              <a:gd name="connsiteY2110" fmla="*/ 1969682 h 4078220"/>
              <a:gd name="connsiteX2111" fmla="*/ 8171922 w 11677525"/>
              <a:gd name="connsiteY2111" fmla="*/ 1969011 h 4078220"/>
              <a:gd name="connsiteX2112" fmla="*/ 9222732 w 11677525"/>
              <a:gd name="connsiteY2112" fmla="*/ 1965974 h 4078220"/>
              <a:gd name="connsiteX2113" fmla="*/ 9259653 w 11677525"/>
              <a:gd name="connsiteY2113" fmla="*/ 1977621 h 4078220"/>
              <a:gd name="connsiteX2114" fmla="*/ 9270047 w 11677525"/>
              <a:gd name="connsiteY2114" fmla="*/ 2007769 h 4078220"/>
              <a:gd name="connsiteX2115" fmla="*/ 9199968 w 11677525"/>
              <a:gd name="connsiteY2115" fmla="*/ 1996548 h 4078220"/>
              <a:gd name="connsiteX2116" fmla="*/ 9190271 w 11677525"/>
              <a:gd name="connsiteY2116" fmla="*/ 1966609 h 4078220"/>
              <a:gd name="connsiteX2117" fmla="*/ 9222732 w 11677525"/>
              <a:gd name="connsiteY2117" fmla="*/ 1965974 h 4078220"/>
              <a:gd name="connsiteX2118" fmla="*/ 11620204 w 11677525"/>
              <a:gd name="connsiteY2118" fmla="*/ 1965333 h 4078220"/>
              <a:gd name="connsiteX2119" fmla="*/ 11623094 w 11677525"/>
              <a:gd name="connsiteY2119" fmla="*/ 1965802 h 4078220"/>
              <a:gd name="connsiteX2120" fmla="*/ 11624371 w 11677525"/>
              <a:gd name="connsiteY2120" fmla="*/ 1966921 h 4078220"/>
              <a:gd name="connsiteX2121" fmla="*/ 11621398 w 11677525"/>
              <a:gd name="connsiteY2121" fmla="*/ 1966479 h 4078220"/>
              <a:gd name="connsiteX2122" fmla="*/ 11620204 w 11677525"/>
              <a:gd name="connsiteY2122" fmla="*/ 1965333 h 4078220"/>
              <a:gd name="connsiteX2123" fmla="*/ 6159981 w 11677525"/>
              <a:gd name="connsiteY2123" fmla="*/ 1960283 h 4078220"/>
              <a:gd name="connsiteX2124" fmla="*/ 6175764 w 11677525"/>
              <a:gd name="connsiteY2124" fmla="*/ 1963225 h 4078220"/>
              <a:gd name="connsiteX2125" fmla="*/ 6170708 w 11677525"/>
              <a:gd name="connsiteY2125" fmla="*/ 1971217 h 4078220"/>
              <a:gd name="connsiteX2126" fmla="*/ 6154952 w 11677525"/>
              <a:gd name="connsiteY2126" fmla="*/ 1968327 h 4078220"/>
              <a:gd name="connsiteX2127" fmla="*/ 6159981 w 11677525"/>
              <a:gd name="connsiteY2127" fmla="*/ 1960283 h 4078220"/>
              <a:gd name="connsiteX2128" fmla="*/ 7794271 w 11677525"/>
              <a:gd name="connsiteY2128" fmla="*/ 1957715 h 4078220"/>
              <a:gd name="connsiteX2129" fmla="*/ 7827702 w 11677525"/>
              <a:gd name="connsiteY2129" fmla="*/ 1969967 h 4078220"/>
              <a:gd name="connsiteX2130" fmla="*/ 7824256 w 11677525"/>
              <a:gd name="connsiteY2130" fmla="*/ 2001728 h 4078220"/>
              <a:gd name="connsiteX2131" fmla="*/ 7755624 w 11677525"/>
              <a:gd name="connsiteY2131" fmla="*/ 1989936 h 4078220"/>
              <a:gd name="connsiteX2132" fmla="*/ 7759653 w 11677525"/>
              <a:gd name="connsiteY2132" fmla="*/ 1958408 h 4078220"/>
              <a:gd name="connsiteX2133" fmla="*/ 7794271 w 11677525"/>
              <a:gd name="connsiteY2133" fmla="*/ 1957715 h 4078220"/>
              <a:gd name="connsiteX2134" fmla="*/ 9542632 w 11677525"/>
              <a:gd name="connsiteY2134" fmla="*/ 1948033 h 4078220"/>
              <a:gd name="connsiteX2135" fmla="*/ 9597342 w 11677525"/>
              <a:gd name="connsiteY2135" fmla="*/ 1964682 h 4078220"/>
              <a:gd name="connsiteX2136" fmla="*/ 9617155 w 11677525"/>
              <a:gd name="connsiteY2136" fmla="*/ 2007977 h 4078220"/>
              <a:gd name="connsiteX2137" fmla="*/ 9514263 w 11677525"/>
              <a:gd name="connsiteY2137" fmla="*/ 1991862 h 4078220"/>
              <a:gd name="connsiteX2138" fmla="*/ 9495921 w 11677525"/>
              <a:gd name="connsiteY2138" fmla="*/ 1948957 h 4078220"/>
              <a:gd name="connsiteX2139" fmla="*/ 9542632 w 11677525"/>
              <a:gd name="connsiteY2139" fmla="*/ 1948033 h 4078220"/>
              <a:gd name="connsiteX2140" fmla="*/ 3767012 w 11677525"/>
              <a:gd name="connsiteY2140" fmla="*/ 1946367 h 4078220"/>
              <a:gd name="connsiteX2141" fmla="*/ 3776924 w 11677525"/>
              <a:gd name="connsiteY2141" fmla="*/ 1953175 h 4078220"/>
              <a:gd name="connsiteX2142" fmla="*/ 3752222 w 11677525"/>
              <a:gd name="connsiteY2142" fmla="*/ 1970826 h 4078220"/>
              <a:gd name="connsiteX2143" fmla="*/ 3722407 w 11677525"/>
              <a:gd name="connsiteY2143" fmla="*/ 1964291 h 4078220"/>
              <a:gd name="connsiteX2144" fmla="*/ 3746971 w 11677525"/>
              <a:gd name="connsiteY2144" fmla="*/ 1946744 h 4078220"/>
              <a:gd name="connsiteX2145" fmla="*/ 3767012 w 11677525"/>
              <a:gd name="connsiteY2145" fmla="*/ 1946367 h 4078220"/>
              <a:gd name="connsiteX2146" fmla="*/ 7401717 w 11677525"/>
              <a:gd name="connsiteY2146" fmla="*/ 1945199 h 4078220"/>
              <a:gd name="connsiteX2147" fmla="*/ 7425269 w 11677525"/>
              <a:gd name="connsiteY2147" fmla="*/ 1954242 h 4078220"/>
              <a:gd name="connsiteX2148" fmla="*/ 7419851 w 11677525"/>
              <a:gd name="connsiteY2148" fmla="*/ 1977648 h 4078220"/>
              <a:gd name="connsiteX2149" fmla="*/ 7370057 w 11677525"/>
              <a:gd name="connsiteY2149" fmla="*/ 1968978 h 4078220"/>
              <a:gd name="connsiteX2150" fmla="*/ 7375893 w 11677525"/>
              <a:gd name="connsiteY2150" fmla="*/ 1945704 h 4078220"/>
              <a:gd name="connsiteX2151" fmla="*/ 7401717 w 11677525"/>
              <a:gd name="connsiteY2151" fmla="*/ 1945199 h 4078220"/>
              <a:gd name="connsiteX2152" fmla="*/ 4399889 w 11677525"/>
              <a:gd name="connsiteY2152" fmla="*/ 1941379 h 4078220"/>
              <a:gd name="connsiteX2153" fmla="*/ 4408319 w 11677525"/>
              <a:gd name="connsiteY2153" fmla="*/ 1946458 h 4078220"/>
              <a:gd name="connsiteX2154" fmla="*/ 4392869 w 11677525"/>
              <a:gd name="connsiteY2154" fmla="*/ 1959450 h 4078220"/>
              <a:gd name="connsiteX2155" fmla="*/ 4369667 w 11677525"/>
              <a:gd name="connsiteY2155" fmla="*/ 1954659 h 4078220"/>
              <a:gd name="connsiteX2156" fmla="*/ 4385061 w 11677525"/>
              <a:gd name="connsiteY2156" fmla="*/ 1941668 h 4078220"/>
              <a:gd name="connsiteX2157" fmla="*/ 4399889 w 11677525"/>
              <a:gd name="connsiteY2157" fmla="*/ 1941379 h 4078220"/>
              <a:gd name="connsiteX2158" fmla="*/ 9853500 w 11677525"/>
              <a:gd name="connsiteY2158" fmla="*/ 1936725 h 4078220"/>
              <a:gd name="connsiteX2159" fmla="*/ 9909608 w 11677525"/>
              <a:gd name="connsiteY2159" fmla="*/ 1953228 h 4078220"/>
              <a:gd name="connsiteX2160" fmla="*/ 9933616 w 11677525"/>
              <a:gd name="connsiteY2160" fmla="*/ 1996210 h 4078220"/>
              <a:gd name="connsiteX2161" fmla="*/ 9829582 w 11677525"/>
              <a:gd name="connsiteY2161" fmla="*/ 1980225 h 4078220"/>
              <a:gd name="connsiteX2162" fmla="*/ 9807021 w 11677525"/>
              <a:gd name="connsiteY2162" fmla="*/ 1937659 h 4078220"/>
              <a:gd name="connsiteX2163" fmla="*/ 9853500 w 11677525"/>
              <a:gd name="connsiteY2163" fmla="*/ 1936725 h 4078220"/>
              <a:gd name="connsiteX2164" fmla="*/ 2420580 w 11677525"/>
              <a:gd name="connsiteY2164" fmla="*/ 1936227 h 4078220"/>
              <a:gd name="connsiteX2165" fmla="*/ 2430972 w 11677525"/>
              <a:gd name="connsiteY2165" fmla="*/ 1938726 h 4078220"/>
              <a:gd name="connsiteX2166" fmla="*/ 2418691 w 11677525"/>
              <a:gd name="connsiteY2166" fmla="*/ 1945469 h 4078220"/>
              <a:gd name="connsiteX2167" fmla="*/ 2408160 w 11677525"/>
              <a:gd name="connsiteY2167" fmla="*/ 1942996 h 4078220"/>
              <a:gd name="connsiteX2168" fmla="*/ 2420580 w 11677525"/>
              <a:gd name="connsiteY2168" fmla="*/ 1936227 h 4078220"/>
              <a:gd name="connsiteX2169" fmla="*/ 2065746 w 11677525"/>
              <a:gd name="connsiteY2169" fmla="*/ 1935785 h 4078220"/>
              <a:gd name="connsiteX2170" fmla="*/ 2071581 w 11677525"/>
              <a:gd name="connsiteY2170" fmla="*/ 1937242 h 4078220"/>
              <a:gd name="connsiteX2171" fmla="*/ 2063912 w 11677525"/>
              <a:gd name="connsiteY2171" fmla="*/ 1941121 h 4078220"/>
              <a:gd name="connsiteX2172" fmla="*/ 2058132 w 11677525"/>
              <a:gd name="connsiteY2172" fmla="*/ 1939664 h 4078220"/>
              <a:gd name="connsiteX2173" fmla="*/ 2065746 w 11677525"/>
              <a:gd name="connsiteY2173" fmla="*/ 1935785 h 4078220"/>
              <a:gd name="connsiteX2174" fmla="*/ 10160746 w 11677525"/>
              <a:gd name="connsiteY2174" fmla="*/ 1935514 h 4078220"/>
              <a:gd name="connsiteX2175" fmla="*/ 10194532 w 11677525"/>
              <a:gd name="connsiteY2175" fmla="*/ 1945157 h 4078220"/>
              <a:gd name="connsiteX2176" fmla="*/ 10210842 w 11677525"/>
              <a:gd name="connsiteY2176" fmla="*/ 1970124 h 4078220"/>
              <a:gd name="connsiteX2177" fmla="*/ 10149295 w 11677525"/>
              <a:gd name="connsiteY2177" fmla="*/ 1960829 h 4078220"/>
              <a:gd name="connsiteX2178" fmla="*/ 10133651 w 11677525"/>
              <a:gd name="connsiteY2178" fmla="*/ 1936045 h 4078220"/>
              <a:gd name="connsiteX2179" fmla="*/ 10160746 w 11677525"/>
              <a:gd name="connsiteY2179" fmla="*/ 1935514 h 4078220"/>
              <a:gd name="connsiteX2180" fmla="*/ 6371466 w 11677525"/>
              <a:gd name="connsiteY2180" fmla="*/ 1927922 h 4078220"/>
              <a:gd name="connsiteX2181" fmla="*/ 6384913 w 11677525"/>
              <a:gd name="connsiteY2181" fmla="*/ 1930395 h 4078220"/>
              <a:gd name="connsiteX2182" fmla="*/ 6381163 w 11677525"/>
              <a:gd name="connsiteY2182" fmla="*/ 1937086 h 4078220"/>
              <a:gd name="connsiteX2183" fmla="*/ 6367547 w 11677525"/>
              <a:gd name="connsiteY2183" fmla="*/ 1934613 h 4078220"/>
              <a:gd name="connsiteX2184" fmla="*/ 6371466 w 11677525"/>
              <a:gd name="connsiteY2184" fmla="*/ 1927922 h 4078220"/>
              <a:gd name="connsiteX2185" fmla="*/ 10454318 w 11677525"/>
              <a:gd name="connsiteY2185" fmla="*/ 1925413 h 4078220"/>
              <a:gd name="connsiteX2186" fmla="*/ 10478677 w 11677525"/>
              <a:gd name="connsiteY2186" fmla="*/ 1932139 h 4078220"/>
              <a:gd name="connsiteX2187" fmla="*/ 10491653 w 11677525"/>
              <a:gd name="connsiteY2187" fmla="*/ 1949556 h 4078220"/>
              <a:gd name="connsiteX2188" fmla="*/ 10448083 w 11677525"/>
              <a:gd name="connsiteY2188" fmla="*/ 1943125 h 4078220"/>
              <a:gd name="connsiteX2189" fmla="*/ 10435357 w 11677525"/>
              <a:gd name="connsiteY2189" fmla="*/ 1925812 h 4078220"/>
              <a:gd name="connsiteX2190" fmla="*/ 10454318 w 11677525"/>
              <a:gd name="connsiteY2190" fmla="*/ 1925413 h 4078220"/>
              <a:gd name="connsiteX2191" fmla="*/ 1742637 w 11677525"/>
              <a:gd name="connsiteY2191" fmla="*/ 1923799 h 4078220"/>
              <a:gd name="connsiteX2192" fmla="*/ 1745923 w 11677525"/>
              <a:gd name="connsiteY2192" fmla="*/ 1927896 h 4078220"/>
              <a:gd name="connsiteX2193" fmla="*/ 1724000 w 11677525"/>
              <a:gd name="connsiteY2193" fmla="*/ 1938491 h 4078220"/>
              <a:gd name="connsiteX2194" fmla="*/ 1708355 w 11677525"/>
              <a:gd name="connsiteY2194" fmla="*/ 1934587 h 4078220"/>
              <a:gd name="connsiteX2195" fmla="*/ 1730307 w 11677525"/>
              <a:gd name="connsiteY2195" fmla="*/ 1924017 h 4078220"/>
              <a:gd name="connsiteX2196" fmla="*/ 1742637 w 11677525"/>
              <a:gd name="connsiteY2196" fmla="*/ 1923799 h 4078220"/>
              <a:gd name="connsiteX2197" fmla="*/ 2817782 w 11677525"/>
              <a:gd name="connsiteY2197" fmla="*/ 1922162 h 4078220"/>
              <a:gd name="connsiteX2198" fmla="*/ 2827348 w 11677525"/>
              <a:gd name="connsiteY2198" fmla="*/ 1930395 h 4078220"/>
              <a:gd name="connsiteX2199" fmla="*/ 2790919 w 11677525"/>
              <a:gd name="connsiteY2199" fmla="*/ 1951769 h 4078220"/>
              <a:gd name="connsiteX2200" fmla="*/ 2756714 w 11677525"/>
              <a:gd name="connsiteY2200" fmla="*/ 1943829 h 4078220"/>
              <a:gd name="connsiteX2201" fmla="*/ 2793336 w 11677525"/>
              <a:gd name="connsiteY2201" fmla="*/ 1922637 h 4078220"/>
              <a:gd name="connsiteX2202" fmla="*/ 2817782 w 11677525"/>
              <a:gd name="connsiteY2202" fmla="*/ 1922162 h 4078220"/>
              <a:gd name="connsiteX2203" fmla="*/ 6995979 w 11677525"/>
              <a:gd name="connsiteY2203" fmla="*/ 1921977 h 4078220"/>
              <a:gd name="connsiteX2204" fmla="*/ 7011750 w 11677525"/>
              <a:gd name="connsiteY2204" fmla="*/ 1928261 h 4078220"/>
              <a:gd name="connsiteX2205" fmla="*/ 7005693 w 11677525"/>
              <a:gd name="connsiteY2205" fmla="*/ 1944480 h 4078220"/>
              <a:gd name="connsiteX2206" fmla="*/ 6971544 w 11677525"/>
              <a:gd name="connsiteY2206" fmla="*/ 1938492 h 4078220"/>
              <a:gd name="connsiteX2207" fmla="*/ 6977767 w 11677525"/>
              <a:gd name="connsiteY2207" fmla="*/ 1922351 h 4078220"/>
              <a:gd name="connsiteX2208" fmla="*/ 6995979 w 11677525"/>
              <a:gd name="connsiteY2208" fmla="*/ 1921977 h 4078220"/>
              <a:gd name="connsiteX2209" fmla="*/ 10738091 w 11677525"/>
              <a:gd name="connsiteY2209" fmla="*/ 1918237 h 4078220"/>
              <a:gd name="connsiteX2210" fmla="*/ 10748066 w 11677525"/>
              <a:gd name="connsiteY2210" fmla="*/ 1919669 h 4078220"/>
              <a:gd name="connsiteX2211" fmla="*/ 10751124 w 11677525"/>
              <a:gd name="connsiteY2211" fmla="*/ 1923470 h 4078220"/>
              <a:gd name="connsiteX2212" fmla="*/ 10741259 w 11677525"/>
              <a:gd name="connsiteY2212" fmla="*/ 1922064 h 4078220"/>
              <a:gd name="connsiteX2213" fmla="*/ 10738091 w 11677525"/>
              <a:gd name="connsiteY2213" fmla="*/ 1918237 h 4078220"/>
              <a:gd name="connsiteX2214" fmla="*/ 1407538 w 11677525"/>
              <a:gd name="connsiteY2214" fmla="*/ 1916467 h 4078220"/>
              <a:gd name="connsiteX2215" fmla="*/ 1415346 w 11677525"/>
              <a:gd name="connsiteY2215" fmla="*/ 1918524 h 4078220"/>
              <a:gd name="connsiteX2216" fmla="*/ 1403454 w 11677525"/>
              <a:gd name="connsiteY2216" fmla="*/ 1924069 h 4078220"/>
              <a:gd name="connsiteX2217" fmla="*/ 1395478 w 11677525"/>
              <a:gd name="connsiteY2217" fmla="*/ 1921987 h 4078220"/>
              <a:gd name="connsiteX2218" fmla="*/ 1407538 w 11677525"/>
              <a:gd name="connsiteY2218" fmla="*/ 1916467 h 4078220"/>
              <a:gd name="connsiteX2219" fmla="*/ 3206700 w 11677525"/>
              <a:gd name="connsiteY2219" fmla="*/ 1910876 h 4078220"/>
              <a:gd name="connsiteX2220" fmla="*/ 3217276 w 11677525"/>
              <a:gd name="connsiteY2220" fmla="*/ 1919096 h 4078220"/>
              <a:gd name="connsiteX2221" fmla="*/ 3183654 w 11677525"/>
              <a:gd name="connsiteY2221" fmla="*/ 1940262 h 4078220"/>
              <a:gd name="connsiteX2222" fmla="*/ 3148532 w 11677525"/>
              <a:gd name="connsiteY2222" fmla="*/ 1932452 h 4078220"/>
              <a:gd name="connsiteX2223" fmla="*/ 3182347 w 11677525"/>
              <a:gd name="connsiteY2223" fmla="*/ 1911364 h 4078220"/>
              <a:gd name="connsiteX2224" fmla="*/ 3206700 w 11677525"/>
              <a:gd name="connsiteY2224" fmla="*/ 1910876 h 4078220"/>
              <a:gd name="connsiteX2225" fmla="*/ 4194084 w 11677525"/>
              <a:gd name="connsiteY2225" fmla="*/ 1908786 h 4078220"/>
              <a:gd name="connsiteX2226" fmla="*/ 4207893 w 11677525"/>
              <a:gd name="connsiteY2226" fmla="*/ 1911651 h 4078220"/>
              <a:gd name="connsiteX2227" fmla="*/ 4198002 w 11677525"/>
              <a:gd name="connsiteY2227" fmla="*/ 1919331 h 4078220"/>
              <a:gd name="connsiteX2228" fmla="*/ 4184247 w 11677525"/>
              <a:gd name="connsiteY2228" fmla="*/ 1916493 h 4078220"/>
              <a:gd name="connsiteX2229" fmla="*/ 4194084 w 11677525"/>
              <a:gd name="connsiteY2229" fmla="*/ 1908786 h 4078220"/>
              <a:gd name="connsiteX2230" fmla="*/ 1099830 w 11677525"/>
              <a:gd name="connsiteY2230" fmla="*/ 1904361 h 4078220"/>
              <a:gd name="connsiteX2231" fmla="*/ 1103776 w 11677525"/>
              <a:gd name="connsiteY2231" fmla="*/ 1905376 h 4078220"/>
              <a:gd name="connsiteX2232" fmla="*/ 1097358 w 11677525"/>
              <a:gd name="connsiteY2232" fmla="*/ 1908109 h 4078220"/>
              <a:gd name="connsiteX2233" fmla="*/ 1093468 w 11677525"/>
              <a:gd name="connsiteY2233" fmla="*/ 1907094 h 4078220"/>
              <a:gd name="connsiteX2234" fmla="*/ 1099830 w 11677525"/>
              <a:gd name="connsiteY2234" fmla="*/ 1904361 h 4078220"/>
              <a:gd name="connsiteX2235" fmla="*/ 5288484 w 11677525"/>
              <a:gd name="connsiteY2235" fmla="*/ 1892775 h 4078220"/>
              <a:gd name="connsiteX2236" fmla="*/ 5292597 w 11677525"/>
              <a:gd name="connsiteY2236" fmla="*/ 1893582 h 4078220"/>
              <a:gd name="connsiteX2237" fmla="*/ 5290513 w 11677525"/>
              <a:gd name="connsiteY2237" fmla="*/ 1895718 h 4078220"/>
              <a:gd name="connsiteX2238" fmla="*/ 5286428 w 11677525"/>
              <a:gd name="connsiteY2238" fmla="*/ 1894962 h 4078220"/>
              <a:gd name="connsiteX2239" fmla="*/ 5288484 w 11677525"/>
              <a:gd name="connsiteY2239" fmla="*/ 1892775 h 4078220"/>
              <a:gd name="connsiteX2240" fmla="*/ 3611171 w 11677525"/>
              <a:gd name="connsiteY2240" fmla="*/ 1891507 h 4078220"/>
              <a:gd name="connsiteX2241" fmla="*/ 3621570 w 11677525"/>
              <a:gd name="connsiteY2241" fmla="*/ 1898764 h 4078220"/>
              <a:gd name="connsiteX2242" fmla="*/ 3594005 w 11677525"/>
              <a:gd name="connsiteY2242" fmla="*/ 1917456 h 4078220"/>
              <a:gd name="connsiteX2243" fmla="*/ 3562079 w 11677525"/>
              <a:gd name="connsiteY2243" fmla="*/ 1910505 h 4078220"/>
              <a:gd name="connsiteX2244" fmla="*/ 3589560 w 11677525"/>
              <a:gd name="connsiteY2244" fmla="*/ 1891943 h 4078220"/>
              <a:gd name="connsiteX2245" fmla="*/ 3611171 w 11677525"/>
              <a:gd name="connsiteY2245" fmla="*/ 1891507 h 4078220"/>
              <a:gd name="connsiteX2246" fmla="*/ 8277624 w 11677525"/>
              <a:gd name="connsiteY2246" fmla="*/ 1889584 h 4078220"/>
              <a:gd name="connsiteX2247" fmla="*/ 8313966 w 11677525"/>
              <a:gd name="connsiteY2247" fmla="*/ 1901966 h 4078220"/>
              <a:gd name="connsiteX2248" fmla="*/ 8315494 w 11677525"/>
              <a:gd name="connsiteY2248" fmla="*/ 1934014 h 4078220"/>
              <a:gd name="connsiteX2249" fmla="*/ 8242722 w 11677525"/>
              <a:gd name="connsiteY2249" fmla="*/ 1922143 h 4078220"/>
              <a:gd name="connsiteX2250" fmla="*/ 8241888 w 11677525"/>
              <a:gd name="connsiteY2250" fmla="*/ 1890303 h 4078220"/>
              <a:gd name="connsiteX2251" fmla="*/ 8277624 w 11677525"/>
              <a:gd name="connsiteY2251" fmla="*/ 1889584 h 4078220"/>
              <a:gd name="connsiteX2252" fmla="*/ 8619827 w 11677525"/>
              <a:gd name="connsiteY2252" fmla="*/ 1889414 h 4078220"/>
              <a:gd name="connsiteX2253" fmla="*/ 8656157 w 11677525"/>
              <a:gd name="connsiteY2253" fmla="*/ 1901367 h 4078220"/>
              <a:gd name="connsiteX2254" fmla="*/ 8661215 w 11677525"/>
              <a:gd name="connsiteY2254" fmla="*/ 1932269 h 4078220"/>
              <a:gd name="connsiteX2255" fmla="*/ 8589691 w 11677525"/>
              <a:gd name="connsiteY2255" fmla="*/ 1920840 h 4078220"/>
              <a:gd name="connsiteX2256" fmla="*/ 8585412 w 11677525"/>
              <a:gd name="connsiteY2256" fmla="*/ 1890094 h 4078220"/>
              <a:gd name="connsiteX2257" fmla="*/ 8619827 w 11677525"/>
              <a:gd name="connsiteY2257" fmla="*/ 1889414 h 4078220"/>
              <a:gd name="connsiteX2258" fmla="*/ 806100 w 11677525"/>
              <a:gd name="connsiteY2258" fmla="*/ 1889183 h 4078220"/>
              <a:gd name="connsiteX2259" fmla="*/ 807739 w 11677525"/>
              <a:gd name="connsiteY2259" fmla="*/ 1889547 h 4078220"/>
              <a:gd name="connsiteX2260" fmla="*/ 805072 w 11677525"/>
              <a:gd name="connsiteY2260" fmla="*/ 1890640 h 4078220"/>
              <a:gd name="connsiteX2261" fmla="*/ 803628 w 11677525"/>
              <a:gd name="connsiteY2261" fmla="*/ 1890250 h 4078220"/>
              <a:gd name="connsiteX2262" fmla="*/ 806100 w 11677525"/>
              <a:gd name="connsiteY2262" fmla="*/ 1889183 h 4078220"/>
              <a:gd name="connsiteX2263" fmla="*/ 6571056 w 11677525"/>
              <a:gd name="connsiteY2263" fmla="*/ 1888272 h 4078220"/>
              <a:gd name="connsiteX2264" fmla="*/ 6584615 w 11677525"/>
              <a:gd name="connsiteY2264" fmla="*/ 1890693 h 4078220"/>
              <a:gd name="connsiteX2265" fmla="*/ 6581226 w 11677525"/>
              <a:gd name="connsiteY2265" fmla="*/ 1897253 h 4078220"/>
              <a:gd name="connsiteX2266" fmla="*/ 6567832 w 11677525"/>
              <a:gd name="connsiteY2266" fmla="*/ 1894781 h 4078220"/>
              <a:gd name="connsiteX2267" fmla="*/ 6571056 w 11677525"/>
              <a:gd name="connsiteY2267" fmla="*/ 1888272 h 4078220"/>
              <a:gd name="connsiteX2268" fmla="*/ 7921544 w 11677525"/>
              <a:gd name="connsiteY2268" fmla="*/ 1886459 h 4078220"/>
              <a:gd name="connsiteX2269" fmla="*/ 7954492 w 11677525"/>
              <a:gd name="connsiteY2269" fmla="*/ 1898139 h 4078220"/>
              <a:gd name="connsiteX2270" fmla="*/ 7952658 w 11677525"/>
              <a:gd name="connsiteY2270" fmla="*/ 1928495 h 4078220"/>
              <a:gd name="connsiteX2271" fmla="*/ 7885137 w 11677525"/>
              <a:gd name="connsiteY2271" fmla="*/ 1917170 h 4078220"/>
              <a:gd name="connsiteX2272" fmla="*/ 7887721 w 11677525"/>
              <a:gd name="connsiteY2272" fmla="*/ 1887101 h 4078220"/>
              <a:gd name="connsiteX2273" fmla="*/ 7921544 w 11677525"/>
              <a:gd name="connsiteY2273" fmla="*/ 1886459 h 4078220"/>
              <a:gd name="connsiteX2274" fmla="*/ 5069026 w 11677525"/>
              <a:gd name="connsiteY2274" fmla="*/ 1885695 h 4078220"/>
              <a:gd name="connsiteX2275" fmla="*/ 5076334 w 11677525"/>
              <a:gd name="connsiteY2275" fmla="*/ 1887101 h 4078220"/>
              <a:gd name="connsiteX2276" fmla="*/ 5072473 w 11677525"/>
              <a:gd name="connsiteY2276" fmla="*/ 1890876 h 4078220"/>
              <a:gd name="connsiteX2277" fmla="*/ 5065165 w 11677525"/>
              <a:gd name="connsiteY2277" fmla="*/ 1889496 h 4078220"/>
              <a:gd name="connsiteX2278" fmla="*/ 5069026 w 11677525"/>
              <a:gd name="connsiteY2278" fmla="*/ 1885695 h 4078220"/>
              <a:gd name="connsiteX2279" fmla="*/ 8948545 w 11677525"/>
              <a:gd name="connsiteY2279" fmla="*/ 1884341 h 4078220"/>
              <a:gd name="connsiteX2280" fmla="*/ 8986261 w 11677525"/>
              <a:gd name="connsiteY2280" fmla="*/ 1896239 h 4078220"/>
              <a:gd name="connsiteX2281" fmla="*/ 8994460 w 11677525"/>
              <a:gd name="connsiteY2281" fmla="*/ 1927089 h 4078220"/>
              <a:gd name="connsiteX2282" fmla="*/ 8921768 w 11677525"/>
              <a:gd name="connsiteY2282" fmla="*/ 1915634 h 4078220"/>
              <a:gd name="connsiteX2283" fmla="*/ 8914267 w 11677525"/>
              <a:gd name="connsiteY2283" fmla="*/ 1885018 h 4078220"/>
              <a:gd name="connsiteX2284" fmla="*/ 8948545 w 11677525"/>
              <a:gd name="connsiteY2284" fmla="*/ 1884341 h 4078220"/>
              <a:gd name="connsiteX2285" fmla="*/ 7550789 w 11677525"/>
              <a:gd name="connsiteY2285" fmla="*/ 1879739 h 4078220"/>
              <a:gd name="connsiteX2286" fmla="*/ 7575928 w 11677525"/>
              <a:gd name="connsiteY2286" fmla="*/ 1889079 h 4078220"/>
              <a:gd name="connsiteX2287" fmla="*/ 7571428 w 11677525"/>
              <a:gd name="connsiteY2287" fmla="*/ 1913134 h 4078220"/>
              <a:gd name="connsiteX2288" fmla="*/ 7518772 w 11677525"/>
              <a:gd name="connsiteY2288" fmla="*/ 1904205 h 4078220"/>
              <a:gd name="connsiteX2289" fmla="*/ 7523690 w 11677525"/>
              <a:gd name="connsiteY2289" fmla="*/ 1880280 h 4078220"/>
              <a:gd name="connsiteX2290" fmla="*/ 7550789 w 11677525"/>
              <a:gd name="connsiteY2290" fmla="*/ 1879739 h 4078220"/>
              <a:gd name="connsiteX2291" fmla="*/ 5728929 w 11677525"/>
              <a:gd name="connsiteY2291" fmla="*/ 1879628 h 4078220"/>
              <a:gd name="connsiteX2292" fmla="*/ 5734236 w 11677525"/>
              <a:gd name="connsiteY2292" fmla="*/ 1880617 h 4078220"/>
              <a:gd name="connsiteX2293" fmla="*/ 5731986 w 11677525"/>
              <a:gd name="connsiteY2293" fmla="*/ 1883273 h 4078220"/>
              <a:gd name="connsiteX2294" fmla="*/ 5726734 w 11677525"/>
              <a:gd name="connsiteY2294" fmla="*/ 1882335 h 4078220"/>
              <a:gd name="connsiteX2295" fmla="*/ 5728929 w 11677525"/>
              <a:gd name="connsiteY2295" fmla="*/ 1879628 h 4078220"/>
              <a:gd name="connsiteX2296" fmla="*/ 9265038 w 11677525"/>
              <a:gd name="connsiteY2296" fmla="*/ 1877507 h 4078220"/>
              <a:gd name="connsiteX2297" fmla="*/ 9301054 w 11677525"/>
              <a:gd name="connsiteY2297" fmla="*/ 1888532 h 4078220"/>
              <a:gd name="connsiteX2298" fmla="*/ 9311699 w 11677525"/>
              <a:gd name="connsiteY2298" fmla="*/ 1916962 h 4078220"/>
              <a:gd name="connsiteX2299" fmla="*/ 9243398 w 11677525"/>
              <a:gd name="connsiteY2299" fmla="*/ 1906444 h 4078220"/>
              <a:gd name="connsiteX2300" fmla="*/ 9233478 w 11677525"/>
              <a:gd name="connsiteY2300" fmla="*/ 1878118 h 4078220"/>
              <a:gd name="connsiteX2301" fmla="*/ 9265038 w 11677525"/>
              <a:gd name="connsiteY2301" fmla="*/ 1877507 h 4078220"/>
              <a:gd name="connsiteX2302" fmla="*/ 4856071 w 11677525"/>
              <a:gd name="connsiteY2302" fmla="*/ 1872730 h 4078220"/>
              <a:gd name="connsiteX2303" fmla="*/ 4860295 w 11677525"/>
              <a:gd name="connsiteY2303" fmla="*/ 1873511 h 4078220"/>
              <a:gd name="connsiteX2304" fmla="*/ 4857932 w 11677525"/>
              <a:gd name="connsiteY2304" fmla="*/ 1875646 h 4078220"/>
              <a:gd name="connsiteX2305" fmla="*/ 4853876 w 11677525"/>
              <a:gd name="connsiteY2305" fmla="*/ 1874864 h 4078220"/>
              <a:gd name="connsiteX2306" fmla="*/ 4856071 w 11677525"/>
              <a:gd name="connsiteY2306" fmla="*/ 1872730 h 4078220"/>
              <a:gd name="connsiteX2307" fmla="*/ 7165132 w 11677525"/>
              <a:gd name="connsiteY2307" fmla="*/ 1865392 h 4078220"/>
              <a:gd name="connsiteX2308" fmla="*/ 7182054 w 11677525"/>
              <a:gd name="connsiteY2308" fmla="*/ 1871897 h 4078220"/>
              <a:gd name="connsiteX2309" fmla="*/ 7176774 w 11677525"/>
              <a:gd name="connsiteY2309" fmla="*/ 1888637 h 4078220"/>
              <a:gd name="connsiteX2310" fmla="*/ 7140596 w 11677525"/>
              <a:gd name="connsiteY2310" fmla="*/ 1882467 h 4078220"/>
              <a:gd name="connsiteX2311" fmla="*/ 7146042 w 11677525"/>
              <a:gd name="connsiteY2311" fmla="*/ 1865779 h 4078220"/>
              <a:gd name="connsiteX2312" fmla="*/ 7165132 w 11677525"/>
              <a:gd name="connsiteY2312" fmla="*/ 1865392 h 4078220"/>
              <a:gd name="connsiteX2313" fmla="*/ 4014805 w 11677525"/>
              <a:gd name="connsiteY2313" fmla="*/ 1863721 h 4078220"/>
              <a:gd name="connsiteX2314" fmla="*/ 4034811 w 11677525"/>
              <a:gd name="connsiteY2314" fmla="*/ 1867835 h 4078220"/>
              <a:gd name="connsiteX2315" fmla="*/ 4019584 w 11677525"/>
              <a:gd name="connsiteY2315" fmla="*/ 1879108 h 4078220"/>
              <a:gd name="connsiteX2316" fmla="*/ 3999606 w 11677525"/>
              <a:gd name="connsiteY2316" fmla="*/ 1874969 h 4078220"/>
              <a:gd name="connsiteX2317" fmla="*/ 4014805 w 11677525"/>
              <a:gd name="connsiteY2317" fmla="*/ 1863721 h 4078220"/>
              <a:gd name="connsiteX2318" fmla="*/ 9567529 w 11677525"/>
              <a:gd name="connsiteY2318" fmla="*/ 1862729 h 4078220"/>
              <a:gd name="connsiteX2319" fmla="*/ 9611597 w 11677525"/>
              <a:gd name="connsiteY2319" fmla="*/ 1875723 h 4078220"/>
              <a:gd name="connsiteX2320" fmla="*/ 9627574 w 11677525"/>
              <a:gd name="connsiteY2320" fmla="*/ 1909463 h 4078220"/>
              <a:gd name="connsiteX2321" fmla="*/ 9545188 w 11677525"/>
              <a:gd name="connsiteY2321" fmla="*/ 1896915 h 4078220"/>
              <a:gd name="connsiteX2322" fmla="*/ 9530044 w 11677525"/>
              <a:gd name="connsiteY2322" fmla="*/ 1863461 h 4078220"/>
              <a:gd name="connsiteX2323" fmla="*/ 9567529 w 11677525"/>
              <a:gd name="connsiteY2323" fmla="*/ 1862729 h 4078220"/>
              <a:gd name="connsiteX2324" fmla="*/ 5946026 w 11677525"/>
              <a:gd name="connsiteY2324" fmla="*/ 1862211 h 4078220"/>
              <a:gd name="connsiteX2325" fmla="*/ 5948082 w 11677525"/>
              <a:gd name="connsiteY2325" fmla="*/ 1862680 h 4078220"/>
              <a:gd name="connsiteX2326" fmla="*/ 5947331 w 11677525"/>
              <a:gd name="connsiteY2326" fmla="*/ 1863721 h 4078220"/>
              <a:gd name="connsiteX2327" fmla="*/ 5945164 w 11677525"/>
              <a:gd name="connsiteY2327" fmla="*/ 1863331 h 4078220"/>
              <a:gd name="connsiteX2328" fmla="*/ 5946026 w 11677525"/>
              <a:gd name="connsiteY2328" fmla="*/ 1862211 h 4078220"/>
              <a:gd name="connsiteX2329" fmla="*/ 2352920 w 11677525"/>
              <a:gd name="connsiteY2329" fmla="*/ 1856224 h 4078220"/>
              <a:gd name="connsiteX2330" fmla="*/ 2367258 w 11677525"/>
              <a:gd name="connsiteY2330" fmla="*/ 1859582 h 4078220"/>
              <a:gd name="connsiteX2331" fmla="*/ 2350114 w 11677525"/>
              <a:gd name="connsiteY2331" fmla="*/ 1868642 h 4078220"/>
              <a:gd name="connsiteX2332" fmla="*/ 2335610 w 11677525"/>
              <a:gd name="connsiteY2332" fmla="*/ 1865336 h 4078220"/>
              <a:gd name="connsiteX2333" fmla="*/ 2352920 w 11677525"/>
              <a:gd name="connsiteY2333" fmla="*/ 1856224 h 4078220"/>
              <a:gd name="connsiteX2334" fmla="*/ 2020898 w 11677525"/>
              <a:gd name="connsiteY2334" fmla="*/ 1853412 h 4078220"/>
              <a:gd name="connsiteX2335" fmla="*/ 2026734 w 11677525"/>
              <a:gd name="connsiteY2335" fmla="*/ 1854766 h 4078220"/>
              <a:gd name="connsiteX2336" fmla="*/ 2019204 w 11677525"/>
              <a:gd name="connsiteY2336" fmla="*/ 1858488 h 4078220"/>
              <a:gd name="connsiteX2337" fmla="*/ 2013535 w 11677525"/>
              <a:gd name="connsiteY2337" fmla="*/ 1857109 h 4078220"/>
              <a:gd name="connsiteX2338" fmla="*/ 2020898 w 11677525"/>
              <a:gd name="connsiteY2338" fmla="*/ 1853412 h 4078220"/>
              <a:gd name="connsiteX2339" fmla="*/ 2724072 w 11677525"/>
              <a:gd name="connsiteY2339" fmla="*/ 1850499 h 4078220"/>
              <a:gd name="connsiteX2340" fmla="*/ 2732623 w 11677525"/>
              <a:gd name="connsiteY2340" fmla="*/ 1857968 h 4078220"/>
              <a:gd name="connsiteX2341" fmla="*/ 2698390 w 11677525"/>
              <a:gd name="connsiteY2341" fmla="*/ 1877259 h 4078220"/>
              <a:gd name="connsiteX2342" fmla="*/ 2667019 w 11677525"/>
              <a:gd name="connsiteY2342" fmla="*/ 1870126 h 4078220"/>
              <a:gd name="connsiteX2343" fmla="*/ 2701391 w 11677525"/>
              <a:gd name="connsiteY2343" fmla="*/ 1850939 h 4078220"/>
              <a:gd name="connsiteX2344" fmla="*/ 2724072 w 11677525"/>
              <a:gd name="connsiteY2344" fmla="*/ 1850499 h 4078220"/>
              <a:gd name="connsiteX2345" fmla="*/ 4648978 w 11677525"/>
              <a:gd name="connsiteY2345" fmla="*/ 1847919 h 4078220"/>
              <a:gd name="connsiteX2346" fmla="*/ 4660870 w 11677525"/>
              <a:gd name="connsiteY2346" fmla="*/ 1850236 h 4078220"/>
              <a:gd name="connsiteX2347" fmla="*/ 4653562 w 11677525"/>
              <a:gd name="connsiteY2347" fmla="*/ 1856588 h 4078220"/>
              <a:gd name="connsiteX2348" fmla="*/ 4641559 w 11677525"/>
              <a:gd name="connsiteY2348" fmla="*/ 1854245 h 4078220"/>
              <a:gd name="connsiteX2349" fmla="*/ 4648978 w 11677525"/>
              <a:gd name="connsiteY2349" fmla="*/ 1847919 h 4078220"/>
              <a:gd name="connsiteX2350" fmla="*/ 3087572 w 11677525"/>
              <a:gd name="connsiteY2350" fmla="*/ 1846543 h 4078220"/>
              <a:gd name="connsiteX2351" fmla="*/ 3096405 w 11677525"/>
              <a:gd name="connsiteY2351" fmla="*/ 1853568 h 4078220"/>
              <a:gd name="connsiteX2352" fmla="*/ 3066395 w 11677525"/>
              <a:gd name="connsiteY2352" fmla="*/ 1871688 h 4078220"/>
              <a:gd name="connsiteX2353" fmla="*/ 3035941 w 11677525"/>
              <a:gd name="connsiteY2353" fmla="*/ 1864971 h 4078220"/>
              <a:gd name="connsiteX2354" fmla="*/ 3066172 w 11677525"/>
              <a:gd name="connsiteY2354" fmla="*/ 1846956 h 4078220"/>
              <a:gd name="connsiteX2355" fmla="*/ 3087572 w 11677525"/>
              <a:gd name="connsiteY2355" fmla="*/ 1846543 h 4078220"/>
              <a:gd name="connsiteX2356" fmla="*/ 9857929 w 11677525"/>
              <a:gd name="connsiteY2356" fmla="*/ 1845943 h 4078220"/>
              <a:gd name="connsiteX2357" fmla="*/ 9910275 w 11677525"/>
              <a:gd name="connsiteY2357" fmla="*/ 1860884 h 4078220"/>
              <a:gd name="connsiteX2358" fmla="*/ 9932532 w 11677525"/>
              <a:gd name="connsiteY2358" fmla="*/ 1899752 h 4078220"/>
              <a:gd name="connsiteX2359" fmla="*/ 9835695 w 11677525"/>
              <a:gd name="connsiteY2359" fmla="*/ 1885304 h 4078220"/>
              <a:gd name="connsiteX2360" fmla="*/ 9814773 w 11677525"/>
              <a:gd name="connsiteY2360" fmla="*/ 1846799 h 4078220"/>
              <a:gd name="connsiteX2361" fmla="*/ 9857929 w 11677525"/>
              <a:gd name="connsiteY2361" fmla="*/ 1845943 h 4078220"/>
              <a:gd name="connsiteX2362" fmla="*/ 6758003 w 11677525"/>
              <a:gd name="connsiteY2362" fmla="*/ 1842816 h 4078220"/>
              <a:gd name="connsiteX2363" fmla="*/ 6771368 w 11677525"/>
              <a:gd name="connsiteY2363" fmla="*/ 1845133 h 4078220"/>
              <a:gd name="connsiteX2364" fmla="*/ 6768618 w 11677525"/>
              <a:gd name="connsiteY2364" fmla="*/ 1851485 h 4078220"/>
              <a:gd name="connsiteX2365" fmla="*/ 6755113 w 11677525"/>
              <a:gd name="connsiteY2365" fmla="*/ 1849142 h 4078220"/>
              <a:gd name="connsiteX2366" fmla="*/ 6758003 w 11677525"/>
              <a:gd name="connsiteY2366" fmla="*/ 1842816 h 4078220"/>
              <a:gd name="connsiteX2367" fmla="*/ 1707355 w 11677525"/>
              <a:gd name="connsiteY2367" fmla="*/ 1839796 h 4078220"/>
              <a:gd name="connsiteX2368" fmla="*/ 1720026 w 11677525"/>
              <a:gd name="connsiteY2368" fmla="*/ 1842895 h 4078220"/>
              <a:gd name="connsiteX2369" fmla="*/ 1702298 w 11677525"/>
              <a:gd name="connsiteY2369" fmla="*/ 1851303 h 4078220"/>
              <a:gd name="connsiteX2370" fmla="*/ 1689404 w 11677525"/>
              <a:gd name="connsiteY2370" fmla="*/ 1848231 h 4078220"/>
              <a:gd name="connsiteX2371" fmla="*/ 1707355 w 11677525"/>
              <a:gd name="connsiteY2371" fmla="*/ 1839796 h 4078220"/>
              <a:gd name="connsiteX2372" fmla="*/ 10417520 w 11677525"/>
              <a:gd name="connsiteY2372" fmla="*/ 1836178 h 4078220"/>
              <a:gd name="connsiteX2373" fmla="*/ 10439193 w 11677525"/>
              <a:gd name="connsiteY2373" fmla="*/ 1839301 h 4078220"/>
              <a:gd name="connsiteX2374" fmla="*/ 10445527 w 11677525"/>
              <a:gd name="connsiteY2374" fmla="*/ 1847737 h 4078220"/>
              <a:gd name="connsiteX2375" fmla="*/ 10423771 w 11677525"/>
              <a:gd name="connsiteY2375" fmla="*/ 1844613 h 4078220"/>
              <a:gd name="connsiteX2376" fmla="*/ 10417520 w 11677525"/>
              <a:gd name="connsiteY2376" fmla="*/ 1836178 h 4078220"/>
              <a:gd name="connsiteX2377" fmla="*/ 6155508 w 11677525"/>
              <a:gd name="connsiteY2377" fmla="*/ 1836151 h 4078220"/>
              <a:gd name="connsiteX2378" fmla="*/ 6157759 w 11677525"/>
              <a:gd name="connsiteY2378" fmla="*/ 1836541 h 4078220"/>
              <a:gd name="connsiteX2379" fmla="*/ 6157036 w 11677525"/>
              <a:gd name="connsiteY2379" fmla="*/ 1837635 h 4078220"/>
              <a:gd name="connsiteX2380" fmla="*/ 6154842 w 11677525"/>
              <a:gd name="connsiteY2380" fmla="*/ 1837218 h 4078220"/>
              <a:gd name="connsiteX2381" fmla="*/ 6155508 w 11677525"/>
              <a:gd name="connsiteY2381" fmla="*/ 1836151 h 4078220"/>
              <a:gd name="connsiteX2382" fmla="*/ 10142816 w 11677525"/>
              <a:gd name="connsiteY2382" fmla="*/ 1836139 h 4078220"/>
              <a:gd name="connsiteX2383" fmla="*/ 10186697 w 11677525"/>
              <a:gd name="connsiteY2383" fmla="*/ 1848283 h 4078220"/>
              <a:gd name="connsiteX2384" fmla="*/ 10207729 w 11677525"/>
              <a:gd name="connsiteY2384" fmla="*/ 1879784 h 4078220"/>
              <a:gd name="connsiteX2385" fmla="*/ 10127843 w 11677525"/>
              <a:gd name="connsiteY2385" fmla="*/ 1868095 h 4078220"/>
              <a:gd name="connsiteX2386" fmla="*/ 10107586 w 11677525"/>
              <a:gd name="connsiteY2386" fmla="*/ 1836802 h 4078220"/>
              <a:gd name="connsiteX2387" fmla="*/ 10142816 w 11677525"/>
              <a:gd name="connsiteY2387" fmla="*/ 1836139 h 4078220"/>
              <a:gd name="connsiteX2388" fmla="*/ 3468966 w 11677525"/>
              <a:gd name="connsiteY2388" fmla="*/ 1834895 h 4078220"/>
              <a:gd name="connsiteX2389" fmla="*/ 3477858 w 11677525"/>
              <a:gd name="connsiteY2389" fmla="*/ 1841253 h 4078220"/>
              <a:gd name="connsiteX2390" fmla="*/ 3452572 w 11677525"/>
              <a:gd name="connsiteY2390" fmla="*/ 1857655 h 4078220"/>
              <a:gd name="connsiteX2391" fmla="*/ 3424202 w 11677525"/>
              <a:gd name="connsiteY2391" fmla="*/ 1851589 h 4078220"/>
              <a:gd name="connsiteX2392" fmla="*/ 3449655 w 11677525"/>
              <a:gd name="connsiteY2392" fmla="*/ 1835292 h 4078220"/>
              <a:gd name="connsiteX2393" fmla="*/ 3468966 w 11677525"/>
              <a:gd name="connsiteY2393" fmla="*/ 1834895 h 4078220"/>
              <a:gd name="connsiteX2394" fmla="*/ 1406594 w 11677525"/>
              <a:gd name="connsiteY2394" fmla="*/ 1827846 h 4078220"/>
              <a:gd name="connsiteX2395" fmla="*/ 1415986 w 11677525"/>
              <a:gd name="connsiteY2395" fmla="*/ 1830137 h 4078220"/>
              <a:gd name="connsiteX2396" fmla="*/ 1401787 w 11677525"/>
              <a:gd name="connsiteY2396" fmla="*/ 1836437 h 4078220"/>
              <a:gd name="connsiteX2397" fmla="*/ 1392478 w 11677525"/>
              <a:gd name="connsiteY2397" fmla="*/ 1834121 h 4078220"/>
              <a:gd name="connsiteX2398" fmla="*/ 1406594 w 11677525"/>
              <a:gd name="connsiteY2398" fmla="*/ 1827846 h 4078220"/>
              <a:gd name="connsiteX2399" fmla="*/ 10690188 w 11677525"/>
              <a:gd name="connsiteY2399" fmla="*/ 1822224 h 4078220"/>
              <a:gd name="connsiteX2400" fmla="*/ 10699664 w 11677525"/>
              <a:gd name="connsiteY2400" fmla="*/ 1823603 h 4078220"/>
              <a:gd name="connsiteX2401" fmla="*/ 10702747 w 11677525"/>
              <a:gd name="connsiteY2401" fmla="*/ 1827222 h 4078220"/>
              <a:gd name="connsiteX2402" fmla="*/ 10693189 w 11677525"/>
              <a:gd name="connsiteY2402" fmla="*/ 1825869 h 4078220"/>
              <a:gd name="connsiteX2403" fmla="*/ 10690188 w 11677525"/>
              <a:gd name="connsiteY2403" fmla="*/ 1822224 h 4078220"/>
              <a:gd name="connsiteX2404" fmla="*/ 4455194 w 11677525"/>
              <a:gd name="connsiteY2404" fmla="*/ 1821547 h 4078220"/>
              <a:gd name="connsiteX2405" fmla="*/ 4458973 w 11677525"/>
              <a:gd name="connsiteY2405" fmla="*/ 1822275 h 4078220"/>
              <a:gd name="connsiteX2406" fmla="*/ 4456555 w 11677525"/>
              <a:gd name="connsiteY2406" fmla="*/ 1824384 h 4078220"/>
              <a:gd name="connsiteX2407" fmla="*/ 4452692 w 11677525"/>
              <a:gd name="connsiteY2407" fmla="*/ 1823603 h 4078220"/>
              <a:gd name="connsiteX2408" fmla="*/ 4455194 w 11677525"/>
              <a:gd name="connsiteY2408" fmla="*/ 1821547 h 4078220"/>
              <a:gd name="connsiteX2409" fmla="*/ 3852671 w 11677525"/>
              <a:gd name="connsiteY2409" fmla="*/ 1818214 h 4078220"/>
              <a:gd name="connsiteX2410" fmla="*/ 3865647 w 11677525"/>
              <a:gd name="connsiteY2410" fmla="*/ 1820921 h 4078220"/>
              <a:gd name="connsiteX2411" fmla="*/ 3855394 w 11677525"/>
              <a:gd name="connsiteY2411" fmla="*/ 1828184 h 4078220"/>
              <a:gd name="connsiteX2412" fmla="*/ 3842223 w 11677525"/>
              <a:gd name="connsiteY2412" fmla="*/ 1825503 h 4078220"/>
              <a:gd name="connsiteX2413" fmla="*/ 3852671 w 11677525"/>
              <a:gd name="connsiteY2413" fmla="*/ 1818214 h 4078220"/>
              <a:gd name="connsiteX2414" fmla="*/ 1118753 w 11677525"/>
              <a:gd name="connsiteY2414" fmla="*/ 1814620 h 4078220"/>
              <a:gd name="connsiteX2415" fmla="*/ 1122365 w 11677525"/>
              <a:gd name="connsiteY2415" fmla="*/ 1815584 h 4078220"/>
              <a:gd name="connsiteX2416" fmla="*/ 1116335 w 11677525"/>
              <a:gd name="connsiteY2416" fmla="*/ 1818161 h 4078220"/>
              <a:gd name="connsiteX2417" fmla="*/ 1112612 w 11677525"/>
              <a:gd name="connsiteY2417" fmla="*/ 1817250 h 4078220"/>
              <a:gd name="connsiteX2418" fmla="*/ 1118753 w 11677525"/>
              <a:gd name="connsiteY2418" fmla="*/ 1814620 h 4078220"/>
              <a:gd name="connsiteX2419" fmla="*/ 8032263 w 11677525"/>
              <a:gd name="connsiteY2419" fmla="*/ 1813892 h 4078220"/>
              <a:gd name="connsiteX2420" fmla="*/ 8064999 w 11677525"/>
              <a:gd name="connsiteY2420" fmla="*/ 1825035 h 4078220"/>
              <a:gd name="connsiteX2421" fmla="*/ 8064083 w 11677525"/>
              <a:gd name="connsiteY2421" fmla="*/ 1853958 h 4078220"/>
              <a:gd name="connsiteX2422" fmla="*/ 7997700 w 11677525"/>
              <a:gd name="connsiteY2422" fmla="*/ 1843232 h 4078220"/>
              <a:gd name="connsiteX2423" fmla="*/ 7999173 w 11677525"/>
              <a:gd name="connsiteY2423" fmla="*/ 1814543 h 4078220"/>
              <a:gd name="connsiteX2424" fmla="*/ 8032263 w 11677525"/>
              <a:gd name="connsiteY2424" fmla="*/ 1813892 h 4078220"/>
              <a:gd name="connsiteX2425" fmla="*/ 7682948 w 11677525"/>
              <a:gd name="connsiteY2425" fmla="*/ 1811934 h 4078220"/>
              <a:gd name="connsiteX2426" fmla="*/ 7709748 w 11677525"/>
              <a:gd name="connsiteY2426" fmla="*/ 1821416 h 4078220"/>
              <a:gd name="connsiteX2427" fmla="*/ 7706108 w 11677525"/>
              <a:gd name="connsiteY2427" fmla="*/ 1846044 h 4078220"/>
              <a:gd name="connsiteX2428" fmla="*/ 7650618 w 11677525"/>
              <a:gd name="connsiteY2428" fmla="*/ 1836907 h 4078220"/>
              <a:gd name="connsiteX2429" fmla="*/ 7654647 w 11677525"/>
              <a:gd name="connsiteY2429" fmla="*/ 1812487 h 4078220"/>
              <a:gd name="connsiteX2430" fmla="*/ 7682948 w 11677525"/>
              <a:gd name="connsiteY2430" fmla="*/ 1811934 h 4078220"/>
              <a:gd name="connsiteX2431" fmla="*/ 8366914 w 11677525"/>
              <a:gd name="connsiteY2431" fmla="*/ 1811198 h 4078220"/>
              <a:gd name="connsiteX2432" fmla="*/ 8404522 w 11677525"/>
              <a:gd name="connsiteY2432" fmla="*/ 1823551 h 4078220"/>
              <a:gd name="connsiteX2433" fmla="*/ 8407135 w 11677525"/>
              <a:gd name="connsiteY2433" fmla="*/ 1855599 h 4078220"/>
              <a:gd name="connsiteX2434" fmla="*/ 8332166 w 11677525"/>
              <a:gd name="connsiteY2434" fmla="*/ 1843727 h 4078220"/>
              <a:gd name="connsiteX2435" fmla="*/ 8330304 w 11677525"/>
              <a:gd name="connsiteY2435" fmla="*/ 1811888 h 4078220"/>
              <a:gd name="connsiteX2436" fmla="*/ 8366914 w 11677525"/>
              <a:gd name="connsiteY2436" fmla="*/ 1811198 h 4078220"/>
              <a:gd name="connsiteX2437" fmla="*/ 8687994 w 11677525"/>
              <a:gd name="connsiteY2437" fmla="*/ 1806097 h 4078220"/>
              <a:gd name="connsiteX2438" fmla="*/ 8727513 w 11677525"/>
              <a:gd name="connsiteY2438" fmla="*/ 1818604 h 4078220"/>
              <a:gd name="connsiteX2439" fmla="*/ 8733793 w 11677525"/>
              <a:gd name="connsiteY2439" fmla="*/ 1851095 h 4078220"/>
              <a:gd name="connsiteX2440" fmla="*/ 8656379 w 11677525"/>
              <a:gd name="connsiteY2440" fmla="*/ 1839015 h 4078220"/>
              <a:gd name="connsiteX2441" fmla="*/ 8651016 w 11677525"/>
              <a:gd name="connsiteY2441" fmla="*/ 1806810 h 4078220"/>
              <a:gd name="connsiteX2442" fmla="*/ 8687994 w 11677525"/>
              <a:gd name="connsiteY2442" fmla="*/ 1806097 h 4078220"/>
              <a:gd name="connsiteX2443" fmla="*/ 10950771 w 11677525"/>
              <a:gd name="connsiteY2443" fmla="*/ 1806004 h 4078220"/>
              <a:gd name="connsiteX2444" fmla="*/ 10953631 w 11677525"/>
              <a:gd name="connsiteY2444" fmla="*/ 1806343 h 4078220"/>
              <a:gd name="connsiteX2445" fmla="*/ 10954605 w 11677525"/>
              <a:gd name="connsiteY2445" fmla="*/ 1807384 h 4078220"/>
              <a:gd name="connsiteX2446" fmla="*/ 10951659 w 11677525"/>
              <a:gd name="connsiteY2446" fmla="*/ 1807020 h 4078220"/>
              <a:gd name="connsiteX2447" fmla="*/ 10950771 w 11677525"/>
              <a:gd name="connsiteY2447" fmla="*/ 1806004 h 4078220"/>
              <a:gd name="connsiteX2448" fmla="*/ 7318881 w 11677525"/>
              <a:gd name="connsiteY2448" fmla="*/ 1803427 h 4078220"/>
              <a:gd name="connsiteX2449" fmla="*/ 7339548 w 11677525"/>
              <a:gd name="connsiteY2449" fmla="*/ 1811055 h 4078220"/>
              <a:gd name="connsiteX2450" fmla="*/ 7334130 w 11677525"/>
              <a:gd name="connsiteY2450" fmla="*/ 1830788 h 4078220"/>
              <a:gd name="connsiteX2451" fmla="*/ 7290421 w 11677525"/>
              <a:gd name="connsiteY2451" fmla="*/ 1823499 h 4078220"/>
              <a:gd name="connsiteX2452" fmla="*/ 7295923 w 11677525"/>
              <a:gd name="connsiteY2452" fmla="*/ 1803843 h 4078220"/>
              <a:gd name="connsiteX2453" fmla="*/ 7318881 w 11677525"/>
              <a:gd name="connsiteY2453" fmla="*/ 1803427 h 4078220"/>
              <a:gd name="connsiteX2454" fmla="*/ 8997377 w 11677525"/>
              <a:gd name="connsiteY2454" fmla="*/ 1801360 h 4078220"/>
              <a:gd name="connsiteX2455" fmla="*/ 9032110 w 11677525"/>
              <a:gd name="connsiteY2455" fmla="*/ 1812018 h 4078220"/>
              <a:gd name="connsiteX2456" fmla="*/ 9040224 w 11677525"/>
              <a:gd name="connsiteY2456" fmla="*/ 1839588 h 4078220"/>
              <a:gd name="connsiteX2457" fmla="*/ 8973228 w 11677525"/>
              <a:gd name="connsiteY2457" fmla="*/ 1829357 h 4078220"/>
              <a:gd name="connsiteX2458" fmla="*/ 8965809 w 11677525"/>
              <a:gd name="connsiteY2458" fmla="*/ 1801969 h 4078220"/>
              <a:gd name="connsiteX2459" fmla="*/ 8997377 w 11677525"/>
              <a:gd name="connsiteY2459" fmla="*/ 1801360 h 4078220"/>
              <a:gd name="connsiteX2460" fmla="*/ 843779 w 11677525"/>
              <a:gd name="connsiteY2460" fmla="*/ 1798141 h 4078220"/>
              <a:gd name="connsiteX2461" fmla="*/ 845278 w 11677525"/>
              <a:gd name="connsiteY2461" fmla="*/ 1798506 h 4078220"/>
              <a:gd name="connsiteX2462" fmla="*/ 842695 w 11677525"/>
              <a:gd name="connsiteY2462" fmla="*/ 1799521 h 4078220"/>
              <a:gd name="connsiteX2463" fmla="*/ 841277 w 11677525"/>
              <a:gd name="connsiteY2463" fmla="*/ 1799157 h 4078220"/>
              <a:gd name="connsiteX2464" fmla="*/ 843779 w 11677525"/>
              <a:gd name="connsiteY2464" fmla="*/ 1798141 h 4078220"/>
              <a:gd name="connsiteX2465" fmla="*/ 6930642 w 11677525"/>
              <a:gd name="connsiteY2465" fmla="*/ 1792205 h 4078220"/>
              <a:gd name="connsiteX2466" fmla="*/ 6943952 w 11677525"/>
              <a:gd name="connsiteY2466" fmla="*/ 1794497 h 4078220"/>
              <a:gd name="connsiteX2467" fmla="*/ 6941506 w 11677525"/>
              <a:gd name="connsiteY2467" fmla="*/ 1800615 h 4078220"/>
              <a:gd name="connsiteX2468" fmla="*/ 6928113 w 11677525"/>
              <a:gd name="connsiteY2468" fmla="*/ 1798349 h 4078220"/>
              <a:gd name="connsiteX2469" fmla="*/ 6930642 w 11677525"/>
              <a:gd name="connsiteY2469" fmla="*/ 1792205 h 4078220"/>
              <a:gd name="connsiteX2470" fmla="*/ 9294299 w 11677525"/>
              <a:gd name="connsiteY2470" fmla="*/ 1791034 h 4078220"/>
              <a:gd name="connsiteX2471" fmla="*/ 9329342 w 11677525"/>
              <a:gd name="connsiteY2471" fmla="*/ 1801448 h 4078220"/>
              <a:gd name="connsiteX2472" fmla="*/ 9339872 w 11677525"/>
              <a:gd name="connsiteY2472" fmla="*/ 1828315 h 4078220"/>
              <a:gd name="connsiteX2473" fmla="*/ 9273436 w 11677525"/>
              <a:gd name="connsiteY2473" fmla="*/ 1818370 h 4078220"/>
              <a:gd name="connsiteX2474" fmla="*/ 9263489 w 11677525"/>
              <a:gd name="connsiteY2474" fmla="*/ 1791633 h 4078220"/>
              <a:gd name="connsiteX2475" fmla="*/ 9294299 w 11677525"/>
              <a:gd name="connsiteY2475" fmla="*/ 1791034 h 4078220"/>
              <a:gd name="connsiteX2476" fmla="*/ 4272248 w 11677525"/>
              <a:gd name="connsiteY2476" fmla="*/ 1784421 h 4078220"/>
              <a:gd name="connsiteX2477" fmla="*/ 4278916 w 11677525"/>
              <a:gd name="connsiteY2477" fmla="*/ 1785697 h 4078220"/>
              <a:gd name="connsiteX2478" fmla="*/ 4274276 w 11677525"/>
              <a:gd name="connsiteY2478" fmla="*/ 1789237 h 4078220"/>
              <a:gd name="connsiteX2479" fmla="*/ 4267635 w 11677525"/>
              <a:gd name="connsiteY2479" fmla="*/ 1787936 h 4078220"/>
              <a:gd name="connsiteX2480" fmla="*/ 4272248 w 11677525"/>
              <a:gd name="connsiteY2480" fmla="*/ 1784421 h 4078220"/>
              <a:gd name="connsiteX2481" fmla="*/ 2990851 w 11677525"/>
              <a:gd name="connsiteY2481" fmla="*/ 1777152 h 4078220"/>
              <a:gd name="connsiteX2482" fmla="*/ 3000291 w 11677525"/>
              <a:gd name="connsiteY2482" fmla="*/ 1784630 h 4078220"/>
              <a:gd name="connsiteX2483" fmla="*/ 2966725 w 11677525"/>
              <a:gd name="connsiteY2483" fmla="*/ 1804052 h 4078220"/>
              <a:gd name="connsiteX2484" fmla="*/ 2933852 w 11677525"/>
              <a:gd name="connsiteY2484" fmla="*/ 1796866 h 4078220"/>
              <a:gd name="connsiteX2485" fmla="*/ 2967530 w 11677525"/>
              <a:gd name="connsiteY2485" fmla="*/ 1777601 h 4078220"/>
              <a:gd name="connsiteX2486" fmla="*/ 2990851 w 11677525"/>
              <a:gd name="connsiteY2486" fmla="*/ 1777152 h 4078220"/>
              <a:gd name="connsiteX2487" fmla="*/ 2648607 w 11677525"/>
              <a:gd name="connsiteY2487" fmla="*/ 1777129 h 4078220"/>
              <a:gd name="connsiteX2488" fmla="*/ 2656822 w 11677525"/>
              <a:gd name="connsiteY2488" fmla="*/ 1784265 h 4078220"/>
              <a:gd name="connsiteX2489" fmla="*/ 2622839 w 11677525"/>
              <a:gd name="connsiteY2489" fmla="*/ 1802619 h 4078220"/>
              <a:gd name="connsiteX2490" fmla="*/ 2592357 w 11677525"/>
              <a:gd name="connsiteY2490" fmla="*/ 1795824 h 4078220"/>
              <a:gd name="connsiteX2491" fmla="*/ 2626534 w 11677525"/>
              <a:gd name="connsiteY2491" fmla="*/ 1777548 h 4078220"/>
              <a:gd name="connsiteX2492" fmla="*/ 2648607 w 11677525"/>
              <a:gd name="connsiteY2492" fmla="*/ 1777129 h 4078220"/>
              <a:gd name="connsiteX2493" fmla="*/ 2315527 w 11677525"/>
              <a:gd name="connsiteY2493" fmla="*/ 1775931 h 4078220"/>
              <a:gd name="connsiteX2494" fmla="*/ 2320299 w 11677525"/>
              <a:gd name="connsiteY2494" fmla="*/ 1780490 h 4078220"/>
              <a:gd name="connsiteX2495" fmla="*/ 2297320 w 11677525"/>
              <a:gd name="connsiteY2495" fmla="*/ 1792128 h 4078220"/>
              <a:gd name="connsiteX2496" fmla="*/ 2278424 w 11677525"/>
              <a:gd name="connsiteY2496" fmla="*/ 1787806 h 4078220"/>
              <a:gd name="connsiteX2497" fmla="*/ 2301377 w 11677525"/>
              <a:gd name="connsiteY2497" fmla="*/ 1776195 h 4078220"/>
              <a:gd name="connsiteX2498" fmla="*/ 2315527 w 11677525"/>
              <a:gd name="connsiteY2498" fmla="*/ 1775931 h 4078220"/>
              <a:gd name="connsiteX2499" fmla="*/ 9578359 w 11677525"/>
              <a:gd name="connsiteY2499" fmla="*/ 1774826 h 4078220"/>
              <a:gd name="connsiteX2500" fmla="*/ 9621073 w 11677525"/>
              <a:gd name="connsiteY2500" fmla="*/ 1787051 h 4078220"/>
              <a:gd name="connsiteX2501" fmla="*/ 9636744 w 11677525"/>
              <a:gd name="connsiteY2501" fmla="*/ 1818839 h 4078220"/>
              <a:gd name="connsiteX2502" fmla="*/ 9556580 w 11677525"/>
              <a:gd name="connsiteY2502" fmla="*/ 1807046 h 4078220"/>
              <a:gd name="connsiteX2503" fmla="*/ 9541938 w 11677525"/>
              <a:gd name="connsiteY2503" fmla="*/ 1775544 h 4078220"/>
              <a:gd name="connsiteX2504" fmla="*/ 9578359 w 11677525"/>
              <a:gd name="connsiteY2504" fmla="*/ 1774826 h 4078220"/>
              <a:gd name="connsiteX2505" fmla="*/ 3345990 w 11677525"/>
              <a:gd name="connsiteY2505" fmla="*/ 1773816 h 4078220"/>
              <a:gd name="connsiteX2506" fmla="*/ 3354402 w 11677525"/>
              <a:gd name="connsiteY2506" fmla="*/ 1779891 h 4078220"/>
              <a:gd name="connsiteX2507" fmla="*/ 3328978 w 11677525"/>
              <a:gd name="connsiteY2507" fmla="*/ 1795668 h 4078220"/>
              <a:gd name="connsiteX2508" fmla="*/ 3301580 w 11677525"/>
              <a:gd name="connsiteY2508" fmla="*/ 1789836 h 4078220"/>
              <a:gd name="connsiteX2509" fmla="*/ 3327032 w 11677525"/>
              <a:gd name="connsiteY2509" fmla="*/ 1774163 h 4078220"/>
              <a:gd name="connsiteX2510" fmla="*/ 3345990 w 11677525"/>
              <a:gd name="connsiteY2510" fmla="*/ 1773816 h 4078220"/>
              <a:gd name="connsiteX2511" fmla="*/ 1991001 w 11677525"/>
              <a:gd name="connsiteY2511" fmla="*/ 1771924 h 4078220"/>
              <a:gd name="connsiteX2512" fmla="*/ 1996640 w 11677525"/>
              <a:gd name="connsiteY2512" fmla="*/ 1773226 h 4078220"/>
              <a:gd name="connsiteX2513" fmla="*/ 1989389 w 11677525"/>
              <a:gd name="connsiteY2513" fmla="*/ 1776767 h 4078220"/>
              <a:gd name="connsiteX2514" fmla="*/ 1983776 w 11677525"/>
              <a:gd name="connsiteY2514" fmla="*/ 1775439 h 4078220"/>
              <a:gd name="connsiteX2515" fmla="*/ 1991001 w 11677525"/>
              <a:gd name="connsiteY2515" fmla="*/ 1771924 h 4078220"/>
              <a:gd name="connsiteX2516" fmla="*/ 3706014 w 11677525"/>
              <a:gd name="connsiteY2516" fmla="*/ 1763854 h 4078220"/>
              <a:gd name="connsiteX2517" fmla="*/ 3723130 w 11677525"/>
              <a:gd name="connsiteY2517" fmla="*/ 1767369 h 4078220"/>
              <a:gd name="connsiteX2518" fmla="*/ 3708876 w 11677525"/>
              <a:gd name="connsiteY2518" fmla="*/ 1776872 h 4078220"/>
              <a:gd name="connsiteX2519" fmla="*/ 3691676 w 11677525"/>
              <a:gd name="connsiteY2519" fmla="*/ 1773357 h 4078220"/>
              <a:gd name="connsiteX2520" fmla="*/ 3706014 w 11677525"/>
              <a:gd name="connsiteY2520" fmla="*/ 1763854 h 4078220"/>
              <a:gd name="connsiteX2521" fmla="*/ 1698130 w 11677525"/>
              <a:gd name="connsiteY2521" fmla="*/ 1756017 h 4078220"/>
              <a:gd name="connsiteX2522" fmla="*/ 1710606 w 11677525"/>
              <a:gd name="connsiteY2522" fmla="*/ 1758985 h 4078220"/>
              <a:gd name="connsiteX2523" fmla="*/ 1693184 w 11677525"/>
              <a:gd name="connsiteY2523" fmla="*/ 1766952 h 4078220"/>
              <a:gd name="connsiteX2524" fmla="*/ 1680791 w 11677525"/>
              <a:gd name="connsiteY2524" fmla="*/ 1764036 h 4078220"/>
              <a:gd name="connsiteX2525" fmla="*/ 1698130 w 11677525"/>
              <a:gd name="connsiteY2525" fmla="*/ 1756017 h 4078220"/>
              <a:gd name="connsiteX2526" fmla="*/ 9850740 w 11677525"/>
              <a:gd name="connsiteY2526" fmla="*/ 1755995 h 4078220"/>
              <a:gd name="connsiteX2527" fmla="*/ 9903524 w 11677525"/>
              <a:gd name="connsiteY2527" fmla="*/ 1770649 h 4078220"/>
              <a:gd name="connsiteX2528" fmla="*/ 9926030 w 11677525"/>
              <a:gd name="connsiteY2528" fmla="*/ 1808763 h 4078220"/>
              <a:gd name="connsiteX2529" fmla="*/ 9828166 w 11677525"/>
              <a:gd name="connsiteY2529" fmla="*/ 1794574 h 4078220"/>
              <a:gd name="connsiteX2530" fmla="*/ 9806937 w 11677525"/>
              <a:gd name="connsiteY2530" fmla="*/ 1756825 h 4078220"/>
              <a:gd name="connsiteX2531" fmla="*/ 9850740 w 11677525"/>
              <a:gd name="connsiteY2531" fmla="*/ 1755995 h 4078220"/>
              <a:gd name="connsiteX2532" fmla="*/ 10122581 w 11677525"/>
              <a:gd name="connsiteY2532" fmla="*/ 1750681 h 4078220"/>
              <a:gd name="connsiteX2533" fmla="*/ 10155602 w 11677525"/>
              <a:gd name="connsiteY2533" fmla="*/ 1759611 h 4078220"/>
              <a:gd name="connsiteX2534" fmla="*/ 10171385 w 11677525"/>
              <a:gd name="connsiteY2534" fmla="*/ 1782676 h 4078220"/>
              <a:gd name="connsiteX2535" fmla="*/ 10111006 w 11677525"/>
              <a:gd name="connsiteY2535" fmla="*/ 1774163 h 4078220"/>
              <a:gd name="connsiteX2536" fmla="*/ 10095833 w 11677525"/>
              <a:gd name="connsiteY2536" fmla="*/ 1751201 h 4078220"/>
              <a:gd name="connsiteX2537" fmla="*/ 10122581 w 11677525"/>
              <a:gd name="connsiteY2537" fmla="*/ 1750681 h 4078220"/>
              <a:gd name="connsiteX2538" fmla="*/ 7798196 w 11677525"/>
              <a:gd name="connsiteY2538" fmla="*/ 1743496 h 4078220"/>
              <a:gd name="connsiteX2539" fmla="*/ 7824840 w 11677525"/>
              <a:gd name="connsiteY2539" fmla="*/ 1752582 h 4078220"/>
              <a:gd name="connsiteX2540" fmla="*/ 7822200 w 11677525"/>
              <a:gd name="connsiteY2540" fmla="*/ 1776090 h 4078220"/>
              <a:gd name="connsiteX2541" fmla="*/ 7767683 w 11677525"/>
              <a:gd name="connsiteY2541" fmla="*/ 1767369 h 4078220"/>
              <a:gd name="connsiteX2542" fmla="*/ 7770657 w 11677525"/>
              <a:gd name="connsiteY2542" fmla="*/ 1744016 h 4078220"/>
              <a:gd name="connsiteX2543" fmla="*/ 7798196 w 11677525"/>
              <a:gd name="connsiteY2543" fmla="*/ 1743496 h 4078220"/>
              <a:gd name="connsiteX2544" fmla="*/ 1416764 w 11677525"/>
              <a:gd name="connsiteY2544" fmla="*/ 1742922 h 4078220"/>
              <a:gd name="connsiteX2545" fmla="*/ 1424321 w 11677525"/>
              <a:gd name="connsiteY2545" fmla="*/ 1744745 h 4078220"/>
              <a:gd name="connsiteX2546" fmla="*/ 1413096 w 11677525"/>
              <a:gd name="connsiteY2546" fmla="*/ 1749666 h 4078220"/>
              <a:gd name="connsiteX2547" fmla="*/ 1405427 w 11677525"/>
              <a:gd name="connsiteY2547" fmla="*/ 1747869 h 4078220"/>
              <a:gd name="connsiteX2548" fmla="*/ 1416764 w 11677525"/>
              <a:gd name="connsiteY2548" fmla="*/ 1742922 h 4078220"/>
              <a:gd name="connsiteX2549" fmla="*/ 10372422 w 11677525"/>
              <a:gd name="connsiteY2549" fmla="*/ 1742402 h 4078220"/>
              <a:gd name="connsiteX2550" fmla="*/ 10402541 w 11677525"/>
              <a:gd name="connsiteY2550" fmla="*/ 1746567 h 4078220"/>
              <a:gd name="connsiteX2551" fmla="*/ 10411267 w 11677525"/>
              <a:gd name="connsiteY2551" fmla="*/ 1757945 h 4078220"/>
              <a:gd name="connsiteX2552" fmla="*/ 10381035 w 11677525"/>
              <a:gd name="connsiteY2552" fmla="*/ 1753753 h 4078220"/>
              <a:gd name="connsiteX2553" fmla="*/ 10372422 w 11677525"/>
              <a:gd name="connsiteY2553" fmla="*/ 1742402 h 4078220"/>
              <a:gd name="connsiteX2554" fmla="*/ 4104278 w 11677525"/>
              <a:gd name="connsiteY2554" fmla="*/ 1742272 h 4078220"/>
              <a:gd name="connsiteX2555" fmla="*/ 4110614 w 11677525"/>
              <a:gd name="connsiteY2555" fmla="*/ 1743548 h 4078220"/>
              <a:gd name="connsiteX2556" fmla="*/ 4105973 w 11677525"/>
              <a:gd name="connsiteY2556" fmla="*/ 1746984 h 4078220"/>
              <a:gd name="connsiteX2557" fmla="*/ 4099416 w 11677525"/>
              <a:gd name="connsiteY2557" fmla="*/ 1745734 h 4078220"/>
              <a:gd name="connsiteX2558" fmla="*/ 4104278 w 11677525"/>
              <a:gd name="connsiteY2558" fmla="*/ 1742272 h 4078220"/>
              <a:gd name="connsiteX2559" fmla="*/ 7455203 w 11677525"/>
              <a:gd name="connsiteY2559" fmla="*/ 1740749 h 4078220"/>
              <a:gd name="connsiteX2560" fmla="*/ 7476231 w 11677525"/>
              <a:gd name="connsiteY2560" fmla="*/ 1748260 h 4078220"/>
              <a:gd name="connsiteX2561" fmla="*/ 7471923 w 11677525"/>
              <a:gd name="connsiteY2561" fmla="*/ 1767681 h 4078220"/>
              <a:gd name="connsiteX2562" fmla="*/ 7427521 w 11677525"/>
              <a:gd name="connsiteY2562" fmla="*/ 1760470 h 4078220"/>
              <a:gd name="connsiteX2563" fmla="*/ 7432216 w 11677525"/>
              <a:gd name="connsiteY2563" fmla="*/ 1741205 h 4078220"/>
              <a:gd name="connsiteX2564" fmla="*/ 7455203 w 11677525"/>
              <a:gd name="connsiteY2564" fmla="*/ 1740749 h 4078220"/>
              <a:gd name="connsiteX2565" fmla="*/ 8126480 w 11677525"/>
              <a:gd name="connsiteY2565" fmla="*/ 1740306 h 4078220"/>
              <a:gd name="connsiteX2566" fmla="*/ 8159278 w 11677525"/>
              <a:gd name="connsiteY2566" fmla="*/ 1751097 h 4078220"/>
              <a:gd name="connsiteX2567" fmla="*/ 8159251 w 11677525"/>
              <a:gd name="connsiteY2567" fmla="*/ 1779058 h 4078220"/>
              <a:gd name="connsiteX2568" fmla="*/ 8093091 w 11677525"/>
              <a:gd name="connsiteY2568" fmla="*/ 1768697 h 4078220"/>
              <a:gd name="connsiteX2569" fmla="*/ 8093619 w 11677525"/>
              <a:gd name="connsiteY2569" fmla="*/ 1740918 h 4078220"/>
              <a:gd name="connsiteX2570" fmla="*/ 8126480 w 11677525"/>
              <a:gd name="connsiteY2570" fmla="*/ 1740306 h 4078220"/>
              <a:gd name="connsiteX2571" fmla="*/ 7086856 w 11677525"/>
              <a:gd name="connsiteY2571" fmla="*/ 1736727 h 4078220"/>
              <a:gd name="connsiteX2572" fmla="*/ 7102362 w 11677525"/>
              <a:gd name="connsiteY2572" fmla="*/ 1739278 h 4078220"/>
              <a:gd name="connsiteX2573" fmla="*/ 7099805 w 11677525"/>
              <a:gd name="connsiteY2573" fmla="*/ 1746151 h 4078220"/>
              <a:gd name="connsiteX2574" fmla="*/ 7084329 w 11677525"/>
              <a:gd name="connsiteY2574" fmla="*/ 1743626 h 4078220"/>
              <a:gd name="connsiteX2575" fmla="*/ 7086856 w 11677525"/>
              <a:gd name="connsiteY2575" fmla="*/ 1736727 h 4078220"/>
              <a:gd name="connsiteX2576" fmla="*/ 8440611 w 11677525"/>
              <a:gd name="connsiteY2576" fmla="*/ 1734159 h 4078220"/>
              <a:gd name="connsiteX2577" fmla="*/ 8477573 w 11677525"/>
              <a:gd name="connsiteY2577" fmla="*/ 1745890 h 4078220"/>
              <a:gd name="connsiteX2578" fmla="*/ 8480880 w 11677525"/>
              <a:gd name="connsiteY2578" fmla="*/ 1776325 h 4078220"/>
              <a:gd name="connsiteX2579" fmla="*/ 8407663 w 11677525"/>
              <a:gd name="connsiteY2579" fmla="*/ 1765000 h 4078220"/>
              <a:gd name="connsiteX2580" fmla="*/ 8405105 w 11677525"/>
              <a:gd name="connsiteY2580" fmla="*/ 1734825 h 4078220"/>
              <a:gd name="connsiteX2581" fmla="*/ 8440611 w 11677525"/>
              <a:gd name="connsiteY2581" fmla="*/ 1734159 h 4078220"/>
              <a:gd name="connsiteX2582" fmla="*/ 10633058 w 11677525"/>
              <a:gd name="connsiteY2582" fmla="*/ 1729359 h 4078220"/>
              <a:gd name="connsiteX2583" fmla="*/ 10646229 w 11677525"/>
              <a:gd name="connsiteY2583" fmla="*/ 1731156 h 4078220"/>
              <a:gd name="connsiteX2584" fmla="*/ 10650340 w 11677525"/>
              <a:gd name="connsiteY2584" fmla="*/ 1736050 h 4078220"/>
              <a:gd name="connsiteX2585" fmla="*/ 10637254 w 11677525"/>
              <a:gd name="connsiteY2585" fmla="*/ 1734279 h 4078220"/>
              <a:gd name="connsiteX2586" fmla="*/ 10633058 w 11677525"/>
              <a:gd name="connsiteY2586" fmla="*/ 1729359 h 4078220"/>
              <a:gd name="connsiteX2587" fmla="*/ 1147484 w 11677525"/>
              <a:gd name="connsiteY2587" fmla="*/ 1728005 h 4078220"/>
              <a:gd name="connsiteX2588" fmla="*/ 1150402 w 11677525"/>
              <a:gd name="connsiteY2588" fmla="*/ 1728682 h 4078220"/>
              <a:gd name="connsiteX2589" fmla="*/ 1145761 w 11677525"/>
              <a:gd name="connsiteY2589" fmla="*/ 1730634 h 4078220"/>
              <a:gd name="connsiteX2590" fmla="*/ 1142705 w 11677525"/>
              <a:gd name="connsiteY2590" fmla="*/ 1729958 h 4078220"/>
              <a:gd name="connsiteX2591" fmla="*/ 1147484 w 11677525"/>
              <a:gd name="connsiteY2591" fmla="*/ 1728005 h 4078220"/>
              <a:gd name="connsiteX2592" fmla="*/ 8741869 w 11677525"/>
              <a:gd name="connsiteY2592" fmla="*/ 1725776 h 4078220"/>
              <a:gd name="connsiteX2593" fmla="*/ 8781059 w 11677525"/>
              <a:gd name="connsiteY2593" fmla="*/ 1737794 h 4078220"/>
              <a:gd name="connsiteX2594" fmla="*/ 8787894 w 11677525"/>
              <a:gd name="connsiteY2594" fmla="*/ 1769009 h 4078220"/>
              <a:gd name="connsiteX2595" fmla="*/ 8711230 w 11677525"/>
              <a:gd name="connsiteY2595" fmla="*/ 1757424 h 4078220"/>
              <a:gd name="connsiteX2596" fmla="*/ 8705201 w 11677525"/>
              <a:gd name="connsiteY2596" fmla="*/ 1726469 h 4078220"/>
              <a:gd name="connsiteX2597" fmla="*/ 8741869 w 11677525"/>
              <a:gd name="connsiteY2597" fmla="*/ 1725776 h 4078220"/>
              <a:gd name="connsiteX2598" fmla="*/ 9031717 w 11677525"/>
              <a:gd name="connsiteY2598" fmla="*/ 1716837 h 4078220"/>
              <a:gd name="connsiteX2599" fmla="*/ 9069510 w 11677525"/>
              <a:gd name="connsiteY2599" fmla="*/ 1728058 h 4078220"/>
              <a:gd name="connsiteX2600" fmla="*/ 9078652 w 11677525"/>
              <a:gd name="connsiteY2600" fmla="*/ 1757086 h 4078220"/>
              <a:gd name="connsiteX2601" fmla="*/ 9006017 w 11677525"/>
              <a:gd name="connsiteY2601" fmla="*/ 1746308 h 4078220"/>
              <a:gd name="connsiteX2602" fmla="*/ 8997488 w 11677525"/>
              <a:gd name="connsiteY2602" fmla="*/ 1717488 h 4078220"/>
              <a:gd name="connsiteX2603" fmla="*/ 9031717 w 11677525"/>
              <a:gd name="connsiteY2603" fmla="*/ 1716837 h 4078220"/>
              <a:gd name="connsiteX2604" fmla="*/ 10882111 w 11677525"/>
              <a:gd name="connsiteY2604" fmla="*/ 1713947 h 4078220"/>
              <a:gd name="connsiteX2605" fmla="*/ 10884944 w 11677525"/>
              <a:gd name="connsiteY2605" fmla="*/ 1714364 h 4078220"/>
              <a:gd name="connsiteX2606" fmla="*/ 10885722 w 11677525"/>
              <a:gd name="connsiteY2606" fmla="*/ 1715300 h 4078220"/>
              <a:gd name="connsiteX2607" fmla="*/ 10883138 w 11677525"/>
              <a:gd name="connsiteY2607" fmla="*/ 1714937 h 4078220"/>
              <a:gd name="connsiteX2608" fmla="*/ 10882111 w 11677525"/>
              <a:gd name="connsiteY2608" fmla="*/ 1713947 h 4078220"/>
              <a:gd name="connsiteX2609" fmla="*/ 890101 w 11677525"/>
              <a:gd name="connsiteY2609" fmla="*/ 1710302 h 4078220"/>
              <a:gd name="connsiteX2610" fmla="*/ 891460 w 11677525"/>
              <a:gd name="connsiteY2610" fmla="*/ 1710719 h 4078220"/>
              <a:gd name="connsiteX2611" fmla="*/ 888959 w 11677525"/>
              <a:gd name="connsiteY2611" fmla="*/ 1711630 h 4078220"/>
              <a:gd name="connsiteX2612" fmla="*/ 887626 w 11677525"/>
              <a:gd name="connsiteY2612" fmla="*/ 1711292 h 4078220"/>
              <a:gd name="connsiteX2613" fmla="*/ 890101 w 11677525"/>
              <a:gd name="connsiteY2613" fmla="*/ 1710302 h 4078220"/>
              <a:gd name="connsiteX2614" fmla="*/ 3240488 w 11677525"/>
              <a:gd name="connsiteY2614" fmla="*/ 1710149 h 4078220"/>
              <a:gd name="connsiteX2615" fmla="*/ 3248591 w 11677525"/>
              <a:gd name="connsiteY2615" fmla="*/ 1716003 h 4078220"/>
              <a:gd name="connsiteX2616" fmla="*/ 3223056 w 11677525"/>
              <a:gd name="connsiteY2616" fmla="*/ 1731051 h 4078220"/>
              <a:gd name="connsiteX2617" fmla="*/ 3196436 w 11677525"/>
              <a:gd name="connsiteY2617" fmla="*/ 1725505 h 4078220"/>
              <a:gd name="connsiteX2618" fmla="*/ 3221944 w 11677525"/>
              <a:gd name="connsiteY2618" fmla="*/ 1710484 h 4078220"/>
              <a:gd name="connsiteX2619" fmla="*/ 3240488 w 11677525"/>
              <a:gd name="connsiteY2619" fmla="*/ 1710149 h 4078220"/>
              <a:gd name="connsiteX2620" fmla="*/ 3577334 w 11677525"/>
              <a:gd name="connsiteY2620" fmla="*/ 1708923 h 4078220"/>
              <a:gd name="connsiteX2621" fmla="*/ 3589643 w 11677525"/>
              <a:gd name="connsiteY2621" fmla="*/ 1711421 h 4078220"/>
              <a:gd name="connsiteX2622" fmla="*/ 3579057 w 11677525"/>
              <a:gd name="connsiteY2622" fmla="*/ 1718191 h 4078220"/>
              <a:gd name="connsiteX2623" fmla="*/ 3566720 w 11677525"/>
              <a:gd name="connsiteY2623" fmla="*/ 1715691 h 4078220"/>
              <a:gd name="connsiteX2624" fmla="*/ 3577334 w 11677525"/>
              <a:gd name="connsiteY2624" fmla="*/ 1708923 h 4078220"/>
              <a:gd name="connsiteX2625" fmla="*/ 2908915 w 11677525"/>
              <a:gd name="connsiteY2625" fmla="*/ 1707911 h 4078220"/>
              <a:gd name="connsiteX2626" fmla="*/ 2917904 w 11677525"/>
              <a:gd name="connsiteY2626" fmla="*/ 1715093 h 4078220"/>
              <a:gd name="connsiteX2627" fmla="*/ 2884726 w 11677525"/>
              <a:gd name="connsiteY2627" fmla="*/ 1733577 h 4078220"/>
              <a:gd name="connsiteX2628" fmla="*/ 2852716 w 11677525"/>
              <a:gd name="connsiteY2628" fmla="*/ 1726678 h 4078220"/>
              <a:gd name="connsiteX2629" fmla="*/ 2886088 w 11677525"/>
              <a:gd name="connsiteY2629" fmla="*/ 1708323 h 4078220"/>
              <a:gd name="connsiteX2630" fmla="*/ 2908915 w 11677525"/>
              <a:gd name="connsiteY2630" fmla="*/ 1707911 h 4078220"/>
              <a:gd name="connsiteX2631" fmla="*/ 9311602 w 11677525"/>
              <a:gd name="connsiteY2631" fmla="*/ 1707897 h 4078220"/>
              <a:gd name="connsiteX2632" fmla="*/ 9343790 w 11677525"/>
              <a:gd name="connsiteY2632" fmla="*/ 1717149 h 4078220"/>
              <a:gd name="connsiteX2633" fmla="*/ 9353571 w 11677525"/>
              <a:gd name="connsiteY2633" fmla="*/ 1741074 h 4078220"/>
              <a:gd name="connsiteX2634" fmla="*/ 9292663 w 11677525"/>
              <a:gd name="connsiteY2634" fmla="*/ 1732171 h 4078220"/>
              <a:gd name="connsiteX2635" fmla="*/ 9283356 w 11677525"/>
              <a:gd name="connsiteY2635" fmla="*/ 1708428 h 4078220"/>
              <a:gd name="connsiteX2636" fmla="*/ 9311602 w 11677525"/>
              <a:gd name="connsiteY2636" fmla="*/ 1707897 h 4078220"/>
              <a:gd name="connsiteX2637" fmla="*/ 2263197 w 11677525"/>
              <a:gd name="connsiteY2637" fmla="*/ 1703454 h 4078220"/>
              <a:gd name="connsiteX2638" fmla="*/ 2270421 w 11677525"/>
              <a:gd name="connsiteY2638" fmla="*/ 1704991 h 4078220"/>
              <a:gd name="connsiteX2639" fmla="*/ 2261586 w 11677525"/>
              <a:gd name="connsiteY2639" fmla="*/ 1709365 h 4078220"/>
              <a:gd name="connsiteX2640" fmla="*/ 2254417 w 11677525"/>
              <a:gd name="connsiteY2640" fmla="*/ 1707750 h 4078220"/>
              <a:gd name="connsiteX2641" fmla="*/ 2263197 w 11677525"/>
              <a:gd name="connsiteY2641" fmla="*/ 1703454 h 4078220"/>
              <a:gd name="connsiteX2642" fmla="*/ 2590662 w 11677525"/>
              <a:gd name="connsiteY2642" fmla="*/ 1702704 h 4078220"/>
              <a:gd name="connsiteX2643" fmla="*/ 2598914 w 11677525"/>
              <a:gd name="connsiteY2643" fmla="*/ 1709886 h 4078220"/>
              <a:gd name="connsiteX2644" fmla="*/ 2563597 w 11677525"/>
              <a:gd name="connsiteY2644" fmla="*/ 1728266 h 4078220"/>
              <a:gd name="connsiteX2645" fmla="*/ 2532477 w 11677525"/>
              <a:gd name="connsiteY2645" fmla="*/ 1721445 h 4078220"/>
              <a:gd name="connsiteX2646" fmla="*/ 2567905 w 11677525"/>
              <a:gd name="connsiteY2646" fmla="*/ 1703117 h 4078220"/>
              <a:gd name="connsiteX2647" fmla="*/ 2590662 w 11677525"/>
              <a:gd name="connsiteY2647" fmla="*/ 1702704 h 4078220"/>
              <a:gd name="connsiteX2648" fmla="*/ 3952146 w 11677525"/>
              <a:gd name="connsiteY2648" fmla="*/ 1694864 h 4078220"/>
              <a:gd name="connsiteX2649" fmla="*/ 3958455 w 11677525"/>
              <a:gd name="connsiteY2649" fmla="*/ 1696087 h 4078220"/>
              <a:gd name="connsiteX2650" fmla="*/ 3953675 w 11677525"/>
              <a:gd name="connsiteY2650" fmla="*/ 1699445 h 4078220"/>
              <a:gd name="connsiteX2651" fmla="*/ 3947312 w 11677525"/>
              <a:gd name="connsiteY2651" fmla="*/ 1698170 h 4078220"/>
              <a:gd name="connsiteX2652" fmla="*/ 3952146 w 11677525"/>
              <a:gd name="connsiteY2652" fmla="*/ 1694864 h 4078220"/>
              <a:gd name="connsiteX2653" fmla="*/ 1974717 w 11677525"/>
              <a:gd name="connsiteY2653" fmla="*/ 1691766 h 4078220"/>
              <a:gd name="connsiteX2654" fmla="*/ 1980219 w 11677525"/>
              <a:gd name="connsiteY2654" fmla="*/ 1693015 h 4078220"/>
              <a:gd name="connsiteX2655" fmla="*/ 1972884 w 11677525"/>
              <a:gd name="connsiteY2655" fmla="*/ 1696347 h 4078220"/>
              <a:gd name="connsiteX2656" fmla="*/ 1967521 w 11677525"/>
              <a:gd name="connsiteY2656" fmla="*/ 1695124 h 4078220"/>
              <a:gd name="connsiteX2657" fmla="*/ 1974717 w 11677525"/>
              <a:gd name="connsiteY2657" fmla="*/ 1691766 h 4078220"/>
              <a:gd name="connsiteX2658" fmla="*/ 9579154 w 11677525"/>
              <a:gd name="connsiteY2658" fmla="*/ 1691643 h 4078220"/>
              <a:gd name="connsiteX2659" fmla="*/ 9616627 w 11677525"/>
              <a:gd name="connsiteY2659" fmla="*/ 1702102 h 4078220"/>
              <a:gd name="connsiteX2660" fmla="*/ 9630381 w 11677525"/>
              <a:gd name="connsiteY2660" fmla="*/ 1729125 h 4078220"/>
              <a:gd name="connsiteX2661" fmla="*/ 9560165 w 11677525"/>
              <a:gd name="connsiteY2661" fmla="*/ 1719128 h 4078220"/>
              <a:gd name="connsiteX2662" fmla="*/ 9547161 w 11677525"/>
              <a:gd name="connsiteY2662" fmla="*/ 1692235 h 4078220"/>
              <a:gd name="connsiteX2663" fmla="*/ 9579154 w 11677525"/>
              <a:gd name="connsiteY2663" fmla="*/ 1691643 h 4078220"/>
              <a:gd name="connsiteX2664" fmla="*/ 7574880 w 11677525"/>
              <a:gd name="connsiteY2664" fmla="*/ 1676259 h 4078220"/>
              <a:gd name="connsiteX2665" fmla="*/ 7595852 w 11677525"/>
              <a:gd name="connsiteY2665" fmla="*/ 1683486 h 4078220"/>
              <a:gd name="connsiteX2666" fmla="*/ 7592128 w 11677525"/>
              <a:gd name="connsiteY2666" fmla="*/ 1702023 h 4078220"/>
              <a:gd name="connsiteX2667" fmla="*/ 7548447 w 11677525"/>
              <a:gd name="connsiteY2667" fmla="*/ 1695150 h 4078220"/>
              <a:gd name="connsiteX2668" fmla="*/ 7552366 w 11677525"/>
              <a:gd name="connsiteY2668" fmla="*/ 1676666 h 4078220"/>
              <a:gd name="connsiteX2669" fmla="*/ 7574880 w 11677525"/>
              <a:gd name="connsiteY2669" fmla="*/ 1676259 h 4078220"/>
              <a:gd name="connsiteX2670" fmla="*/ 7224345 w 11677525"/>
              <a:gd name="connsiteY2670" fmla="*/ 1676198 h 4078220"/>
              <a:gd name="connsiteX2671" fmla="*/ 7247297 w 11677525"/>
              <a:gd name="connsiteY2671" fmla="*/ 1679842 h 4078220"/>
              <a:gd name="connsiteX2672" fmla="*/ 7244074 w 11677525"/>
              <a:gd name="connsiteY2672" fmla="*/ 1689814 h 4078220"/>
              <a:gd name="connsiteX2673" fmla="*/ 7221177 w 11677525"/>
              <a:gd name="connsiteY2673" fmla="*/ 1686091 h 4078220"/>
              <a:gd name="connsiteX2674" fmla="*/ 7224345 w 11677525"/>
              <a:gd name="connsiteY2674" fmla="*/ 1676198 h 4078220"/>
              <a:gd name="connsiteX2675" fmla="*/ 1701186 w 11677525"/>
              <a:gd name="connsiteY2675" fmla="*/ 1674219 h 4078220"/>
              <a:gd name="connsiteX2676" fmla="*/ 1713496 w 11677525"/>
              <a:gd name="connsiteY2676" fmla="*/ 1677005 h 4078220"/>
              <a:gd name="connsiteX2677" fmla="*/ 1696408 w 11677525"/>
              <a:gd name="connsiteY2677" fmla="*/ 1684528 h 4078220"/>
              <a:gd name="connsiteX2678" fmla="*/ 1684320 w 11677525"/>
              <a:gd name="connsiteY2678" fmla="*/ 1681717 h 4078220"/>
              <a:gd name="connsiteX2679" fmla="*/ 1701186 w 11677525"/>
              <a:gd name="connsiteY2679" fmla="*/ 1674219 h 4078220"/>
              <a:gd name="connsiteX2680" fmla="*/ 7897283 w 11677525"/>
              <a:gd name="connsiteY2680" fmla="*/ 1671355 h 4078220"/>
              <a:gd name="connsiteX2681" fmla="*/ 7927817 w 11677525"/>
              <a:gd name="connsiteY2681" fmla="*/ 1681482 h 4078220"/>
              <a:gd name="connsiteX2682" fmla="*/ 7925956 w 11677525"/>
              <a:gd name="connsiteY2682" fmla="*/ 1707646 h 4078220"/>
              <a:gd name="connsiteX2683" fmla="*/ 7863103 w 11677525"/>
              <a:gd name="connsiteY2683" fmla="*/ 1697962 h 4078220"/>
              <a:gd name="connsiteX2684" fmla="*/ 7865687 w 11677525"/>
              <a:gd name="connsiteY2684" fmla="*/ 1671927 h 4078220"/>
              <a:gd name="connsiteX2685" fmla="*/ 7897283 w 11677525"/>
              <a:gd name="connsiteY2685" fmla="*/ 1671355 h 4078220"/>
              <a:gd name="connsiteX2686" fmla="*/ 9834533 w 11677525"/>
              <a:gd name="connsiteY2686" fmla="*/ 1670242 h 4078220"/>
              <a:gd name="connsiteX2687" fmla="*/ 9885684 w 11677525"/>
              <a:gd name="connsiteY2687" fmla="*/ 1684033 h 4078220"/>
              <a:gd name="connsiteX2688" fmla="*/ 9907386 w 11677525"/>
              <a:gd name="connsiteY2688" fmla="*/ 1719960 h 4078220"/>
              <a:gd name="connsiteX2689" fmla="*/ 9812523 w 11677525"/>
              <a:gd name="connsiteY2689" fmla="*/ 1706631 h 4078220"/>
              <a:gd name="connsiteX2690" fmla="*/ 9792071 w 11677525"/>
              <a:gd name="connsiteY2690" fmla="*/ 1671017 h 4078220"/>
              <a:gd name="connsiteX2691" fmla="*/ 9834533 w 11677525"/>
              <a:gd name="connsiteY2691" fmla="*/ 1670242 h 4078220"/>
              <a:gd name="connsiteX2692" fmla="*/ 6880626 w 11677525"/>
              <a:gd name="connsiteY2692" fmla="*/ 1668179 h 4078220"/>
              <a:gd name="connsiteX2693" fmla="*/ 6882988 w 11677525"/>
              <a:gd name="connsiteY2693" fmla="*/ 1668543 h 4078220"/>
              <a:gd name="connsiteX2694" fmla="*/ 6882460 w 11677525"/>
              <a:gd name="connsiteY2694" fmla="*/ 1669481 h 4078220"/>
              <a:gd name="connsiteX2695" fmla="*/ 6880264 w 11677525"/>
              <a:gd name="connsiteY2695" fmla="*/ 1669116 h 4078220"/>
              <a:gd name="connsiteX2696" fmla="*/ 6880626 w 11677525"/>
              <a:gd name="connsiteY2696" fmla="*/ 1668179 h 4078220"/>
              <a:gd name="connsiteX2697" fmla="*/ 8204876 w 11677525"/>
              <a:gd name="connsiteY2697" fmla="*/ 1665963 h 4078220"/>
              <a:gd name="connsiteX2698" fmla="*/ 8238888 w 11677525"/>
              <a:gd name="connsiteY2698" fmla="*/ 1676770 h 4078220"/>
              <a:gd name="connsiteX2699" fmla="*/ 8239720 w 11677525"/>
              <a:gd name="connsiteY2699" fmla="*/ 1704757 h 4078220"/>
              <a:gd name="connsiteX2700" fmla="*/ 8171310 w 11677525"/>
              <a:gd name="connsiteY2700" fmla="*/ 1694421 h 4078220"/>
              <a:gd name="connsiteX2701" fmla="*/ 8171198 w 11677525"/>
              <a:gd name="connsiteY2701" fmla="*/ 1666539 h 4078220"/>
              <a:gd name="connsiteX2702" fmla="*/ 8204876 w 11677525"/>
              <a:gd name="connsiteY2702" fmla="*/ 1665963 h 4078220"/>
              <a:gd name="connsiteX2703" fmla="*/ 1438104 w 11677525"/>
              <a:gd name="connsiteY2703" fmla="*/ 1659744 h 4078220"/>
              <a:gd name="connsiteX2704" fmla="*/ 1445356 w 11677525"/>
              <a:gd name="connsiteY2704" fmla="*/ 1661436 h 4078220"/>
              <a:gd name="connsiteX2705" fmla="*/ 1434380 w 11677525"/>
              <a:gd name="connsiteY2705" fmla="*/ 1666096 h 4078220"/>
              <a:gd name="connsiteX2706" fmla="*/ 1427100 w 11677525"/>
              <a:gd name="connsiteY2706" fmla="*/ 1664378 h 4078220"/>
              <a:gd name="connsiteX2707" fmla="*/ 1438104 w 11677525"/>
              <a:gd name="connsiteY2707" fmla="*/ 1659744 h 4078220"/>
              <a:gd name="connsiteX2708" fmla="*/ 8499522 w 11677525"/>
              <a:gd name="connsiteY2708" fmla="*/ 1658504 h 4078220"/>
              <a:gd name="connsiteX2709" fmla="*/ 8534479 w 11677525"/>
              <a:gd name="connsiteY2709" fmla="*/ 1669272 h 4078220"/>
              <a:gd name="connsiteX2710" fmla="*/ 8538342 w 11677525"/>
              <a:gd name="connsiteY2710" fmla="*/ 1697129 h 4078220"/>
              <a:gd name="connsiteX2711" fmla="*/ 8468988 w 11677525"/>
              <a:gd name="connsiteY2711" fmla="*/ 1686767 h 4078220"/>
              <a:gd name="connsiteX2712" fmla="*/ 8465958 w 11677525"/>
              <a:gd name="connsiteY2712" fmla="*/ 1659119 h 4078220"/>
              <a:gd name="connsiteX2713" fmla="*/ 8499522 w 11677525"/>
              <a:gd name="connsiteY2713" fmla="*/ 1658504 h 4078220"/>
              <a:gd name="connsiteX2714" fmla="*/ 10085803 w 11677525"/>
              <a:gd name="connsiteY2714" fmla="*/ 1656275 h 4078220"/>
              <a:gd name="connsiteX2715" fmla="*/ 10133818 w 11677525"/>
              <a:gd name="connsiteY2715" fmla="*/ 1668856 h 4078220"/>
              <a:gd name="connsiteX2716" fmla="*/ 10156465 w 11677525"/>
              <a:gd name="connsiteY2716" fmla="*/ 1701529 h 4078220"/>
              <a:gd name="connsiteX2717" fmla="*/ 10068466 w 11677525"/>
              <a:gd name="connsiteY2717" fmla="*/ 1689370 h 4078220"/>
              <a:gd name="connsiteX2718" fmla="*/ 10047123 w 11677525"/>
              <a:gd name="connsiteY2718" fmla="*/ 1657010 h 4078220"/>
              <a:gd name="connsiteX2719" fmla="*/ 10085803 w 11677525"/>
              <a:gd name="connsiteY2719" fmla="*/ 1656275 h 4078220"/>
              <a:gd name="connsiteX2720" fmla="*/ 10335991 w 11677525"/>
              <a:gd name="connsiteY2720" fmla="*/ 1650352 h 4078220"/>
              <a:gd name="connsiteX2721" fmla="*/ 10361585 w 11677525"/>
              <a:gd name="connsiteY2721" fmla="*/ 1656880 h 4078220"/>
              <a:gd name="connsiteX2722" fmla="*/ 10374561 w 11677525"/>
              <a:gd name="connsiteY2722" fmla="*/ 1673698 h 4078220"/>
              <a:gd name="connsiteX2723" fmla="*/ 10328545 w 11677525"/>
              <a:gd name="connsiteY2723" fmla="*/ 1667449 h 4078220"/>
              <a:gd name="connsiteX2724" fmla="*/ 10315793 w 11677525"/>
              <a:gd name="connsiteY2724" fmla="*/ 1650735 h 4078220"/>
              <a:gd name="connsiteX2725" fmla="*/ 10335991 w 11677525"/>
              <a:gd name="connsiteY2725" fmla="*/ 1650352 h 4078220"/>
              <a:gd name="connsiteX2726" fmla="*/ 8781967 w 11677525"/>
              <a:gd name="connsiteY2726" fmla="*/ 1647150 h 4078220"/>
              <a:gd name="connsiteX2727" fmla="*/ 8820404 w 11677525"/>
              <a:gd name="connsiteY2727" fmla="*/ 1658572 h 4078220"/>
              <a:gd name="connsiteX2728" fmla="*/ 8827434 w 11677525"/>
              <a:gd name="connsiteY2728" fmla="*/ 1688147 h 4078220"/>
              <a:gd name="connsiteX2729" fmla="*/ 8752521 w 11677525"/>
              <a:gd name="connsiteY2729" fmla="*/ 1677161 h 4078220"/>
              <a:gd name="connsiteX2730" fmla="*/ 8746324 w 11677525"/>
              <a:gd name="connsiteY2730" fmla="*/ 1647794 h 4078220"/>
              <a:gd name="connsiteX2731" fmla="*/ 8781967 w 11677525"/>
              <a:gd name="connsiteY2731" fmla="*/ 1647150 h 4078220"/>
              <a:gd name="connsiteX2732" fmla="*/ 3152373 w 11677525"/>
              <a:gd name="connsiteY2732" fmla="*/ 1644657 h 4078220"/>
              <a:gd name="connsiteX2733" fmla="*/ 3159980 w 11677525"/>
              <a:gd name="connsiteY2733" fmla="*/ 1650267 h 4078220"/>
              <a:gd name="connsiteX2734" fmla="*/ 3134749 w 11677525"/>
              <a:gd name="connsiteY2734" fmla="*/ 1664664 h 4078220"/>
              <a:gd name="connsiteX2735" fmla="*/ 3108852 w 11677525"/>
              <a:gd name="connsiteY2735" fmla="*/ 1659301 h 4078220"/>
              <a:gd name="connsiteX2736" fmla="*/ 3134222 w 11677525"/>
              <a:gd name="connsiteY2736" fmla="*/ 1644982 h 4078220"/>
              <a:gd name="connsiteX2737" fmla="*/ 3152373 w 11677525"/>
              <a:gd name="connsiteY2737" fmla="*/ 1644657 h 4078220"/>
              <a:gd name="connsiteX2738" fmla="*/ 3481669 w 11677525"/>
              <a:gd name="connsiteY2738" fmla="*/ 1644582 h 4078220"/>
              <a:gd name="connsiteX2739" fmla="*/ 3489195 w 11677525"/>
              <a:gd name="connsiteY2739" fmla="*/ 1649616 h 4078220"/>
              <a:gd name="connsiteX2740" fmla="*/ 3467994 w 11677525"/>
              <a:gd name="connsiteY2740" fmla="*/ 1662660 h 4078220"/>
              <a:gd name="connsiteX2741" fmla="*/ 3443959 w 11677525"/>
              <a:gd name="connsiteY2741" fmla="*/ 1657791 h 4078220"/>
              <a:gd name="connsiteX2742" fmla="*/ 3465327 w 11677525"/>
              <a:gd name="connsiteY2742" fmla="*/ 1644877 h 4078220"/>
              <a:gd name="connsiteX2743" fmla="*/ 3481669 w 11677525"/>
              <a:gd name="connsiteY2743" fmla="*/ 1644582 h 4078220"/>
              <a:gd name="connsiteX2744" fmla="*/ 1185135 w 11677525"/>
              <a:gd name="connsiteY2744" fmla="*/ 1644487 h 4078220"/>
              <a:gd name="connsiteX2745" fmla="*/ 1186607 w 11677525"/>
              <a:gd name="connsiteY2745" fmla="*/ 1644852 h 4078220"/>
              <a:gd name="connsiteX2746" fmla="*/ 1184301 w 11677525"/>
              <a:gd name="connsiteY2746" fmla="*/ 1645763 h 4078220"/>
              <a:gd name="connsiteX2747" fmla="*/ 1182884 w 11677525"/>
              <a:gd name="connsiteY2747" fmla="*/ 1645398 h 4078220"/>
              <a:gd name="connsiteX2748" fmla="*/ 1185135 w 11677525"/>
              <a:gd name="connsiteY2748" fmla="*/ 1644487 h 4078220"/>
              <a:gd name="connsiteX2749" fmla="*/ 3817327 w 11677525"/>
              <a:gd name="connsiteY2749" fmla="*/ 1643888 h 4078220"/>
              <a:gd name="connsiteX2750" fmla="*/ 3820995 w 11677525"/>
              <a:gd name="connsiteY2750" fmla="*/ 1644565 h 4078220"/>
              <a:gd name="connsiteX2751" fmla="*/ 3818132 w 11677525"/>
              <a:gd name="connsiteY2751" fmla="*/ 1646414 h 4078220"/>
              <a:gd name="connsiteX2752" fmla="*/ 3814603 w 11677525"/>
              <a:gd name="connsiteY2752" fmla="*/ 1645737 h 4078220"/>
              <a:gd name="connsiteX2753" fmla="*/ 3817327 w 11677525"/>
              <a:gd name="connsiteY2753" fmla="*/ 1643888 h 4078220"/>
              <a:gd name="connsiteX2754" fmla="*/ 10578069 w 11677525"/>
              <a:gd name="connsiteY2754" fmla="*/ 1643446 h 4078220"/>
              <a:gd name="connsiteX2755" fmla="*/ 10583042 w 11677525"/>
              <a:gd name="connsiteY2755" fmla="*/ 1644097 h 4078220"/>
              <a:gd name="connsiteX2756" fmla="*/ 10584708 w 11677525"/>
              <a:gd name="connsiteY2756" fmla="*/ 1645971 h 4078220"/>
              <a:gd name="connsiteX2757" fmla="*/ 10579625 w 11677525"/>
              <a:gd name="connsiteY2757" fmla="*/ 1645268 h 4078220"/>
              <a:gd name="connsiteX2758" fmla="*/ 10578069 w 11677525"/>
              <a:gd name="connsiteY2758" fmla="*/ 1643446 h 4078220"/>
              <a:gd name="connsiteX2759" fmla="*/ 2842286 w 11677525"/>
              <a:gd name="connsiteY2759" fmla="*/ 1638545 h 4078220"/>
              <a:gd name="connsiteX2760" fmla="*/ 2850466 w 11677525"/>
              <a:gd name="connsiteY2760" fmla="*/ 1645008 h 4078220"/>
              <a:gd name="connsiteX2761" fmla="*/ 2819373 w 11677525"/>
              <a:gd name="connsiteY2761" fmla="*/ 1661670 h 4078220"/>
              <a:gd name="connsiteX2762" fmla="*/ 2790002 w 11677525"/>
              <a:gd name="connsiteY2762" fmla="*/ 1655526 h 4078220"/>
              <a:gd name="connsiteX2763" fmla="*/ 2821206 w 11677525"/>
              <a:gd name="connsiteY2763" fmla="*/ 1638916 h 4078220"/>
              <a:gd name="connsiteX2764" fmla="*/ 2842286 w 11677525"/>
              <a:gd name="connsiteY2764" fmla="*/ 1638545 h 4078220"/>
              <a:gd name="connsiteX2765" fmla="*/ 9054606 w 11677525"/>
              <a:gd name="connsiteY2765" fmla="*/ 1637745 h 4078220"/>
              <a:gd name="connsiteX2766" fmla="*/ 9088903 w 11677525"/>
              <a:gd name="connsiteY2766" fmla="*/ 1647637 h 4078220"/>
              <a:gd name="connsiteX2767" fmla="*/ 9097212 w 11677525"/>
              <a:gd name="connsiteY2767" fmla="*/ 1673203 h 4078220"/>
              <a:gd name="connsiteX2768" fmla="*/ 9031413 w 11677525"/>
              <a:gd name="connsiteY2768" fmla="*/ 1663727 h 4078220"/>
              <a:gd name="connsiteX2769" fmla="*/ 9023579 w 11677525"/>
              <a:gd name="connsiteY2769" fmla="*/ 1638317 h 4078220"/>
              <a:gd name="connsiteX2770" fmla="*/ 9054606 w 11677525"/>
              <a:gd name="connsiteY2770" fmla="*/ 1637745 h 4078220"/>
              <a:gd name="connsiteX2771" fmla="*/ 2537267 w 11677525"/>
              <a:gd name="connsiteY2771" fmla="*/ 1634061 h 4078220"/>
              <a:gd name="connsiteX2772" fmla="*/ 2542008 w 11677525"/>
              <a:gd name="connsiteY2772" fmla="*/ 1638187 h 4078220"/>
              <a:gd name="connsiteX2773" fmla="*/ 2521196 w 11677525"/>
              <a:gd name="connsiteY2773" fmla="*/ 1648731 h 4078220"/>
              <a:gd name="connsiteX2774" fmla="*/ 2502857 w 11677525"/>
              <a:gd name="connsiteY2774" fmla="*/ 1644826 h 4078220"/>
              <a:gd name="connsiteX2775" fmla="*/ 2523836 w 11677525"/>
              <a:gd name="connsiteY2775" fmla="*/ 1634308 h 4078220"/>
              <a:gd name="connsiteX2776" fmla="*/ 2537267 w 11677525"/>
              <a:gd name="connsiteY2776" fmla="*/ 1634061 h 4078220"/>
              <a:gd name="connsiteX2777" fmla="*/ 2240330 w 11677525"/>
              <a:gd name="connsiteY2777" fmla="*/ 1627435 h 4078220"/>
              <a:gd name="connsiteX2778" fmla="*/ 2245664 w 11677525"/>
              <a:gd name="connsiteY2778" fmla="*/ 1628633 h 4078220"/>
              <a:gd name="connsiteX2779" fmla="*/ 2238940 w 11677525"/>
              <a:gd name="connsiteY2779" fmla="*/ 1631809 h 4078220"/>
              <a:gd name="connsiteX2780" fmla="*/ 2233632 w 11677525"/>
              <a:gd name="connsiteY2780" fmla="*/ 1630637 h 4078220"/>
              <a:gd name="connsiteX2781" fmla="*/ 2240330 w 11677525"/>
              <a:gd name="connsiteY2781" fmla="*/ 1627435 h 4078220"/>
              <a:gd name="connsiteX2782" fmla="*/ 4188138 w 11677525"/>
              <a:gd name="connsiteY2782" fmla="*/ 1625821 h 4078220"/>
              <a:gd name="connsiteX2783" fmla="*/ 4190000 w 11677525"/>
              <a:gd name="connsiteY2783" fmla="*/ 1626186 h 4078220"/>
              <a:gd name="connsiteX2784" fmla="*/ 4188692 w 11677525"/>
              <a:gd name="connsiteY2784" fmla="*/ 1627071 h 4078220"/>
              <a:gd name="connsiteX2785" fmla="*/ 4186998 w 11677525"/>
              <a:gd name="connsiteY2785" fmla="*/ 1626732 h 4078220"/>
              <a:gd name="connsiteX2786" fmla="*/ 4188138 w 11677525"/>
              <a:gd name="connsiteY2786" fmla="*/ 1625821 h 4078220"/>
              <a:gd name="connsiteX2787" fmla="*/ 944087 w 11677525"/>
              <a:gd name="connsiteY2787" fmla="*/ 1625691 h 4078220"/>
              <a:gd name="connsiteX2788" fmla="*/ 945476 w 11677525"/>
              <a:gd name="connsiteY2788" fmla="*/ 1626055 h 4078220"/>
              <a:gd name="connsiteX2789" fmla="*/ 943142 w 11677525"/>
              <a:gd name="connsiteY2789" fmla="*/ 1626992 h 4078220"/>
              <a:gd name="connsiteX2790" fmla="*/ 941836 w 11677525"/>
              <a:gd name="connsiteY2790" fmla="*/ 1626628 h 4078220"/>
              <a:gd name="connsiteX2791" fmla="*/ 944087 w 11677525"/>
              <a:gd name="connsiteY2791" fmla="*/ 1625691 h 4078220"/>
              <a:gd name="connsiteX2792" fmla="*/ 9316789 w 11677525"/>
              <a:gd name="connsiteY2792" fmla="*/ 1624816 h 4078220"/>
              <a:gd name="connsiteX2793" fmla="*/ 9350515 w 11677525"/>
              <a:gd name="connsiteY2793" fmla="*/ 1634256 h 4078220"/>
              <a:gd name="connsiteX2794" fmla="*/ 9360964 w 11677525"/>
              <a:gd name="connsiteY2794" fmla="*/ 1658676 h 4078220"/>
              <a:gd name="connsiteX2795" fmla="*/ 9297028 w 11677525"/>
              <a:gd name="connsiteY2795" fmla="*/ 1649616 h 4078220"/>
              <a:gd name="connsiteX2796" fmla="*/ 9287273 w 11677525"/>
              <a:gd name="connsiteY2796" fmla="*/ 1625352 h 4078220"/>
              <a:gd name="connsiteX2797" fmla="*/ 9316789 w 11677525"/>
              <a:gd name="connsiteY2797" fmla="*/ 1624816 h 4078220"/>
              <a:gd name="connsiteX2798" fmla="*/ 7346967 w 11677525"/>
              <a:gd name="connsiteY2798" fmla="*/ 1614443 h 4078220"/>
              <a:gd name="connsiteX2799" fmla="*/ 7372725 w 11677525"/>
              <a:gd name="connsiteY2799" fmla="*/ 1618427 h 4078220"/>
              <a:gd name="connsiteX2800" fmla="*/ 7369752 w 11677525"/>
              <a:gd name="connsiteY2800" fmla="*/ 1629309 h 4078220"/>
              <a:gd name="connsiteX2801" fmla="*/ 7343911 w 11677525"/>
              <a:gd name="connsiteY2801" fmla="*/ 1625300 h 4078220"/>
              <a:gd name="connsiteX2802" fmla="*/ 7346967 w 11677525"/>
              <a:gd name="connsiteY2802" fmla="*/ 1614443 h 4078220"/>
              <a:gd name="connsiteX2803" fmla="*/ 7025338 w 11677525"/>
              <a:gd name="connsiteY2803" fmla="*/ 1614079 h 4078220"/>
              <a:gd name="connsiteX2804" fmla="*/ 7027505 w 11677525"/>
              <a:gd name="connsiteY2804" fmla="*/ 1614418 h 4078220"/>
              <a:gd name="connsiteX2805" fmla="*/ 7027088 w 11677525"/>
              <a:gd name="connsiteY2805" fmla="*/ 1615303 h 4078220"/>
              <a:gd name="connsiteX2806" fmla="*/ 7024977 w 11677525"/>
              <a:gd name="connsiteY2806" fmla="*/ 1614965 h 4078220"/>
              <a:gd name="connsiteX2807" fmla="*/ 7025338 w 11677525"/>
              <a:gd name="connsiteY2807" fmla="*/ 1614079 h 4078220"/>
              <a:gd name="connsiteX2808" fmla="*/ 1971244 w 11677525"/>
              <a:gd name="connsiteY2808" fmla="*/ 1613220 h 4078220"/>
              <a:gd name="connsiteX2809" fmla="*/ 1976469 w 11677525"/>
              <a:gd name="connsiteY2809" fmla="*/ 1614418 h 4078220"/>
              <a:gd name="connsiteX2810" fmla="*/ 1969521 w 11677525"/>
              <a:gd name="connsiteY2810" fmla="*/ 1617568 h 4078220"/>
              <a:gd name="connsiteX2811" fmla="*/ 1964214 w 11677525"/>
              <a:gd name="connsiteY2811" fmla="*/ 1616396 h 4078220"/>
              <a:gd name="connsiteX2812" fmla="*/ 1971244 w 11677525"/>
              <a:gd name="connsiteY2812" fmla="*/ 1613220 h 4078220"/>
              <a:gd name="connsiteX2813" fmla="*/ 7677338 w 11677525"/>
              <a:gd name="connsiteY2813" fmla="*/ 1612834 h 4078220"/>
              <a:gd name="connsiteX2814" fmla="*/ 7693716 w 11677525"/>
              <a:gd name="connsiteY2814" fmla="*/ 1618298 h 4078220"/>
              <a:gd name="connsiteX2815" fmla="*/ 7691465 w 11677525"/>
              <a:gd name="connsiteY2815" fmla="*/ 1632330 h 4078220"/>
              <a:gd name="connsiteX2816" fmla="*/ 7657343 w 11677525"/>
              <a:gd name="connsiteY2816" fmla="*/ 1627175 h 4078220"/>
              <a:gd name="connsiteX2817" fmla="*/ 7659816 w 11677525"/>
              <a:gd name="connsiteY2817" fmla="*/ 1613168 h 4078220"/>
              <a:gd name="connsiteX2818" fmla="*/ 7677338 w 11677525"/>
              <a:gd name="connsiteY2818" fmla="*/ 1612834 h 4078220"/>
              <a:gd name="connsiteX2819" fmla="*/ 11031600 w 11677525"/>
              <a:gd name="connsiteY2819" fmla="*/ 1608066 h 4078220"/>
              <a:gd name="connsiteX2820" fmla="*/ 11034158 w 11677525"/>
              <a:gd name="connsiteY2820" fmla="*/ 1608430 h 4078220"/>
              <a:gd name="connsiteX2821" fmla="*/ 11035185 w 11677525"/>
              <a:gd name="connsiteY2821" fmla="*/ 1609315 h 4078220"/>
              <a:gd name="connsiteX2822" fmla="*/ 11032462 w 11677525"/>
              <a:gd name="connsiteY2822" fmla="*/ 1608977 h 4078220"/>
              <a:gd name="connsiteX2823" fmla="*/ 11031600 w 11677525"/>
              <a:gd name="connsiteY2823" fmla="*/ 1608066 h 4078220"/>
              <a:gd name="connsiteX2824" fmla="*/ 9566723 w 11677525"/>
              <a:gd name="connsiteY2824" fmla="*/ 1604428 h 4078220"/>
              <a:gd name="connsiteX2825" fmla="*/ 9612764 w 11677525"/>
              <a:gd name="connsiteY2825" fmla="*/ 1616892 h 4078220"/>
              <a:gd name="connsiteX2826" fmla="*/ 9629658 w 11677525"/>
              <a:gd name="connsiteY2826" fmla="*/ 1649278 h 4078220"/>
              <a:gd name="connsiteX2827" fmla="*/ 9543131 w 11677525"/>
              <a:gd name="connsiteY2827" fmla="*/ 1637224 h 4078220"/>
              <a:gd name="connsiteX2828" fmla="*/ 9527431 w 11677525"/>
              <a:gd name="connsiteY2828" fmla="*/ 1605124 h 4078220"/>
              <a:gd name="connsiteX2829" fmla="*/ 9566723 w 11677525"/>
              <a:gd name="connsiteY2829" fmla="*/ 1604428 h 4078220"/>
              <a:gd name="connsiteX2830" fmla="*/ 7979861 w 11677525"/>
              <a:gd name="connsiteY2830" fmla="*/ 1601450 h 4078220"/>
              <a:gd name="connsiteX2831" fmla="*/ 8010121 w 11677525"/>
              <a:gd name="connsiteY2831" fmla="*/ 1611112 h 4078220"/>
              <a:gd name="connsiteX2832" fmla="*/ 8008731 w 11677525"/>
              <a:gd name="connsiteY2832" fmla="*/ 1635975 h 4078220"/>
              <a:gd name="connsiteX2833" fmla="*/ 7947267 w 11677525"/>
              <a:gd name="connsiteY2833" fmla="*/ 1626758 h 4078220"/>
              <a:gd name="connsiteX2834" fmla="*/ 7949102 w 11677525"/>
              <a:gd name="connsiteY2834" fmla="*/ 1602000 h 4078220"/>
              <a:gd name="connsiteX2835" fmla="*/ 7979861 w 11677525"/>
              <a:gd name="connsiteY2835" fmla="*/ 1601450 h 4078220"/>
              <a:gd name="connsiteX2836" fmla="*/ 1715579 w 11677525"/>
              <a:gd name="connsiteY2836" fmla="*/ 1594528 h 4078220"/>
              <a:gd name="connsiteX2837" fmla="*/ 1727389 w 11677525"/>
              <a:gd name="connsiteY2837" fmla="*/ 1597158 h 4078220"/>
              <a:gd name="connsiteX2838" fmla="*/ 1710940 w 11677525"/>
              <a:gd name="connsiteY2838" fmla="*/ 1604265 h 4078220"/>
              <a:gd name="connsiteX2839" fmla="*/ 1699102 w 11677525"/>
              <a:gd name="connsiteY2839" fmla="*/ 1601635 h 4078220"/>
              <a:gd name="connsiteX2840" fmla="*/ 1715579 w 11677525"/>
              <a:gd name="connsiteY2840" fmla="*/ 1594528 h 4078220"/>
              <a:gd name="connsiteX2841" fmla="*/ 8267994 w 11677525"/>
              <a:gd name="connsiteY2841" fmla="*/ 1592995 h 4078220"/>
              <a:gd name="connsiteX2842" fmla="*/ 8301296 w 11677525"/>
              <a:gd name="connsiteY2842" fmla="*/ 1603275 h 4078220"/>
              <a:gd name="connsiteX2843" fmla="*/ 8302879 w 11677525"/>
              <a:gd name="connsiteY2843" fmla="*/ 1629882 h 4078220"/>
              <a:gd name="connsiteX2844" fmla="*/ 8235998 w 11677525"/>
              <a:gd name="connsiteY2844" fmla="*/ 1620015 h 4078220"/>
              <a:gd name="connsiteX2845" fmla="*/ 8235192 w 11677525"/>
              <a:gd name="connsiteY2845" fmla="*/ 1593591 h 4078220"/>
              <a:gd name="connsiteX2846" fmla="*/ 8267994 w 11677525"/>
              <a:gd name="connsiteY2846" fmla="*/ 1592995 h 4078220"/>
              <a:gd name="connsiteX2847" fmla="*/ 9809597 w 11677525"/>
              <a:gd name="connsiteY2847" fmla="*/ 1587322 h 4078220"/>
              <a:gd name="connsiteX2848" fmla="*/ 9859787 w 11677525"/>
              <a:gd name="connsiteY2848" fmla="*/ 1600515 h 4078220"/>
              <a:gd name="connsiteX2849" fmla="*/ 9880850 w 11677525"/>
              <a:gd name="connsiteY2849" fmla="*/ 1634802 h 4078220"/>
              <a:gd name="connsiteX2850" fmla="*/ 9787487 w 11677525"/>
              <a:gd name="connsiteY2850" fmla="*/ 1622046 h 4078220"/>
              <a:gd name="connsiteX2851" fmla="*/ 9767784 w 11677525"/>
              <a:gd name="connsiteY2851" fmla="*/ 1588071 h 4078220"/>
              <a:gd name="connsiteX2852" fmla="*/ 9809597 w 11677525"/>
              <a:gd name="connsiteY2852" fmla="*/ 1587322 h 4078220"/>
              <a:gd name="connsiteX2853" fmla="*/ 3699761 w 11677525"/>
              <a:gd name="connsiteY2853" fmla="*/ 1586483 h 4078220"/>
              <a:gd name="connsiteX2854" fmla="*/ 3708292 w 11677525"/>
              <a:gd name="connsiteY2854" fmla="*/ 1588097 h 4078220"/>
              <a:gd name="connsiteX2855" fmla="*/ 3701179 w 11677525"/>
              <a:gd name="connsiteY2855" fmla="*/ 1592523 h 4078220"/>
              <a:gd name="connsiteX2856" fmla="*/ 3692621 w 11677525"/>
              <a:gd name="connsiteY2856" fmla="*/ 1590856 h 4078220"/>
              <a:gd name="connsiteX2857" fmla="*/ 3699761 w 11677525"/>
              <a:gd name="connsiteY2857" fmla="*/ 1586483 h 4078220"/>
              <a:gd name="connsiteX2858" fmla="*/ 3385732 w 11677525"/>
              <a:gd name="connsiteY2858" fmla="*/ 1584099 h 4078220"/>
              <a:gd name="connsiteX2859" fmla="*/ 3391886 w 11677525"/>
              <a:gd name="connsiteY2859" fmla="*/ 1588202 h 4078220"/>
              <a:gd name="connsiteX2860" fmla="*/ 3373603 w 11677525"/>
              <a:gd name="connsiteY2860" fmla="*/ 1598876 h 4078220"/>
              <a:gd name="connsiteX2861" fmla="*/ 3353708 w 11677525"/>
              <a:gd name="connsiteY2861" fmla="*/ 1594919 h 4078220"/>
              <a:gd name="connsiteX2862" fmla="*/ 3371909 w 11677525"/>
              <a:gd name="connsiteY2862" fmla="*/ 1584349 h 4078220"/>
              <a:gd name="connsiteX2863" fmla="*/ 3385732 w 11677525"/>
              <a:gd name="connsiteY2863" fmla="*/ 1584099 h 4078220"/>
              <a:gd name="connsiteX2864" fmla="*/ 8544107 w 11677525"/>
              <a:gd name="connsiteY2864" fmla="*/ 1581934 h 4078220"/>
              <a:gd name="connsiteX2865" fmla="*/ 8580633 w 11677525"/>
              <a:gd name="connsiteY2865" fmla="*/ 1592836 h 4078220"/>
              <a:gd name="connsiteX2866" fmla="*/ 8584967 w 11677525"/>
              <a:gd name="connsiteY2866" fmla="*/ 1621005 h 4078220"/>
              <a:gd name="connsiteX2867" fmla="*/ 8512778 w 11677525"/>
              <a:gd name="connsiteY2867" fmla="*/ 1610565 h 4078220"/>
              <a:gd name="connsiteX2868" fmla="*/ 8509168 w 11677525"/>
              <a:gd name="connsiteY2868" fmla="*/ 1582552 h 4078220"/>
              <a:gd name="connsiteX2869" fmla="*/ 8544107 w 11677525"/>
              <a:gd name="connsiteY2869" fmla="*/ 1581934 h 4078220"/>
              <a:gd name="connsiteX2870" fmla="*/ 3078427 w 11677525"/>
              <a:gd name="connsiteY2870" fmla="*/ 1579591 h 4078220"/>
              <a:gd name="connsiteX2871" fmla="*/ 3084651 w 11677525"/>
              <a:gd name="connsiteY2871" fmla="*/ 1584062 h 4078220"/>
              <a:gd name="connsiteX2872" fmla="*/ 3063645 w 11677525"/>
              <a:gd name="connsiteY2872" fmla="*/ 1595569 h 4078220"/>
              <a:gd name="connsiteX2873" fmla="*/ 3042415 w 11677525"/>
              <a:gd name="connsiteY2873" fmla="*/ 1591299 h 4078220"/>
              <a:gd name="connsiteX2874" fmla="*/ 3063533 w 11677525"/>
              <a:gd name="connsiteY2874" fmla="*/ 1579845 h 4078220"/>
              <a:gd name="connsiteX2875" fmla="*/ 3078427 w 11677525"/>
              <a:gd name="connsiteY2875" fmla="*/ 1579591 h 4078220"/>
              <a:gd name="connsiteX2876" fmla="*/ 1468919 w 11677525"/>
              <a:gd name="connsiteY2876" fmla="*/ 1579402 h 4078220"/>
              <a:gd name="connsiteX2877" fmla="*/ 1475337 w 11677525"/>
              <a:gd name="connsiteY2877" fmla="*/ 1580860 h 4078220"/>
              <a:gd name="connsiteX2878" fmla="*/ 1465751 w 11677525"/>
              <a:gd name="connsiteY2878" fmla="*/ 1584843 h 4078220"/>
              <a:gd name="connsiteX2879" fmla="*/ 1459305 w 11677525"/>
              <a:gd name="connsiteY2879" fmla="*/ 1583359 h 4078220"/>
              <a:gd name="connsiteX2880" fmla="*/ 1468919 w 11677525"/>
              <a:gd name="connsiteY2880" fmla="*/ 1579402 h 4078220"/>
              <a:gd name="connsiteX2881" fmla="*/ 10047501 w 11677525"/>
              <a:gd name="connsiteY2881" fmla="*/ 1574277 h 4078220"/>
              <a:gd name="connsiteX2882" fmla="*/ 10091833 w 11677525"/>
              <a:gd name="connsiteY2882" fmla="*/ 1585598 h 4078220"/>
              <a:gd name="connsiteX2883" fmla="*/ 10112645 w 11677525"/>
              <a:gd name="connsiteY2883" fmla="*/ 1615043 h 4078220"/>
              <a:gd name="connsiteX2884" fmla="*/ 10031064 w 11677525"/>
              <a:gd name="connsiteY2884" fmla="*/ 1604083 h 4078220"/>
              <a:gd name="connsiteX2885" fmla="*/ 10011502 w 11677525"/>
              <a:gd name="connsiteY2885" fmla="*/ 1574924 h 4078220"/>
              <a:gd name="connsiteX2886" fmla="*/ 10047501 w 11677525"/>
              <a:gd name="connsiteY2886" fmla="*/ 1574277 h 4078220"/>
              <a:gd name="connsiteX2887" fmla="*/ 8809101 w 11677525"/>
              <a:gd name="connsiteY2887" fmla="*/ 1569607 h 4078220"/>
              <a:gd name="connsiteX2888" fmla="*/ 8847774 w 11677525"/>
              <a:gd name="connsiteY2888" fmla="*/ 1580730 h 4078220"/>
              <a:gd name="connsiteX2889" fmla="*/ 8854915 w 11677525"/>
              <a:gd name="connsiteY2889" fmla="*/ 1609601 h 4078220"/>
              <a:gd name="connsiteX2890" fmla="*/ 8779696 w 11677525"/>
              <a:gd name="connsiteY2890" fmla="*/ 1598902 h 4078220"/>
              <a:gd name="connsiteX2891" fmla="*/ 8773306 w 11677525"/>
              <a:gd name="connsiteY2891" fmla="*/ 1570238 h 4078220"/>
              <a:gd name="connsiteX2892" fmla="*/ 8809101 w 11677525"/>
              <a:gd name="connsiteY2892" fmla="*/ 1569607 h 4078220"/>
              <a:gd name="connsiteX2893" fmla="*/ 2792746 w 11677525"/>
              <a:gd name="connsiteY2893" fmla="*/ 1568340 h 4078220"/>
              <a:gd name="connsiteX2894" fmla="*/ 2800700 w 11677525"/>
              <a:gd name="connsiteY2894" fmla="*/ 1574481 h 4078220"/>
              <a:gd name="connsiteX2895" fmla="*/ 2770080 w 11677525"/>
              <a:gd name="connsiteY2895" fmla="*/ 1590310 h 4078220"/>
              <a:gd name="connsiteX2896" fmla="*/ 2741404 w 11677525"/>
              <a:gd name="connsiteY2896" fmla="*/ 1584452 h 4078220"/>
              <a:gd name="connsiteX2897" fmla="*/ 2772330 w 11677525"/>
              <a:gd name="connsiteY2897" fmla="*/ 1568701 h 4078220"/>
              <a:gd name="connsiteX2898" fmla="*/ 2792746 w 11677525"/>
              <a:gd name="connsiteY2898" fmla="*/ 1568340 h 4078220"/>
              <a:gd name="connsiteX2899" fmla="*/ 10283559 w 11677525"/>
              <a:gd name="connsiteY2899" fmla="*/ 1566786 h 4078220"/>
              <a:gd name="connsiteX2900" fmla="*/ 10308289 w 11677525"/>
              <a:gd name="connsiteY2900" fmla="*/ 1572920 h 4078220"/>
              <a:gd name="connsiteX2901" fmla="*/ 10320405 w 11677525"/>
              <a:gd name="connsiteY2901" fmla="*/ 1588723 h 4078220"/>
              <a:gd name="connsiteX2902" fmla="*/ 10276113 w 11677525"/>
              <a:gd name="connsiteY2902" fmla="*/ 1582839 h 4078220"/>
              <a:gd name="connsiteX2903" fmla="*/ 10263999 w 11677525"/>
              <a:gd name="connsiteY2903" fmla="*/ 1567114 h 4078220"/>
              <a:gd name="connsiteX2904" fmla="*/ 10283559 w 11677525"/>
              <a:gd name="connsiteY2904" fmla="*/ 1566786 h 4078220"/>
              <a:gd name="connsiteX2905" fmla="*/ 2494632 w 11677525"/>
              <a:gd name="connsiteY2905" fmla="*/ 1563833 h 4078220"/>
              <a:gd name="connsiteX2906" fmla="*/ 2505413 w 11677525"/>
              <a:gd name="connsiteY2906" fmla="*/ 1566098 h 4078220"/>
              <a:gd name="connsiteX2907" fmla="*/ 2492964 w 11677525"/>
              <a:gd name="connsiteY2907" fmla="*/ 1572190 h 4078220"/>
              <a:gd name="connsiteX2908" fmla="*/ 2482016 w 11677525"/>
              <a:gd name="connsiteY2908" fmla="*/ 1569951 h 4078220"/>
              <a:gd name="connsiteX2909" fmla="*/ 2494632 w 11677525"/>
              <a:gd name="connsiteY2909" fmla="*/ 1563833 h 4078220"/>
              <a:gd name="connsiteX2910" fmla="*/ 1232233 w 11677525"/>
              <a:gd name="connsiteY2910" fmla="*/ 1562427 h 4078220"/>
              <a:gd name="connsiteX2911" fmla="*/ 1235790 w 11677525"/>
              <a:gd name="connsiteY2911" fmla="*/ 1563234 h 4078220"/>
              <a:gd name="connsiteX2912" fmla="*/ 1230399 w 11677525"/>
              <a:gd name="connsiteY2912" fmla="*/ 1565395 h 4078220"/>
              <a:gd name="connsiteX2913" fmla="*/ 1226787 w 11677525"/>
              <a:gd name="connsiteY2913" fmla="*/ 1564614 h 4078220"/>
              <a:gd name="connsiteX2914" fmla="*/ 1232233 w 11677525"/>
              <a:gd name="connsiteY2914" fmla="*/ 1562427 h 4078220"/>
              <a:gd name="connsiteX2915" fmla="*/ 10504712 w 11677525"/>
              <a:gd name="connsiteY2915" fmla="*/ 1556466 h 4078220"/>
              <a:gd name="connsiteX2916" fmla="*/ 10521938 w 11677525"/>
              <a:gd name="connsiteY2916" fmla="*/ 1558679 h 4078220"/>
              <a:gd name="connsiteX2917" fmla="*/ 10527164 w 11677525"/>
              <a:gd name="connsiteY2917" fmla="*/ 1564745 h 4078220"/>
              <a:gd name="connsiteX2918" fmla="*/ 10509881 w 11677525"/>
              <a:gd name="connsiteY2918" fmla="*/ 1562532 h 4078220"/>
              <a:gd name="connsiteX2919" fmla="*/ 10504712 w 11677525"/>
              <a:gd name="connsiteY2919" fmla="*/ 1556466 h 4078220"/>
              <a:gd name="connsiteX2920" fmla="*/ 9064344 w 11677525"/>
              <a:gd name="connsiteY2920" fmla="*/ 1556381 h 4078220"/>
              <a:gd name="connsiteX2921" fmla="*/ 9103827 w 11677525"/>
              <a:gd name="connsiteY2921" fmla="*/ 1567426 h 4078220"/>
              <a:gd name="connsiteX2922" fmla="*/ 9113745 w 11677525"/>
              <a:gd name="connsiteY2922" fmla="*/ 1596011 h 4078220"/>
              <a:gd name="connsiteX2923" fmla="*/ 9037833 w 11677525"/>
              <a:gd name="connsiteY2923" fmla="*/ 1585415 h 4078220"/>
              <a:gd name="connsiteX2924" fmla="*/ 9028803 w 11677525"/>
              <a:gd name="connsiteY2924" fmla="*/ 1557012 h 4078220"/>
              <a:gd name="connsiteX2925" fmla="*/ 9064344 w 11677525"/>
              <a:gd name="connsiteY2925" fmla="*/ 1556381 h 4078220"/>
              <a:gd name="connsiteX2926" fmla="*/ 7151850 w 11677525"/>
              <a:gd name="connsiteY2926" fmla="*/ 1555893 h 4078220"/>
              <a:gd name="connsiteX2927" fmla="*/ 7157157 w 11677525"/>
              <a:gd name="connsiteY2927" fmla="*/ 1556727 h 4078220"/>
              <a:gd name="connsiteX2928" fmla="*/ 7156212 w 11677525"/>
              <a:gd name="connsiteY2928" fmla="*/ 1558862 h 4078220"/>
              <a:gd name="connsiteX2929" fmla="*/ 7151016 w 11677525"/>
              <a:gd name="connsiteY2929" fmla="*/ 1558106 h 4078220"/>
              <a:gd name="connsiteX2930" fmla="*/ 7151850 w 11677525"/>
              <a:gd name="connsiteY2930" fmla="*/ 1555893 h 4078220"/>
              <a:gd name="connsiteX2931" fmla="*/ 7460780 w 11677525"/>
              <a:gd name="connsiteY2931" fmla="*/ 1555815 h 4078220"/>
              <a:gd name="connsiteX2932" fmla="*/ 7471423 w 11677525"/>
              <a:gd name="connsiteY2932" fmla="*/ 1557403 h 4078220"/>
              <a:gd name="connsiteX2933" fmla="*/ 7470256 w 11677525"/>
              <a:gd name="connsiteY2933" fmla="*/ 1561724 h 4078220"/>
              <a:gd name="connsiteX2934" fmla="*/ 7459586 w 11677525"/>
              <a:gd name="connsiteY2934" fmla="*/ 1560162 h 4078220"/>
              <a:gd name="connsiteX2935" fmla="*/ 7460780 w 11677525"/>
              <a:gd name="connsiteY2935" fmla="*/ 1555815 h 4078220"/>
              <a:gd name="connsiteX2936" fmla="*/ 2230854 w 11677525"/>
              <a:gd name="connsiteY2936" fmla="*/ 1551546 h 4078220"/>
              <a:gd name="connsiteX2937" fmla="*/ 2237605 w 11677525"/>
              <a:gd name="connsiteY2937" fmla="*/ 1552978 h 4078220"/>
              <a:gd name="connsiteX2938" fmla="*/ 2229186 w 11677525"/>
              <a:gd name="connsiteY2938" fmla="*/ 1556831 h 4078220"/>
              <a:gd name="connsiteX2939" fmla="*/ 2222546 w 11677525"/>
              <a:gd name="connsiteY2939" fmla="*/ 1555398 h 4078220"/>
              <a:gd name="connsiteX2940" fmla="*/ 2230854 w 11677525"/>
              <a:gd name="connsiteY2940" fmla="*/ 1551546 h 4078220"/>
              <a:gd name="connsiteX2941" fmla="*/ 9312024 w 11677525"/>
              <a:gd name="connsiteY2941" fmla="*/ 1545695 h 4078220"/>
              <a:gd name="connsiteX2942" fmla="*/ 9344960 w 11677525"/>
              <a:gd name="connsiteY2942" fmla="*/ 1554592 h 4078220"/>
              <a:gd name="connsiteX2943" fmla="*/ 9354906 w 11677525"/>
              <a:gd name="connsiteY2943" fmla="*/ 1577658 h 4078220"/>
              <a:gd name="connsiteX2944" fmla="*/ 9292692 w 11677525"/>
              <a:gd name="connsiteY2944" fmla="*/ 1569119 h 4078220"/>
              <a:gd name="connsiteX2945" fmla="*/ 9283217 w 11677525"/>
              <a:gd name="connsiteY2945" fmla="*/ 1546208 h 4078220"/>
              <a:gd name="connsiteX2946" fmla="*/ 9312024 w 11677525"/>
              <a:gd name="connsiteY2946" fmla="*/ 1545695 h 4078220"/>
              <a:gd name="connsiteX2947" fmla="*/ 1004939 w 11677525"/>
              <a:gd name="connsiteY2947" fmla="*/ 1544386 h 4078220"/>
              <a:gd name="connsiteX2948" fmla="*/ 1006217 w 11677525"/>
              <a:gd name="connsiteY2948" fmla="*/ 1544724 h 4078220"/>
              <a:gd name="connsiteX2949" fmla="*/ 1004105 w 11677525"/>
              <a:gd name="connsiteY2949" fmla="*/ 1545531 h 4078220"/>
              <a:gd name="connsiteX2950" fmla="*/ 1002633 w 11677525"/>
              <a:gd name="connsiteY2950" fmla="*/ 1545219 h 4078220"/>
              <a:gd name="connsiteX2951" fmla="*/ 1004939 w 11677525"/>
              <a:gd name="connsiteY2951" fmla="*/ 1544386 h 4078220"/>
              <a:gd name="connsiteX2952" fmla="*/ 7764311 w 11677525"/>
              <a:gd name="connsiteY2952" fmla="*/ 1542528 h 4078220"/>
              <a:gd name="connsiteX2953" fmla="*/ 7786273 w 11677525"/>
              <a:gd name="connsiteY2953" fmla="*/ 1549567 h 4078220"/>
              <a:gd name="connsiteX2954" fmla="*/ 7783883 w 11677525"/>
              <a:gd name="connsiteY2954" fmla="*/ 1567713 h 4078220"/>
              <a:gd name="connsiteX2955" fmla="*/ 7738563 w 11677525"/>
              <a:gd name="connsiteY2955" fmla="*/ 1561022 h 4078220"/>
              <a:gd name="connsiteX2956" fmla="*/ 7741286 w 11677525"/>
              <a:gd name="connsiteY2956" fmla="*/ 1542928 h 4078220"/>
              <a:gd name="connsiteX2957" fmla="*/ 7764311 w 11677525"/>
              <a:gd name="connsiteY2957" fmla="*/ 1542528 h 4078220"/>
              <a:gd name="connsiteX2958" fmla="*/ 10730090 w 11677525"/>
              <a:gd name="connsiteY2958" fmla="*/ 1541913 h 4078220"/>
              <a:gd name="connsiteX2959" fmla="*/ 10734951 w 11677525"/>
              <a:gd name="connsiteY2959" fmla="*/ 1542538 h 4078220"/>
              <a:gd name="connsiteX2960" fmla="*/ 10736674 w 11677525"/>
              <a:gd name="connsiteY2960" fmla="*/ 1544230 h 4078220"/>
              <a:gd name="connsiteX2961" fmla="*/ 10731619 w 11677525"/>
              <a:gd name="connsiteY2961" fmla="*/ 1543605 h 4078220"/>
              <a:gd name="connsiteX2962" fmla="*/ 10730090 w 11677525"/>
              <a:gd name="connsiteY2962" fmla="*/ 1541913 h 4078220"/>
              <a:gd name="connsiteX2963" fmla="*/ 1979330 w 11677525"/>
              <a:gd name="connsiteY2963" fmla="*/ 1536601 h 4078220"/>
              <a:gd name="connsiteX2964" fmla="*/ 1984415 w 11677525"/>
              <a:gd name="connsiteY2964" fmla="*/ 1537721 h 4078220"/>
              <a:gd name="connsiteX2965" fmla="*/ 1977691 w 11677525"/>
              <a:gd name="connsiteY2965" fmla="*/ 1540636 h 4078220"/>
              <a:gd name="connsiteX2966" fmla="*/ 1972606 w 11677525"/>
              <a:gd name="connsiteY2966" fmla="*/ 1539569 h 4078220"/>
              <a:gd name="connsiteX2967" fmla="*/ 1979330 w 11677525"/>
              <a:gd name="connsiteY2967" fmla="*/ 1536601 h 4078220"/>
              <a:gd name="connsiteX2968" fmla="*/ 8046733 w 11677525"/>
              <a:gd name="connsiteY2968" fmla="*/ 1533436 h 4078220"/>
              <a:gd name="connsiteX2969" fmla="*/ 8073196 w 11677525"/>
              <a:gd name="connsiteY2969" fmla="*/ 1541626 h 4078220"/>
              <a:gd name="connsiteX2970" fmla="*/ 8072557 w 11677525"/>
              <a:gd name="connsiteY2970" fmla="*/ 1562688 h 4078220"/>
              <a:gd name="connsiteX2971" fmla="*/ 8019012 w 11677525"/>
              <a:gd name="connsiteY2971" fmla="*/ 1554877 h 4078220"/>
              <a:gd name="connsiteX2972" fmla="*/ 8020040 w 11677525"/>
              <a:gd name="connsiteY2972" fmla="*/ 1533894 h 4078220"/>
              <a:gd name="connsiteX2973" fmla="*/ 8046733 w 11677525"/>
              <a:gd name="connsiteY2973" fmla="*/ 1533436 h 4078220"/>
              <a:gd name="connsiteX2974" fmla="*/ 3600425 w 11677525"/>
              <a:gd name="connsiteY2974" fmla="*/ 1528114 h 4078220"/>
              <a:gd name="connsiteX2975" fmla="*/ 3608761 w 11677525"/>
              <a:gd name="connsiteY2975" fmla="*/ 1529650 h 4078220"/>
              <a:gd name="connsiteX2976" fmla="*/ 3601537 w 11677525"/>
              <a:gd name="connsiteY2976" fmla="*/ 1533894 h 4078220"/>
              <a:gd name="connsiteX2977" fmla="*/ 3593367 w 11677525"/>
              <a:gd name="connsiteY2977" fmla="*/ 1532332 h 4078220"/>
              <a:gd name="connsiteX2978" fmla="*/ 3600425 w 11677525"/>
              <a:gd name="connsiteY2978" fmla="*/ 1528114 h 4078220"/>
              <a:gd name="connsiteX2979" fmla="*/ 3924526 w 11677525"/>
              <a:gd name="connsiteY2979" fmla="*/ 1527204 h 4078220"/>
              <a:gd name="connsiteX2980" fmla="*/ 3926332 w 11677525"/>
              <a:gd name="connsiteY2980" fmla="*/ 1527515 h 4078220"/>
              <a:gd name="connsiteX2981" fmla="*/ 3924915 w 11677525"/>
              <a:gd name="connsiteY2981" fmla="*/ 1528348 h 4078220"/>
              <a:gd name="connsiteX2982" fmla="*/ 3923332 w 11677525"/>
              <a:gd name="connsiteY2982" fmla="*/ 1528010 h 4078220"/>
              <a:gd name="connsiteX2983" fmla="*/ 3924526 w 11677525"/>
              <a:gd name="connsiteY2983" fmla="*/ 1527204 h 4078220"/>
              <a:gd name="connsiteX2984" fmla="*/ 9548164 w 11677525"/>
              <a:gd name="connsiteY2984" fmla="*/ 1526299 h 4078220"/>
              <a:gd name="connsiteX2985" fmla="*/ 9590368 w 11677525"/>
              <a:gd name="connsiteY2985" fmla="*/ 1537409 h 4078220"/>
              <a:gd name="connsiteX2986" fmla="*/ 9605541 w 11677525"/>
              <a:gd name="connsiteY2986" fmla="*/ 1566255 h 4078220"/>
              <a:gd name="connsiteX2987" fmla="*/ 9526459 w 11677525"/>
              <a:gd name="connsiteY2987" fmla="*/ 1555580 h 4078220"/>
              <a:gd name="connsiteX2988" fmla="*/ 9512066 w 11677525"/>
              <a:gd name="connsiteY2988" fmla="*/ 1526943 h 4078220"/>
              <a:gd name="connsiteX2989" fmla="*/ 9548164 w 11677525"/>
              <a:gd name="connsiteY2989" fmla="*/ 1526299 h 4078220"/>
              <a:gd name="connsiteX2990" fmla="*/ 3295884 w 11677525"/>
              <a:gd name="connsiteY2990" fmla="*/ 1522361 h 4078220"/>
              <a:gd name="connsiteX2991" fmla="*/ 3311306 w 11677525"/>
              <a:gd name="connsiteY2991" fmla="*/ 1525303 h 4078220"/>
              <a:gd name="connsiteX2992" fmla="*/ 3296995 w 11677525"/>
              <a:gd name="connsiteY2992" fmla="*/ 1533348 h 4078220"/>
              <a:gd name="connsiteX2993" fmla="*/ 3281546 w 11677525"/>
              <a:gd name="connsiteY2993" fmla="*/ 1530432 h 4078220"/>
              <a:gd name="connsiteX2994" fmla="*/ 3295884 w 11677525"/>
              <a:gd name="connsiteY2994" fmla="*/ 1522361 h 4078220"/>
              <a:gd name="connsiteX2995" fmla="*/ 8316758 w 11677525"/>
              <a:gd name="connsiteY2995" fmla="*/ 1520861 h 4078220"/>
              <a:gd name="connsiteX2996" fmla="*/ 8349477 w 11677525"/>
              <a:gd name="connsiteY2996" fmla="*/ 1530614 h 4078220"/>
              <a:gd name="connsiteX2997" fmla="*/ 8351284 w 11677525"/>
              <a:gd name="connsiteY2997" fmla="*/ 1555815 h 4078220"/>
              <a:gd name="connsiteX2998" fmla="*/ 8285956 w 11677525"/>
              <a:gd name="connsiteY2998" fmla="*/ 1546495 h 4078220"/>
              <a:gd name="connsiteX2999" fmla="*/ 8284707 w 11677525"/>
              <a:gd name="connsiteY2999" fmla="*/ 1521397 h 4078220"/>
              <a:gd name="connsiteX3000" fmla="*/ 8316758 w 11677525"/>
              <a:gd name="connsiteY3000" fmla="*/ 1520861 h 4078220"/>
              <a:gd name="connsiteX3001" fmla="*/ 1740310 w 11677525"/>
              <a:gd name="connsiteY3001" fmla="*/ 1516919 h 4078220"/>
              <a:gd name="connsiteX3002" fmla="*/ 1752508 w 11677525"/>
              <a:gd name="connsiteY3002" fmla="*/ 1519549 h 4078220"/>
              <a:gd name="connsiteX3003" fmla="*/ 1735531 w 11677525"/>
              <a:gd name="connsiteY3003" fmla="*/ 1526734 h 4078220"/>
              <a:gd name="connsiteX3004" fmla="*/ 1723360 w 11677525"/>
              <a:gd name="connsiteY3004" fmla="*/ 1524053 h 4078220"/>
              <a:gd name="connsiteX3005" fmla="*/ 1740310 w 11677525"/>
              <a:gd name="connsiteY3005" fmla="*/ 1516919 h 4078220"/>
              <a:gd name="connsiteX3006" fmla="*/ 9778562 w 11677525"/>
              <a:gd name="connsiteY3006" fmla="*/ 1510838 h 4078220"/>
              <a:gd name="connsiteX3007" fmla="*/ 9820803 w 11677525"/>
              <a:gd name="connsiteY3007" fmla="*/ 1521684 h 4078220"/>
              <a:gd name="connsiteX3008" fmla="*/ 9838226 w 11677525"/>
              <a:gd name="connsiteY3008" fmla="*/ 1549697 h 4078220"/>
              <a:gd name="connsiteX3009" fmla="*/ 9759589 w 11677525"/>
              <a:gd name="connsiteY3009" fmla="*/ 1539309 h 4078220"/>
              <a:gd name="connsiteX3010" fmla="*/ 9743222 w 11677525"/>
              <a:gd name="connsiteY3010" fmla="*/ 1511453 h 4078220"/>
              <a:gd name="connsiteX3011" fmla="*/ 9778562 w 11677525"/>
              <a:gd name="connsiteY3011" fmla="*/ 1510838 h 4078220"/>
              <a:gd name="connsiteX3012" fmla="*/ 3028237 w 11677525"/>
              <a:gd name="connsiteY3012" fmla="*/ 1510024 h 4078220"/>
              <a:gd name="connsiteX3013" fmla="*/ 3036024 w 11677525"/>
              <a:gd name="connsiteY3013" fmla="*/ 1515592 h 4078220"/>
              <a:gd name="connsiteX3014" fmla="*/ 3008960 w 11677525"/>
              <a:gd name="connsiteY3014" fmla="*/ 1529937 h 4078220"/>
              <a:gd name="connsiteX3015" fmla="*/ 2982090 w 11677525"/>
              <a:gd name="connsiteY3015" fmla="*/ 1524626 h 4078220"/>
              <a:gd name="connsiteX3016" fmla="*/ 3009321 w 11677525"/>
              <a:gd name="connsiteY3016" fmla="*/ 1510333 h 4078220"/>
              <a:gd name="connsiteX3017" fmla="*/ 3028237 w 11677525"/>
              <a:gd name="connsiteY3017" fmla="*/ 1510024 h 4078220"/>
              <a:gd name="connsiteX3018" fmla="*/ 8575524 w 11677525"/>
              <a:gd name="connsiteY3018" fmla="*/ 1508426 h 4078220"/>
              <a:gd name="connsiteX3019" fmla="*/ 8610642 w 11677525"/>
              <a:gd name="connsiteY3019" fmla="*/ 1518586 h 4078220"/>
              <a:gd name="connsiteX3020" fmla="*/ 8615088 w 11677525"/>
              <a:gd name="connsiteY3020" fmla="*/ 1544881 h 4078220"/>
              <a:gd name="connsiteX3021" fmla="*/ 8545873 w 11677525"/>
              <a:gd name="connsiteY3021" fmla="*/ 1535118 h 4078220"/>
              <a:gd name="connsiteX3022" fmla="*/ 8542094 w 11677525"/>
              <a:gd name="connsiteY3022" fmla="*/ 1509005 h 4078220"/>
              <a:gd name="connsiteX3023" fmla="*/ 8575524 w 11677525"/>
              <a:gd name="connsiteY3023" fmla="*/ 1508426 h 4078220"/>
              <a:gd name="connsiteX3024" fmla="*/ 1508765 w 11677525"/>
              <a:gd name="connsiteY3024" fmla="*/ 1501169 h 4078220"/>
              <a:gd name="connsiteX3025" fmla="*/ 1515823 w 11677525"/>
              <a:gd name="connsiteY3025" fmla="*/ 1502757 h 4078220"/>
              <a:gd name="connsiteX3026" fmla="*/ 1505430 w 11677525"/>
              <a:gd name="connsiteY3026" fmla="*/ 1506897 h 4078220"/>
              <a:gd name="connsiteX3027" fmla="*/ 1498456 w 11677525"/>
              <a:gd name="connsiteY3027" fmla="*/ 1505361 h 4078220"/>
              <a:gd name="connsiteX3028" fmla="*/ 1508765 w 11677525"/>
              <a:gd name="connsiteY3028" fmla="*/ 1501169 h 4078220"/>
              <a:gd name="connsiteX3029" fmla="*/ 2758395 w 11677525"/>
              <a:gd name="connsiteY3029" fmla="*/ 1498446 h 4078220"/>
              <a:gd name="connsiteX3030" fmla="*/ 2765995 w 11677525"/>
              <a:gd name="connsiteY3030" fmla="*/ 1504267 h 4078220"/>
              <a:gd name="connsiteX3031" fmla="*/ 2736040 w 11677525"/>
              <a:gd name="connsiteY3031" fmla="*/ 1519315 h 4078220"/>
              <a:gd name="connsiteX3032" fmla="*/ 2708226 w 11677525"/>
              <a:gd name="connsiteY3032" fmla="*/ 1513744 h 4078220"/>
              <a:gd name="connsiteX3033" fmla="*/ 2738291 w 11677525"/>
              <a:gd name="connsiteY3033" fmla="*/ 1498774 h 4078220"/>
              <a:gd name="connsiteX3034" fmla="*/ 2758395 w 11677525"/>
              <a:gd name="connsiteY3034" fmla="*/ 1498446 h 4078220"/>
              <a:gd name="connsiteX3035" fmla="*/ 10003357 w 11677525"/>
              <a:gd name="connsiteY3035" fmla="*/ 1496672 h 4078220"/>
              <a:gd name="connsiteX3036" fmla="*/ 10041677 w 11677525"/>
              <a:gd name="connsiteY3036" fmla="*/ 1506246 h 4078220"/>
              <a:gd name="connsiteX3037" fmla="*/ 10059099 w 11677525"/>
              <a:gd name="connsiteY3037" fmla="*/ 1531004 h 4078220"/>
              <a:gd name="connsiteX3038" fmla="*/ 9988604 w 11677525"/>
              <a:gd name="connsiteY3038" fmla="*/ 1521788 h 4078220"/>
              <a:gd name="connsiteX3039" fmla="*/ 9972018 w 11677525"/>
              <a:gd name="connsiteY3039" fmla="*/ 1497212 h 4078220"/>
              <a:gd name="connsiteX3040" fmla="*/ 10003357 w 11677525"/>
              <a:gd name="connsiteY3040" fmla="*/ 1496672 h 4078220"/>
              <a:gd name="connsiteX3041" fmla="*/ 8824367 w 11677525"/>
              <a:gd name="connsiteY3041" fmla="*/ 1494586 h 4078220"/>
              <a:gd name="connsiteX3042" fmla="*/ 8861973 w 11677525"/>
              <a:gd name="connsiteY3042" fmla="*/ 1505100 h 4078220"/>
              <a:gd name="connsiteX3043" fmla="*/ 8869169 w 11677525"/>
              <a:gd name="connsiteY3043" fmla="*/ 1532436 h 4078220"/>
              <a:gd name="connsiteX3044" fmla="*/ 8795951 w 11677525"/>
              <a:gd name="connsiteY3044" fmla="*/ 1522283 h 4078220"/>
              <a:gd name="connsiteX3045" fmla="*/ 8789532 w 11677525"/>
              <a:gd name="connsiteY3045" fmla="*/ 1495181 h 4078220"/>
              <a:gd name="connsiteX3046" fmla="*/ 8824367 w 11677525"/>
              <a:gd name="connsiteY3046" fmla="*/ 1494586 h 4078220"/>
              <a:gd name="connsiteX3047" fmla="*/ 2479515 w 11677525"/>
              <a:gd name="connsiteY3047" fmla="*/ 1492188 h 4078220"/>
              <a:gd name="connsiteX3048" fmla="*/ 2488601 w 11677525"/>
              <a:gd name="connsiteY3048" fmla="*/ 1494010 h 4078220"/>
              <a:gd name="connsiteX3049" fmla="*/ 2478126 w 11677525"/>
              <a:gd name="connsiteY3049" fmla="*/ 1498982 h 4078220"/>
              <a:gd name="connsiteX3050" fmla="*/ 2469207 w 11677525"/>
              <a:gd name="connsiteY3050" fmla="*/ 1497160 h 4078220"/>
              <a:gd name="connsiteX3051" fmla="*/ 2479515 w 11677525"/>
              <a:gd name="connsiteY3051" fmla="*/ 1492188 h 4078220"/>
              <a:gd name="connsiteX3052" fmla="*/ 7546030 w 11677525"/>
              <a:gd name="connsiteY3052" fmla="*/ 1488594 h 4078220"/>
              <a:gd name="connsiteX3053" fmla="*/ 7567759 w 11677525"/>
              <a:gd name="connsiteY3053" fmla="*/ 1491745 h 4078220"/>
              <a:gd name="connsiteX3054" fmla="*/ 7565897 w 11677525"/>
              <a:gd name="connsiteY3054" fmla="*/ 1500440 h 4078220"/>
              <a:gd name="connsiteX3055" fmla="*/ 7543974 w 11677525"/>
              <a:gd name="connsiteY3055" fmla="*/ 1497238 h 4078220"/>
              <a:gd name="connsiteX3056" fmla="*/ 7546030 w 11677525"/>
              <a:gd name="connsiteY3056" fmla="*/ 1488594 h 4078220"/>
              <a:gd name="connsiteX3057" fmla="*/ 1286112 w 11677525"/>
              <a:gd name="connsiteY3057" fmla="*/ 1484299 h 4078220"/>
              <a:gd name="connsiteX3058" fmla="*/ 1289697 w 11677525"/>
              <a:gd name="connsiteY3058" fmla="*/ 1485028 h 4078220"/>
              <a:gd name="connsiteX3059" fmla="*/ 1284306 w 11677525"/>
              <a:gd name="connsiteY3059" fmla="*/ 1487085 h 4078220"/>
              <a:gd name="connsiteX3060" fmla="*/ 1281027 w 11677525"/>
              <a:gd name="connsiteY3060" fmla="*/ 1486330 h 4078220"/>
              <a:gd name="connsiteX3061" fmla="*/ 1286112 w 11677525"/>
              <a:gd name="connsiteY3061" fmla="*/ 1484299 h 4078220"/>
              <a:gd name="connsiteX3062" fmla="*/ 10223359 w 11677525"/>
              <a:gd name="connsiteY3062" fmla="*/ 1483899 h 4078220"/>
              <a:gd name="connsiteX3063" fmla="*/ 10253746 w 11677525"/>
              <a:gd name="connsiteY3063" fmla="*/ 1491302 h 4078220"/>
              <a:gd name="connsiteX3064" fmla="*/ 10268584 w 11677525"/>
              <a:gd name="connsiteY3064" fmla="*/ 1510359 h 4078220"/>
              <a:gd name="connsiteX3065" fmla="*/ 10213536 w 11677525"/>
              <a:gd name="connsiteY3065" fmla="*/ 1503330 h 4078220"/>
              <a:gd name="connsiteX3066" fmla="*/ 10199061 w 11677525"/>
              <a:gd name="connsiteY3066" fmla="*/ 1484325 h 4078220"/>
              <a:gd name="connsiteX3067" fmla="*/ 10223359 w 11677525"/>
              <a:gd name="connsiteY3067" fmla="*/ 1483899 h 4078220"/>
              <a:gd name="connsiteX3068" fmla="*/ 9064709 w 11677525"/>
              <a:gd name="connsiteY3068" fmla="*/ 1481475 h 4078220"/>
              <a:gd name="connsiteX3069" fmla="*/ 9101299 w 11677525"/>
              <a:gd name="connsiteY3069" fmla="*/ 1491432 h 4078220"/>
              <a:gd name="connsiteX3070" fmla="*/ 9110468 w 11677525"/>
              <a:gd name="connsiteY3070" fmla="*/ 1517180 h 4078220"/>
              <a:gd name="connsiteX3071" fmla="*/ 9040195 w 11677525"/>
              <a:gd name="connsiteY3071" fmla="*/ 1507599 h 4078220"/>
              <a:gd name="connsiteX3072" fmla="*/ 9031833 w 11677525"/>
              <a:gd name="connsiteY3072" fmla="*/ 1482060 h 4078220"/>
              <a:gd name="connsiteX3073" fmla="*/ 9064709 w 11677525"/>
              <a:gd name="connsiteY3073" fmla="*/ 1481475 h 4078220"/>
              <a:gd name="connsiteX3074" fmla="*/ 7819394 w 11677525"/>
              <a:gd name="connsiteY3074" fmla="*/ 1479769 h 4078220"/>
              <a:gd name="connsiteX3075" fmla="*/ 7848793 w 11677525"/>
              <a:gd name="connsiteY3075" fmla="*/ 1484013 h 4078220"/>
              <a:gd name="connsiteX3076" fmla="*/ 7847597 w 11677525"/>
              <a:gd name="connsiteY3076" fmla="*/ 1495494 h 4078220"/>
              <a:gd name="connsiteX3077" fmla="*/ 7817950 w 11677525"/>
              <a:gd name="connsiteY3077" fmla="*/ 1491276 h 4078220"/>
              <a:gd name="connsiteX3078" fmla="*/ 7819394 w 11677525"/>
              <a:gd name="connsiteY3078" fmla="*/ 1479769 h 4078220"/>
              <a:gd name="connsiteX3079" fmla="*/ 2233715 w 11677525"/>
              <a:gd name="connsiteY3079" fmla="*/ 1477061 h 4078220"/>
              <a:gd name="connsiteX3080" fmla="*/ 2242607 w 11677525"/>
              <a:gd name="connsiteY3080" fmla="*/ 1478832 h 4078220"/>
              <a:gd name="connsiteX3081" fmla="*/ 2231687 w 11677525"/>
              <a:gd name="connsiteY3081" fmla="*/ 1483752 h 4078220"/>
              <a:gd name="connsiteX3082" fmla="*/ 2222907 w 11677525"/>
              <a:gd name="connsiteY3082" fmla="*/ 1481956 h 4078220"/>
              <a:gd name="connsiteX3083" fmla="*/ 2233715 w 11677525"/>
              <a:gd name="connsiteY3083" fmla="*/ 1477061 h 4078220"/>
              <a:gd name="connsiteX3084" fmla="*/ 10433579 w 11677525"/>
              <a:gd name="connsiteY3084" fmla="*/ 1475838 h 4078220"/>
              <a:gd name="connsiteX3085" fmla="*/ 10452919 w 11677525"/>
              <a:gd name="connsiteY3085" fmla="*/ 1478234 h 4078220"/>
              <a:gd name="connsiteX3086" fmla="*/ 10458282 w 11677525"/>
              <a:gd name="connsiteY3086" fmla="*/ 1484742 h 4078220"/>
              <a:gd name="connsiteX3087" fmla="*/ 10439275 w 11677525"/>
              <a:gd name="connsiteY3087" fmla="*/ 1482347 h 4078220"/>
              <a:gd name="connsiteX3088" fmla="*/ 10433579 w 11677525"/>
              <a:gd name="connsiteY3088" fmla="*/ 1475838 h 4078220"/>
              <a:gd name="connsiteX3089" fmla="*/ 9297498 w 11677525"/>
              <a:gd name="connsiteY3089" fmla="*/ 1468360 h 4078220"/>
              <a:gd name="connsiteX3090" fmla="*/ 9331149 w 11677525"/>
              <a:gd name="connsiteY3090" fmla="*/ 1477270 h 4078220"/>
              <a:gd name="connsiteX3091" fmla="*/ 9341289 w 11677525"/>
              <a:gd name="connsiteY3091" fmla="*/ 1500258 h 4078220"/>
              <a:gd name="connsiteX3092" fmla="*/ 9277631 w 11677525"/>
              <a:gd name="connsiteY3092" fmla="*/ 1491745 h 4078220"/>
              <a:gd name="connsiteX3093" fmla="*/ 9267934 w 11677525"/>
              <a:gd name="connsiteY3093" fmla="*/ 1468861 h 4078220"/>
              <a:gd name="connsiteX3094" fmla="*/ 9297498 w 11677525"/>
              <a:gd name="connsiteY3094" fmla="*/ 1468360 h 4078220"/>
              <a:gd name="connsiteX3095" fmla="*/ 1071960 w 11677525"/>
              <a:gd name="connsiteY3095" fmla="*/ 1466283 h 4078220"/>
              <a:gd name="connsiteX3096" fmla="*/ 1073433 w 11677525"/>
              <a:gd name="connsiteY3096" fmla="*/ 1466543 h 4078220"/>
              <a:gd name="connsiteX3097" fmla="*/ 1071266 w 11677525"/>
              <a:gd name="connsiteY3097" fmla="*/ 1467351 h 4078220"/>
              <a:gd name="connsiteX3098" fmla="*/ 1069876 w 11677525"/>
              <a:gd name="connsiteY3098" fmla="*/ 1467065 h 4078220"/>
              <a:gd name="connsiteX3099" fmla="*/ 1071960 w 11677525"/>
              <a:gd name="connsiteY3099" fmla="*/ 1466283 h 4078220"/>
              <a:gd name="connsiteX3100" fmla="*/ 3518538 w 11677525"/>
              <a:gd name="connsiteY3100" fmla="*/ 1465190 h 4078220"/>
              <a:gd name="connsiteX3101" fmla="*/ 3533792 w 11677525"/>
              <a:gd name="connsiteY3101" fmla="*/ 1468002 h 4078220"/>
              <a:gd name="connsiteX3102" fmla="*/ 3520538 w 11677525"/>
              <a:gd name="connsiteY3102" fmla="*/ 1475708 h 4078220"/>
              <a:gd name="connsiteX3103" fmla="*/ 3505200 w 11677525"/>
              <a:gd name="connsiteY3103" fmla="*/ 1472870 h 4078220"/>
              <a:gd name="connsiteX3104" fmla="*/ 3518538 w 11677525"/>
              <a:gd name="connsiteY3104" fmla="*/ 1465190 h 4078220"/>
              <a:gd name="connsiteX3105" fmla="*/ 8099010 w 11677525"/>
              <a:gd name="connsiteY3105" fmla="*/ 1462060 h 4078220"/>
              <a:gd name="connsiteX3106" fmla="*/ 8128714 w 11677525"/>
              <a:gd name="connsiteY3106" fmla="*/ 1470891 h 4078220"/>
              <a:gd name="connsiteX3107" fmla="*/ 8128269 w 11677525"/>
              <a:gd name="connsiteY3107" fmla="*/ 1493801 h 4078220"/>
              <a:gd name="connsiteX3108" fmla="*/ 8068445 w 11677525"/>
              <a:gd name="connsiteY3108" fmla="*/ 1485314 h 4078220"/>
              <a:gd name="connsiteX3109" fmla="*/ 8069306 w 11677525"/>
              <a:gd name="connsiteY3109" fmla="*/ 1462560 h 4078220"/>
              <a:gd name="connsiteX3110" fmla="*/ 8099010 w 11677525"/>
              <a:gd name="connsiteY3110" fmla="*/ 1462060 h 4078220"/>
              <a:gd name="connsiteX3111" fmla="*/ 10649426 w 11677525"/>
              <a:gd name="connsiteY3111" fmla="*/ 1462040 h 4078220"/>
              <a:gd name="connsiteX3112" fmla="*/ 10654372 w 11677525"/>
              <a:gd name="connsiteY3112" fmla="*/ 1462664 h 4078220"/>
              <a:gd name="connsiteX3113" fmla="*/ 10655873 w 11677525"/>
              <a:gd name="connsiteY3113" fmla="*/ 1464279 h 4078220"/>
              <a:gd name="connsiteX3114" fmla="*/ 10651092 w 11677525"/>
              <a:gd name="connsiteY3114" fmla="*/ 1463680 h 4078220"/>
              <a:gd name="connsiteX3115" fmla="*/ 10649426 w 11677525"/>
              <a:gd name="connsiteY3115" fmla="*/ 1462040 h 4078220"/>
              <a:gd name="connsiteX3116" fmla="*/ 1998531 w 11677525"/>
              <a:gd name="connsiteY3116" fmla="*/ 1461207 h 4078220"/>
              <a:gd name="connsiteX3117" fmla="*/ 2005644 w 11677525"/>
              <a:gd name="connsiteY3117" fmla="*/ 1462717 h 4078220"/>
              <a:gd name="connsiteX3118" fmla="*/ 1996446 w 11677525"/>
              <a:gd name="connsiteY3118" fmla="*/ 1466726 h 4078220"/>
              <a:gd name="connsiteX3119" fmla="*/ 1989250 w 11677525"/>
              <a:gd name="connsiteY3119" fmla="*/ 1465242 h 4078220"/>
              <a:gd name="connsiteX3120" fmla="*/ 1998531 w 11677525"/>
              <a:gd name="connsiteY3120" fmla="*/ 1461207 h 4078220"/>
              <a:gd name="connsiteX3121" fmla="*/ 3236588 w 11677525"/>
              <a:gd name="connsiteY3121" fmla="*/ 1456573 h 4078220"/>
              <a:gd name="connsiteX3122" fmla="*/ 3255399 w 11677525"/>
              <a:gd name="connsiteY3122" fmla="*/ 1460139 h 4078220"/>
              <a:gd name="connsiteX3123" fmla="*/ 3237643 w 11677525"/>
              <a:gd name="connsiteY3123" fmla="*/ 1469824 h 4078220"/>
              <a:gd name="connsiteX3124" fmla="*/ 3218637 w 11677525"/>
              <a:gd name="connsiteY3124" fmla="*/ 1466231 h 4078220"/>
              <a:gd name="connsiteX3125" fmla="*/ 3236588 w 11677525"/>
              <a:gd name="connsiteY3125" fmla="*/ 1456573 h 4078220"/>
              <a:gd name="connsiteX3126" fmla="*/ 9520767 w 11677525"/>
              <a:gd name="connsiteY3126" fmla="*/ 1449843 h 4078220"/>
              <a:gd name="connsiteX3127" fmla="*/ 9561749 w 11677525"/>
              <a:gd name="connsiteY3127" fmla="*/ 1460348 h 4078220"/>
              <a:gd name="connsiteX3128" fmla="*/ 9576143 w 11677525"/>
              <a:gd name="connsiteY3128" fmla="*/ 1487553 h 4078220"/>
              <a:gd name="connsiteX3129" fmla="*/ 9499314 w 11677525"/>
              <a:gd name="connsiteY3129" fmla="*/ 1477452 h 4078220"/>
              <a:gd name="connsiteX3130" fmla="*/ 9485726 w 11677525"/>
              <a:gd name="connsiteY3130" fmla="*/ 1450428 h 4078220"/>
              <a:gd name="connsiteX3131" fmla="*/ 9520767 w 11677525"/>
              <a:gd name="connsiteY3131" fmla="*/ 1449843 h 4078220"/>
              <a:gd name="connsiteX3132" fmla="*/ 8351669 w 11677525"/>
              <a:gd name="connsiteY3132" fmla="*/ 1449000 h 4078220"/>
              <a:gd name="connsiteX3133" fmla="*/ 8385045 w 11677525"/>
              <a:gd name="connsiteY3133" fmla="*/ 1458681 h 4078220"/>
              <a:gd name="connsiteX3134" fmla="*/ 8387378 w 11677525"/>
              <a:gd name="connsiteY3134" fmla="*/ 1483831 h 4078220"/>
              <a:gd name="connsiteX3135" fmla="*/ 8320358 w 11677525"/>
              <a:gd name="connsiteY3135" fmla="*/ 1474510 h 4078220"/>
              <a:gd name="connsiteX3136" fmla="*/ 8318940 w 11677525"/>
              <a:gd name="connsiteY3136" fmla="*/ 1449569 h 4078220"/>
              <a:gd name="connsiteX3137" fmla="*/ 8351669 w 11677525"/>
              <a:gd name="connsiteY3137" fmla="*/ 1449000 h 4078220"/>
              <a:gd name="connsiteX3138" fmla="*/ 10852684 w 11677525"/>
              <a:gd name="connsiteY3138" fmla="*/ 1445457 h 4078220"/>
              <a:gd name="connsiteX3139" fmla="*/ 10855129 w 11677525"/>
              <a:gd name="connsiteY3139" fmla="*/ 1445768 h 4078220"/>
              <a:gd name="connsiteX3140" fmla="*/ 10855852 w 11677525"/>
              <a:gd name="connsiteY3140" fmla="*/ 1446550 h 4078220"/>
              <a:gd name="connsiteX3141" fmla="*/ 10853462 w 11677525"/>
              <a:gd name="connsiteY3141" fmla="*/ 1446237 h 4078220"/>
              <a:gd name="connsiteX3142" fmla="*/ 10852684 w 11677525"/>
              <a:gd name="connsiteY3142" fmla="*/ 1445457 h 4078220"/>
              <a:gd name="connsiteX3143" fmla="*/ 2988569 w 11677525"/>
              <a:gd name="connsiteY3143" fmla="*/ 1443208 h 4078220"/>
              <a:gd name="connsiteX3144" fmla="*/ 2995900 w 11677525"/>
              <a:gd name="connsiteY3144" fmla="*/ 1448346 h 4078220"/>
              <a:gd name="connsiteX3145" fmla="*/ 2970142 w 11677525"/>
              <a:gd name="connsiteY3145" fmla="*/ 1461571 h 4078220"/>
              <a:gd name="connsiteX3146" fmla="*/ 2944690 w 11677525"/>
              <a:gd name="connsiteY3146" fmla="*/ 1456677 h 4078220"/>
              <a:gd name="connsiteX3147" fmla="*/ 2970671 w 11677525"/>
              <a:gd name="connsiteY3147" fmla="*/ 1443478 h 4078220"/>
              <a:gd name="connsiteX3148" fmla="*/ 2988569 w 11677525"/>
              <a:gd name="connsiteY3148" fmla="*/ 1443208 h 4078220"/>
              <a:gd name="connsiteX3149" fmla="*/ 1774210 w 11677525"/>
              <a:gd name="connsiteY3149" fmla="*/ 1442072 h 4078220"/>
              <a:gd name="connsiteX3150" fmla="*/ 1785880 w 11677525"/>
              <a:gd name="connsiteY3150" fmla="*/ 1444545 h 4078220"/>
              <a:gd name="connsiteX3151" fmla="*/ 1769431 w 11677525"/>
              <a:gd name="connsiteY3151" fmla="*/ 1451366 h 4078220"/>
              <a:gd name="connsiteX3152" fmla="*/ 1757705 w 11677525"/>
              <a:gd name="connsiteY3152" fmla="*/ 1448815 h 4078220"/>
              <a:gd name="connsiteX3153" fmla="*/ 1774210 w 11677525"/>
              <a:gd name="connsiteY3153" fmla="*/ 1442072 h 4078220"/>
              <a:gd name="connsiteX3154" fmla="*/ 8594480 w 11677525"/>
              <a:gd name="connsiteY3154" fmla="*/ 1436273 h 4078220"/>
              <a:gd name="connsiteX3155" fmla="*/ 8628816 w 11677525"/>
              <a:gd name="connsiteY3155" fmla="*/ 1445873 h 4078220"/>
              <a:gd name="connsiteX3156" fmla="*/ 8633373 w 11677525"/>
              <a:gd name="connsiteY3156" fmla="*/ 1470762 h 4078220"/>
              <a:gd name="connsiteX3157" fmla="*/ 8565962 w 11677525"/>
              <a:gd name="connsiteY3157" fmla="*/ 1461545 h 4078220"/>
              <a:gd name="connsiteX3158" fmla="*/ 8561934 w 11677525"/>
              <a:gd name="connsiteY3158" fmla="*/ 1436787 h 4078220"/>
              <a:gd name="connsiteX3159" fmla="*/ 8594480 w 11677525"/>
              <a:gd name="connsiteY3159" fmla="*/ 1436273 h 4078220"/>
              <a:gd name="connsiteX3160" fmla="*/ 7356498 w 11677525"/>
              <a:gd name="connsiteY3160" fmla="*/ 1435251 h 4078220"/>
              <a:gd name="connsiteX3161" fmla="*/ 7360416 w 11677525"/>
              <a:gd name="connsiteY3161" fmla="*/ 1435797 h 4078220"/>
              <a:gd name="connsiteX3162" fmla="*/ 7359888 w 11677525"/>
              <a:gd name="connsiteY3162" fmla="*/ 1437411 h 4078220"/>
              <a:gd name="connsiteX3163" fmla="*/ 7355998 w 11677525"/>
              <a:gd name="connsiteY3163" fmla="*/ 1436838 h 4078220"/>
              <a:gd name="connsiteX3164" fmla="*/ 7356498 w 11677525"/>
              <a:gd name="connsiteY3164" fmla="*/ 1435251 h 4078220"/>
              <a:gd name="connsiteX3165" fmla="*/ 2736986 w 11677525"/>
              <a:gd name="connsiteY3165" fmla="*/ 1429895 h 4078220"/>
              <a:gd name="connsiteX3166" fmla="*/ 2744044 w 11677525"/>
              <a:gd name="connsiteY3166" fmla="*/ 1435121 h 4078220"/>
              <a:gd name="connsiteX3167" fmla="*/ 2716313 w 11677525"/>
              <a:gd name="connsiteY3167" fmla="*/ 1448633 h 4078220"/>
              <a:gd name="connsiteX3168" fmla="*/ 2690749 w 11677525"/>
              <a:gd name="connsiteY3168" fmla="*/ 1443686 h 4078220"/>
              <a:gd name="connsiteX3169" fmla="*/ 2718508 w 11677525"/>
              <a:gd name="connsiteY3169" fmla="*/ 1430174 h 4078220"/>
              <a:gd name="connsiteX3170" fmla="*/ 2736986 w 11677525"/>
              <a:gd name="connsiteY3170" fmla="*/ 1429895 h 4078220"/>
              <a:gd name="connsiteX3171" fmla="*/ 9735914 w 11677525"/>
              <a:gd name="connsiteY3171" fmla="*/ 1429637 h 4078220"/>
              <a:gd name="connsiteX3172" fmla="*/ 9787265 w 11677525"/>
              <a:gd name="connsiteY3172" fmla="*/ 1442462 h 4078220"/>
              <a:gd name="connsiteX3173" fmla="*/ 9808076 w 11677525"/>
              <a:gd name="connsiteY3173" fmla="*/ 1475838 h 4078220"/>
              <a:gd name="connsiteX3174" fmla="*/ 9712213 w 11677525"/>
              <a:gd name="connsiteY3174" fmla="*/ 1463420 h 4078220"/>
              <a:gd name="connsiteX3175" fmla="*/ 9692818 w 11677525"/>
              <a:gd name="connsiteY3175" fmla="*/ 1430382 h 4078220"/>
              <a:gd name="connsiteX3176" fmla="*/ 9735914 w 11677525"/>
              <a:gd name="connsiteY3176" fmla="*/ 1429637 h 4078220"/>
              <a:gd name="connsiteX3177" fmla="*/ 11047494 w 11677525"/>
              <a:gd name="connsiteY3177" fmla="*/ 1427753 h 4078220"/>
              <a:gd name="connsiteX3178" fmla="*/ 11052330 w 11677525"/>
              <a:gd name="connsiteY3178" fmla="*/ 1428299 h 4078220"/>
              <a:gd name="connsiteX3179" fmla="*/ 11054027 w 11677525"/>
              <a:gd name="connsiteY3179" fmla="*/ 1429913 h 4078220"/>
              <a:gd name="connsiteX3180" fmla="*/ 11049356 w 11677525"/>
              <a:gd name="connsiteY3180" fmla="*/ 1429314 h 4078220"/>
              <a:gd name="connsiteX3181" fmla="*/ 11047494 w 11677525"/>
              <a:gd name="connsiteY3181" fmla="*/ 1427753 h 4078220"/>
              <a:gd name="connsiteX3182" fmla="*/ 1556308 w 11677525"/>
              <a:gd name="connsiteY3182" fmla="*/ 1426321 h 4078220"/>
              <a:gd name="connsiteX3183" fmla="*/ 1562532 w 11677525"/>
              <a:gd name="connsiteY3183" fmla="*/ 1427649 h 4078220"/>
              <a:gd name="connsiteX3184" fmla="*/ 1553529 w 11677525"/>
              <a:gd name="connsiteY3184" fmla="*/ 1431216 h 4078220"/>
              <a:gd name="connsiteX3185" fmla="*/ 1547388 w 11677525"/>
              <a:gd name="connsiteY3185" fmla="*/ 1429887 h 4078220"/>
              <a:gd name="connsiteX3186" fmla="*/ 1556308 w 11677525"/>
              <a:gd name="connsiteY3186" fmla="*/ 1426321 h 4078220"/>
              <a:gd name="connsiteX3187" fmla="*/ 7619914 w 11677525"/>
              <a:gd name="connsiteY3187" fmla="*/ 1423978 h 4078220"/>
              <a:gd name="connsiteX3188" fmla="*/ 7641254 w 11677525"/>
              <a:gd name="connsiteY3188" fmla="*/ 1426998 h 4078220"/>
              <a:gd name="connsiteX3189" fmla="*/ 7639699 w 11677525"/>
              <a:gd name="connsiteY3189" fmla="*/ 1435277 h 4078220"/>
              <a:gd name="connsiteX3190" fmla="*/ 7618163 w 11677525"/>
              <a:gd name="connsiteY3190" fmla="*/ 1432205 h 4078220"/>
              <a:gd name="connsiteX3191" fmla="*/ 7619914 w 11677525"/>
              <a:gd name="connsiteY3191" fmla="*/ 1423978 h 4078220"/>
              <a:gd name="connsiteX3192" fmla="*/ 8828379 w 11677525"/>
              <a:gd name="connsiteY3192" fmla="*/ 1421439 h 4078220"/>
              <a:gd name="connsiteX3193" fmla="*/ 8865502 w 11677525"/>
              <a:gd name="connsiteY3193" fmla="*/ 1431553 h 4078220"/>
              <a:gd name="connsiteX3194" fmla="*/ 8872615 w 11677525"/>
              <a:gd name="connsiteY3194" fmla="*/ 1457744 h 4078220"/>
              <a:gd name="connsiteX3195" fmla="*/ 8800509 w 11677525"/>
              <a:gd name="connsiteY3195" fmla="*/ 1448059 h 4078220"/>
              <a:gd name="connsiteX3196" fmla="*/ 8794091 w 11677525"/>
              <a:gd name="connsiteY3196" fmla="*/ 1422025 h 4078220"/>
              <a:gd name="connsiteX3197" fmla="*/ 8828379 w 11677525"/>
              <a:gd name="connsiteY3197" fmla="*/ 1421439 h 4078220"/>
              <a:gd name="connsiteX3198" fmla="*/ 2477820 w 11677525"/>
              <a:gd name="connsiteY3198" fmla="*/ 1419448 h 4078220"/>
              <a:gd name="connsiteX3199" fmla="*/ 2491769 w 11677525"/>
              <a:gd name="connsiteY3199" fmla="*/ 1422181 h 4078220"/>
              <a:gd name="connsiteX3200" fmla="*/ 2475598 w 11677525"/>
              <a:gd name="connsiteY3200" fmla="*/ 1429627 h 4078220"/>
              <a:gd name="connsiteX3201" fmla="*/ 2461760 w 11677525"/>
              <a:gd name="connsiteY3201" fmla="*/ 1426894 h 4078220"/>
              <a:gd name="connsiteX3202" fmla="*/ 2477820 w 11677525"/>
              <a:gd name="connsiteY3202" fmla="*/ 1419448 h 4078220"/>
              <a:gd name="connsiteX3203" fmla="*/ 10158605 w 11677525"/>
              <a:gd name="connsiteY3203" fmla="*/ 1415907 h 4078220"/>
              <a:gd name="connsiteX3204" fmla="*/ 10176999 w 11677525"/>
              <a:gd name="connsiteY3204" fmla="*/ 1418198 h 4078220"/>
              <a:gd name="connsiteX3205" fmla="*/ 10181862 w 11677525"/>
              <a:gd name="connsiteY3205" fmla="*/ 1424446 h 4078220"/>
              <a:gd name="connsiteX3206" fmla="*/ 10163439 w 11677525"/>
              <a:gd name="connsiteY3206" fmla="*/ 1422130 h 4078220"/>
              <a:gd name="connsiteX3207" fmla="*/ 10158605 w 11677525"/>
              <a:gd name="connsiteY3207" fmla="*/ 1415907 h 4078220"/>
              <a:gd name="connsiteX3208" fmla="*/ 3733106 w 11677525"/>
              <a:gd name="connsiteY3208" fmla="*/ 1413590 h 4078220"/>
              <a:gd name="connsiteX3209" fmla="*/ 3738663 w 11677525"/>
              <a:gd name="connsiteY3209" fmla="*/ 1414606 h 4078220"/>
              <a:gd name="connsiteX3210" fmla="*/ 3734106 w 11677525"/>
              <a:gd name="connsiteY3210" fmla="*/ 1417313 h 4078220"/>
              <a:gd name="connsiteX3211" fmla="*/ 3728493 w 11677525"/>
              <a:gd name="connsiteY3211" fmla="*/ 1416323 h 4078220"/>
              <a:gd name="connsiteX3212" fmla="*/ 3733106 w 11677525"/>
              <a:gd name="connsiteY3212" fmla="*/ 1413590 h 4078220"/>
              <a:gd name="connsiteX3213" fmla="*/ 9946096 w 11677525"/>
              <a:gd name="connsiteY3213" fmla="*/ 1412038 h 4078220"/>
              <a:gd name="connsiteX3214" fmla="*/ 10001860 w 11677525"/>
              <a:gd name="connsiteY3214" fmla="*/ 1425592 h 4078220"/>
              <a:gd name="connsiteX3215" fmla="*/ 10026838 w 11677525"/>
              <a:gd name="connsiteY3215" fmla="*/ 1460920 h 4078220"/>
              <a:gd name="connsiteX3216" fmla="*/ 9923752 w 11677525"/>
              <a:gd name="connsiteY3216" fmla="*/ 1447799 h 4078220"/>
              <a:gd name="connsiteX3217" fmla="*/ 9900273 w 11677525"/>
              <a:gd name="connsiteY3217" fmla="*/ 1412835 h 4078220"/>
              <a:gd name="connsiteX3218" fmla="*/ 9946096 w 11677525"/>
              <a:gd name="connsiteY3218" fmla="*/ 1412038 h 4078220"/>
              <a:gd name="connsiteX3219" fmla="*/ 1346741 w 11677525"/>
              <a:gd name="connsiteY3219" fmla="*/ 1409112 h 4078220"/>
              <a:gd name="connsiteX3220" fmla="*/ 1350131 w 11677525"/>
              <a:gd name="connsiteY3220" fmla="*/ 1409841 h 4078220"/>
              <a:gd name="connsiteX3221" fmla="*/ 1345019 w 11677525"/>
              <a:gd name="connsiteY3221" fmla="*/ 1411794 h 4078220"/>
              <a:gd name="connsiteX3222" fmla="*/ 1341712 w 11677525"/>
              <a:gd name="connsiteY3222" fmla="*/ 1411090 h 4078220"/>
              <a:gd name="connsiteX3223" fmla="*/ 1346741 w 11677525"/>
              <a:gd name="connsiteY3223" fmla="*/ 1409112 h 4078220"/>
              <a:gd name="connsiteX3224" fmla="*/ 7889976 w 11677525"/>
              <a:gd name="connsiteY3224" fmla="*/ 1408686 h 4078220"/>
              <a:gd name="connsiteX3225" fmla="*/ 7911229 w 11677525"/>
              <a:gd name="connsiteY3225" fmla="*/ 1415048 h 4078220"/>
              <a:gd name="connsiteX3226" fmla="*/ 7909617 w 11677525"/>
              <a:gd name="connsiteY3226" fmla="*/ 1431449 h 4078220"/>
              <a:gd name="connsiteX3227" fmla="*/ 7866409 w 11677525"/>
              <a:gd name="connsiteY3227" fmla="*/ 1425409 h 4078220"/>
              <a:gd name="connsiteX3228" fmla="*/ 7868160 w 11677525"/>
              <a:gd name="connsiteY3228" fmla="*/ 1409060 h 4078220"/>
              <a:gd name="connsiteX3229" fmla="*/ 7889976 w 11677525"/>
              <a:gd name="connsiteY3229" fmla="*/ 1408686 h 4078220"/>
              <a:gd name="connsiteX3230" fmla="*/ 9054720 w 11677525"/>
              <a:gd name="connsiteY3230" fmla="*/ 1407775 h 4078220"/>
              <a:gd name="connsiteX3231" fmla="*/ 9090906 w 11677525"/>
              <a:gd name="connsiteY3231" fmla="*/ 1417313 h 4078220"/>
              <a:gd name="connsiteX3232" fmla="*/ 9099825 w 11677525"/>
              <a:gd name="connsiteY3232" fmla="*/ 1442098 h 4078220"/>
              <a:gd name="connsiteX3233" fmla="*/ 9030443 w 11677525"/>
              <a:gd name="connsiteY3233" fmla="*/ 1432882 h 4078220"/>
              <a:gd name="connsiteX3234" fmla="*/ 9022246 w 11677525"/>
              <a:gd name="connsiteY3234" fmla="*/ 1408331 h 4078220"/>
              <a:gd name="connsiteX3235" fmla="*/ 9054720 w 11677525"/>
              <a:gd name="connsiteY3235" fmla="*/ 1407775 h 4078220"/>
              <a:gd name="connsiteX3236" fmla="*/ 3455128 w 11677525"/>
              <a:gd name="connsiteY3236" fmla="*/ 1404374 h 4078220"/>
              <a:gd name="connsiteX3237" fmla="*/ 3467660 w 11677525"/>
              <a:gd name="connsiteY3237" fmla="*/ 1406666 h 4078220"/>
              <a:gd name="connsiteX3238" fmla="*/ 3456462 w 11677525"/>
              <a:gd name="connsiteY3238" fmla="*/ 1412861 h 4078220"/>
              <a:gd name="connsiteX3239" fmla="*/ 3443875 w 11677525"/>
              <a:gd name="connsiteY3239" fmla="*/ 1410571 h 4078220"/>
              <a:gd name="connsiteX3240" fmla="*/ 3455128 w 11677525"/>
              <a:gd name="connsiteY3240" fmla="*/ 1404374 h 4078220"/>
              <a:gd name="connsiteX3241" fmla="*/ 2248220 w 11677525"/>
              <a:gd name="connsiteY3241" fmla="*/ 1403463 h 4078220"/>
              <a:gd name="connsiteX3242" fmla="*/ 2261863 w 11677525"/>
              <a:gd name="connsiteY3242" fmla="*/ 1406170 h 4078220"/>
              <a:gd name="connsiteX3243" fmla="*/ 2245191 w 11677525"/>
              <a:gd name="connsiteY3243" fmla="*/ 1413512 h 4078220"/>
              <a:gd name="connsiteX3244" fmla="*/ 2231576 w 11677525"/>
              <a:gd name="connsiteY3244" fmla="*/ 1410805 h 4078220"/>
              <a:gd name="connsiteX3245" fmla="*/ 2248220 w 11677525"/>
              <a:gd name="connsiteY3245" fmla="*/ 1403463 h 4078220"/>
              <a:gd name="connsiteX3246" fmla="*/ 10365558 w 11677525"/>
              <a:gd name="connsiteY3246" fmla="*/ 1401250 h 4078220"/>
              <a:gd name="connsiteX3247" fmla="*/ 10375866 w 11677525"/>
              <a:gd name="connsiteY3247" fmla="*/ 1402525 h 4078220"/>
              <a:gd name="connsiteX3248" fmla="*/ 10378867 w 11677525"/>
              <a:gd name="connsiteY3248" fmla="*/ 1405988 h 4078220"/>
              <a:gd name="connsiteX3249" fmla="*/ 10368392 w 11677525"/>
              <a:gd name="connsiteY3249" fmla="*/ 1404713 h 4078220"/>
              <a:gd name="connsiteX3250" fmla="*/ 10365558 w 11677525"/>
              <a:gd name="connsiteY3250" fmla="*/ 1401250 h 4078220"/>
              <a:gd name="connsiteX3251" fmla="*/ 9274627 w 11677525"/>
              <a:gd name="connsiteY3251" fmla="*/ 1394669 h 4078220"/>
              <a:gd name="connsiteX3252" fmla="*/ 9307391 w 11677525"/>
              <a:gd name="connsiteY3252" fmla="*/ 1403072 h 4078220"/>
              <a:gd name="connsiteX3253" fmla="*/ 9316921 w 11677525"/>
              <a:gd name="connsiteY3253" fmla="*/ 1424811 h 4078220"/>
              <a:gd name="connsiteX3254" fmla="*/ 9254931 w 11677525"/>
              <a:gd name="connsiteY3254" fmla="*/ 1416740 h 4078220"/>
              <a:gd name="connsiteX3255" fmla="*/ 9245928 w 11677525"/>
              <a:gd name="connsiteY3255" fmla="*/ 1395131 h 4078220"/>
              <a:gd name="connsiteX3256" fmla="*/ 9274627 w 11677525"/>
              <a:gd name="connsiteY3256" fmla="*/ 1394669 h 4078220"/>
              <a:gd name="connsiteX3257" fmla="*/ 8137035 w 11677525"/>
              <a:gd name="connsiteY3257" fmla="*/ 1393954 h 4078220"/>
              <a:gd name="connsiteX3258" fmla="*/ 8165502 w 11677525"/>
              <a:gd name="connsiteY3258" fmla="*/ 1402187 h 4078220"/>
              <a:gd name="connsiteX3259" fmla="*/ 8165614 w 11677525"/>
              <a:gd name="connsiteY3259" fmla="*/ 1423535 h 4078220"/>
              <a:gd name="connsiteX3260" fmla="*/ 8108262 w 11677525"/>
              <a:gd name="connsiteY3260" fmla="*/ 1415621 h 4078220"/>
              <a:gd name="connsiteX3261" fmla="*/ 8108735 w 11677525"/>
              <a:gd name="connsiteY3261" fmla="*/ 1394429 h 4078220"/>
              <a:gd name="connsiteX3262" fmla="*/ 8137035 w 11677525"/>
              <a:gd name="connsiteY3262" fmla="*/ 1393954 h 4078220"/>
              <a:gd name="connsiteX3263" fmla="*/ 1144428 w 11677525"/>
              <a:gd name="connsiteY3263" fmla="*/ 1391356 h 4078220"/>
              <a:gd name="connsiteX3264" fmla="*/ 1145761 w 11677525"/>
              <a:gd name="connsiteY3264" fmla="*/ 1391643 h 4078220"/>
              <a:gd name="connsiteX3265" fmla="*/ 1143761 w 11677525"/>
              <a:gd name="connsiteY3265" fmla="*/ 1392345 h 4078220"/>
              <a:gd name="connsiteX3266" fmla="*/ 1142400 w 11677525"/>
              <a:gd name="connsiteY3266" fmla="*/ 1392085 h 4078220"/>
              <a:gd name="connsiteX3267" fmla="*/ 1144428 w 11677525"/>
              <a:gd name="connsiteY3267" fmla="*/ 1391356 h 4078220"/>
              <a:gd name="connsiteX3268" fmla="*/ 3207485 w 11677525"/>
              <a:gd name="connsiteY3268" fmla="*/ 1391233 h 4078220"/>
              <a:gd name="connsiteX3269" fmla="*/ 3213524 w 11677525"/>
              <a:gd name="connsiteY3269" fmla="*/ 1395106 h 4078220"/>
              <a:gd name="connsiteX3270" fmla="*/ 3194435 w 11677525"/>
              <a:gd name="connsiteY3270" fmla="*/ 1405103 h 4078220"/>
              <a:gd name="connsiteX3271" fmla="*/ 3174623 w 11677525"/>
              <a:gd name="connsiteY3271" fmla="*/ 1401406 h 4078220"/>
              <a:gd name="connsiteX3272" fmla="*/ 3193713 w 11677525"/>
              <a:gd name="connsiteY3272" fmla="*/ 1391461 h 4078220"/>
              <a:gd name="connsiteX3273" fmla="*/ 3207485 w 11677525"/>
              <a:gd name="connsiteY3273" fmla="*/ 1391233 h 4078220"/>
              <a:gd name="connsiteX3274" fmla="*/ 2027929 w 11677525"/>
              <a:gd name="connsiteY3274" fmla="*/ 1387451 h 4078220"/>
              <a:gd name="connsiteX3275" fmla="*/ 2039016 w 11677525"/>
              <a:gd name="connsiteY3275" fmla="*/ 1389690 h 4078220"/>
              <a:gd name="connsiteX3276" fmla="*/ 2024567 w 11677525"/>
              <a:gd name="connsiteY3276" fmla="*/ 1395783 h 4078220"/>
              <a:gd name="connsiteX3277" fmla="*/ 2013452 w 11677525"/>
              <a:gd name="connsiteY3277" fmla="*/ 1393518 h 4078220"/>
              <a:gd name="connsiteX3278" fmla="*/ 2027929 w 11677525"/>
              <a:gd name="connsiteY3278" fmla="*/ 1387451 h 4078220"/>
              <a:gd name="connsiteX3279" fmla="*/ 10566065 w 11677525"/>
              <a:gd name="connsiteY3279" fmla="*/ 1385994 h 4078220"/>
              <a:gd name="connsiteX3280" fmla="*/ 10570593 w 11677525"/>
              <a:gd name="connsiteY3280" fmla="*/ 1386541 h 4078220"/>
              <a:gd name="connsiteX3281" fmla="*/ 10572177 w 11677525"/>
              <a:gd name="connsiteY3281" fmla="*/ 1388129 h 4078220"/>
              <a:gd name="connsiteX3282" fmla="*/ 10567510 w 11677525"/>
              <a:gd name="connsiteY3282" fmla="*/ 1387530 h 4078220"/>
              <a:gd name="connsiteX3283" fmla="*/ 10566065 w 11677525"/>
              <a:gd name="connsiteY3283" fmla="*/ 1385994 h 4078220"/>
              <a:gd name="connsiteX3284" fmla="*/ 8373832 w 11677525"/>
              <a:gd name="connsiteY3284" fmla="*/ 1379547 h 4078220"/>
              <a:gd name="connsiteX3285" fmla="*/ 8406579 w 11677525"/>
              <a:gd name="connsiteY3285" fmla="*/ 1388753 h 4078220"/>
              <a:gd name="connsiteX3286" fmla="*/ 8408968 w 11677525"/>
              <a:gd name="connsiteY3286" fmla="*/ 1412549 h 4078220"/>
              <a:gd name="connsiteX3287" fmla="*/ 8343754 w 11677525"/>
              <a:gd name="connsiteY3287" fmla="*/ 1403723 h 4078220"/>
              <a:gd name="connsiteX3288" fmla="*/ 8342002 w 11677525"/>
              <a:gd name="connsiteY3288" fmla="*/ 1380084 h 4078220"/>
              <a:gd name="connsiteX3289" fmla="*/ 8373832 w 11677525"/>
              <a:gd name="connsiteY3289" fmla="*/ 1379547 h 4078220"/>
              <a:gd name="connsiteX3290" fmla="*/ 2964325 w 11677525"/>
              <a:gd name="connsiteY3290" fmla="*/ 1376585 h 4078220"/>
              <a:gd name="connsiteX3291" fmla="*/ 2971560 w 11677525"/>
              <a:gd name="connsiteY3291" fmla="*/ 1381490 h 4078220"/>
              <a:gd name="connsiteX3292" fmla="*/ 2946135 w 11677525"/>
              <a:gd name="connsiteY3292" fmla="*/ 1394012 h 4078220"/>
              <a:gd name="connsiteX3293" fmla="*/ 2921488 w 11677525"/>
              <a:gd name="connsiteY3293" fmla="*/ 1389352 h 4078220"/>
              <a:gd name="connsiteX3294" fmla="*/ 2946857 w 11677525"/>
              <a:gd name="connsiteY3294" fmla="*/ 1376855 h 4078220"/>
              <a:gd name="connsiteX3295" fmla="*/ 2964325 w 11677525"/>
              <a:gd name="connsiteY3295" fmla="*/ 1376585 h 4078220"/>
              <a:gd name="connsiteX3296" fmla="*/ 9485368 w 11677525"/>
              <a:gd name="connsiteY3296" fmla="*/ 1375548 h 4078220"/>
              <a:gd name="connsiteX3297" fmla="*/ 9526876 w 11677525"/>
              <a:gd name="connsiteY3297" fmla="*/ 1385916 h 4078220"/>
              <a:gd name="connsiteX3298" fmla="*/ 9541103 w 11677525"/>
              <a:gd name="connsiteY3298" fmla="*/ 1412757 h 4078220"/>
              <a:gd name="connsiteX3299" fmla="*/ 9463244 w 11677525"/>
              <a:gd name="connsiteY3299" fmla="*/ 1402786 h 4078220"/>
              <a:gd name="connsiteX3300" fmla="*/ 9449796 w 11677525"/>
              <a:gd name="connsiteY3300" fmla="*/ 1376153 h 4078220"/>
              <a:gd name="connsiteX3301" fmla="*/ 9485368 w 11677525"/>
              <a:gd name="connsiteY3301" fmla="*/ 1375548 h 4078220"/>
              <a:gd name="connsiteX3302" fmla="*/ 7430216 w 11677525"/>
              <a:gd name="connsiteY3302" fmla="*/ 1371466 h 4078220"/>
              <a:gd name="connsiteX3303" fmla="*/ 7440052 w 11677525"/>
              <a:gd name="connsiteY3303" fmla="*/ 1372899 h 4078220"/>
              <a:gd name="connsiteX3304" fmla="*/ 7439052 w 11677525"/>
              <a:gd name="connsiteY3304" fmla="*/ 1376648 h 4078220"/>
              <a:gd name="connsiteX3305" fmla="*/ 7429188 w 11677525"/>
              <a:gd name="connsiteY3305" fmla="*/ 1375242 h 4078220"/>
              <a:gd name="connsiteX3306" fmla="*/ 7430216 w 11677525"/>
              <a:gd name="connsiteY3306" fmla="*/ 1371466 h 4078220"/>
              <a:gd name="connsiteX3307" fmla="*/ 10758265 w 11677525"/>
              <a:gd name="connsiteY3307" fmla="*/ 1369384 h 4078220"/>
              <a:gd name="connsiteX3308" fmla="*/ 10762933 w 11677525"/>
              <a:gd name="connsiteY3308" fmla="*/ 1369931 h 4078220"/>
              <a:gd name="connsiteX3309" fmla="*/ 10764488 w 11677525"/>
              <a:gd name="connsiteY3309" fmla="*/ 1371441 h 4078220"/>
              <a:gd name="connsiteX3310" fmla="*/ 10759711 w 11677525"/>
              <a:gd name="connsiteY3310" fmla="*/ 1370894 h 4078220"/>
              <a:gd name="connsiteX3311" fmla="*/ 10758265 w 11677525"/>
              <a:gd name="connsiteY3311" fmla="*/ 1369384 h 4078220"/>
              <a:gd name="connsiteX3312" fmla="*/ 1816612 w 11677525"/>
              <a:gd name="connsiteY3312" fmla="*/ 1369228 h 4078220"/>
              <a:gd name="connsiteX3313" fmla="*/ 1829533 w 11677525"/>
              <a:gd name="connsiteY3313" fmla="*/ 1371884 h 4078220"/>
              <a:gd name="connsiteX3314" fmla="*/ 1811860 w 11677525"/>
              <a:gd name="connsiteY3314" fmla="*/ 1379017 h 4078220"/>
              <a:gd name="connsiteX3315" fmla="*/ 1798912 w 11677525"/>
              <a:gd name="connsiteY3315" fmla="*/ 1376362 h 4078220"/>
              <a:gd name="connsiteX3316" fmla="*/ 1816612 w 11677525"/>
              <a:gd name="connsiteY3316" fmla="*/ 1369228 h 4078220"/>
              <a:gd name="connsiteX3317" fmla="*/ 8602070 w 11677525"/>
              <a:gd name="connsiteY3317" fmla="*/ 1366316 h 4078220"/>
              <a:gd name="connsiteX3318" fmla="*/ 8634900 w 11677525"/>
              <a:gd name="connsiteY3318" fmla="*/ 1375268 h 4078220"/>
              <a:gd name="connsiteX3319" fmla="*/ 8639318 w 11677525"/>
              <a:gd name="connsiteY3319" fmla="*/ 1398439 h 4078220"/>
              <a:gd name="connsiteX3320" fmla="*/ 8574659 w 11677525"/>
              <a:gd name="connsiteY3320" fmla="*/ 1389847 h 4078220"/>
              <a:gd name="connsiteX3321" fmla="*/ 8570991 w 11677525"/>
              <a:gd name="connsiteY3321" fmla="*/ 1366833 h 4078220"/>
              <a:gd name="connsiteX3322" fmla="*/ 8602070 w 11677525"/>
              <a:gd name="connsiteY3322" fmla="*/ 1366316 h 4078220"/>
              <a:gd name="connsiteX3323" fmla="*/ 2729632 w 11677525"/>
              <a:gd name="connsiteY3323" fmla="*/ 1362172 h 4078220"/>
              <a:gd name="connsiteX3324" fmla="*/ 2736291 w 11677525"/>
              <a:gd name="connsiteY3324" fmla="*/ 1366988 h 4078220"/>
              <a:gd name="connsiteX3325" fmla="*/ 2709977 w 11677525"/>
              <a:gd name="connsiteY3325" fmla="*/ 1379407 h 4078220"/>
              <a:gd name="connsiteX3326" fmla="*/ 2685775 w 11677525"/>
              <a:gd name="connsiteY3326" fmla="*/ 1374799 h 4078220"/>
              <a:gd name="connsiteX3327" fmla="*/ 2712200 w 11677525"/>
              <a:gd name="connsiteY3327" fmla="*/ 1362432 h 4078220"/>
              <a:gd name="connsiteX3328" fmla="*/ 2729632 w 11677525"/>
              <a:gd name="connsiteY3328" fmla="*/ 1362172 h 4078220"/>
              <a:gd name="connsiteX3329" fmla="*/ 7679822 w 11677525"/>
              <a:gd name="connsiteY3329" fmla="*/ 1360428 h 4078220"/>
              <a:gd name="connsiteX3330" fmla="*/ 7696716 w 11677525"/>
              <a:gd name="connsiteY3330" fmla="*/ 1362745 h 4078220"/>
              <a:gd name="connsiteX3331" fmla="*/ 7695660 w 11677525"/>
              <a:gd name="connsiteY3331" fmla="*/ 1369150 h 4078220"/>
              <a:gd name="connsiteX3332" fmla="*/ 7678627 w 11677525"/>
              <a:gd name="connsiteY3332" fmla="*/ 1366755 h 4078220"/>
              <a:gd name="connsiteX3333" fmla="*/ 7679822 w 11677525"/>
              <a:gd name="connsiteY3333" fmla="*/ 1360428 h 4078220"/>
              <a:gd name="connsiteX3334" fmla="*/ 9689762 w 11677525"/>
              <a:gd name="connsiteY3334" fmla="*/ 1356562 h 4078220"/>
              <a:gd name="connsiteX3335" fmla="*/ 9739498 w 11677525"/>
              <a:gd name="connsiteY3335" fmla="*/ 1368681 h 4078220"/>
              <a:gd name="connsiteX3336" fmla="*/ 9759116 w 11677525"/>
              <a:gd name="connsiteY3336" fmla="*/ 1400131 h 4078220"/>
              <a:gd name="connsiteX3337" fmla="*/ 9666253 w 11677525"/>
              <a:gd name="connsiteY3337" fmla="*/ 1388415 h 4078220"/>
              <a:gd name="connsiteX3338" fmla="*/ 9647859 w 11677525"/>
              <a:gd name="connsiteY3338" fmla="*/ 1357252 h 4078220"/>
              <a:gd name="connsiteX3339" fmla="*/ 9689762 w 11677525"/>
              <a:gd name="connsiteY3339" fmla="*/ 1356562 h 4078220"/>
              <a:gd name="connsiteX3340" fmla="*/ 3665167 w 11677525"/>
              <a:gd name="connsiteY3340" fmla="*/ 1355274 h 4078220"/>
              <a:gd name="connsiteX3341" fmla="*/ 3668418 w 11677525"/>
              <a:gd name="connsiteY3341" fmla="*/ 1355820 h 4078220"/>
              <a:gd name="connsiteX3342" fmla="*/ 3665722 w 11677525"/>
              <a:gd name="connsiteY3342" fmla="*/ 1357305 h 4078220"/>
              <a:gd name="connsiteX3343" fmla="*/ 3662639 w 11677525"/>
              <a:gd name="connsiteY3343" fmla="*/ 1356758 h 4078220"/>
              <a:gd name="connsiteX3344" fmla="*/ 3665167 w 11677525"/>
              <a:gd name="connsiteY3344" fmla="*/ 1355274 h 4078220"/>
              <a:gd name="connsiteX3345" fmla="*/ 1610547 w 11677525"/>
              <a:gd name="connsiteY3345" fmla="*/ 1355039 h 4078220"/>
              <a:gd name="connsiteX3346" fmla="*/ 1613853 w 11677525"/>
              <a:gd name="connsiteY3346" fmla="*/ 1355716 h 4078220"/>
              <a:gd name="connsiteX3347" fmla="*/ 1609102 w 11677525"/>
              <a:gd name="connsiteY3347" fmla="*/ 1357565 h 4078220"/>
              <a:gd name="connsiteX3348" fmla="*/ 1605795 w 11677525"/>
              <a:gd name="connsiteY3348" fmla="*/ 1356888 h 4078220"/>
              <a:gd name="connsiteX3349" fmla="*/ 1610547 w 11677525"/>
              <a:gd name="connsiteY3349" fmla="*/ 1355039 h 4078220"/>
              <a:gd name="connsiteX3350" fmla="*/ 8822022 w 11677525"/>
              <a:gd name="connsiteY3350" fmla="*/ 1350041 h 4078220"/>
              <a:gd name="connsiteX3351" fmla="*/ 8859778 w 11677525"/>
              <a:gd name="connsiteY3351" fmla="*/ 1360037 h 4078220"/>
              <a:gd name="connsiteX3352" fmla="*/ 8866973 w 11677525"/>
              <a:gd name="connsiteY3352" fmla="*/ 1385967 h 4078220"/>
              <a:gd name="connsiteX3353" fmla="*/ 8793452 w 11677525"/>
              <a:gd name="connsiteY3353" fmla="*/ 1376361 h 4078220"/>
              <a:gd name="connsiteX3354" fmla="*/ 8787143 w 11677525"/>
              <a:gd name="connsiteY3354" fmla="*/ 1350587 h 4078220"/>
              <a:gd name="connsiteX3355" fmla="*/ 8822022 w 11677525"/>
              <a:gd name="connsiteY3355" fmla="*/ 1350041 h 4078220"/>
              <a:gd name="connsiteX3356" fmla="*/ 7915564 w 11677525"/>
              <a:gd name="connsiteY3356" fmla="*/ 1346240 h 4078220"/>
              <a:gd name="connsiteX3357" fmla="*/ 7944684 w 11677525"/>
              <a:gd name="connsiteY3357" fmla="*/ 1350171 h 4078220"/>
              <a:gd name="connsiteX3358" fmla="*/ 7943795 w 11677525"/>
              <a:gd name="connsiteY3358" fmla="*/ 1360923 h 4078220"/>
              <a:gd name="connsiteX3359" fmla="*/ 7914564 w 11677525"/>
              <a:gd name="connsiteY3359" fmla="*/ 1356966 h 4078220"/>
              <a:gd name="connsiteX3360" fmla="*/ 7915564 w 11677525"/>
              <a:gd name="connsiteY3360" fmla="*/ 1346240 h 4078220"/>
              <a:gd name="connsiteX3361" fmla="*/ 2508504 w 11677525"/>
              <a:gd name="connsiteY3361" fmla="*/ 1345244 h 4078220"/>
              <a:gd name="connsiteX3362" fmla="*/ 2515582 w 11677525"/>
              <a:gd name="connsiteY3362" fmla="*/ 1350744 h 4078220"/>
              <a:gd name="connsiteX3363" fmla="*/ 2484240 w 11677525"/>
              <a:gd name="connsiteY3363" fmla="*/ 1364828 h 4078220"/>
              <a:gd name="connsiteX3364" fmla="*/ 2457120 w 11677525"/>
              <a:gd name="connsiteY3364" fmla="*/ 1359621 h 4078220"/>
              <a:gd name="connsiteX3365" fmla="*/ 2488463 w 11677525"/>
              <a:gd name="connsiteY3365" fmla="*/ 1345563 h 4078220"/>
              <a:gd name="connsiteX3366" fmla="*/ 2508504 w 11677525"/>
              <a:gd name="connsiteY3366" fmla="*/ 1345244 h 4078220"/>
              <a:gd name="connsiteX3367" fmla="*/ 3408281 w 11677525"/>
              <a:gd name="connsiteY3367" fmla="*/ 1342152 h 4078220"/>
              <a:gd name="connsiteX3368" fmla="*/ 3420423 w 11677525"/>
              <a:gd name="connsiteY3368" fmla="*/ 1344339 h 4078220"/>
              <a:gd name="connsiteX3369" fmla="*/ 3409392 w 11677525"/>
              <a:gd name="connsiteY3369" fmla="*/ 1350222 h 4078220"/>
              <a:gd name="connsiteX3370" fmla="*/ 3397277 w 11677525"/>
              <a:gd name="connsiteY3370" fmla="*/ 1348062 h 4078220"/>
              <a:gd name="connsiteX3371" fmla="*/ 3408281 w 11677525"/>
              <a:gd name="connsiteY3371" fmla="*/ 1342152 h 4078220"/>
              <a:gd name="connsiteX3372" fmla="*/ 9890231 w 11677525"/>
              <a:gd name="connsiteY3372" fmla="*/ 1340629 h 4078220"/>
              <a:gd name="connsiteX3373" fmla="*/ 9941174 w 11677525"/>
              <a:gd name="connsiteY3373" fmla="*/ 1352748 h 4078220"/>
              <a:gd name="connsiteX3374" fmla="*/ 9963348 w 11677525"/>
              <a:gd name="connsiteY3374" fmla="*/ 1384198 h 4078220"/>
              <a:gd name="connsiteX3375" fmla="*/ 9869068 w 11677525"/>
              <a:gd name="connsiteY3375" fmla="*/ 1372508 h 4078220"/>
              <a:gd name="connsiteX3376" fmla="*/ 9848230 w 11677525"/>
              <a:gd name="connsiteY3376" fmla="*/ 1341319 h 4078220"/>
              <a:gd name="connsiteX3377" fmla="*/ 9890231 w 11677525"/>
              <a:gd name="connsiteY3377" fmla="*/ 1340629 h 4078220"/>
              <a:gd name="connsiteX3378" fmla="*/ 9035868 w 11677525"/>
              <a:gd name="connsiteY3378" fmla="*/ 1336940 h 4078220"/>
              <a:gd name="connsiteX3379" fmla="*/ 9070900 w 11677525"/>
              <a:gd name="connsiteY3379" fmla="*/ 1345980 h 4078220"/>
              <a:gd name="connsiteX3380" fmla="*/ 9079487 w 11677525"/>
              <a:gd name="connsiteY3380" fmla="*/ 1369384 h 4078220"/>
              <a:gd name="connsiteX3381" fmla="*/ 9012020 w 11677525"/>
              <a:gd name="connsiteY3381" fmla="*/ 1360714 h 4078220"/>
              <a:gd name="connsiteX3382" fmla="*/ 9004213 w 11677525"/>
              <a:gd name="connsiteY3382" fmla="*/ 1337466 h 4078220"/>
              <a:gd name="connsiteX3383" fmla="*/ 9035868 w 11677525"/>
              <a:gd name="connsiteY3383" fmla="*/ 1336940 h 4078220"/>
              <a:gd name="connsiteX3384" fmla="*/ 1413624 w 11677525"/>
              <a:gd name="connsiteY3384" fmla="*/ 1336503 h 4078220"/>
              <a:gd name="connsiteX3385" fmla="*/ 1418125 w 11677525"/>
              <a:gd name="connsiteY3385" fmla="*/ 1337414 h 4078220"/>
              <a:gd name="connsiteX3386" fmla="*/ 1411289 w 11677525"/>
              <a:gd name="connsiteY3386" fmla="*/ 1339965 h 4078220"/>
              <a:gd name="connsiteX3387" fmla="*/ 1406788 w 11677525"/>
              <a:gd name="connsiteY3387" fmla="*/ 1339080 h 4078220"/>
              <a:gd name="connsiteX3388" fmla="*/ 1413624 w 11677525"/>
              <a:gd name="connsiteY3388" fmla="*/ 1336503 h 4078220"/>
              <a:gd name="connsiteX3389" fmla="*/ 2272478 w 11677525"/>
              <a:gd name="connsiteY3389" fmla="*/ 1333925 h 4078220"/>
              <a:gd name="connsiteX3390" fmla="*/ 2285621 w 11677525"/>
              <a:gd name="connsiteY3390" fmla="*/ 1336477 h 4078220"/>
              <a:gd name="connsiteX3391" fmla="*/ 2269532 w 11677525"/>
              <a:gd name="connsiteY3391" fmla="*/ 1343428 h 4078220"/>
              <a:gd name="connsiteX3392" fmla="*/ 2256251 w 11677525"/>
              <a:gd name="connsiteY3392" fmla="*/ 1340850 h 4078220"/>
              <a:gd name="connsiteX3393" fmla="*/ 2272478 w 11677525"/>
              <a:gd name="connsiteY3393" fmla="*/ 1333925 h 4078220"/>
              <a:gd name="connsiteX3394" fmla="*/ 10090034 w 11677525"/>
              <a:gd name="connsiteY3394" fmla="*/ 1330222 h 4078220"/>
              <a:gd name="connsiteX3395" fmla="*/ 10128733 w 11677525"/>
              <a:gd name="connsiteY3395" fmla="*/ 1339184 h 4078220"/>
              <a:gd name="connsiteX3396" fmla="*/ 10146850 w 11677525"/>
              <a:gd name="connsiteY3396" fmla="*/ 1362485 h 4078220"/>
              <a:gd name="connsiteX3397" fmla="*/ 10076161 w 11677525"/>
              <a:gd name="connsiteY3397" fmla="*/ 1353867 h 4078220"/>
              <a:gd name="connsiteX3398" fmla="*/ 10058629 w 11677525"/>
              <a:gd name="connsiteY3398" fmla="*/ 1330749 h 4078220"/>
              <a:gd name="connsiteX3399" fmla="*/ 10090034 w 11677525"/>
              <a:gd name="connsiteY3399" fmla="*/ 1330222 h 4078220"/>
              <a:gd name="connsiteX3400" fmla="*/ 8161818 w 11677525"/>
              <a:gd name="connsiteY3400" fmla="*/ 1326854 h 4078220"/>
              <a:gd name="connsiteX3401" fmla="*/ 8189511 w 11677525"/>
              <a:gd name="connsiteY3401" fmla="*/ 1334655 h 4078220"/>
              <a:gd name="connsiteX3402" fmla="*/ 8189900 w 11677525"/>
              <a:gd name="connsiteY3402" fmla="*/ 1354883 h 4078220"/>
              <a:gd name="connsiteX3403" fmla="*/ 8133965 w 11677525"/>
              <a:gd name="connsiteY3403" fmla="*/ 1347386 h 4078220"/>
              <a:gd name="connsiteX3404" fmla="*/ 8134105 w 11677525"/>
              <a:gd name="connsiteY3404" fmla="*/ 1327313 h 4078220"/>
              <a:gd name="connsiteX3405" fmla="*/ 8161818 w 11677525"/>
              <a:gd name="connsiteY3405" fmla="*/ 1326854 h 4078220"/>
              <a:gd name="connsiteX3406" fmla="*/ 3182338 w 11677525"/>
              <a:gd name="connsiteY3406" fmla="*/ 1325651 h 4078220"/>
              <a:gd name="connsiteX3407" fmla="*/ 3189240 w 11677525"/>
              <a:gd name="connsiteY3407" fmla="*/ 1330021 h 4078220"/>
              <a:gd name="connsiteX3408" fmla="*/ 3166844 w 11677525"/>
              <a:gd name="connsiteY3408" fmla="*/ 1341346 h 4078220"/>
              <a:gd name="connsiteX3409" fmla="*/ 3143836 w 11677525"/>
              <a:gd name="connsiteY3409" fmla="*/ 1337180 h 4078220"/>
              <a:gd name="connsiteX3410" fmla="*/ 3166205 w 11677525"/>
              <a:gd name="connsiteY3410" fmla="*/ 1325907 h 4078220"/>
              <a:gd name="connsiteX3411" fmla="*/ 3182338 w 11677525"/>
              <a:gd name="connsiteY3411" fmla="*/ 1325651 h 4078220"/>
              <a:gd name="connsiteX3412" fmla="*/ 10274974 w 11677525"/>
              <a:gd name="connsiteY3412" fmla="*/ 1323486 h 4078220"/>
              <a:gd name="connsiteX3413" fmla="*/ 10306290 w 11677525"/>
              <a:gd name="connsiteY3413" fmla="*/ 1327234 h 4078220"/>
              <a:gd name="connsiteX3414" fmla="*/ 10315070 w 11677525"/>
              <a:gd name="connsiteY3414" fmla="*/ 1337440 h 4078220"/>
              <a:gd name="connsiteX3415" fmla="*/ 10283532 w 11677525"/>
              <a:gd name="connsiteY3415" fmla="*/ 1333665 h 4078220"/>
              <a:gd name="connsiteX3416" fmla="*/ 10274974 w 11677525"/>
              <a:gd name="connsiteY3416" fmla="*/ 1323486 h 4078220"/>
              <a:gd name="connsiteX3417" fmla="*/ 9243635 w 11677525"/>
              <a:gd name="connsiteY3417" fmla="*/ 1323222 h 4078220"/>
              <a:gd name="connsiteX3418" fmla="*/ 9276465 w 11677525"/>
              <a:gd name="connsiteY3418" fmla="*/ 1331479 h 4078220"/>
              <a:gd name="connsiteX3419" fmla="*/ 9285885 w 11677525"/>
              <a:gd name="connsiteY3419" fmla="*/ 1352775 h 4078220"/>
              <a:gd name="connsiteX3420" fmla="*/ 9223587 w 11677525"/>
              <a:gd name="connsiteY3420" fmla="*/ 1344886 h 4078220"/>
              <a:gd name="connsiteX3421" fmla="*/ 9214639 w 11677525"/>
              <a:gd name="connsiteY3421" fmla="*/ 1323694 h 4078220"/>
              <a:gd name="connsiteX3422" fmla="*/ 9243635 w 11677525"/>
              <a:gd name="connsiteY3422" fmla="*/ 1323222 h 4078220"/>
              <a:gd name="connsiteX3423" fmla="*/ 7246824 w 11677525"/>
              <a:gd name="connsiteY3423" fmla="*/ 1320310 h 4078220"/>
              <a:gd name="connsiteX3424" fmla="*/ 7248658 w 11677525"/>
              <a:gd name="connsiteY3424" fmla="*/ 1320596 h 4078220"/>
              <a:gd name="connsiteX3425" fmla="*/ 7248380 w 11677525"/>
              <a:gd name="connsiteY3425" fmla="*/ 1321299 h 4078220"/>
              <a:gd name="connsiteX3426" fmla="*/ 7246546 w 11677525"/>
              <a:gd name="connsiteY3426" fmla="*/ 1321038 h 4078220"/>
              <a:gd name="connsiteX3427" fmla="*/ 7246824 w 11677525"/>
              <a:gd name="connsiteY3427" fmla="*/ 1320310 h 4078220"/>
              <a:gd name="connsiteX3428" fmla="*/ 1221619 w 11677525"/>
              <a:gd name="connsiteY3428" fmla="*/ 1319555 h 4078220"/>
              <a:gd name="connsiteX3429" fmla="*/ 1222980 w 11677525"/>
              <a:gd name="connsiteY3429" fmla="*/ 1319789 h 4078220"/>
              <a:gd name="connsiteX3430" fmla="*/ 1220869 w 11677525"/>
              <a:gd name="connsiteY3430" fmla="*/ 1320544 h 4078220"/>
              <a:gd name="connsiteX3431" fmla="*/ 1219729 w 11677525"/>
              <a:gd name="connsiteY3431" fmla="*/ 1320232 h 4078220"/>
              <a:gd name="connsiteX3432" fmla="*/ 1221619 w 11677525"/>
              <a:gd name="connsiteY3432" fmla="*/ 1319555 h 4078220"/>
              <a:gd name="connsiteX3433" fmla="*/ 2083058 w 11677525"/>
              <a:gd name="connsiteY3433" fmla="*/ 1313732 h 4078220"/>
              <a:gd name="connsiteX3434" fmla="*/ 2088031 w 11677525"/>
              <a:gd name="connsiteY3434" fmla="*/ 1318070 h 4078220"/>
              <a:gd name="connsiteX3435" fmla="*/ 2060856 w 11677525"/>
              <a:gd name="connsiteY3435" fmla="*/ 1329291 h 4078220"/>
              <a:gd name="connsiteX3436" fmla="*/ 2039655 w 11677525"/>
              <a:gd name="connsiteY3436" fmla="*/ 1325152 h 4078220"/>
              <a:gd name="connsiteX3437" fmla="*/ 2066913 w 11677525"/>
              <a:gd name="connsiteY3437" fmla="*/ 1313983 h 4078220"/>
              <a:gd name="connsiteX3438" fmla="*/ 2083058 w 11677525"/>
              <a:gd name="connsiteY3438" fmla="*/ 1313732 h 4078220"/>
              <a:gd name="connsiteX3439" fmla="*/ 10477898 w 11677525"/>
              <a:gd name="connsiteY3439" fmla="*/ 1312682 h 4078220"/>
              <a:gd name="connsiteX3440" fmla="*/ 10485706 w 11677525"/>
              <a:gd name="connsiteY3440" fmla="*/ 1313619 h 4078220"/>
              <a:gd name="connsiteX3441" fmla="*/ 10487958 w 11677525"/>
              <a:gd name="connsiteY3441" fmla="*/ 1316144 h 4078220"/>
              <a:gd name="connsiteX3442" fmla="*/ 10480176 w 11677525"/>
              <a:gd name="connsiteY3442" fmla="*/ 1315233 h 4078220"/>
              <a:gd name="connsiteX3443" fmla="*/ 10477898 w 11677525"/>
              <a:gd name="connsiteY3443" fmla="*/ 1312682 h 4078220"/>
              <a:gd name="connsiteX3444" fmla="*/ 8383988 w 11677525"/>
              <a:gd name="connsiteY3444" fmla="*/ 1310771 h 4078220"/>
              <a:gd name="connsiteX3445" fmla="*/ 8417971 w 11677525"/>
              <a:gd name="connsiteY3445" fmla="*/ 1320075 h 4078220"/>
              <a:gd name="connsiteX3446" fmla="*/ 8420389 w 11677525"/>
              <a:gd name="connsiteY3446" fmla="*/ 1344078 h 4078220"/>
              <a:gd name="connsiteX3447" fmla="*/ 8352923 w 11677525"/>
              <a:gd name="connsiteY3447" fmla="*/ 1335174 h 4078220"/>
              <a:gd name="connsiteX3448" fmla="*/ 8351088 w 11677525"/>
              <a:gd name="connsiteY3448" fmla="*/ 1311327 h 4078220"/>
              <a:gd name="connsiteX3449" fmla="*/ 8383988 w 11677525"/>
              <a:gd name="connsiteY3449" fmla="*/ 1310771 h 4078220"/>
              <a:gd name="connsiteX3450" fmla="*/ 7492930 w 11677525"/>
              <a:gd name="connsiteY3450" fmla="*/ 1310573 h 4078220"/>
              <a:gd name="connsiteX3451" fmla="*/ 7496736 w 11677525"/>
              <a:gd name="connsiteY3451" fmla="*/ 1311120 h 4078220"/>
              <a:gd name="connsiteX3452" fmla="*/ 7496347 w 11677525"/>
              <a:gd name="connsiteY3452" fmla="*/ 1312577 h 4078220"/>
              <a:gd name="connsiteX3453" fmla="*/ 7492485 w 11677525"/>
              <a:gd name="connsiteY3453" fmla="*/ 1312031 h 4078220"/>
              <a:gd name="connsiteX3454" fmla="*/ 7492930 w 11677525"/>
              <a:gd name="connsiteY3454" fmla="*/ 1310573 h 4078220"/>
              <a:gd name="connsiteX3455" fmla="*/ 2957096 w 11677525"/>
              <a:gd name="connsiteY3455" fmla="*/ 1309424 h 4078220"/>
              <a:gd name="connsiteX3456" fmla="*/ 2965252 w 11677525"/>
              <a:gd name="connsiteY3456" fmla="*/ 1314868 h 4078220"/>
              <a:gd name="connsiteX3457" fmla="*/ 2936076 w 11677525"/>
              <a:gd name="connsiteY3457" fmla="*/ 1328979 h 4078220"/>
              <a:gd name="connsiteX3458" fmla="*/ 2907622 w 11677525"/>
              <a:gd name="connsiteY3458" fmla="*/ 1323772 h 4078220"/>
              <a:gd name="connsiteX3459" fmla="*/ 2936937 w 11677525"/>
              <a:gd name="connsiteY3459" fmla="*/ 1309740 h 4078220"/>
              <a:gd name="connsiteX3460" fmla="*/ 2957096 w 11677525"/>
              <a:gd name="connsiteY3460" fmla="*/ 1309424 h 4078220"/>
              <a:gd name="connsiteX3461" fmla="*/ 9443664 w 11677525"/>
              <a:gd name="connsiteY3461" fmla="*/ 1305044 h 4078220"/>
              <a:gd name="connsiteX3462" fmla="*/ 9483835 w 11677525"/>
              <a:gd name="connsiteY3462" fmla="*/ 1314816 h 4078220"/>
              <a:gd name="connsiteX3463" fmla="*/ 9497285 w 11677525"/>
              <a:gd name="connsiteY3463" fmla="*/ 1340252 h 4078220"/>
              <a:gd name="connsiteX3464" fmla="*/ 9421678 w 11677525"/>
              <a:gd name="connsiteY3464" fmla="*/ 1330801 h 4078220"/>
              <a:gd name="connsiteX3465" fmla="*/ 9409034 w 11677525"/>
              <a:gd name="connsiteY3465" fmla="*/ 1305600 h 4078220"/>
              <a:gd name="connsiteX3466" fmla="*/ 9443664 w 11677525"/>
              <a:gd name="connsiteY3466" fmla="*/ 1305044 h 4078220"/>
              <a:gd name="connsiteX3467" fmla="*/ 1880682 w 11677525"/>
              <a:gd name="connsiteY3467" fmla="*/ 1297683 h 4078220"/>
              <a:gd name="connsiteX3468" fmla="*/ 1884494 w 11677525"/>
              <a:gd name="connsiteY3468" fmla="*/ 1301279 h 4078220"/>
              <a:gd name="connsiteX3469" fmla="*/ 1861209 w 11677525"/>
              <a:gd name="connsiteY3469" fmla="*/ 1310547 h 4078220"/>
              <a:gd name="connsiteX3470" fmla="*/ 1843899 w 11677525"/>
              <a:gd name="connsiteY3470" fmla="*/ 1307110 h 4078220"/>
              <a:gd name="connsiteX3471" fmla="*/ 1867239 w 11677525"/>
              <a:gd name="connsiteY3471" fmla="*/ 1297894 h 4078220"/>
              <a:gd name="connsiteX3472" fmla="*/ 1880682 w 11677525"/>
              <a:gd name="connsiteY3472" fmla="*/ 1297683 h 4078220"/>
              <a:gd name="connsiteX3473" fmla="*/ 10663762 w 11677525"/>
              <a:gd name="connsiteY3473" fmla="*/ 1297426 h 4078220"/>
              <a:gd name="connsiteX3474" fmla="*/ 10668292 w 11677525"/>
              <a:gd name="connsiteY3474" fmla="*/ 1297946 h 4078220"/>
              <a:gd name="connsiteX3475" fmla="*/ 10669682 w 11677525"/>
              <a:gd name="connsiteY3475" fmla="*/ 1299378 h 4078220"/>
              <a:gd name="connsiteX3476" fmla="*/ 10665207 w 11677525"/>
              <a:gd name="connsiteY3476" fmla="*/ 1298857 h 4078220"/>
              <a:gd name="connsiteX3477" fmla="*/ 10663762 w 11677525"/>
              <a:gd name="connsiteY3477" fmla="*/ 1297426 h 4078220"/>
              <a:gd name="connsiteX3478" fmla="*/ 8598702 w 11677525"/>
              <a:gd name="connsiteY3478" fmla="*/ 1297130 h 4078220"/>
              <a:gd name="connsiteX3479" fmla="*/ 8632705 w 11677525"/>
              <a:gd name="connsiteY3479" fmla="*/ 1306173 h 4078220"/>
              <a:gd name="connsiteX3480" fmla="*/ 8637178 w 11677525"/>
              <a:gd name="connsiteY3480" fmla="*/ 1329578 h 4078220"/>
              <a:gd name="connsiteX3481" fmla="*/ 8570241 w 11677525"/>
              <a:gd name="connsiteY3481" fmla="*/ 1320883 h 4078220"/>
              <a:gd name="connsiteX3482" fmla="*/ 8566405 w 11677525"/>
              <a:gd name="connsiteY3482" fmla="*/ 1297634 h 4078220"/>
              <a:gd name="connsiteX3483" fmla="*/ 8598702 w 11677525"/>
              <a:gd name="connsiteY3483" fmla="*/ 1297130 h 4078220"/>
              <a:gd name="connsiteX3484" fmla="*/ 3615013 w 11677525"/>
              <a:gd name="connsiteY3484" fmla="*/ 1295187 h 4078220"/>
              <a:gd name="connsiteX3485" fmla="*/ 3618042 w 11677525"/>
              <a:gd name="connsiteY3485" fmla="*/ 1295708 h 4078220"/>
              <a:gd name="connsiteX3486" fmla="*/ 3615457 w 11677525"/>
              <a:gd name="connsiteY3486" fmla="*/ 1297140 h 4078220"/>
              <a:gd name="connsiteX3487" fmla="*/ 3612373 w 11677525"/>
              <a:gd name="connsiteY3487" fmla="*/ 1296619 h 4078220"/>
              <a:gd name="connsiteX3488" fmla="*/ 3615013 w 11677525"/>
              <a:gd name="connsiteY3488" fmla="*/ 1295187 h 4078220"/>
              <a:gd name="connsiteX3489" fmla="*/ 7717223 w 11677525"/>
              <a:gd name="connsiteY3489" fmla="*/ 1293442 h 4078220"/>
              <a:gd name="connsiteX3490" fmla="*/ 7745455 w 11677525"/>
              <a:gd name="connsiteY3490" fmla="*/ 1297165 h 4078220"/>
              <a:gd name="connsiteX3491" fmla="*/ 7743704 w 11677525"/>
              <a:gd name="connsiteY3491" fmla="*/ 1307475 h 4078220"/>
              <a:gd name="connsiteX3492" fmla="*/ 7715472 w 11677525"/>
              <a:gd name="connsiteY3492" fmla="*/ 1303674 h 4078220"/>
              <a:gd name="connsiteX3493" fmla="*/ 7717223 w 11677525"/>
              <a:gd name="connsiteY3493" fmla="*/ 1293442 h 4078220"/>
              <a:gd name="connsiteX3494" fmla="*/ 2741091 w 11677525"/>
              <a:gd name="connsiteY3494" fmla="*/ 1292874 h 4078220"/>
              <a:gd name="connsiteX3495" fmla="*/ 2749711 w 11677525"/>
              <a:gd name="connsiteY3495" fmla="*/ 1298962 h 4078220"/>
              <a:gd name="connsiteX3496" fmla="*/ 2715646 w 11677525"/>
              <a:gd name="connsiteY3496" fmla="*/ 1314660 h 4078220"/>
              <a:gd name="connsiteX3497" fmla="*/ 2684303 w 11677525"/>
              <a:gd name="connsiteY3497" fmla="*/ 1308829 h 4078220"/>
              <a:gd name="connsiteX3498" fmla="*/ 2718507 w 11677525"/>
              <a:gd name="connsiteY3498" fmla="*/ 1293208 h 4078220"/>
              <a:gd name="connsiteX3499" fmla="*/ 2741091 w 11677525"/>
              <a:gd name="connsiteY3499" fmla="*/ 1292874 h 4078220"/>
              <a:gd name="connsiteX3500" fmla="*/ 1671844 w 11677525"/>
              <a:gd name="connsiteY3500" fmla="*/ 1285450 h 4078220"/>
              <a:gd name="connsiteX3501" fmla="*/ 1675095 w 11677525"/>
              <a:gd name="connsiteY3501" fmla="*/ 1286074 h 4078220"/>
              <a:gd name="connsiteX3502" fmla="*/ 1670482 w 11677525"/>
              <a:gd name="connsiteY3502" fmla="*/ 1287845 h 4078220"/>
              <a:gd name="connsiteX3503" fmla="*/ 1667260 w 11677525"/>
              <a:gd name="connsiteY3503" fmla="*/ 1287194 h 4078220"/>
              <a:gd name="connsiteX3504" fmla="*/ 1671844 w 11677525"/>
              <a:gd name="connsiteY3504" fmla="*/ 1285450 h 4078220"/>
              <a:gd name="connsiteX3505" fmla="*/ 9636650 w 11677525"/>
              <a:gd name="connsiteY3505" fmla="*/ 1284536 h 4078220"/>
              <a:gd name="connsiteX3506" fmla="*/ 9689482 w 11677525"/>
              <a:gd name="connsiteY3506" fmla="*/ 1297087 h 4078220"/>
              <a:gd name="connsiteX3507" fmla="*/ 9709518 w 11677525"/>
              <a:gd name="connsiteY3507" fmla="*/ 1329708 h 4078220"/>
              <a:gd name="connsiteX3508" fmla="*/ 9610792 w 11677525"/>
              <a:gd name="connsiteY3508" fmla="*/ 1317576 h 4078220"/>
              <a:gd name="connsiteX3509" fmla="*/ 9592009 w 11677525"/>
              <a:gd name="connsiteY3509" fmla="*/ 1285242 h 4078220"/>
              <a:gd name="connsiteX3510" fmla="*/ 9636650 w 11677525"/>
              <a:gd name="connsiteY3510" fmla="*/ 1284536 h 4078220"/>
              <a:gd name="connsiteX3511" fmla="*/ 10845236 w 11677525"/>
              <a:gd name="connsiteY3511" fmla="*/ 1282039 h 4078220"/>
              <a:gd name="connsiteX3512" fmla="*/ 10847488 w 11677525"/>
              <a:gd name="connsiteY3512" fmla="*/ 1282300 h 4078220"/>
              <a:gd name="connsiteX3513" fmla="*/ 10848070 w 11677525"/>
              <a:gd name="connsiteY3513" fmla="*/ 1282977 h 4078220"/>
              <a:gd name="connsiteX3514" fmla="*/ 10845930 w 11677525"/>
              <a:gd name="connsiteY3514" fmla="*/ 1282742 h 4078220"/>
              <a:gd name="connsiteX3515" fmla="*/ 10845236 w 11677525"/>
              <a:gd name="connsiteY3515" fmla="*/ 1282039 h 4078220"/>
              <a:gd name="connsiteX3516" fmla="*/ 8806364 w 11677525"/>
              <a:gd name="connsiteY3516" fmla="*/ 1281548 h 4078220"/>
              <a:gd name="connsiteX3517" fmla="*/ 8843578 w 11677525"/>
              <a:gd name="connsiteY3517" fmla="*/ 1291177 h 4078220"/>
              <a:gd name="connsiteX3518" fmla="*/ 8850469 w 11677525"/>
              <a:gd name="connsiteY3518" fmla="*/ 1316066 h 4078220"/>
              <a:gd name="connsiteX3519" fmla="*/ 8778085 w 11677525"/>
              <a:gd name="connsiteY3519" fmla="*/ 1306823 h 4078220"/>
              <a:gd name="connsiteX3520" fmla="*/ 8771778 w 11677525"/>
              <a:gd name="connsiteY3520" fmla="*/ 1282092 h 4078220"/>
              <a:gd name="connsiteX3521" fmla="*/ 8806364 w 11677525"/>
              <a:gd name="connsiteY3521" fmla="*/ 1281548 h 4078220"/>
              <a:gd name="connsiteX3522" fmla="*/ 3377688 w 11677525"/>
              <a:gd name="connsiteY3522" fmla="*/ 1279201 h 4078220"/>
              <a:gd name="connsiteX3523" fmla="*/ 3391637 w 11677525"/>
              <a:gd name="connsiteY3523" fmla="*/ 1281649 h 4078220"/>
              <a:gd name="connsiteX3524" fmla="*/ 3378744 w 11677525"/>
              <a:gd name="connsiteY3524" fmla="*/ 1288313 h 4078220"/>
              <a:gd name="connsiteX3525" fmla="*/ 3364740 w 11677525"/>
              <a:gd name="connsiteY3525" fmla="*/ 1285840 h 4078220"/>
              <a:gd name="connsiteX3526" fmla="*/ 3377688 w 11677525"/>
              <a:gd name="connsiteY3526" fmla="*/ 1279201 h 4078220"/>
              <a:gd name="connsiteX3527" fmla="*/ 7957494 w 11677525"/>
              <a:gd name="connsiteY3527" fmla="*/ 1276677 h 4078220"/>
              <a:gd name="connsiteX3528" fmla="*/ 7979806 w 11677525"/>
              <a:gd name="connsiteY3528" fmla="*/ 1282976 h 4078220"/>
              <a:gd name="connsiteX3529" fmla="*/ 7978611 w 11677525"/>
              <a:gd name="connsiteY3529" fmla="*/ 1299143 h 4078220"/>
              <a:gd name="connsiteX3530" fmla="*/ 7933347 w 11677525"/>
              <a:gd name="connsiteY3530" fmla="*/ 1293130 h 4078220"/>
              <a:gd name="connsiteX3531" fmla="*/ 7934680 w 11677525"/>
              <a:gd name="connsiteY3531" fmla="*/ 1277015 h 4078220"/>
              <a:gd name="connsiteX3532" fmla="*/ 7957494 w 11677525"/>
              <a:gd name="connsiteY3532" fmla="*/ 1276677 h 4078220"/>
              <a:gd name="connsiteX3533" fmla="*/ 2536673 w 11677525"/>
              <a:gd name="connsiteY3533" fmla="*/ 1274607 h 4078220"/>
              <a:gd name="connsiteX3534" fmla="*/ 2546314 w 11677525"/>
              <a:gd name="connsiteY3534" fmla="*/ 1281856 h 4078220"/>
              <a:gd name="connsiteX3535" fmla="*/ 2503941 w 11677525"/>
              <a:gd name="connsiteY3535" fmla="*/ 1300524 h 4078220"/>
              <a:gd name="connsiteX3536" fmla="*/ 2467068 w 11677525"/>
              <a:gd name="connsiteY3536" fmla="*/ 1293598 h 4078220"/>
              <a:gd name="connsiteX3537" fmla="*/ 2509609 w 11677525"/>
              <a:gd name="connsiteY3537" fmla="*/ 1275010 h 4078220"/>
              <a:gd name="connsiteX3538" fmla="*/ 2536673 w 11677525"/>
              <a:gd name="connsiteY3538" fmla="*/ 1274607 h 4078220"/>
              <a:gd name="connsiteX3539" fmla="*/ 9827238 w 11677525"/>
              <a:gd name="connsiteY3539" fmla="*/ 1268775 h 4078220"/>
              <a:gd name="connsiteX3540" fmla="*/ 9881740 w 11677525"/>
              <a:gd name="connsiteY3540" fmla="*/ 1281415 h 4078220"/>
              <a:gd name="connsiteX3541" fmla="*/ 9904773 w 11677525"/>
              <a:gd name="connsiteY3541" fmla="*/ 1314373 h 4078220"/>
              <a:gd name="connsiteX3542" fmla="*/ 9803491 w 11677525"/>
              <a:gd name="connsiteY3542" fmla="*/ 1302086 h 4078220"/>
              <a:gd name="connsiteX3543" fmla="*/ 9781928 w 11677525"/>
              <a:gd name="connsiteY3543" fmla="*/ 1269491 h 4078220"/>
              <a:gd name="connsiteX3544" fmla="*/ 9827238 w 11677525"/>
              <a:gd name="connsiteY3544" fmla="*/ 1268775 h 4078220"/>
              <a:gd name="connsiteX3545" fmla="*/ 9008513 w 11677525"/>
              <a:gd name="connsiteY3545" fmla="*/ 1267952 h 4078220"/>
              <a:gd name="connsiteX3546" fmla="*/ 9044168 w 11677525"/>
              <a:gd name="connsiteY3546" fmla="*/ 1276910 h 4078220"/>
              <a:gd name="connsiteX3547" fmla="*/ 9052477 w 11677525"/>
              <a:gd name="connsiteY3547" fmla="*/ 1300132 h 4078220"/>
              <a:gd name="connsiteX3548" fmla="*/ 8983872 w 11677525"/>
              <a:gd name="connsiteY3548" fmla="*/ 1291515 h 4078220"/>
              <a:gd name="connsiteX3549" fmla="*/ 8976231 w 11677525"/>
              <a:gd name="connsiteY3549" fmla="*/ 1268501 h 4078220"/>
              <a:gd name="connsiteX3550" fmla="*/ 9008513 w 11677525"/>
              <a:gd name="connsiteY3550" fmla="*/ 1267952 h 4078220"/>
              <a:gd name="connsiteX3551" fmla="*/ 1485202 w 11677525"/>
              <a:gd name="connsiteY3551" fmla="*/ 1267356 h 4078220"/>
              <a:gd name="connsiteX3552" fmla="*/ 1489676 w 11677525"/>
              <a:gd name="connsiteY3552" fmla="*/ 1268241 h 4078220"/>
              <a:gd name="connsiteX3553" fmla="*/ 1483118 w 11677525"/>
              <a:gd name="connsiteY3553" fmla="*/ 1270663 h 4078220"/>
              <a:gd name="connsiteX3554" fmla="*/ 1478672 w 11677525"/>
              <a:gd name="connsiteY3554" fmla="*/ 1269777 h 4078220"/>
              <a:gd name="connsiteX3555" fmla="*/ 1485202 w 11677525"/>
              <a:gd name="connsiteY3555" fmla="*/ 1267356 h 4078220"/>
              <a:gd name="connsiteX3556" fmla="*/ 11021488 w 11677525"/>
              <a:gd name="connsiteY3556" fmla="*/ 1266210 h 4078220"/>
              <a:gd name="connsiteX3557" fmla="*/ 11023599 w 11677525"/>
              <a:gd name="connsiteY3557" fmla="*/ 1266471 h 4078220"/>
              <a:gd name="connsiteX3558" fmla="*/ 11024404 w 11677525"/>
              <a:gd name="connsiteY3558" fmla="*/ 1267148 h 4078220"/>
              <a:gd name="connsiteX3559" fmla="*/ 11022125 w 11677525"/>
              <a:gd name="connsiteY3559" fmla="*/ 1266888 h 4078220"/>
              <a:gd name="connsiteX3560" fmla="*/ 11021488 w 11677525"/>
              <a:gd name="connsiteY3560" fmla="*/ 1266210 h 4078220"/>
              <a:gd name="connsiteX3561" fmla="*/ 2321462 w 11677525"/>
              <a:gd name="connsiteY3561" fmla="*/ 1263968 h 4078220"/>
              <a:gd name="connsiteX3562" fmla="*/ 2326411 w 11677525"/>
              <a:gd name="connsiteY3562" fmla="*/ 1267878 h 4078220"/>
              <a:gd name="connsiteX3563" fmla="*/ 2302542 w 11677525"/>
              <a:gd name="connsiteY3563" fmla="*/ 1277978 h 4078220"/>
              <a:gd name="connsiteX3564" fmla="*/ 2282759 w 11677525"/>
              <a:gd name="connsiteY3564" fmla="*/ 1274203 h 4078220"/>
              <a:gd name="connsiteX3565" fmla="*/ 2306739 w 11677525"/>
              <a:gd name="connsiteY3565" fmla="*/ 1264180 h 4078220"/>
              <a:gd name="connsiteX3566" fmla="*/ 2321462 w 11677525"/>
              <a:gd name="connsiteY3566" fmla="*/ 1263968 h 4078220"/>
              <a:gd name="connsiteX3567" fmla="*/ 3170466 w 11677525"/>
              <a:gd name="connsiteY3567" fmla="*/ 1261382 h 4078220"/>
              <a:gd name="connsiteX3568" fmla="*/ 3177763 w 11677525"/>
              <a:gd name="connsiteY3568" fmla="*/ 1265976 h 4078220"/>
              <a:gd name="connsiteX3569" fmla="*/ 3153950 w 11677525"/>
              <a:gd name="connsiteY3569" fmla="*/ 1277744 h 4078220"/>
              <a:gd name="connsiteX3570" fmla="*/ 3129276 w 11677525"/>
              <a:gd name="connsiteY3570" fmla="*/ 1273396 h 4078220"/>
              <a:gd name="connsiteX3571" fmla="*/ 3153228 w 11677525"/>
              <a:gd name="connsiteY3571" fmla="*/ 1261628 h 4078220"/>
              <a:gd name="connsiteX3572" fmla="*/ 3170466 w 11677525"/>
              <a:gd name="connsiteY3572" fmla="*/ 1261382 h 4078220"/>
              <a:gd name="connsiteX3573" fmla="*/ 8174137 w 11677525"/>
              <a:gd name="connsiteY3573" fmla="*/ 1261342 h 4078220"/>
              <a:gd name="connsiteX3574" fmla="*/ 8201208 w 11677525"/>
              <a:gd name="connsiteY3574" fmla="*/ 1268761 h 4078220"/>
              <a:gd name="connsiteX3575" fmla="*/ 8201625 w 11677525"/>
              <a:gd name="connsiteY3575" fmla="*/ 1287923 h 4078220"/>
              <a:gd name="connsiteX3576" fmla="*/ 8147164 w 11677525"/>
              <a:gd name="connsiteY3576" fmla="*/ 1280816 h 4078220"/>
              <a:gd name="connsiteX3577" fmla="*/ 8147192 w 11677525"/>
              <a:gd name="connsiteY3577" fmla="*/ 1261733 h 4078220"/>
              <a:gd name="connsiteX3578" fmla="*/ 8174137 w 11677525"/>
              <a:gd name="connsiteY3578" fmla="*/ 1261342 h 4078220"/>
              <a:gd name="connsiteX3579" fmla="*/ 10016247 w 11677525"/>
              <a:gd name="connsiteY3579" fmla="*/ 1256903 h 4078220"/>
              <a:gd name="connsiteX3580" fmla="*/ 10063129 w 11677525"/>
              <a:gd name="connsiteY3580" fmla="*/ 1267538 h 4078220"/>
              <a:gd name="connsiteX3581" fmla="*/ 10084580 w 11677525"/>
              <a:gd name="connsiteY3581" fmla="*/ 1295160 h 4078220"/>
              <a:gd name="connsiteX3582" fmla="*/ 9998553 w 11677525"/>
              <a:gd name="connsiteY3582" fmla="*/ 1284903 h 4078220"/>
              <a:gd name="connsiteX3583" fmla="*/ 9978159 w 11677525"/>
              <a:gd name="connsiteY3583" fmla="*/ 1257515 h 4078220"/>
              <a:gd name="connsiteX3584" fmla="*/ 10016247 w 11677525"/>
              <a:gd name="connsiteY3584" fmla="*/ 1256903 h 4078220"/>
              <a:gd name="connsiteX3585" fmla="*/ 10198283 w 11677525"/>
              <a:gd name="connsiteY3585" fmla="*/ 1255042 h 4078220"/>
              <a:gd name="connsiteX3586" fmla="*/ 10224151 w 11677525"/>
              <a:gd name="connsiteY3586" fmla="*/ 1258088 h 4078220"/>
              <a:gd name="connsiteX3587" fmla="*/ 10231211 w 11677525"/>
              <a:gd name="connsiteY3587" fmla="*/ 1266341 h 4078220"/>
              <a:gd name="connsiteX3588" fmla="*/ 10205091 w 11677525"/>
              <a:gd name="connsiteY3588" fmla="*/ 1263269 h 4078220"/>
              <a:gd name="connsiteX3589" fmla="*/ 10198283 w 11677525"/>
              <a:gd name="connsiteY3589" fmla="*/ 1255042 h 4078220"/>
              <a:gd name="connsiteX3590" fmla="*/ 9205276 w 11677525"/>
              <a:gd name="connsiteY3590" fmla="*/ 1254164 h 4078220"/>
              <a:gd name="connsiteX3591" fmla="*/ 9239203 w 11677525"/>
              <a:gd name="connsiteY3591" fmla="*/ 1262487 h 4078220"/>
              <a:gd name="connsiteX3592" fmla="*/ 9248817 w 11677525"/>
              <a:gd name="connsiteY3592" fmla="*/ 1284018 h 4078220"/>
              <a:gd name="connsiteX3593" fmla="*/ 9184158 w 11677525"/>
              <a:gd name="connsiteY3593" fmla="*/ 1276025 h 4078220"/>
              <a:gd name="connsiteX3594" fmla="*/ 9175183 w 11677525"/>
              <a:gd name="connsiteY3594" fmla="*/ 1254626 h 4078220"/>
              <a:gd name="connsiteX3595" fmla="*/ 9205276 w 11677525"/>
              <a:gd name="connsiteY3595" fmla="*/ 1254164 h 4078220"/>
              <a:gd name="connsiteX3596" fmla="*/ 1303006 w 11677525"/>
              <a:gd name="connsiteY3596" fmla="*/ 1250825 h 4078220"/>
              <a:gd name="connsiteX3597" fmla="*/ 1304200 w 11677525"/>
              <a:gd name="connsiteY3597" fmla="*/ 1251085 h 4078220"/>
              <a:gd name="connsiteX3598" fmla="*/ 1302338 w 11677525"/>
              <a:gd name="connsiteY3598" fmla="*/ 1251762 h 4078220"/>
              <a:gd name="connsiteX3599" fmla="*/ 1301060 w 11677525"/>
              <a:gd name="connsiteY3599" fmla="*/ 1251501 h 4078220"/>
              <a:gd name="connsiteX3600" fmla="*/ 1303006 w 11677525"/>
              <a:gd name="connsiteY3600" fmla="*/ 1250825 h 4078220"/>
              <a:gd name="connsiteX3601" fmla="*/ 7537083 w 11677525"/>
              <a:gd name="connsiteY3601" fmla="*/ 1248403 h 4078220"/>
              <a:gd name="connsiteX3602" fmla="*/ 7540805 w 11677525"/>
              <a:gd name="connsiteY3602" fmla="*/ 1248950 h 4078220"/>
              <a:gd name="connsiteX3603" fmla="*/ 7540500 w 11677525"/>
              <a:gd name="connsiteY3603" fmla="*/ 1250329 h 4078220"/>
              <a:gd name="connsiteX3604" fmla="*/ 7536694 w 11677525"/>
              <a:gd name="connsiteY3604" fmla="*/ 1249783 h 4078220"/>
              <a:gd name="connsiteX3605" fmla="*/ 7537083 w 11677525"/>
              <a:gd name="connsiteY3605" fmla="*/ 1248403 h 4078220"/>
              <a:gd name="connsiteX3606" fmla="*/ 8383106 w 11677525"/>
              <a:gd name="connsiteY3606" fmla="*/ 1245019 h 4078220"/>
              <a:gd name="connsiteX3607" fmla="*/ 8416138 w 11677525"/>
              <a:gd name="connsiteY3607" fmla="*/ 1253818 h 4078220"/>
              <a:gd name="connsiteX3608" fmla="*/ 8418610 w 11677525"/>
              <a:gd name="connsiteY3608" fmla="*/ 1276598 h 4078220"/>
              <a:gd name="connsiteX3609" fmla="*/ 8352756 w 11677525"/>
              <a:gd name="connsiteY3609" fmla="*/ 1268137 h 4078220"/>
              <a:gd name="connsiteX3610" fmla="*/ 8350950 w 11677525"/>
              <a:gd name="connsiteY3610" fmla="*/ 1245513 h 4078220"/>
              <a:gd name="connsiteX3611" fmla="*/ 8383106 w 11677525"/>
              <a:gd name="connsiteY3611" fmla="*/ 1245019 h 4078220"/>
              <a:gd name="connsiteX3612" fmla="*/ 10393095 w 11677525"/>
              <a:gd name="connsiteY3612" fmla="*/ 1244732 h 4078220"/>
              <a:gd name="connsiteX3613" fmla="*/ 10395373 w 11677525"/>
              <a:gd name="connsiteY3613" fmla="*/ 1245045 h 4078220"/>
              <a:gd name="connsiteX3614" fmla="*/ 10395986 w 11677525"/>
              <a:gd name="connsiteY3614" fmla="*/ 1245670 h 4078220"/>
              <a:gd name="connsiteX3615" fmla="*/ 10393818 w 11677525"/>
              <a:gd name="connsiteY3615" fmla="*/ 1245410 h 4078220"/>
              <a:gd name="connsiteX3616" fmla="*/ 10393095 w 11677525"/>
              <a:gd name="connsiteY3616" fmla="*/ 1244732 h 4078220"/>
              <a:gd name="connsiteX3617" fmla="*/ 2963651 w 11677525"/>
              <a:gd name="connsiteY3617" fmla="*/ 1243199 h 4078220"/>
              <a:gd name="connsiteX3618" fmla="*/ 2973116 w 11677525"/>
              <a:gd name="connsiteY3618" fmla="*/ 1249444 h 4078220"/>
              <a:gd name="connsiteX3619" fmla="*/ 2939078 w 11677525"/>
              <a:gd name="connsiteY3619" fmla="*/ 1265559 h 4078220"/>
              <a:gd name="connsiteX3620" fmla="*/ 2905678 w 11677525"/>
              <a:gd name="connsiteY3620" fmla="*/ 1259597 h 4078220"/>
              <a:gd name="connsiteX3621" fmla="*/ 2939994 w 11677525"/>
              <a:gd name="connsiteY3621" fmla="*/ 1243534 h 4078220"/>
              <a:gd name="connsiteX3622" fmla="*/ 2963651 w 11677525"/>
              <a:gd name="connsiteY3622" fmla="*/ 1243199 h 4078220"/>
              <a:gd name="connsiteX3623" fmla="*/ 2144070 w 11677525"/>
              <a:gd name="connsiteY3623" fmla="*/ 1240174 h 4078220"/>
              <a:gd name="connsiteX3624" fmla="*/ 2153302 w 11677525"/>
              <a:gd name="connsiteY3624" fmla="*/ 1247830 h 4078220"/>
              <a:gd name="connsiteX3625" fmla="*/ 2104370 w 11677525"/>
              <a:gd name="connsiteY3625" fmla="*/ 1267747 h 4078220"/>
              <a:gd name="connsiteX3626" fmla="*/ 2065663 w 11677525"/>
              <a:gd name="connsiteY3626" fmla="*/ 1260379 h 4078220"/>
              <a:gd name="connsiteX3627" fmla="*/ 2114790 w 11677525"/>
              <a:gd name="connsiteY3627" fmla="*/ 1240619 h 4078220"/>
              <a:gd name="connsiteX3628" fmla="*/ 2144070 w 11677525"/>
              <a:gd name="connsiteY3628" fmla="*/ 1240174 h 4078220"/>
              <a:gd name="connsiteX3629" fmla="*/ 9395829 w 11677525"/>
              <a:gd name="connsiteY3629" fmla="*/ 1237371 h 4078220"/>
              <a:gd name="connsiteX3630" fmla="*/ 9434625 w 11677525"/>
              <a:gd name="connsiteY3630" fmla="*/ 1246633 h 4078220"/>
              <a:gd name="connsiteX3631" fmla="*/ 9447214 w 11677525"/>
              <a:gd name="connsiteY3631" fmla="*/ 1270637 h 4078220"/>
              <a:gd name="connsiteX3632" fmla="*/ 9374024 w 11677525"/>
              <a:gd name="connsiteY3632" fmla="*/ 1261759 h 4078220"/>
              <a:gd name="connsiteX3633" fmla="*/ 9361991 w 11677525"/>
              <a:gd name="connsiteY3633" fmla="*/ 1237911 h 4078220"/>
              <a:gd name="connsiteX3634" fmla="*/ 9395829 w 11677525"/>
              <a:gd name="connsiteY3634" fmla="*/ 1237371 h 4078220"/>
              <a:gd name="connsiteX3635" fmla="*/ 3581891 w 11677525"/>
              <a:gd name="connsiteY3635" fmla="*/ 1234865 h 4078220"/>
              <a:gd name="connsiteX3636" fmla="*/ 3584836 w 11677525"/>
              <a:gd name="connsiteY3636" fmla="*/ 1235386 h 4078220"/>
              <a:gd name="connsiteX3637" fmla="*/ 3582307 w 11677525"/>
              <a:gd name="connsiteY3637" fmla="*/ 1236740 h 4078220"/>
              <a:gd name="connsiteX3638" fmla="*/ 3579362 w 11677525"/>
              <a:gd name="connsiteY3638" fmla="*/ 1236219 h 4078220"/>
              <a:gd name="connsiteX3639" fmla="*/ 3581891 w 11677525"/>
              <a:gd name="connsiteY3639" fmla="*/ 1234865 h 4078220"/>
              <a:gd name="connsiteX3640" fmla="*/ 1923035 w 11677525"/>
              <a:gd name="connsiteY3640" fmla="*/ 1232600 h 4078220"/>
              <a:gd name="connsiteX3641" fmla="*/ 1935427 w 11677525"/>
              <a:gd name="connsiteY3641" fmla="*/ 1234943 h 4078220"/>
              <a:gd name="connsiteX3642" fmla="*/ 1918922 w 11677525"/>
              <a:gd name="connsiteY3642" fmla="*/ 1241374 h 4078220"/>
              <a:gd name="connsiteX3643" fmla="*/ 1906529 w 11677525"/>
              <a:gd name="connsiteY3643" fmla="*/ 1239005 h 4078220"/>
              <a:gd name="connsiteX3644" fmla="*/ 1923035 w 11677525"/>
              <a:gd name="connsiteY3644" fmla="*/ 1232600 h 4078220"/>
              <a:gd name="connsiteX3645" fmla="*/ 8585681 w 11677525"/>
              <a:gd name="connsiteY3645" fmla="*/ 1231253 h 4078220"/>
              <a:gd name="connsiteX3646" fmla="*/ 8618702 w 11677525"/>
              <a:gd name="connsiteY3646" fmla="*/ 1239786 h 4078220"/>
              <a:gd name="connsiteX3647" fmla="*/ 8622981 w 11677525"/>
              <a:gd name="connsiteY3647" fmla="*/ 1261941 h 4078220"/>
              <a:gd name="connsiteX3648" fmla="*/ 8557876 w 11677525"/>
              <a:gd name="connsiteY3648" fmla="*/ 1253766 h 4078220"/>
              <a:gd name="connsiteX3649" fmla="*/ 8554264 w 11677525"/>
              <a:gd name="connsiteY3649" fmla="*/ 1231742 h 4078220"/>
              <a:gd name="connsiteX3650" fmla="*/ 8585681 w 11677525"/>
              <a:gd name="connsiteY3650" fmla="*/ 1231253 h 4078220"/>
              <a:gd name="connsiteX3651" fmla="*/ 7747232 w 11677525"/>
              <a:gd name="connsiteY3651" fmla="*/ 1231090 h 4078220"/>
              <a:gd name="connsiteX3652" fmla="*/ 7771851 w 11677525"/>
              <a:gd name="connsiteY3652" fmla="*/ 1234345 h 4078220"/>
              <a:gd name="connsiteX3653" fmla="*/ 7770434 w 11677525"/>
              <a:gd name="connsiteY3653" fmla="*/ 1243092 h 4078220"/>
              <a:gd name="connsiteX3654" fmla="*/ 7745731 w 11677525"/>
              <a:gd name="connsiteY3654" fmla="*/ 1239864 h 4078220"/>
              <a:gd name="connsiteX3655" fmla="*/ 7747232 w 11677525"/>
              <a:gd name="connsiteY3655" fmla="*/ 1231090 h 4078220"/>
              <a:gd name="connsiteX3656" fmla="*/ 10569317 w 11677525"/>
              <a:gd name="connsiteY3656" fmla="*/ 1229424 h 4078220"/>
              <a:gd name="connsiteX3657" fmla="*/ 10571567 w 11677525"/>
              <a:gd name="connsiteY3657" fmla="*/ 1229632 h 4078220"/>
              <a:gd name="connsiteX3658" fmla="*/ 10572206 w 11677525"/>
              <a:gd name="connsiteY3658" fmla="*/ 1230335 h 4078220"/>
              <a:gd name="connsiteX3659" fmla="*/ 10569927 w 11677525"/>
              <a:gd name="connsiteY3659" fmla="*/ 1230075 h 4078220"/>
              <a:gd name="connsiteX3660" fmla="*/ 10569317 w 11677525"/>
              <a:gd name="connsiteY3660" fmla="*/ 1229424 h 4078220"/>
              <a:gd name="connsiteX3661" fmla="*/ 2761962 w 11677525"/>
              <a:gd name="connsiteY3661" fmla="*/ 1226291 h 4078220"/>
              <a:gd name="connsiteX3662" fmla="*/ 2771913 w 11677525"/>
              <a:gd name="connsiteY3662" fmla="*/ 1233095 h 4078220"/>
              <a:gd name="connsiteX3663" fmla="*/ 2732846 w 11677525"/>
              <a:gd name="connsiteY3663" fmla="*/ 1250695 h 4078220"/>
              <a:gd name="connsiteX3664" fmla="*/ 2696696 w 11677525"/>
              <a:gd name="connsiteY3664" fmla="*/ 1244211 h 4078220"/>
              <a:gd name="connsiteX3665" fmla="*/ 2735986 w 11677525"/>
              <a:gd name="connsiteY3665" fmla="*/ 1226691 h 4078220"/>
              <a:gd name="connsiteX3666" fmla="*/ 2761962 w 11677525"/>
              <a:gd name="connsiteY3666" fmla="*/ 1226291 h 4078220"/>
              <a:gd name="connsiteX3667" fmla="*/ 1738365 w 11677525"/>
              <a:gd name="connsiteY3667" fmla="*/ 1219349 h 4078220"/>
              <a:gd name="connsiteX3668" fmla="*/ 1739616 w 11677525"/>
              <a:gd name="connsiteY3668" fmla="*/ 1219610 h 4078220"/>
              <a:gd name="connsiteX3669" fmla="*/ 1737892 w 11677525"/>
              <a:gd name="connsiteY3669" fmla="*/ 1220260 h 4078220"/>
              <a:gd name="connsiteX3670" fmla="*/ 1736615 w 11677525"/>
              <a:gd name="connsiteY3670" fmla="*/ 1220026 h 4078220"/>
              <a:gd name="connsiteX3671" fmla="*/ 1738365 w 11677525"/>
              <a:gd name="connsiteY3671" fmla="*/ 1219349 h 4078220"/>
              <a:gd name="connsiteX3672" fmla="*/ 9580740 w 11677525"/>
              <a:gd name="connsiteY3672" fmla="*/ 1219238 h 4078220"/>
              <a:gd name="connsiteX3673" fmla="*/ 9627825 w 11677525"/>
              <a:gd name="connsiteY3673" fmla="*/ 1230206 h 4078220"/>
              <a:gd name="connsiteX3674" fmla="*/ 9645164 w 11677525"/>
              <a:gd name="connsiteY3674" fmla="*/ 1258686 h 4078220"/>
              <a:gd name="connsiteX3675" fmla="*/ 9556774 w 11677525"/>
              <a:gd name="connsiteY3675" fmla="*/ 1248117 h 4078220"/>
              <a:gd name="connsiteX3676" fmla="*/ 9540575 w 11677525"/>
              <a:gd name="connsiteY3676" fmla="*/ 1219870 h 4078220"/>
              <a:gd name="connsiteX3677" fmla="*/ 9580740 w 11677525"/>
              <a:gd name="connsiteY3677" fmla="*/ 1219238 h 4078220"/>
              <a:gd name="connsiteX3678" fmla="*/ 3362210 w 11677525"/>
              <a:gd name="connsiteY3678" fmla="*/ 1216641 h 4078220"/>
              <a:gd name="connsiteX3679" fmla="*/ 3378827 w 11677525"/>
              <a:gd name="connsiteY3679" fmla="*/ 1219453 h 4078220"/>
              <a:gd name="connsiteX3680" fmla="*/ 3363572 w 11677525"/>
              <a:gd name="connsiteY3680" fmla="*/ 1227133 h 4078220"/>
              <a:gd name="connsiteX3681" fmla="*/ 3347067 w 11677525"/>
              <a:gd name="connsiteY3681" fmla="*/ 1224295 h 4078220"/>
              <a:gd name="connsiteX3682" fmla="*/ 3362210 w 11677525"/>
              <a:gd name="connsiteY3682" fmla="*/ 1216641 h 4078220"/>
              <a:gd name="connsiteX3683" fmla="*/ 8782079 w 11677525"/>
              <a:gd name="connsiteY3683" fmla="*/ 1215838 h 4078220"/>
              <a:gd name="connsiteX3684" fmla="*/ 8818347 w 11677525"/>
              <a:gd name="connsiteY3684" fmla="*/ 1224946 h 4078220"/>
              <a:gd name="connsiteX3685" fmla="*/ 8824739 w 11677525"/>
              <a:gd name="connsiteY3685" fmla="*/ 1248507 h 4078220"/>
              <a:gd name="connsiteX3686" fmla="*/ 8754411 w 11677525"/>
              <a:gd name="connsiteY3686" fmla="*/ 1239785 h 4078220"/>
              <a:gd name="connsiteX3687" fmla="*/ 8748437 w 11677525"/>
              <a:gd name="connsiteY3687" fmla="*/ 1216355 h 4078220"/>
              <a:gd name="connsiteX3688" fmla="*/ 8782079 w 11677525"/>
              <a:gd name="connsiteY3688" fmla="*/ 1215838 h 4078220"/>
              <a:gd name="connsiteX3689" fmla="*/ 7971209 w 11677525"/>
              <a:gd name="connsiteY3689" fmla="*/ 1215040 h 4078220"/>
              <a:gd name="connsiteX3690" fmla="*/ 7989142 w 11677525"/>
              <a:gd name="connsiteY3690" fmla="*/ 1219973 h 4078220"/>
              <a:gd name="connsiteX3691" fmla="*/ 7988337 w 11677525"/>
              <a:gd name="connsiteY3691" fmla="*/ 1232652 h 4078220"/>
              <a:gd name="connsiteX3692" fmla="*/ 7951797 w 11677525"/>
              <a:gd name="connsiteY3692" fmla="*/ 1227966 h 4078220"/>
              <a:gd name="connsiteX3693" fmla="*/ 7952881 w 11677525"/>
              <a:gd name="connsiteY3693" fmla="*/ 1215339 h 4078220"/>
              <a:gd name="connsiteX3694" fmla="*/ 7971209 w 11677525"/>
              <a:gd name="connsiteY3694" fmla="*/ 1215040 h 4078220"/>
              <a:gd name="connsiteX3695" fmla="*/ 10741953 w 11677525"/>
              <a:gd name="connsiteY3695" fmla="*/ 1214168 h 4078220"/>
              <a:gd name="connsiteX3696" fmla="*/ 10744205 w 11677525"/>
              <a:gd name="connsiteY3696" fmla="*/ 1214403 h 4078220"/>
              <a:gd name="connsiteX3697" fmla="*/ 10744787 w 11677525"/>
              <a:gd name="connsiteY3697" fmla="*/ 1215080 h 4078220"/>
              <a:gd name="connsiteX3698" fmla="*/ 10742649 w 11677525"/>
              <a:gd name="connsiteY3698" fmla="*/ 1214819 h 4078220"/>
              <a:gd name="connsiteX3699" fmla="*/ 10741953 w 11677525"/>
              <a:gd name="connsiteY3699" fmla="*/ 1214168 h 4078220"/>
              <a:gd name="connsiteX3700" fmla="*/ 2572579 w 11677525"/>
              <a:gd name="connsiteY3700" fmla="*/ 1207123 h 4078220"/>
              <a:gd name="connsiteX3701" fmla="*/ 2584187 w 11677525"/>
              <a:gd name="connsiteY3701" fmla="*/ 1215522 h 4078220"/>
              <a:gd name="connsiteX3702" fmla="*/ 2533949 w 11677525"/>
              <a:gd name="connsiteY3702" fmla="*/ 1237261 h 4078220"/>
              <a:gd name="connsiteX3703" fmla="*/ 2489713 w 11677525"/>
              <a:gd name="connsiteY3703" fmla="*/ 1229190 h 4078220"/>
              <a:gd name="connsiteX3704" fmla="*/ 2540340 w 11677525"/>
              <a:gd name="connsiteY3704" fmla="*/ 1207608 h 4078220"/>
              <a:gd name="connsiteX3705" fmla="*/ 2572579 w 11677525"/>
              <a:gd name="connsiteY3705" fmla="*/ 1207123 h 4078220"/>
              <a:gd name="connsiteX3706" fmla="*/ 9761246 w 11677525"/>
              <a:gd name="connsiteY3706" fmla="*/ 1201857 h 4078220"/>
              <a:gd name="connsiteX3707" fmla="*/ 9815107 w 11677525"/>
              <a:gd name="connsiteY3707" fmla="*/ 1214090 h 4078220"/>
              <a:gd name="connsiteX3708" fmla="*/ 9837112 w 11677525"/>
              <a:gd name="connsiteY3708" fmla="*/ 1245930 h 4078220"/>
              <a:gd name="connsiteX3709" fmla="*/ 9736804 w 11677525"/>
              <a:gd name="connsiteY3709" fmla="*/ 1234110 h 4078220"/>
              <a:gd name="connsiteX3710" fmla="*/ 9716243 w 11677525"/>
              <a:gd name="connsiteY3710" fmla="*/ 1202531 h 4078220"/>
              <a:gd name="connsiteX3711" fmla="*/ 9761246 w 11677525"/>
              <a:gd name="connsiteY3711" fmla="*/ 1201857 h 4078220"/>
              <a:gd name="connsiteX3712" fmla="*/ 1561003 w 11677525"/>
              <a:gd name="connsiteY3712" fmla="*/ 1201750 h 4078220"/>
              <a:gd name="connsiteX3713" fmla="*/ 1563532 w 11677525"/>
              <a:gd name="connsiteY3713" fmla="*/ 1202270 h 4078220"/>
              <a:gd name="connsiteX3714" fmla="*/ 1559975 w 11677525"/>
              <a:gd name="connsiteY3714" fmla="*/ 1203572 h 4078220"/>
              <a:gd name="connsiteX3715" fmla="*/ 1557419 w 11677525"/>
              <a:gd name="connsiteY3715" fmla="*/ 1203077 h 4078220"/>
              <a:gd name="connsiteX3716" fmla="*/ 1561003 w 11677525"/>
              <a:gd name="connsiteY3716" fmla="*/ 1201750 h 4078220"/>
              <a:gd name="connsiteX3717" fmla="*/ 8973518 w 11677525"/>
              <a:gd name="connsiteY3717" fmla="*/ 1201447 h 4078220"/>
              <a:gd name="connsiteX3718" fmla="*/ 9010103 w 11677525"/>
              <a:gd name="connsiteY3718" fmla="*/ 1210445 h 4078220"/>
              <a:gd name="connsiteX3719" fmla="*/ 9018493 w 11677525"/>
              <a:gd name="connsiteY3719" fmla="*/ 1233771 h 4078220"/>
              <a:gd name="connsiteX3720" fmla="*/ 8947833 w 11677525"/>
              <a:gd name="connsiteY3720" fmla="*/ 1225128 h 4078220"/>
              <a:gd name="connsiteX3721" fmla="*/ 8940248 w 11677525"/>
              <a:gd name="connsiteY3721" fmla="*/ 1201957 h 4078220"/>
              <a:gd name="connsiteX3722" fmla="*/ 8973518 w 11677525"/>
              <a:gd name="connsiteY3722" fmla="*/ 1201447 h 4078220"/>
              <a:gd name="connsiteX3723" fmla="*/ 3170734 w 11677525"/>
              <a:gd name="connsiteY3723" fmla="*/ 1199030 h 4078220"/>
              <a:gd name="connsiteX3724" fmla="*/ 3177902 w 11677525"/>
              <a:gd name="connsiteY3724" fmla="*/ 1203390 h 4078220"/>
              <a:gd name="connsiteX3725" fmla="*/ 3154589 w 11677525"/>
              <a:gd name="connsiteY3725" fmla="*/ 1214611 h 4078220"/>
              <a:gd name="connsiteX3726" fmla="*/ 3130582 w 11677525"/>
              <a:gd name="connsiteY3726" fmla="*/ 1210445 h 4078220"/>
              <a:gd name="connsiteX3727" fmla="*/ 3153978 w 11677525"/>
              <a:gd name="connsiteY3727" fmla="*/ 1199276 h 4078220"/>
              <a:gd name="connsiteX3728" fmla="*/ 3170734 w 11677525"/>
              <a:gd name="connsiteY3728" fmla="*/ 1199030 h 4078220"/>
              <a:gd name="connsiteX3729" fmla="*/ 8175010 w 11677525"/>
              <a:gd name="connsiteY3729" fmla="*/ 1195085 h 4078220"/>
              <a:gd name="connsiteX3730" fmla="*/ 8206682 w 11677525"/>
              <a:gd name="connsiteY3730" fmla="*/ 1203521 h 4078220"/>
              <a:gd name="connsiteX3731" fmla="*/ 8207155 w 11677525"/>
              <a:gd name="connsiteY3731" fmla="*/ 1225363 h 4078220"/>
              <a:gd name="connsiteX3732" fmla="*/ 8143441 w 11677525"/>
              <a:gd name="connsiteY3732" fmla="*/ 1217266 h 4078220"/>
              <a:gd name="connsiteX3733" fmla="*/ 8143441 w 11677525"/>
              <a:gd name="connsiteY3733" fmla="*/ 1195554 h 4078220"/>
              <a:gd name="connsiteX3734" fmla="*/ 8175010 w 11677525"/>
              <a:gd name="connsiteY3734" fmla="*/ 1195085 h 4078220"/>
              <a:gd name="connsiteX3735" fmla="*/ 2379794 w 11677525"/>
              <a:gd name="connsiteY3735" fmla="*/ 1192186 h 4078220"/>
              <a:gd name="connsiteX3736" fmla="*/ 2389821 w 11677525"/>
              <a:gd name="connsiteY3736" fmla="*/ 1199693 h 4078220"/>
              <a:gd name="connsiteX3737" fmla="*/ 2342862 w 11677525"/>
              <a:gd name="connsiteY3737" fmla="*/ 1219115 h 4078220"/>
              <a:gd name="connsiteX3738" fmla="*/ 2303571 w 11677525"/>
              <a:gd name="connsiteY3738" fmla="*/ 1211930 h 4078220"/>
              <a:gd name="connsiteX3739" fmla="*/ 2350698 w 11677525"/>
              <a:gd name="connsiteY3739" fmla="*/ 1192586 h 4078220"/>
              <a:gd name="connsiteX3740" fmla="*/ 2379794 w 11677525"/>
              <a:gd name="connsiteY3740" fmla="*/ 1192186 h 4078220"/>
              <a:gd name="connsiteX3741" fmla="*/ 9161043 w 11677525"/>
              <a:gd name="connsiteY3741" fmla="*/ 1189075 h 4078220"/>
              <a:gd name="connsiteX3742" fmla="*/ 9193466 w 11677525"/>
              <a:gd name="connsiteY3742" fmla="*/ 1196777 h 4078220"/>
              <a:gd name="connsiteX3743" fmla="*/ 9202218 w 11677525"/>
              <a:gd name="connsiteY3743" fmla="*/ 1216875 h 4078220"/>
              <a:gd name="connsiteX3744" fmla="*/ 9140338 w 11677525"/>
              <a:gd name="connsiteY3744" fmla="*/ 1209455 h 4078220"/>
              <a:gd name="connsiteX3745" fmla="*/ 9132225 w 11677525"/>
              <a:gd name="connsiteY3745" fmla="*/ 1189513 h 4078220"/>
              <a:gd name="connsiteX3746" fmla="*/ 9161043 w 11677525"/>
              <a:gd name="connsiteY3746" fmla="*/ 1189075 h 4078220"/>
              <a:gd name="connsiteX3747" fmla="*/ 10116146 w 11677525"/>
              <a:gd name="connsiteY3747" fmla="*/ 1188810 h 4078220"/>
              <a:gd name="connsiteX3748" fmla="*/ 10141321 w 11677525"/>
              <a:gd name="connsiteY3748" fmla="*/ 1191648 h 4078220"/>
              <a:gd name="connsiteX3749" fmla="*/ 10147768 w 11677525"/>
              <a:gd name="connsiteY3749" fmla="*/ 1199485 h 4078220"/>
              <a:gd name="connsiteX3750" fmla="*/ 10122453 w 11677525"/>
              <a:gd name="connsiteY3750" fmla="*/ 1196621 h 4078220"/>
              <a:gd name="connsiteX3751" fmla="*/ 10116146 w 11677525"/>
              <a:gd name="connsiteY3751" fmla="*/ 1188810 h 4078220"/>
              <a:gd name="connsiteX3752" fmla="*/ 9939809 w 11677525"/>
              <a:gd name="connsiteY3752" fmla="*/ 1187588 h 4078220"/>
              <a:gd name="connsiteX3753" fmla="*/ 9993107 w 11677525"/>
              <a:gd name="connsiteY3753" fmla="*/ 1199407 h 4078220"/>
              <a:gd name="connsiteX3754" fmla="*/ 10016781 w 11677525"/>
              <a:gd name="connsiteY3754" fmla="*/ 1230180 h 4078220"/>
              <a:gd name="connsiteX3755" fmla="*/ 9918362 w 11677525"/>
              <a:gd name="connsiteY3755" fmla="*/ 1218751 h 4078220"/>
              <a:gd name="connsiteX3756" fmla="*/ 9895994 w 11677525"/>
              <a:gd name="connsiteY3756" fmla="*/ 1188264 h 4078220"/>
              <a:gd name="connsiteX3757" fmla="*/ 9939809 w 11677525"/>
              <a:gd name="connsiteY3757" fmla="*/ 1187588 h 4078220"/>
              <a:gd name="connsiteX3758" fmla="*/ 7566037 w 11677525"/>
              <a:gd name="connsiteY3758" fmla="*/ 1187093 h 4078220"/>
              <a:gd name="connsiteX3759" fmla="*/ 7569760 w 11677525"/>
              <a:gd name="connsiteY3759" fmla="*/ 1187561 h 4078220"/>
              <a:gd name="connsiteX3760" fmla="*/ 7569454 w 11677525"/>
              <a:gd name="connsiteY3760" fmla="*/ 1188863 h 4078220"/>
              <a:gd name="connsiteX3761" fmla="*/ 7565842 w 11677525"/>
              <a:gd name="connsiteY3761" fmla="*/ 1188369 h 4078220"/>
              <a:gd name="connsiteX3762" fmla="*/ 7566037 w 11677525"/>
              <a:gd name="connsiteY3762" fmla="*/ 1187093 h 4078220"/>
              <a:gd name="connsiteX3763" fmla="*/ 1388033 w 11677525"/>
              <a:gd name="connsiteY3763" fmla="*/ 1185140 h 4078220"/>
              <a:gd name="connsiteX3764" fmla="*/ 1389172 w 11677525"/>
              <a:gd name="connsiteY3764" fmla="*/ 1185400 h 4078220"/>
              <a:gd name="connsiteX3765" fmla="*/ 1387504 w 11677525"/>
              <a:gd name="connsiteY3765" fmla="*/ 1186024 h 4078220"/>
              <a:gd name="connsiteX3766" fmla="*/ 1386115 w 11677525"/>
              <a:gd name="connsiteY3766" fmla="*/ 1185764 h 4078220"/>
              <a:gd name="connsiteX3767" fmla="*/ 1388033 w 11677525"/>
              <a:gd name="connsiteY3767" fmla="*/ 1185140 h 4078220"/>
              <a:gd name="connsiteX3768" fmla="*/ 8372092 w 11677525"/>
              <a:gd name="connsiteY3768" fmla="*/ 1181379 h 4078220"/>
              <a:gd name="connsiteX3769" fmla="*/ 8404272 w 11677525"/>
              <a:gd name="connsiteY3769" fmla="*/ 1189723 h 4078220"/>
              <a:gd name="connsiteX3770" fmla="*/ 8406440 w 11677525"/>
              <a:gd name="connsiteY3770" fmla="*/ 1211305 h 4078220"/>
              <a:gd name="connsiteX3771" fmla="*/ 8342503 w 11677525"/>
              <a:gd name="connsiteY3771" fmla="*/ 1203286 h 4078220"/>
              <a:gd name="connsiteX3772" fmla="*/ 8340808 w 11677525"/>
              <a:gd name="connsiteY3772" fmla="*/ 1181860 h 4078220"/>
              <a:gd name="connsiteX3773" fmla="*/ 8372092 w 11677525"/>
              <a:gd name="connsiteY3773" fmla="*/ 1181379 h 4078220"/>
              <a:gd name="connsiteX3774" fmla="*/ 2979378 w 11677525"/>
              <a:gd name="connsiteY3774" fmla="*/ 1179907 h 4078220"/>
              <a:gd name="connsiteX3775" fmla="*/ 2989343 w 11677525"/>
              <a:gd name="connsiteY3775" fmla="*/ 1186207 h 4078220"/>
              <a:gd name="connsiteX3776" fmla="*/ 2953999 w 11677525"/>
              <a:gd name="connsiteY3776" fmla="*/ 1202478 h 4078220"/>
              <a:gd name="connsiteX3777" fmla="*/ 2919321 w 11677525"/>
              <a:gd name="connsiteY3777" fmla="*/ 1196439 h 4078220"/>
              <a:gd name="connsiteX3778" fmla="*/ 2954888 w 11677525"/>
              <a:gd name="connsiteY3778" fmla="*/ 1180245 h 4078220"/>
              <a:gd name="connsiteX3779" fmla="*/ 2979378 w 11677525"/>
              <a:gd name="connsiteY3779" fmla="*/ 1179907 h 4078220"/>
              <a:gd name="connsiteX3780" fmla="*/ 10301037 w 11677525"/>
              <a:gd name="connsiteY3780" fmla="*/ 1178215 h 4078220"/>
              <a:gd name="connsiteX3781" fmla="*/ 10306288 w 11677525"/>
              <a:gd name="connsiteY3781" fmla="*/ 1178787 h 4078220"/>
              <a:gd name="connsiteX3782" fmla="*/ 10307790 w 11677525"/>
              <a:gd name="connsiteY3782" fmla="*/ 1180427 h 4078220"/>
              <a:gd name="connsiteX3783" fmla="*/ 10302537 w 11677525"/>
              <a:gd name="connsiteY3783" fmla="*/ 1179829 h 4078220"/>
              <a:gd name="connsiteX3784" fmla="*/ 10301037 w 11677525"/>
              <a:gd name="connsiteY3784" fmla="*/ 1178215 h 4078220"/>
              <a:gd name="connsiteX3785" fmla="*/ 2197625 w 11677525"/>
              <a:gd name="connsiteY3785" fmla="*/ 1175253 h 4078220"/>
              <a:gd name="connsiteX3786" fmla="*/ 2207236 w 11677525"/>
              <a:gd name="connsiteY3786" fmla="*/ 1182901 h 4078220"/>
              <a:gd name="connsiteX3787" fmla="*/ 2157470 w 11677525"/>
              <a:gd name="connsiteY3787" fmla="*/ 1202739 h 4078220"/>
              <a:gd name="connsiteX3788" fmla="*/ 2117707 w 11677525"/>
              <a:gd name="connsiteY3788" fmla="*/ 1195397 h 4078220"/>
              <a:gd name="connsiteX3789" fmla="*/ 2167612 w 11677525"/>
              <a:gd name="connsiteY3789" fmla="*/ 1175690 h 4078220"/>
              <a:gd name="connsiteX3790" fmla="*/ 2197625 w 11677525"/>
              <a:gd name="connsiteY3790" fmla="*/ 1175253 h 4078220"/>
              <a:gd name="connsiteX3791" fmla="*/ 3564913 w 11677525"/>
              <a:gd name="connsiteY3791" fmla="*/ 1174675 h 4078220"/>
              <a:gd name="connsiteX3792" fmla="*/ 3568470 w 11677525"/>
              <a:gd name="connsiteY3792" fmla="*/ 1175247 h 4078220"/>
              <a:gd name="connsiteX3793" fmla="*/ 3565386 w 11677525"/>
              <a:gd name="connsiteY3793" fmla="*/ 1176861 h 4078220"/>
              <a:gd name="connsiteX3794" fmla="*/ 3561773 w 11677525"/>
              <a:gd name="connsiteY3794" fmla="*/ 1176262 h 4078220"/>
              <a:gd name="connsiteX3795" fmla="*/ 3564913 w 11677525"/>
              <a:gd name="connsiteY3795" fmla="*/ 1174675 h 4078220"/>
              <a:gd name="connsiteX3796" fmla="*/ 9342857 w 11677525"/>
              <a:gd name="connsiteY3796" fmla="*/ 1173265 h 4078220"/>
              <a:gd name="connsiteX3797" fmla="*/ 9378886 w 11677525"/>
              <a:gd name="connsiteY3797" fmla="*/ 1181652 h 4078220"/>
              <a:gd name="connsiteX3798" fmla="*/ 9390083 w 11677525"/>
              <a:gd name="connsiteY3798" fmla="*/ 1203442 h 4078220"/>
              <a:gd name="connsiteX3799" fmla="*/ 9322062 w 11677525"/>
              <a:gd name="connsiteY3799" fmla="*/ 1195345 h 4078220"/>
              <a:gd name="connsiteX3800" fmla="*/ 9311392 w 11677525"/>
              <a:gd name="connsiteY3800" fmla="*/ 1173763 h 4078220"/>
              <a:gd name="connsiteX3801" fmla="*/ 9342857 w 11677525"/>
              <a:gd name="connsiteY3801" fmla="*/ 1173265 h 4078220"/>
              <a:gd name="connsiteX3802" fmla="*/ 7767377 w 11677525"/>
              <a:gd name="connsiteY3802" fmla="*/ 1171993 h 4078220"/>
              <a:gd name="connsiteX3803" fmla="*/ 7780381 w 11677525"/>
              <a:gd name="connsiteY3803" fmla="*/ 1173632 h 4078220"/>
              <a:gd name="connsiteX3804" fmla="*/ 7779659 w 11677525"/>
              <a:gd name="connsiteY3804" fmla="*/ 1178084 h 4078220"/>
              <a:gd name="connsiteX3805" fmla="*/ 7766655 w 11677525"/>
              <a:gd name="connsiteY3805" fmla="*/ 1176497 h 4078220"/>
              <a:gd name="connsiteX3806" fmla="*/ 7767377 w 11677525"/>
              <a:gd name="connsiteY3806" fmla="*/ 1171993 h 4078220"/>
              <a:gd name="connsiteX3807" fmla="*/ 1985554 w 11677525"/>
              <a:gd name="connsiteY3807" fmla="*/ 1168920 h 4078220"/>
              <a:gd name="connsiteX3808" fmla="*/ 1995641 w 11677525"/>
              <a:gd name="connsiteY3808" fmla="*/ 1170820 h 4078220"/>
              <a:gd name="connsiteX3809" fmla="*/ 1982303 w 11677525"/>
              <a:gd name="connsiteY3809" fmla="*/ 1175950 h 4078220"/>
              <a:gd name="connsiteX3810" fmla="*/ 1972133 w 11677525"/>
              <a:gd name="connsiteY3810" fmla="*/ 1174049 h 4078220"/>
              <a:gd name="connsiteX3811" fmla="*/ 1985554 w 11677525"/>
              <a:gd name="connsiteY3811" fmla="*/ 1168920 h 4078220"/>
              <a:gd name="connsiteX3812" fmla="*/ 8563673 w 11677525"/>
              <a:gd name="connsiteY3812" fmla="*/ 1167672 h 4078220"/>
              <a:gd name="connsiteX3813" fmla="*/ 8595777 w 11677525"/>
              <a:gd name="connsiteY3813" fmla="*/ 1175794 h 4078220"/>
              <a:gd name="connsiteX3814" fmla="*/ 8599667 w 11677525"/>
              <a:gd name="connsiteY3814" fmla="*/ 1196803 h 4078220"/>
              <a:gd name="connsiteX3815" fmla="*/ 8536425 w 11677525"/>
              <a:gd name="connsiteY3815" fmla="*/ 1189046 h 4078220"/>
              <a:gd name="connsiteX3816" fmla="*/ 8533091 w 11677525"/>
              <a:gd name="connsiteY3816" fmla="*/ 1168140 h 4078220"/>
              <a:gd name="connsiteX3817" fmla="*/ 8563673 w 11677525"/>
              <a:gd name="connsiteY3817" fmla="*/ 1167672 h 4078220"/>
              <a:gd name="connsiteX3818" fmla="*/ 2790888 w 11677525"/>
              <a:gd name="connsiteY3818" fmla="*/ 1162754 h 4078220"/>
              <a:gd name="connsiteX3819" fmla="*/ 2801451 w 11677525"/>
              <a:gd name="connsiteY3819" fmla="*/ 1169701 h 4078220"/>
              <a:gd name="connsiteX3820" fmla="*/ 2760604 w 11677525"/>
              <a:gd name="connsiteY3820" fmla="*/ 1187691 h 4078220"/>
              <a:gd name="connsiteX3821" fmla="*/ 2722676 w 11677525"/>
              <a:gd name="connsiteY3821" fmla="*/ 1181052 h 4078220"/>
              <a:gd name="connsiteX3822" fmla="*/ 2763633 w 11677525"/>
              <a:gd name="connsiteY3822" fmla="*/ 1163166 h 4078220"/>
              <a:gd name="connsiteX3823" fmla="*/ 2790888 w 11677525"/>
              <a:gd name="connsiteY3823" fmla="*/ 1162754 h 4078220"/>
              <a:gd name="connsiteX3824" fmla="*/ 3361321 w 11677525"/>
              <a:gd name="connsiteY3824" fmla="*/ 1155826 h 4078220"/>
              <a:gd name="connsiteX3825" fmla="*/ 3378105 w 11677525"/>
              <a:gd name="connsiteY3825" fmla="*/ 1158612 h 4078220"/>
              <a:gd name="connsiteX3826" fmla="*/ 3362683 w 11677525"/>
              <a:gd name="connsiteY3826" fmla="*/ 1166187 h 4078220"/>
              <a:gd name="connsiteX3827" fmla="*/ 3345816 w 11677525"/>
              <a:gd name="connsiteY3827" fmla="*/ 1163401 h 4078220"/>
              <a:gd name="connsiteX3828" fmla="*/ 3361321 w 11677525"/>
              <a:gd name="connsiteY3828" fmla="*/ 1155826 h 4078220"/>
              <a:gd name="connsiteX3829" fmla="*/ 1810331 w 11677525"/>
              <a:gd name="connsiteY3829" fmla="*/ 1155356 h 4078220"/>
              <a:gd name="connsiteX3830" fmla="*/ 1811638 w 11677525"/>
              <a:gd name="connsiteY3830" fmla="*/ 1155591 h 4078220"/>
              <a:gd name="connsiteX3831" fmla="*/ 1809915 w 11677525"/>
              <a:gd name="connsiteY3831" fmla="*/ 1156189 h 4078220"/>
              <a:gd name="connsiteX3832" fmla="*/ 1808692 w 11677525"/>
              <a:gd name="connsiteY3832" fmla="*/ 1155955 h 4078220"/>
              <a:gd name="connsiteX3833" fmla="*/ 1810331 w 11677525"/>
              <a:gd name="connsiteY3833" fmla="*/ 1155356 h 4078220"/>
              <a:gd name="connsiteX3834" fmla="*/ 9518830 w 11677525"/>
              <a:gd name="connsiteY3834" fmla="*/ 1154634 h 4078220"/>
              <a:gd name="connsiteX3835" fmla="*/ 9565473 w 11677525"/>
              <a:gd name="connsiteY3835" fmla="*/ 1165249 h 4078220"/>
              <a:gd name="connsiteX3836" fmla="*/ 9582116 w 11677525"/>
              <a:gd name="connsiteY3836" fmla="*/ 1192898 h 4078220"/>
              <a:gd name="connsiteX3837" fmla="*/ 9494312 w 11677525"/>
              <a:gd name="connsiteY3837" fmla="*/ 1182614 h 4078220"/>
              <a:gd name="connsiteX3838" fmla="*/ 9478833 w 11677525"/>
              <a:gd name="connsiteY3838" fmla="*/ 1155226 h 4078220"/>
              <a:gd name="connsiteX3839" fmla="*/ 9518830 w 11677525"/>
              <a:gd name="connsiteY3839" fmla="*/ 1154634 h 4078220"/>
              <a:gd name="connsiteX3840" fmla="*/ 7955214 w 11677525"/>
              <a:gd name="connsiteY3840" fmla="*/ 1153457 h 4078220"/>
              <a:gd name="connsiteX3841" fmla="*/ 7990504 w 11677525"/>
              <a:gd name="connsiteY3841" fmla="*/ 1157856 h 4078220"/>
              <a:gd name="connsiteX3842" fmla="*/ 7989642 w 11677525"/>
              <a:gd name="connsiteY3842" fmla="*/ 1169910 h 4078220"/>
              <a:gd name="connsiteX3843" fmla="*/ 7954214 w 11677525"/>
              <a:gd name="connsiteY3843" fmla="*/ 1165459 h 4078220"/>
              <a:gd name="connsiteX3844" fmla="*/ 7955214 w 11677525"/>
              <a:gd name="connsiteY3844" fmla="*/ 1153457 h 4078220"/>
              <a:gd name="connsiteX3845" fmla="*/ 8749715 w 11677525"/>
              <a:gd name="connsiteY3845" fmla="*/ 1151449 h 4078220"/>
              <a:gd name="connsiteX3846" fmla="*/ 8787254 w 11677525"/>
              <a:gd name="connsiteY3846" fmla="*/ 1160667 h 4078220"/>
              <a:gd name="connsiteX3847" fmla="*/ 8793756 w 11677525"/>
              <a:gd name="connsiteY3847" fmla="*/ 1184645 h 4078220"/>
              <a:gd name="connsiteX3848" fmla="*/ 8720400 w 11677525"/>
              <a:gd name="connsiteY3848" fmla="*/ 1175741 h 4078220"/>
              <a:gd name="connsiteX3849" fmla="*/ 8714760 w 11677525"/>
              <a:gd name="connsiteY3849" fmla="*/ 1151972 h 4078220"/>
              <a:gd name="connsiteX3850" fmla="*/ 8749715 w 11677525"/>
              <a:gd name="connsiteY3850" fmla="*/ 1151449 h 4078220"/>
              <a:gd name="connsiteX3851" fmla="*/ 10638311 w 11677525"/>
              <a:gd name="connsiteY3851" fmla="*/ 1149603 h 4078220"/>
              <a:gd name="connsiteX3852" fmla="*/ 10640451 w 11677525"/>
              <a:gd name="connsiteY3852" fmla="*/ 1149837 h 4078220"/>
              <a:gd name="connsiteX3853" fmla="*/ 10641061 w 11677525"/>
              <a:gd name="connsiteY3853" fmla="*/ 1150436 h 4078220"/>
              <a:gd name="connsiteX3854" fmla="*/ 10639005 w 11677525"/>
              <a:gd name="connsiteY3854" fmla="*/ 1150202 h 4078220"/>
              <a:gd name="connsiteX3855" fmla="*/ 10638311 w 11677525"/>
              <a:gd name="connsiteY3855" fmla="*/ 1149603 h 4078220"/>
              <a:gd name="connsiteX3856" fmla="*/ 2610779 w 11677525"/>
              <a:gd name="connsiteY3856" fmla="*/ 1144774 h 4078220"/>
              <a:gd name="connsiteX3857" fmla="*/ 2622338 w 11677525"/>
              <a:gd name="connsiteY3857" fmla="*/ 1152727 h 4078220"/>
              <a:gd name="connsiteX3858" fmla="*/ 2573573 w 11677525"/>
              <a:gd name="connsiteY3858" fmla="*/ 1173346 h 4078220"/>
              <a:gd name="connsiteX3859" fmla="*/ 2530421 w 11677525"/>
              <a:gd name="connsiteY3859" fmla="*/ 1165692 h 4078220"/>
              <a:gd name="connsiteX3860" fmla="*/ 2579297 w 11677525"/>
              <a:gd name="connsiteY3860" fmla="*/ 1145256 h 4078220"/>
              <a:gd name="connsiteX3861" fmla="*/ 2610779 w 11677525"/>
              <a:gd name="connsiteY3861" fmla="*/ 1144774 h 4078220"/>
              <a:gd name="connsiteX3862" fmla="*/ 9692293 w 11677525"/>
              <a:gd name="connsiteY3862" fmla="*/ 1139047 h 4078220"/>
              <a:gd name="connsiteX3863" fmla="*/ 9742667 w 11677525"/>
              <a:gd name="connsiteY3863" fmla="*/ 1150254 h 4078220"/>
              <a:gd name="connsiteX3864" fmla="*/ 9762562 w 11677525"/>
              <a:gd name="connsiteY3864" fmla="*/ 1179439 h 4078220"/>
              <a:gd name="connsiteX3865" fmla="*/ 9668338 w 11677525"/>
              <a:gd name="connsiteY3865" fmla="*/ 1168608 h 4078220"/>
              <a:gd name="connsiteX3866" fmla="*/ 9649859 w 11677525"/>
              <a:gd name="connsiteY3866" fmla="*/ 1139709 h 4078220"/>
              <a:gd name="connsiteX3867" fmla="*/ 9692293 w 11677525"/>
              <a:gd name="connsiteY3867" fmla="*/ 1139047 h 4078220"/>
              <a:gd name="connsiteX3868" fmla="*/ 1641112 w 11677525"/>
              <a:gd name="connsiteY3868" fmla="*/ 1138825 h 4078220"/>
              <a:gd name="connsiteX3869" fmla="*/ 1642307 w 11677525"/>
              <a:gd name="connsiteY3869" fmla="*/ 1139059 h 4078220"/>
              <a:gd name="connsiteX3870" fmla="*/ 1640696 w 11677525"/>
              <a:gd name="connsiteY3870" fmla="*/ 1139658 h 4078220"/>
              <a:gd name="connsiteX3871" fmla="*/ 1639445 w 11677525"/>
              <a:gd name="connsiteY3871" fmla="*/ 1139450 h 4078220"/>
              <a:gd name="connsiteX3872" fmla="*/ 1641112 w 11677525"/>
              <a:gd name="connsiteY3872" fmla="*/ 1138825 h 4078220"/>
              <a:gd name="connsiteX3873" fmla="*/ 8932066 w 11677525"/>
              <a:gd name="connsiteY3873" fmla="*/ 1138532 h 4078220"/>
              <a:gd name="connsiteX3874" fmla="*/ 8967673 w 11677525"/>
              <a:gd name="connsiteY3874" fmla="*/ 1147078 h 4078220"/>
              <a:gd name="connsiteX3875" fmla="*/ 8975257 w 11677525"/>
              <a:gd name="connsiteY3875" fmla="*/ 1169129 h 4078220"/>
              <a:gd name="connsiteX3876" fmla="*/ 8906681 w 11677525"/>
              <a:gd name="connsiteY3876" fmla="*/ 1160954 h 4078220"/>
              <a:gd name="connsiteX3877" fmla="*/ 8899623 w 11677525"/>
              <a:gd name="connsiteY3877" fmla="*/ 1139007 h 4078220"/>
              <a:gd name="connsiteX3878" fmla="*/ 8932066 w 11677525"/>
              <a:gd name="connsiteY3878" fmla="*/ 1138532 h 4078220"/>
              <a:gd name="connsiteX3879" fmla="*/ 3184411 w 11677525"/>
              <a:gd name="connsiteY3879" fmla="*/ 1137738 h 4078220"/>
              <a:gd name="connsiteX3880" fmla="*/ 3191851 w 11677525"/>
              <a:gd name="connsiteY3880" fmla="*/ 1142132 h 4078220"/>
              <a:gd name="connsiteX3881" fmla="*/ 3167788 w 11677525"/>
              <a:gd name="connsiteY3881" fmla="*/ 1153378 h 4078220"/>
              <a:gd name="connsiteX3882" fmla="*/ 3143086 w 11677525"/>
              <a:gd name="connsiteY3882" fmla="*/ 1149213 h 4078220"/>
              <a:gd name="connsiteX3883" fmla="*/ 3167094 w 11677525"/>
              <a:gd name="connsiteY3883" fmla="*/ 1137993 h 4078220"/>
              <a:gd name="connsiteX3884" fmla="*/ 3184411 w 11677525"/>
              <a:gd name="connsiteY3884" fmla="*/ 1137738 h 4078220"/>
              <a:gd name="connsiteX3885" fmla="*/ 8165172 w 11677525"/>
              <a:gd name="connsiteY3885" fmla="*/ 1135691 h 4078220"/>
              <a:gd name="connsiteX3886" fmla="*/ 8191372 w 11677525"/>
              <a:gd name="connsiteY3886" fmla="*/ 1142495 h 4078220"/>
              <a:gd name="connsiteX3887" fmla="*/ 8191594 w 11677525"/>
              <a:gd name="connsiteY3887" fmla="*/ 1160068 h 4078220"/>
              <a:gd name="connsiteX3888" fmla="*/ 8138994 w 11677525"/>
              <a:gd name="connsiteY3888" fmla="*/ 1153587 h 4078220"/>
              <a:gd name="connsiteX3889" fmla="*/ 8139078 w 11677525"/>
              <a:gd name="connsiteY3889" fmla="*/ 1136091 h 4078220"/>
              <a:gd name="connsiteX3890" fmla="*/ 8165172 w 11677525"/>
              <a:gd name="connsiteY3890" fmla="*/ 1135691 h 4078220"/>
              <a:gd name="connsiteX3891" fmla="*/ 9870474 w 11677525"/>
              <a:gd name="connsiteY3891" fmla="*/ 1134887 h 4078220"/>
              <a:gd name="connsiteX3892" fmla="*/ 9895966 w 11677525"/>
              <a:gd name="connsiteY3892" fmla="*/ 1140439 h 4078220"/>
              <a:gd name="connsiteX3893" fmla="*/ 9906774 w 11677525"/>
              <a:gd name="connsiteY3893" fmla="*/ 1154862 h 4078220"/>
              <a:gd name="connsiteX3894" fmla="*/ 9859675 w 11677525"/>
              <a:gd name="connsiteY3894" fmla="*/ 1149525 h 4078220"/>
              <a:gd name="connsiteX3895" fmla="*/ 9849339 w 11677525"/>
              <a:gd name="connsiteY3895" fmla="*/ 1135233 h 4078220"/>
              <a:gd name="connsiteX3896" fmla="*/ 9870474 w 11677525"/>
              <a:gd name="connsiteY3896" fmla="*/ 1134887 h 4078220"/>
              <a:gd name="connsiteX3897" fmla="*/ 10041066 w 11677525"/>
              <a:gd name="connsiteY3897" fmla="*/ 1128776 h 4078220"/>
              <a:gd name="connsiteX3898" fmla="*/ 10050347 w 11677525"/>
              <a:gd name="connsiteY3898" fmla="*/ 1129791 h 4078220"/>
              <a:gd name="connsiteX3899" fmla="*/ 10052625 w 11677525"/>
              <a:gd name="connsiteY3899" fmla="*/ 1132577 h 4078220"/>
              <a:gd name="connsiteX3900" fmla="*/ 10043344 w 11677525"/>
              <a:gd name="connsiteY3900" fmla="*/ 1131561 h 4078220"/>
              <a:gd name="connsiteX3901" fmla="*/ 10041066 w 11677525"/>
              <a:gd name="connsiteY3901" fmla="*/ 1128776 h 4078220"/>
              <a:gd name="connsiteX3902" fmla="*/ 2436645 w 11677525"/>
              <a:gd name="connsiteY3902" fmla="*/ 1126804 h 4078220"/>
              <a:gd name="connsiteX3903" fmla="*/ 2448951 w 11677525"/>
              <a:gd name="connsiteY3903" fmla="*/ 1135727 h 4078220"/>
              <a:gd name="connsiteX3904" fmla="*/ 2392211 w 11677525"/>
              <a:gd name="connsiteY3904" fmla="*/ 1158872 h 4078220"/>
              <a:gd name="connsiteX3905" fmla="*/ 2344029 w 11677525"/>
              <a:gd name="connsiteY3905" fmla="*/ 1150281 h 4078220"/>
              <a:gd name="connsiteX3906" fmla="*/ 2401019 w 11677525"/>
              <a:gd name="connsiteY3906" fmla="*/ 1127292 h 4078220"/>
              <a:gd name="connsiteX3907" fmla="*/ 2436645 w 11677525"/>
              <a:gd name="connsiteY3907" fmla="*/ 1126804 h 4078220"/>
              <a:gd name="connsiteX3908" fmla="*/ 7578957 w 11677525"/>
              <a:gd name="connsiteY3908" fmla="*/ 1125937 h 4078220"/>
              <a:gd name="connsiteX3909" fmla="*/ 7587015 w 11677525"/>
              <a:gd name="connsiteY3909" fmla="*/ 1126979 h 4078220"/>
              <a:gd name="connsiteX3910" fmla="*/ 7586376 w 11677525"/>
              <a:gd name="connsiteY3910" fmla="*/ 1129687 h 4078220"/>
              <a:gd name="connsiteX3911" fmla="*/ 7578263 w 11677525"/>
              <a:gd name="connsiteY3911" fmla="*/ 1128697 h 4078220"/>
              <a:gd name="connsiteX3912" fmla="*/ 7578957 w 11677525"/>
              <a:gd name="connsiteY3912" fmla="*/ 1125937 h 4078220"/>
              <a:gd name="connsiteX3913" fmla="*/ 9110064 w 11677525"/>
              <a:gd name="connsiteY3913" fmla="*/ 1124754 h 4078220"/>
              <a:gd name="connsiteX3914" fmla="*/ 9145561 w 11677525"/>
              <a:gd name="connsiteY3914" fmla="*/ 1133046 h 4078220"/>
              <a:gd name="connsiteX3915" fmla="*/ 9154841 w 11677525"/>
              <a:gd name="connsiteY3915" fmla="*/ 1154550 h 4078220"/>
              <a:gd name="connsiteX3916" fmla="*/ 9086877 w 11677525"/>
              <a:gd name="connsiteY3916" fmla="*/ 1146583 h 4078220"/>
              <a:gd name="connsiteX3917" fmla="*/ 9078319 w 11677525"/>
              <a:gd name="connsiteY3917" fmla="*/ 1125209 h 4078220"/>
              <a:gd name="connsiteX3918" fmla="*/ 9110064 w 11677525"/>
              <a:gd name="connsiteY3918" fmla="*/ 1124754 h 4078220"/>
              <a:gd name="connsiteX3919" fmla="*/ 1476088 w 11677525"/>
              <a:gd name="connsiteY3919" fmla="*/ 1122371 h 4078220"/>
              <a:gd name="connsiteX3920" fmla="*/ 1477366 w 11677525"/>
              <a:gd name="connsiteY3920" fmla="*/ 1122579 h 4078220"/>
              <a:gd name="connsiteX3921" fmla="*/ 1475615 w 11677525"/>
              <a:gd name="connsiteY3921" fmla="*/ 1123230 h 4078220"/>
              <a:gd name="connsiteX3922" fmla="*/ 1474309 w 11677525"/>
              <a:gd name="connsiteY3922" fmla="*/ 1122970 h 4078220"/>
              <a:gd name="connsiteX3923" fmla="*/ 1476088 w 11677525"/>
              <a:gd name="connsiteY3923" fmla="*/ 1122371 h 4078220"/>
              <a:gd name="connsiteX3924" fmla="*/ 8351547 w 11677525"/>
              <a:gd name="connsiteY3924" fmla="*/ 1119283 h 4078220"/>
              <a:gd name="connsiteX3925" fmla="*/ 8384238 w 11677525"/>
              <a:gd name="connsiteY3925" fmla="*/ 1127553 h 4078220"/>
              <a:gd name="connsiteX3926" fmla="*/ 8386352 w 11677525"/>
              <a:gd name="connsiteY3926" fmla="*/ 1148926 h 4078220"/>
              <a:gd name="connsiteX3927" fmla="*/ 8321218 w 11677525"/>
              <a:gd name="connsiteY3927" fmla="*/ 1140985 h 4078220"/>
              <a:gd name="connsiteX3928" fmla="*/ 8319773 w 11677525"/>
              <a:gd name="connsiteY3928" fmla="*/ 1119742 h 4078220"/>
              <a:gd name="connsiteX3929" fmla="*/ 8351547 w 11677525"/>
              <a:gd name="connsiteY3929" fmla="*/ 1119283 h 4078220"/>
              <a:gd name="connsiteX3930" fmla="*/ 3005431 w 11677525"/>
              <a:gd name="connsiteY3930" fmla="*/ 1118747 h 4078220"/>
              <a:gd name="connsiteX3931" fmla="*/ 3015602 w 11677525"/>
              <a:gd name="connsiteY3931" fmla="*/ 1124975 h 4078220"/>
              <a:gd name="connsiteX3932" fmla="*/ 2980034 w 11677525"/>
              <a:gd name="connsiteY3932" fmla="*/ 1141012 h 4078220"/>
              <a:gd name="connsiteX3933" fmla="*/ 2944801 w 11677525"/>
              <a:gd name="connsiteY3933" fmla="*/ 1135076 h 4078220"/>
              <a:gd name="connsiteX3934" fmla="*/ 2980507 w 11677525"/>
              <a:gd name="connsiteY3934" fmla="*/ 1119117 h 4078220"/>
              <a:gd name="connsiteX3935" fmla="*/ 3005431 w 11677525"/>
              <a:gd name="connsiteY3935" fmla="*/ 1118747 h 4078220"/>
              <a:gd name="connsiteX3936" fmla="*/ 10211371 w 11677525"/>
              <a:gd name="connsiteY3936" fmla="*/ 1116071 h 4078220"/>
              <a:gd name="connsiteX3937" fmla="*/ 10213400 w 11677525"/>
              <a:gd name="connsiteY3937" fmla="*/ 1116280 h 4078220"/>
              <a:gd name="connsiteX3938" fmla="*/ 10214009 w 11677525"/>
              <a:gd name="connsiteY3938" fmla="*/ 1116904 h 4078220"/>
              <a:gd name="connsiteX3939" fmla="*/ 10211982 w 11677525"/>
              <a:gd name="connsiteY3939" fmla="*/ 1116671 h 4078220"/>
              <a:gd name="connsiteX3940" fmla="*/ 10211371 w 11677525"/>
              <a:gd name="connsiteY3940" fmla="*/ 1116071 h 4078220"/>
              <a:gd name="connsiteX3941" fmla="*/ 3562997 w 11677525"/>
              <a:gd name="connsiteY3941" fmla="*/ 1114743 h 4078220"/>
              <a:gd name="connsiteX3942" fmla="*/ 3569165 w 11677525"/>
              <a:gd name="connsiteY3942" fmla="*/ 1115732 h 4078220"/>
              <a:gd name="connsiteX3943" fmla="*/ 3563858 w 11677525"/>
              <a:gd name="connsiteY3943" fmla="*/ 1118466 h 4078220"/>
              <a:gd name="connsiteX3944" fmla="*/ 3557578 w 11677525"/>
              <a:gd name="connsiteY3944" fmla="*/ 1117477 h 4078220"/>
              <a:gd name="connsiteX3945" fmla="*/ 3562997 w 11677525"/>
              <a:gd name="connsiteY3945" fmla="*/ 1114743 h 4078220"/>
              <a:gd name="connsiteX3946" fmla="*/ 2254744 w 11677525"/>
              <a:gd name="connsiteY3946" fmla="*/ 1114005 h 4078220"/>
              <a:gd name="connsiteX3947" fmla="*/ 2263920 w 11677525"/>
              <a:gd name="connsiteY3947" fmla="*/ 1121044 h 4078220"/>
              <a:gd name="connsiteX3948" fmla="*/ 2217600 w 11677525"/>
              <a:gd name="connsiteY3948" fmla="*/ 1139189 h 4078220"/>
              <a:gd name="connsiteX3949" fmla="*/ 2180060 w 11677525"/>
              <a:gd name="connsiteY3949" fmla="*/ 1132473 h 4078220"/>
              <a:gd name="connsiteX3950" fmla="*/ 2226520 w 11677525"/>
              <a:gd name="connsiteY3950" fmla="*/ 1114405 h 4078220"/>
              <a:gd name="connsiteX3951" fmla="*/ 2254744 w 11677525"/>
              <a:gd name="connsiteY3951" fmla="*/ 1114005 h 4078220"/>
              <a:gd name="connsiteX3952" fmla="*/ 9285093 w 11677525"/>
              <a:gd name="connsiteY3952" fmla="*/ 1112306 h 4078220"/>
              <a:gd name="connsiteX3953" fmla="*/ 9317366 w 11677525"/>
              <a:gd name="connsiteY3953" fmla="*/ 1119690 h 4078220"/>
              <a:gd name="connsiteX3954" fmla="*/ 9326953 w 11677525"/>
              <a:gd name="connsiteY3954" fmla="*/ 1138773 h 4078220"/>
              <a:gd name="connsiteX3955" fmla="*/ 9265821 w 11677525"/>
              <a:gd name="connsiteY3955" fmla="*/ 1131718 h 4078220"/>
              <a:gd name="connsiteX3956" fmla="*/ 9256654 w 11677525"/>
              <a:gd name="connsiteY3956" fmla="*/ 1112713 h 4078220"/>
              <a:gd name="connsiteX3957" fmla="*/ 9285093 w 11677525"/>
              <a:gd name="connsiteY3957" fmla="*/ 1112306 h 4078220"/>
              <a:gd name="connsiteX3958" fmla="*/ 7765877 w 11677525"/>
              <a:gd name="connsiteY3958" fmla="*/ 1109875 h 4078220"/>
              <a:gd name="connsiteX3959" fmla="*/ 7786689 w 11677525"/>
              <a:gd name="connsiteY3959" fmla="*/ 1112453 h 4078220"/>
              <a:gd name="connsiteX3960" fmla="*/ 7785550 w 11677525"/>
              <a:gd name="connsiteY3960" fmla="*/ 1119481 h 4078220"/>
              <a:gd name="connsiteX3961" fmla="*/ 7764683 w 11677525"/>
              <a:gd name="connsiteY3961" fmla="*/ 1116852 h 4078220"/>
              <a:gd name="connsiteX3962" fmla="*/ 7765877 w 11677525"/>
              <a:gd name="connsiteY3962" fmla="*/ 1109875 h 4078220"/>
              <a:gd name="connsiteX3963" fmla="*/ 8533180 w 11677525"/>
              <a:gd name="connsiteY3963" fmla="*/ 1105450 h 4078220"/>
              <a:gd name="connsiteX3964" fmla="*/ 8566850 w 11677525"/>
              <a:gd name="connsiteY3964" fmla="*/ 1113728 h 4078220"/>
              <a:gd name="connsiteX3965" fmla="*/ 8570631 w 11677525"/>
              <a:gd name="connsiteY3965" fmla="*/ 1135154 h 4078220"/>
              <a:gd name="connsiteX3966" fmla="*/ 8504305 w 11677525"/>
              <a:gd name="connsiteY3966" fmla="*/ 1127240 h 4078220"/>
              <a:gd name="connsiteX3967" fmla="*/ 8501136 w 11677525"/>
              <a:gd name="connsiteY3967" fmla="*/ 1105918 h 4078220"/>
              <a:gd name="connsiteX3968" fmla="*/ 8533180 w 11677525"/>
              <a:gd name="connsiteY3968" fmla="*/ 1105450 h 4078220"/>
              <a:gd name="connsiteX3969" fmla="*/ 10374198 w 11677525"/>
              <a:gd name="connsiteY3969" fmla="*/ 1102013 h 4078220"/>
              <a:gd name="connsiteX3970" fmla="*/ 10376256 w 11677525"/>
              <a:gd name="connsiteY3970" fmla="*/ 1102221 h 4078220"/>
              <a:gd name="connsiteX3971" fmla="*/ 10376840 w 11677525"/>
              <a:gd name="connsiteY3971" fmla="*/ 1102820 h 4078220"/>
              <a:gd name="connsiteX3972" fmla="*/ 10374782 w 11677525"/>
              <a:gd name="connsiteY3972" fmla="*/ 1102585 h 4078220"/>
              <a:gd name="connsiteX3973" fmla="*/ 10374198 w 11677525"/>
              <a:gd name="connsiteY3973" fmla="*/ 1102013 h 4078220"/>
              <a:gd name="connsiteX3974" fmla="*/ 2828654 w 11677525"/>
              <a:gd name="connsiteY3974" fmla="*/ 1101613 h 4078220"/>
              <a:gd name="connsiteX3975" fmla="*/ 2839546 w 11677525"/>
              <a:gd name="connsiteY3975" fmla="*/ 1108573 h 4078220"/>
              <a:gd name="connsiteX3976" fmla="*/ 2798033 w 11677525"/>
              <a:gd name="connsiteY3976" fmla="*/ 1126537 h 4078220"/>
              <a:gd name="connsiteX3977" fmla="*/ 2758910 w 11677525"/>
              <a:gd name="connsiteY3977" fmla="*/ 1119872 h 4078220"/>
              <a:gd name="connsiteX3978" fmla="*/ 2800673 w 11677525"/>
              <a:gd name="connsiteY3978" fmla="*/ 1102013 h 4078220"/>
              <a:gd name="connsiteX3979" fmla="*/ 2828654 w 11677525"/>
              <a:gd name="connsiteY3979" fmla="*/ 1101613 h 4078220"/>
              <a:gd name="connsiteX3980" fmla="*/ 2085555 w 11677525"/>
              <a:gd name="connsiteY3980" fmla="*/ 1098017 h 4078220"/>
              <a:gd name="connsiteX3981" fmla="*/ 2094172 w 11677525"/>
              <a:gd name="connsiteY3981" fmla="*/ 1104954 h 4078220"/>
              <a:gd name="connsiteX3982" fmla="*/ 2046852 w 11677525"/>
              <a:gd name="connsiteY3982" fmla="*/ 1122866 h 4078220"/>
              <a:gd name="connsiteX3983" fmla="*/ 2010007 w 11677525"/>
              <a:gd name="connsiteY3983" fmla="*/ 1116253 h 4078220"/>
              <a:gd name="connsiteX3984" fmla="*/ 2057493 w 11677525"/>
              <a:gd name="connsiteY3984" fmla="*/ 1098419 h 4078220"/>
              <a:gd name="connsiteX3985" fmla="*/ 2085555 w 11677525"/>
              <a:gd name="connsiteY3985" fmla="*/ 1098017 h 4078220"/>
              <a:gd name="connsiteX3986" fmla="*/ 3373492 w 11677525"/>
              <a:gd name="connsiteY3986" fmla="*/ 1095556 h 4078220"/>
              <a:gd name="connsiteX3987" fmla="*/ 3393332 w 11677525"/>
              <a:gd name="connsiteY3987" fmla="*/ 1098732 h 4078220"/>
              <a:gd name="connsiteX3988" fmla="*/ 3375243 w 11677525"/>
              <a:gd name="connsiteY3988" fmla="*/ 1107506 h 4078220"/>
              <a:gd name="connsiteX3989" fmla="*/ 3355320 w 11677525"/>
              <a:gd name="connsiteY3989" fmla="*/ 1104277 h 4078220"/>
              <a:gd name="connsiteX3990" fmla="*/ 3373492 w 11677525"/>
              <a:gd name="connsiteY3990" fmla="*/ 1095556 h 4078220"/>
              <a:gd name="connsiteX3991" fmla="*/ 9453951 w 11677525"/>
              <a:gd name="connsiteY3991" fmla="*/ 1095062 h 4078220"/>
              <a:gd name="connsiteX3992" fmla="*/ 9495007 w 11677525"/>
              <a:gd name="connsiteY3992" fmla="*/ 1104225 h 4078220"/>
              <a:gd name="connsiteX3993" fmla="*/ 9508732 w 11677525"/>
              <a:gd name="connsiteY3993" fmla="*/ 1127943 h 4078220"/>
              <a:gd name="connsiteX3994" fmla="*/ 9431763 w 11677525"/>
              <a:gd name="connsiteY3994" fmla="*/ 1119143 h 4078220"/>
              <a:gd name="connsiteX3995" fmla="*/ 9418564 w 11677525"/>
              <a:gd name="connsiteY3995" fmla="*/ 1095582 h 4078220"/>
              <a:gd name="connsiteX3996" fmla="*/ 9453951 w 11677525"/>
              <a:gd name="connsiteY3996" fmla="*/ 1095062 h 4078220"/>
              <a:gd name="connsiteX3997" fmla="*/ 7945018 w 11677525"/>
              <a:gd name="connsiteY3997" fmla="*/ 1092901 h 4078220"/>
              <a:gd name="connsiteX3998" fmla="*/ 7982113 w 11677525"/>
              <a:gd name="connsiteY3998" fmla="*/ 1097405 h 4078220"/>
              <a:gd name="connsiteX3999" fmla="*/ 7981112 w 11677525"/>
              <a:gd name="connsiteY3999" fmla="*/ 1109771 h 4078220"/>
              <a:gd name="connsiteX4000" fmla="*/ 7943822 w 11677525"/>
              <a:gd name="connsiteY4000" fmla="*/ 1105189 h 4078220"/>
              <a:gd name="connsiteX4001" fmla="*/ 7945018 w 11677525"/>
              <a:gd name="connsiteY4001" fmla="*/ 1092901 h 4078220"/>
              <a:gd name="connsiteX4002" fmla="*/ 1887551 w 11677525"/>
              <a:gd name="connsiteY4002" fmla="*/ 1092485 h 4078220"/>
              <a:gd name="connsiteX4003" fmla="*/ 1893692 w 11677525"/>
              <a:gd name="connsiteY4003" fmla="*/ 1093578 h 4078220"/>
              <a:gd name="connsiteX4004" fmla="*/ 1885439 w 11677525"/>
              <a:gd name="connsiteY4004" fmla="*/ 1096572 h 4078220"/>
              <a:gd name="connsiteX4005" fmla="*/ 1879382 w 11677525"/>
              <a:gd name="connsiteY4005" fmla="*/ 1095478 h 4078220"/>
              <a:gd name="connsiteX4006" fmla="*/ 1887551 w 11677525"/>
              <a:gd name="connsiteY4006" fmla="*/ 1092485 h 4078220"/>
              <a:gd name="connsiteX4007" fmla="*/ 8710667 w 11677525"/>
              <a:gd name="connsiteY4007" fmla="*/ 1091417 h 4078220"/>
              <a:gd name="connsiteX4008" fmla="*/ 8745659 w 11677525"/>
              <a:gd name="connsiteY4008" fmla="*/ 1099851 h 4078220"/>
              <a:gd name="connsiteX4009" fmla="*/ 8751326 w 11677525"/>
              <a:gd name="connsiteY4009" fmla="*/ 1121616 h 4078220"/>
              <a:gd name="connsiteX4010" fmla="*/ 8682971 w 11677525"/>
              <a:gd name="connsiteY4010" fmla="*/ 1113520 h 4078220"/>
              <a:gd name="connsiteX4011" fmla="*/ 8677887 w 11677525"/>
              <a:gd name="connsiteY4011" fmla="*/ 1091885 h 4078220"/>
              <a:gd name="connsiteX4012" fmla="*/ 8710667 w 11677525"/>
              <a:gd name="connsiteY4012" fmla="*/ 1091417 h 4078220"/>
              <a:gd name="connsiteX4013" fmla="*/ 2659583 w 11677525"/>
              <a:gd name="connsiteY4013" fmla="*/ 1083642 h 4078220"/>
              <a:gd name="connsiteX4014" fmla="*/ 2671854 w 11677525"/>
              <a:gd name="connsiteY4014" fmla="*/ 1091807 h 4078220"/>
              <a:gd name="connsiteX4015" fmla="*/ 2621310 w 11677525"/>
              <a:gd name="connsiteY4015" fmla="*/ 1112843 h 4078220"/>
              <a:gd name="connsiteX4016" fmla="*/ 2575796 w 11677525"/>
              <a:gd name="connsiteY4016" fmla="*/ 1105058 h 4078220"/>
              <a:gd name="connsiteX4017" fmla="*/ 2626617 w 11677525"/>
              <a:gd name="connsiteY4017" fmla="*/ 1084127 h 4078220"/>
              <a:gd name="connsiteX4018" fmla="*/ 2659583 w 11677525"/>
              <a:gd name="connsiteY4018" fmla="*/ 1083642 h 4078220"/>
              <a:gd name="connsiteX4019" fmla="*/ 9619507 w 11677525"/>
              <a:gd name="connsiteY4019" fmla="*/ 1078399 h 4078220"/>
              <a:gd name="connsiteX4020" fmla="*/ 9668225 w 11677525"/>
              <a:gd name="connsiteY4020" fmla="*/ 1089048 h 4078220"/>
              <a:gd name="connsiteX4021" fmla="*/ 9686622 w 11677525"/>
              <a:gd name="connsiteY4021" fmla="*/ 1116722 h 4078220"/>
              <a:gd name="connsiteX4022" fmla="*/ 9595315 w 11677525"/>
              <a:gd name="connsiteY4022" fmla="*/ 1106412 h 4078220"/>
              <a:gd name="connsiteX4023" fmla="*/ 9578143 w 11677525"/>
              <a:gd name="connsiteY4023" fmla="*/ 1078998 h 4078220"/>
              <a:gd name="connsiteX4024" fmla="*/ 9619507 w 11677525"/>
              <a:gd name="connsiteY4024" fmla="*/ 1078399 h 4078220"/>
              <a:gd name="connsiteX4025" fmla="*/ 1725028 w 11677525"/>
              <a:gd name="connsiteY4025" fmla="*/ 1078190 h 4078220"/>
              <a:gd name="connsiteX4026" fmla="*/ 1726306 w 11677525"/>
              <a:gd name="connsiteY4026" fmla="*/ 1078425 h 4078220"/>
              <a:gd name="connsiteX4027" fmla="*/ 1724528 w 11677525"/>
              <a:gd name="connsiteY4027" fmla="*/ 1078998 h 4078220"/>
              <a:gd name="connsiteX4028" fmla="*/ 1723304 w 11677525"/>
              <a:gd name="connsiteY4028" fmla="*/ 1078816 h 4078220"/>
              <a:gd name="connsiteX4029" fmla="*/ 1725028 w 11677525"/>
              <a:gd name="connsiteY4029" fmla="*/ 1078190 h 4078220"/>
              <a:gd name="connsiteX4030" fmla="*/ 3210930 w 11677525"/>
              <a:gd name="connsiteY4030" fmla="*/ 1077613 h 4078220"/>
              <a:gd name="connsiteX4031" fmla="*/ 3219304 w 11677525"/>
              <a:gd name="connsiteY4031" fmla="*/ 1082305 h 4078220"/>
              <a:gd name="connsiteX4032" fmla="*/ 3192740 w 11677525"/>
              <a:gd name="connsiteY4032" fmla="*/ 1094541 h 4078220"/>
              <a:gd name="connsiteX4033" fmla="*/ 3165231 w 11677525"/>
              <a:gd name="connsiteY4033" fmla="*/ 1090011 h 4078220"/>
              <a:gd name="connsiteX4034" fmla="*/ 3191740 w 11677525"/>
              <a:gd name="connsiteY4034" fmla="*/ 1077879 h 4078220"/>
              <a:gd name="connsiteX4035" fmla="*/ 3210930 w 11677525"/>
              <a:gd name="connsiteY4035" fmla="*/ 1077613 h 4078220"/>
              <a:gd name="connsiteX4036" fmla="*/ 8884087 w 11677525"/>
              <a:gd name="connsiteY4036" fmla="*/ 1077192 h 4078220"/>
              <a:gd name="connsiteX4037" fmla="*/ 8920964 w 11677525"/>
              <a:gd name="connsiteY4037" fmla="*/ 1085845 h 4078220"/>
              <a:gd name="connsiteX4038" fmla="*/ 8928577 w 11677525"/>
              <a:gd name="connsiteY4038" fmla="*/ 1108313 h 4078220"/>
              <a:gd name="connsiteX4039" fmla="*/ 8857055 w 11677525"/>
              <a:gd name="connsiteY4039" fmla="*/ 1099982 h 4078220"/>
              <a:gd name="connsiteX4040" fmla="*/ 8850275 w 11677525"/>
              <a:gd name="connsiteY4040" fmla="*/ 1077697 h 4078220"/>
              <a:gd name="connsiteX4041" fmla="*/ 8884087 w 11677525"/>
              <a:gd name="connsiteY4041" fmla="*/ 1077192 h 4078220"/>
              <a:gd name="connsiteX4042" fmla="*/ 8145559 w 11677525"/>
              <a:gd name="connsiteY4042" fmla="*/ 1074719 h 4078220"/>
              <a:gd name="connsiteX4043" fmla="*/ 8174118 w 11677525"/>
              <a:gd name="connsiteY4043" fmla="*/ 1081966 h 4078220"/>
              <a:gd name="connsiteX4044" fmla="*/ 8174284 w 11677525"/>
              <a:gd name="connsiteY4044" fmla="*/ 1100737 h 4078220"/>
              <a:gd name="connsiteX4045" fmla="*/ 8116655 w 11677525"/>
              <a:gd name="connsiteY4045" fmla="*/ 1093760 h 4078220"/>
              <a:gd name="connsiteX4046" fmla="*/ 8116960 w 11677525"/>
              <a:gd name="connsiteY4046" fmla="*/ 1075145 h 4078220"/>
              <a:gd name="connsiteX4047" fmla="*/ 8145559 w 11677525"/>
              <a:gd name="connsiteY4047" fmla="*/ 1074719 h 4078220"/>
              <a:gd name="connsiteX4048" fmla="*/ 9785990 w 11677525"/>
              <a:gd name="connsiteY4048" fmla="*/ 1068110 h 4078220"/>
              <a:gd name="connsiteX4049" fmla="*/ 9826638 w 11677525"/>
              <a:gd name="connsiteY4049" fmla="*/ 1076785 h 4078220"/>
              <a:gd name="connsiteX4050" fmla="*/ 9843310 w 11677525"/>
              <a:gd name="connsiteY4050" fmla="*/ 1099409 h 4078220"/>
              <a:gd name="connsiteX4051" fmla="*/ 9767786 w 11677525"/>
              <a:gd name="connsiteY4051" fmla="*/ 1090975 h 4078220"/>
              <a:gd name="connsiteX4052" fmla="*/ 9751948 w 11677525"/>
              <a:gd name="connsiteY4052" fmla="*/ 1068611 h 4078220"/>
              <a:gd name="connsiteX4053" fmla="*/ 9785990 w 11677525"/>
              <a:gd name="connsiteY4053" fmla="*/ 1068110 h 4078220"/>
              <a:gd name="connsiteX4054" fmla="*/ 7580568 w 11677525"/>
              <a:gd name="connsiteY4054" fmla="*/ 1067491 h 4078220"/>
              <a:gd name="connsiteX4055" fmla="*/ 7588460 w 11677525"/>
              <a:gd name="connsiteY4055" fmla="*/ 1068454 h 4078220"/>
              <a:gd name="connsiteX4056" fmla="*/ 7587793 w 11677525"/>
              <a:gd name="connsiteY4056" fmla="*/ 1071084 h 4078220"/>
              <a:gd name="connsiteX4057" fmla="*/ 7579846 w 11677525"/>
              <a:gd name="connsiteY4057" fmla="*/ 1070120 h 4078220"/>
              <a:gd name="connsiteX4058" fmla="*/ 7580568 w 11677525"/>
              <a:gd name="connsiteY4058" fmla="*/ 1067491 h 4078220"/>
              <a:gd name="connsiteX4059" fmla="*/ 2493597 w 11677525"/>
              <a:gd name="connsiteY4059" fmla="*/ 1066639 h 4078220"/>
              <a:gd name="connsiteX4060" fmla="*/ 2506274 w 11677525"/>
              <a:gd name="connsiteY4060" fmla="*/ 1075458 h 4078220"/>
              <a:gd name="connsiteX4061" fmla="*/ 2449311 w 11677525"/>
              <a:gd name="connsiteY4061" fmla="*/ 1098290 h 4078220"/>
              <a:gd name="connsiteX4062" fmla="*/ 2400352 w 11677525"/>
              <a:gd name="connsiteY4062" fmla="*/ 1089829 h 4078220"/>
              <a:gd name="connsiteX4063" fmla="*/ 2457537 w 11677525"/>
              <a:gd name="connsiteY4063" fmla="*/ 1067153 h 4078220"/>
              <a:gd name="connsiteX4064" fmla="*/ 2493597 w 11677525"/>
              <a:gd name="connsiteY4064" fmla="*/ 1066639 h 4078220"/>
              <a:gd name="connsiteX4065" fmla="*/ 9948259 w 11677525"/>
              <a:gd name="connsiteY4065" fmla="*/ 1066398 h 4078220"/>
              <a:gd name="connsiteX4066" fmla="*/ 9967016 w 11677525"/>
              <a:gd name="connsiteY4066" fmla="*/ 1068454 h 4078220"/>
              <a:gd name="connsiteX4067" fmla="*/ 9971463 w 11677525"/>
              <a:gd name="connsiteY4067" fmla="*/ 1074025 h 4078220"/>
              <a:gd name="connsiteX4068" fmla="*/ 9952705 w 11677525"/>
              <a:gd name="connsiteY4068" fmla="*/ 1071943 h 4078220"/>
              <a:gd name="connsiteX4069" fmla="*/ 9948259 w 11677525"/>
              <a:gd name="connsiteY4069" fmla="*/ 1066398 h 4078220"/>
              <a:gd name="connsiteX4070" fmla="*/ 9054526 w 11677525"/>
              <a:gd name="connsiteY4070" fmla="*/ 1064533 h 4078220"/>
              <a:gd name="connsiteX4071" fmla="*/ 9089793 w 11677525"/>
              <a:gd name="connsiteY4071" fmla="*/ 1072646 h 4078220"/>
              <a:gd name="connsiteX4072" fmla="*/ 9098519 w 11677525"/>
              <a:gd name="connsiteY4072" fmla="*/ 1093655 h 4078220"/>
              <a:gd name="connsiteX4073" fmla="*/ 9030747 w 11677525"/>
              <a:gd name="connsiteY4073" fmla="*/ 1085845 h 4078220"/>
              <a:gd name="connsiteX4074" fmla="*/ 9022717 w 11677525"/>
              <a:gd name="connsiteY4074" fmla="*/ 1064992 h 4078220"/>
              <a:gd name="connsiteX4075" fmla="*/ 9054526 w 11677525"/>
              <a:gd name="connsiteY4075" fmla="*/ 1064533 h 4078220"/>
              <a:gd name="connsiteX4076" fmla="*/ 1567089 w 11677525"/>
              <a:gd name="connsiteY4076" fmla="*/ 1062440 h 4078220"/>
              <a:gd name="connsiteX4077" fmla="*/ 1568201 w 11677525"/>
              <a:gd name="connsiteY4077" fmla="*/ 1062649 h 4078220"/>
              <a:gd name="connsiteX4078" fmla="*/ 1566450 w 11677525"/>
              <a:gd name="connsiteY4078" fmla="*/ 1063196 h 4078220"/>
              <a:gd name="connsiteX4079" fmla="*/ 1565338 w 11677525"/>
              <a:gd name="connsiteY4079" fmla="*/ 1063013 h 4078220"/>
              <a:gd name="connsiteX4080" fmla="*/ 1567089 w 11677525"/>
              <a:gd name="connsiteY4080" fmla="*/ 1062440 h 4078220"/>
              <a:gd name="connsiteX4081" fmla="*/ 3040512 w 11677525"/>
              <a:gd name="connsiteY4081" fmla="*/ 1060030 h 4078220"/>
              <a:gd name="connsiteX4082" fmla="*/ 3050529 w 11677525"/>
              <a:gd name="connsiteY4082" fmla="*/ 1065929 h 4078220"/>
              <a:gd name="connsiteX4083" fmla="*/ 3015990 w 11677525"/>
              <a:gd name="connsiteY4083" fmla="*/ 1081186 h 4078220"/>
              <a:gd name="connsiteX4084" fmla="*/ 2981646 w 11677525"/>
              <a:gd name="connsiteY4084" fmla="*/ 1075562 h 4078220"/>
              <a:gd name="connsiteX4085" fmla="*/ 3016324 w 11677525"/>
              <a:gd name="connsiteY4085" fmla="*/ 1060358 h 4078220"/>
              <a:gd name="connsiteX4086" fmla="*/ 3040512 w 11677525"/>
              <a:gd name="connsiteY4086" fmla="*/ 1060030 h 4078220"/>
              <a:gd name="connsiteX4087" fmla="*/ 8322479 w 11677525"/>
              <a:gd name="connsiteY4087" fmla="*/ 1059597 h 4078220"/>
              <a:gd name="connsiteX4088" fmla="*/ 8355562 w 11677525"/>
              <a:gd name="connsiteY4088" fmla="*/ 1067777 h 4078220"/>
              <a:gd name="connsiteX4089" fmla="*/ 8357508 w 11677525"/>
              <a:gd name="connsiteY4089" fmla="*/ 1088995 h 4078220"/>
              <a:gd name="connsiteX4090" fmla="*/ 8291320 w 11677525"/>
              <a:gd name="connsiteY4090" fmla="*/ 1081107 h 4078220"/>
              <a:gd name="connsiteX4091" fmla="*/ 8290124 w 11677525"/>
              <a:gd name="connsiteY4091" fmla="*/ 1060045 h 4078220"/>
              <a:gd name="connsiteX4092" fmla="*/ 8322479 w 11677525"/>
              <a:gd name="connsiteY4092" fmla="*/ 1059597 h 4078220"/>
              <a:gd name="connsiteX4093" fmla="*/ 3575222 w 11677525"/>
              <a:gd name="connsiteY4093" fmla="*/ 1056401 h 4078220"/>
              <a:gd name="connsiteX4094" fmla="*/ 3583391 w 11677525"/>
              <a:gd name="connsiteY4094" fmla="*/ 1057703 h 4078220"/>
              <a:gd name="connsiteX4095" fmla="*/ 3576334 w 11677525"/>
              <a:gd name="connsiteY4095" fmla="*/ 1061165 h 4078220"/>
              <a:gd name="connsiteX4096" fmla="*/ 3568081 w 11677525"/>
              <a:gd name="connsiteY4096" fmla="*/ 1059915 h 4078220"/>
              <a:gd name="connsiteX4097" fmla="*/ 3575222 w 11677525"/>
              <a:gd name="connsiteY4097" fmla="*/ 1056401 h 4078220"/>
              <a:gd name="connsiteX4098" fmla="*/ 10117202 w 11677525"/>
              <a:gd name="connsiteY4098" fmla="*/ 1055829 h 4078220"/>
              <a:gd name="connsiteX4099" fmla="*/ 10121091 w 11677525"/>
              <a:gd name="connsiteY4099" fmla="*/ 1056270 h 4078220"/>
              <a:gd name="connsiteX4100" fmla="*/ 10122147 w 11677525"/>
              <a:gd name="connsiteY4100" fmla="*/ 1057442 h 4078220"/>
              <a:gd name="connsiteX4101" fmla="*/ 10118202 w 11677525"/>
              <a:gd name="connsiteY4101" fmla="*/ 1057000 h 4078220"/>
              <a:gd name="connsiteX4102" fmla="*/ 10117202 w 11677525"/>
              <a:gd name="connsiteY4102" fmla="*/ 1055829 h 4078220"/>
              <a:gd name="connsiteX4103" fmla="*/ 7759570 w 11677525"/>
              <a:gd name="connsiteY4103" fmla="*/ 1053043 h 4078220"/>
              <a:gd name="connsiteX4104" fmla="*/ 7773491 w 11677525"/>
              <a:gd name="connsiteY4104" fmla="*/ 1054734 h 4078220"/>
              <a:gd name="connsiteX4105" fmla="*/ 7772824 w 11677525"/>
              <a:gd name="connsiteY4105" fmla="*/ 1059369 h 4078220"/>
              <a:gd name="connsiteX4106" fmla="*/ 7758709 w 11677525"/>
              <a:gd name="connsiteY4106" fmla="*/ 1057651 h 4078220"/>
              <a:gd name="connsiteX4107" fmla="*/ 7759570 w 11677525"/>
              <a:gd name="connsiteY4107" fmla="*/ 1053043 h 4078220"/>
              <a:gd name="connsiteX4108" fmla="*/ 9221308 w 11677525"/>
              <a:gd name="connsiteY4108" fmla="*/ 1050901 h 4078220"/>
              <a:gd name="connsiteX4109" fmla="*/ 9257487 w 11677525"/>
              <a:gd name="connsiteY4109" fmla="*/ 1059057 h 4078220"/>
              <a:gd name="connsiteX4110" fmla="*/ 9267766 w 11677525"/>
              <a:gd name="connsiteY4110" fmla="*/ 1080066 h 4078220"/>
              <a:gd name="connsiteX4111" fmla="*/ 9198939 w 11677525"/>
              <a:gd name="connsiteY4111" fmla="*/ 1072282 h 4078220"/>
              <a:gd name="connsiteX4112" fmla="*/ 9189213 w 11677525"/>
              <a:gd name="connsiteY4112" fmla="*/ 1051377 h 4078220"/>
              <a:gd name="connsiteX4113" fmla="*/ 9221308 w 11677525"/>
              <a:gd name="connsiteY4113" fmla="*/ 1050901 h 4078220"/>
              <a:gd name="connsiteX4114" fmla="*/ 2331011 w 11677525"/>
              <a:gd name="connsiteY4114" fmla="*/ 1050156 h 4078220"/>
              <a:gd name="connsiteX4115" fmla="*/ 2343834 w 11677525"/>
              <a:gd name="connsiteY4115" fmla="*/ 1059420 h 4078220"/>
              <a:gd name="connsiteX4116" fmla="*/ 2281843 w 11677525"/>
              <a:gd name="connsiteY4116" fmla="*/ 1083424 h 4078220"/>
              <a:gd name="connsiteX4117" fmla="*/ 2230549 w 11677525"/>
              <a:gd name="connsiteY4117" fmla="*/ 1074494 h 4078220"/>
              <a:gd name="connsiteX4118" fmla="*/ 2292846 w 11677525"/>
              <a:gd name="connsiteY4118" fmla="*/ 1050673 h 4078220"/>
              <a:gd name="connsiteX4119" fmla="*/ 2331011 w 11677525"/>
              <a:gd name="connsiteY4119" fmla="*/ 1050156 h 4078220"/>
              <a:gd name="connsiteX4120" fmla="*/ 8495455 w 11677525"/>
              <a:gd name="connsiteY4120" fmla="*/ 1046759 h 4078220"/>
              <a:gd name="connsiteX4121" fmla="*/ 8528089 w 11677525"/>
              <a:gd name="connsiteY4121" fmla="*/ 1054605 h 4078220"/>
              <a:gd name="connsiteX4122" fmla="*/ 8531507 w 11677525"/>
              <a:gd name="connsiteY4122" fmla="*/ 1074963 h 4078220"/>
              <a:gd name="connsiteX4123" fmla="*/ 8467071 w 11677525"/>
              <a:gd name="connsiteY4123" fmla="*/ 1067413 h 4078220"/>
              <a:gd name="connsiteX4124" fmla="*/ 8464237 w 11677525"/>
              <a:gd name="connsiteY4124" fmla="*/ 1047211 h 4078220"/>
              <a:gd name="connsiteX4125" fmla="*/ 8495455 w 11677525"/>
              <a:gd name="connsiteY4125" fmla="*/ 1046759 h 4078220"/>
              <a:gd name="connsiteX4126" fmla="*/ 2148161 w 11677525"/>
              <a:gd name="connsiteY4126" fmla="*/ 1042859 h 4078220"/>
              <a:gd name="connsiteX4127" fmla="*/ 2154301 w 11677525"/>
              <a:gd name="connsiteY4127" fmla="*/ 1047575 h 4078220"/>
              <a:gd name="connsiteX4128" fmla="*/ 2121903 w 11677525"/>
              <a:gd name="connsiteY4128" fmla="*/ 1059680 h 4078220"/>
              <a:gd name="connsiteX4129" fmla="*/ 2096256 w 11677525"/>
              <a:gd name="connsiteY4129" fmla="*/ 1055177 h 4078220"/>
              <a:gd name="connsiteX4130" fmla="*/ 2128682 w 11677525"/>
              <a:gd name="connsiteY4130" fmla="*/ 1043123 h 4078220"/>
              <a:gd name="connsiteX4131" fmla="*/ 2148161 w 11677525"/>
              <a:gd name="connsiteY4131" fmla="*/ 1042859 h 4078220"/>
              <a:gd name="connsiteX4132" fmla="*/ 10275585 w 11677525"/>
              <a:gd name="connsiteY4132" fmla="*/ 1042811 h 4078220"/>
              <a:gd name="connsiteX4133" fmla="*/ 10277587 w 11677525"/>
              <a:gd name="connsiteY4133" fmla="*/ 1043019 h 4078220"/>
              <a:gd name="connsiteX4134" fmla="*/ 10278030 w 11677525"/>
              <a:gd name="connsiteY4134" fmla="*/ 1043618 h 4078220"/>
              <a:gd name="connsiteX4135" fmla="*/ 10276142 w 11677525"/>
              <a:gd name="connsiteY4135" fmla="*/ 1043384 h 4078220"/>
              <a:gd name="connsiteX4136" fmla="*/ 10275585 w 11677525"/>
              <a:gd name="connsiteY4136" fmla="*/ 1042811 h 4078220"/>
              <a:gd name="connsiteX4137" fmla="*/ 2874887 w 11677525"/>
              <a:gd name="connsiteY4137" fmla="*/ 1042759 h 4078220"/>
              <a:gd name="connsiteX4138" fmla="*/ 2886200 w 11677525"/>
              <a:gd name="connsiteY4138" fmla="*/ 1049710 h 4078220"/>
              <a:gd name="connsiteX4139" fmla="*/ 2843964 w 11677525"/>
              <a:gd name="connsiteY4139" fmla="*/ 1067648 h 4078220"/>
              <a:gd name="connsiteX4140" fmla="*/ 2803895 w 11677525"/>
              <a:gd name="connsiteY4140" fmla="*/ 1060983 h 4078220"/>
              <a:gd name="connsiteX4141" fmla="*/ 2846215 w 11677525"/>
              <a:gd name="connsiteY4141" fmla="*/ 1043149 h 4078220"/>
              <a:gd name="connsiteX4142" fmla="*/ 2874887 w 11677525"/>
              <a:gd name="connsiteY4142" fmla="*/ 1042759 h 4078220"/>
              <a:gd name="connsiteX4143" fmla="*/ 3398083 w 11677525"/>
              <a:gd name="connsiteY4143" fmla="*/ 1038099 h 4078220"/>
              <a:gd name="connsiteX4144" fmla="*/ 3417450 w 11677525"/>
              <a:gd name="connsiteY4144" fmla="*/ 1041145 h 4078220"/>
              <a:gd name="connsiteX4145" fmla="*/ 3399862 w 11677525"/>
              <a:gd name="connsiteY4145" fmla="*/ 1049398 h 4078220"/>
              <a:gd name="connsiteX4146" fmla="*/ 3380355 w 11677525"/>
              <a:gd name="connsiteY4146" fmla="*/ 1046352 h 4078220"/>
              <a:gd name="connsiteX4147" fmla="*/ 3398083 w 11677525"/>
              <a:gd name="connsiteY4147" fmla="*/ 1038099 h 4078220"/>
              <a:gd name="connsiteX4148" fmla="*/ 7929318 w 11677525"/>
              <a:gd name="connsiteY4148" fmla="*/ 1036667 h 4078220"/>
              <a:gd name="connsiteX4149" fmla="*/ 7958355 w 11677525"/>
              <a:gd name="connsiteY4149" fmla="*/ 1040129 h 4078220"/>
              <a:gd name="connsiteX4150" fmla="*/ 7957660 w 11677525"/>
              <a:gd name="connsiteY4150" fmla="*/ 1049554 h 4078220"/>
              <a:gd name="connsiteX4151" fmla="*/ 7928401 w 11677525"/>
              <a:gd name="connsiteY4151" fmla="*/ 1046039 h 4078220"/>
              <a:gd name="connsiteX4152" fmla="*/ 7929318 w 11677525"/>
              <a:gd name="connsiteY4152" fmla="*/ 1036667 h 4078220"/>
              <a:gd name="connsiteX4153" fmla="*/ 9383433 w 11677525"/>
              <a:gd name="connsiteY4153" fmla="*/ 1034444 h 4078220"/>
              <a:gd name="connsiteX4154" fmla="*/ 9428123 w 11677525"/>
              <a:gd name="connsiteY4154" fmla="*/ 1044217 h 4078220"/>
              <a:gd name="connsiteX4155" fmla="*/ 9442628 w 11677525"/>
              <a:gd name="connsiteY4155" fmla="*/ 1069626 h 4078220"/>
              <a:gd name="connsiteX4156" fmla="*/ 9358018 w 11677525"/>
              <a:gd name="connsiteY4156" fmla="*/ 1060175 h 4078220"/>
              <a:gd name="connsiteX4157" fmla="*/ 9344515 w 11677525"/>
              <a:gd name="connsiteY4157" fmla="*/ 1035000 h 4078220"/>
              <a:gd name="connsiteX4158" fmla="*/ 9383433 w 11677525"/>
              <a:gd name="connsiteY4158" fmla="*/ 1034444 h 4078220"/>
              <a:gd name="connsiteX4159" fmla="*/ 1967938 w 11677525"/>
              <a:gd name="connsiteY4159" fmla="*/ 1033621 h 4078220"/>
              <a:gd name="connsiteX4160" fmla="*/ 1975246 w 11677525"/>
              <a:gd name="connsiteY4160" fmla="*/ 1034897 h 4078220"/>
              <a:gd name="connsiteX4161" fmla="*/ 1965715 w 11677525"/>
              <a:gd name="connsiteY4161" fmla="*/ 1038281 h 4078220"/>
              <a:gd name="connsiteX4162" fmla="*/ 1958462 w 11677525"/>
              <a:gd name="connsiteY4162" fmla="*/ 1037005 h 4078220"/>
              <a:gd name="connsiteX4163" fmla="*/ 1967938 w 11677525"/>
              <a:gd name="connsiteY4163" fmla="*/ 1033621 h 4078220"/>
              <a:gd name="connsiteX4164" fmla="*/ 8664955 w 11677525"/>
              <a:gd name="connsiteY4164" fmla="*/ 1033198 h 4078220"/>
              <a:gd name="connsiteX4165" fmla="*/ 8698866 w 11677525"/>
              <a:gd name="connsiteY4165" fmla="*/ 1041197 h 4078220"/>
              <a:gd name="connsiteX4166" fmla="*/ 8703811 w 11677525"/>
              <a:gd name="connsiteY4166" fmla="*/ 1061894 h 4078220"/>
              <a:gd name="connsiteX4167" fmla="*/ 8637374 w 11677525"/>
              <a:gd name="connsiteY4167" fmla="*/ 1054214 h 4078220"/>
              <a:gd name="connsiteX4168" fmla="*/ 8633066 w 11677525"/>
              <a:gd name="connsiteY4168" fmla="*/ 1033673 h 4078220"/>
              <a:gd name="connsiteX4169" fmla="*/ 8664955 w 11677525"/>
              <a:gd name="connsiteY4169" fmla="*/ 1033198 h 4078220"/>
              <a:gd name="connsiteX4170" fmla="*/ 2709234 w 11677525"/>
              <a:gd name="connsiteY4170" fmla="*/ 1027578 h 4078220"/>
              <a:gd name="connsiteX4171" fmla="*/ 2719952 w 11677525"/>
              <a:gd name="connsiteY4171" fmla="*/ 1034427 h 4078220"/>
              <a:gd name="connsiteX4172" fmla="*/ 2676744 w 11677525"/>
              <a:gd name="connsiteY4172" fmla="*/ 1052104 h 4078220"/>
              <a:gd name="connsiteX4173" fmla="*/ 2637343 w 11677525"/>
              <a:gd name="connsiteY4173" fmla="*/ 1045570 h 4078220"/>
              <a:gd name="connsiteX4174" fmla="*/ 2680718 w 11677525"/>
              <a:gd name="connsiteY4174" fmla="*/ 1027971 h 4078220"/>
              <a:gd name="connsiteX4175" fmla="*/ 2709234 w 11677525"/>
              <a:gd name="connsiteY4175" fmla="*/ 1027578 h 4078220"/>
              <a:gd name="connsiteX4176" fmla="*/ 7396288 w 11677525"/>
              <a:gd name="connsiteY4176" fmla="*/ 1025004 h 4078220"/>
              <a:gd name="connsiteX4177" fmla="*/ 7397984 w 11677525"/>
              <a:gd name="connsiteY4177" fmla="*/ 1025212 h 4078220"/>
              <a:gd name="connsiteX4178" fmla="*/ 7397817 w 11677525"/>
              <a:gd name="connsiteY4178" fmla="*/ 1025759 h 4078220"/>
              <a:gd name="connsiteX4179" fmla="*/ 7396122 w 11677525"/>
              <a:gd name="connsiteY4179" fmla="*/ 1025551 h 4078220"/>
              <a:gd name="connsiteX4180" fmla="*/ 7396288 w 11677525"/>
              <a:gd name="connsiteY4180" fmla="*/ 1025004 h 4078220"/>
              <a:gd name="connsiteX4181" fmla="*/ 9543161 w 11677525"/>
              <a:gd name="connsiteY4181" fmla="*/ 1019524 h 4078220"/>
              <a:gd name="connsiteX4182" fmla="*/ 9592898 w 11677525"/>
              <a:gd name="connsiteY4182" fmla="*/ 1030184 h 4078220"/>
              <a:gd name="connsiteX4183" fmla="*/ 9610792 w 11677525"/>
              <a:gd name="connsiteY4183" fmla="*/ 1057885 h 4078220"/>
              <a:gd name="connsiteX4184" fmla="*/ 9517429 w 11677525"/>
              <a:gd name="connsiteY4184" fmla="*/ 1047601 h 4078220"/>
              <a:gd name="connsiteX4185" fmla="*/ 9500674 w 11677525"/>
              <a:gd name="connsiteY4185" fmla="*/ 1020110 h 4078220"/>
              <a:gd name="connsiteX4186" fmla="*/ 9543161 w 11677525"/>
              <a:gd name="connsiteY4186" fmla="*/ 1019524 h 4078220"/>
              <a:gd name="connsiteX4187" fmla="*/ 3248289 w 11677525"/>
              <a:gd name="connsiteY4187" fmla="*/ 1019370 h 4078220"/>
              <a:gd name="connsiteX4188" fmla="*/ 3257677 w 11677525"/>
              <a:gd name="connsiteY4188" fmla="*/ 1024508 h 4078220"/>
              <a:gd name="connsiteX4189" fmla="*/ 3228362 w 11677525"/>
              <a:gd name="connsiteY4189" fmla="*/ 1037760 h 4078220"/>
              <a:gd name="connsiteX4190" fmla="*/ 3197380 w 11677525"/>
              <a:gd name="connsiteY4190" fmla="*/ 1032865 h 4078220"/>
              <a:gd name="connsiteX4191" fmla="*/ 3226918 w 11677525"/>
              <a:gd name="connsiteY4191" fmla="*/ 1019640 h 4078220"/>
              <a:gd name="connsiteX4192" fmla="*/ 3248289 w 11677525"/>
              <a:gd name="connsiteY4192" fmla="*/ 1019370 h 4078220"/>
              <a:gd name="connsiteX4193" fmla="*/ 8830873 w 11677525"/>
              <a:gd name="connsiteY4193" fmla="*/ 1019146 h 4078220"/>
              <a:gd name="connsiteX4194" fmla="*/ 8867503 w 11677525"/>
              <a:gd name="connsiteY4194" fmla="*/ 1027580 h 4078220"/>
              <a:gd name="connsiteX4195" fmla="*/ 8874588 w 11677525"/>
              <a:gd name="connsiteY4195" fmla="*/ 1049449 h 4078220"/>
              <a:gd name="connsiteX4196" fmla="*/ 8803316 w 11677525"/>
              <a:gd name="connsiteY4196" fmla="*/ 1041352 h 4078220"/>
              <a:gd name="connsiteX4197" fmla="*/ 8796869 w 11677525"/>
              <a:gd name="connsiteY4197" fmla="*/ 1019614 h 4078220"/>
              <a:gd name="connsiteX4198" fmla="*/ 8830873 w 11677525"/>
              <a:gd name="connsiteY4198" fmla="*/ 1019146 h 4078220"/>
              <a:gd name="connsiteX4199" fmla="*/ 8116929 w 11677525"/>
              <a:gd name="connsiteY4199" fmla="*/ 1019113 h 4078220"/>
              <a:gd name="connsiteX4200" fmla="*/ 8141190 w 11677525"/>
              <a:gd name="connsiteY4200" fmla="*/ 1025134 h 4078220"/>
              <a:gd name="connsiteX4201" fmla="*/ 8141050 w 11677525"/>
              <a:gd name="connsiteY4201" fmla="*/ 1040702 h 4078220"/>
              <a:gd name="connsiteX4202" fmla="*/ 8092258 w 11677525"/>
              <a:gd name="connsiteY4202" fmla="*/ 1034922 h 4078220"/>
              <a:gd name="connsiteX4203" fmla="*/ 8092647 w 11677525"/>
              <a:gd name="connsiteY4203" fmla="*/ 1019458 h 4078220"/>
              <a:gd name="connsiteX4204" fmla="*/ 8116929 w 11677525"/>
              <a:gd name="connsiteY4204" fmla="*/ 1019113 h 4078220"/>
              <a:gd name="connsiteX4205" fmla="*/ 9707784 w 11677525"/>
              <a:gd name="connsiteY4205" fmla="*/ 1015947 h 4078220"/>
              <a:gd name="connsiteX4206" fmla="*/ 9733220 w 11677525"/>
              <a:gd name="connsiteY4206" fmla="*/ 1021281 h 4078220"/>
              <a:gd name="connsiteX4207" fmla="*/ 9743057 w 11677525"/>
              <a:gd name="connsiteY4207" fmla="*/ 1035053 h 4078220"/>
              <a:gd name="connsiteX4208" fmla="*/ 9695958 w 11677525"/>
              <a:gd name="connsiteY4208" fmla="*/ 1030002 h 4078220"/>
              <a:gd name="connsiteX4209" fmla="*/ 9686371 w 11677525"/>
              <a:gd name="connsiteY4209" fmla="*/ 1016256 h 4078220"/>
              <a:gd name="connsiteX4210" fmla="*/ 9707784 w 11677525"/>
              <a:gd name="connsiteY4210" fmla="*/ 1015947 h 4078220"/>
              <a:gd name="connsiteX4211" fmla="*/ 7571538 w 11677525"/>
              <a:gd name="connsiteY4211" fmla="*/ 1011648 h 4078220"/>
              <a:gd name="connsiteX4212" fmla="*/ 7575817 w 11677525"/>
              <a:gd name="connsiteY4212" fmla="*/ 1012143 h 4078220"/>
              <a:gd name="connsiteX4213" fmla="*/ 7575456 w 11677525"/>
              <a:gd name="connsiteY4213" fmla="*/ 1013574 h 4078220"/>
              <a:gd name="connsiteX4214" fmla="*/ 7571093 w 11677525"/>
              <a:gd name="connsiteY4214" fmla="*/ 1013028 h 4078220"/>
              <a:gd name="connsiteX4215" fmla="*/ 7571538 w 11677525"/>
              <a:gd name="connsiteY4215" fmla="*/ 1011648 h 4078220"/>
              <a:gd name="connsiteX4216" fmla="*/ 9866040 w 11677525"/>
              <a:gd name="connsiteY4216" fmla="*/ 1010867 h 4078220"/>
              <a:gd name="connsiteX4217" fmla="*/ 9874625 w 11677525"/>
              <a:gd name="connsiteY4217" fmla="*/ 1011778 h 4078220"/>
              <a:gd name="connsiteX4218" fmla="*/ 9876599 w 11677525"/>
              <a:gd name="connsiteY4218" fmla="*/ 1014303 h 4078220"/>
              <a:gd name="connsiteX4219" fmla="*/ 9867929 w 11677525"/>
              <a:gd name="connsiteY4219" fmla="*/ 1013366 h 4078220"/>
              <a:gd name="connsiteX4220" fmla="*/ 9866040 w 11677525"/>
              <a:gd name="connsiteY4220" fmla="*/ 1010867 h 4078220"/>
              <a:gd name="connsiteX4221" fmla="*/ 2554132 w 11677525"/>
              <a:gd name="connsiteY4221" fmla="*/ 1009970 h 4078220"/>
              <a:gd name="connsiteX4222" fmla="*/ 2566459 w 11677525"/>
              <a:gd name="connsiteY4222" fmla="*/ 1018157 h 4078220"/>
              <a:gd name="connsiteX4223" fmla="*/ 2512970 w 11677525"/>
              <a:gd name="connsiteY4223" fmla="*/ 1039296 h 4078220"/>
              <a:gd name="connsiteX4224" fmla="*/ 2466205 w 11677525"/>
              <a:gd name="connsiteY4224" fmla="*/ 1031434 h 4078220"/>
              <a:gd name="connsiteX4225" fmla="*/ 2519945 w 11677525"/>
              <a:gd name="connsiteY4225" fmla="*/ 1010451 h 4078220"/>
              <a:gd name="connsiteX4226" fmla="*/ 2554132 w 11677525"/>
              <a:gd name="connsiteY4226" fmla="*/ 1009970 h 4078220"/>
              <a:gd name="connsiteX4227" fmla="*/ 8993874 w 11677525"/>
              <a:gd name="connsiteY4227" fmla="*/ 1006028 h 4078220"/>
              <a:gd name="connsiteX4228" fmla="*/ 9031553 w 11677525"/>
              <a:gd name="connsiteY4228" fmla="*/ 1014486 h 4078220"/>
              <a:gd name="connsiteX4229" fmla="*/ 9040224 w 11677525"/>
              <a:gd name="connsiteY4229" fmla="*/ 1036407 h 4078220"/>
              <a:gd name="connsiteX4230" fmla="*/ 8967810 w 11677525"/>
              <a:gd name="connsiteY4230" fmla="*/ 1028257 h 4078220"/>
              <a:gd name="connsiteX4231" fmla="*/ 8959780 w 11677525"/>
              <a:gd name="connsiteY4231" fmla="*/ 1006493 h 4078220"/>
              <a:gd name="connsiteX4232" fmla="*/ 8993874 w 11677525"/>
              <a:gd name="connsiteY4232" fmla="*/ 1006028 h 4078220"/>
              <a:gd name="connsiteX4233" fmla="*/ 1660118 w 11677525"/>
              <a:gd name="connsiteY4233" fmla="*/ 1005217 h 4078220"/>
              <a:gd name="connsiteX4234" fmla="*/ 1661396 w 11677525"/>
              <a:gd name="connsiteY4234" fmla="*/ 1005426 h 4078220"/>
              <a:gd name="connsiteX4235" fmla="*/ 1659701 w 11677525"/>
              <a:gd name="connsiteY4235" fmla="*/ 1005972 h 4078220"/>
              <a:gd name="connsiteX4236" fmla="*/ 1658450 w 11677525"/>
              <a:gd name="connsiteY4236" fmla="*/ 1005764 h 4078220"/>
              <a:gd name="connsiteX4237" fmla="*/ 1660118 w 11677525"/>
              <a:gd name="connsiteY4237" fmla="*/ 1005217 h 4078220"/>
              <a:gd name="connsiteX4238" fmla="*/ 3083706 w 11677525"/>
              <a:gd name="connsiteY4238" fmla="*/ 1003906 h 4078220"/>
              <a:gd name="connsiteX4239" fmla="*/ 3093153 w 11677525"/>
              <a:gd name="connsiteY4239" fmla="*/ 1009304 h 4078220"/>
              <a:gd name="connsiteX4240" fmla="*/ 3061170 w 11677525"/>
              <a:gd name="connsiteY4240" fmla="*/ 1023207 h 4078220"/>
              <a:gd name="connsiteX4241" fmla="*/ 3028799 w 11677525"/>
              <a:gd name="connsiteY4241" fmla="*/ 1018078 h 4078220"/>
              <a:gd name="connsiteX4242" fmla="*/ 3061004 w 11677525"/>
              <a:gd name="connsiteY4242" fmla="*/ 1004228 h 4078220"/>
              <a:gd name="connsiteX4243" fmla="*/ 3083706 w 11677525"/>
              <a:gd name="connsiteY4243" fmla="*/ 1003906 h 4078220"/>
              <a:gd name="connsiteX4244" fmla="*/ 8285544 w 11677525"/>
              <a:gd name="connsiteY4244" fmla="*/ 1002120 h 4078220"/>
              <a:gd name="connsiteX4245" fmla="*/ 8319468 w 11677525"/>
              <a:gd name="connsiteY4245" fmla="*/ 1010321 h 4078220"/>
              <a:gd name="connsiteX4246" fmla="*/ 8320996 w 11677525"/>
              <a:gd name="connsiteY4246" fmla="*/ 1031590 h 4078220"/>
              <a:gd name="connsiteX4247" fmla="*/ 8253142 w 11677525"/>
              <a:gd name="connsiteY4247" fmla="*/ 1023676 h 4078220"/>
              <a:gd name="connsiteX4248" fmla="*/ 8252308 w 11677525"/>
              <a:gd name="connsiteY4248" fmla="*/ 1002588 h 4078220"/>
              <a:gd name="connsiteX4249" fmla="*/ 8285544 w 11677525"/>
              <a:gd name="connsiteY4249" fmla="*/ 1002120 h 4078220"/>
              <a:gd name="connsiteX4250" fmla="*/ 10024395 w 11677525"/>
              <a:gd name="connsiteY4250" fmla="*/ 999229 h 4078220"/>
              <a:gd name="connsiteX4251" fmla="*/ 10026312 w 11677525"/>
              <a:gd name="connsiteY4251" fmla="*/ 999438 h 4078220"/>
              <a:gd name="connsiteX4252" fmla="*/ 10026838 w 11677525"/>
              <a:gd name="connsiteY4252" fmla="*/ 999984 h 4078220"/>
              <a:gd name="connsiteX4253" fmla="*/ 10024784 w 11677525"/>
              <a:gd name="connsiteY4253" fmla="*/ 999776 h 4078220"/>
              <a:gd name="connsiteX4254" fmla="*/ 10024395 w 11677525"/>
              <a:gd name="connsiteY4254" fmla="*/ 999229 h 4078220"/>
              <a:gd name="connsiteX4255" fmla="*/ 3600230 w 11677525"/>
              <a:gd name="connsiteY4255" fmla="*/ 999099 h 4078220"/>
              <a:gd name="connsiteX4256" fmla="*/ 3612900 w 11677525"/>
              <a:gd name="connsiteY4256" fmla="*/ 1001000 h 4078220"/>
              <a:gd name="connsiteX4257" fmla="*/ 3602008 w 11677525"/>
              <a:gd name="connsiteY4257" fmla="*/ 1006233 h 4078220"/>
              <a:gd name="connsiteX4258" fmla="*/ 3589365 w 11677525"/>
              <a:gd name="connsiteY4258" fmla="*/ 1004306 h 4078220"/>
              <a:gd name="connsiteX4259" fmla="*/ 3600230 w 11677525"/>
              <a:gd name="connsiteY4259" fmla="*/ 999099 h 4078220"/>
              <a:gd name="connsiteX4260" fmla="*/ 7737313 w 11677525"/>
              <a:gd name="connsiteY4260" fmla="*/ 995924 h 4078220"/>
              <a:gd name="connsiteX4261" fmla="*/ 7755263 w 11677525"/>
              <a:gd name="connsiteY4261" fmla="*/ 998006 h 4078220"/>
              <a:gd name="connsiteX4262" fmla="*/ 7754152 w 11677525"/>
              <a:gd name="connsiteY4262" fmla="*/ 1003786 h 4078220"/>
              <a:gd name="connsiteX4263" fmla="*/ 7736174 w 11677525"/>
              <a:gd name="connsiteY4263" fmla="*/ 1001651 h 4078220"/>
              <a:gd name="connsiteX4264" fmla="*/ 7737313 w 11677525"/>
              <a:gd name="connsiteY4264" fmla="*/ 995924 h 4078220"/>
              <a:gd name="connsiteX4265" fmla="*/ 9154687 w 11677525"/>
              <a:gd name="connsiteY4265" fmla="*/ 994368 h 4078220"/>
              <a:gd name="connsiteX4266" fmla="*/ 9189797 w 11677525"/>
              <a:gd name="connsiteY4266" fmla="*/ 1002093 h 4078220"/>
              <a:gd name="connsiteX4267" fmla="*/ 9199245 w 11677525"/>
              <a:gd name="connsiteY4267" fmla="*/ 1022062 h 4078220"/>
              <a:gd name="connsiteX4268" fmla="*/ 9132280 w 11677525"/>
              <a:gd name="connsiteY4268" fmla="*/ 1014667 h 4078220"/>
              <a:gd name="connsiteX4269" fmla="*/ 9123389 w 11677525"/>
              <a:gd name="connsiteY4269" fmla="*/ 994803 h 4078220"/>
              <a:gd name="connsiteX4270" fmla="*/ 9154687 w 11677525"/>
              <a:gd name="connsiteY4270" fmla="*/ 994368 h 4078220"/>
              <a:gd name="connsiteX4271" fmla="*/ 2400390 w 11677525"/>
              <a:gd name="connsiteY4271" fmla="*/ 993564 h 4078220"/>
              <a:gd name="connsiteX4272" fmla="*/ 2413300 w 11677525"/>
              <a:gd name="connsiteY4272" fmla="*/ 1002457 h 4078220"/>
              <a:gd name="connsiteX4273" fmla="*/ 2352865 w 11677525"/>
              <a:gd name="connsiteY4273" fmla="*/ 1025551 h 4078220"/>
              <a:gd name="connsiteX4274" fmla="*/ 2302071 w 11677525"/>
              <a:gd name="connsiteY4274" fmla="*/ 1017011 h 4078220"/>
              <a:gd name="connsiteX4275" fmla="*/ 2362785 w 11677525"/>
              <a:gd name="connsiteY4275" fmla="*/ 994101 h 4078220"/>
              <a:gd name="connsiteX4276" fmla="*/ 2400390 w 11677525"/>
              <a:gd name="connsiteY4276" fmla="*/ 993564 h 4078220"/>
              <a:gd name="connsiteX4277" fmla="*/ 2217350 w 11677525"/>
              <a:gd name="connsiteY4277" fmla="*/ 989392 h 4078220"/>
              <a:gd name="connsiteX4278" fmla="*/ 2221490 w 11677525"/>
              <a:gd name="connsiteY4278" fmla="*/ 992357 h 4078220"/>
              <a:gd name="connsiteX4279" fmla="*/ 2200566 w 11677525"/>
              <a:gd name="connsiteY4279" fmla="*/ 1000037 h 4078220"/>
              <a:gd name="connsiteX4280" fmla="*/ 2183839 w 11677525"/>
              <a:gd name="connsiteY4280" fmla="*/ 997199 h 4078220"/>
              <a:gd name="connsiteX4281" fmla="*/ 2204707 w 11677525"/>
              <a:gd name="connsiteY4281" fmla="*/ 989571 h 4078220"/>
              <a:gd name="connsiteX4282" fmla="*/ 2217350 w 11677525"/>
              <a:gd name="connsiteY4282" fmla="*/ 989392 h 4078220"/>
              <a:gd name="connsiteX4283" fmla="*/ 8450853 w 11677525"/>
              <a:gd name="connsiteY4283" fmla="*/ 989376 h 4078220"/>
              <a:gd name="connsiteX4284" fmla="*/ 8485188 w 11677525"/>
              <a:gd name="connsiteY4284" fmla="*/ 997511 h 4078220"/>
              <a:gd name="connsiteX4285" fmla="*/ 8488354 w 11677525"/>
              <a:gd name="connsiteY4285" fmla="*/ 1018521 h 4078220"/>
              <a:gd name="connsiteX4286" fmla="*/ 8420221 w 11677525"/>
              <a:gd name="connsiteY4286" fmla="*/ 1010737 h 4078220"/>
              <a:gd name="connsiteX4287" fmla="*/ 8417749 w 11677525"/>
              <a:gd name="connsiteY4287" fmla="*/ 989831 h 4078220"/>
              <a:gd name="connsiteX4288" fmla="*/ 8450853 w 11677525"/>
              <a:gd name="connsiteY4288" fmla="*/ 989376 h 4078220"/>
              <a:gd name="connsiteX4289" fmla="*/ 2923294 w 11677525"/>
              <a:gd name="connsiteY4289" fmla="*/ 988562 h 4078220"/>
              <a:gd name="connsiteX4290" fmla="*/ 2932853 w 11677525"/>
              <a:gd name="connsiteY4290" fmla="*/ 994205 h 4078220"/>
              <a:gd name="connsiteX4291" fmla="*/ 2898036 w 11677525"/>
              <a:gd name="connsiteY4291" fmla="*/ 1008784 h 4078220"/>
              <a:gd name="connsiteX4292" fmla="*/ 2864415 w 11677525"/>
              <a:gd name="connsiteY4292" fmla="*/ 1003395 h 4078220"/>
              <a:gd name="connsiteX4293" fmla="*/ 2899481 w 11677525"/>
              <a:gd name="connsiteY4293" fmla="*/ 988894 h 4078220"/>
              <a:gd name="connsiteX4294" fmla="*/ 2923294 w 11677525"/>
              <a:gd name="connsiteY4294" fmla="*/ 988562 h 4078220"/>
              <a:gd name="connsiteX4295" fmla="*/ 3449600 w 11677525"/>
              <a:gd name="connsiteY4295" fmla="*/ 981091 h 4078220"/>
              <a:gd name="connsiteX4296" fmla="*/ 3457018 w 11677525"/>
              <a:gd name="connsiteY4296" fmla="*/ 984885 h 4078220"/>
              <a:gd name="connsiteX4297" fmla="*/ 3435873 w 11677525"/>
              <a:gd name="connsiteY4297" fmla="*/ 994674 h 4078220"/>
              <a:gd name="connsiteX4298" fmla="*/ 3412199 w 11677525"/>
              <a:gd name="connsiteY4298" fmla="*/ 991055 h 4078220"/>
              <a:gd name="connsiteX4299" fmla="*/ 3433512 w 11677525"/>
              <a:gd name="connsiteY4299" fmla="*/ 981319 h 4078220"/>
              <a:gd name="connsiteX4300" fmla="*/ 3449600 w 11677525"/>
              <a:gd name="connsiteY4300" fmla="*/ 981091 h 4078220"/>
              <a:gd name="connsiteX4301" fmla="*/ 7897363 w 11677525"/>
              <a:gd name="connsiteY4301" fmla="*/ 979548 h 4078220"/>
              <a:gd name="connsiteX4302" fmla="*/ 7932568 w 11677525"/>
              <a:gd name="connsiteY4302" fmla="*/ 983635 h 4078220"/>
              <a:gd name="connsiteX4303" fmla="*/ 7931458 w 11677525"/>
              <a:gd name="connsiteY4303" fmla="*/ 994777 h 4078220"/>
              <a:gd name="connsiteX4304" fmla="*/ 7896141 w 11677525"/>
              <a:gd name="connsiteY4304" fmla="*/ 990664 h 4078220"/>
              <a:gd name="connsiteX4305" fmla="*/ 7897363 w 11677525"/>
              <a:gd name="connsiteY4305" fmla="*/ 979548 h 4078220"/>
              <a:gd name="connsiteX4306" fmla="*/ 9310963 w 11677525"/>
              <a:gd name="connsiteY4306" fmla="*/ 978787 h 4078220"/>
              <a:gd name="connsiteX4307" fmla="*/ 9353655 w 11677525"/>
              <a:gd name="connsiteY4307" fmla="*/ 987983 h 4078220"/>
              <a:gd name="connsiteX4308" fmla="*/ 9366882 w 11677525"/>
              <a:gd name="connsiteY4308" fmla="*/ 1011857 h 4078220"/>
              <a:gd name="connsiteX4309" fmla="*/ 9285718 w 11677525"/>
              <a:gd name="connsiteY4309" fmla="*/ 1003004 h 4078220"/>
              <a:gd name="connsiteX4310" fmla="*/ 9273546 w 11677525"/>
              <a:gd name="connsiteY4310" fmla="*/ 979314 h 4078220"/>
              <a:gd name="connsiteX4311" fmla="*/ 9310963 w 11677525"/>
              <a:gd name="connsiteY4311" fmla="*/ 978787 h 4078220"/>
              <a:gd name="connsiteX4312" fmla="*/ 2051158 w 11677525"/>
              <a:gd name="connsiteY4312" fmla="*/ 978740 h 4078220"/>
              <a:gd name="connsiteX4313" fmla="*/ 2055299 w 11677525"/>
              <a:gd name="connsiteY4313" fmla="*/ 979417 h 4078220"/>
              <a:gd name="connsiteX4314" fmla="*/ 2050019 w 11677525"/>
              <a:gd name="connsiteY4314" fmla="*/ 981318 h 4078220"/>
              <a:gd name="connsiteX4315" fmla="*/ 2045879 w 11677525"/>
              <a:gd name="connsiteY4315" fmla="*/ 980641 h 4078220"/>
              <a:gd name="connsiteX4316" fmla="*/ 2051158 w 11677525"/>
              <a:gd name="connsiteY4316" fmla="*/ 978740 h 4078220"/>
              <a:gd name="connsiteX4317" fmla="*/ 8613284 w 11677525"/>
              <a:gd name="connsiteY4317" fmla="*/ 977164 h 4078220"/>
              <a:gd name="connsiteX4318" fmla="*/ 8647072 w 11677525"/>
              <a:gd name="connsiteY4318" fmla="*/ 984963 h 4078220"/>
              <a:gd name="connsiteX4319" fmla="*/ 8651767 w 11677525"/>
              <a:gd name="connsiteY4319" fmla="*/ 1005192 h 4078220"/>
              <a:gd name="connsiteX4320" fmla="*/ 8585273 w 11677525"/>
              <a:gd name="connsiteY4320" fmla="*/ 997668 h 4078220"/>
              <a:gd name="connsiteX4321" fmla="*/ 8581245 w 11677525"/>
              <a:gd name="connsiteY4321" fmla="*/ 977622 h 4078220"/>
              <a:gd name="connsiteX4322" fmla="*/ 8613284 w 11677525"/>
              <a:gd name="connsiteY4322" fmla="*/ 977164 h 4078220"/>
              <a:gd name="connsiteX4323" fmla="*/ 1365108 w 11677525"/>
              <a:gd name="connsiteY4323" fmla="*/ 975617 h 4078220"/>
              <a:gd name="connsiteX4324" fmla="*/ 1366220 w 11677525"/>
              <a:gd name="connsiteY4324" fmla="*/ 975772 h 4078220"/>
              <a:gd name="connsiteX4325" fmla="*/ 1364441 w 11677525"/>
              <a:gd name="connsiteY4325" fmla="*/ 976371 h 4078220"/>
              <a:gd name="connsiteX4326" fmla="*/ 1363413 w 11677525"/>
              <a:gd name="connsiteY4326" fmla="*/ 976164 h 4078220"/>
              <a:gd name="connsiteX4327" fmla="*/ 1365108 w 11677525"/>
              <a:gd name="connsiteY4327" fmla="*/ 975617 h 4078220"/>
              <a:gd name="connsiteX4328" fmla="*/ 2771868 w 11677525"/>
              <a:gd name="connsiteY4328" fmla="*/ 971299 h 4078220"/>
              <a:gd name="connsiteX4329" fmla="*/ 2783417 w 11677525"/>
              <a:gd name="connsiteY4329" fmla="*/ 978324 h 4078220"/>
              <a:gd name="connsiteX4330" fmla="*/ 2738402 w 11677525"/>
              <a:gd name="connsiteY4330" fmla="*/ 996496 h 4078220"/>
              <a:gd name="connsiteX4331" fmla="*/ 2696611 w 11677525"/>
              <a:gd name="connsiteY4331" fmla="*/ 989753 h 4078220"/>
              <a:gd name="connsiteX4332" fmla="*/ 2741876 w 11677525"/>
              <a:gd name="connsiteY4332" fmla="*/ 971712 h 4078220"/>
              <a:gd name="connsiteX4333" fmla="*/ 2771868 w 11677525"/>
              <a:gd name="connsiteY4333" fmla="*/ 971299 h 4078220"/>
              <a:gd name="connsiteX4334" fmla="*/ 3289994 w 11677525"/>
              <a:gd name="connsiteY4334" fmla="*/ 965681 h 4078220"/>
              <a:gd name="connsiteX4335" fmla="*/ 3297968 w 11677525"/>
              <a:gd name="connsiteY4335" fmla="*/ 969941 h 4078220"/>
              <a:gd name="connsiteX4336" fmla="*/ 3273265 w 11677525"/>
              <a:gd name="connsiteY4336" fmla="*/ 980928 h 4078220"/>
              <a:gd name="connsiteX4337" fmla="*/ 3246924 w 11677525"/>
              <a:gd name="connsiteY4337" fmla="*/ 976866 h 4078220"/>
              <a:gd name="connsiteX4338" fmla="*/ 3271766 w 11677525"/>
              <a:gd name="connsiteY4338" fmla="*/ 965932 h 4078220"/>
              <a:gd name="connsiteX4339" fmla="*/ 3289994 w 11677525"/>
              <a:gd name="connsiteY4339" fmla="*/ 965681 h 4078220"/>
              <a:gd name="connsiteX4340" fmla="*/ 9464378 w 11677525"/>
              <a:gd name="connsiteY4340" fmla="*/ 963589 h 4078220"/>
              <a:gd name="connsiteX4341" fmla="*/ 9514512 w 11677525"/>
              <a:gd name="connsiteY4341" fmla="*/ 974158 h 4078220"/>
              <a:gd name="connsiteX4342" fmla="*/ 9531710 w 11677525"/>
              <a:gd name="connsiteY4342" fmla="*/ 1001573 h 4078220"/>
              <a:gd name="connsiteX4343" fmla="*/ 9437181 w 11677525"/>
              <a:gd name="connsiteY4343" fmla="*/ 991368 h 4078220"/>
              <a:gd name="connsiteX4344" fmla="*/ 9421204 w 11677525"/>
              <a:gd name="connsiteY4344" fmla="*/ 964188 h 4078220"/>
              <a:gd name="connsiteX4345" fmla="*/ 9464378 w 11677525"/>
              <a:gd name="connsiteY4345" fmla="*/ 963589 h 4078220"/>
              <a:gd name="connsiteX4346" fmla="*/ 8772295 w 11677525"/>
              <a:gd name="connsiteY4346" fmla="*/ 962948 h 4078220"/>
              <a:gd name="connsiteX4347" fmla="*/ 8810707 w 11677525"/>
              <a:gd name="connsiteY4347" fmla="*/ 971581 h 4078220"/>
              <a:gd name="connsiteX4348" fmla="*/ 8817514 w 11677525"/>
              <a:gd name="connsiteY4348" fmla="*/ 993970 h 4078220"/>
              <a:gd name="connsiteX4349" fmla="*/ 8742739 w 11677525"/>
              <a:gd name="connsiteY4349" fmla="*/ 985691 h 4078220"/>
              <a:gd name="connsiteX4350" fmla="*/ 8736655 w 11677525"/>
              <a:gd name="connsiteY4350" fmla="*/ 963433 h 4078220"/>
              <a:gd name="connsiteX4351" fmla="*/ 8772295 w 11677525"/>
              <a:gd name="connsiteY4351" fmla="*/ 962948 h 4078220"/>
              <a:gd name="connsiteX4352" fmla="*/ 8080230 w 11677525"/>
              <a:gd name="connsiteY4352" fmla="*/ 962079 h 4078220"/>
              <a:gd name="connsiteX4353" fmla="*/ 8108458 w 11677525"/>
              <a:gd name="connsiteY4353" fmla="*/ 968951 h 4078220"/>
              <a:gd name="connsiteX4354" fmla="*/ 8108013 w 11677525"/>
              <a:gd name="connsiteY4354" fmla="*/ 986707 h 4078220"/>
              <a:gd name="connsiteX4355" fmla="*/ 8050884 w 11677525"/>
              <a:gd name="connsiteY4355" fmla="*/ 980120 h 4078220"/>
              <a:gd name="connsiteX4356" fmla="*/ 8051773 w 11677525"/>
              <a:gd name="connsiteY4356" fmla="*/ 962470 h 4078220"/>
              <a:gd name="connsiteX4357" fmla="*/ 8080230 w 11677525"/>
              <a:gd name="connsiteY4357" fmla="*/ 962079 h 4078220"/>
              <a:gd name="connsiteX4358" fmla="*/ 3799764 w 11677525"/>
              <a:gd name="connsiteY4358" fmla="*/ 962079 h 4078220"/>
              <a:gd name="connsiteX4359" fmla="*/ 3802349 w 11677525"/>
              <a:gd name="connsiteY4359" fmla="*/ 962521 h 4078220"/>
              <a:gd name="connsiteX4360" fmla="*/ 3800237 w 11677525"/>
              <a:gd name="connsiteY4360" fmla="*/ 963562 h 4078220"/>
              <a:gd name="connsiteX4361" fmla="*/ 3797542 w 11677525"/>
              <a:gd name="connsiteY4361" fmla="*/ 963172 h 4078220"/>
              <a:gd name="connsiteX4362" fmla="*/ 3799764 w 11677525"/>
              <a:gd name="connsiteY4362" fmla="*/ 962079 h 4078220"/>
              <a:gd name="connsiteX4363" fmla="*/ 7550643 w 11677525"/>
              <a:gd name="connsiteY4363" fmla="*/ 957653 h 4078220"/>
              <a:gd name="connsiteX4364" fmla="*/ 7552338 w 11677525"/>
              <a:gd name="connsiteY4364" fmla="*/ 957834 h 4078220"/>
              <a:gd name="connsiteX4365" fmla="*/ 7552171 w 11677525"/>
              <a:gd name="connsiteY4365" fmla="*/ 958407 h 4078220"/>
              <a:gd name="connsiteX4366" fmla="*/ 7550476 w 11677525"/>
              <a:gd name="connsiteY4366" fmla="*/ 958199 h 4078220"/>
              <a:gd name="connsiteX4367" fmla="*/ 7550643 w 11677525"/>
              <a:gd name="connsiteY4367" fmla="*/ 957653 h 4078220"/>
              <a:gd name="connsiteX4368" fmla="*/ 9776204 w 11677525"/>
              <a:gd name="connsiteY4368" fmla="*/ 956013 h 4078220"/>
              <a:gd name="connsiteX4369" fmla="*/ 9784680 w 11677525"/>
              <a:gd name="connsiteY4369" fmla="*/ 956898 h 4078220"/>
              <a:gd name="connsiteX4370" fmla="*/ 9786485 w 11677525"/>
              <a:gd name="connsiteY4370" fmla="*/ 959267 h 4078220"/>
              <a:gd name="connsiteX4371" fmla="*/ 9778039 w 11677525"/>
              <a:gd name="connsiteY4371" fmla="*/ 958408 h 4078220"/>
              <a:gd name="connsiteX4372" fmla="*/ 9776204 w 11677525"/>
              <a:gd name="connsiteY4372" fmla="*/ 956013 h 4078220"/>
              <a:gd name="connsiteX4373" fmla="*/ 9620087 w 11677525"/>
              <a:gd name="connsiteY4373" fmla="*/ 955860 h 4078220"/>
              <a:gd name="connsiteX4374" fmla="*/ 9658168 w 11677525"/>
              <a:gd name="connsiteY4374" fmla="*/ 963720 h 4078220"/>
              <a:gd name="connsiteX4375" fmla="*/ 9672451 w 11677525"/>
              <a:gd name="connsiteY4375" fmla="*/ 984078 h 4078220"/>
              <a:gd name="connsiteX4376" fmla="*/ 9601317 w 11677525"/>
              <a:gd name="connsiteY4376" fmla="*/ 976528 h 4078220"/>
              <a:gd name="connsiteX4377" fmla="*/ 9587757 w 11677525"/>
              <a:gd name="connsiteY4377" fmla="*/ 956300 h 4078220"/>
              <a:gd name="connsiteX4378" fmla="*/ 9620087 w 11677525"/>
              <a:gd name="connsiteY4378" fmla="*/ 955860 h 4078220"/>
              <a:gd name="connsiteX4379" fmla="*/ 2622654 w 11677525"/>
              <a:gd name="connsiteY4379" fmla="*/ 954809 h 4078220"/>
              <a:gd name="connsiteX4380" fmla="*/ 2635398 w 11677525"/>
              <a:gd name="connsiteY4380" fmla="*/ 962886 h 4078220"/>
              <a:gd name="connsiteX4381" fmla="*/ 2581853 w 11677525"/>
              <a:gd name="connsiteY4381" fmla="*/ 983765 h 4078220"/>
              <a:gd name="connsiteX4382" fmla="*/ 2534200 w 11677525"/>
              <a:gd name="connsiteY4382" fmla="*/ 976008 h 4078220"/>
              <a:gd name="connsiteX4383" fmla="*/ 2588050 w 11677525"/>
              <a:gd name="connsiteY4383" fmla="*/ 955284 h 4078220"/>
              <a:gd name="connsiteX4384" fmla="*/ 2622654 w 11677525"/>
              <a:gd name="connsiteY4384" fmla="*/ 954809 h 4078220"/>
              <a:gd name="connsiteX4385" fmla="*/ 8930323 w 11677525"/>
              <a:gd name="connsiteY4385" fmla="*/ 953546 h 4078220"/>
              <a:gd name="connsiteX4386" fmla="*/ 8961532 w 11677525"/>
              <a:gd name="connsiteY4386" fmla="*/ 960465 h 4078220"/>
              <a:gd name="connsiteX4387" fmla="*/ 8968312 w 11677525"/>
              <a:gd name="connsiteY4387" fmla="*/ 978351 h 4078220"/>
              <a:gd name="connsiteX4388" fmla="*/ 8907959 w 11677525"/>
              <a:gd name="connsiteY4388" fmla="*/ 971712 h 4078220"/>
              <a:gd name="connsiteX4389" fmla="*/ 8901763 w 11677525"/>
              <a:gd name="connsiteY4389" fmla="*/ 953930 h 4078220"/>
              <a:gd name="connsiteX4390" fmla="*/ 8930323 w 11677525"/>
              <a:gd name="connsiteY4390" fmla="*/ 953546 h 4078220"/>
              <a:gd name="connsiteX4391" fmla="*/ 3136855 w 11677525"/>
              <a:gd name="connsiteY4391" fmla="*/ 949300 h 4078220"/>
              <a:gd name="connsiteX4392" fmla="*/ 3146560 w 11677525"/>
              <a:gd name="connsiteY4392" fmla="*/ 954633 h 4078220"/>
              <a:gd name="connsiteX4393" fmla="*/ 3114494 w 11677525"/>
              <a:gd name="connsiteY4393" fmla="*/ 968380 h 4078220"/>
              <a:gd name="connsiteX4394" fmla="*/ 3081623 w 11677525"/>
              <a:gd name="connsiteY4394" fmla="*/ 963303 h 4078220"/>
              <a:gd name="connsiteX4395" fmla="*/ 3113855 w 11677525"/>
              <a:gd name="connsiteY4395" fmla="*/ 949609 h 4078220"/>
              <a:gd name="connsiteX4396" fmla="*/ 3136855 w 11677525"/>
              <a:gd name="connsiteY4396" fmla="*/ 949300 h 4078220"/>
              <a:gd name="connsiteX4397" fmla="*/ 8241568 w 11677525"/>
              <a:gd name="connsiteY4397" fmla="*/ 947161 h 4078220"/>
              <a:gd name="connsiteX4398" fmla="*/ 8276204 w 11677525"/>
              <a:gd name="connsiteY4398" fmla="*/ 955362 h 4078220"/>
              <a:gd name="connsiteX4399" fmla="*/ 8277371 w 11677525"/>
              <a:gd name="connsiteY4399" fmla="*/ 976684 h 4078220"/>
              <a:gd name="connsiteX4400" fmla="*/ 8207904 w 11677525"/>
              <a:gd name="connsiteY4400" fmla="*/ 968770 h 4078220"/>
              <a:gd name="connsiteX4401" fmla="*/ 8207349 w 11677525"/>
              <a:gd name="connsiteY4401" fmla="*/ 947629 h 4078220"/>
              <a:gd name="connsiteX4402" fmla="*/ 8241568 w 11677525"/>
              <a:gd name="connsiteY4402" fmla="*/ 947161 h 4078220"/>
              <a:gd name="connsiteX4403" fmla="*/ 3637825 w 11677525"/>
              <a:gd name="connsiteY4403" fmla="*/ 946979 h 4078220"/>
              <a:gd name="connsiteX4404" fmla="*/ 3643688 w 11677525"/>
              <a:gd name="connsiteY4404" fmla="*/ 947838 h 4078220"/>
              <a:gd name="connsiteX4405" fmla="*/ 3638715 w 11677525"/>
              <a:gd name="connsiteY4405" fmla="*/ 950181 h 4078220"/>
              <a:gd name="connsiteX4406" fmla="*/ 3632824 w 11677525"/>
              <a:gd name="connsiteY4406" fmla="*/ 949321 h 4078220"/>
              <a:gd name="connsiteX4407" fmla="*/ 3637825 w 11677525"/>
              <a:gd name="connsiteY4407" fmla="*/ 946979 h 4078220"/>
              <a:gd name="connsiteX4408" fmla="*/ 9928447 w 11677525"/>
              <a:gd name="connsiteY4408" fmla="*/ 944584 h 4078220"/>
              <a:gd name="connsiteX4409" fmla="*/ 9932142 w 11677525"/>
              <a:gd name="connsiteY4409" fmla="*/ 944974 h 4078220"/>
              <a:gd name="connsiteX4410" fmla="*/ 9932949 w 11677525"/>
              <a:gd name="connsiteY4410" fmla="*/ 946042 h 4078220"/>
              <a:gd name="connsiteX4411" fmla="*/ 9929309 w 11677525"/>
              <a:gd name="connsiteY4411" fmla="*/ 945625 h 4078220"/>
              <a:gd name="connsiteX4412" fmla="*/ 9928447 w 11677525"/>
              <a:gd name="connsiteY4412" fmla="*/ 944584 h 4078220"/>
              <a:gd name="connsiteX4413" fmla="*/ 7712777 w 11677525"/>
              <a:gd name="connsiteY4413" fmla="*/ 944480 h 4078220"/>
              <a:gd name="connsiteX4414" fmla="*/ 7718557 w 11677525"/>
              <a:gd name="connsiteY4414" fmla="*/ 945131 h 4078220"/>
              <a:gd name="connsiteX4415" fmla="*/ 7718223 w 11677525"/>
              <a:gd name="connsiteY4415" fmla="*/ 946953 h 4078220"/>
              <a:gd name="connsiteX4416" fmla="*/ 7712416 w 11677525"/>
              <a:gd name="connsiteY4416" fmla="*/ 946276 h 4078220"/>
              <a:gd name="connsiteX4417" fmla="*/ 7712777 w 11677525"/>
              <a:gd name="connsiteY4417" fmla="*/ 944480 h 4078220"/>
              <a:gd name="connsiteX4418" fmla="*/ 2473879 w 11677525"/>
              <a:gd name="connsiteY4418" fmla="*/ 939657 h 4078220"/>
              <a:gd name="connsiteX4419" fmla="*/ 2486768 w 11677525"/>
              <a:gd name="connsiteY4419" fmla="*/ 948124 h 4078220"/>
              <a:gd name="connsiteX4420" fmla="*/ 2428556 w 11677525"/>
              <a:gd name="connsiteY4420" fmla="*/ 970071 h 4078220"/>
              <a:gd name="connsiteX4421" fmla="*/ 2378762 w 11677525"/>
              <a:gd name="connsiteY4421" fmla="*/ 961896 h 4078220"/>
              <a:gd name="connsiteX4422" fmla="*/ 2437253 w 11677525"/>
              <a:gd name="connsiteY4422" fmla="*/ 940132 h 4078220"/>
              <a:gd name="connsiteX4423" fmla="*/ 2473879 w 11677525"/>
              <a:gd name="connsiteY4423" fmla="*/ 939657 h 4078220"/>
              <a:gd name="connsiteX4424" fmla="*/ 9084140 w 11677525"/>
              <a:gd name="connsiteY4424" fmla="*/ 939253 h 4078220"/>
              <a:gd name="connsiteX4425" fmla="*/ 9120886 w 11677525"/>
              <a:gd name="connsiteY4425" fmla="*/ 947186 h 4078220"/>
              <a:gd name="connsiteX4426" fmla="*/ 9130085 w 11677525"/>
              <a:gd name="connsiteY4426" fmla="*/ 967806 h 4078220"/>
              <a:gd name="connsiteX4427" fmla="*/ 9059700 w 11677525"/>
              <a:gd name="connsiteY4427" fmla="*/ 960152 h 4078220"/>
              <a:gd name="connsiteX4428" fmla="*/ 9051060 w 11677525"/>
              <a:gd name="connsiteY4428" fmla="*/ 939715 h 4078220"/>
              <a:gd name="connsiteX4429" fmla="*/ 9084140 w 11677525"/>
              <a:gd name="connsiteY4429" fmla="*/ 939253 h 4078220"/>
              <a:gd name="connsiteX4430" fmla="*/ 2285093 w 11677525"/>
              <a:gd name="connsiteY4430" fmla="*/ 937008 h 4078220"/>
              <a:gd name="connsiteX4431" fmla="*/ 2297458 w 11677525"/>
              <a:gd name="connsiteY4431" fmla="*/ 939013 h 4078220"/>
              <a:gd name="connsiteX4432" fmla="*/ 2282453 w 11677525"/>
              <a:gd name="connsiteY4432" fmla="*/ 944454 h 4078220"/>
              <a:gd name="connsiteX4433" fmla="*/ 2270033 w 11677525"/>
              <a:gd name="connsiteY4433" fmla="*/ 942475 h 4078220"/>
              <a:gd name="connsiteX4434" fmla="*/ 2285093 w 11677525"/>
              <a:gd name="connsiteY4434" fmla="*/ 937008 h 4078220"/>
              <a:gd name="connsiteX4435" fmla="*/ 1611575 w 11677525"/>
              <a:gd name="connsiteY4435" fmla="*/ 936461 h 4078220"/>
              <a:gd name="connsiteX4436" fmla="*/ 1612659 w 11677525"/>
              <a:gd name="connsiteY4436" fmla="*/ 936643 h 4078220"/>
              <a:gd name="connsiteX4437" fmla="*/ 1610991 w 11677525"/>
              <a:gd name="connsiteY4437" fmla="*/ 937190 h 4078220"/>
              <a:gd name="connsiteX4438" fmla="*/ 1609908 w 11677525"/>
              <a:gd name="connsiteY4438" fmla="*/ 936982 h 4078220"/>
              <a:gd name="connsiteX4439" fmla="*/ 1611575 w 11677525"/>
              <a:gd name="connsiteY4439" fmla="*/ 936461 h 4078220"/>
              <a:gd name="connsiteX4440" fmla="*/ 8400171 w 11677525"/>
              <a:gd name="connsiteY4440" fmla="*/ 935330 h 4078220"/>
              <a:gd name="connsiteX4441" fmla="*/ 8434310 w 11677525"/>
              <a:gd name="connsiteY4441" fmla="*/ 943231 h 4078220"/>
              <a:gd name="connsiteX4442" fmla="*/ 8437007 w 11677525"/>
              <a:gd name="connsiteY4442" fmla="*/ 963746 h 4078220"/>
              <a:gd name="connsiteX4443" fmla="*/ 8369096 w 11677525"/>
              <a:gd name="connsiteY4443" fmla="*/ 956143 h 4078220"/>
              <a:gd name="connsiteX4444" fmla="*/ 8367096 w 11677525"/>
              <a:gd name="connsiteY4444" fmla="*/ 935784 h 4078220"/>
              <a:gd name="connsiteX4445" fmla="*/ 8400171 w 11677525"/>
              <a:gd name="connsiteY4445" fmla="*/ 935330 h 4078220"/>
              <a:gd name="connsiteX4446" fmla="*/ 2984248 w 11677525"/>
              <a:gd name="connsiteY4446" fmla="*/ 934356 h 4078220"/>
              <a:gd name="connsiteX4447" fmla="*/ 2994289 w 11677525"/>
              <a:gd name="connsiteY4447" fmla="*/ 940054 h 4078220"/>
              <a:gd name="connsiteX4448" fmla="*/ 2958805 w 11677525"/>
              <a:gd name="connsiteY4448" fmla="*/ 954686 h 4078220"/>
              <a:gd name="connsiteX4449" fmla="*/ 2924017 w 11677525"/>
              <a:gd name="connsiteY4449" fmla="*/ 949271 h 4078220"/>
              <a:gd name="connsiteX4450" fmla="*/ 2959639 w 11677525"/>
              <a:gd name="connsiteY4450" fmla="*/ 934691 h 4078220"/>
              <a:gd name="connsiteX4451" fmla="*/ 2984248 w 11677525"/>
              <a:gd name="connsiteY4451" fmla="*/ 934356 h 4078220"/>
              <a:gd name="connsiteX4452" fmla="*/ 3479664 w 11677525"/>
              <a:gd name="connsiteY4452" fmla="*/ 930186 h 4078220"/>
              <a:gd name="connsiteX4453" fmla="*/ 3494975 w 11677525"/>
              <a:gd name="connsiteY4453" fmla="*/ 932452 h 4078220"/>
              <a:gd name="connsiteX4454" fmla="*/ 3481304 w 11677525"/>
              <a:gd name="connsiteY4454" fmla="*/ 938648 h 4078220"/>
              <a:gd name="connsiteX4455" fmla="*/ 3465938 w 11677525"/>
              <a:gd name="connsiteY4455" fmla="*/ 936357 h 4078220"/>
              <a:gd name="connsiteX4456" fmla="*/ 3479664 w 11677525"/>
              <a:gd name="connsiteY4456" fmla="*/ 930186 h 4078220"/>
              <a:gd name="connsiteX4457" fmla="*/ 7860323 w 11677525"/>
              <a:gd name="connsiteY4457" fmla="*/ 926307 h 4078220"/>
              <a:gd name="connsiteX4458" fmla="*/ 7894473 w 11677525"/>
              <a:gd name="connsiteY4458" fmla="*/ 930186 h 4078220"/>
              <a:gd name="connsiteX4459" fmla="*/ 7893223 w 11677525"/>
              <a:gd name="connsiteY4459" fmla="*/ 940757 h 4078220"/>
              <a:gd name="connsiteX4460" fmla="*/ 7858823 w 11677525"/>
              <a:gd name="connsiteY4460" fmla="*/ 936851 h 4078220"/>
              <a:gd name="connsiteX4461" fmla="*/ 7860323 w 11677525"/>
              <a:gd name="connsiteY4461" fmla="*/ 926307 h 4078220"/>
              <a:gd name="connsiteX4462" fmla="*/ 9235319 w 11677525"/>
              <a:gd name="connsiteY4462" fmla="*/ 925143 h 4078220"/>
              <a:gd name="connsiteX4463" fmla="*/ 9277604 w 11677525"/>
              <a:gd name="connsiteY4463" fmla="*/ 934092 h 4078220"/>
              <a:gd name="connsiteX4464" fmla="*/ 9289913 w 11677525"/>
              <a:gd name="connsiteY4464" fmla="*/ 957341 h 4078220"/>
              <a:gd name="connsiteX4465" fmla="*/ 9209304 w 11677525"/>
              <a:gd name="connsiteY4465" fmla="*/ 948723 h 4078220"/>
              <a:gd name="connsiteX4466" fmla="*/ 9197912 w 11677525"/>
              <a:gd name="connsiteY4466" fmla="*/ 925683 h 4078220"/>
              <a:gd name="connsiteX4467" fmla="*/ 9235319 w 11677525"/>
              <a:gd name="connsiteY4467" fmla="*/ 925143 h 4078220"/>
              <a:gd name="connsiteX4468" fmla="*/ 2138435 w 11677525"/>
              <a:gd name="connsiteY4468" fmla="*/ 923861 h 4078220"/>
              <a:gd name="connsiteX4469" fmla="*/ 2147716 w 11677525"/>
              <a:gd name="connsiteY4469" fmla="*/ 925397 h 4078220"/>
              <a:gd name="connsiteX4470" fmla="*/ 2136101 w 11677525"/>
              <a:gd name="connsiteY4470" fmla="*/ 929432 h 4078220"/>
              <a:gd name="connsiteX4471" fmla="*/ 2126821 w 11677525"/>
              <a:gd name="connsiteY4471" fmla="*/ 927948 h 4078220"/>
              <a:gd name="connsiteX4472" fmla="*/ 2138435 w 11677525"/>
              <a:gd name="connsiteY4472" fmla="*/ 923861 h 4078220"/>
              <a:gd name="connsiteX4473" fmla="*/ 8556334 w 11677525"/>
              <a:gd name="connsiteY4473" fmla="*/ 923614 h 4078220"/>
              <a:gd name="connsiteX4474" fmla="*/ 8589969 w 11677525"/>
              <a:gd name="connsiteY4474" fmla="*/ 931228 h 4078220"/>
              <a:gd name="connsiteX4475" fmla="*/ 8594028 w 11677525"/>
              <a:gd name="connsiteY4475" fmla="*/ 950988 h 4078220"/>
              <a:gd name="connsiteX4476" fmla="*/ 8527589 w 11677525"/>
              <a:gd name="connsiteY4476" fmla="*/ 943673 h 4078220"/>
              <a:gd name="connsiteX4477" fmla="*/ 8524198 w 11677525"/>
              <a:gd name="connsiteY4477" fmla="*/ 924043 h 4078220"/>
              <a:gd name="connsiteX4478" fmla="*/ 8556334 w 11677525"/>
              <a:gd name="connsiteY4478" fmla="*/ 923614 h 4078220"/>
              <a:gd name="connsiteX4479" fmla="*/ 1470253 w 11677525"/>
              <a:gd name="connsiteY4479" fmla="*/ 922428 h 4078220"/>
              <a:gd name="connsiteX4480" fmla="*/ 1471392 w 11677525"/>
              <a:gd name="connsiteY4480" fmla="*/ 922611 h 4078220"/>
              <a:gd name="connsiteX4481" fmla="*/ 1469780 w 11677525"/>
              <a:gd name="connsiteY4481" fmla="*/ 923105 h 4078220"/>
              <a:gd name="connsiteX4482" fmla="*/ 1468724 w 11677525"/>
              <a:gd name="connsiteY4482" fmla="*/ 922897 h 4078220"/>
              <a:gd name="connsiteX4483" fmla="*/ 1470253 w 11677525"/>
              <a:gd name="connsiteY4483" fmla="*/ 922428 h 4078220"/>
              <a:gd name="connsiteX4484" fmla="*/ 2840276 w 11677525"/>
              <a:gd name="connsiteY4484" fmla="*/ 917499 h 4078220"/>
              <a:gd name="connsiteX4485" fmla="*/ 2852550 w 11677525"/>
              <a:gd name="connsiteY4485" fmla="*/ 924694 h 4078220"/>
              <a:gd name="connsiteX4486" fmla="*/ 2805925 w 11677525"/>
              <a:gd name="connsiteY4486" fmla="*/ 943282 h 4078220"/>
              <a:gd name="connsiteX4487" fmla="*/ 2761994 w 11677525"/>
              <a:gd name="connsiteY4487" fmla="*/ 936357 h 4078220"/>
              <a:gd name="connsiteX4488" fmla="*/ 2808870 w 11677525"/>
              <a:gd name="connsiteY4488" fmla="*/ 917899 h 4078220"/>
              <a:gd name="connsiteX4489" fmla="*/ 2840276 w 11677525"/>
              <a:gd name="connsiteY4489" fmla="*/ 917499 h 4078220"/>
              <a:gd name="connsiteX4490" fmla="*/ 9534823 w 11677525"/>
              <a:gd name="connsiteY4490" fmla="*/ 914384 h 4078220"/>
              <a:gd name="connsiteX4491" fmla="*/ 9549357 w 11677525"/>
              <a:gd name="connsiteY4491" fmla="*/ 915920 h 4078220"/>
              <a:gd name="connsiteX4492" fmla="*/ 9552080 w 11677525"/>
              <a:gd name="connsiteY4492" fmla="*/ 919981 h 4078220"/>
              <a:gd name="connsiteX4493" fmla="*/ 9537573 w 11677525"/>
              <a:gd name="connsiteY4493" fmla="*/ 918445 h 4078220"/>
              <a:gd name="connsiteX4494" fmla="*/ 9534823 w 11677525"/>
              <a:gd name="connsiteY4494" fmla="*/ 914384 h 4078220"/>
              <a:gd name="connsiteX4495" fmla="*/ 9385006 w 11677525"/>
              <a:gd name="connsiteY4495" fmla="*/ 912816 h 4078220"/>
              <a:gd name="connsiteX4496" fmla="*/ 9428652 w 11677525"/>
              <a:gd name="connsiteY4496" fmla="*/ 921856 h 4078220"/>
              <a:gd name="connsiteX4497" fmla="*/ 9442849 w 11677525"/>
              <a:gd name="connsiteY4497" fmla="*/ 945364 h 4078220"/>
              <a:gd name="connsiteX4498" fmla="*/ 9360214 w 11677525"/>
              <a:gd name="connsiteY4498" fmla="*/ 936643 h 4078220"/>
              <a:gd name="connsiteX4499" fmla="*/ 9346987 w 11677525"/>
              <a:gd name="connsiteY4499" fmla="*/ 913342 h 4078220"/>
              <a:gd name="connsiteX4500" fmla="*/ 9385006 w 11677525"/>
              <a:gd name="connsiteY4500" fmla="*/ 912816 h 4078220"/>
              <a:gd name="connsiteX4501" fmla="*/ 1993751 w 11677525"/>
              <a:gd name="connsiteY4501" fmla="*/ 912067 h 4078220"/>
              <a:gd name="connsiteX4502" fmla="*/ 1995974 w 11677525"/>
              <a:gd name="connsiteY4502" fmla="*/ 912432 h 4078220"/>
              <a:gd name="connsiteX4503" fmla="*/ 1993028 w 11677525"/>
              <a:gd name="connsiteY4503" fmla="*/ 913447 h 4078220"/>
              <a:gd name="connsiteX4504" fmla="*/ 1990778 w 11677525"/>
              <a:gd name="connsiteY4504" fmla="*/ 913083 h 4078220"/>
              <a:gd name="connsiteX4505" fmla="*/ 1993751 w 11677525"/>
              <a:gd name="connsiteY4505" fmla="*/ 912067 h 4078220"/>
              <a:gd name="connsiteX4506" fmla="*/ 3345400 w 11677525"/>
              <a:gd name="connsiteY4506" fmla="*/ 911983 h 4078220"/>
              <a:gd name="connsiteX4507" fmla="*/ 3354514 w 11677525"/>
              <a:gd name="connsiteY4507" fmla="*/ 916649 h 4078220"/>
              <a:gd name="connsiteX4508" fmla="*/ 3327088 w 11677525"/>
              <a:gd name="connsiteY4508" fmla="*/ 928626 h 4078220"/>
              <a:gd name="connsiteX4509" fmla="*/ 3297551 w 11677525"/>
              <a:gd name="connsiteY4509" fmla="*/ 924199 h 4078220"/>
              <a:gd name="connsiteX4510" fmla="*/ 3324949 w 11677525"/>
              <a:gd name="connsiteY4510" fmla="*/ 912276 h 4078220"/>
              <a:gd name="connsiteX4511" fmla="*/ 3345400 w 11677525"/>
              <a:gd name="connsiteY4511" fmla="*/ 911983 h 4078220"/>
              <a:gd name="connsiteX4512" fmla="*/ 8035750 w 11677525"/>
              <a:gd name="connsiteY4512" fmla="*/ 911944 h 4078220"/>
              <a:gd name="connsiteX4513" fmla="*/ 8057858 w 11677525"/>
              <a:gd name="connsiteY4513" fmla="*/ 917221 h 4078220"/>
              <a:gd name="connsiteX4514" fmla="*/ 8057247 w 11677525"/>
              <a:gd name="connsiteY4514" fmla="*/ 930786 h 4078220"/>
              <a:gd name="connsiteX4515" fmla="*/ 8012594 w 11677525"/>
              <a:gd name="connsiteY4515" fmla="*/ 925735 h 4078220"/>
              <a:gd name="connsiteX4516" fmla="*/ 8013455 w 11677525"/>
              <a:gd name="connsiteY4516" fmla="*/ 912249 h 4078220"/>
              <a:gd name="connsiteX4517" fmla="*/ 8035750 w 11677525"/>
              <a:gd name="connsiteY4517" fmla="*/ 911944 h 4078220"/>
              <a:gd name="connsiteX4518" fmla="*/ 8709699 w 11677525"/>
              <a:gd name="connsiteY4518" fmla="*/ 910430 h 4078220"/>
              <a:gd name="connsiteX4519" fmla="*/ 8746992 w 11677525"/>
              <a:gd name="connsiteY4519" fmla="*/ 918653 h 4078220"/>
              <a:gd name="connsiteX4520" fmla="*/ 8752853 w 11677525"/>
              <a:gd name="connsiteY4520" fmla="*/ 940001 h 4078220"/>
              <a:gd name="connsiteX4521" fmla="*/ 8680249 w 11677525"/>
              <a:gd name="connsiteY4521" fmla="*/ 932061 h 4078220"/>
              <a:gd name="connsiteX4522" fmla="*/ 8674969 w 11677525"/>
              <a:gd name="connsiteY4522" fmla="*/ 910895 h 4078220"/>
              <a:gd name="connsiteX4523" fmla="*/ 8709699 w 11677525"/>
              <a:gd name="connsiteY4523" fmla="*/ 910430 h 4078220"/>
              <a:gd name="connsiteX4524" fmla="*/ 3839694 w 11677525"/>
              <a:gd name="connsiteY4524" fmla="*/ 910062 h 4078220"/>
              <a:gd name="connsiteX4525" fmla="*/ 3841001 w 11677525"/>
              <a:gd name="connsiteY4525" fmla="*/ 910244 h 4078220"/>
              <a:gd name="connsiteX4526" fmla="*/ 3840000 w 11677525"/>
              <a:gd name="connsiteY4526" fmla="*/ 910765 h 4078220"/>
              <a:gd name="connsiteX4527" fmla="*/ 3838722 w 11677525"/>
              <a:gd name="connsiteY4527" fmla="*/ 910583 h 4078220"/>
              <a:gd name="connsiteX4528" fmla="*/ 3839694 w 11677525"/>
              <a:gd name="connsiteY4528" fmla="*/ 910062 h 4078220"/>
              <a:gd name="connsiteX4529" fmla="*/ 7517131 w 11677525"/>
              <a:gd name="connsiteY4529" fmla="*/ 904855 h 4078220"/>
              <a:gd name="connsiteX4530" fmla="*/ 7521272 w 11677525"/>
              <a:gd name="connsiteY4530" fmla="*/ 905324 h 4078220"/>
              <a:gd name="connsiteX4531" fmla="*/ 7520828 w 11677525"/>
              <a:gd name="connsiteY4531" fmla="*/ 906600 h 4078220"/>
              <a:gd name="connsiteX4532" fmla="*/ 7516770 w 11677525"/>
              <a:gd name="connsiteY4532" fmla="*/ 906105 h 4078220"/>
              <a:gd name="connsiteX4533" fmla="*/ 7517131 w 11677525"/>
              <a:gd name="connsiteY4533" fmla="*/ 904855 h 4078220"/>
              <a:gd name="connsiteX4534" fmla="*/ 9687567 w 11677525"/>
              <a:gd name="connsiteY4534" fmla="*/ 904439 h 4078220"/>
              <a:gd name="connsiteX4535" fmla="*/ 9692095 w 11677525"/>
              <a:gd name="connsiteY4535" fmla="*/ 904907 h 4078220"/>
              <a:gd name="connsiteX4536" fmla="*/ 9693067 w 11677525"/>
              <a:gd name="connsiteY4536" fmla="*/ 906210 h 4078220"/>
              <a:gd name="connsiteX4537" fmla="*/ 9688510 w 11677525"/>
              <a:gd name="connsiteY4537" fmla="*/ 905715 h 4078220"/>
              <a:gd name="connsiteX4538" fmla="*/ 9687567 w 11677525"/>
              <a:gd name="connsiteY4538" fmla="*/ 904439 h 4078220"/>
              <a:gd name="connsiteX4539" fmla="*/ 2696599 w 11677525"/>
              <a:gd name="connsiteY4539" fmla="*/ 901969 h 4078220"/>
              <a:gd name="connsiteX4540" fmla="*/ 2709950 w 11677525"/>
              <a:gd name="connsiteY4540" fmla="*/ 910036 h 4078220"/>
              <a:gd name="connsiteX4541" fmla="*/ 2655683 w 11677525"/>
              <a:gd name="connsiteY4541" fmla="*/ 930942 h 4078220"/>
              <a:gd name="connsiteX4542" fmla="*/ 2606583 w 11677525"/>
              <a:gd name="connsiteY4542" fmla="*/ 923183 h 4078220"/>
              <a:gd name="connsiteX4543" fmla="*/ 2660990 w 11677525"/>
              <a:gd name="connsiteY4543" fmla="*/ 902434 h 4078220"/>
              <a:gd name="connsiteX4544" fmla="*/ 2696599 w 11677525"/>
              <a:gd name="connsiteY4544" fmla="*/ 901969 h 4078220"/>
              <a:gd name="connsiteX4545" fmla="*/ 8861465 w 11677525"/>
              <a:gd name="connsiteY4545" fmla="*/ 899480 h 4078220"/>
              <a:gd name="connsiteX4546" fmla="*/ 8896706 w 11677525"/>
              <a:gd name="connsiteY4546" fmla="*/ 907146 h 4078220"/>
              <a:gd name="connsiteX4547" fmla="*/ 8903764 w 11677525"/>
              <a:gd name="connsiteY4547" fmla="*/ 926959 h 4078220"/>
              <a:gd name="connsiteX4548" fmla="*/ 8835353 w 11677525"/>
              <a:gd name="connsiteY4548" fmla="*/ 919617 h 4078220"/>
              <a:gd name="connsiteX4549" fmla="*/ 8829018 w 11677525"/>
              <a:gd name="connsiteY4549" fmla="*/ 899935 h 4078220"/>
              <a:gd name="connsiteX4550" fmla="*/ 8861465 w 11677525"/>
              <a:gd name="connsiteY4550" fmla="*/ 899480 h 4078220"/>
              <a:gd name="connsiteX4551" fmla="*/ 3196492 w 11677525"/>
              <a:gd name="connsiteY4551" fmla="*/ 897393 h 4078220"/>
              <a:gd name="connsiteX4552" fmla="*/ 3206190 w 11677525"/>
              <a:gd name="connsiteY4552" fmla="*/ 902460 h 4078220"/>
              <a:gd name="connsiteX4553" fmla="*/ 3175179 w 11677525"/>
              <a:gd name="connsiteY4553" fmla="*/ 915608 h 4078220"/>
              <a:gd name="connsiteX4554" fmla="*/ 3142975 w 11677525"/>
              <a:gd name="connsiteY4554" fmla="*/ 910713 h 4078220"/>
              <a:gd name="connsiteX4555" fmla="*/ 3174040 w 11677525"/>
              <a:gd name="connsiteY4555" fmla="*/ 897696 h 4078220"/>
              <a:gd name="connsiteX4556" fmla="*/ 3196492 w 11677525"/>
              <a:gd name="connsiteY4556" fmla="*/ 897393 h 4078220"/>
              <a:gd name="connsiteX4557" fmla="*/ 8191129 w 11677525"/>
              <a:gd name="connsiteY4557" fmla="*/ 896085 h 4078220"/>
              <a:gd name="connsiteX4558" fmla="*/ 8223049 w 11677525"/>
              <a:gd name="connsiteY4558" fmla="*/ 903502 h 4078220"/>
              <a:gd name="connsiteX4559" fmla="*/ 8223660 w 11677525"/>
              <a:gd name="connsiteY4559" fmla="*/ 922715 h 4078220"/>
              <a:gd name="connsiteX4560" fmla="*/ 8159445 w 11677525"/>
              <a:gd name="connsiteY4560" fmla="*/ 915581 h 4078220"/>
              <a:gd name="connsiteX4561" fmla="*/ 8159418 w 11677525"/>
              <a:gd name="connsiteY4561" fmla="*/ 896499 h 4078220"/>
              <a:gd name="connsiteX4562" fmla="*/ 8191129 w 11677525"/>
              <a:gd name="connsiteY4562" fmla="*/ 896085 h 4078220"/>
              <a:gd name="connsiteX4563" fmla="*/ 3685701 w 11677525"/>
              <a:gd name="connsiteY4563" fmla="*/ 895197 h 4078220"/>
              <a:gd name="connsiteX4564" fmla="*/ 3691453 w 11677525"/>
              <a:gd name="connsiteY4564" fmla="*/ 896004 h 4078220"/>
              <a:gd name="connsiteX4565" fmla="*/ 3686702 w 11677525"/>
              <a:gd name="connsiteY4565" fmla="*/ 898243 h 4078220"/>
              <a:gd name="connsiteX4566" fmla="*/ 3680866 w 11677525"/>
              <a:gd name="connsiteY4566" fmla="*/ 897436 h 4078220"/>
              <a:gd name="connsiteX4567" fmla="*/ 3685701 w 11677525"/>
              <a:gd name="connsiteY4567" fmla="*/ 895197 h 4078220"/>
              <a:gd name="connsiteX4568" fmla="*/ 7666401 w 11677525"/>
              <a:gd name="connsiteY4568" fmla="*/ 889548 h 4078220"/>
              <a:gd name="connsiteX4569" fmla="*/ 7687492 w 11677525"/>
              <a:gd name="connsiteY4569" fmla="*/ 891917 h 4078220"/>
              <a:gd name="connsiteX4570" fmla="*/ 7686019 w 11677525"/>
              <a:gd name="connsiteY4570" fmla="*/ 898399 h 4078220"/>
              <a:gd name="connsiteX4571" fmla="*/ 7664846 w 11677525"/>
              <a:gd name="connsiteY4571" fmla="*/ 896004 h 4078220"/>
              <a:gd name="connsiteX4572" fmla="*/ 7666401 w 11677525"/>
              <a:gd name="connsiteY4572" fmla="*/ 889548 h 4078220"/>
              <a:gd name="connsiteX4573" fmla="*/ 9011354 w 11677525"/>
              <a:gd name="connsiteY4573" fmla="*/ 889031 h 4078220"/>
              <a:gd name="connsiteX4574" fmla="*/ 9043809 w 11677525"/>
              <a:gd name="connsiteY4574" fmla="*/ 895926 h 4078220"/>
              <a:gd name="connsiteX4575" fmla="*/ 9051395 w 11677525"/>
              <a:gd name="connsiteY4575" fmla="*/ 913759 h 4078220"/>
              <a:gd name="connsiteX4576" fmla="*/ 8989068 w 11677525"/>
              <a:gd name="connsiteY4576" fmla="*/ 907172 h 4078220"/>
              <a:gd name="connsiteX4577" fmla="*/ 8981982 w 11677525"/>
              <a:gd name="connsiteY4577" fmla="*/ 889417 h 4078220"/>
              <a:gd name="connsiteX4578" fmla="*/ 9011354 w 11677525"/>
              <a:gd name="connsiteY4578" fmla="*/ 889031 h 4078220"/>
              <a:gd name="connsiteX4579" fmla="*/ 2550958 w 11677525"/>
              <a:gd name="connsiteY4579" fmla="*/ 888369 h 4078220"/>
              <a:gd name="connsiteX4580" fmla="*/ 2563736 w 11677525"/>
              <a:gd name="connsiteY4580" fmla="*/ 896316 h 4078220"/>
              <a:gd name="connsiteX4581" fmla="*/ 2508358 w 11677525"/>
              <a:gd name="connsiteY4581" fmla="*/ 916961 h 4078220"/>
              <a:gd name="connsiteX4582" fmla="*/ 2460092 w 11677525"/>
              <a:gd name="connsiteY4582" fmla="*/ 909307 h 4078220"/>
              <a:gd name="connsiteX4583" fmla="*/ 2515610 w 11677525"/>
              <a:gd name="connsiteY4583" fmla="*/ 888818 h 4078220"/>
              <a:gd name="connsiteX4584" fmla="*/ 2550958 w 11677525"/>
              <a:gd name="connsiteY4584" fmla="*/ 888369 h 4078220"/>
              <a:gd name="connsiteX4585" fmla="*/ 1712941 w 11677525"/>
              <a:gd name="connsiteY4585" fmla="*/ 885148 h 4078220"/>
              <a:gd name="connsiteX4586" fmla="*/ 1714052 w 11677525"/>
              <a:gd name="connsiteY4586" fmla="*/ 885330 h 4078220"/>
              <a:gd name="connsiteX4587" fmla="*/ 1712496 w 11677525"/>
              <a:gd name="connsiteY4587" fmla="*/ 885850 h 4078220"/>
              <a:gd name="connsiteX4588" fmla="*/ 1711357 w 11677525"/>
              <a:gd name="connsiteY4588" fmla="*/ 885643 h 4078220"/>
              <a:gd name="connsiteX4589" fmla="*/ 1712941 w 11677525"/>
              <a:gd name="connsiteY4589" fmla="*/ 885148 h 4078220"/>
              <a:gd name="connsiteX4590" fmla="*/ 8343896 w 11677525"/>
              <a:gd name="connsiteY4590" fmla="*/ 883915 h 4078220"/>
              <a:gd name="connsiteX4591" fmla="*/ 8377458 w 11677525"/>
              <a:gd name="connsiteY4591" fmla="*/ 891552 h 4078220"/>
              <a:gd name="connsiteX4592" fmla="*/ 8379598 w 11677525"/>
              <a:gd name="connsiteY4592" fmla="*/ 911312 h 4078220"/>
              <a:gd name="connsiteX4593" fmla="*/ 8312660 w 11677525"/>
              <a:gd name="connsiteY4593" fmla="*/ 903996 h 4078220"/>
              <a:gd name="connsiteX4594" fmla="*/ 8311188 w 11677525"/>
              <a:gd name="connsiteY4594" fmla="*/ 884340 h 4078220"/>
              <a:gd name="connsiteX4595" fmla="*/ 8343896 w 11677525"/>
              <a:gd name="connsiteY4595" fmla="*/ 883915 h 4078220"/>
              <a:gd name="connsiteX4596" fmla="*/ 3050960 w 11677525"/>
              <a:gd name="connsiteY4596" fmla="*/ 882828 h 4078220"/>
              <a:gd name="connsiteX4597" fmla="*/ 3061282 w 11677525"/>
              <a:gd name="connsiteY4597" fmla="*/ 888403 h 4078220"/>
              <a:gd name="connsiteX4598" fmla="*/ 3025827 w 11677525"/>
              <a:gd name="connsiteY4598" fmla="*/ 902851 h 4078220"/>
              <a:gd name="connsiteX4599" fmla="*/ 2990510 w 11677525"/>
              <a:gd name="connsiteY4599" fmla="*/ 897514 h 4078220"/>
              <a:gd name="connsiteX4600" fmla="*/ 3026049 w 11677525"/>
              <a:gd name="connsiteY4600" fmla="*/ 883169 h 4078220"/>
              <a:gd name="connsiteX4601" fmla="*/ 3050960 w 11677525"/>
              <a:gd name="connsiteY4601" fmla="*/ 882828 h 4078220"/>
              <a:gd name="connsiteX4602" fmla="*/ 3548221 w 11677525"/>
              <a:gd name="connsiteY4602" fmla="*/ 877465 h 4078220"/>
              <a:gd name="connsiteX4603" fmla="*/ 3554799 w 11677525"/>
              <a:gd name="connsiteY4603" fmla="*/ 880618 h 4078220"/>
              <a:gd name="connsiteX4604" fmla="*/ 3536710 w 11677525"/>
              <a:gd name="connsiteY4604" fmla="*/ 888793 h 4078220"/>
              <a:gd name="connsiteX4605" fmla="*/ 3516037 w 11677525"/>
              <a:gd name="connsiteY4605" fmla="*/ 885798 h 4078220"/>
              <a:gd name="connsiteX4606" fmla="*/ 3534181 w 11677525"/>
              <a:gd name="connsiteY4606" fmla="*/ 877650 h 4078220"/>
              <a:gd name="connsiteX4607" fmla="*/ 3548221 w 11677525"/>
              <a:gd name="connsiteY4607" fmla="*/ 877465 h 4078220"/>
              <a:gd name="connsiteX4608" fmla="*/ 2402995 w 11677525"/>
              <a:gd name="connsiteY4608" fmla="*/ 876674 h 4078220"/>
              <a:gd name="connsiteX4609" fmla="*/ 2413606 w 11677525"/>
              <a:gd name="connsiteY4609" fmla="*/ 883611 h 4078220"/>
              <a:gd name="connsiteX4610" fmla="*/ 2364118 w 11677525"/>
              <a:gd name="connsiteY4610" fmla="*/ 901471 h 4078220"/>
              <a:gd name="connsiteX4611" fmla="*/ 2322411 w 11677525"/>
              <a:gd name="connsiteY4611" fmla="*/ 894832 h 4078220"/>
              <a:gd name="connsiteX4612" fmla="*/ 2372148 w 11677525"/>
              <a:gd name="connsiteY4612" fmla="*/ 877077 h 4078220"/>
              <a:gd name="connsiteX4613" fmla="*/ 2402995 w 11677525"/>
              <a:gd name="connsiteY4613" fmla="*/ 876674 h 4078220"/>
              <a:gd name="connsiteX4614" fmla="*/ 7814170 w 11677525"/>
              <a:gd name="connsiteY4614" fmla="*/ 875020 h 4078220"/>
              <a:gd name="connsiteX4615" fmla="*/ 7849904 w 11677525"/>
              <a:gd name="connsiteY4615" fmla="*/ 878952 h 4078220"/>
              <a:gd name="connsiteX4616" fmla="*/ 7848265 w 11677525"/>
              <a:gd name="connsiteY4616" fmla="*/ 889782 h 4078220"/>
              <a:gd name="connsiteX4617" fmla="*/ 7812392 w 11677525"/>
              <a:gd name="connsiteY4617" fmla="*/ 885798 h 4078220"/>
              <a:gd name="connsiteX4618" fmla="*/ 7814170 w 11677525"/>
              <a:gd name="connsiteY4618" fmla="*/ 875020 h 4078220"/>
              <a:gd name="connsiteX4619" fmla="*/ 9157568 w 11677525"/>
              <a:gd name="connsiteY4619" fmla="*/ 874875 h 4078220"/>
              <a:gd name="connsiteX4620" fmla="*/ 9197216 w 11677525"/>
              <a:gd name="connsiteY4620" fmla="*/ 883118 h 4078220"/>
              <a:gd name="connsiteX4621" fmla="*/ 9207887 w 11677525"/>
              <a:gd name="connsiteY4621" fmla="*/ 904491 h 4078220"/>
              <a:gd name="connsiteX4622" fmla="*/ 9132225 w 11677525"/>
              <a:gd name="connsiteY4622" fmla="*/ 896551 h 4078220"/>
              <a:gd name="connsiteX4623" fmla="*/ 9122193 w 11677525"/>
              <a:gd name="connsiteY4623" fmla="*/ 875359 h 4078220"/>
              <a:gd name="connsiteX4624" fmla="*/ 9157568 w 11677525"/>
              <a:gd name="connsiteY4624" fmla="*/ 874875 h 4078220"/>
              <a:gd name="connsiteX4625" fmla="*/ 2227714 w 11677525"/>
              <a:gd name="connsiteY4625" fmla="*/ 873119 h 4078220"/>
              <a:gd name="connsiteX4626" fmla="*/ 2236801 w 11677525"/>
              <a:gd name="connsiteY4626" fmla="*/ 874577 h 4078220"/>
              <a:gd name="connsiteX4627" fmla="*/ 2225603 w 11677525"/>
              <a:gd name="connsiteY4627" fmla="*/ 878483 h 4078220"/>
              <a:gd name="connsiteX4628" fmla="*/ 2216544 w 11677525"/>
              <a:gd name="connsiteY4628" fmla="*/ 876999 h 4078220"/>
              <a:gd name="connsiteX4629" fmla="*/ 2227714 w 11677525"/>
              <a:gd name="connsiteY4629" fmla="*/ 873119 h 4078220"/>
              <a:gd name="connsiteX4630" fmla="*/ 8494686 w 11677525"/>
              <a:gd name="connsiteY4630" fmla="*/ 872903 h 4078220"/>
              <a:gd name="connsiteX4631" fmla="*/ 8527338 w 11677525"/>
              <a:gd name="connsiteY4631" fmla="*/ 880176 h 4078220"/>
              <a:gd name="connsiteX4632" fmla="*/ 8530813 w 11677525"/>
              <a:gd name="connsiteY4632" fmla="*/ 898998 h 4078220"/>
              <a:gd name="connsiteX4633" fmla="*/ 8466209 w 11677525"/>
              <a:gd name="connsiteY4633" fmla="*/ 891995 h 4078220"/>
              <a:gd name="connsiteX4634" fmla="*/ 8463429 w 11677525"/>
              <a:gd name="connsiteY4634" fmla="*/ 873302 h 4078220"/>
              <a:gd name="connsiteX4635" fmla="*/ 8494686 w 11677525"/>
              <a:gd name="connsiteY4635" fmla="*/ 872903 h 4078220"/>
              <a:gd name="connsiteX4636" fmla="*/ 2907549 w 11677525"/>
              <a:gd name="connsiteY4636" fmla="*/ 868626 h 4078220"/>
              <a:gd name="connsiteX4637" fmla="*/ 2918265 w 11677525"/>
              <a:gd name="connsiteY4637" fmla="*/ 874604 h 4078220"/>
              <a:gd name="connsiteX4638" fmla="*/ 2878974 w 11677525"/>
              <a:gd name="connsiteY4638" fmla="*/ 890068 h 4078220"/>
              <a:gd name="connsiteX4639" fmla="*/ 2841240 w 11677525"/>
              <a:gd name="connsiteY4639" fmla="*/ 884340 h 4078220"/>
              <a:gd name="connsiteX4640" fmla="*/ 2880725 w 11677525"/>
              <a:gd name="connsiteY4640" fmla="*/ 868954 h 4078220"/>
              <a:gd name="connsiteX4641" fmla="*/ 2907549 w 11677525"/>
              <a:gd name="connsiteY4641" fmla="*/ 868626 h 4078220"/>
              <a:gd name="connsiteX4642" fmla="*/ 9302448 w 11677525"/>
              <a:gd name="connsiteY4642" fmla="*/ 862621 h 4078220"/>
              <a:gd name="connsiteX4643" fmla="*/ 9344735 w 11677525"/>
              <a:gd name="connsiteY4643" fmla="*/ 871245 h 4078220"/>
              <a:gd name="connsiteX4644" fmla="*/ 9357630 w 11677525"/>
              <a:gd name="connsiteY4644" fmla="*/ 893608 h 4078220"/>
              <a:gd name="connsiteX4645" fmla="*/ 9277353 w 11677525"/>
              <a:gd name="connsiteY4645" fmla="*/ 885277 h 4078220"/>
              <a:gd name="connsiteX4646" fmla="*/ 9265351 w 11677525"/>
              <a:gd name="connsiteY4646" fmla="*/ 863096 h 4078220"/>
              <a:gd name="connsiteX4647" fmla="*/ 9302448 w 11677525"/>
              <a:gd name="connsiteY4647" fmla="*/ 862621 h 4078220"/>
              <a:gd name="connsiteX4648" fmla="*/ 2087558 w 11677525"/>
              <a:gd name="connsiteY4648" fmla="*/ 861873 h 4078220"/>
              <a:gd name="connsiteX4649" fmla="*/ 2089809 w 11677525"/>
              <a:gd name="connsiteY4649" fmla="*/ 862212 h 4078220"/>
              <a:gd name="connsiteX4650" fmla="*/ 2086947 w 11677525"/>
              <a:gd name="connsiteY4650" fmla="*/ 863200 h 4078220"/>
              <a:gd name="connsiteX4651" fmla="*/ 2084752 w 11677525"/>
              <a:gd name="connsiteY4651" fmla="*/ 862836 h 4078220"/>
              <a:gd name="connsiteX4652" fmla="*/ 2087558 w 11677525"/>
              <a:gd name="connsiteY4652" fmla="*/ 861873 h 4078220"/>
              <a:gd name="connsiteX4653" fmla="*/ 3408389 w 11677525"/>
              <a:gd name="connsiteY4653" fmla="*/ 860792 h 4078220"/>
              <a:gd name="connsiteX4654" fmla="*/ 3418451 w 11677525"/>
              <a:gd name="connsiteY4654" fmla="*/ 865830 h 4078220"/>
              <a:gd name="connsiteX4655" fmla="*/ 3388775 w 11677525"/>
              <a:gd name="connsiteY4655" fmla="*/ 878717 h 4078220"/>
              <a:gd name="connsiteX4656" fmla="*/ 3356042 w 11677525"/>
              <a:gd name="connsiteY4656" fmla="*/ 873927 h 4078220"/>
              <a:gd name="connsiteX4657" fmla="*/ 3385969 w 11677525"/>
              <a:gd name="connsiteY4657" fmla="*/ 861066 h 4078220"/>
              <a:gd name="connsiteX4658" fmla="*/ 3408389 w 11677525"/>
              <a:gd name="connsiteY4658" fmla="*/ 860792 h 4078220"/>
              <a:gd name="connsiteX4659" fmla="*/ 8643086 w 11677525"/>
              <a:gd name="connsiteY4659" fmla="*/ 860304 h 4078220"/>
              <a:gd name="connsiteX4660" fmla="*/ 8679081 w 11677525"/>
              <a:gd name="connsiteY4660" fmla="*/ 868147 h 4078220"/>
              <a:gd name="connsiteX4661" fmla="*/ 8684277 w 11677525"/>
              <a:gd name="connsiteY4661" fmla="*/ 888480 h 4078220"/>
              <a:gd name="connsiteX4662" fmla="*/ 8613588 w 11677525"/>
              <a:gd name="connsiteY4662" fmla="*/ 880904 h 4078220"/>
              <a:gd name="connsiteX4663" fmla="*/ 8609197 w 11677525"/>
              <a:gd name="connsiteY4663" fmla="*/ 860779 h 4078220"/>
              <a:gd name="connsiteX4664" fmla="*/ 8643086 w 11677525"/>
              <a:gd name="connsiteY4664" fmla="*/ 860304 h 4078220"/>
              <a:gd name="connsiteX4665" fmla="*/ 9432959 w 11677525"/>
              <a:gd name="connsiteY4665" fmla="*/ 859530 h 4078220"/>
              <a:gd name="connsiteX4666" fmla="*/ 9471470 w 11677525"/>
              <a:gd name="connsiteY4666" fmla="*/ 863409 h 4078220"/>
              <a:gd name="connsiteX4667" fmla="*/ 9478360 w 11677525"/>
              <a:gd name="connsiteY4667" fmla="*/ 874083 h 4078220"/>
              <a:gd name="connsiteX4668" fmla="*/ 9439570 w 11677525"/>
              <a:gd name="connsiteY4668" fmla="*/ 870126 h 4078220"/>
              <a:gd name="connsiteX4669" fmla="*/ 9432959 w 11677525"/>
              <a:gd name="connsiteY4669" fmla="*/ 859530 h 4078220"/>
              <a:gd name="connsiteX4670" fmla="*/ 3890544 w 11677525"/>
              <a:gd name="connsiteY4670" fmla="*/ 859192 h 4078220"/>
              <a:gd name="connsiteX4671" fmla="*/ 3895073 w 11677525"/>
              <a:gd name="connsiteY4671" fmla="*/ 859791 h 4078220"/>
              <a:gd name="connsiteX4672" fmla="*/ 3891599 w 11677525"/>
              <a:gd name="connsiteY4672" fmla="*/ 861483 h 4078220"/>
              <a:gd name="connsiteX4673" fmla="*/ 3887098 w 11677525"/>
              <a:gd name="connsiteY4673" fmla="*/ 860884 h 4078220"/>
              <a:gd name="connsiteX4674" fmla="*/ 3890544 w 11677525"/>
              <a:gd name="connsiteY4674" fmla="*/ 859192 h 4078220"/>
              <a:gd name="connsiteX4675" fmla="*/ 7984947 w 11677525"/>
              <a:gd name="connsiteY4675" fmla="*/ 858912 h 4078220"/>
              <a:gd name="connsiteX4676" fmla="*/ 8013121 w 11677525"/>
              <a:gd name="connsiteY4676" fmla="*/ 865518 h 4078220"/>
              <a:gd name="connsiteX4677" fmla="*/ 8011954 w 11677525"/>
              <a:gd name="connsiteY4677" fmla="*/ 882570 h 4078220"/>
              <a:gd name="connsiteX4678" fmla="*/ 7954603 w 11677525"/>
              <a:gd name="connsiteY4678" fmla="*/ 876217 h 4078220"/>
              <a:gd name="connsiteX4679" fmla="*/ 7956187 w 11677525"/>
              <a:gd name="connsiteY4679" fmla="*/ 859295 h 4078220"/>
              <a:gd name="connsiteX4680" fmla="*/ 7984947 w 11677525"/>
              <a:gd name="connsiteY4680" fmla="*/ 858912 h 4078220"/>
              <a:gd name="connsiteX4681" fmla="*/ 7475368 w 11677525"/>
              <a:gd name="connsiteY4681" fmla="*/ 855052 h 4078220"/>
              <a:gd name="connsiteX4682" fmla="*/ 7479231 w 11677525"/>
              <a:gd name="connsiteY4682" fmla="*/ 855521 h 4078220"/>
              <a:gd name="connsiteX4683" fmla="*/ 7478842 w 11677525"/>
              <a:gd name="connsiteY4683" fmla="*/ 856692 h 4078220"/>
              <a:gd name="connsiteX4684" fmla="*/ 7474924 w 11677525"/>
              <a:gd name="connsiteY4684" fmla="*/ 856250 h 4078220"/>
              <a:gd name="connsiteX4685" fmla="*/ 7475368 w 11677525"/>
              <a:gd name="connsiteY4685" fmla="*/ 855052 h 4078220"/>
              <a:gd name="connsiteX4686" fmla="*/ 9593008 w 11677525"/>
              <a:gd name="connsiteY4686" fmla="*/ 853829 h 4078220"/>
              <a:gd name="connsiteX4687" fmla="*/ 9601734 w 11677525"/>
              <a:gd name="connsiteY4687" fmla="*/ 854714 h 4078220"/>
              <a:gd name="connsiteX4688" fmla="*/ 9603483 w 11677525"/>
              <a:gd name="connsiteY4688" fmla="*/ 857109 h 4078220"/>
              <a:gd name="connsiteX4689" fmla="*/ 9594703 w 11677525"/>
              <a:gd name="connsiteY4689" fmla="*/ 856223 h 4078220"/>
              <a:gd name="connsiteX4690" fmla="*/ 9593008 w 11677525"/>
              <a:gd name="connsiteY4690" fmla="*/ 853829 h 4078220"/>
              <a:gd name="connsiteX4691" fmla="*/ 2769816 w 11677525"/>
              <a:gd name="connsiteY4691" fmla="*/ 853464 h 4078220"/>
              <a:gd name="connsiteX4692" fmla="*/ 2781972 w 11677525"/>
              <a:gd name="connsiteY4692" fmla="*/ 860493 h 4078220"/>
              <a:gd name="connsiteX4693" fmla="*/ 2734263 w 11677525"/>
              <a:gd name="connsiteY4693" fmla="*/ 878691 h 4078220"/>
              <a:gd name="connsiteX4694" fmla="*/ 2690026 w 11677525"/>
              <a:gd name="connsiteY4694" fmla="*/ 871948 h 4078220"/>
              <a:gd name="connsiteX4695" fmla="*/ 2737986 w 11677525"/>
              <a:gd name="connsiteY4695" fmla="*/ 853854 h 4078220"/>
              <a:gd name="connsiteX4696" fmla="*/ 2769816 w 11677525"/>
              <a:gd name="connsiteY4696" fmla="*/ 853464 h 4078220"/>
              <a:gd name="connsiteX4697" fmla="*/ 8789714 w 11677525"/>
              <a:gd name="connsiteY4697" fmla="*/ 848895 h 4078220"/>
              <a:gd name="connsiteX4698" fmla="*/ 8826488 w 11677525"/>
              <a:gd name="connsiteY4698" fmla="*/ 856770 h 4078220"/>
              <a:gd name="connsiteX4699" fmla="*/ 8833297 w 11677525"/>
              <a:gd name="connsiteY4699" fmla="*/ 877077 h 4078220"/>
              <a:gd name="connsiteX4700" fmla="*/ 8761497 w 11677525"/>
              <a:gd name="connsiteY4700" fmla="*/ 869527 h 4078220"/>
              <a:gd name="connsiteX4701" fmla="*/ 8755605 w 11677525"/>
              <a:gd name="connsiteY4701" fmla="*/ 849377 h 4078220"/>
              <a:gd name="connsiteX4702" fmla="*/ 8789714 w 11677525"/>
              <a:gd name="connsiteY4702" fmla="*/ 848895 h 4078220"/>
              <a:gd name="connsiteX4703" fmla="*/ 3263165 w 11677525"/>
              <a:gd name="connsiteY4703" fmla="*/ 847759 h 4078220"/>
              <a:gd name="connsiteX4704" fmla="*/ 3272905 w 11677525"/>
              <a:gd name="connsiteY4704" fmla="*/ 852683 h 4078220"/>
              <a:gd name="connsiteX4705" fmla="*/ 3242479 w 11677525"/>
              <a:gd name="connsiteY4705" fmla="*/ 865414 h 4078220"/>
              <a:gd name="connsiteX4706" fmla="*/ 3210301 w 11677525"/>
              <a:gd name="connsiteY4706" fmla="*/ 860676 h 4078220"/>
              <a:gd name="connsiteX4707" fmla="*/ 3240922 w 11677525"/>
              <a:gd name="connsiteY4707" fmla="*/ 848049 h 4078220"/>
              <a:gd name="connsiteX4708" fmla="*/ 3263165 w 11677525"/>
              <a:gd name="connsiteY4708" fmla="*/ 847759 h 4078220"/>
              <a:gd name="connsiteX4709" fmla="*/ 8134889 w 11677525"/>
              <a:gd name="connsiteY4709" fmla="*/ 845312 h 4078220"/>
              <a:gd name="connsiteX4710" fmla="*/ 8169144 w 11677525"/>
              <a:gd name="connsiteY4710" fmla="*/ 853126 h 4078220"/>
              <a:gd name="connsiteX4711" fmla="*/ 8169198 w 11677525"/>
              <a:gd name="connsiteY4711" fmla="*/ 873406 h 4078220"/>
              <a:gd name="connsiteX4712" fmla="*/ 8100177 w 11677525"/>
              <a:gd name="connsiteY4712" fmla="*/ 865856 h 4078220"/>
              <a:gd name="connsiteX4713" fmla="*/ 8100677 w 11677525"/>
              <a:gd name="connsiteY4713" fmla="*/ 845758 h 4078220"/>
              <a:gd name="connsiteX4714" fmla="*/ 8134889 w 11677525"/>
              <a:gd name="connsiteY4714" fmla="*/ 845312 h 4078220"/>
              <a:gd name="connsiteX4715" fmla="*/ 3742691 w 11677525"/>
              <a:gd name="connsiteY4715" fmla="*/ 844222 h 4078220"/>
              <a:gd name="connsiteX4716" fmla="*/ 3754584 w 11677525"/>
              <a:gd name="connsiteY4716" fmla="*/ 845863 h 4078220"/>
              <a:gd name="connsiteX4717" fmla="*/ 3744831 w 11677525"/>
              <a:gd name="connsiteY4717" fmla="*/ 850392 h 4078220"/>
              <a:gd name="connsiteX4718" fmla="*/ 3732938 w 11677525"/>
              <a:gd name="connsiteY4718" fmla="*/ 848752 h 4078220"/>
              <a:gd name="connsiteX4719" fmla="*/ 3742691 w 11677525"/>
              <a:gd name="connsiteY4719" fmla="*/ 844222 h 4078220"/>
              <a:gd name="connsiteX4720" fmla="*/ 9738026 w 11677525"/>
              <a:gd name="connsiteY4720" fmla="*/ 843936 h 4078220"/>
              <a:gd name="connsiteX4721" fmla="*/ 9739806 w 11677525"/>
              <a:gd name="connsiteY4721" fmla="*/ 844118 h 4078220"/>
              <a:gd name="connsiteX4722" fmla="*/ 9740111 w 11677525"/>
              <a:gd name="connsiteY4722" fmla="*/ 844587 h 4078220"/>
              <a:gd name="connsiteX4723" fmla="*/ 9738443 w 11677525"/>
              <a:gd name="connsiteY4723" fmla="*/ 844431 h 4078220"/>
              <a:gd name="connsiteX4724" fmla="*/ 9738026 w 11677525"/>
              <a:gd name="connsiteY4724" fmla="*/ 843936 h 4078220"/>
              <a:gd name="connsiteX4725" fmla="*/ 7622610 w 11677525"/>
              <a:gd name="connsiteY4725" fmla="*/ 841931 h 4078220"/>
              <a:gd name="connsiteX4726" fmla="*/ 7636086 w 11677525"/>
              <a:gd name="connsiteY4726" fmla="*/ 843441 h 4078220"/>
              <a:gd name="connsiteX4727" fmla="*/ 7635031 w 11677525"/>
              <a:gd name="connsiteY4727" fmla="*/ 847450 h 4078220"/>
              <a:gd name="connsiteX4728" fmla="*/ 7621498 w 11677525"/>
              <a:gd name="connsiteY4728" fmla="*/ 845966 h 4078220"/>
              <a:gd name="connsiteX4729" fmla="*/ 7622610 w 11677525"/>
              <a:gd name="connsiteY4729" fmla="*/ 841931 h 4078220"/>
              <a:gd name="connsiteX4730" fmla="*/ 8935058 w 11677525"/>
              <a:gd name="connsiteY4730" fmla="*/ 839288 h 4078220"/>
              <a:gd name="connsiteX4731" fmla="*/ 8968283 w 11677525"/>
              <a:gd name="connsiteY4731" fmla="*/ 846226 h 4078220"/>
              <a:gd name="connsiteX4732" fmla="*/ 8975535 w 11677525"/>
              <a:gd name="connsiteY4732" fmla="*/ 864189 h 4078220"/>
              <a:gd name="connsiteX4733" fmla="*/ 8911377 w 11677525"/>
              <a:gd name="connsiteY4733" fmla="*/ 857525 h 4078220"/>
              <a:gd name="connsiteX4734" fmla="*/ 8904876 w 11677525"/>
              <a:gd name="connsiteY4734" fmla="*/ 839692 h 4078220"/>
              <a:gd name="connsiteX4735" fmla="*/ 8935058 w 11677525"/>
              <a:gd name="connsiteY4735" fmla="*/ 839288 h 4078220"/>
              <a:gd name="connsiteX4736" fmla="*/ 2633512 w 11677525"/>
              <a:gd name="connsiteY4736" fmla="*/ 838826 h 4078220"/>
              <a:gd name="connsiteX4737" fmla="*/ 2646652 w 11677525"/>
              <a:gd name="connsiteY4737" fmla="*/ 846695 h 4078220"/>
              <a:gd name="connsiteX4738" fmla="*/ 2591523 w 11677525"/>
              <a:gd name="connsiteY4738" fmla="*/ 867054 h 4078220"/>
              <a:gd name="connsiteX4739" fmla="*/ 2542369 w 11677525"/>
              <a:gd name="connsiteY4739" fmla="*/ 859504 h 4078220"/>
              <a:gd name="connsiteX4740" fmla="*/ 2597802 w 11677525"/>
              <a:gd name="connsiteY4740" fmla="*/ 839275 h 4078220"/>
              <a:gd name="connsiteX4741" fmla="*/ 2633512 w 11677525"/>
              <a:gd name="connsiteY4741" fmla="*/ 838826 h 4078220"/>
              <a:gd name="connsiteX4742" fmla="*/ 8282669 w 11677525"/>
              <a:gd name="connsiteY4742" fmla="*/ 834567 h 4078220"/>
              <a:gd name="connsiteX4743" fmla="*/ 8316439 w 11677525"/>
              <a:gd name="connsiteY4743" fmla="*/ 842113 h 4078220"/>
              <a:gd name="connsiteX4744" fmla="*/ 8318024 w 11677525"/>
              <a:gd name="connsiteY4744" fmla="*/ 861691 h 4078220"/>
              <a:gd name="connsiteX4745" fmla="*/ 8250418 w 11677525"/>
              <a:gd name="connsiteY4745" fmla="*/ 854427 h 4078220"/>
              <a:gd name="connsiteX4746" fmla="*/ 8249502 w 11677525"/>
              <a:gd name="connsiteY4746" fmla="*/ 835006 h 4078220"/>
              <a:gd name="connsiteX4747" fmla="*/ 8282669 w 11677525"/>
              <a:gd name="connsiteY4747" fmla="*/ 834567 h 4078220"/>
              <a:gd name="connsiteX4748" fmla="*/ 3122281 w 11677525"/>
              <a:gd name="connsiteY4748" fmla="*/ 834055 h 4078220"/>
              <a:gd name="connsiteX4749" fmla="*/ 3132527 w 11677525"/>
              <a:gd name="connsiteY4749" fmla="*/ 839379 h 4078220"/>
              <a:gd name="connsiteX4750" fmla="*/ 3098461 w 11677525"/>
              <a:gd name="connsiteY4750" fmla="*/ 853126 h 4078220"/>
              <a:gd name="connsiteX4751" fmla="*/ 3063811 w 11677525"/>
              <a:gd name="connsiteY4751" fmla="*/ 848048 h 4078220"/>
              <a:gd name="connsiteX4752" fmla="*/ 3097989 w 11677525"/>
              <a:gd name="connsiteY4752" fmla="*/ 834354 h 4078220"/>
              <a:gd name="connsiteX4753" fmla="*/ 3122281 w 11677525"/>
              <a:gd name="connsiteY4753" fmla="*/ 834055 h 4078220"/>
              <a:gd name="connsiteX4754" fmla="*/ 2479654 w 11677525"/>
              <a:gd name="connsiteY4754" fmla="*/ 831502 h 4078220"/>
              <a:gd name="connsiteX4755" fmla="*/ 2487296 w 11677525"/>
              <a:gd name="connsiteY4755" fmla="*/ 836281 h 4078220"/>
              <a:gd name="connsiteX4756" fmla="*/ 2452895 w 11677525"/>
              <a:gd name="connsiteY4756" fmla="*/ 848543 h 4078220"/>
              <a:gd name="connsiteX4757" fmla="*/ 2423387 w 11677525"/>
              <a:gd name="connsiteY4757" fmla="*/ 844014 h 4078220"/>
              <a:gd name="connsiteX4758" fmla="*/ 2457842 w 11677525"/>
              <a:gd name="connsiteY4758" fmla="*/ 831778 h 4078220"/>
              <a:gd name="connsiteX4759" fmla="*/ 2479654 w 11677525"/>
              <a:gd name="connsiteY4759" fmla="*/ 831502 h 4078220"/>
              <a:gd name="connsiteX4760" fmla="*/ 3597340 w 11677525"/>
              <a:gd name="connsiteY4760" fmla="*/ 829929 h 4078220"/>
              <a:gd name="connsiteX4761" fmla="*/ 3614596 w 11677525"/>
              <a:gd name="connsiteY4761" fmla="*/ 832376 h 4078220"/>
              <a:gd name="connsiteX4762" fmla="*/ 3599757 w 11677525"/>
              <a:gd name="connsiteY4762" fmla="*/ 838937 h 4078220"/>
              <a:gd name="connsiteX4763" fmla="*/ 3582641 w 11677525"/>
              <a:gd name="connsiteY4763" fmla="*/ 836516 h 4078220"/>
              <a:gd name="connsiteX4764" fmla="*/ 3597340 w 11677525"/>
              <a:gd name="connsiteY4764" fmla="*/ 829929 h 4078220"/>
              <a:gd name="connsiteX4765" fmla="*/ 7764043 w 11677525"/>
              <a:gd name="connsiteY4765" fmla="*/ 827377 h 4078220"/>
              <a:gd name="connsiteX4766" fmla="*/ 7794830 w 11677525"/>
              <a:gd name="connsiteY4766" fmla="*/ 830736 h 4078220"/>
              <a:gd name="connsiteX4767" fmla="*/ 7793247 w 11677525"/>
              <a:gd name="connsiteY4767" fmla="*/ 839926 h 4078220"/>
              <a:gd name="connsiteX4768" fmla="*/ 7762293 w 11677525"/>
              <a:gd name="connsiteY4768" fmla="*/ 836542 h 4078220"/>
              <a:gd name="connsiteX4769" fmla="*/ 7764043 w 11677525"/>
              <a:gd name="connsiteY4769" fmla="*/ 827377 h 4078220"/>
              <a:gd name="connsiteX4770" fmla="*/ 9077369 w 11677525"/>
              <a:gd name="connsiteY4770" fmla="*/ 826448 h 4078220"/>
              <a:gd name="connsiteX4771" fmla="*/ 9115747 w 11677525"/>
              <a:gd name="connsiteY4771" fmla="*/ 834303 h 4078220"/>
              <a:gd name="connsiteX4772" fmla="*/ 9125361 w 11677525"/>
              <a:gd name="connsiteY4772" fmla="*/ 854661 h 4078220"/>
              <a:gd name="connsiteX4773" fmla="*/ 9051811 w 11677525"/>
              <a:gd name="connsiteY4773" fmla="*/ 847085 h 4078220"/>
              <a:gd name="connsiteX4774" fmla="*/ 9042947 w 11677525"/>
              <a:gd name="connsiteY4774" fmla="*/ 826909 h 4078220"/>
              <a:gd name="connsiteX4775" fmla="*/ 9077369 w 11677525"/>
              <a:gd name="connsiteY4775" fmla="*/ 826448 h 4078220"/>
              <a:gd name="connsiteX4776" fmla="*/ 2318576 w 11677525"/>
              <a:gd name="connsiteY4776" fmla="*/ 825946 h 4078220"/>
              <a:gd name="connsiteX4777" fmla="*/ 2323744 w 11677525"/>
              <a:gd name="connsiteY4777" fmla="*/ 826674 h 4078220"/>
              <a:gd name="connsiteX4778" fmla="*/ 2317658 w 11677525"/>
              <a:gd name="connsiteY4778" fmla="*/ 828809 h 4078220"/>
              <a:gd name="connsiteX4779" fmla="*/ 2312518 w 11677525"/>
              <a:gd name="connsiteY4779" fmla="*/ 828029 h 4078220"/>
              <a:gd name="connsiteX4780" fmla="*/ 2318576 w 11677525"/>
              <a:gd name="connsiteY4780" fmla="*/ 825946 h 4078220"/>
              <a:gd name="connsiteX4781" fmla="*/ 8428637 w 11677525"/>
              <a:gd name="connsiteY4781" fmla="*/ 823463 h 4078220"/>
              <a:gd name="connsiteX4782" fmla="*/ 8463180 w 11677525"/>
              <a:gd name="connsiteY4782" fmla="*/ 831023 h 4078220"/>
              <a:gd name="connsiteX4783" fmla="*/ 8466181 w 11677525"/>
              <a:gd name="connsiteY4783" fmla="*/ 850601 h 4078220"/>
              <a:gd name="connsiteX4784" fmla="*/ 8397605 w 11677525"/>
              <a:gd name="connsiteY4784" fmla="*/ 843363 h 4078220"/>
              <a:gd name="connsiteX4785" fmla="*/ 8395241 w 11677525"/>
              <a:gd name="connsiteY4785" fmla="*/ 823889 h 4078220"/>
              <a:gd name="connsiteX4786" fmla="*/ 8428637 w 11677525"/>
              <a:gd name="connsiteY4786" fmla="*/ 823463 h 4078220"/>
              <a:gd name="connsiteX4787" fmla="*/ 2986175 w 11677525"/>
              <a:gd name="connsiteY4787" fmla="*/ 819538 h 4078220"/>
              <a:gd name="connsiteX4788" fmla="*/ 2997874 w 11677525"/>
              <a:gd name="connsiteY4788" fmla="*/ 825815 h 4078220"/>
              <a:gd name="connsiteX4789" fmla="*/ 2956444 w 11677525"/>
              <a:gd name="connsiteY4789" fmla="*/ 841930 h 4078220"/>
              <a:gd name="connsiteX4790" fmla="*/ 2915959 w 11677525"/>
              <a:gd name="connsiteY4790" fmla="*/ 835969 h 4078220"/>
              <a:gd name="connsiteX4791" fmla="*/ 2957472 w 11677525"/>
              <a:gd name="connsiteY4791" fmla="*/ 819879 h 4078220"/>
              <a:gd name="connsiteX4792" fmla="*/ 2986175 w 11677525"/>
              <a:gd name="connsiteY4792" fmla="*/ 819538 h 4078220"/>
              <a:gd name="connsiteX4793" fmla="*/ 3472304 w 11677525"/>
              <a:gd name="connsiteY4793" fmla="*/ 814593 h 4078220"/>
              <a:gd name="connsiteX4794" fmla="*/ 3480720 w 11677525"/>
              <a:gd name="connsiteY4794" fmla="*/ 818552 h 4078220"/>
              <a:gd name="connsiteX4795" fmla="*/ 3456935 w 11677525"/>
              <a:gd name="connsiteY4795" fmla="*/ 828810 h 4078220"/>
              <a:gd name="connsiteX4796" fmla="*/ 3430316 w 11677525"/>
              <a:gd name="connsiteY4796" fmla="*/ 825009 h 4078220"/>
              <a:gd name="connsiteX4797" fmla="*/ 3454240 w 11677525"/>
              <a:gd name="connsiteY4797" fmla="*/ 814829 h 4078220"/>
              <a:gd name="connsiteX4798" fmla="*/ 3472304 w 11677525"/>
              <a:gd name="connsiteY4798" fmla="*/ 814593 h 4078220"/>
              <a:gd name="connsiteX4799" fmla="*/ 9217800 w 11677525"/>
              <a:gd name="connsiteY4799" fmla="*/ 813948 h 4078220"/>
              <a:gd name="connsiteX4800" fmla="*/ 9260931 w 11677525"/>
              <a:gd name="connsiteY4800" fmla="*/ 822613 h 4078220"/>
              <a:gd name="connsiteX4801" fmla="*/ 9273379 w 11677525"/>
              <a:gd name="connsiteY4801" fmla="*/ 845107 h 4078220"/>
              <a:gd name="connsiteX4802" fmla="*/ 9190936 w 11677525"/>
              <a:gd name="connsiteY4802" fmla="*/ 836749 h 4078220"/>
              <a:gd name="connsiteX4803" fmla="*/ 9179544 w 11677525"/>
              <a:gd name="connsiteY4803" fmla="*/ 814438 h 4078220"/>
              <a:gd name="connsiteX4804" fmla="*/ 9217800 w 11677525"/>
              <a:gd name="connsiteY4804" fmla="*/ 813948 h 4078220"/>
              <a:gd name="connsiteX4805" fmla="*/ 2183228 w 11677525"/>
              <a:gd name="connsiteY4805" fmla="*/ 813658 h 4078220"/>
              <a:gd name="connsiteX4806" fmla="*/ 2187090 w 11677525"/>
              <a:gd name="connsiteY4806" fmla="*/ 814230 h 4078220"/>
              <a:gd name="connsiteX4807" fmla="*/ 2182283 w 11677525"/>
              <a:gd name="connsiteY4807" fmla="*/ 815844 h 4078220"/>
              <a:gd name="connsiteX4808" fmla="*/ 2178532 w 11677525"/>
              <a:gd name="connsiteY4808" fmla="*/ 815245 h 4078220"/>
              <a:gd name="connsiteX4809" fmla="*/ 2183228 w 11677525"/>
              <a:gd name="connsiteY4809" fmla="*/ 813658 h 4078220"/>
              <a:gd name="connsiteX4810" fmla="*/ 7927737 w 11677525"/>
              <a:gd name="connsiteY4810" fmla="*/ 812590 h 4078220"/>
              <a:gd name="connsiteX4811" fmla="*/ 7951908 w 11677525"/>
              <a:gd name="connsiteY4811" fmla="*/ 818187 h 4078220"/>
              <a:gd name="connsiteX4812" fmla="*/ 7950546 w 11677525"/>
              <a:gd name="connsiteY4812" fmla="*/ 832610 h 4078220"/>
              <a:gd name="connsiteX4813" fmla="*/ 7901086 w 11677525"/>
              <a:gd name="connsiteY4813" fmla="*/ 827273 h 4078220"/>
              <a:gd name="connsiteX4814" fmla="*/ 7902837 w 11677525"/>
              <a:gd name="connsiteY4814" fmla="*/ 812928 h 4078220"/>
              <a:gd name="connsiteX4815" fmla="*/ 7927737 w 11677525"/>
              <a:gd name="connsiteY4815" fmla="*/ 812590 h 4078220"/>
              <a:gd name="connsiteX4816" fmla="*/ 8572726 w 11677525"/>
              <a:gd name="connsiteY4816" fmla="*/ 812122 h 4078220"/>
              <a:gd name="connsiteX4817" fmla="*/ 8608866 w 11677525"/>
              <a:gd name="connsiteY4817" fmla="*/ 819880 h 4078220"/>
              <a:gd name="connsiteX4818" fmla="*/ 8613504 w 11677525"/>
              <a:gd name="connsiteY4818" fmla="*/ 839979 h 4078220"/>
              <a:gd name="connsiteX4819" fmla="*/ 8542123 w 11677525"/>
              <a:gd name="connsiteY4819" fmla="*/ 832507 h 4078220"/>
              <a:gd name="connsiteX4820" fmla="*/ 8538399 w 11677525"/>
              <a:gd name="connsiteY4820" fmla="*/ 812564 h 4078220"/>
              <a:gd name="connsiteX4821" fmla="*/ 8572726 w 11677525"/>
              <a:gd name="connsiteY4821" fmla="*/ 812122 h 4078220"/>
              <a:gd name="connsiteX4822" fmla="*/ 7425992 w 11677525"/>
              <a:gd name="connsiteY4822" fmla="*/ 808242 h 4078220"/>
              <a:gd name="connsiteX4823" fmla="*/ 7427520 w 11677525"/>
              <a:gd name="connsiteY4823" fmla="*/ 808424 h 4078220"/>
              <a:gd name="connsiteX4824" fmla="*/ 7427325 w 11677525"/>
              <a:gd name="connsiteY4824" fmla="*/ 808867 h 4078220"/>
              <a:gd name="connsiteX4825" fmla="*/ 7425797 w 11677525"/>
              <a:gd name="connsiteY4825" fmla="*/ 808685 h 4078220"/>
              <a:gd name="connsiteX4826" fmla="*/ 7425992 w 11677525"/>
              <a:gd name="connsiteY4826" fmla="*/ 808242 h 4078220"/>
              <a:gd name="connsiteX4827" fmla="*/ 9359066 w 11677525"/>
              <a:gd name="connsiteY4827" fmla="*/ 806258 h 4078220"/>
              <a:gd name="connsiteX4828" fmla="*/ 9393974 w 11677525"/>
              <a:gd name="connsiteY4828" fmla="*/ 813163 h 4078220"/>
              <a:gd name="connsiteX4829" fmla="*/ 9405117 w 11677525"/>
              <a:gd name="connsiteY4829" fmla="*/ 830996 h 4078220"/>
              <a:gd name="connsiteX4830" fmla="*/ 9339011 w 11677525"/>
              <a:gd name="connsiteY4830" fmla="*/ 824384 h 4078220"/>
              <a:gd name="connsiteX4831" fmla="*/ 9328619 w 11677525"/>
              <a:gd name="connsiteY4831" fmla="*/ 806655 h 4078220"/>
              <a:gd name="connsiteX4832" fmla="*/ 9359066 w 11677525"/>
              <a:gd name="connsiteY4832" fmla="*/ 806258 h 4078220"/>
              <a:gd name="connsiteX4833" fmla="*/ 2851813 w 11677525"/>
              <a:gd name="connsiteY4833" fmla="*/ 805431 h 4078220"/>
              <a:gd name="connsiteX4834" fmla="*/ 2864665 w 11677525"/>
              <a:gd name="connsiteY4834" fmla="*/ 812512 h 4078220"/>
              <a:gd name="connsiteX4835" fmla="*/ 2816260 w 11677525"/>
              <a:gd name="connsiteY4835" fmla="*/ 830788 h 4078220"/>
              <a:gd name="connsiteX4836" fmla="*/ 2770524 w 11677525"/>
              <a:gd name="connsiteY4836" fmla="*/ 824018 h 4078220"/>
              <a:gd name="connsiteX4837" fmla="*/ 2819122 w 11677525"/>
              <a:gd name="connsiteY4837" fmla="*/ 805847 h 4078220"/>
              <a:gd name="connsiteX4838" fmla="*/ 2851813 w 11677525"/>
              <a:gd name="connsiteY4838" fmla="*/ 805431 h 4078220"/>
              <a:gd name="connsiteX4839" fmla="*/ 9488308 w 11677525"/>
              <a:gd name="connsiteY4839" fmla="*/ 802671 h 4078220"/>
              <a:gd name="connsiteX4840" fmla="*/ 9517290 w 11677525"/>
              <a:gd name="connsiteY4840" fmla="*/ 805536 h 4078220"/>
              <a:gd name="connsiteX4841" fmla="*/ 9522735 w 11677525"/>
              <a:gd name="connsiteY4841" fmla="*/ 813293 h 4078220"/>
              <a:gd name="connsiteX4842" fmla="*/ 9493533 w 11677525"/>
              <a:gd name="connsiteY4842" fmla="*/ 810430 h 4078220"/>
              <a:gd name="connsiteX4843" fmla="*/ 9488308 w 11677525"/>
              <a:gd name="connsiteY4843" fmla="*/ 802671 h 4078220"/>
              <a:gd name="connsiteX4844" fmla="*/ 8715185 w 11677525"/>
              <a:gd name="connsiteY4844" fmla="*/ 801409 h 4078220"/>
              <a:gd name="connsiteX4845" fmla="*/ 8751828 w 11677525"/>
              <a:gd name="connsiteY4845" fmla="*/ 809075 h 4078220"/>
              <a:gd name="connsiteX4846" fmla="*/ 8757716 w 11677525"/>
              <a:gd name="connsiteY4846" fmla="*/ 828940 h 4078220"/>
              <a:gd name="connsiteX4847" fmla="*/ 8686306 w 11677525"/>
              <a:gd name="connsiteY4847" fmla="*/ 821599 h 4078220"/>
              <a:gd name="connsiteX4848" fmla="*/ 8681082 w 11677525"/>
              <a:gd name="connsiteY4848" fmla="*/ 801864 h 4078220"/>
              <a:gd name="connsiteX4849" fmla="*/ 8715185 w 11677525"/>
              <a:gd name="connsiteY4849" fmla="*/ 801409 h 4078220"/>
              <a:gd name="connsiteX4850" fmla="*/ 3335181 w 11677525"/>
              <a:gd name="connsiteY4850" fmla="*/ 800713 h 4078220"/>
              <a:gd name="connsiteX4851" fmla="*/ 3344927 w 11677525"/>
              <a:gd name="connsiteY4851" fmla="*/ 805405 h 4078220"/>
              <a:gd name="connsiteX4852" fmla="*/ 3315613 w 11677525"/>
              <a:gd name="connsiteY4852" fmla="*/ 817589 h 4078220"/>
              <a:gd name="connsiteX4853" fmla="*/ 3283936 w 11677525"/>
              <a:gd name="connsiteY4853" fmla="*/ 813085 h 4078220"/>
              <a:gd name="connsiteX4854" fmla="*/ 3313390 w 11677525"/>
              <a:gd name="connsiteY4854" fmla="*/ 800980 h 4078220"/>
              <a:gd name="connsiteX4855" fmla="*/ 3335181 w 11677525"/>
              <a:gd name="connsiteY4855" fmla="*/ 800713 h 4078220"/>
              <a:gd name="connsiteX4856" fmla="*/ 8073394 w 11677525"/>
              <a:gd name="connsiteY4856" fmla="*/ 798373 h 4078220"/>
              <a:gd name="connsiteX4857" fmla="*/ 8106623 w 11677525"/>
              <a:gd name="connsiteY4857" fmla="*/ 805822 h 4078220"/>
              <a:gd name="connsiteX4858" fmla="*/ 8106123 w 11677525"/>
              <a:gd name="connsiteY4858" fmla="*/ 825165 h 4078220"/>
              <a:gd name="connsiteX4859" fmla="*/ 8038824 w 11677525"/>
              <a:gd name="connsiteY4859" fmla="*/ 818006 h 4078220"/>
              <a:gd name="connsiteX4860" fmla="*/ 8039935 w 11677525"/>
              <a:gd name="connsiteY4860" fmla="*/ 798792 h 4078220"/>
              <a:gd name="connsiteX4861" fmla="*/ 8073394 w 11677525"/>
              <a:gd name="connsiteY4861" fmla="*/ 798373 h 4078220"/>
              <a:gd name="connsiteX4862" fmla="*/ 3808713 w 11677525"/>
              <a:gd name="connsiteY4862" fmla="*/ 797516 h 4078220"/>
              <a:gd name="connsiteX4863" fmla="*/ 3820466 w 11677525"/>
              <a:gd name="connsiteY4863" fmla="*/ 799104 h 4078220"/>
              <a:gd name="connsiteX4864" fmla="*/ 3810991 w 11677525"/>
              <a:gd name="connsiteY4864" fmla="*/ 803426 h 4078220"/>
              <a:gd name="connsiteX4865" fmla="*/ 3799320 w 11677525"/>
              <a:gd name="connsiteY4865" fmla="*/ 801812 h 4078220"/>
              <a:gd name="connsiteX4866" fmla="*/ 3808713 w 11677525"/>
              <a:gd name="connsiteY4866" fmla="*/ 797516 h 4078220"/>
              <a:gd name="connsiteX4867" fmla="*/ 9640052 w 11677525"/>
              <a:gd name="connsiteY4867" fmla="*/ 796526 h 4078220"/>
              <a:gd name="connsiteX4868" fmla="*/ 9644331 w 11677525"/>
              <a:gd name="connsiteY4868" fmla="*/ 796943 h 4078220"/>
              <a:gd name="connsiteX4869" fmla="*/ 9645221 w 11677525"/>
              <a:gd name="connsiteY4869" fmla="*/ 798064 h 4078220"/>
              <a:gd name="connsiteX4870" fmla="*/ 9640911 w 11677525"/>
              <a:gd name="connsiteY4870" fmla="*/ 797672 h 4078220"/>
              <a:gd name="connsiteX4871" fmla="*/ 9640052 w 11677525"/>
              <a:gd name="connsiteY4871" fmla="*/ 796526 h 4078220"/>
              <a:gd name="connsiteX4872" fmla="*/ 7570760 w 11677525"/>
              <a:gd name="connsiteY4872" fmla="*/ 796526 h 4078220"/>
              <a:gd name="connsiteX4873" fmla="*/ 7577679 w 11677525"/>
              <a:gd name="connsiteY4873" fmla="*/ 797256 h 4078220"/>
              <a:gd name="connsiteX4874" fmla="*/ 7577068 w 11677525"/>
              <a:gd name="connsiteY4874" fmla="*/ 799312 h 4078220"/>
              <a:gd name="connsiteX4875" fmla="*/ 7570177 w 11677525"/>
              <a:gd name="connsiteY4875" fmla="*/ 798558 h 4078220"/>
              <a:gd name="connsiteX4876" fmla="*/ 7570760 w 11677525"/>
              <a:gd name="connsiteY4876" fmla="*/ 796526 h 4078220"/>
              <a:gd name="connsiteX4877" fmla="*/ 2719119 w 11677525"/>
              <a:gd name="connsiteY4877" fmla="*/ 791685 h 4078220"/>
              <a:gd name="connsiteX4878" fmla="*/ 2732846 w 11677525"/>
              <a:gd name="connsiteY4878" fmla="*/ 799443 h 4078220"/>
              <a:gd name="connsiteX4879" fmla="*/ 2677884 w 11677525"/>
              <a:gd name="connsiteY4879" fmla="*/ 819593 h 4078220"/>
              <a:gd name="connsiteX4880" fmla="*/ 2627813 w 11677525"/>
              <a:gd name="connsiteY4880" fmla="*/ 812121 h 4078220"/>
              <a:gd name="connsiteX4881" fmla="*/ 2682968 w 11677525"/>
              <a:gd name="connsiteY4881" fmla="*/ 792127 h 4078220"/>
              <a:gd name="connsiteX4882" fmla="*/ 2719119 w 11677525"/>
              <a:gd name="connsiteY4882" fmla="*/ 791685 h 4078220"/>
              <a:gd name="connsiteX4883" fmla="*/ 8855919 w 11677525"/>
              <a:gd name="connsiteY4883" fmla="*/ 790514 h 4078220"/>
              <a:gd name="connsiteX4884" fmla="*/ 8893623 w 11677525"/>
              <a:gd name="connsiteY4884" fmla="*/ 798272 h 4078220"/>
              <a:gd name="connsiteX4885" fmla="*/ 8901181 w 11677525"/>
              <a:gd name="connsiteY4885" fmla="*/ 818396 h 4078220"/>
              <a:gd name="connsiteX4886" fmla="*/ 8827934 w 11677525"/>
              <a:gd name="connsiteY4886" fmla="*/ 810925 h 4078220"/>
              <a:gd name="connsiteX4887" fmla="*/ 8821237 w 11677525"/>
              <a:gd name="connsiteY4887" fmla="*/ 790956 h 4078220"/>
              <a:gd name="connsiteX4888" fmla="*/ 8855919 w 11677525"/>
              <a:gd name="connsiteY4888" fmla="*/ 790514 h 4078220"/>
              <a:gd name="connsiteX4889" fmla="*/ 8216963 w 11677525"/>
              <a:gd name="connsiteY4889" fmla="*/ 787825 h 4078220"/>
              <a:gd name="connsiteX4890" fmla="*/ 8250502 w 11677525"/>
              <a:gd name="connsiteY4890" fmla="*/ 795199 h 4078220"/>
              <a:gd name="connsiteX4891" fmla="*/ 8251391 w 11677525"/>
              <a:gd name="connsiteY4891" fmla="*/ 814256 h 4078220"/>
              <a:gd name="connsiteX4892" fmla="*/ 8184036 w 11677525"/>
              <a:gd name="connsiteY4892" fmla="*/ 807201 h 4078220"/>
              <a:gd name="connsiteX4893" fmla="*/ 8183759 w 11677525"/>
              <a:gd name="connsiteY4893" fmla="*/ 788222 h 4078220"/>
              <a:gd name="connsiteX4894" fmla="*/ 8216963 w 11677525"/>
              <a:gd name="connsiteY4894" fmla="*/ 787825 h 4078220"/>
              <a:gd name="connsiteX4895" fmla="*/ 3199757 w 11677525"/>
              <a:gd name="connsiteY4895" fmla="*/ 787207 h 4078220"/>
              <a:gd name="connsiteX4896" fmla="*/ 3210413 w 11677525"/>
              <a:gd name="connsiteY4896" fmla="*/ 792570 h 4078220"/>
              <a:gd name="connsiteX4897" fmla="*/ 3176069 w 11677525"/>
              <a:gd name="connsiteY4897" fmla="*/ 806368 h 4078220"/>
              <a:gd name="connsiteX4898" fmla="*/ 3140279 w 11677525"/>
              <a:gd name="connsiteY4898" fmla="*/ 801265 h 4078220"/>
              <a:gd name="connsiteX4899" fmla="*/ 3174846 w 11677525"/>
              <a:gd name="connsiteY4899" fmla="*/ 787545 h 4078220"/>
              <a:gd name="connsiteX4900" fmla="*/ 3199757 w 11677525"/>
              <a:gd name="connsiteY4900" fmla="*/ 787207 h 4078220"/>
              <a:gd name="connsiteX4901" fmla="*/ 3667390 w 11677525"/>
              <a:gd name="connsiteY4901" fmla="*/ 783067 h 4078220"/>
              <a:gd name="connsiteX4902" fmla="*/ 3687897 w 11677525"/>
              <a:gd name="connsiteY4902" fmla="*/ 785853 h 4078220"/>
              <a:gd name="connsiteX4903" fmla="*/ 3670669 w 11677525"/>
              <a:gd name="connsiteY4903" fmla="*/ 793481 h 4078220"/>
              <a:gd name="connsiteX4904" fmla="*/ 3650107 w 11677525"/>
              <a:gd name="connsiteY4904" fmla="*/ 790695 h 4078220"/>
              <a:gd name="connsiteX4905" fmla="*/ 3667390 w 11677525"/>
              <a:gd name="connsiteY4905" fmla="*/ 783067 h 4078220"/>
              <a:gd name="connsiteX4906" fmla="*/ 7709110 w 11677525"/>
              <a:gd name="connsiteY4906" fmla="*/ 782938 h 4078220"/>
              <a:gd name="connsiteX4907" fmla="*/ 7731506 w 11677525"/>
              <a:gd name="connsiteY4907" fmla="*/ 785333 h 4078220"/>
              <a:gd name="connsiteX4908" fmla="*/ 7730115 w 11677525"/>
              <a:gd name="connsiteY4908" fmla="*/ 791841 h 4078220"/>
              <a:gd name="connsiteX4909" fmla="*/ 7707609 w 11677525"/>
              <a:gd name="connsiteY4909" fmla="*/ 789446 h 4078220"/>
              <a:gd name="connsiteX4910" fmla="*/ 7709110 w 11677525"/>
              <a:gd name="connsiteY4910" fmla="*/ 782938 h 4078220"/>
              <a:gd name="connsiteX4911" fmla="*/ 2584424 w 11677525"/>
              <a:gd name="connsiteY4911" fmla="*/ 779518 h 4078220"/>
              <a:gd name="connsiteX4912" fmla="*/ 2597442 w 11677525"/>
              <a:gd name="connsiteY4912" fmla="*/ 787207 h 4078220"/>
              <a:gd name="connsiteX4913" fmla="*/ 2541591 w 11677525"/>
              <a:gd name="connsiteY4913" fmla="*/ 807071 h 4078220"/>
              <a:gd name="connsiteX4914" fmla="*/ 2492381 w 11677525"/>
              <a:gd name="connsiteY4914" fmla="*/ 799704 h 4078220"/>
              <a:gd name="connsiteX4915" fmla="*/ 2548482 w 11677525"/>
              <a:gd name="connsiteY4915" fmla="*/ 779969 h 4078220"/>
              <a:gd name="connsiteX4916" fmla="*/ 2584424 w 11677525"/>
              <a:gd name="connsiteY4916" fmla="*/ 779518 h 4078220"/>
              <a:gd name="connsiteX4917" fmla="*/ 8994608 w 11677525"/>
              <a:gd name="connsiteY4917" fmla="*/ 778916 h 4078220"/>
              <a:gd name="connsiteX4918" fmla="*/ 9035638 w 11677525"/>
              <a:gd name="connsiteY4918" fmla="*/ 787207 h 4078220"/>
              <a:gd name="connsiteX4919" fmla="*/ 9045225 w 11677525"/>
              <a:gd name="connsiteY4919" fmla="*/ 808660 h 4078220"/>
              <a:gd name="connsiteX4920" fmla="*/ 8966144 w 11677525"/>
              <a:gd name="connsiteY4920" fmla="*/ 800668 h 4078220"/>
              <a:gd name="connsiteX4921" fmla="*/ 8957390 w 11677525"/>
              <a:gd name="connsiteY4921" fmla="*/ 779371 h 4078220"/>
              <a:gd name="connsiteX4922" fmla="*/ 8994608 w 11677525"/>
              <a:gd name="connsiteY4922" fmla="*/ 778916 h 4078220"/>
              <a:gd name="connsiteX4923" fmla="*/ 8359060 w 11677525"/>
              <a:gd name="connsiteY4923" fmla="*/ 777997 h 4078220"/>
              <a:gd name="connsiteX4924" fmla="*/ 8391353 w 11677525"/>
              <a:gd name="connsiteY4924" fmla="*/ 784968 h 4078220"/>
              <a:gd name="connsiteX4925" fmla="*/ 8393436 w 11677525"/>
              <a:gd name="connsiteY4925" fmla="*/ 802957 h 4078220"/>
              <a:gd name="connsiteX4926" fmla="*/ 8329166 w 11677525"/>
              <a:gd name="connsiteY4926" fmla="*/ 796319 h 4078220"/>
              <a:gd name="connsiteX4927" fmla="*/ 8327666 w 11677525"/>
              <a:gd name="connsiteY4927" fmla="*/ 778407 h 4078220"/>
              <a:gd name="connsiteX4928" fmla="*/ 8359060 w 11677525"/>
              <a:gd name="connsiteY4928" fmla="*/ 777997 h 4078220"/>
              <a:gd name="connsiteX4929" fmla="*/ 2413050 w 11677525"/>
              <a:gd name="connsiteY4929" fmla="*/ 776559 h 4078220"/>
              <a:gd name="connsiteX4930" fmla="*/ 2430111 w 11677525"/>
              <a:gd name="connsiteY4930" fmla="*/ 779110 h 4078220"/>
              <a:gd name="connsiteX4931" fmla="*/ 2410022 w 11677525"/>
              <a:gd name="connsiteY4931" fmla="*/ 786036 h 4078220"/>
              <a:gd name="connsiteX4932" fmla="*/ 2393016 w 11677525"/>
              <a:gd name="connsiteY4932" fmla="*/ 783432 h 4078220"/>
              <a:gd name="connsiteX4933" fmla="*/ 2413050 w 11677525"/>
              <a:gd name="connsiteY4933" fmla="*/ 776559 h 4078220"/>
              <a:gd name="connsiteX4934" fmla="*/ 9911414 w 11677525"/>
              <a:gd name="connsiteY4934" fmla="*/ 775986 h 4078220"/>
              <a:gd name="connsiteX4935" fmla="*/ 9913193 w 11677525"/>
              <a:gd name="connsiteY4935" fmla="*/ 776169 h 4078220"/>
              <a:gd name="connsiteX4936" fmla="*/ 9913638 w 11677525"/>
              <a:gd name="connsiteY4936" fmla="*/ 776637 h 4078220"/>
              <a:gd name="connsiteX4937" fmla="*/ 9911858 w 11677525"/>
              <a:gd name="connsiteY4937" fmla="*/ 776454 h 4078220"/>
              <a:gd name="connsiteX4938" fmla="*/ 9911414 w 11677525"/>
              <a:gd name="connsiteY4938" fmla="*/ 775986 h 4078220"/>
              <a:gd name="connsiteX4939" fmla="*/ 3066218 w 11677525"/>
              <a:gd name="connsiteY4939" fmla="*/ 773887 h 4078220"/>
              <a:gd name="connsiteX4940" fmla="*/ 3077870 w 11677525"/>
              <a:gd name="connsiteY4940" fmla="*/ 779865 h 4078220"/>
              <a:gd name="connsiteX4941" fmla="*/ 3038080 w 11677525"/>
              <a:gd name="connsiteY4941" fmla="*/ 795303 h 4078220"/>
              <a:gd name="connsiteX4942" fmla="*/ 2998234 w 11677525"/>
              <a:gd name="connsiteY4942" fmla="*/ 789576 h 4078220"/>
              <a:gd name="connsiteX4943" fmla="*/ 3038247 w 11677525"/>
              <a:gd name="connsiteY4943" fmla="*/ 774216 h 4078220"/>
              <a:gd name="connsiteX4944" fmla="*/ 3066218 w 11677525"/>
              <a:gd name="connsiteY4944" fmla="*/ 773887 h 4078220"/>
              <a:gd name="connsiteX4945" fmla="*/ 7221762 w 11677525"/>
              <a:gd name="connsiteY4945" fmla="*/ 773409 h 4078220"/>
              <a:gd name="connsiteX4946" fmla="*/ 7224734 w 11677525"/>
              <a:gd name="connsiteY4946" fmla="*/ 773748 h 4078220"/>
              <a:gd name="connsiteX4947" fmla="*/ 7224234 w 11677525"/>
              <a:gd name="connsiteY4947" fmla="*/ 774633 h 4078220"/>
              <a:gd name="connsiteX4948" fmla="*/ 7221344 w 11677525"/>
              <a:gd name="connsiteY4948" fmla="*/ 774295 h 4078220"/>
              <a:gd name="connsiteX4949" fmla="*/ 7221762 w 11677525"/>
              <a:gd name="connsiteY4949" fmla="*/ 773409 h 4078220"/>
              <a:gd name="connsiteX4950" fmla="*/ 9132664 w 11677525"/>
              <a:gd name="connsiteY4950" fmla="*/ 769660 h 4078220"/>
              <a:gd name="connsiteX4951" fmla="*/ 9171096 w 11677525"/>
              <a:gd name="connsiteY4951" fmla="*/ 777262 h 4078220"/>
              <a:gd name="connsiteX4952" fmla="*/ 9181267 w 11677525"/>
              <a:gd name="connsiteY4952" fmla="*/ 796918 h 4078220"/>
              <a:gd name="connsiteX4953" fmla="*/ 9107883 w 11677525"/>
              <a:gd name="connsiteY4953" fmla="*/ 789628 h 4078220"/>
              <a:gd name="connsiteX4954" fmla="*/ 9098380 w 11677525"/>
              <a:gd name="connsiteY4954" fmla="*/ 770102 h 4078220"/>
              <a:gd name="connsiteX4955" fmla="*/ 9132664 w 11677525"/>
              <a:gd name="connsiteY4955" fmla="*/ 769660 h 4078220"/>
              <a:gd name="connsiteX4956" fmla="*/ 7843346 w 11677525"/>
              <a:gd name="connsiteY4956" fmla="*/ 768671 h 4078220"/>
              <a:gd name="connsiteX4957" fmla="*/ 7885776 w 11677525"/>
              <a:gd name="connsiteY4957" fmla="*/ 773149 h 4078220"/>
              <a:gd name="connsiteX4958" fmla="*/ 7884220 w 11677525"/>
              <a:gd name="connsiteY4958" fmla="*/ 785333 h 4078220"/>
              <a:gd name="connsiteX4959" fmla="*/ 7841484 w 11677525"/>
              <a:gd name="connsiteY4959" fmla="*/ 780829 h 4078220"/>
              <a:gd name="connsiteX4960" fmla="*/ 7843346 w 11677525"/>
              <a:gd name="connsiteY4960" fmla="*/ 768671 h 4078220"/>
              <a:gd name="connsiteX4961" fmla="*/ 3547902 w 11677525"/>
              <a:gd name="connsiteY4961" fmla="*/ 768567 h 4078220"/>
              <a:gd name="connsiteX4962" fmla="*/ 3557161 w 11677525"/>
              <a:gd name="connsiteY4962" fmla="*/ 772784 h 4078220"/>
              <a:gd name="connsiteX4963" fmla="*/ 3531793 w 11677525"/>
              <a:gd name="connsiteY4963" fmla="*/ 783640 h 4078220"/>
              <a:gd name="connsiteX4964" fmla="*/ 3502617 w 11677525"/>
              <a:gd name="connsiteY4964" fmla="*/ 779631 h 4078220"/>
              <a:gd name="connsiteX4965" fmla="*/ 3528096 w 11677525"/>
              <a:gd name="connsiteY4965" fmla="*/ 768800 h 4078220"/>
              <a:gd name="connsiteX4966" fmla="*/ 3547902 w 11677525"/>
              <a:gd name="connsiteY4966" fmla="*/ 768567 h 4078220"/>
              <a:gd name="connsiteX4967" fmla="*/ 2280091 w 11677525"/>
              <a:gd name="connsiteY4967" fmla="*/ 768462 h 4078220"/>
              <a:gd name="connsiteX4968" fmla="*/ 2282759 w 11677525"/>
              <a:gd name="connsiteY4968" fmla="*/ 768905 h 4078220"/>
              <a:gd name="connsiteX4969" fmla="*/ 2279480 w 11677525"/>
              <a:gd name="connsiteY4969" fmla="*/ 769998 h 4078220"/>
              <a:gd name="connsiteX4970" fmla="*/ 2276701 w 11677525"/>
              <a:gd name="connsiteY4970" fmla="*/ 769607 h 4078220"/>
              <a:gd name="connsiteX4971" fmla="*/ 2280091 w 11677525"/>
              <a:gd name="connsiteY4971" fmla="*/ 768462 h 4078220"/>
              <a:gd name="connsiteX4972" fmla="*/ 4022863 w 11677525"/>
              <a:gd name="connsiteY4972" fmla="*/ 767499 h 4078220"/>
              <a:gd name="connsiteX4973" fmla="*/ 4025281 w 11677525"/>
              <a:gd name="connsiteY4973" fmla="*/ 767838 h 4078220"/>
              <a:gd name="connsiteX4974" fmla="*/ 4023393 w 11677525"/>
              <a:gd name="connsiteY4974" fmla="*/ 768723 h 4078220"/>
              <a:gd name="connsiteX4975" fmla="*/ 4020974 w 11677525"/>
              <a:gd name="connsiteY4975" fmla="*/ 768384 h 4078220"/>
              <a:gd name="connsiteX4976" fmla="*/ 4022863 w 11677525"/>
              <a:gd name="connsiteY4976" fmla="*/ 767499 h 4078220"/>
              <a:gd name="connsiteX4977" fmla="*/ 8499209 w 11677525"/>
              <a:gd name="connsiteY4977" fmla="*/ 766106 h 4078220"/>
              <a:gd name="connsiteX4978" fmla="*/ 8535898 w 11677525"/>
              <a:gd name="connsiteY4978" fmla="*/ 773851 h 4078220"/>
              <a:gd name="connsiteX4979" fmla="*/ 8539787 w 11677525"/>
              <a:gd name="connsiteY4979" fmla="*/ 793923 h 4078220"/>
              <a:gd name="connsiteX4980" fmla="*/ 8467210 w 11677525"/>
              <a:gd name="connsiteY4980" fmla="*/ 786477 h 4078220"/>
              <a:gd name="connsiteX4981" fmla="*/ 8464041 w 11677525"/>
              <a:gd name="connsiteY4981" fmla="*/ 766561 h 4078220"/>
              <a:gd name="connsiteX4982" fmla="*/ 8499209 w 11677525"/>
              <a:gd name="connsiteY4982" fmla="*/ 766106 h 4078220"/>
              <a:gd name="connsiteX4983" fmla="*/ 9271868 w 11677525"/>
              <a:gd name="connsiteY4983" fmla="*/ 764824 h 4078220"/>
              <a:gd name="connsiteX4984" fmla="*/ 9295248 w 11677525"/>
              <a:gd name="connsiteY4984" fmla="*/ 769373 h 4078220"/>
              <a:gd name="connsiteX4985" fmla="*/ 9302055 w 11677525"/>
              <a:gd name="connsiteY4985" fmla="*/ 781063 h 4078220"/>
              <a:gd name="connsiteX4986" fmla="*/ 9257791 w 11677525"/>
              <a:gd name="connsiteY4986" fmla="*/ 776741 h 4078220"/>
              <a:gd name="connsiteX4987" fmla="*/ 9251260 w 11677525"/>
              <a:gd name="connsiteY4987" fmla="*/ 765078 h 4078220"/>
              <a:gd name="connsiteX4988" fmla="*/ 9271868 w 11677525"/>
              <a:gd name="connsiteY4988" fmla="*/ 764824 h 4078220"/>
              <a:gd name="connsiteX4989" fmla="*/ 7366195 w 11677525"/>
              <a:gd name="connsiteY4989" fmla="*/ 762708 h 4078220"/>
              <a:gd name="connsiteX4990" fmla="*/ 7371419 w 11677525"/>
              <a:gd name="connsiteY4990" fmla="*/ 763307 h 4078220"/>
              <a:gd name="connsiteX4991" fmla="*/ 7370807 w 11677525"/>
              <a:gd name="connsiteY4991" fmla="*/ 764818 h 4078220"/>
              <a:gd name="connsiteX4992" fmla="*/ 7365556 w 11677525"/>
              <a:gd name="connsiteY4992" fmla="*/ 764271 h 4078220"/>
              <a:gd name="connsiteX4993" fmla="*/ 7366195 w 11677525"/>
              <a:gd name="connsiteY4993" fmla="*/ 762708 h 4078220"/>
              <a:gd name="connsiteX4994" fmla="*/ 9408589 w 11677525"/>
              <a:gd name="connsiteY4994" fmla="*/ 761720 h 4078220"/>
              <a:gd name="connsiteX4995" fmla="*/ 9414426 w 11677525"/>
              <a:gd name="connsiteY4995" fmla="*/ 762266 h 4078220"/>
              <a:gd name="connsiteX4996" fmla="*/ 9415425 w 11677525"/>
              <a:gd name="connsiteY4996" fmla="*/ 763802 h 4078220"/>
              <a:gd name="connsiteX4997" fmla="*/ 9409618 w 11677525"/>
              <a:gd name="connsiteY4997" fmla="*/ 763229 h 4078220"/>
              <a:gd name="connsiteX4998" fmla="*/ 9408589 w 11677525"/>
              <a:gd name="connsiteY4998" fmla="*/ 761720 h 4078220"/>
              <a:gd name="connsiteX4999" fmla="*/ 2933374 w 11677525"/>
              <a:gd name="connsiteY4999" fmla="*/ 761196 h 4078220"/>
              <a:gd name="connsiteX5000" fmla="*/ 2945384 w 11677525"/>
              <a:gd name="connsiteY5000" fmla="*/ 767525 h 4078220"/>
              <a:gd name="connsiteX5001" fmla="*/ 2901899 w 11677525"/>
              <a:gd name="connsiteY5001" fmla="*/ 783848 h 4078220"/>
              <a:gd name="connsiteX5002" fmla="*/ 2859802 w 11677525"/>
              <a:gd name="connsiteY5002" fmla="*/ 777809 h 4078220"/>
              <a:gd name="connsiteX5003" fmla="*/ 2903482 w 11677525"/>
              <a:gd name="connsiteY5003" fmla="*/ 761564 h 4078220"/>
              <a:gd name="connsiteX5004" fmla="*/ 2933374 w 11677525"/>
              <a:gd name="connsiteY5004" fmla="*/ 761196 h 4078220"/>
              <a:gd name="connsiteX5005" fmla="*/ 8637963 w 11677525"/>
              <a:gd name="connsiteY5005" fmla="*/ 755771 h 4078220"/>
              <a:gd name="connsiteX5006" fmla="*/ 8675358 w 11677525"/>
              <a:gd name="connsiteY5006" fmla="*/ 763516 h 4078220"/>
              <a:gd name="connsiteX5007" fmla="*/ 8680804 w 11677525"/>
              <a:gd name="connsiteY5007" fmla="*/ 783588 h 4078220"/>
              <a:gd name="connsiteX5008" fmla="*/ 8607198 w 11677525"/>
              <a:gd name="connsiteY5008" fmla="*/ 776169 h 4078220"/>
              <a:gd name="connsiteX5009" fmla="*/ 8602612 w 11677525"/>
              <a:gd name="connsiteY5009" fmla="*/ 756226 h 4078220"/>
              <a:gd name="connsiteX5010" fmla="*/ 8637963 w 11677525"/>
              <a:gd name="connsiteY5010" fmla="*/ 755771 h 4078220"/>
              <a:gd name="connsiteX5011" fmla="*/ 3414726 w 11677525"/>
              <a:gd name="connsiteY5011" fmla="*/ 755211 h 4078220"/>
              <a:gd name="connsiteX5012" fmla="*/ 3425536 w 11677525"/>
              <a:gd name="connsiteY5012" fmla="*/ 760236 h 4078220"/>
              <a:gd name="connsiteX5013" fmla="*/ 3394137 w 11677525"/>
              <a:gd name="connsiteY5013" fmla="*/ 773175 h 4078220"/>
              <a:gd name="connsiteX5014" fmla="*/ 3359543 w 11677525"/>
              <a:gd name="connsiteY5014" fmla="*/ 768358 h 4078220"/>
              <a:gd name="connsiteX5015" fmla="*/ 3391080 w 11677525"/>
              <a:gd name="connsiteY5015" fmla="*/ 755497 h 4078220"/>
              <a:gd name="connsiteX5016" fmla="*/ 3414726 w 11677525"/>
              <a:gd name="connsiteY5016" fmla="*/ 755211 h 4078220"/>
              <a:gd name="connsiteX5017" fmla="*/ 8007172 w 11677525"/>
              <a:gd name="connsiteY5017" fmla="*/ 753581 h 4078220"/>
              <a:gd name="connsiteX5018" fmla="*/ 8039770 w 11677525"/>
              <a:gd name="connsiteY5018" fmla="*/ 760809 h 4078220"/>
              <a:gd name="connsiteX5019" fmla="*/ 8038686 w 11677525"/>
              <a:gd name="connsiteY5019" fmla="*/ 779475 h 4078220"/>
              <a:gd name="connsiteX5020" fmla="*/ 7972359 w 11677525"/>
              <a:gd name="connsiteY5020" fmla="*/ 772576 h 4078220"/>
              <a:gd name="connsiteX5021" fmla="*/ 7974054 w 11677525"/>
              <a:gd name="connsiteY5021" fmla="*/ 753988 h 4078220"/>
              <a:gd name="connsiteX5022" fmla="*/ 8007172 w 11677525"/>
              <a:gd name="connsiteY5022" fmla="*/ 753581 h 4078220"/>
              <a:gd name="connsiteX5023" fmla="*/ 3882041 w 11677525"/>
              <a:gd name="connsiteY5023" fmla="*/ 752477 h 4078220"/>
              <a:gd name="connsiteX5024" fmla="*/ 3897685 w 11677525"/>
              <a:gd name="connsiteY5024" fmla="*/ 754560 h 4078220"/>
              <a:gd name="connsiteX5025" fmla="*/ 3885348 w 11677525"/>
              <a:gd name="connsiteY5025" fmla="*/ 760184 h 4078220"/>
              <a:gd name="connsiteX5026" fmla="*/ 3869704 w 11677525"/>
              <a:gd name="connsiteY5026" fmla="*/ 758101 h 4078220"/>
              <a:gd name="connsiteX5027" fmla="*/ 3882041 w 11677525"/>
              <a:gd name="connsiteY5027" fmla="*/ 752477 h 4078220"/>
              <a:gd name="connsiteX5028" fmla="*/ 9544993 w 11677525"/>
              <a:gd name="connsiteY5028" fmla="*/ 752270 h 4078220"/>
              <a:gd name="connsiteX5029" fmla="*/ 9546799 w 11677525"/>
              <a:gd name="connsiteY5029" fmla="*/ 752425 h 4078220"/>
              <a:gd name="connsiteX5030" fmla="*/ 9547132 w 11677525"/>
              <a:gd name="connsiteY5030" fmla="*/ 752868 h 4078220"/>
              <a:gd name="connsiteX5031" fmla="*/ 9545382 w 11677525"/>
              <a:gd name="connsiteY5031" fmla="*/ 752712 h 4078220"/>
              <a:gd name="connsiteX5032" fmla="*/ 9544993 w 11677525"/>
              <a:gd name="connsiteY5032" fmla="*/ 752270 h 4078220"/>
              <a:gd name="connsiteX5033" fmla="*/ 7506573 w 11677525"/>
              <a:gd name="connsiteY5033" fmla="*/ 751124 h 4078220"/>
              <a:gd name="connsiteX5034" fmla="*/ 7519299 w 11677525"/>
              <a:gd name="connsiteY5034" fmla="*/ 752477 h 4078220"/>
              <a:gd name="connsiteX5035" fmla="*/ 7518133 w 11677525"/>
              <a:gd name="connsiteY5035" fmla="*/ 756174 h 4078220"/>
              <a:gd name="connsiteX5036" fmla="*/ 7505350 w 11677525"/>
              <a:gd name="connsiteY5036" fmla="*/ 754794 h 4078220"/>
              <a:gd name="connsiteX5037" fmla="*/ 7506573 w 11677525"/>
              <a:gd name="connsiteY5037" fmla="*/ 751124 h 4078220"/>
              <a:gd name="connsiteX5038" fmla="*/ 2806126 w 11677525"/>
              <a:gd name="connsiteY5038" fmla="*/ 747325 h 4078220"/>
              <a:gd name="connsiteX5039" fmla="*/ 2819790 w 11677525"/>
              <a:gd name="connsiteY5039" fmla="*/ 754742 h 4078220"/>
              <a:gd name="connsiteX5040" fmla="*/ 2767079 w 11677525"/>
              <a:gd name="connsiteY5040" fmla="*/ 773955 h 4078220"/>
              <a:gd name="connsiteX5041" fmla="*/ 2717785 w 11677525"/>
              <a:gd name="connsiteY5041" fmla="*/ 766822 h 4078220"/>
              <a:gd name="connsiteX5042" fmla="*/ 2770830 w 11677525"/>
              <a:gd name="connsiteY5042" fmla="*/ 747739 h 4078220"/>
              <a:gd name="connsiteX5043" fmla="*/ 2806126 w 11677525"/>
              <a:gd name="connsiteY5043" fmla="*/ 747325 h 4078220"/>
              <a:gd name="connsiteX5044" fmla="*/ 8775402 w 11677525"/>
              <a:gd name="connsiteY5044" fmla="*/ 746109 h 4078220"/>
              <a:gd name="connsiteX5045" fmla="*/ 8811928 w 11677525"/>
              <a:gd name="connsiteY5045" fmla="*/ 753545 h 4078220"/>
              <a:gd name="connsiteX5046" fmla="*/ 8818432 w 11677525"/>
              <a:gd name="connsiteY5046" fmla="*/ 772706 h 4078220"/>
              <a:gd name="connsiteX5047" fmla="*/ 8747214 w 11677525"/>
              <a:gd name="connsiteY5047" fmla="*/ 765599 h 4078220"/>
              <a:gd name="connsiteX5048" fmla="*/ 8741461 w 11677525"/>
              <a:gd name="connsiteY5048" fmla="*/ 746542 h 4078220"/>
              <a:gd name="connsiteX5049" fmla="*/ 8775402 w 11677525"/>
              <a:gd name="connsiteY5049" fmla="*/ 746109 h 4078220"/>
              <a:gd name="connsiteX5050" fmla="*/ 8147268 w 11677525"/>
              <a:gd name="connsiteY5050" fmla="*/ 743701 h 4078220"/>
              <a:gd name="connsiteX5051" fmla="*/ 8179812 w 11677525"/>
              <a:gd name="connsiteY5051" fmla="*/ 750785 h 4078220"/>
              <a:gd name="connsiteX5052" fmla="*/ 8180008 w 11677525"/>
              <a:gd name="connsiteY5052" fmla="*/ 769035 h 4078220"/>
              <a:gd name="connsiteX5053" fmla="*/ 8114320 w 11677525"/>
              <a:gd name="connsiteY5053" fmla="*/ 762240 h 4078220"/>
              <a:gd name="connsiteX5054" fmla="*/ 8114765 w 11677525"/>
              <a:gd name="connsiteY5054" fmla="*/ 744094 h 4078220"/>
              <a:gd name="connsiteX5055" fmla="*/ 8147268 w 11677525"/>
              <a:gd name="connsiteY5055" fmla="*/ 743701 h 4078220"/>
              <a:gd name="connsiteX5056" fmla="*/ 3279598 w 11677525"/>
              <a:gd name="connsiteY5056" fmla="*/ 743564 h 4078220"/>
              <a:gd name="connsiteX5057" fmla="*/ 3289910 w 11677525"/>
              <a:gd name="connsiteY5057" fmla="*/ 748520 h 4078220"/>
              <a:gd name="connsiteX5058" fmla="*/ 3257983 w 11677525"/>
              <a:gd name="connsiteY5058" fmla="*/ 761276 h 4078220"/>
              <a:gd name="connsiteX5059" fmla="*/ 3223862 w 11677525"/>
              <a:gd name="connsiteY5059" fmla="*/ 756538 h 4078220"/>
              <a:gd name="connsiteX5060" fmla="*/ 3256094 w 11677525"/>
              <a:gd name="connsiteY5060" fmla="*/ 743860 h 4078220"/>
              <a:gd name="connsiteX5061" fmla="*/ 3279598 w 11677525"/>
              <a:gd name="connsiteY5061" fmla="*/ 743564 h 4078220"/>
              <a:gd name="connsiteX5062" fmla="*/ 9677563 w 11677525"/>
              <a:gd name="connsiteY5062" fmla="*/ 742194 h 4078220"/>
              <a:gd name="connsiteX5063" fmla="*/ 9679258 w 11677525"/>
              <a:gd name="connsiteY5063" fmla="*/ 742350 h 4078220"/>
              <a:gd name="connsiteX5064" fmla="*/ 9679674 w 11677525"/>
              <a:gd name="connsiteY5064" fmla="*/ 742793 h 4078220"/>
              <a:gd name="connsiteX5065" fmla="*/ 9677896 w 11677525"/>
              <a:gd name="connsiteY5065" fmla="*/ 742637 h 4078220"/>
              <a:gd name="connsiteX5066" fmla="*/ 9677563 w 11677525"/>
              <a:gd name="connsiteY5066" fmla="*/ 742194 h 4078220"/>
              <a:gd name="connsiteX5067" fmla="*/ 3744526 w 11677525"/>
              <a:gd name="connsiteY5067" fmla="*/ 740866 h 4078220"/>
              <a:gd name="connsiteX5068" fmla="*/ 3759947 w 11677525"/>
              <a:gd name="connsiteY5068" fmla="*/ 742923 h 4078220"/>
              <a:gd name="connsiteX5069" fmla="*/ 3747249 w 11677525"/>
              <a:gd name="connsiteY5069" fmla="*/ 748495 h 4078220"/>
              <a:gd name="connsiteX5070" fmla="*/ 3731883 w 11677525"/>
              <a:gd name="connsiteY5070" fmla="*/ 746437 h 4078220"/>
              <a:gd name="connsiteX5071" fmla="*/ 3744526 w 11677525"/>
              <a:gd name="connsiteY5071" fmla="*/ 740866 h 4078220"/>
              <a:gd name="connsiteX5072" fmla="*/ 7636391 w 11677525"/>
              <a:gd name="connsiteY5072" fmla="*/ 735893 h 4078220"/>
              <a:gd name="connsiteX5073" fmla="*/ 7676154 w 11677525"/>
              <a:gd name="connsiteY5073" fmla="*/ 740059 h 4078220"/>
              <a:gd name="connsiteX5074" fmla="*/ 7673319 w 11677525"/>
              <a:gd name="connsiteY5074" fmla="*/ 751410 h 4078220"/>
              <a:gd name="connsiteX5075" fmla="*/ 7633363 w 11677525"/>
              <a:gd name="connsiteY5075" fmla="*/ 747218 h 4078220"/>
              <a:gd name="connsiteX5076" fmla="*/ 7636391 w 11677525"/>
              <a:gd name="connsiteY5076" fmla="*/ 735893 h 4078220"/>
              <a:gd name="connsiteX5077" fmla="*/ 2674348 w 11677525"/>
              <a:gd name="connsiteY5077" fmla="*/ 735891 h 4078220"/>
              <a:gd name="connsiteX5078" fmla="*/ 2687304 w 11677525"/>
              <a:gd name="connsiteY5078" fmla="*/ 743130 h 4078220"/>
              <a:gd name="connsiteX5079" fmla="*/ 2634148 w 11677525"/>
              <a:gd name="connsiteY5079" fmla="*/ 761927 h 4078220"/>
              <a:gd name="connsiteX5080" fmla="*/ 2586216 w 11677525"/>
              <a:gd name="connsiteY5080" fmla="*/ 754976 h 4078220"/>
              <a:gd name="connsiteX5081" fmla="*/ 2639593 w 11677525"/>
              <a:gd name="connsiteY5081" fmla="*/ 736283 h 4078220"/>
              <a:gd name="connsiteX5082" fmla="*/ 2674348 w 11677525"/>
              <a:gd name="connsiteY5082" fmla="*/ 735891 h 4078220"/>
              <a:gd name="connsiteX5083" fmla="*/ 8910999 w 11677525"/>
              <a:gd name="connsiteY5083" fmla="*/ 735396 h 4078220"/>
              <a:gd name="connsiteX5084" fmla="*/ 8949972 w 11677525"/>
              <a:gd name="connsiteY5084" fmla="*/ 743131 h 4078220"/>
              <a:gd name="connsiteX5085" fmla="*/ 8958198 w 11677525"/>
              <a:gd name="connsiteY5085" fmla="*/ 763229 h 4078220"/>
              <a:gd name="connsiteX5086" fmla="*/ 8882729 w 11677525"/>
              <a:gd name="connsiteY5086" fmla="*/ 755783 h 4078220"/>
              <a:gd name="connsiteX5087" fmla="*/ 8875339 w 11677525"/>
              <a:gd name="connsiteY5087" fmla="*/ 735841 h 4078220"/>
              <a:gd name="connsiteX5088" fmla="*/ 8910999 w 11677525"/>
              <a:gd name="connsiteY5088" fmla="*/ 735396 h 4078220"/>
              <a:gd name="connsiteX5089" fmla="*/ 8285870 w 11677525"/>
              <a:gd name="connsiteY5089" fmla="*/ 733424 h 4078220"/>
              <a:gd name="connsiteX5090" fmla="*/ 8319468 w 11677525"/>
              <a:gd name="connsiteY5090" fmla="*/ 740606 h 4078220"/>
              <a:gd name="connsiteX5091" fmla="*/ 8321135 w 11677525"/>
              <a:gd name="connsiteY5091" fmla="*/ 759091 h 4078220"/>
              <a:gd name="connsiteX5092" fmla="*/ 8253697 w 11677525"/>
              <a:gd name="connsiteY5092" fmla="*/ 752217 h 4078220"/>
              <a:gd name="connsiteX5093" fmla="*/ 8252836 w 11677525"/>
              <a:gd name="connsiteY5093" fmla="*/ 733837 h 4078220"/>
              <a:gd name="connsiteX5094" fmla="*/ 8285870 w 11677525"/>
              <a:gd name="connsiteY5094" fmla="*/ 733424 h 4078220"/>
              <a:gd name="connsiteX5095" fmla="*/ 2507775 w 11677525"/>
              <a:gd name="connsiteY5095" fmla="*/ 733238 h 4078220"/>
              <a:gd name="connsiteX5096" fmla="*/ 2523419 w 11677525"/>
              <a:gd name="connsiteY5096" fmla="*/ 735477 h 4078220"/>
              <a:gd name="connsiteX5097" fmla="*/ 2505413 w 11677525"/>
              <a:gd name="connsiteY5097" fmla="*/ 741647 h 4078220"/>
              <a:gd name="connsiteX5098" fmla="*/ 2489714 w 11677525"/>
              <a:gd name="connsiteY5098" fmla="*/ 739356 h 4078220"/>
              <a:gd name="connsiteX5099" fmla="*/ 2507775 w 11677525"/>
              <a:gd name="connsiteY5099" fmla="*/ 733238 h 4078220"/>
              <a:gd name="connsiteX5100" fmla="*/ 9808689 w 11677525"/>
              <a:gd name="connsiteY5100" fmla="*/ 732248 h 4078220"/>
              <a:gd name="connsiteX5101" fmla="*/ 9810355 w 11677525"/>
              <a:gd name="connsiteY5101" fmla="*/ 732404 h 4078220"/>
              <a:gd name="connsiteX5102" fmla="*/ 9810800 w 11677525"/>
              <a:gd name="connsiteY5102" fmla="*/ 732847 h 4078220"/>
              <a:gd name="connsiteX5103" fmla="*/ 9809132 w 11677525"/>
              <a:gd name="connsiteY5103" fmla="*/ 732691 h 4078220"/>
              <a:gd name="connsiteX5104" fmla="*/ 9808689 w 11677525"/>
              <a:gd name="connsiteY5104" fmla="*/ 732248 h 4078220"/>
              <a:gd name="connsiteX5105" fmla="*/ 7159102 w 11677525"/>
              <a:gd name="connsiteY5105" fmla="*/ 730922 h 4078220"/>
              <a:gd name="connsiteX5106" fmla="*/ 7161937 w 11677525"/>
              <a:gd name="connsiteY5106" fmla="*/ 731234 h 4078220"/>
              <a:gd name="connsiteX5107" fmla="*/ 7161520 w 11677525"/>
              <a:gd name="connsiteY5107" fmla="*/ 732093 h 4078220"/>
              <a:gd name="connsiteX5108" fmla="*/ 7158547 w 11677525"/>
              <a:gd name="connsiteY5108" fmla="*/ 731780 h 4078220"/>
              <a:gd name="connsiteX5109" fmla="*/ 7159102 w 11677525"/>
              <a:gd name="connsiteY5109" fmla="*/ 730922 h 4078220"/>
              <a:gd name="connsiteX5110" fmla="*/ 3149988 w 11677525"/>
              <a:gd name="connsiteY5110" fmla="*/ 730547 h 4078220"/>
              <a:gd name="connsiteX5111" fmla="*/ 3161648 w 11677525"/>
              <a:gd name="connsiteY5111" fmla="*/ 736258 h 4078220"/>
              <a:gd name="connsiteX5112" fmla="*/ 3123330 w 11677525"/>
              <a:gd name="connsiteY5112" fmla="*/ 751046 h 4078220"/>
              <a:gd name="connsiteX5113" fmla="*/ 3084151 w 11677525"/>
              <a:gd name="connsiteY5113" fmla="*/ 745552 h 4078220"/>
              <a:gd name="connsiteX5114" fmla="*/ 3122636 w 11677525"/>
              <a:gd name="connsiteY5114" fmla="*/ 730869 h 4078220"/>
              <a:gd name="connsiteX5115" fmla="*/ 3149988 w 11677525"/>
              <a:gd name="connsiteY5115" fmla="*/ 730547 h 4078220"/>
              <a:gd name="connsiteX5116" fmla="*/ 3625985 w 11677525"/>
              <a:gd name="connsiteY5116" fmla="*/ 726300 h 4078220"/>
              <a:gd name="connsiteX5117" fmla="*/ 3634686 w 11677525"/>
              <a:gd name="connsiteY5117" fmla="*/ 730088 h 4078220"/>
              <a:gd name="connsiteX5118" fmla="*/ 3611762 w 11677525"/>
              <a:gd name="connsiteY5118" fmla="*/ 739851 h 4078220"/>
              <a:gd name="connsiteX5119" fmla="*/ 3584725 w 11677525"/>
              <a:gd name="connsiteY5119" fmla="*/ 736232 h 4078220"/>
              <a:gd name="connsiteX5120" fmla="*/ 3607844 w 11677525"/>
              <a:gd name="connsiteY5120" fmla="*/ 726495 h 4078220"/>
              <a:gd name="connsiteX5121" fmla="*/ 3625985 w 11677525"/>
              <a:gd name="connsiteY5121" fmla="*/ 726300 h 4078220"/>
              <a:gd name="connsiteX5122" fmla="*/ 4101499 w 11677525"/>
              <a:gd name="connsiteY5122" fmla="*/ 725949 h 4078220"/>
              <a:gd name="connsiteX5123" fmla="*/ 4102611 w 11677525"/>
              <a:gd name="connsiteY5123" fmla="*/ 726104 h 4078220"/>
              <a:gd name="connsiteX5124" fmla="*/ 4101832 w 11677525"/>
              <a:gd name="connsiteY5124" fmla="*/ 726521 h 4078220"/>
              <a:gd name="connsiteX5125" fmla="*/ 4100582 w 11677525"/>
              <a:gd name="connsiteY5125" fmla="*/ 726364 h 4078220"/>
              <a:gd name="connsiteX5126" fmla="*/ 4101499 w 11677525"/>
              <a:gd name="connsiteY5126" fmla="*/ 725949 h 4078220"/>
              <a:gd name="connsiteX5127" fmla="*/ 2378067 w 11677525"/>
              <a:gd name="connsiteY5127" fmla="*/ 725246 h 4078220"/>
              <a:gd name="connsiteX5128" fmla="*/ 2380623 w 11677525"/>
              <a:gd name="connsiteY5128" fmla="*/ 725637 h 4078220"/>
              <a:gd name="connsiteX5129" fmla="*/ 2377511 w 11677525"/>
              <a:gd name="connsiteY5129" fmla="*/ 726704 h 4078220"/>
              <a:gd name="connsiteX5130" fmla="*/ 2374843 w 11677525"/>
              <a:gd name="connsiteY5130" fmla="*/ 726287 h 4078220"/>
              <a:gd name="connsiteX5131" fmla="*/ 2378067 w 11677525"/>
              <a:gd name="connsiteY5131" fmla="*/ 725246 h 4078220"/>
              <a:gd name="connsiteX5132" fmla="*/ 9044902 w 11677525"/>
              <a:gd name="connsiteY5132" fmla="*/ 724582 h 4078220"/>
              <a:gd name="connsiteX5133" fmla="*/ 9086794 w 11677525"/>
              <a:gd name="connsiteY5133" fmla="*/ 732769 h 4078220"/>
              <a:gd name="connsiteX5134" fmla="*/ 9097047 w 11677525"/>
              <a:gd name="connsiteY5134" fmla="*/ 753935 h 4078220"/>
              <a:gd name="connsiteX5135" fmla="*/ 9016605 w 11677525"/>
              <a:gd name="connsiteY5135" fmla="*/ 746099 h 4078220"/>
              <a:gd name="connsiteX5136" fmla="*/ 9007158 w 11677525"/>
              <a:gd name="connsiteY5136" fmla="*/ 725064 h 4078220"/>
              <a:gd name="connsiteX5137" fmla="*/ 9044902 w 11677525"/>
              <a:gd name="connsiteY5137" fmla="*/ 724582 h 4078220"/>
              <a:gd name="connsiteX5138" fmla="*/ 8422863 w 11677525"/>
              <a:gd name="connsiteY5138" fmla="*/ 722821 h 4078220"/>
              <a:gd name="connsiteX5139" fmla="*/ 8458790 w 11677525"/>
              <a:gd name="connsiteY5139" fmla="*/ 730323 h 4078220"/>
              <a:gd name="connsiteX5140" fmla="*/ 8461930 w 11677525"/>
              <a:gd name="connsiteY5140" fmla="*/ 749692 h 4078220"/>
              <a:gd name="connsiteX5141" fmla="*/ 8390463 w 11677525"/>
              <a:gd name="connsiteY5141" fmla="*/ 742507 h 4078220"/>
              <a:gd name="connsiteX5142" fmla="*/ 8388100 w 11677525"/>
              <a:gd name="connsiteY5142" fmla="*/ 723268 h 4078220"/>
              <a:gd name="connsiteX5143" fmla="*/ 8422863 w 11677525"/>
              <a:gd name="connsiteY5143" fmla="*/ 722821 h 4078220"/>
              <a:gd name="connsiteX5144" fmla="*/ 7798047 w 11677525"/>
              <a:gd name="connsiteY5144" fmla="*/ 721327 h 4078220"/>
              <a:gd name="connsiteX5145" fmla="*/ 7828646 w 11677525"/>
              <a:gd name="connsiteY5145" fmla="*/ 728135 h 4078220"/>
              <a:gd name="connsiteX5146" fmla="*/ 7825618 w 11677525"/>
              <a:gd name="connsiteY5146" fmla="*/ 745760 h 4078220"/>
              <a:gd name="connsiteX5147" fmla="*/ 7762681 w 11677525"/>
              <a:gd name="connsiteY5147" fmla="*/ 739252 h 4078220"/>
              <a:gd name="connsiteX5148" fmla="*/ 7766238 w 11677525"/>
              <a:gd name="connsiteY5148" fmla="*/ 721705 h 4078220"/>
              <a:gd name="connsiteX5149" fmla="*/ 7798047 w 11677525"/>
              <a:gd name="connsiteY5149" fmla="*/ 721327 h 4078220"/>
              <a:gd name="connsiteX5150" fmla="*/ 7301119 w 11677525"/>
              <a:gd name="connsiteY5150" fmla="*/ 720638 h 4078220"/>
              <a:gd name="connsiteX5151" fmla="*/ 7306288 w 11677525"/>
              <a:gd name="connsiteY5151" fmla="*/ 721185 h 4078220"/>
              <a:gd name="connsiteX5152" fmla="*/ 7305537 w 11677525"/>
              <a:gd name="connsiteY5152" fmla="*/ 722669 h 4078220"/>
              <a:gd name="connsiteX5153" fmla="*/ 7300453 w 11677525"/>
              <a:gd name="connsiteY5153" fmla="*/ 722122 h 4078220"/>
              <a:gd name="connsiteX5154" fmla="*/ 7301119 w 11677525"/>
              <a:gd name="connsiteY5154" fmla="*/ 720638 h 4078220"/>
              <a:gd name="connsiteX5155" fmla="*/ 9314892 w 11677525"/>
              <a:gd name="connsiteY5155" fmla="*/ 718659 h 4078220"/>
              <a:gd name="connsiteX5156" fmla="*/ 9320588 w 11677525"/>
              <a:gd name="connsiteY5156" fmla="*/ 719206 h 4078220"/>
              <a:gd name="connsiteX5157" fmla="*/ 9321449 w 11677525"/>
              <a:gd name="connsiteY5157" fmla="*/ 720663 h 4078220"/>
              <a:gd name="connsiteX5158" fmla="*/ 9315782 w 11677525"/>
              <a:gd name="connsiteY5158" fmla="*/ 720117 h 4078220"/>
              <a:gd name="connsiteX5159" fmla="*/ 9314892 w 11677525"/>
              <a:gd name="connsiteY5159" fmla="*/ 718659 h 4078220"/>
              <a:gd name="connsiteX5160" fmla="*/ 9179708 w 11677525"/>
              <a:gd name="connsiteY5160" fmla="*/ 718373 h 4078220"/>
              <a:gd name="connsiteX5161" fmla="*/ 9211666 w 11677525"/>
              <a:gd name="connsiteY5161" fmla="*/ 724517 h 4078220"/>
              <a:gd name="connsiteX5162" fmla="*/ 9220418 w 11677525"/>
              <a:gd name="connsiteY5162" fmla="*/ 740346 h 4078220"/>
              <a:gd name="connsiteX5163" fmla="*/ 9159510 w 11677525"/>
              <a:gd name="connsiteY5163" fmla="*/ 734462 h 4078220"/>
              <a:gd name="connsiteX5164" fmla="*/ 9151313 w 11677525"/>
              <a:gd name="connsiteY5164" fmla="*/ 718711 h 4078220"/>
              <a:gd name="connsiteX5165" fmla="*/ 9179708 w 11677525"/>
              <a:gd name="connsiteY5165" fmla="*/ 718373 h 4078220"/>
              <a:gd name="connsiteX5166" fmla="*/ 3022121 w 11677525"/>
              <a:gd name="connsiteY5166" fmla="*/ 717715 h 4078220"/>
              <a:gd name="connsiteX5167" fmla="*/ 3034913 w 11677525"/>
              <a:gd name="connsiteY5167" fmla="*/ 724178 h 4078220"/>
              <a:gd name="connsiteX5168" fmla="*/ 2990232 w 11677525"/>
              <a:gd name="connsiteY5168" fmla="*/ 740918 h 4078220"/>
              <a:gd name="connsiteX5169" fmla="*/ 2946079 w 11677525"/>
              <a:gd name="connsiteY5169" fmla="*/ 734696 h 4078220"/>
              <a:gd name="connsiteX5170" fmla="*/ 2990927 w 11677525"/>
              <a:gd name="connsiteY5170" fmla="*/ 718087 h 4078220"/>
              <a:gd name="connsiteX5171" fmla="*/ 3022121 w 11677525"/>
              <a:gd name="connsiteY5171" fmla="*/ 717715 h 4078220"/>
              <a:gd name="connsiteX5172" fmla="*/ 2250804 w 11677525"/>
              <a:gd name="connsiteY5172" fmla="*/ 714076 h 4078220"/>
              <a:gd name="connsiteX5173" fmla="*/ 2252860 w 11677525"/>
              <a:gd name="connsiteY5173" fmla="*/ 714363 h 4078220"/>
              <a:gd name="connsiteX5174" fmla="*/ 2250304 w 11677525"/>
              <a:gd name="connsiteY5174" fmla="*/ 715222 h 4078220"/>
              <a:gd name="connsiteX5175" fmla="*/ 2248276 w 11677525"/>
              <a:gd name="connsiteY5175" fmla="*/ 714910 h 4078220"/>
              <a:gd name="connsiteX5176" fmla="*/ 2250804 w 11677525"/>
              <a:gd name="connsiteY5176" fmla="*/ 714076 h 4078220"/>
              <a:gd name="connsiteX5177" fmla="*/ 3963344 w 11677525"/>
              <a:gd name="connsiteY5177" fmla="*/ 713218 h 4078220"/>
              <a:gd name="connsiteX5178" fmla="*/ 3970486 w 11677525"/>
              <a:gd name="connsiteY5178" fmla="*/ 714103 h 4078220"/>
              <a:gd name="connsiteX5179" fmla="*/ 3965013 w 11677525"/>
              <a:gd name="connsiteY5179" fmla="*/ 716627 h 4078220"/>
              <a:gd name="connsiteX5180" fmla="*/ 3957926 w 11677525"/>
              <a:gd name="connsiteY5180" fmla="*/ 715691 h 4078220"/>
              <a:gd name="connsiteX5181" fmla="*/ 3963344 w 11677525"/>
              <a:gd name="connsiteY5181" fmla="*/ 713218 h 4078220"/>
              <a:gd name="connsiteX5182" fmla="*/ 8558609 w 11677525"/>
              <a:gd name="connsiteY5182" fmla="*/ 713111 h 4078220"/>
              <a:gd name="connsiteX5183" fmla="*/ 8594889 w 11677525"/>
              <a:gd name="connsiteY5183" fmla="*/ 720481 h 4078220"/>
              <a:gd name="connsiteX5184" fmla="*/ 8599307 w 11677525"/>
              <a:gd name="connsiteY5184" fmla="*/ 739669 h 4078220"/>
              <a:gd name="connsiteX5185" fmla="*/ 8527701 w 11677525"/>
              <a:gd name="connsiteY5185" fmla="*/ 732535 h 4078220"/>
              <a:gd name="connsiteX5186" fmla="*/ 8524061 w 11677525"/>
              <a:gd name="connsiteY5186" fmla="*/ 713530 h 4078220"/>
              <a:gd name="connsiteX5187" fmla="*/ 8558609 w 11677525"/>
              <a:gd name="connsiteY5187" fmla="*/ 713111 h 4078220"/>
              <a:gd name="connsiteX5188" fmla="*/ 3497635 w 11677525"/>
              <a:gd name="connsiteY5188" fmla="*/ 712648 h 4078220"/>
              <a:gd name="connsiteX5189" fmla="*/ 3508924 w 11677525"/>
              <a:gd name="connsiteY5189" fmla="*/ 717695 h 4078220"/>
              <a:gd name="connsiteX5190" fmla="*/ 3477191 w 11677525"/>
              <a:gd name="connsiteY5190" fmla="*/ 730661 h 4078220"/>
              <a:gd name="connsiteX5191" fmla="*/ 3441458 w 11677525"/>
              <a:gd name="connsiteY5191" fmla="*/ 725870 h 4078220"/>
              <a:gd name="connsiteX5192" fmla="*/ 3473301 w 11677525"/>
              <a:gd name="connsiteY5192" fmla="*/ 712931 h 4078220"/>
              <a:gd name="connsiteX5193" fmla="*/ 3497635 w 11677525"/>
              <a:gd name="connsiteY5193" fmla="*/ 712648 h 4078220"/>
              <a:gd name="connsiteX5194" fmla="*/ 7936768 w 11677525"/>
              <a:gd name="connsiteY5194" fmla="*/ 710869 h 4078220"/>
              <a:gd name="connsiteX5195" fmla="*/ 7969525 w 11677525"/>
              <a:gd name="connsiteY5195" fmla="*/ 718008 h 4078220"/>
              <a:gd name="connsiteX5196" fmla="*/ 7967719 w 11677525"/>
              <a:gd name="connsiteY5196" fmla="*/ 736519 h 4078220"/>
              <a:gd name="connsiteX5197" fmla="*/ 7900809 w 11677525"/>
              <a:gd name="connsiteY5197" fmla="*/ 729672 h 4078220"/>
              <a:gd name="connsiteX5198" fmla="*/ 7903282 w 11677525"/>
              <a:gd name="connsiteY5198" fmla="*/ 711265 h 4078220"/>
              <a:gd name="connsiteX5199" fmla="*/ 7936768 w 11677525"/>
              <a:gd name="connsiteY5199" fmla="*/ 710869 h 4078220"/>
              <a:gd name="connsiteX5200" fmla="*/ 7440886 w 11677525"/>
              <a:gd name="connsiteY5200" fmla="*/ 710198 h 4078220"/>
              <a:gd name="connsiteX5201" fmla="*/ 7449666 w 11677525"/>
              <a:gd name="connsiteY5201" fmla="*/ 711109 h 4078220"/>
              <a:gd name="connsiteX5202" fmla="*/ 7448749 w 11677525"/>
              <a:gd name="connsiteY5202" fmla="*/ 713608 h 4078220"/>
              <a:gd name="connsiteX5203" fmla="*/ 7439941 w 11677525"/>
              <a:gd name="connsiteY5203" fmla="*/ 712697 h 4078220"/>
              <a:gd name="connsiteX5204" fmla="*/ 7440886 w 11677525"/>
              <a:gd name="connsiteY5204" fmla="*/ 710198 h 4078220"/>
              <a:gd name="connsiteX5205" fmla="*/ 9448324 w 11677525"/>
              <a:gd name="connsiteY5205" fmla="*/ 709651 h 4078220"/>
              <a:gd name="connsiteX5206" fmla="*/ 9449908 w 11677525"/>
              <a:gd name="connsiteY5206" fmla="*/ 709807 h 4078220"/>
              <a:gd name="connsiteX5207" fmla="*/ 9450241 w 11677525"/>
              <a:gd name="connsiteY5207" fmla="*/ 710197 h 4078220"/>
              <a:gd name="connsiteX5208" fmla="*/ 9448659 w 11677525"/>
              <a:gd name="connsiteY5208" fmla="*/ 710067 h 4078220"/>
              <a:gd name="connsiteX5209" fmla="*/ 9448324 w 11677525"/>
              <a:gd name="connsiteY5209" fmla="*/ 709651 h 4078220"/>
              <a:gd name="connsiteX5210" fmla="*/ 2895630 w 11677525"/>
              <a:gd name="connsiteY5210" fmla="*/ 705193 h 4078220"/>
              <a:gd name="connsiteX5211" fmla="*/ 2909345 w 11677525"/>
              <a:gd name="connsiteY5211" fmla="*/ 712307 h 4078220"/>
              <a:gd name="connsiteX5212" fmla="*/ 2858524 w 11677525"/>
              <a:gd name="connsiteY5212" fmla="*/ 730713 h 4078220"/>
              <a:gd name="connsiteX5213" fmla="*/ 2810064 w 11677525"/>
              <a:gd name="connsiteY5213" fmla="*/ 723866 h 4078220"/>
              <a:gd name="connsiteX5214" fmla="*/ 2861136 w 11677525"/>
              <a:gd name="connsiteY5214" fmla="*/ 705616 h 4078220"/>
              <a:gd name="connsiteX5215" fmla="*/ 2895630 w 11677525"/>
              <a:gd name="connsiteY5215" fmla="*/ 705193 h 4078220"/>
              <a:gd name="connsiteX5216" fmla="*/ 8692962 w 11677525"/>
              <a:gd name="connsiteY5216" fmla="*/ 703755 h 4078220"/>
              <a:gd name="connsiteX5217" fmla="*/ 8728765 w 11677525"/>
              <a:gd name="connsiteY5217" fmla="*/ 710927 h 4078220"/>
              <a:gd name="connsiteX5218" fmla="*/ 8734461 w 11677525"/>
              <a:gd name="connsiteY5218" fmla="*/ 729516 h 4078220"/>
              <a:gd name="connsiteX5219" fmla="*/ 8664245 w 11677525"/>
              <a:gd name="connsiteY5219" fmla="*/ 722590 h 4078220"/>
              <a:gd name="connsiteX5220" fmla="*/ 8659325 w 11677525"/>
              <a:gd name="connsiteY5220" fmla="*/ 704158 h 4078220"/>
              <a:gd name="connsiteX5221" fmla="*/ 8692962 w 11677525"/>
              <a:gd name="connsiteY5221" fmla="*/ 703755 h 4078220"/>
              <a:gd name="connsiteX5222" fmla="*/ 3365177 w 11677525"/>
              <a:gd name="connsiteY5222" fmla="*/ 701509 h 4078220"/>
              <a:gd name="connsiteX5223" fmla="*/ 3376048 w 11677525"/>
              <a:gd name="connsiteY5223" fmla="*/ 706501 h 4078220"/>
              <a:gd name="connsiteX5224" fmla="*/ 3343704 w 11677525"/>
              <a:gd name="connsiteY5224" fmla="*/ 719336 h 4078220"/>
              <a:gd name="connsiteX5225" fmla="*/ 3308527 w 11677525"/>
              <a:gd name="connsiteY5225" fmla="*/ 714572 h 4078220"/>
              <a:gd name="connsiteX5226" fmla="*/ 3341010 w 11677525"/>
              <a:gd name="connsiteY5226" fmla="*/ 701789 h 4078220"/>
              <a:gd name="connsiteX5227" fmla="*/ 3365177 w 11677525"/>
              <a:gd name="connsiteY5227" fmla="*/ 701509 h 4078220"/>
              <a:gd name="connsiteX5228" fmla="*/ 8073939 w 11677525"/>
              <a:gd name="connsiteY5228" fmla="*/ 700965 h 4078220"/>
              <a:gd name="connsiteX5229" fmla="*/ 8107763 w 11677525"/>
              <a:gd name="connsiteY5229" fmla="*/ 708194 h 4078220"/>
              <a:gd name="connsiteX5230" fmla="*/ 8107290 w 11677525"/>
              <a:gd name="connsiteY5230" fmla="*/ 726964 h 4078220"/>
              <a:gd name="connsiteX5231" fmla="*/ 8038713 w 11677525"/>
              <a:gd name="connsiteY5231" fmla="*/ 719960 h 4078220"/>
              <a:gd name="connsiteX5232" fmla="*/ 8039908 w 11677525"/>
              <a:gd name="connsiteY5232" fmla="*/ 701372 h 4078220"/>
              <a:gd name="connsiteX5233" fmla="*/ 8073939 w 11677525"/>
              <a:gd name="connsiteY5233" fmla="*/ 700965 h 4078220"/>
              <a:gd name="connsiteX5234" fmla="*/ 9578115 w 11677525"/>
              <a:gd name="connsiteY5234" fmla="*/ 700071 h 4078220"/>
              <a:gd name="connsiteX5235" fmla="*/ 9579644 w 11677525"/>
              <a:gd name="connsiteY5235" fmla="*/ 700201 h 4078220"/>
              <a:gd name="connsiteX5236" fmla="*/ 9580034 w 11677525"/>
              <a:gd name="connsiteY5236" fmla="*/ 700591 h 4078220"/>
              <a:gd name="connsiteX5237" fmla="*/ 9578366 w 11677525"/>
              <a:gd name="connsiteY5237" fmla="*/ 700462 h 4078220"/>
              <a:gd name="connsiteX5238" fmla="*/ 9578115 w 11677525"/>
              <a:gd name="connsiteY5238" fmla="*/ 700071 h 4078220"/>
              <a:gd name="connsiteX5239" fmla="*/ 3841073 w 11677525"/>
              <a:gd name="connsiteY5239" fmla="*/ 698200 h 4078220"/>
              <a:gd name="connsiteX5240" fmla="*/ 3848475 w 11677525"/>
              <a:gd name="connsiteY5240" fmla="*/ 701242 h 4078220"/>
              <a:gd name="connsiteX5241" fmla="*/ 3830664 w 11677525"/>
              <a:gd name="connsiteY5241" fmla="*/ 709052 h 4078220"/>
              <a:gd name="connsiteX5242" fmla="*/ 3808462 w 11677525"/>
              <a:gd name="connsiteY5242" fmla="*/ 706162 h 4078220"/>
              <a:gd name="connsiteX5243" fmla="*/ 3826273 w 11677525"/>
              <a:gd name="connsiteY5243" fmla="*/ 698378 h 4078220"/>
              <a:gd name="connsiteX5244" fmla="*/ 3841073 w 11677525"/>
              <a:gd name="connsiteY5244" fmla="*/ 698200 h 4078220"/>
              <a:gd name="connsiteX5245" fmla="*/ 7569398 w 11677525"/>
              <a:gd name="connsiteY5245" fmla="*/ 695827 h 4078220"/>
              <a:gd name="connsiteX5246" fmla="*/ 7603159 w 11677525"/>
              <a:gd name="connsiteY5246" fmla="*/ 699289 h 4078220"/>
              <a:gd name="connsiteX5247" fmla="*/ 7600353 w 11677525"/>
              <a:gd name="connsiteY5247" fmla="*/ 708714 h 4078220"/>
              <a:gd name="connsiteX5248" fmla="*/ 7566509 w 11677525"/>
              <a:gd name="connsiteY5248" fmla="*/ 705252 h 4078220"/>
              <a:gd name="connsiteX5249" fmla="*/ 7569398 w 11677525"/>
              <a:gd name="connsiteY5249" fmla="*/ 695827 h 4078220"/>
              <a:gd name="connsiteX5250" fmla="*/ 2767493 w 11677525"/>
              <a:gd name="connsiteY5250" fmla="*/ 693995 h 4078220"/>
              <a:gd name="connsiteX5251" fmla="*/ 2780805 w 11677525"/>
              <a:gd name="connsiteY5251" fmla="*/ 701112 h 4078220"/>
              <a:gd name="connsiteX5252" fmla="*/ 2728510 w 11677525"/>
              <a:gd name="connsiteY5252" fmla="*/ 719466 h 4078220"/>
              <a:gd name="connsiteX5253" fmla="*/ 2680135 w 11677525"/>
              <a:gd name="connsiteY5253" fmla="*/ 712645 h 4078220"/>
              <a:gd name="connsiteX5254" fmla="*/ 2732818 w 11677525"/>
              <a:gd name="connsiteY5254" fmla="*/ 694396 h 4078220"/>
              <a:gd name="connsiteX5255" fmla="*/ 2767493 w 11677525"/>
              <a:gd name="connsiteY5255" fmla="*/ 693995 h 4078220"/>
              <a:gd name="connsiteX5256" fmla="*/ 2603582 w 11677525"/>
              <a:gd name="connsiteY5256" fmla="*/ 693120 h 4078220"/>
              <a:gd name="connsiteX5257" fmla="*/ 2613697 w 11677525"/>
              <a:gd name="connsiteY5257" fmla="*/ 694551 h 4078220"/>
              <a:gd name="connsiteX5258" fmla="*/ 2602359 w 11677525"/>
              <a:gd name="connsiteY5258" fmla="*/ 698404 h 4078220"/>
              <a:gd name="connsiteX5259" fmla="*/ 2592162 w 11677525"/>
              <a:gd name="connsiteY5259" fmla="*/ 696973 h 4078220"/>
              <a:gd name="connsiteX5260" fmla="*/ 2603582 w 11677525"/>
              <a:gd name="connsiteY5260" fmla="*/ 693120 h 4078220"/>
              <a:gd name="connsiteX5261" fmla="*/ 8825517 w 11677525"/>
              <a:gd name="connsiteY5261" fmla="*/ 693075 h 4078220"/>
              <a:gd name="connsiteX5262" fmla="*/ 8864919 w 11677525"/>
              <a:gd name="connsiteY5262" fmla="*/ 700800 h 4078220"/>
              <a:gd name="connsiteX5263" fmla="*/ 8872420 w 11677525"/>
              <a:gd name="connsiteY5263" fmla="*/ 720873 h 4078220"/>
              <a:gd name="connsiteX5264" fmla="*/ 8795812 w 11677525"/>
              <a:gd name="connsiteY5264" fmla="*/ 713426 h 4078220"/>
              <a:gd name="connsiteX5265" fmla="*/ 8789116 w 11677525"/>
              <a:gd name="connsiteY5265" fmla="*/ 693510 h 4078220"/>
              <a:gd name="connsiteX5266" fmla="*/ 8825517 w 11677525"/>
              <a:gd name="connsiteY5266" fmla="*/ 693075 h 4078220"/>
              <a:gd name="connsiteX5267" fmla="*/ 8209724 w 11677525"/>
              <a:gd name="connsiteY5267" fmla="*/ 691753 h 4078220"/>
              <a:gd name="connsiteX5268" fmla="*/ 8243166 w 11677525"/>
              <a:gd name="connsiteY5268" fmla="*/ 698743 h 4078220"/>
              <a:gd name="connsiteX5269" fmla="*/ 8243972 w 11677525"/>
              <a:gd name="connsiteY5269" fmla="*/ 716888 h 4078220"/>
              <a:gd name="connsiteX5270" fmla="*/ 8176784 w 11677525"/>
              <a:gd name="connsiteY5270" fmla="*/ 710171 h 4078220"/>
              <a:gd name="connsiteX5271" fmla="*/ 8176618 w 11677525"/>
              <a:gd name="connsiteY5271" fmla="*/ 692181 h 4078220"/>
              <a:gd name="connsiteX5272" fmla="*/ 8209724 w 11677525"/>
              <a:gd name="connsiteY5272" fmla="*/ 691753 h 4078220"/>
              <a:gd name="connsiteX5273" fmla="*/ 7088803 w 11677525"/>
              <a:gd name="connsiteY5273" fmla="*/ 691011 h 4078220"/>
              <a:gd name="connsiteX5274" fmla="*/ 7092359 w 11677525"/>
              <a:gd name="connsiteY5274" fmla="*/ 691401 h 4078220"/>
              <a:gd name="connsiteX5275" fmla="*/ 7091720 w 11677525"/>
              <a:gd name="connsiteY5275" fmla="*/ 692417 h 4078220"/>
              <a:gd name="connsiteX5276" fmla="*/ 7088274 w 11677525"/>
              <a:gd name="connsiteY5276" fmla="*/ 692026 h 4078220"/>
              <a:gd name="connsiteX5277" fmla="*/ 7088803 w 11677525"/>
              <a:gd name="connsiteY5277" fmla="*/ 691011 h 4078220"/>
              <a:gd name="connsiteX5278" fmla="*/ 9706488 w 11677525"/>
              <a:gd name="connsiteY5278" fmla="*/ 690515 h 4078220"/>
              <a:gd name="connsiteX5279" fmla="*/ 9708017 w 11677525"/>
              <a:gd name="connsiteY5279" fmla="*/ 690672 h 4078220"/>
              <a:gd name="connsiteX5280" fmla="*/ 9708407 w 11677525"/>
              <a:gd name="connsiteY5280" fmla="*/ 691114 h 4078220"/>
              <a:gd name="connsiteX5281" fmla="*/ 9706739 w 11677525"/>
              <a:gd name="connsiteY5281" fmla="*/ 690932 h 4078220"/>
              <a:gd name="connsiteX5282" fmla="*/ 9706488 w 11677525"/>
              <a:gd name="connsiteY5282" fmla="*/ 690515 h 4078220"/>
              <a:gd name="connsiteX5283" fmla="*/ 3238026 w 11677525"/>
              <a:gd name="connsiteY5283" fmla="*/ 689084 h 4078220"/>
              <a:gd name="connsiteX5284" fmla="*/ 3250147 w 11677525"/>
              <a:gd name="connsiteY5284" fmla="*/ 694786 h 4078220"/>
              <a:gd name="connsiteX5285" fmla="*/ 3211719 w 11677525"/>
              <a:gd name="connsiteY5285" fmla="*/ 709547 h 4078220"/>
              <a:gd name="connsiteX5286" fmla="*/ 3171512 w 11677525"/>
              <a:gd name="connsiteY5286" fmla="*/ 704079 h 4078220"/>
              <a:gd name="connsiteX5287" fmla="*/ 3210107 w 11677525"/>
              <a:gd name="connsiteY5287" fmla="*/ 689396 h 4078220"/>
              <a:gd name="connsiteX5288" fmla="*/ 3238026 w 11677525"/>
              <a:gd name="connsiteY5288" fmla="*/ 689084 h 4078220"/>
              <a:gd name="connsiteX5289" fmla="*/ 4186998 w 11677525"/>
              <a:gd name="connsiteY5289" fmla="*/ 687053 h 4078220"/>
              <a:gd name="connsiteX5290" fmla="*/ 4188221 w 11677525"/>
              <a:gd name="connsiteY5290" fmla="*/ 687183 h 4078220"/>
              <a:gd name="connsiteX5291" fmla="*/ 4187360 w 11677525"/>
              <a:gd name="connsiteY5291" fmla="*/ 687600 h 4078220"/>
              <a:gd name="connsiteX5292" fmla="*/ 4186165 w 11677525"/>
              <a:gd name="connsiteY5292" fmla="*/ 687470 h 4078220"/>
              <a:gd name="connsiteX5293" fmla="*/ 4186998 w 11677525"/>
              <a:gd name="connsiteY5293" fmla="*/ 687053 h 4078220"/>
              <a:gd name="connsiteX5294" fmla="*/ 3714072 w 11677525"/>
              <a:gd name="connsiteY5294" fmla="*/ 684378 h 4078220"/>
              <a:gd name="connsiteX5295" fmla="*/ 3725020 w 11677525"/>
              <a:gd name="connsiteY5295" fmla="*/ 688928 h 4078220"/>
              <a:gd name="connsiteX5296" fmla="*/ 3697233 w 11677525"/>
              <a:gd name="connsiteY5296" fmla="*/ 700721 h 4078220"/>
              <a:gd name="connsiteX5297" fmla="*/ 3663667 w 11677525"/>
              <a:gd name="connsiteY5297" fmla="*/ 696373 h 4078220"/>
              <a:gd name="connsiteX5298" fmla="*/ 3691703 w 11677525"/>
              <a:gd name="connsiteY5298" fmla="*/ 684632 h 4078220"/>
              <a:gd name="connsiteX5299" fmla="*/ 3714072 w 11677525"/>
              <a:gd name="connsiteY5299" fmla="*/ 684378 h 4078220"/>
              <a:gd name="connsiteX5300" fmla="*/ 8956704 w 11677525"/>
              <a:gd name="connsiteY5300" fmla="*/ 682917 h 4078220"/>
              <a:gd name="connsiteX5301" fmla="*/ 8998488 w 11677525"/>
              <a:gd name="connsiteY5301" fmla="*/ 690984 h 4078220"/>
              <a:gd name="connsiteX5302" fmla="*/ 9007881 w 11677525"/>
              <a:gd name="connsiteY5302" fmla="*/ 711863 h 4078220"/>
              <a:gd name="connsiteX5303" fmla="*/ 8927215 w 11677525"/>
              <a:gd name="connsiteY5303" fmla="*/ 704106 h 4078220"/>
              <a:gd name="connsiteX5304" fmla="*/ 8918712 w 11677525"/>
              <a:gd name="connsiteY5304" fmla="*/ 683383 h 4078220"/>
              <a:gd name="connsiteX5305" fmla="*/ 8956704 w 11677525"/>
              <a:gd name="connsiteY5305" fmla="*/ 682917 h 4078220"/>
              <a:gd name="connsiteX5306" fmla="*/ 8344105 w 11677525"/>
              <a:gd name="connsiteY5306" fmla="*/ 682325 h 4078220"/>
              <a:gd name="connsiteX5307" fmla="*/ 8377820 w 11677525"/>
              <a:gd name="connsiteY5307" fmla="*/ 689265 h 4078220"/>
              <a:gd name="connsiteX5308" fmla="*/ 8380014 w 11677525"/>
              <a:gd name="connsiteY5308" fmla="*/ 707230 h 4078220"/>
              <a:gd name="connsiteX5309" fmla="*/ 8312689 w 11677525"/>
              <a:gd name="connsiteY5309" fmla="*/ 700564 h 4078220"/>
              <a:gd name="connsiteX5310" fmla="*/ 8311244 w 11677525"/>
              <a:gd name="connsiteY5310" fmla="*/ 682705 h 4078220"/>
              <a:gd name="connsiteX5311" fmla="*/ 8344105 w 11677525"/>
              <a:gd name="connsiteY5311" fmla="*/ 682325 h 4078220"/>
              <a:gd name="connsiteX5312" fmla="*/ 7725924 w 11677525"/>
              <a:gd name="connsiteY5312" fmla="*/ 681746 h 4078220"/>
              <a:gd name="connsiteX5313" fmla="*/ 7753457 w 11677525"/>
              <a:gd name="connsiteY5313" fmla="*/ 687808 h 4078220"/>
              <a:gd name="connsiteX5314" fmla="*/ 7750122 w 11677525"/>
              <a:gd name="connsiteY5314" fmla="*/ 703480 h 4078220"/>
              <a:gd name="connsiteX5315" fmla="*/ 7693270 w 11677525"/>
              <a:gd name="connsiteY5315" fmla="*/ 697675 h 4078220"/>
              <a:gd name="connsiteX5316" fmla="*/ 7696994 w 11677525"/>
              <a:gd name="connsiteY5316" fmla="*/ 682107 h 4078220"/>
              <a:gd name="connsiteX5317" fmla="*/ 7725924 w 11677525"/>
              <a:gd name="connsiteY5317" fmla="*/ 681746 h 4078220"/>
              <a:gd name="connsiteX5318" fmla="*/ 2477737 w 11677525"/>
              <a:gd name="connsiteY5318" fmla="*/ 681690 h 4078220"/>
              <a:gd name="connsiteX5319" fmla="*/ 2489797 w 11677525"/>
              <a:gd name="connsiteY5319" fmla="*/ 683383 h 4078220"/>
              <a:gd name="connsiteX5320" fmla="*/ 2475736 w 11677525"/>
              <a:gd name="connsiteY5320" fmla="*/ 688068 h 4078220"/>
              <a:gd name="connsiteX5321" fmla="*/ 2463705 w 11677525"/>
              <a:gd name="connsiteY5321" fmla="*/ 686350 h 4078220"/>
              <a:gd name="connsiteX5322" fmla="*/ 2477737 w 11677525"/>
              <a:gd name="connsiteY5322" fmla="*/ 681690 h 4078220"/>
              <a:gd name="connsiteX5323" fmla="*/ 7228875 w 11677525"/>
              <a:gd name="connsiteY5323" fmla="*/ 680753 h 4078220"/>
              <a:gd name="connsiteX5324" fmla="*/ 7235932 w 11677525"/>
              <a:gd name="connsiteY5324" fmla="*/ 681508 h 4078220"/>
              <a:gd name="connsiteX5325" fmla="*/ 7234960 w 11677525"/>
              <a:gd name="connsiteY5325" fmla="*/ 683513 h 4078220"/>
              <a:gd name="connsiteX5326" fmla="*/ 7227846 w 11677525"/>
              <a:gd name="connsiteY5326" fmla="*/ 682758 h 4078220"/>
              <a:gd name="connsiteX5327" fmla="*/ 7228875 w 11677525"/>
              <a:gd name="connsiteY5327" fmla="*/ 680753 h 4078220"/>
              <a:gd name="connsiteX5328" fmla="*/ 3108700 w 11677525"/>
              <a:gd name="connsiteY5328" fmla="*/ 678218 h 4078220"/>
              <a:gd name="connsiteX5329" fmla="*/ 3120440 w 11677525"/>
              <a:gd name="connsiteY5329" fmla="*/ 683852 h 4078220"/>
              <a:gd name="connsiteX5330" fmla="*/ 3081316 w 11677525"/>
              <a:gd name="connsiteY5330" fmla="*/ 698431 h 4078220"/>
              <a:gd name="connsiteX5331" fmla="*/ 3041554 w 11677525"/>
              <a:gd name="connsiteY5331" fmla="*/ 693041 h 4078220"/>
              <a:gd name="connsiteX5332" fmla="*/ 3080955 w 11677525"/>
              <a:gd name="connsiteY5332" fmla="*/ 678540 h 4078220"/>
              <a:gd name="connsiteX5333" fmla="*/ 3108700 w 11677525"/>
              <a:gd name="connsiteY5333" fmla="*/ 678218 h 4078220"/>
              <a:gd name="connsiteX5334" fmla="*/ 9219420 w 11677525"/>
              <a:gd name="connsiteY5334" fmla="*/ 677290 h 4078220"/>
              <a:gd name="connsiteX5335" fmla="*/ 9227309 w 11677525"/>
              <a:gd name="connsiteY5335" fmla="*/ 678019 h 4078220"/>
              <a:gd name="connsiteX5336" fmla="*/ 9228423 w 11677525"/>
              <a:gd name="connsiteY5336" fmla="*/ 680024 h 4078220"/>
              <a:gd name="connsiteX5337" fmla="*/ 9220557 w 11677525"/>
              <a:gd name="connsiteY5337" fmla="*/ 679295 h 4078220"/>
              <a:gd name="connsiteX5338" fmla="*/ 9219420 w 11677525"/>
              <a:gd name="connsiteY5338" fmla="*/ 677290 h 4078220"/>
              <a:gd name="connsiteX5339" fmla="*/ 9087655 w 11677525"/>
              <a:gd name="connsiteY5339" fmla="*/ 675126 h 4078220"/>
              <a:gd name="connsiteX5340" fmla="*/ 9125333 w 11677525"/>
              <a:gd name="connsiteY5340" fmla="*/ 682263 h 4078220"/>
              <a:gd name="connsiteX5341" fmla="*/ 9134836 w 11677525"/>
              <a:gd name="connsiteY5341" fmla="*/ 700695 h 4078220"/>
              <a:gd name="connsiteX5342" fmla="*/ 9062758 w 11677525"/>
              <a:gd name="connsiteY5342" fmla="*/ 693848 h 4078220"/>
              <a:gd name="connsiteX5343" fmla="*/ 9053894 w 11677525"/>
              <a:gd name="connsiteY5343" fmla="*/ 675547 h 4078220"/>
              <a:gd name="connsiteX5344" fmla="*/ 9087655 w 11677525"/>
              <a:gd name="connsiteY5344" fmla="*/ 675126 h 4078220"/>
              <a:gd name="connsiteX5345" fmla="*/ 4049706 w 11677525"/>
              <a:gd name="connsiteY5345" fmla="*/ 674348 h 4078220"/>
              <a:gd name="connsiteX5346" fmla="*/ 4057847 w 11677525"/>
              <a:gd name="connsiteY5346" fmla="*/ 675390 h 4078220"/>
              <a:gd name="connsiteX5347" fmla="*/ 4051705 w 11677525"/>
              <a:gd name="connsiteY5347" fmla="*/ 678176 h 4078220"/>
              <a:gd name="connsiteX5348" fmla="*/ 4043536 w 11677525"/>
              <a:gd name="connsiteY5348" fmla="*/ 677134 h 4078220"/>
              <a:gd name="connsiteX5349" fmla="*/ 4049706 w 11677525"/>
              <a:gd name="connsiteY5349" fmla="*/ 674348 h 4078220"/>
              <a:gd name="connsiteX5350" fmla="*/ 2352086 w 11677525"/>
              <a:gd name="connsiteY5350" fmla="*/ 673724 h 4078220"/>
              <a:gd name="connsiteX5351" fmla="*/ 2353225 w 11677525"/>
              <a:gd name="connsiteY5351" fmla="*/ 673880 h 4078220"/>
              <a:gd name="connsiteX5352" fmla="*/ 2351920 w 11677525"/>
              <a:gd name="connsiteY5352" fmla="*/ 674271 h 4078220"/>
              <a:gd name="connsiteX5353" fmla="*/ 2350836 w 11677525"/>
              <a:gd name="connsiteY5353" fmla="*/ 674141 h 4078220"/>
              <a:gd name="connsiteX5354" fmla="*/ 2352086 w 11677525"/>
              <a:gd name="connsiteY5354" fmla="*/ 673724 h 4078220"/>
              <a:gd name="connsiteX5355" fmla="*/ 3582033 w 11677525"/>
              <a:gd name="connsiteY5355" fmla="*/ 673529 h 4078220"/>
              <a:gd name="connsiteX5356" fmla="*/ 3592617 w 11677525"/>
              <a:gd name="connsiteY5356" fmla="*/ 678046 h 4078220"/>
              <a:gd name="connsiteX5357" fmla="*/ 3564135 w 11677525"/>
              <a:gd name="connsiteY5357" fmla="*/ 689683 h 4078220"/>
              <a:gd name="connsiteX5358" fmla="*/ 3531180 w 11677525"/>
              <a:gd name="connsiteY5358" fmla="*/ 685387 h 4078220"/>
              <a:gd name="connsiteX5359" fmla="*/ 3559801 w 11677525"/>
              <a:gd name="connsiteY5359" fmla="*/ 673775 h 4078220"/>
              <a:gd name="connsiteX5360" fmla="*/ 3582033 w 11677525"/>
              <a:gd name="connsiteY5360" fmla="*/ 673529 h 4078220"/>
              <a:gd name="connsiteX5361" fmla="*/ 8477049 w 11677525"/>
              <a:gd name="connsiteY5361" fmla="*/ 672296 h 4078220"/>
              <a:gd name="connsiteX5362" fmla="*/ 8513002 w 11677525"/>
              <a:gd name="connsiteY5362" fmla="*/ 679556 h 4078220"/>
              <a:gd name="connsiteX5363" fmla="*/ 8516697 w 11677525"/>
              <a:gd name="connsiteY5363" fmla="*/ 698326 h 4078220"/>
              <a:gd name="connsiteX5364" fmla="*/ 8445341 w 11677525"/>
              <a:gd name="connsiteY5364" fmla="*/ 691375 h 4078220"/>
              <a:gd name="connsiteX5365" fmla="*/ 8442535 w 11677525"/>
              <a:gd name="connsiteY5365" fmla="*/ 672709 h 4078220"/>
              <a:gd name="connsiteX5366" fmla="*/ 8477049 w 11677525"/>
              <a:gd name="connsiteY5366" fmla="*/ 672296 h 4078220"/>
              <a:gd name="connsiteX5367" fmla="*/ 7368725 w 11677525"/>
              <a:gd name="connsiteY5367" fmla="*/ 671329 h 4078220"/>
              <a:gd name="connsiteX5368" fmla="*/ 7375865 w 11677525"/>
              <a:gd name="connsiteY5368" fmla="*/ 672031 h 4078220"/>
              <a:gd name="connsiteX5369" fmla="*/ 7375032 w 11677525"/>
              <a:gd name="connsiteY5369" fmla="*/ 674036 h 4078220"/>
              <a:gd name="connsiteX5370" fmla="*/ 7367835 w 11677525"/>
              <a:gd name="connsiteY5370" fmla="*/ 673307 h 4078220"/>
              <a:gd name="connsiteX5371" fmla="*/ 7368725 w 11677525"/>
              <a:gd name="connsiteY5371" fmla="*/ 671329 h 4078220"/>
              <a:gd name="connsiteX5372" fmla="*/ 7862554 w 11677525"/>
              <a:gd name="connsiteY5372" fmla="*/ 670431 h 4078220"/>
              <a:gd name="connsiteX5373" fmla="*/ 7895418 w 11677525"/>
              <a:gd name="connsiteY5373" fmla="*/ 677524 h 4078220"/>
              <a:gd name="connsiteX5374" fmla="*/ 7892945 w 11677525"/>
              <a:gd name="connsiteY5374" fmla="*/ 695853 h 4078220"/>
              <a:gd name="connsiteX5375" fmla="*/ 7825507 w 11677525"/>
              <a:gd name="connsiteY5375" fmla="*/ 689058 h 4078220"/>
              <a:gd name="connsiteX5376" fmla="*/ 7828647 w 11677525"/>
              <a:gd name="connsiteY5376" fmla="*/ 670834 h 4078220"/>
              <a:gd name="connsiteX5377" fmla="*/ 7862554 w 11677525"/>
              <a:gd name="connsiteY5377" fmla="*/ 670431 h 4078220"/>
              <a:gd name="connsiteX5378" fmla="*/ 9351544 w 11677525"/>
              <a:gd name="connsiteY5378" fmla="*/ 669063 h 4078220"/>
              <a:gd name="connsiteX5379" fmla="*/ 9353126 w 11677525"/>
              <a:gd name="connsiteY5379" fmla="*/ 669246 h 4078220"/>
              <a:gd name="connsiteX5380" fmla="*/ 9353432 w 11677525"/>
              <a:gd name="connsiteY5380" fmla="*/ 669636 h 4078220"/>
              <a:gd name="connsiteX5381" fmla="*/ 9351793 w 11677525"/>
              <a:gd name="connsiteY5381" fmla="*/ 669480 h 4078220"/>
              <a:gd name="connsiteX5382" fmla="*/ 9351544 w 11677525"/>
              <a:gd name="connsiteY5382" fmla="*/ 669063 h 4078220"/>
              <a:gd name="connsiteX5383" fmla="*/ 2987147 w 11677525"/>
              <a:gd name="connsiteY5383" fmla="*/ 665266 h 4078220"/>
              <a:gd name="connsiteX5384" fmla="*/ 3000930 w 11677525"/>
              <a:gd name="connsiteY5384" fmla="*/ 672084 h 4078220"/>
              <a:gd name="connsiteX5385" fmla="*/ 2952164 w 11677525"/>
              <a:gd name="connsiteY5385" fmla="*/ 689682 h 4078220"/>
              <a:gd name="connsiteX5386" fmla="*/ 2904344 w 11677525"/>
              <a:gd name="connsiteY5386" fmla="*/ 683148 h 4078220"/>
              <a:gd name="connsiteX5387" fmla="*/ 2953359 w 11677525"/>
              <a:gd name="connsiteY5387" fmla="*/ 665653 h 4078220"/>
              <a:gd name="connsiteX5388" fmla="*/ 2987147 w 11677525"/>
              <a:gd name="connsiteY5388" fmla="*/ 665266 h 4078220"/>
              <a:gd name="connsiteX5389" fmla="*/ 8608819 w 11677525"/>
              <a:gd name="connsiteY5389" fmla="*/ 663366 h 4078220"/>
              <a:gd name="connsiteX5390" fmla="*/ 8644377 w 11677525"/>
              <a:gd name="connsiteY5390" fmla="*/ 670392 h 4078220"/>
              <a:gd name="connsiteX5391" fmla="*/ 8649211 w 11677525"/>
              <a:gd name="connsiteY5391" fmla="*/ 688616 h 4078220"/>
              <a:gd name="connsiteX5392" fmla="*/ 8579243 w 11677525"/>
              <a:gd name="connsiteY5392" fmla="*/ 681795 h 4078220"/>
              <a:gd name="connsiteX5393" fmla="*/ 8575160 w 11677525"/>
              <a:gd name="connsiteY5393" fmla="*/ 663779 h 4078220"/>
              <a:gd name="connsiteX5394" fmla="*/ 8608819 w 11677525"/>
              <a:gd name="connsiteY5394" fmla="*/ 663366 h 4078220"/>
              <a:gd name="connsiteX5395" fmla="*/ 3454052 w 11677525"/>
              <a:gd name="connsiteY5395" fmla="*/ 661839 h 4078220"/>
              <a:gd name="connsiteX5396" fmla="*/ 3465409 w 11677525"/>
              <a:gd name="connsiteY5396" fmla="*/ 666851 h 4078220"/>
              <a:gd name="connsiteX5397" fmla="*/ 3432872 w 11677525"/>
              <a:gd name="connsiteY5397" fmla="*/ 679764 h 4078220"/>
              <a:gd name="connsiteX5398" fmla="*/ 3396443 w 11677525"/>
              <a:gd name="connsiteY5398" fmla="*/ 674974 h 4078220"/>
              <a:gd name="connsiteX5399" fmla="*/ 3429232 w 11677525"/>
              <a:gd name="connsiteY5399" fmla="*/ 662139 h 4078220"/>
              <a:gd name="connsiteX5400" fmla="*/ 3454052 w 11677525"/>
              <a:gd name="connsiteY5400" fmla="*/ 661839 h 4078220"/>
              <a:gd name="connsiteX5401" fmla="*/ 7997378 w 11677525"/>
              <a:gd name="connsiteY5401" fmla="*/ 661394 h 4078220"/>
              <a:gd name="connsiteX5402" fmla="*/ 8030211 w 11677525"/>
              <a:gd name="connsiteY5402" fmla="*/ 668335 h 4078220"/>
              <a:gd name="connsiteX5403" fmla="*/ 8029016 w 11677525"/>
              <a:gd name="connsiteY5403" fmla="*/ 686272 h 4078220"/>
              <a:gd name="connsiteX5404" fmla="*/ 7962162 w 11677525"/>
              <a:gd name="connsiteY5404" fmla="*/ 679607 h 4078220"/>
              <a:gd name="connsiteX5405" fmla="*/ 7964024 w 11677525"/>
              <a:gd name="connsiteY5405" fmla="*/ 661774 h 4078220"/>
              <a:gd name="connsiteX5406" fmla="*/ 7997378 w 11677525"/>
              <a:gd name="connsiteY5406" fmla="*/ 661394 h 4078220"/>
              <a:gd name="connsiteX5407" fmla="*/ 3913746 w 11677525"/>
              <a:gd name="connsiteY5407" fmla="*/ 660264 h 4078220"/>
              <a:gd name="connsiteX5408" fmla="*/ 3935669 w 11677525"/>
              <a:gd name="connsiteY5408" fmla="*/ 662972 h 4078220"/>
              <a:gd name="connsiteX5409" fmla="*/ 3918580 w 11677525"/>
              <a:gd name="connsiteY5409" fmla="*/ 670496 h 4078220"/>
              <a:gd name="connsiteX5410" fmla="*/ 3896573 w 11677525"/>
              <a:gd name="connsiteY5410" fmla="*/ 667736 h 4078220"/>
              <a:gd name="connsiteX5411" fmla="*/ 3913746 w 11677525"/>
              <a:gd name="connsiteY5411" fmla="*/ 660264 h 4078220"/>
              <a:gd name="connsiteX5412" fmla="*/ 9478805 w 11677525"/>
              <a:gd name="connsiteY5412" fmla="*/ 659873 h 4078220"/>
              <a:gd name="connsiteX5413" fmla="*/ 9480334 w 11677525"/>
              <a:gd name="connsiteY5413" fmla="*/ 660004 h 4078220"/>
              <a:gd name="connsiteX5414" fmla="*/ 9480612 w 11677525"/>
              <a:gd name="connsiteY5414" fmla="*/ 660420 h 4078220"/>
              <a:gd name="connsiteX5415" fmla="*/ 9478972 w 11677525"/>
              <a:gd name="connsiteY5415" fmla="*/ 660290 h 4078220"/>
              <a:gd name="connsiteX5416" fmla="*/ 9478805 w 11677525"/>
              <a:gd name="connsiteY5416" fmla="*/ 659873 h 4078220"/>
              <a:gd name="connsiteX5417" fmla="*/ 7495431 w 11677525"/>
              <a:gd name="connsiteY5417" fmla="*/ 657192 h 4078220"/>
              <a:gd name="connsiteX5418" fmla="*/ 7528218 w 11677525"/>
              <a:gd name="connsiteY5418" fmla="*/ 660498 h 4078220"/>
              <a:gd name="connsiteX5419" fmla="*/ 7525107 w 11677525"/>
              <a:gd name="connsiteY5419" fmla="*/ 669558 h 4078220"/>
              <a:gd name="connsiteX5420" fmla="*/ 7492152 w 11677525"/>
              <a:gd name="connsiteY5420" fmla="*/ 666200 h 4078220"/>
              <a:gd name="connsiteX5421" fmla="*/ 7495431 w 11677525"/>
              <a:gd name="connsiteY5421" fmla="*/ 657192 h 4078220"/>
              <a:gd name="connsiteX5422" fmla="*/ 2855391 w 11677525"/>
              <a:gd name="connsiteY5422" fmla="*/ 656590 h 4078220"/>
              <a:gd name="connsiteX5423" fmla="*/ 2866471 w 11677525"/>
              <a:gd name="connsiteY5423" fmla="*/ 662269 h 4078220"/>
              <a:gd name="connsiteX5424" fmla="*/ 2824679 w 11677525"/>
              <a:gd name="connsiteY5424" fmla="*/ 676926 h 4078220"/>
              <a:gd name="connsiteX5425" fmla="*/ 2785084 w 11677525"/>
              <a:gd name="connsiteY5425" fmla="*/ 671485 h 4078220"/>
              <a:gd name="connsiteX5426" fmla="*/ 2827098 w 11677525"/>
              <a:gd name="connsiteY5426" fmla="*/ 656905 h 4078220"/>
              <a:gd name="connsiteX5427" fmla="*/ 2855391 w 11677525"/>
              <a:gd name="connsiteY5427" fmla="*/ 656590 h 4078220"/>
              <a:gd name="connsiteX5428" fmla="*/ 7011861 w 11677525"/>
              <a:gd name="connsiteY5428" fmla="*/ 653808 h 4078220"/>
              <a:gd name="connsiteX5429" fmla="*/ 7016697 w 11677525"/>
              <a:gd name="connsiteY5429" fmla="*/ 654329 h 4078220"/>
              <a:gd name="connsiteX5430" fmla="*/ 7015835 w 11677525"/>
              <a:gd name="connsiteY5430" fmla="*/ 655683 h 4078220"/>
              <a:gd name="connsiteX5431" fmla="*/ 7010945 w 11677525"/>
              <a:gd name="connsiteY5431" fmla="*/ 655162 h 4078220"/>
              <a:gd name="connsiteX5432" fmla="*/ 7011861 w 11677525"/>
              <a:gd name="connsiteY5432" fmla="*/ 653808 h 4078220"/>
              <a:gd name="connsiteX5433" fmla="*/ 2700919 w 11677525"/>
              <a:gd name="connsiteY5433" fmla="*/ 653729 h 4078220"/>
              <a:gd name="connsiteX5434" fmla="*/ 2710894 w 11677525"/>
              <a:gd name="connsiteY5434" fmla="*/ 655083 h 4078220"/>
              <a:gd name="connsiteX5435" fmla="*/ 2700002 w 11677525"/>
              <a:gd name="connsiteY5435" fmla="*/ 658807 h 4078220"/>
              <a:gd name="connsiteX5436" fmla="*/ 2689999 w 11677525"/>
              <a:gd name="connsiteY5436" fmla="*/ 657426 h 4078220"/>
              <a:gd name="connsiteX5437" fmla="*/ 2700919 w 11677525"/>
              <a:gd name="connsiteY5437" fmla="*/ 653729 h 4078220"/>
              <a:gd name="connsiteX5438" fmla="*/ 8738996 w 11677525"/>
              <a:gd name="connsiteY5438" fmla="*/ 653407 h 4078220"/>
              <a:gd name="connsiteX5439" fmla="*/ 8777111 w 11677525"/>
              <a:gd name="connsiteY5439" fmla="*/ 660810 h 4078220"/>
              <a:gd name="connsiteX5440" fmla="*/ 8783697 w 11677525"/>
              <a:gd name="connsiteY5440" fmla="*/ 679998 h 4078220"/>
              <a:gd name="connsiteX5441" fmla="*/ 8709035 w 11677525"/>
              <a:gd name="connsiteY5441" fmla="*/ 672891 h 4078220"/>
              <a:gd name="connsiteX5442" fmla="*/ 8703339 w 11677525"/>
              <a:gd name="connsiteY5442" fmla="*/ 653833 h 4078220"/>
              <a:gd name="connsiteX5443" fmla="*/ 8738996 w 11677525"/>
              <a:gd name="connsiteY5443" fmla="*/ 653407 h 4078220"/>
              <a:gd name="connsiteX5444" fmla="*/ 8130901 w 11677525"/>
              <a:gd name="connsiteY5444" fmla="*/ 652093 h 4078220"/>
              <a:gd name="connsiteX5445" fmla="*/ 8164447 w 11677525"/>
              <a:gd name="connsiteY5445" fmla="*/ 659041 h 4078220"/>
              <a:gd name="connsiteX5446" fmla="*/ 8164447 w 11677525"/>
              <a:gd name="connsiteY5446" fmla="*/ 677030 h 4078220"/>
              <a:gd name="connsiteX5447" fmla="*/ 8096787 w 11677525"/>
              <a:gd name="connsiteY5447" fmla="*/ 670340 h 4078220"/>
              <a:gd name="connsiteX5448" fmla="*/ 8097314 w 11677525"/>
              <a:gd name="connsiteY5448" fmla="*/ 652506 h 4078220"/>
              <a:gd name="connsiteX5449" fmla="*/ 8130901 w 11677525"/>
              <a:gd name="connsiteY5449" fmla="*/ 652093 h 4078220"/>
              <a:gd name="connsiteX5450" fmla="*/ 3325900 w 11677525"/>
              <a:gd name="connsiteY5450" fmla="*/ 651007 h 4078220"/>
              <a:gd name="connsiteX5451" fmla="*/ 3337230 w 11677525"/>
              <a:gd name="connsiteY5451" fmla="*/ 656099 h 4078220"/>
              <a:gd name="connsiteX5452" fmla="*/ 3302830 w 11677525"/>
              <a:gd name="connsiteY5452" fmla="*/ 669272 h 4078220"/>
              <a:gd name="connsiteX5453" fmla="*/ 3265930 w 11677525"/>
              <a:gd name="connsiteY5453" fmla="*/ 664404 h 4078220"/>
              <a:gd name="connsiteX5454" fmla="*/ 3300441 w 11677525"/>
              <a:gd name="connsiteY5454" fmla="*/ 651282 h 4078220"/>
              <a:gd name="connsiteX5455" fmla="*/ 3325900 w 11677525"/>
              <a:gd name="connsiteY5455" fmla="*/ 651007 h 4078220"/>
              <a:gd name="connsiteX5456" fmla="*/ 4278500 w 11677525"/>
              <a:gd name="connsiteY5456" fmla="*/ 650866 h 4078220"/>
              <a:gd name="connsiteX5457" fmla="*/ 4280806 w 11677525"/>
              <a:gd name="connsiteY5457" fmla="*/ 651152 h 4078220"/>
              <a:gd name="connsiteX5458" fmla="*/ 4279251 w 11677525"/>
              <a:gd name="connsiteY5458" fmla="*/ 651934 h 4078220"/>
              <a:gd name="connsiteX5459" fmla="*/ 4276805 w 11677525"/>
              <a:gd name="connsiteY5459" fmla="*/ 651648 h 4078220"/>
              <a:gd name="connsiteX5460" fmla="*/ 4278500 w 11677525"/>
              <a:gd name="connsiteY5460" fmla="*/ 650866 h 4078220"/>
              <a:gd name="connsiteX5461" fmla="*/ 3798623 w 11677525"/>
              <a:gd name="connsiteY5461" fmla="*/ 648178 h 4078220"/>
              <a:gd name="connsiteX5462" fmla="*/ 3807462 w 11677525"/>
              <a:gd name="connsiteY5462" fmla="*/ 651751 h 4078220"/>
              <a:gd name="connsiteX5463" fmla="*/ 3785789 w 11677525"/>
              <a:gd name="connsiteY5463" fmla="*/ 660941 h 4078220"/>
              <a:gd name="connsiteX5464" fmla="*/ 3759059 w 11677525"/>
              <a:gd name="connsiteY5464" fmla="*/ 657531 h 4078220"/>
              <a:gd name="connsiteX5465" fmla="*/ 3780843 w 11677525"/>
              <a:gd name="connsiteY5465" fmla="*/ 648393 h 4078220"/>
              <a:gd name="connsiteX5466" fmla="*/ 3798623 w 11677525"/>
              <a:gd name="connsiteY5466" fmla="*/ 648178 h 4078220"/>
              <a:gd name="connsiteX5467" fmla="*/ 7649858 w 11677525"/>
              <a:gd name="connsiteY5467" fmla="*/ 643989 h 4078220"/>
              <a:gd name="connsiteX5468" fmla="*/ 7675542 w 11677525"/>
              <a:gd name="connsiteY5468" fmla="*/ 649590 h 4078220"/>
              <a:gd name="connsiteX5469" fmla="*/ 7671764 w 11677525"/>
              <a:gd name="connsiteY5469" fmla="*/ 664013 h 4078220"/>
              <a:gd name="connsiteX5470" fmla="*/ 7618497 w 11677525"/>
              <a:gd name="connsiteY5470" fmla="*/ 658702 h 4078220"/>
              <a:gd name="connsiteX5471" fmla="*/ 7622610 w 11677525"/>
              <a:gd name="connsiteY5471" fmla="*/ 644305 h 4078220"/>
              <a:gd name="connsiteX5472" fmla="*/ 7649858 w 11677525"/>
              <a:gd name="connsiteY5472" fmla="*/ 643989 h 4078220"/>
              <a:gd name="connsiteX5473" fmla="*/ 2576908 w 11677525"/>
              <a:gd name="connsiteY5473" fmla="*/ 643941 h 4078220"/>
              <a:gd name="connsiteX5474" fmla="*/ 2584187 w 11677525"/>
              <a:gd name="connsiteY5474" fmla="*/ 644930 h 4078220"/>
              <a:gd name="connsiteX5475" fmla="*/ 2575963 w 11677525"/>
              <a:gd name="connsiteY5475" fmla="*/ 647638 h 4078220"/>
              <a:gd name="connsiteX5476" fmla="*/ 2568683 w 11677525"/>
              <a:gd name="connsiteY5476" fmla="*/ 646649 h 4078220"/>
              <a:gd name="connsiteX5477" fmla="*/ 2576908 w 11677525"/>
              <a:gd name="connsiteY5477" fmla="*/ 643941 h 4078220"/>
              <a:gd name="connsiteX5478" fmla="*/ 7150794 w 11677525"/>
              <a:gd name="connsiteY5478" fmla="*/ 643446 h 4078220"/>
              <a:gd name="connsiteX5479" fmla="*/ 7160547 w 11677525"/>
              <a:gd name="connsiteY5479" fmla="*/ 644409 h 4078220"/>
              <a:gd name="connsiteX5480" fmla="*/ 7159075 w 11677525"/>
              <a:gd name="connsiteY5480" fmla="*/ 647116 h 4078220"/>
              <a:gd name="connsiteX5481" fmla="*/ 7149349 w 11677525"/>
              <a:gd name="connsiteY5481" fmla="*/ 646128 h 4078220"/>
              <a:gd name="connsiteX5482" fmla="*/ 7150794 w 11677525"/>
              <a:gd name="connsiteY5482" fmla="*/ 643446 h 4078220"/>
              <a:gd name="connsiteX5483" fmla="*/ 8867658 w 11677525"/>
              <a:gd name="connsiteY5483" fmla="*/ 643277 h 4078220"/>
              <a:gd name="connsiteX5484" fmla="*/ 8909376 w 11677525"/>
              <a:gd name="connsiteY5484" fmla="*/ 651204 h 4078220"/>
              <a:gd name="connsiteX5485" fmla="*/ 8917824 w 11677525"/>
              <a:gd name="connsiteY5485" fmla="*/ 671797 h 4078220"/>
              <a:gd name="connsiteX5486" fmla="*/ 8836882 w 11677525"/>
              <a:gd name="connsiteY5486" fmla="*/ 664169 h 4078220"/>
              <a:gd name="connsiteX5487" fmla="*/ 8829295 w 11677525"/>
              <a:gd name="connsiteY5487" fmla="*/ 643707 h 4078220"/>
              <a:gd name="connsiteX5488" fmla="*/ 8867658 w 11677525"/>
              <a:gd name="connsiteY5488" fmla="*/ 643277 h 4078220"/>
              <a:gd name="connsiteX5489" fmla="*/ 8262974 w 11677525"/>
              <a:gd name="connsiteY5489" fmla="*/ 642392 h 4078220"/>
              <a:gd name="connsiteX5490" fmla="*/ 8298656 w 11677525"/>
              <a:gd name="connsiteY5490" fmla="*/ 649642 h 4078220"/>
              <a:gd name="connsiteX5491" fmla="*/ 8300100 w 11677525"/>
              <a:gd name="connsiteY5491" fmla="*/ 668413 h 4078220"/>
              <a:gd name="connsiteX5492" fmla="*/ 8228495 w 11677525"/>
              <a:gd name="connsiteY5492" fmla="*/ 661435 h 4078220"/>
              <a:gd name="connsiteX5493" fmla="*/ 8227772 w 11677525"/>
              <a:gd name="connsiteY5493" fmla="*/ 642795 h 4078220"/>
              <a:gd name="connsiteX5494" fmla="*/ 8262974 w 11677525"/>
              <a:gd name="connsiteY5494" fmla="*/ 642392 h 4078220"/>
              <a:gd name="connsiteX5495" fmla="*/ 3201482 w 11677525"/>
              <a:gd name="connsiteY5495" fmla="*/ 639472 h 4078220"/>
              <a:gd name="connsiteX5496" fmla="*/ 3213663 w 11677525"/>
              <a:gd name="connsiteY5496" fmla="*/ 645139 h 4078220"/>
              <a:gd name="connsiteX5497" fmla="*/ 3174484 w 11677525"/>
              <a:gd name="connsiteY5497" fmla="*/ 659717 h 4078220"/>
              <a:gd name="connsiteX5498" fmla="*/ 3133694 w 11677525"/>
              <a:gd name="connsiteY5498" fmla="*/ 654302 h 4078220"/>
              <a:gd name="connsiteX5499" fmla="*/ 3173150 w 11677525"/>
              <a:gd name="connsiteY5499" fmla="*/ 639801 h 4078220"/>
              <a:gd name="connsiteX5500" fmla="*/ 3201482 w 11677525"/>
              <a:gd name="connsiteY5500" fmla="*/ 639472 h 4078220"/>
              <a:gd name="connsiteX5501" fmla="*/ 4140206 w 11677525"/>
              <a:gd name="connsiteY5501" fmla="*/ 636755 h 4078220"/>
              <a:gd name="connsiteX5502" fmla="*/ 4156295 w 11677525"/>
              <a:gd name="connsiteY5502" fmla="*/ 638734 h 4078220"/>
              <a:gd name="connsiteX5503" fmla="*/ 4144569 w 11677525"/>
              <a:gd name="connsiteY5503" fmla="*/ 644097 h 4078220"/>
              <a:gd name="connsiteX5504" fmla="*/ 4128397 w 11677525"/>
              <a:gd name="connsiteY5504" fmla="*/ 642093 h 4078220"/>
              <a:gd name="connsiteX5505" fmla="*/ 4140206 w 11677525"/>
              <a:gd name="connsiteY5505" fmla="*/ 636755 h 4078220"/>
              <a:gd name="connsiteX5506" fmla="*/ 9118971 w 11677525"/>
              <a:gd name="connsiteY5506" fmla="*/ 636443 h 4078220"/>
              <a:gd name="connsiteX5507" fmla="*/ 9137394 w 11677525"/>
              <a:gd name="connsiteY5507" fmla="*/ 638135 h 4078220"/>
              <a:gd name="connsiteX5508" fmla="*/ 9139921 w 11677525"/>
              <a:gd name="connsiteY5508" fmla="*/ 642743 h 4078220"/>
              <a:gd name="connsiteX5509" fmla="*/ 9121443 w 11677525"/>
              <a:gd name="connsiteY5509" fmla="*/ 641025 h 4078220"/>
              <a:gd name="connsiteX5510" fmla="*/ 9118971 w 11677525"/>
              <a:gd name="connsiteY5510" fmla="*/ 636443 h 4078220"/>
              <a:gd name="connsiteX5511" fmla="*/ 8996324 w 11677525"/>
              <a:gd name="connsiteY5511" fmla="*/ 636238 h 4078220"/>
              <a:gd name="connsiteX5512" fmla="*/ 9032805 w 11677525"/>
              <a:gd name="connsiteY5512" fmla="*/ 643056 h 4078220"/>
              <a:gd name="connsiteX5513" fmla="*/ 9041196 w 11677525"/>
              <a:gd name="connsiteY5513" fmla="*/ 660707 h 4078220"/>
              <a:gd name="connsiteX5514" fmla="*/ 8971035 w 11677525"/>
              <a:gd name="connsiteY5514" fmla="*/ 654173 h 4078220"/>
              <a:gd name="connsiteX5515" fmla="*/ 8963200 w 11677525"/>
              <a:gd name="connsiteY5515" fmla="*/ 636625 h 4078220"/>
              <a:gd name="connsiteX5516" fmla="*/ 8996324 w 11677525"/>
              <a:gd name="connsiteY5516" fmla="*/ 636238 h 4078220"/>
              <a:gd name="connsiteX5517" fmla="*/ 3671839 w 11677525"/>
              <a:gd name="connsiteY5517" fmla="*/ 636049 h 4078220"/>
              <a:gd name="connsiteX5518" fmla="*/ 3682534 w 11677525"/>
              <a:gd name="connsiteY5518" fmla="*/ 640452 h 4078220"/>
              <a:gd name="connsiteX5519" fmla="*/ 3654747 w 11677525"/>
              <a:gd name="connsiteY5519" fmla="*/ 651856 h 4078220"/>
              <a:gd name="connsiteX5520" fmla="*/ 3621653 w 11677525"/>
              <a:gd name="connsiteY5520" fmla="*/ 647663 h 4078220"/>
              <a:gd name="connsiteX5521" fmla="*/ 3649662 w 11677525"/>
              <a:gd name="connsiteY5521" fmla="*/ 636313 h 4078220"/>
              <a:gd name="connsiteX5522" fmla="*/ 3671839 w 11677525"/>
              <a:gd name="connsiteY5522" fmla="*/ 636049 h 4078220"/>
              <a:gd name="connsiteX5523" fmla="*/ 7291311 w 11677525"/>
              <a:gd name="connsiteY5523" fmla="*/ 634777 h 4078220"/>
              <a:gd name="connsiteX5524" fmla="*/ 7297673 w 11677525"/>
              <a:gd name="connsiteY5524" fmla="*/ 635401 h 4078220"/>
              <a:gd name="connsiteX5525" fmla="*/ 7296868 w 11677525"/>
              <a:gd name="connsiteY5525" fmla="*/ 637119 h 4078220"/>
              <a:gd name="connsiteX5526" fmla="*/ 7290533 w 11677525"/>
              <a:gd name="connsiteY5526" fmla="*/ 636495 h 4078220"/>
              <a:gd name="connsiteX5527" fmla="*/ 7291311 w 11677525"/>
              <a:gd name="connsiteY5527" fmla="*/ 634777 h 4078220"/>
              <a:gd name="connsiteX5528" fmla="*/ 2454396 w 11677525"/>
              <a:gd name="connsiteY5528" fmla="*/ 633840 h 4078220"/>
              <a:gd name="connsiteX5529" fmla="*/ 2460509 w 11677525"/>
              <a:gd name="connsiteY5529" fmla="*/ 634673 h 4078220"/>
              <a:gd name="connsiteX5530" fmla="*/ 2453313 w 11677525"/>
              <a:gd name="connsiteY5530" fmla="*/ 636989 h 4078220"/>
              <a:gd name="connsiteX5531" fmla="*/ 2447227 w 11677525"/>
              <a:gd name="connsiteY5531" fmla="*/ 636156 h 4078220"/>
              <a:gd name="connsiteX5532" fmla="*/ 2454396 w 11677525"/>
              <a:gd name="connsiteY5532" fmla="*/ 633840 h 4078220"/>
              <a:gd name="connsiteX5533" fmla="*/ 8393685 w 11677525"/>
              <a:gd name="connsiteY5533" fmla="*/ 633426 h 4078220"/>
              <a:gd name="connsiteX5534" fmla="*/ 8429780 w 11677525"/>
              <a:gd name="connsiteY5534" fmla="*/ 640608 h 4078220"/>
              <a:gd name="connsiteX5535" fmla="*/ 8432503 w 11677525"/>
              <a:gd name="connsiteY5535" fmla="*/ 659222 h 4078220"/>
              <a:gd name="connsiteX5536" fmla="*/ 8360787 w 11677525"/>
              <a:gd name="connsiteY5536" fmla="*/ 652297 h 4078220"/>
              <a:gd name="connsiteX5537" fmla="*/ 8358675 w 11677525"/>
              <a:gd name="connsiteY5537" fmla="*/ 633839 h 4078220"/>
              <a:gd name="connsiteX5538" fmla="*/ 8393685 w 11677525"/>
              <a:gd name="connsiteY5538" fmla="*/ 633426 h 4078220"/>
              <a:gd name="connsiteX5539" fmla="*/ 7784931 w 11677525"/>
              <a:gd name="connsiteY5539" fmla="*/ 632658 h 4078220"/>
              <a:gd name="connsiteX5540" fmla="*/ 7816866 w 11677525"/>
              <a:gd name="connsiteY5540" fmla="*/ 639462 h 4078220"/>
              <a:gd name="connsiteX5541" fmla="*/ 7813587 w 11677525"/>
              <a:gd name="connsiteY5541" fmla="*/ 657062 h 4078220"/>
              <a:gd name="connsiteX5542" fmla="*/ 7747843 w 11677525"/>
              <a:gd name="connsiteY5542" fmla="*/ 650553 h 4078220"/>
              <a:gd name="connsiteX5543" fmla="*/ 7751622 w 11677525"/>
              <a:gd name="connsiteY5543" fmla="*/ 633058 h 4078220"/>
              <a:gd name="connsiteX5544" fmla="*/ 7784931 w 11677525"/>
              <a:gd name="connsiteY5544" fmla="*/ 632658 h 4078220"/>
              <a:gd name="connsiteX5545" fmla="*/ 9253902 w 11677525"/>
              <a:gd name="connsiteY5545" fmla="*/ 630168 h 4078220"/>
              <a:gd name="connsiteX5546" fmla="*/ 9257097 w 11677525"/>
              <a:gd name="connsiteY5546" fmla="*/ 630481 h 4078220"/>
              <a:gd name="connsiteX5547" fmla="*/ 9257515 w 11677525"/>
              <a:gd name="connsiteY5547" fmla="*/ 631211 h 4078220"/>
              <a:gd name="connsiteX5548" fmla="*/ 9254429 w 11677525"/>
              <a:gd name="connsiteY5548" fmla="*/ 630949 h 4078220"/>
              <a:gd name="connsiteX5549" fmla="*/ 9253902 w 11677525"/>
              <a:gd name="connsiteY5549" fmla="*/ 630168 h 4078220"/>
              <a:gd name="connsiteX5550" fmla="*/ 3081588 w 11677525"/>
              <a:gd name="connsiteY5550" fmla="*/ 627022 h 4078220"/>
              <a:gd name="connsiteX5551" fmla="*/ 3095877 w 11677525"/>
              <a:gd name="connsiteY5551" fmla="*/ 633761 h 4078220"/>
              <a:gd name="connsiteX5552" fmla="*/ 3047361 w 11677525"/>
              <a:gd name="connsiteY5552" fmla="*/ 651230 h 4078220"/>
              <a:gd name="connsiteX5553" fmla="*/ 2998596 w 11677525"/>
              <a:gd name="connsiteY5553" fmla="*/ 644747 h 4078220"/>
              <a:gd name="connsiteX5554" fmla="*/ 3047417 w 11677525"/>
              <a:gd name="connsiteY5554" fmla="*/ 627409 h 4078220"/>
              <a:gd name="connsiteX5555" fmla="*/ 3081588 w 11677525"/>
              <a:gd name="connsiteY5555" fmla="*/ 627022 h 4078220"/>
              <a:gd name="connsiteX5556" fmla="*/ 2332719 w 11677525"/>
              <a:gd name="connsiteY5556" fmla="*/ 624910 h 4078220"/>
              <a:gd name="connsiteX5557" fmla="*/ 2333746 w 11677525"/>
              <a:gd name="connsiteY5557" fmla="*/ 625040 h 4078220"/>
              <a:gd name="connsiteX5558" fmla="*/ 2332580 w 11677525"/>
              <a:gd name="connsiteY5558" fmla="*/ 625430 h 4078220"/>
              <a:gd name="connsiteX5559" fmla="*/ 2331608 w 11677525"/>
              <a:gd name="connsiteY5559" fmla="*/ 625274 h 4078220"/>
              <a:gd name="connsiteX5560" fmla="*/ 2332719 w 11677525"/>
              <a:gd name="connsiteY5560" fmla="*/ 624910 h 4078220"/>
              <a:gd name="connsiteX5561" fmla="*/ 3544858 w 11677525"/>
              <a:gd name="connsiteY5561" fmla="*/ 624861 h 4078220"/>
              <a:gd name="connsiteX5562" fmla="*/ 3556272 w 11677525"/>
              <a:gd name="connsiteY5562" fmla="*/ 629674 h 4078220"/>
              <a:gd name="connsiteX5563" fmla="*/ 3524900 w 11677525"/>
              <a:gd name="connsiteY5563" fmla="*/ 642093 h 4078220"/>
              <a:gd name="connsiteX5564" fmla="*/ 3489083 w 11677525"/>
              <a:gd name="connsiteY5564" fmla="*/ 637484 h 4078220"/>
              <a:gd name="connsiteX5565" fmla="*/ 3520566 w 11677525"/>
              <a:gd name="connsiteY5565" fmla="*/ 625144 h 4078220"/>
              <a:gd name="connsiteX5566" fmla="*/ 3544858 w 11677525"/>
              <a:gd name="connsiteY5566" fmla="*/ 624861 h 4078220"/>
              <a:gd name="connsiteX5567" fmla="*/ 8523251 w 11677525"/>
              <a:gd name="connsiteY5567" fmla="*/ 624841 h 4078220"/>
              <a:gd name="connsiteX5568" fmla="*/ 8558905 w 11677525"/>
              <a:gd name="connsiteY5568" fmla="*/ 631782 h 4078220"/>
              <a:gd name="connsiteX5569" fmla="*/ 8562906 w 11677525"/>
              <a:gd name="connsiteY5569" fmla="*/ 649851 h 4078220"/>
              <a:gd name="connsiteX5570" fmla="*/ 8492523 w 11677525"/>
              <a:gd name="connsiteY5570" fmla="*/ 643133 h 4078220"/>
              <a:gd name="connsiteX5571" fmla="*/ 8489242 w 11677525"/>
              <a:gd name="connsiteY5571" fmla="*/ 625221 h 4078220"/>
              <a:gd name="connsiteX5572" fmla="*/ 8523251 w 11677525"/>
              <a:gd name="connsiteY5572" fmla="*/ 624841 h 4078220"/>
              <a:gd name="connsiteX5573" fmla="*/ 4005497 w 11677525"/>
              <a:gd name="connsiteY5573" fmla="*/ 624727 h 4078220"/>
              <a:gd name="connsiteX5574" fmla="*/ 4027086 w 11677525"/>
              <a:gd name="connsiteY5574" fmla="*/ 627383 h 4078220"/>
              <a:gd name="connsiteX5575" fmla="*/ 4010720 w 11677525"/>
              <a:gd name="connsiteY5575" fmla="*/ 634568 h 4078220"/>
              <a:gd name="connsiteX5576" fmla="*/ 3989020 w 11677525"/>
              <a:gd name="connsiteY5576" fmla="*/ 631913 h 4078220"/>
              <a:gd name="connsiteX5577" fmla="*/ 4005497 w 11677525"/>
              <a:gd name="connsiteY5577" fmla="*/ 624727 h 4078220"/>
              <a:gd name="connsiteX5578" fmla="*/ 7917942 w 11677525"/>
              <a:gd name="connsiteY5578" fmla="*/ 623625 h 4078220"/>
              <a:gd name="connsiteX5579" fmla="*/ 7950574 w 11677525"/>
              <a:gd name="connsiteY5579" fmla="*/ 630429 h 4078220"/>
              <a:gd name="connsiteX5580" fmla="*/ 7948573 w 11677525"/>
              <a:gd name="connsiteY5580" fmla="*/ 648029 h 4078220"/>
              <a:gd name="connsiteX5581" fmla="*/ 7881941 w 11677525"/>
              <a:gd name="connsiteY5581" fmla="*/ 641494 h 4078220"/>
              <a:gd name="connsiteX5582" fmla="*/ 7884498 w 11677525"/>
              <a:gd name="connsiteY5582" fmla="*/ 624025 h 4078220"/>
              <a:gd name="connsiteX5583" fmla="*/ 7917942 w 11677525"/>
              <a:gd name="connsiteY5583" fmla="*/ 623625 h 4078220"/>
              <a:gd name="connsiteX5584" fmla="*/ 7419657 w 11677525"/>
              <a:gd name="connsiteY5584" fmla="*/ 621863 h 4078220"/>
              <a:gd name="connsiteX5585" fmla="*/ 7446082 w 11677525"/>
              <a:gd name="connsiteY5585" fmla="*/ 624545 h 4078220"/>
              <a:gd name="connsiteX5586" fmla="*/ 7443303 w 11677525"/>
              <a:gd name="connsiteY5586" fmla="*/ 631730 h 4078220"/>
              <a:gd name="connsiteX5587" fmla="*/ 7416739 w 11677525"/>
              <a:gd name="connsiteY5587" fmla="*/ 629023 h 4078220"/>
              <a:gd name="connsiteX5588" fmla="*/ 7419657 w 11677525"/>
              <a:gd name="connsiteY5588" fmla="*/ 621863 h 4078220"/>
              <a:gd name="connsiteX5589" fmla="*/ 9379830 w 11677525"/>
              <a:gd name="connsiteY5589" fmla="*/ 621629 h 4078220"/>
              <a:gd name="connsiteX5590" fmla="*/ 9381304 w 11677525"/>
              <a:gd name="connsiteY5590" fmla="*/ 621759 h 4078220"/>
              <a:gd name="connsiteX5591" fmla="*/ 9381663 w 11677525"/>
              <a:gd name="connsiteY5591" fmla="*/ 622150 h 4078220"/>
              <a:gd name="connsiteX5592" fmla="*/ 9380051 w 11677525"/>
              <a:gd name="connsiteY5592" fmla="*/ 621994 h 4078220"/>
              <a:gd name="connsiteX5593" fmla="*/ 9379830 w 11677525"/>
              <a:gd name="connsiteY5593" fmla="*/ 621629 h 4078220"/>
              <a:gd name="connsiteX5594" fmla="*/ 6928863 w 11677525"/>
              <a:gd name="connsiteY5594" fmla="*/ 619260 h 4078220"/>
              <a:gd name="connsiteX5595" fmla="*/ 6935615 w 11677525"/>
              <a:gd name="connsiteY5595" fmla="*/ 619937 h 4078220"/>
              <a:gd name="connsiteX5596" fmla="*/ 6934309 w 11677525"/>
              <a:gd name="connsiteY5596" fmla="*/ 621785 h 4078220"/>
              <a:gd name="connsiteX5597" fmla="*/ 6927557 w 11677525"/>
              <a:gd name="connsiteY5597" fmla="*/ 621109 h 4078220"/>
              <a:gd name="connsiteX5598" fmla="*/ 6928863 w 11677525"/>
              <a:gd name="connsiteY5598" fmla="*/ 619260 h 4078220"/>
              <a:gd name="connsiteX5599" fmla="*/ 4375586 w 11677525"/>
              <a:gd name="connsiteY5599" fmla="*/ 618244 h 4078220"/>
              <a:gd name="connsiteX5600" fmla="*/ 4376698 w 11677525"/>
              <a:gd name="connsiteY5600" fmla="*/ 618401 h 4078220"/>
              <a:gd name="connsiteX5601" fmla="*/ 4375974 w 11677525"/>
              <a:gd name="connsiteY5601" fmla="*/ 618791 h 4078220"/>
              <a:gd name="connsiteX5602" fmla="*/ 4374864 w 11677525"/>
              <a:gd name="connsiteY5602" fmla="*/ 618636 h 4078220"/>
              <a:gd name="connsiteX5603" fmla="*/ 4375586 w 11677525"/>
              <a:gd name="connsiteY5603" fmla="*/ 618244 h 4078220"/>
              <a:gd name="connsiteX5604" fmla="*/ 2957319 w 11677525"/>
              <a:gd name="connsiteY5604" fmla="*/ 616874 h 4078220"/>
              <a:gd name="connsiteX5605" fmla="*/ 2971115 w 11677525"/>
              <a:gd name="connsiteY5605" fmla="*/ 623530 h 4078220"/>
              <a:gd name="connsiteX5606" fmla="*/ 2921599 w 11677525"/>
              <a:gd name="connsiteY5606" fmla="*/ 640817 h 4078220"/>
              <a:gd name="connsiteX5607" fmla="*/ 2873612 w 11677525"/>
              <a:gd name="connsiteY5607" fmla="*/ 634386 h 4078220"/>
              <a:gd name="connsiteX5608" fmla="*/ 2923266 w 11677525"/>
              <a:gd name="connsiteY5608" fmla="*/ 617230 h 4078220"/>
              <a:gd name="connsiteX5609" fmla="*/ 2957319 w 11677525"/>
              <a:gd name="connsiteY5609" fmla="*/ 616874 h 4078220"/>
              <a:gd name="connsiteX5610" fmla="*/ 3417422 w 11677525"/>
              <a:gd name="connsiteY5610" fmla="*/ 614655 h 4078220"/>
              <a:gd name="connsiteX5611" fmla="*/ 3428454 w 11677525"/>
              <a:gd name="connsiteY5611" fmla="*/ 619416 h 4078220"/>
              <a:gd name="connsiteX5612" fmla="*/ 3396388 w 11677525"/>
              <a:gd name="connsiteY5612" fmla="*/ 631678 h 4078220"/>
              <a:gd name="connsiteX5613" fmla="*/ 3361043 w 11677525"/>
              <a:gd name="connsiteY5613" fmla="*/ 627149 h 4078220"/>
              <a:gd name="connsiteX5614" fmla="*/ 3393221 w 11677525"/>
              <a:gd name="connsiteY5614" fmla="*/ 614912 h 4078220"/>
              <a:gd name="connsiteX5615" fmla="*/ 3417422 w 11677525"/>
              <a:gd name="connsiteY5615" fmla="*/ 614655 h 4078220"/>
              <a:gd name="connsiteX5616" fmla="*/ 8651139 w 11677525"/>
              <a:gd name="connsiteY5616" fmla="*/ 614652 h 4078220"/>
              <a:gd name="connsiteX5617" fmla="*/ 8691251 w 11677525"/>
              <a:gd name="connsiteY5617" fmla="*/ 622332 h 4078220"/>
              <a:gd name="connsiteX5618" fmla="*/ 8697200 w 11677525"/>
              <a:gd name="connsiteY5618" fmla="*/ 642274 h 4078220"/>
              <a:gd name="connsiteX5619" fmla="*/ 8618367 w 11677525"/>
              <a:gd name="connsiteY5619" fmla="*/ 634880 h 4078220"/>
              <a:gd name="connsiteX5620" fmla="*/ 8613339 w 11677525"/>
              <a:gd name="connsiteY5620" fmla="*/ 615094 h 4078220"/>
              <a:gd name="connsiteX5621" fmla="*/ 8651139 w 11677525"/>
              <a:gd name="connsiteY5621" fmla="*/ 614652 h 4078220"/>
              <a:gd name="connsiteX5622" fmla="*/ 8049630 w 11677525"/>
              <a:gd name="connsiteY5622" fmla="*/ 614170 h 4078220"/>
              <a:gd name="connsiteX5623" fmla="*/ 8084339 w 11677525"/>
              <a:gd name="connsiteY5623" fmla="*/ 621291 h 4078220"/>
              <a:gd name="connsiteX5624" fmla="*/ 8083616 w 11677525"/>
              <a:gd name="connsiteY5624" fmla="*/ 639645 h 4078220"/>
              <a:gd name="connsiteX5625" fmla="*/ 8013177 w 11677525"/>
              <a:gd name="connsiteY5625" fmla="*/ 632824 h 4078220"/>
              <a:gd name="connsiteX5626" fmla="*/ 8014567 w 11677525"/>
              <a:gd name="connsiteY5626" fmla="*/ 614548 h 4078220"/>
              <a:gd name="connsiteX5627" fmla="*/ 8049630 w 11677525"/>
              <a:gd name="connsiteY5627" fmla="*/ 614170 h 4078220"/>
              <a:gd name="connsiteX5628" fmla="*/ 2815337 w 11677525"/>
              <a:gd name="connsiteY5628" fmla="*/ 613240 h 4078220"/>
              <a:gd name="connsiteX5629" fmla="*/ 2821429 w 11677525"/>
              <a:gd name="connsiteY5629" fmla="*/ 616292 h 4078220"/>
              <a:gd name="connsiteX5630" fmla="*/ 2798199 w 11677525"/>
              <a:gd name="connsiteY5630" fmla="*/ 624181 h 4078220"/>
              <a:gd name="connsiteX5631" fmla="*/ 2776359 w 11677525"/>
              <a:gd name="connsiteY5631" fmla="*/ 621265 h 4078220"/>
              <a:gd name="connsiteX5632" fmla="*/ 2799700 w 11677525"/>
              <a:gd name="connsiteY5632" fmla="*/ 613429 h 4078220"/>
              <a:gd name="connsiteX5633" fmla="*/ 2815337 w 11677525"/>
              <a:gd name="connsiteY5633" fmla="*/ 613240 h 4078220"/>
              <a:gd name="connsiteX5634" fmla="*/ 3890530 w 11677525"/>
              <a:gd name="connsiteY5634" fmla="*/ 612888 h 4078220"/>
              <a:gd name="connsiteX5635" fmla="*/ 3899353 w 11677525"/>
              <a:gd name="connsiteY5635" fmla="*/ 616318 h 4078220"/>
              <a:gd name="connsiteX5636" fmla="*/ 3878624 w 11677525"/>
              <a:gd name="connsiteY5636" fmla="*/ 625144 h 4078220"/>
              <a:gd name="connsiteX5637" fmla="*/ 3852254 w 11677525"/>
              <a:gd name="connsiteY5637" fmla="*/ 621890 h 4078220"/>
              <a:gd name="connsiteX5638" fmla="*/ 3873122 w 11677525"/>
              <a:gd name="connsiteY5638" fmla="*/ 613090 h 4078220"/>
              <a:gd name="connsiteX5639" fmla="*/ 3890530 w 11677525"/>
              <a:gd name="connsiteY5639" fmla="*/ 612888 h 4078220"/>
              <a:gd name="connsiteX5640" fmla="*/ 7066935 w 11677525"/>
              <a:gd name="connsiteY5640" fmla="*/ 608326 h 4078220"/>
              <a:gd name="connsiteX5641" fmla="*/ 7081217 w 11677525"/>
              <a:gd name="connsiteY5641" fmla="*/ 609758 h 4078220"/>
              <a:gd name="connsiteX5642" fmla="*/ 7078911 w 11677525"/>
              <a:gd name="connsiteY5642" fmla="*/ 613662 h 4078220"/>
              <a:gd name="connsiteX5643" fmla="*/ 7064573 w 11677525"/>
              <a:gd name="connsiteY5643" fmla="*/ 612205 h 4078220"/>
              <a:gd name="connsiteX5644" fmla="*/ 7066935 w 11677525"/>
              <a:gd name="connsiteY5644" fmla="*/ 608326 h 4078220"/>
              <a:gd name="connsiteX5645" fmla="*/ 7570267 w 11677525"/>
              <a:gd name="connsiteY5645" fmla="*/ 608062 h 4078220"/>
              <a:gd name="connsiteX5646" fmla="*/ 7595213 w 11677525"/>
              <a:gd name="connsiteY5646" fmla="*/ 613429 h 4078220"/>
              <a:gd name="connsiteX5647" fmla="*/ 7590961 w 11677525"/>
              <a:gd name="connsiteY5647" fmla="*/ 627304 h 4078220"/>
              <a:gd name="connsiteX5648" fmla="*/ 7538889 w 11677525"/>
              <a:gd name="connsiteY5648" fmla="*/ 622150 h 4078220"/>
              <a:gd name="connsiteX5649" fmla="*/ 7543530 w 11677525"/>
              <a:gd name="connsiteY5649" fmla="*/ 608378 h 4078220"/>
              <a:gd name="connsiteX5650" fmla="*/ 7570267 w 11677525"/>
              <a:gd name="connsiteY5650" fmla="*/ 608062 h 4078220"/>
              <a:gd name="connsiteX5651" fmla="*/ 8896651 w 11677525"/>
              <a:gd name="connsiteY5651" fmla="*/ 607128 h 4078220"/>
              <a:gd name="connsiteX5652" fmla="*/ 8919769 w 11677525"/>
              <a:gd name="connsiteY5652" fmla="*/ 609237 h 4078220"/>
              <a:gd name="connsiteX5653" fmla="*/ 8922297 w 11677525"/>
              <a:gd name="connsiteY5653" fmla="*/ 614991 h 4078220"/>
              <a:gd name="connsiteX5654" fmla="*/ 8898956 w 11677525"/>
              <a:gd name="connsiteY5654" fmla="*/ 612882 h 4078220"/>
              <a:gd name="connsiteX5655" fmla="*/ 8896651 w 11677525"/>
              <a:gd name="connsiteY5655" fmla="*/ 607128 h 4078220"/>
              <a:gd name="connsiteX5656" fmla="*/ 2677328 w 11677525"/>
              <a:gd name="connsiteY5656" fmla="*/ 606035 h 4078220"/>
              <a:gd name="connsiteX5657" fmla="*/ 2687998 w 11677525"/>
              <a:gd name="connsiteY5657" fmla="*/ 607467 h 4078220"/>
              <a:gd name="connsiteX5658" fmla="*/ 2676188 w 11677525"/>
              <a:gd name="connsiteY5658" fmla="*/ 611372 h 4078220"/>
              <a:gd name="connsiteX5659" fmla="*/ 2665491 w 11677525"/>
              <a:gd name="connsiteY5659" fmla="*/ 609914 h 4078220"/>
              <a:gd name="connsiteX5660" fmla="*/ 2677328 w 11677525"/>
              <a:gd name="connsiteY5660" fmla="*/ 606035 h 4078220"/>
              <a:gd name="connsiteX5661" fmla="*/ 8778039 w 11677525"/>
              <a:gd name="connsiteY5661" fmla="*/ 605973 h 4078220"/>
              <a:gd name="connsiteX5662" fmla="*/ 8818542 w 11677525"/>
              <a:gd name="connsiteY5662" fmla="*/ 613611 h 4078220"/>
              <a:gd name="connsiteX5663" fmla="*/ 8825766 w 11677525"/>
              <a:gd name="connsiteY5663" fmla="*/ 633344 h 4078220"/>
              <a:gd name="connsiteX5664" fmla="*/ 8746853 w 11677525"/>
              <a:gd name="connsiteY5664" fmla="*/ 626003 h 4078220"/>
              <a:gd name="connsiteX5665" fmla="*/ 8740434 w 11677525"/>
              <a:gd name="connsiteY5665" fmla="*/ 606399 h 4078220"/>
              <a:gd name="connsiteX5666" fmla="*/ 8778039 w 11677525"/>
              <a:gd name="connsiteY5666" fmla="*/ 605973 h 4078220"/>
              <a:gd name="connsiteX5667" fmla="*/ 8179865 w 11677525"/>
              <a:gd name="connsiteY5667" fmla="*/ 605846 h 4078220"/>
              <a:gd name="connsiteX5668" fmla="*/ 8213824 w 11677525"/>
              <a:gd name="connsiteY5668" fmla="*/ 612673 h 4078220"/>
              <a:gd name="connsiteX5669" fmla="*/ 8214490 w 11677525"/>
              <a:gd name="connsiteY5669" fmla="*/ 630298 h 4078220"/>
              <a:gd name="connsiteX5670" fmla="*/ 8146024 w 11677525"/>
              <a:gd name="connsiteY5670" fmla="*/ 623790 h 4078220"/>
              <a:gd name="connsiteX5671" fmla="*/ 8146136 w 11677525"/>
              <a:gd name="connsiteY5671" fmla="*/ 606243 h 4078220"/>
              <a:gd name="connsiteX5672" fmla="*/ 8179865 w 11677525"/>
              <a:gd name="connsiteY5672" fmla="*/ 605846 h 4078220"/>
              <a:gd name="connsiteX5673" fmla="*/ 4237097 w 11677525"/>
              <a:gd name="connsiteY5673" fmla="*/ 605202 h 4078220"/>
              <a:gd name="connsiteX5674" fmla="*/ 4246851 w 11677525"/>
              <a:gd name="connsiteY5674" fmla="*/ 606373 h 4078220"/>
              <a:gd name="connsiteX5675" fmla="*/ 4239960 w 11677525"/>
              <a:gd name="connsiteY5675" fmla="*/ 609498 h 4078220"/>
              <a:gd name="connsiteX5676" fmla="*/ 4230206 w 11677525"/>
              <a:gd name="connsiteY5676" fmla="*/ 608352 h 4078220"/>
              <a:gd name="connsiteX5677" fmla="*/ 4237097 w 11677525"/>
              <a:gd name="connsiteY5677" fmla="*/ 605202 h 4078220"/>
              <a:gd name="connsiteX5678" fmla="*/ 3294682 w 11677525"/>
              <a:gd name="connsiteY5678" fmla="*/ 603409 h 4078220"/>
              <a:gd name="connsiteX5679" fmla="*/ 3306804 w 11677525"/>
              <a:gd name="connsiteY5679" fmla="*/ 608742 h 4078220"/>
              <a:gd name="connsiteX5680" fmla="*/ 3269570 w 11677525"/>
              <a:gd name="connsiteY5680" fmla="*/ 622541 h 4078220"/>
              <a:gd name="connsiteX5681" fmla="*/ 3229947 w 11677525"/>
              <a:gd name="connsiteY5681" fmla="*/ 617438 h 4078220"/>
              <a:gd name="connsiteX5682" fmla="*/ 3267348 w 11677525"/>
              <a:gd name="connsiteY5682" fmla="*/ 603719 h 4078220"/>
              <a:gd name="connsiteX5683" fmla="*/ 3294682 w 11677525"/>
              <a:gd name="connsiteY5683" fmla="*/ 603409 h 4078220"/>
              <a:gd name="connsiteX5684" fmla="*/ 9033999 w 11677525"/>
              <a:gd name="connsiteY5684" fmla="*/ 602129 h 4078220"/>
              <a:gd name="connsiteX5685" fmla="*/ 9035500 w 11677525"/>
              <a:gd name="connsiteY5685" fmla="*/ 602286 h 4078220"/>
              <a:gd name="connsiteX5686" fmla="*/ 9035777 w 11677525"/>
              <a:gd name="connsiteY5686" fmla="*/ 602650 h 4078220"/>
              <a:gd name="connsiteX5687" fmla="*/ 9034193 w 11677525"/>
              <a:gd name="connsiteY5687" fmla="*/ 602520 h 4078220"/>
              <a:gd name="connsiteX5688" fmla="*/ 9033999 w 11677525"/>
              <a:gd name="connsiteY5688" fmla="*/ 602129 h 4078220"/>
              <a:gd name="connsiteX5689" fmla="*/ 3763129 w 11677525"/>
              <a:gd name="connsiteY5689" fmla="*/ 601555 h 4078220"/>
              <a:gd name="connsiteX5690" fmla="*/ 3773174 w 11677525"/>
              <a:gd name="connsiteY5690" fmla="*/ 605515 h 4078220"/>
              <a:gd name="connsiteX5691" fmla="*/ 3748193 w 11677525"/>
              <a:gd name="connsiteY5691" fmla="*/ 615720 h 4078220"/>
              <a:gd name="connsiteX5692" fmla="*/ 3717823 w 11677525"/>
              <a:gd name="connsiteY5692" fmla="*/ 611945 h 4078220"/>
              <a:gd name="connsiteX5693" fmla="*/ 3742831 w 11677525"/>
              <a:gd name="connsiteY5693" fmla="*/ 601791 h 4078220"/>
              <a:gd name="connsiteX5694" fmla="*/ 3763129 w 11677525"/>
              <a:gd name="connsiteY5694" fmla="*/ 601555 h 4078220"/>
              <a:gd name="connsiteX5695" fmla="*/ 7209368 w 11677525"/>
              <a:gd name="connsiteY5695" fmla="*/ 600594 h 4078220"/>
              <a:gd name="connsiteX5696" fmla="*/ 7215509 w 11677525"/>
              <a:gd name="connsiteY5696" fmla="*/ 601193 h 4078220"/>
              <a:gd name="connsiteX5697" fmla="*/ 7214647 w 11677525"/>
              <a:gd name="connsiteY5697" fmla="*/ 602859 h 4078220"/>
              <a:gd name="connsiteX5698" fmla="*/ 7208451 w 11677525"/>
              <a:gd name="connsiteY5698" fmla="*/ 602260 h 4078220"/>
              <a:gd name="connsiteX5699" fmla="*/ 7209368 w 11677525"/>
              <a:gd name="connsiteY5699" fmla="*/ 600594 h 4078220"/>
              <a:gd name="connsiteX5700" fmla="*/ 2556233 w 11677525"/>
              <a:gd name="connsiteY5700" fmla="*/ 597808 h 4078220"/>
              <a:gd name="connsiteX5701" fmla="*/ 2559707 w 11677525"/>
              <a:gd name="connsiteY5701" fmla="*/ 598303 h 4078220"/>
              <a:gd name="connsiteX5702" fmla="*/ 2555733 w 11677525"/>
              <a:gd name="connsiteY5702" fmla="*/ 599604 h 4078220"/>
              <a:gd name="connsiteX5703" fmla="*/ 2552204 w 11677525"/>
              <a:gd name="connsiteY5703" fmla="*/ 599110 h 4078220"/>
              <a:gd name="connsiteX5704" fmla="*/ 2556233 w 11677525"/>
              <a:gd name="connsiteY5704" fmla="*/ 597808 h 4078220"/>
              <a:gd name="connsiteX5705" fmla="*/ 7704073 w 11677525"/>
              <a:gd name="connsiteY5705" fmla="*/ 597460 h 4078220"/>
              <a:gd name="connsiteX5706" fmla="*/ 7734062 w 11677525"/>
              <a:gd name="connsiteY5706" fmla="*/ 603770 h 4078220"/>
              <a:gd name="connsiteX5707" fmla="*/ 7730199 w 11677525"/>
              <a:gd name="connsiteY5707" fmla="*/ 620067 h 4078220"/>
              <a:gd name="connsiteX5708" fmla="*/ 7668208 w 11677525"/>
              <a:gd name="connsiteY5708" fmla="*/ 614053 h 4078220"/>
              <a:gd name="connsiteX5709" fmla="*/ 7672542 w 11677525"/>
              <a:gd name="connsiteY5709" fmla="*/ 597808 h 4078220"/>
              <a:gd name="connsiteX5710" fmla="*/ 7704073 w 11677525"/>
              <a:gd name="connsiteY5710" fmla="*/ 597460 h 4078220"/>
              <a:gd name="connsiteX5711" fmla="*/ 8308788 w 11677525"/>
              <a:gd name="connsiteY5711" fmla="*/ 596434 h 4078220"/>
              <a:gd name="connsiteX5712" fmla="*/ 8345310 w 11677525"/>
              <a:gd name="connsiteY5712" fmla="*/ 603614 h 4078220"/>
              <a:gd name="connsiteX5713" fmla="*/ 8347254 w 11677525"/>
              <a:gd name="connsiteY5713" fmla="*/ 622229 h 4078220"/>
              <a:gd name="connsiteX5714" fmla="*/ 8274342 w 11677525"/>
              <a:gd name="connsiteY5714" fmla="*/ 615303 h 4078220"/>
              <a:gd name="connsiteX5715" fmla="*/ 8273036 w 11677525"/>
              <a:gd name="connsiteY5715" fmla="*/ 596871 h 4078220"/>
              <a:gd name="connsiteX5716" fmla="*/ 8308788 w 11677525"/>
              <a:gd name="connsiteY5716" fmla="*/ 596434 h 4078220"/>
              <a:gd name="connsiteX5717" fmla="*/ 9158206 w 11677525"/>
              <a:gd name="connsiteY5717" fmla="*/ 593617 h 4078220"/>
              <a:gd name="connsiteX5718" fmla="*/ 9159704 w 11677525"/>
              <a:gd name="connsiteY5718" fmla="*/ 593747 h 4078220"/>
              <a:gd name="connsiteX5719" fmla="*/ 9159982 w 11677525"/>
              <a:gd name="connsiteY5719" fmla="*/ 594111 h 4078220"/>
              <a:gd name="connsiteX5720" fmla="*/ 9158371 w 11677525"/>
              <a:gd name="connsiteY5720" fmla="*/ 593981 h 4078220"/>
              <a:gd name="connsiteX5721" fmla="*/ 9158206 w 11677525"/>
              <a:gd name="connsiteY5721" fmla="*/ 593617 h 4078220"/>
              <a:gd name="connsiteX5722" fmla="*/ 3174307 w 11677525"/>
              <a:gd name="connsiteY5722" fmla="*/ 591993 h 4078220"/>
              <a:gd name="connsiteX5723" fmla="*/ 3187711 w 11677525"/>
              <a:gd name="connsiteY5723" fmla="*/ 598068 h 4078220"/>
              <a:gd name="connsiteX5724" fmla="*/ 3144169 w 11677525"/>
              <a:gd name="connsiteY5724" fmla="*/ 613741 h 4078220"/>
              <a:gd name="connsiteX5725" fmla="*/ 3099183 w 11677525"/>
              <a:gd name="connsiteY5725" fmla="*/ 607935 h 4078220"/>
              <a:gd name="connsiteX5726" fmla="*/ 3143086 w 11677525"/>
              <a:gd name="connsiteY5726" fmla="*/ 592341 h 4078220"/>
              <a:gd name="connsiteX5727" fmla="*/ 3174307 w 11677525"/>
              <a:gd name="connsiteY5727" fmla="*/ 591993 h 4078220"/>
              <a:gd name="connsiteX5728" fmla="*/ 4101194 w 11677525"/>
              <a:gd name="connsiteY5728" fmla="*/ 591794 h 4078220"/>
              <a:gd name="connsiteX5729" fmla="*/ 4122422 w 11677525"/>
              <a:gd name="connsiteY5729" fmla="*/ 594346 h 4078220"/>
              <a:gd name="connsiteX5730" fmla="*/ 4106751 w 11677525"/>
              <a:gd name="connsiteY5730" fmla="*/ 601297 h 4078220"/>
              <a:gd name="connsiteX5731" fmla="*/ 4085411 w 11677525"/>
              <a:gd name="connsiteY5731" fmla="*/ 598719 h 4078220"/>
              <a:gd name="connsiteX5732" fmla="*/ 4101194 w 11677525"/>
              <a:gd name="connsiteY5732" fmla="*/ 591794 h 4078220"/>
              <a:gd name="connsiteX5733" fmla="*/ 3638197 w 11677525"/>
              <a:gd name="connsiteY5733" fmla="*/ 590128 h 4078220"/>
              <a:gd name="connsiteX5734" fmla="*/ 3649635 w 11677525"/>
              <a:gd name="connsiteY5734" fmla="*/ 594762 h 4078220"/>
              <a:gd name="connsiteX5735" fmla="*/ 3619458 w 11677525"/>
              <a:gd name="connsiteY5735" fmla="*/ 606659 h 4078220"/>
              <a:gd name="connsiteX5736" fmla="*/ 3584059 w 11677525"/>
              <a:gd name="connsiteY5736" fmla="*/ 602260 h 4078220"/>
              <a:gd name="connsiteX5737" fmla="*/ 3614318 w 11677525"/>
              <a:gd name="connsiteY5737" fmla="*/ 590414 h 4078220"/>
              <a:gd name="connsiteX5738" fmla="*/ 3638197 w 11677525"/>
              <a:gd name="connsiteY5738" fmla="*/ 590128 h 4078220"/>
              <a:gd name="connsiteX5739" fmla="*/ 8436533 w 11677525"/>
              <a:gd name="connsiteY5739" fmla="*/ 588696 h 4078220"/>
              <a:gd name="connsiteX5740" fmla="*/ 8471154 w 11677525"/>
              <a:gd name="connsiteY5740" fmla="*/ 595361 h 4078220"/>
              <a:gd name="connsiteX5741" fmla="*/ 8474241 w 11677525"/>
              <a:gd name="connsiteY5741" fmla="*/ 612700 h 4078220"/>
              <a:gd name="connsiteX5742" fmla="*/ 8405550 w 11677525"/>
              <a:gd name="connsiteY5742" fmla="*/ 606269 h 4078220"/>
              <a:gd name="connsiteX5743" fmla="*/ 8403162 w 11677525"/>
              <a:gd name="connsiteY5743" fmla="*/ 589061 h 4078220"/>
              <a:gd name="connsiteX5744" fmla="*/ 8436533 w 11677525"/>
              <a:gd name="connsiteY5744" fmla="*/ 588696 h 4078220"/>
              <a:gd name="connsiteX5745" fmla="*/ 7338742 w 11677525"/>
              <a:gd name="connsiteY5745" fmla="*/ 588383 h 4078220"/>
              <a:gd name="connsiteX5746" fmla="*/ 7361945 w 11677525"/>
              <a:gd name="connsiteY5746" fmla="*/ 590648 h 4078220"/>
              <a:gd name="connsiteX5747" fmla="*/ 7359138 w 11677525"/>
              <a:gd name="connsiteY5747" fmla="*/ 596819 h 4078220"/>
              <a:gd name="connsiteX5748" fmla="*/ 7335964 w 11677525"/>
              <a:gd name="connsiteY5748" fmla="*/ 594527 h 4078220"/>
              <a:gd name="connsiteX5749" fmla="*/ 7338742 w 11677525"/>
              <a:gd name="connsiteY5749" fmla="*/ 588383 h 4078220"/>
              <a:gd name="connsiteX5750" fmla="*/ 2436724 w 11677525"/>
              <a:gd name="connsiteY5750" fmla="*/ 588253 h 4078220"/>
              <a:gd name="connsiteX5751" fmla="*/ 2439225 w 11677525"/>
              <a:gd name="connsiteY5751" fmla="*/ 588592 h 4078220"/>
              <a:gd name="connsiteX5752" fmla="*/ 2436363 w 11677525"/>
              <a:gd name="connsiteY5752" fmla="*/ 589503 h 4078220"/>
              <a:gd name="connsiteX5753" fmla="*/ 2433834 w 11677525"/>
              <a:gd name="connsiteY5753" fmla="*/ 589139 h 4078220"/>
              <a:gd name="connsiteX5754" fmla="*/ 2436724 w 11677525"/>
              <a:gd name="connsiteY5754" fmla="*/ 588253 h 4078220"/>
              <a:gd name="connsiteX5755" fmla="*/ 7836034 w 11677525"/>
              <a:gd name="connsiteY5755" fmla="*/ 587869 h 4078220"/>
              <a:gd name="connsiteX5756" fmla="*/ 7868688 w 11677525"/>
              <a:gd name="connsiteY5756" fmla="*/ 594632 h 4078220"/>
              <a:gd name="connsiteX5757" fmla="*/ 7865825 w 11677525"/>
              <a:gd name="connsiteY5757" fmla="*/ 612101 h 4078220"/>
              <a:gd name="connsiteX5758" fmla="*/ 7798720 w 11677525"/>
              <a:gd name="connsiteY5758" fmla="*/ 605618 h 4078220"/>
              <a:gd name="connsiteX5759" fmla="*/ 7802194 w 11677525"/>
              <a:gd name="connsiteY5759" fmla="*/ 588253 h 4078220"/>
              <a:gd name="connsiteX5760" fmla="*/ 7836034 w 11677525"/>
              <a:gd name="connsiteY5760" fmla="*/ 587869 h 4078220"/>
              <a:gd name="connsiteX5761" fmla="*/ 4476535 w 11677525"/>
              <a:gd name="connsiteY5761" fmla="*/ 587733 h 4078220"/>
              <a:gd name="connsiteX5762" fmla="*/ 4480619 w 11677525"/>
              <a:gd name="connsiteY5762" fmla="*/ 588202 h 4078220"/>
              <a:gd name="connsiteX5763" fmla="*/ 4477924 w 11677525"/>
              <a:gd name="connsiteY5763" fmla="*/ 589478 h 4078220"/>
              <a:gd name="connsiteX5764" fmla="*/ 4473922 w 11677525"/>
              <a:gd name="connsiteY5764" fmla="*/ 588982 h 4078220"/>
              <a:gd name="connsiteX5765" fmla="*/ 4476535 w 11677525"/>
              <a:gd name="connsiteY5765" fmla="*/ 587733 h 4078220"/>
              <a:gd name="connsiteX5766" fmla="*/ 6840529 w 11677525"/>
              <a:gd name="connsiteY5766" fmla="*/ 587342 h 4078220"/>
              <a:gd name="connsiteX5767" fmla="*/ 6849810 w 11677525"/>
              <a:gd name="connsiteY5767" fmla="*/ 588279 h 4078220"/>
              <a:gd name="connsiteX5768" fmla="*/ 6847976 w 11677525"/>
              <a:gd name="connsiteY5768" fmla="*/ 590830 h 4078220"/>
              <a:gd name="connsiteX5769" fmla="*/ 6838612 w 11677525"/>
              <a:gd name="connsiteY5769" fmla="*/ 589894 h 4078220"/>
              <a:gd name="connsiteX5770" fmla="*/ 6840529 w 11677525"/>
              <a:gd name="connsiteY5770" fmla="*/ 587342 h 4078220"/>
              <a:gd name="connsiteX5771" fmla="*/ 9281189 w 11677525"/>
              <a:gd name="connsiteY5771" fmla="*/ 585129 h 4078220"/>
              <a:gd name="connsiteX5772" fmla="*/ 9282774 w 11677525"/>
              <a:gd name="connsiteY5772" fmla="*/ 585286 h 4078220"/>
              <a:gd name="connsiteX5773" fmla="*/ 9282994 w 11677525"/>
              <a:gd name="connsiteY5773" fmla="*/ 585650 h 4078220"/>
              <a:gd name="connsiteX5774" fmla="*/ 9281520 w 11677525"/>
              <a:gd name="connsiteY5774" fmla="*/ 585520 h 4078220"/>
              <a:gd name="connsiteX5775" fmla="*/ 9281189 w 11677525"/>
              <a:gd name="connsiteY5775" fmla="*/ 585129 h 4078220"/>
              <a:gd name="connsiteX5776" fmla="*/ 3053665 w 11677525"/>
              <a:gd name="connsiteY5776" fmla="*/ 581439 h 4078220"/>
              <a:gd name="connsiteX5777" fmla="*/ 3067451 w 11677525"/>
              <a:gd name="connsiteY5777" fmla="*/ 587837 h 4078220"/>
              <a:gd name="connsiteX5778" fmla="*/ 3019936 w 11677525"/>
              <a:gd name="connsiteY5778" fmla="*/ 604473 h 4078220"/>
              <a:gd name="connsiteX5779" fmla="*/ 2972559 w 11677525"/>
              <a:gd name="connsiteY5779" fmla="*/ 598303 h 4078220"/>
              <a:gd name="connsiteX5780" fmla="*/ 3020352 w 11677525"/>
              <a:gd name="connsiteY5780" fmla="*/ 581797 h 4078220"/>
              <a:gd name="connsiteX5781" fmla="*/ 3053665 w 11677525"/>
              <a:gd name="connsiteY5781" fmla="*/ 581439 h 4078220"/>
              <a:gd name="connsiteX5782" fmla="*/ 3985741 w 11677525"/>
              <a:gd name="connsiteY5782" fmla="*/ 580027 h 4078220"/>
              <a:gd name="connsiteX5783" fmla="*/ 3994549 w 11677525"/>
              <a:gd name="connsiteY5783" fmla="*/ 583333 h 4078220"/>
              <a:gd name="connsiteX5784" fmla="*/ 3974681 w 11677525"/>
              <a:gd name="connsiteY5784" fmla="*/ 591820 h 4078220"/>
              <a:gd name="connsiteX5785" fmla="*/ 3948590 w 11677525"/>
              <a:gd name="connsiteY5785" fmla="*/ 588670 h 4078220"/>
              <a:gd name="connsiteX5786" fmla="*/ 3968679 w 11677525"/>
              <a:gd name="connsiteY5786" fmla="*/ 580235 h 4078220"/>
              <a:gd name="connsiteX5787" fmla="*/ 3985741 w 11677525"/>
              <a:gd name="connsiteY5787" fmla="*/ 580027 h 4078220"/>
              <a:gd name="connsiteX5788" fmla="*/ 3513474 w 11677525"/>
              <a:gd name="connsiteY5788" fmla="*/ 579533 h 4078220"/>
              <a:gd name="connsiteX5789" fmla="*/ 3525373 w 11677525"/>
              <a:gd name="connsiteY5789" fmla="*/ 584479 h 4078220"/>
              <a:gd name="connsiteX5790" fmla="*/ 3492196 w 11677525"/>
              <a:gd name="connsiteY5790" fmla="*/ 597158 h 4078220"/>
              <a:gd name="connsiteX5791" fmla="*/ 3454628 w 11677525"/>
              <a:gd name="connsiteY5791" fmla="*/ 592445 h 4078220"/>
              <a:gd name="connsiteX5792" fmla="*/ 3487944 w 11677525"/>
              <a:gd name="connsiteY5792" fmla="*/ 579819 h 4078220"/>
              <a:gd name="connsiteX5793" fmla="*/ 3513474 w 11677525"/>
              <a:gd name="connsiteY5793" fmla="*/ 579533 h 4078220"/>
              <a:gd name="connsiteX5794" fmla="*/ 7966291 w 11677525"/>
              <a:gd name="connsiteY5794" fmla="*/ 579093 h 4078220"/>
              <a:gd name="connsiteX5795" fmla="*/ 7999951 w 11677525"/>
              <a:gd name="connsiteY5795" fmla="*/ 585911 h 4078220"/>
              <a:gd name="connsiteX5796" fmla="*/ 7998367 w 11677525"/>
              <a:gd name="connsiteY5796" fmla="*/ 603588 h 4078220"/>
              <a:gd name="connsiteX5797" fmla="*/ 7929707 w 11677525"/>
              <a:gd name="connsiteY5797" fmla="*/ 597027 h 4078220"/>
              <a:gd name="connsiteX5798" fmla="*/ 7931902 w 11677525"/>
              <a:gd name="connsiteY5798" fmla="*/ 579480 h 4078220"/>
              <a:gd name="connsiteX5799" fmla="*/ 7966291 w 11677525"/>
              <a:gd name="connsiteY5799" fmla="*/ 579093 h 4078220"/>
              <a:gd name="connsiteX5800" fmla="*/ 8562655 w 11677525"/>
              <a:gd name="connsiteY5800" fmla="*/ 578959 h 4078220"/>
              <a:gd name="connsiteX5801" fmla="*/ 8601308 w 11677525"/>
              <a:gd name="connsiteY5801" fmla="*/ 586275 h 4078220"/>
              <a:gd name="connsiteX5802" fmla="*/ 8606059 w 11677525"/>
              <a:gd name="connsiteY5802" fmla="*/ 605254 h 4078220"/>
              <a:gd name="connsiteX5803" fmla="*/ 8529896 w 11677525"/>
              <a:gd name="connsiteY5803" fmla="*/ 598225 h 4078220"/>
              <a:gd name="connsiteX5804" fmla="*/ 8525921 w 11677525"/>
              <a:gd name="connsiteY5804" fmla="*/ 579376 h 4078220"/>
              <a:gd name="connsiteX5805" fmla="*/ 8562655 w 11677525"/>
              <a:gd name="connsiteY5805" fmla="*/ 578959 h 4078220"/>
              <a:gd name="connsiteX5806" fmla="*/ 2318492 w 11677525"/>
              <a:gd name="connsiteY5806" fmla="*/ 578881 h 4078220"/>
              <a:gd name="connsiteX5807" fmla="*/ 2319465 w 11677525"/>
              <a:gd name="connsiteY5807" fmla="*/ 579011 h 4078220"/>
              <a:gd name="connsiteX5808" fmla="*/ 2318297 w 11677525"/>
              <a:gd name="connsiteY5808" fmla="*/ 579376 h 4078220"/>
              <a:gd name="connsiteX5809" fmla="*/ 2317381 w 11677525"/>
              <a:gd name="connsiteY5809" fmla="*/ 579246 h 4078220"/>
              <a:gd name="connsiteX5810" fmla="*/ 2318492 w 11677525"/>
              <a:gd name="connsiteY5810" fmla="*/ 578881 h 4078220"/>
              <a:gd name="connsiteX5811" fmla="*/ 7464698 w 11677525"/>
              <a:gd name="connsiteY5811" fmla="*/ 575965 h 4078220"/>
              <a:gd name="connsiteX5812" fmla="*/ 7507656 w 11677525"/>
              <a:gd name="connsiteY5812" fmla="*/ 580131 h 4078220"/>
              <a:gd name="connsiteX5813" fmla="*/ 7503489 w 11677525"/>
              <a:gd name="connsiteY5813" fmla="*/ 591507 h 4078220"/>
              <a:gd name="connsiteX5814" fmla="*/ 7460280 w 11677525"/>
              <a:gd name="connsiteY5814" fmla="*/ 587290 h 4078220"/>
              <a:gd name="connsiteX5815" fmla="*/ 7464698 w 11677525"/>
              <a:gd name="connsiteY5815" fmla="*/ 575965 h 4078220"/>
              <a:gd name="connsiteX5816" fmla="*/ 6978685 w 11677525"/>
              <a:gd name="connsiteY5816" fmla="*/ 575732 h 4078220"/>
              <a:gd name="connsiteX5817" fmla="*/ 6997857 w 11677525"/>
              <a:gd name="connsiteY5817" fmla="*/ 577632 h 4078220"/>
              <a:gd name="connsiteX5818" fmla="*/ 6994440 w 11677525"/>
              <a:gd name="connsiteY5818" fmla="*/ 582812 h 4078220"/>
              <a:gd name="connsiteX5819" fmla="*/ 6975211 w 11677525"/>
              <a:gd name="connsiteY5819" fmla="*/ 580912 h 4078220"/>
              <a:gd name="connsiteX5820" fmla="*/ 6978685 w 11677525"/>
              <a:gd name="connsiteY5820" fmla="*/ 575732 h 4078220"/>
              <a:gd name="connsiteX5821" fmla="*/ 4337518 w 11677525"/>
              <a:gd name="connsiteY5821" fmla="*/ 575575 h 4078220"/>
              <a:gd name="connsiteX5822" fmla="*/ 4344298 w 11677525"/>
              <a:gd name="connsiteY5822" fmla="*/ 576357 h 4078220"/>
              <a:gd name="connsiteX5823" fmla="*/ 4339603 w 11677525"/>
              <a:gd name="connsiteY5823" fmla="*/ 578491 h 4078220"/>
              <a:gd name="connsiteX5824" fmla="*/ 4332850 w 11677525"/>
              <a:gd name="connsiteY5824" fmla="*/ 577710 h 4078220"/>
              <a:gd name="connsiteX5825" fmla="*/ 4337518 w 11677525"/>
              <a:gd name="connsiteY5825" fmla="*/ 575575 h 4078220"/>
              <a:gd name="connsiteX5826" fmla="*/ 2926302 w 11677525"/>
              <a:gd name="connsiteY5826" fmla="*/ 573726 h 4078220"/>
              <a:gd name="connsiteX5827" fmla="*/ 2937243 w 11677525"/>
              <a:gd name="connsiteY5827" fmla="*/ 578986 h 4078220"/>
              <a:gd name="connsiteX5828" fmla="*/ 2897342 w 11677525"/>
              <a:gd name="connsiteY5828" fmla="*/ 592471 h 4078220"/>
              <a:gd name="connsiteX5829" fmla="*/ 2858941 w 11677525"/>
              <a:gd name="connsiteY5829" fmla="*/ 587472 h 4078220"/>
              <a:gd name="connsiteX5830" fmla="*/ 2898981 w 11677525"/>
              <a:gd name="connsiteY5830" fmla="*/ 574013 h 4078220"/>
              <a:gd name="connsiteX5831" fmla="*/ 2926302 w 11677525"/>
              <a:gd name="connsiteY5831" fmla="*/ 573726 h 4078220"/>
              <a:gd name="connsiteX5832" fmla="*/ 2777693 w 11677525"/>
              <a:gd name="connsiteY5832" fmla="*/ 572295 h 4078220"/>
              <a:gd name="connsiteX5833" fmla="*/ 2782806 w 11677525"/>
              <a:gd name="connsiteY5833" fmla="*/ 572945 h 4078220"/>
              <a:gd name="connsiteX5834" fmla="*/ 2777332 w 11677525"/>
              <a:gd name="connsiteY5834" fmla="*/ 574741 h 4078220"/>
              <a:gd name="connsiteX5835" fmla="*/ 2772358 w 11677525"/>
              <a:gd name="connsiteY5835" fmla="*/ 574091 h 4078220"/>
              <a:gd name="connsiteX5836" fmla="*/ 2777693 w 11677525"/>
              <a:gd name="connsiteY5836" fmla="*/ 572295 h 4078220"/>
              <a:gd name="connsiteX5837" fmla="*/ 8803010 w 11677525"/>
              <a:gd name="connsiteY5837" fmla="*/ 571201 h 4078220"/>
              <a:gd name="connsiteX5838" fmla="*/ 8827766 w 11677525"/>
              <a:gd name="connsiteY5838" fmla="*/ 573415 h 4078220"/>
              <a:gd name="connsiteX5839" fmla="*/ 8830157 w 11677525"/>
              <a:gd name="connsiteY5839" fmla="*/ 579506 h 4078220"/>
              <a:gd name="connsiteX5840" fmla="*/ 8805260 w 11677525"/>
              <a:gd name="connsiteY5840" fmla="*/ 577241 h 4078220"/>
              <a:gd name="connsiteX5841" fmla="*/ 8803010 w 11677525"/>
              <a:gd name="connsiteY5841" fmla="*/ 571201 h 4078220"/>
              <a:gd name="connsiteX5842" fmla="*/ 8095110 w 11677525"/>
              <a:gd name="connsiteY5842" fmla="*/ 570870 h 4078220"/>
              <a:gd name="connsiteX5843" fmla="*/ 8128408 w 11677525"/>
              <a:gd name="connsiteY5843" fmla="*/ 577475 h 4078220"/>
              <a:gd name="connsiteX5844" fmla="*/ 8128131 w 11677525"/>
              <a:gd name="connsiteY5844" fmla="*/ 594632 h 4078220"/>
              <a:gd name="connsiteX5845" fmla="*/ 8060720 w 11677525"/>
              <a:gd name="connsiteY5845" fmla="*/ 588279 h 4078220"/>
              <a:gd name="connsiteX5846" fmla="*/ 8061582 w 11677525"/>
              <a:gd name="connsiteY5846" fmla="*/ 571253 h 4078220"/>
              <a:gd name="connsiteX5847" fmla="*/ 8095110 w 11677525"/>
              <a:gd name="connsiteY5847" fmla="*/ 570870 h 4078220"/>
              <a:gd name="connsiteX5848" fmla="*/ 8687775 w 11677525"/>
              <a:gd name="connsiteY5848" fmla="*/ 570498 h 4078220"/>
              <a:gd name="connsiteX5849" fmla="*/ 8727068 w 11677525"/>
              <a:gd name="connsiteY5849" fmla="*/ 577813 h 4078220"/>
              <a:gd name="connsiteX5850" fmla="*/ 8733209 w 11677525"/>
              <a:gd name="connsiteY5850" fmla="*/ 596792 h 4078220"/>
              <a:gd name="connsiteX5851" fmla="*/ 8656242 w 11677525"/>
              <a:gd name="connsiteY5851" fmla="*/ 589737 h 4078220"/>
              <a:gd name="connsiteX5852" fmla="*/ 8650877 w 11677525"/>
              <a:gd name="connsiteY5852" fmla="*/ 570915 h 4078220"/>
              <a:gd name="connsiteX5853" fmla="*/ 8687775 w 11677525"/>
              <a:gd name="connsiteY5853" fmla="*/ 570498 h 4078220"/>
              <a:gd name="connsiteX5854" fmla="*/ 3388663 w 11677525"/>
              <a:gd name="connsiteY5854" fmla="*/ 569714 h 4078220"/>
              <a:gd name="connsiteX5855" fmla="*/ 3400139 w 11677525"/>
              <a:gd name="connsiteY5855" fmla="*/ 574585 h 4078220"/>
              <a:gd name="connsiteX5856" fmla="*/ 3366294 w 11677525"/>
              <a:gd name="connsiteY5856" fmla="*/ 587134 h 4078220"/>
              <a:gd name="connsiteX5857" fmla="*/ 3329200 w 11677525"/>
              <a:gd name="connsiteY5857" fmla="*/ 582500 h 4078220"/>
              <a:gd name="connsiteX5858" fmla="*/ 3363267 w 11677525"/>
              <a:gd name="connsiteY5858" fmla="*/ 569978 h 4078220"/>
              <a:gd name="connsiteX5859" fmla="*/ 3388663 w 11677525"/>
              <a:gd name="connsiteY5859" fmla="*/ 569714 h 4078220"/>
              <a:gd name="connsiteX5860" fmla="*/ 7123202 w 11677525"/>
              <a:gd name="connsiteY5860" fmla="*/ 568650 h 4078220"/>
              <a:gd name="connsiteX5861" fmla="*/ 7129871 w 11677525"/>
              <a:gd name="connsiteY5861" fmla="*/ 569300 h 4078220"/>
              <a:gd name="connsiteX5862" fmla="*/ 7128871 w 11677525"/>
              <a:gd name="connsiteY5862" fmla="*/ 571045 h 4078220"/>
              <a:gd name="connsiteX5863" fmla="*/ 7122174 w 11677525"/>
              <a:gd name="connsiteY5863" fmla="*/ 570420 h 4078220"/>
              <a:gd name="connsiteX5864" fmla="*/ 7123202 w 11677525"/>
              <a:gd name="connsiteY5864" fmla="*/ 568650 h 4078220"/>
              <a:gd name="connsiteX5865" fmla="*/ 3859653 w 11677525"/>
              <a:gd name="connsiteY5865" fmla="*/ 568309 h 4078220"/>
              <a:gd name="connsiteX5866" fmla="*/ 3870426 w 11677525"/>
              <a:gd name="connsiteY5866" fmla="*/ 572399 h 4078220"/>
              <a:gd name="connsiteX5867" fmla="*/ 3844779 w 11677525"/>
              <a:gd name="connsiteY5867" fmla="*/ 582943 h 4078220"/>
              <a:gd name="connsiteX5868" fmla="*/ 3812519 w 11677525"/>
              <a:gd name="connsiteY5868" fmla="*/ 579038 h 4078220"/>
              <a:gd name="connsiteX5869" fmla="*/ 3838333 w 11677525"/>
              <a:gd name="connsiteY5869" fmla="*/ 568572 h 4078220"/>
              <a:gd name="connsiteX5870" fmla="*/ 3859653 w 11677525"/>
              <a:gd name="connsiteY5870" fmla="*/ 568309 h 4078220"/>
              <a:gd name="connsiteX5871" fmla="*/ 8938497 w 11677525"/>
              <a:gd name="connsiteY5871" fmla="*/ 566567 h 4078220"/>
              <a:gd name="connsiteX5872" fmla="*/ 8941469 w 11677525"/>
              <a:gd name="connsiteY5872" fmla="*/ 566801 h 4078220"/>
              <a:gd name="connsiteX5873" fmla="*/ 8941775 w 11677525"/>
              <a:gd name="connsiteY5873" fmla="*/ 567504 h 4078220"/>
              <a:gd name="connsiteX5874" fmla="*/ 8938858 w 11677525"/>
              <a:gd name="connsiteY5874" fmla="*/ 567244 h 4078220"/>
              <a:gd name="connsiteX5875" fmla="*/ 8938497 w 11677525"/>
              <a:gd name="connsiteY5875" fmla="*/ 566567 h 4078220"/>
              <a:gd name="connsiteX5876" fmla="*/ 7620185 w 11677525"/>
              <a:gd name="connsiteY5876" fmla="*/ 565669 h 4078220"/>
              <a:gd name="connsiteX5877" fmla="*/ 7644644 w 11677525"/>
              <a:gd name="connsiteY5877" fmla="*/ 570785 h 4078220"/>
              <a:gd name="connsiteX5878" fmla="*/ 7640894 w 11677525"/>
              <a:gd name="connsiteY5878" fmla="*/ 584010 h 4078220"/>
              <a:gd name="connsiteX5879" fmla="*/ 7589933 w 11677525"/>
              <a:gd name="connsiteY5879" fmla="*/ 579115 h 4078220"/>
              <a:gd name="connsiteX5880" fmla="*/ 7594100 w 11677525"/>
              <a:gd name="connsiteY5880" fmla="*/ 565942 h 4078220"/>
              <a:gd name="connsiteX5881" fmla="*/ 7620185 w 11677525"/>
              <a:gd name="connsiteY5881" fmla="*/ 565669 h 4078220"/>
              <a:gd name="connsiteX5882" fmla="*/ 4200808 w 11677525"/>
              <a:gd name="connsiteY5882" fmla="*/ 562610 h 4078220"/>
              <a:gd name="connsiteX5883" fmla="*/ 4216341 w 11677525"/>
              <a:gd name="connsiteY5883" fmla="*/ 564406 h 4078220"/>
              <a:gd name="connsiteX5884" fmla="*/ 4205310 w 11677525"/>
              <a:gd name="connsiteY5884" fmla="*/ 569327 h 4078220"/>
              <a:gd name="connsiteX5885" fmla="*/ 4189694 w 11677525"/>
              <a:gd name="connsiteY5885" fmla="*/ 567504 h 4078220"/>
              <a:gd name="connsiteX5886" fmla="*/ 4200808 w 11677525"/>
              <a:gd name="connsiteY5886" fmla="*/ 562610 h 4078220"/>
              <a:gd name="connsiteX5887" fmla="*/ 8222507 w 11677525"/>
              <a:gd name="connsiteY5887" fmla="*/ 561757 h 4078220"/>
              <a:gd name="connsiteX5888" fmla="*/ 8258254 w 11677525"/>
              <a:gd name="connsiteY5888" fmla="*/ 568727 h 4078220"/>
              <a:gd name="connsiteX5889" fmla="*/ 8259282 w 11677525"/>
              <a:gd name="connsiteY5889" fmla="*/ 586770 h 4078220"/>
              <a:gd name="connsiteX5890" fmla="*/ 8187482 w 11677525"/>
              <a:gd name="connsiteY5890" fmla="*/ 580079 h 4078220"/>
              <a:gd name="connsiteX5891" fmla="*/ 8187176 w 11677525"/>
              <a:gd name="connsiteY5891" fmla="*/ 562167 h 4078220"/>
              <a:gd name="connsiteX5892" fmla="*/ 8222507 w 11677525"/>
              <a:gd name="connsiteY5892" fmla="*/ 561757 h 4078220"/>
              <a:gd name="connsiteX5893" fmla="*/ 2658794 w 11677525"/>
              <a:gd name="connsiteY5893" fmla="*/ 561594 h 4078220"/>
              <a:gd name="connsiteX5894" fmla="*/ 2668214 w 11677525"/>
              <a:gd name="connsiteY5894" fmla="*/ 562818 h 4078220"/>
              <a:gd name="connsiteX5895" fmla="*/ 2657739 w 11677525"/>
              <a:gd name="connsiteY5895" fmla="*/ 566150 h 4078220"/>
              <a:gd name="connsiteX5896" fmla="*/ 2648264 w 11677525"/>
              <a:gd name="connsiteY5896" fmla="*/ 564927 h 4078220"/>
              <a:gd name="connsiteX5897" fmla="*/ 2658794 w 11677525"/>
              <a:gd name="connsiteY5897" fmla="*/ 561594 h 4078220"/>
              <a:gd name="connsiteX5898" fmla="*/ 4581817 w 11677525"/>
              <a:gd name="connsiteY5898" fmla="*/ 560891 h 4078220"/>
              <a:gd name="connsiteX5899" fmla="*/ 4585819 w 11677525"/>
              <a:gd name="connsiteY5899" fmla="*/ 561334 h 4078220"/>
              <a:gd name="connsiteX5900" fmla="*/ 4583290 w 11677525"/>
              <a:gd name="connsiteY5900" fmla="*/ 562584 h 4078220"/>
              <a:gd name="connsiteX5901" fmla="*/ 4579289 w 11677525"/>
              <a:gd name="connsiteY5901" fmla="*/ 562116 h 4078220"/>
              <a:gd name="connsiteX5902" fmla="*/ 4581817 w 11677525"/>
              <a:gd name="connsiteY5902" fmla="*/ 560891 h 4078220"/>
              <a:gd name="connsiteX5903" fmla="*/ 3268532 w 11677525"/>
              <a:gd name="connsiteY5903" fmla="*/ 558943 h 4078220"/>
              <a:gd name="connsiteX5904" fmla="*/ 3281047 w 11677525"/>
              <a:gd name="connsiteY5904" fmla="*/ 564354 h 4078220"/>
              <a:gd name="connsiteX5905" fmla="*/ 3242006 w 11677525"/>
              <a:gd name="connsiteY5905" fmla="*/ 578361 h 4078220"/>
              <a:gd name="connsiteX5906" fmla="*/ 3200854 w 11677525"/>
              <a:gd name="connsiteY5906" fmla="*/ 573180 h 4078220"/>
              <a:gd name="connsiteX5907" fmla="*/ 3239950 w 11677525"/>
              <a:gd name="connsiteY5907" fmla="*/ 559251 h 4078220"/>
              <a:gd name="connsiteX5908" fmla="*/ 3268532 w 11677525"/>
              <a:gd name="connsiteY5908" fmla="*/ 558943 h 4078220"/>
              <a:gd name="connsiteX5909" fmla="*/ 9061813 w 11677525"/>
              <a:gd name="connsiteY5909" fmla="*/ 558574 h 4078220"/>
              <a:gd name="connsiteX5910" fmla="*/ 9063257 w 11677525"/>
              <a:gd name="connsiteY5910" fmla="*/ 558678 h 4078220"/>
              <a:gd name="connsiteX5911" fmla="*/ 9063481 w 11677525"/>
              <a:gd name="connsiteY5911" fmla="*/ 559043 h 4078220"/>
              <a:gd name="connsiteX5912" fmla="*/ 9061950 w 11677525"/>
              <a:gd name="connsiteY5912" fmla="*/ 558913 h 4078220"/>
              <a:gd name="connsiteX5913" fmla="*/ 9061813 w 11677525"/>
              <a:gd name="connsiteY5913" fmla="*/ 558574 h 4078220"/>
              <a:gd name="connsiteX5914" fmla="*/ 6747056 w 11677525"/>
              <a:gd name="connsiteY5914" fmla="*/ 557872 h 4078220"/>
              <a:gd name="connsiteX5915" fmla="*/ 6760644 w 11677525"/>
              <a:gd name="connsiteY5915" fmla="*/ 559251 h 4078220"/>
              <a:gd name="connsiteX5916" fmla="*/ 6757670 w 11677525"/>
              <a:gd name="connsiteY5916" fmla="*/ 562949 h 4078220"/>
              <a:gd name="connsiteX5917" fmla="*/ 6744083 w 11677525"/>
              <a:gd name="connsiteY5917" fmla="*/ 561569 h 4078220"/>
              <a:gd name="connsiteX5918" fmla="*/ 6747056 w 11677525"/>
              <a:gd name="connsiteY5918" fmla="*/ 557872 h 4078220"/>
              <a:gd name="connsiteX5919" fmla="*/ 3734418 w 11677525"/>
              <a:gd name="connsiteY5919" fmla="*/ 557329 h 4078220"/>
              <a:gd name="connsiteX5920" fmla="*/ 3746193 w 11677525"/>
              <a:gd name="connsiteY5920" fmla="*/ 561933 h 4078220"/>
              <a:gd name="connsiteX5921" fmla="*/ 3716434 w 11677525"/>
              <a:gd name="connsiteY5921" fmla="*/ 573779 h 4078220"/>
              <a:gd name="connsiteX5922" fmla="*/ 3680367 w 11677525"/>
              <a:gd name="connsiteY5922" fmla="*/ 569379 h 4078220"/>
              <a:gd name="connsiteX5923" fmla="*/ 3710348 w 11677525"/>
              <a:gd name="connsiteY5923" fmla="*/ 557586 h 4078220"/>
              <a:gd name="connsiteX5924" fmla="*/ 3734418 w 11677525"/>
              <a:gd name="connsiteY5924" fmla="*/ 557329 h 4078220"/>
              <a:gd name="connsiteX5925" fmla="*/ 7252160 w 11677525"/>
              <a:gd name="connsiteY5925" fmla="*/ 556153 h 4078220"/>
              <a:gd name="connsiteX5926" fmla="*/ 7277473 w 11677525"/>
              <a:gd name="connsiteY5926" fmla="*/ 558574 h 4078220"/>
              <a:gd name="connsiteX5927" fmla="*/ 7274138 w 11677525"/>
              <a:gd name="connsiteY5927" fmla="*/ 565265 h 4078220"/>
              <a:gd name="connsiteX5928" fmla="*/ 7248686 w 11677525"/>
              <a:gd name="connsiteY5928" fmla="*/ 562792 h 4078220"/>
              <a:gd name="connsiteX5929" fmla="*/ 7252160 w 11677525"/>
              <a:gd name="connsiteY5929" fmla="*/ 556153 h 4078220"/>
              <a:gd name="connsiteX5930" fmla="*/ 8348693 w 11677525"/>
              <a:gd name="connsiteY5930" fmla="*/ 554132 h 4078220"/>
              <a:gd name="connsiteX5931" fmla="*/ 8382934 w 11677525"/>
              <a:gd name="connsiteY5931" fmla="*/ 560683 h 4078220"/>
              <a:gd name="connsiteX5932" fmla="*/ 8385212 w 11677525"/>
              <a:gd name="connsiteY5932" fmla="*/ 577657 h 4078220"/>
              <a:gd name="connsiteX5933" fmla="*/ 8316856 w 11677525"/>
              <a:gd name="connsiteY5933" fmla="*/ 571383 h 4078220"/>
              <a:gd name="connsiteX5934" fmla="*/ 8315245 w 11677525"/>
              <a:gd name="connsiteY5934" fmla="*/ 554513 h 4078220"/>
              <a:gd name="connsiteX5935" fmla="*/ 8348693 w 11677525"/>
              <a:gd name="connsiteY5935" fmla="*/ 554132 h 4078220"/>
              <a:gd name="connsiteX5936" fmla="*/ 7751856 w 11677525"/>
              <a:gd name="connsiteY5936" fmla="*/ 553951 h 4078220"/>
              <a:gd name="connsiteX5937" fmla="*/ 7785271 w 11677525"/>
              <a:gd name="connsiteY5937" fmla="*/ 560787 h 4078220"/>
              <a:gd name="connsiteX5938" fmla="*/ 7781437 w 11677525"/>
              <a:gd name="connsiteY5938" fmla="*/ 578517 h 4078220"/>
              <a:gd name="connsiteX5939" fmla="*/ 7712471 w 11677525"/>
              <a:gd name="connsiteY5939" fmla="*/ 571930 h 4078220"/>
              <a:gd name="connsiteX5940" fmla="*/ 7716834 w 11677525"/>
              <a:gd name="connsiteY5940" fmla="*/ 554357 h 4078220"/>
              <a:gd name="connsiteX5941" fmla="*/ 7751856 w 11677525"/>
              <a:gd name="connsiteY5941" fmla="*/ 553951 h 4078220"/>
              <a:gd name="connsiteX5942" fmla="*/ 2540479 w 11677525"/>
              <a:gd name="connsiteY5942" fmla="*/ 553785 h 4078220"/>
              <a:gd name="connsiteX5943" fmla="*/ 2542924 w 11677525"/>
              <a:gd name="connsiteY5943" fmla="*/ 554096 h 4078220"/>
              <a:gd name="connsiteX5944" fmla="*/ 2540062 w 11677525"/>
              <a:gd name="connsiteY5944" fmla="*/ 554981 h 4078220"/>
              <a:gd name="connsiteX5945" fmla="*/ 2537617 w 11677525"/>
              <a:gd name="connsiteY5945" fmla="*/ 554643 h 4078220"/>
              <a:gd name="connsiteX5946" fmla="*/ 2540479 w 11677525"/>
              <a:gd name="connsiteY5946" fmla="*/ 553785 h 4078220"/>
              <a:gd name="connsiteX5947" fmla="*/ 4838955 w 11677525"/>
              <a:gd name="connsiteY5947" fmla="*/ 552274 h 4078220"/>
              <a:gd name="connsiteX5948" fmla="*/ 4840066 w 11677525"/>
              <a:gd name="connsiteY5948" fmla="*/ 552378 h 4078220"/>
              <a:gd name="connsiteX5949" fmla="*/ 4839427 w 11677525"/>
              <a:gd name="connsiteY5949" fmla="*/ 552769 h 4078220"/>
              <a:gd name="connsiteX5950" fmla="*/ 4838231 w 11677525"/>
              <a:gd name="connsiteY5950" fmla="*/ 552639 h 4078220"/>
              <a:gd name="connsiteX5951" fmla="*/ 4838955 w 11677525"/>
              <a:gd name="connsiteY5951" fmla="*/ 552274 h 4078220"/>
              <a:gd name="connsiteX5952" fmla="*/ 9183046 w 11677525"/>
              <a:gd name="connsiteY5952" fmla="*/ 550400 h 4078220"/>
              <a:gd name="connsiteX5953" fmla="*/ 9184464 w 11677525"/>
              <a:gd name="connsiteY5953" fmla="*/ 550530 h 4078220"/>
              <a:gd name="connsiteX5954" fmla="*/ 9184713 w 11677525"/>
              <a:gd name="connsiteY5954" fmla="*/ 550894 h 4078220"/>
              <a:gd name="connsiteX5955" fmla="*/ 9183268 w 11677525"/>
              <a:gd name="connsiteY5955" fmla="*/ 550738 h 4078220"/>
              <a:gd name="connsiteX5956" fmla="*/ 9183046 w 11677525"/>
              <a:gd name="connsiteY5956" fmla="*/ 550400 h 4078220"/>
              <a:gd name="connsiteX5957" fmla="*/ 4085463 w 11677525"/>
              <a:gd name="connsiteY5957" fmla="*/ 548805 h 4078220"/>
              <a:gd name="connsiteX5958" fmla="*/ 4095525 w 11677525"/>
              <a:gd name="connsiteY5958" fmla="*/ 552378 h 4078220"/>
              <a:gd name="connsiteX5959" fmla="*/ 4073906 w 11677525"/>
              <a:gd name="connsiteY5959" fmla="*/ 561673 h 4078220"/>
              <a:gd name="connsiteX5960" fmla="*/ 4044842 w 11677525"/>
              <a:gd name="connsiteY5960" fmla="*/ 558236 h 4078220"/>
              <a:gd name="connsiteX5961" fmla="*/ 4066544 w 11677525"/>
              <a:gd name="connsiteY5961" fmla="*/ 549021 h 4078220"/>
              <a:gd name="connsiteX5962" fmla="*/ 4085463 w 11677525"/>
              <a:gd name="connsiteY5962" fmla="*/ 548805 h 4078220"/>
              <a:gd name="connsiteX5963" fmla="*/ 3151004 w 11677525"/>
              <a:gd name="connsiteY5963" fmla="*/ 547901 h 4078220"/>
              <a:gd name="connsiteX5964" fmla="*/ 3164926 w 11677525"/>
              <a:gd name="connsiteY5964" fmla="*/ 554096 h 4078220"/>
              <a:gd name="connsiteX5965" fmla="*/ 3119245 w 11677525"/>
              <a:gd name="connsiteY5965" fmla="*/ 570056 h 4078220"/>
              <a:gd name="connsiteX5966" fmla="*/ 3072341 w 11677525"/>
              <a:gd name="connsiteY5966" fmla="*/ 564119 h 4078220"/>
              <a:gd name="connsiteX5967" fmla="*/ 3118328 w 11677525"/>
              <a:gd name="connsiteY5967" fmla="*/ 548265 h 4078220"/>
              <a:gd name="connsiteX5968" fmla="*/ 3151004 w 11677525"/>
              <a:gd name="connsiteY5968" fmla="*/ 547901 h 4078220"/>
              <a:gd name="connsiteX5969" fmla="*/ 4440440 w 11677525"/>
              <a:gd name="connsiteY5969" fmla="*/ 547562 h 4078220"/>
              <a:gd name="connsiteX5970" fmla="*/ 4449332 w 11677525"/>
              <a:gd name="connsiteY5970" fmla="*/ 548604 h 4078220"/>
              <a:gd name="connsiteX5971" fmla="*/ 4443413 w 11677525"/>
              <a:gd name="connsiteY5971" fmla="*/ 551389 h 4078220"/>
              <a:gd name="connsiteX5972" fmla="*/ 4434467 w 11677525"/>
              <a:gd name="connsiteY5972" fmla="*/ 550348 h 4078220"/>
              <a:gd name="connsiteX5973" fmla="*/ 4440440 w 11677525"/>
              <a:gd name="connsiteY5973" fmla="*/ 547562 h 4078220"/>
              <a:gd name="connsiteX5974" fmla="*/ 3609553 w 11677525"/>
              <a:gd name="connsiteY5974" fmla="*/ 547143 h 4078220"/>
              <a:gd name="connsiteX5975" fmla="*/ 3621459 w 11677525"/>
              <a:gd name="connsiteY5975" fmla="*/ 551910 h 4078220"/>
              <a:gd name="connsiteX5976" fmla="*/ 3589672 w 11677525"/>
              <a:gd name="connsiteY5976" fmla="*/ 564173 h 4078220"/>
              <a:gd name="connsiteX5977" fmla="*/ 3552493 w 11677525"/>
              <a:gd name="connsiteY5977" fmla="*/ 559590 h 4078220"/>
              <a:gd name="connsiteX5978" fmla="*/ 3584559 w 11677525"/>
              <a:gd name="connsiteY5978" fmla="*/ 547432 h 4078220"/>
              <a:gd name="connsiteX5979" fmla="*/ 3609553 w 11677525"/>
              <a:gd name="connsiteY5979" fmla="*/ 547143 h 4078220"/>
              <a:gd name="connsiteX5980" fmla="*/ 6888490 w 11677525"/>
              <a:gd name="connsiteY5980" fmla="*/ 546703 h 4078220"/>
              <a:gd name="connsiteX5981" fmla="*/ 6907412 w 11677525"/>
              <a:gd name="connsiteY5981" fmla="*/ 548525 h 4078220"/>
              <a:gd name="connsiteX5982" fmla="*/ 6903717 w 11677525"/>
              <a:gd name="connsiteY5982" fmla="*/ 553550 h 4078220"/>
              <a:gd name="connsiteX5983" fmla="*/ 6884905 w 11677525"/>
              <a:gd name="connsiteY5983" fmla="*/ 551702 h 4078220"/>
              <a:gd name="connsiteX5984" fmla="*/ 6888490 w 11677525"/>
              <a:gd name="connsiteY5984" fmla="*/ 546703 h 4078220"/>
              <a:gd name="connsiteX5985" fmla="*/ 6505757 w 11677525"/>
              <a:gd name="connsiteY5985" fmla="*/ 546129 h 4078220"/>
              <a:gd name="connsiteX5986" fmla="*/ 6507091 w 11677525"/>
              <a:gd name="connsiteY5986" fmla="*/ 546260 h 4078220"/>
              <a:gd name="connsiteX5987" fmla="*/ 6506674 w 11677525"/>
              <a:gd name="connsiteY5987" fmla="*/ 546625 h 4078220"/>
              <a:gd name="connsiteX5988" fmla="*/ 6505424 w 11677525"/>
              <a:gd name="connsiteY5988" fmla="*/ 546495 h 4078220"/>
              <a:gd name="connsiteX5989" fmla="*/ 6505757 w 11677525"/>
              <a:gd name="connsiteY5989" fmla="*/ 546129 h 4078220"/>
              <a:gd name="connsiteX5990" fmla="*/ 7880977 w 11677525"/>
              <a:gd name="connsiteY5990" fmla="*/ 545707 h 4078220"/>
              <a:gd name="connsiteX5991" fmla="*/ 7914396 w 11677525"/>
              <a:gd name="connsiteY5991" fmla="*/ 552404 h 4078220"/>
              <a:gd name="connsiteX5992" fmla="*/ 7912063 w 11677525"/>
              <a:gd name="connsiteY5992" fmla="*/ 569795 h 4078220"/>
              <a:gd name="connsiteX5993" fmla="*/ 7843541 w 11677525"/>
              <a:gd name="connsiteY5993" fmla="*/ 563338 h 4078220"/>
              <a:gd name="connsiteX5994" fmla="*/ 7846598 w 11677525"/>
              <a:gd name="connsiteY5994" fmla="*/ 546078 h 4078220"/>
              <a:gd name="connsiteX5995" fmla="*/ 7880977 w 11677525"/>
              <a:gd name="connsiteY5995" fmla="*/ 545707 h 4078220"/>
              <a:gd name="connsiteX5996" fmla="*/ 8473370 w 11677525"/>
              <a:gd name="connsiteY5996" fmla="*/ 544965 h 4078220"/>
              <a:gd name="connsiteX5997" fmla="*/ 8510862 w 11677525"/>
              <a:gd name="connsiteY5997" fmla="*/ 552014 h 4078220"/>
              <a:gd name="connsiteX5998" fmla="*/ 8514640 w 11677525"/>
              <a:gd name="connsiteY5998" fmla="*/ 570264 h 4078220"/>
              <a:gd name="connsiteX5999" fmla="*/ 8440284 w 11677525"/>
              <a:gd name="connsiteY5999" fmla="*/ 563469 h 4078220"/>
              <a:gd name="connsiteX6000" fmla="*/ 8437338 w 11677525"/>
              <a:gd name="connsiteY6000" fmla="*/ 545376 h 4078220"/>
              <a:gd name="connsiteX6001" fmla="*/ 8473370 w 11677525"/>
              <a:gd name="connsiteY6001" fmla="*/ 544965 h 4078220"/>
              <a:gd name="connsiteX6002" fmla="*/ 2423748 w 11677525"/>
              <a:gd name="connsiteY6002" fmla="*/ 544724 h 4078220"/>
              <a:gd name="connsiteX6003" fmla="*/ 2424665 w 11677525"/>
              <a:gd name="connsiteY6003" fmla="*/ 544880 h 4078220"/>
              <a:gd name="connsiteX6004" fmla="*/ 2423609 w 11677525"/>
              <a:gd name="connsiteY6004" fmla="*/ 545219 h 4078220"/>
              <a:gd name="connsiteX6005" fmla="*/ 2422609 w 11677525"/>
              <a:gd name="connsiteY6005" fmla="*/ 545115 h 4078220"/>
              <a:gd name="connsiteX6006" fmla="*/ 2423748 w 11677525"/>
              <a:gd name="connsiteY6006" fmla="*/ 544724 h 4078220"/>
              <a:gd name="connsiteX6007" fmla="*/ 7401613 w 11677525"/>
              <a:gd name="connsiteY6007" fmla="*/ 543586 h 4078220"/>
              <a:gd name="connsiteX6008" fmla="*/ 7422880 w 11677525"/>
              <a:gd name="connsiteY6008" fmla="*/ 548109 h 4078220"/>
              <a:gd name="connsiteX6009" fmla="*/ 7418017 w 11677525"/>
              <a:gd name="connsiteY6009" fmla="*/ 559746 h 4078220"/>
              <a:gd name="connsiteX6010" fmla="*/ 7373059 w 11677525"/>
              <a:gd name="connsiteY6010" fmla="*/ 555451 h 4078220"/>
              <a:gd name="connsiteX6011" fmla="*/ 7378282 w 11677525"/>
              <a:gd name="connsiteY6011" fmla="*/ 543865 h 4078220"/>
              <a:gd name="connsiteX6012" fmla="*/ 7401613 w 11677525"/>
              <a:gd name="connsiteY6012" fmla="*/ 543586 h 4078220"/>
              <a:gd name="connsiteX6013" fmla="*/ 3025098 w 11677525"/>
              <a:gd name="connsiteY6013" fmla="*/ 540423 h 4078220"/>
              <a:gd name="connsiteX6014" fmla="*/ 3036163 w 11677525"/>
              <a:gd name="connsiteY6014" fmla="*/ 545480 h 4078220"/>
              <a:gd name="connsiteX6015" fmla="*/ 2997679 w 11677525"/>
              <a:gd name="connsiteY6015" fmla="*/ 558497 h 4078220"/>
              <a:gd name="connsiteX6016" fmla="*/ 2959639 w 11677525"/>
              <a:gd name="connsiteY6016" fmla="*/ 553680 h 4078220"/>
              <a:gd name="connsiteX6017" fmla="*/ 2998235 w 11677525"/>
              <a:gd name="connsiteY6017" fmla="*/ 540715 h 4078220"/>
              <a:gd name="connsiteX6018" fmla="*/ 3025098 w 11677525"/>
              <a:gd name="connsiteY6018" fmla="*/ 540423 h 4078220"/>
              <a:gd name="connsiteX6019" fmla="*/ 7032868 w 11677525"/>
              <a:gd name="connsiteY6019" fmla="*/ 538737 h 4078220"/>
              <a:gd name="connsiteX6020" fmla="*/ 7042038 w 11677525"/>
              <a:gd name="connsiteY6020" fmla="*/ 539595 h 4078220"/>
              <a:gd name="connsiteX6021" fmla="*/ 7040426 w 11677525"/>
              <a:gd name="connsiteY6021" fmla="*/ 542016 h 4078220"/>
              <a:gd name="connsiteX6022" fmla="*/ 7031340 w 11677525"/>
              <a:gd name="connsiteY6022" fmla="*/ 541131 h 4078220"/>
              <a:gd name="connsiteX6023" fmla="*/ 7032868 w 11677525"/>
              <a:gd name="connsiteY6023" fmla="*/ 538737 h 4078220"/>
              <a:gd name="connsiteX6024" fmla="*/ 8008637 w 11677525"/>
              <a:gd name="connsiteY6024" fmla="*/ 538059 h 4078220"/>
              <a:gd name="connsiteX6025" fmla="*/ 8040686 w 11677525"/>
              <a:gd name="connsiteY6025" fmla="*/ 544359 h 4078220"/>
              <a:gd name="connsiteX6026" fmla="*/ 8039630 w 11677525"/>
              <a:gd name="connsiteY6026" fmla="*/ 560683 h 4078220"/>
              <a:gd name="connsiteX6027" fmla="*/ 7974443 w 11677525"/>
              <a:gd name="connsiteY6027" fmla="*/ 554669 h 4078220"/>
              <a:gd name="connsiteX6028" fmla="*/ 7976110 w 11677525"/>
              <a:gd name="connsiteY6028" fmla="*/ 538398 h 4078220"/>
              <a:gd name="connsiteX6029" fmla="*/ 8008637 w 11677525"/>
              <a:gd name="connsiteY6029" fmla="*/ 538059 h 4078220"/>
              <a:gd name="connsiteX6030" fmla="*/ 3485771 w 11677525"/>
              <a:gd name="connsiteY6030" fmla="*/ 537415 h 4078220"/>
              <a:gd name="connsiteX6031" fmla="*/ 3497504 w 11677525"/>
              <a:gd name="connsiteY6031" fmla="*/ 542173 h 4078220"/>
              <a:gd name="connsiteX6032" fmla="*/ 3464465 w 11677525"/>
              <a:gd name="connsiteY6032" fmla="*/ 554461 h 4078220"/>
              <a:gd name="connsiteX6033" fmla="*/ 3427342 w 11677525"/>
              <a:gd name="connsiteY6033" fmla="*/ 549905 h 4078220"/>
              <a:gd name="connsiteX6034" fmla="*/ 3460492 w 11677525"/>
              <a:gd name="connsiteY6034" fmla="*/ 537695 h 4078220"/>
              <a:gd name="connsiteX6035" fmla="*/ 3485771 w 11677525"/>
              <a:gd name="connsiteY6035" fmla="*/ 537415 h 4078220"/>
              <a:gd name="connsiteX6036" fmla="*/ 4690685 w 11677525"/>
              <a:gd name="connsiteY6036" fmla="*/ 537356 h 4078220"/>
              <a:gd name="connsiteX6037" fmla="*/ 4692853 w 11677525"/>
              <a:gd name="connsiteY6037" fmla="*/ 537616 h 4078220"/>
              <a:gd name="connsiteX6038" fmla="*/ 4691519 w 11677525"/>
              <a:gd name="connsiteY6038" fmla="*/ 538294 h 4078220"/>
              <a:gd name="connsiteX6039" fmla="*/ 4689268 w 11677525"/>
              <a:gd name="connsiteY6039" fmla="*/ 538033 h 4078220"/>
              <a:gd name="connsiteX6040" fmla="*/ 4690685 w 11677525"/>
              <a:gd name="connsiteY6040" fmla="*/ 537356 h 4078220"/>
              <a:gd name="connsiteX6041" fmla="*/ 8709564 w 11677525"/>
              <a:gd name="connsiteY6041" fmla="*/ 537175 h 4078220"/>
              <a:gd name="connsiteX6042" fmla="*/ 8735238 w 11677525"/>
              <a:gd name="connsiteY6042" fmla="*/ 539439 h 4078220"/>
              <a:gd name="connsiteX6043" fmla="*/ 8737293 w 11677525"/>
              <a:gd name="connsiteY6043" fmla="*/ 545636 h 4078220"/>
              <a:gd name="connsiteX6044" fmla="*/ 8711646 w 11677525"/>
              <a:gd name="connsiteY6044" fmla="*/ 543344 h 4078220"/>
              <a:gd name="connsiteX6045" fmla="*/ 8709564 w 11677525"/>
              <a:gd name="connsiteY6045" fmla="*/ 537175 h 4078220"/>
              <a:gd name="connsiteX6046" fmla="*/ 2878891 w 11677525"/>
              <a:gd name="connsiteY6046" fmla="*/ 537097 h 4078220"/>
              <a:gd name="connsiteX6047" fmla="*/ 2891812 w 11677525"/>
              <a:gd name="connsiteY6047" fmla="*/ 538737 h 4078220"/>
              <a:gd name="connsiteX6048" fmla="*/ 2878308 w 11677525"/>
              <a:gd name="connsiteY6048" fmla="*/ 543214 h 4078220"/>
              <a:gd name="connsiteX6049" fmla="*/ 2865276 w 11677525"/>
              <a:gd name="connsiteY6049" fmla="*/ 541548 h 4078220"/>
              <a:gd name="connsiteX6050" fmla="*/ 2878891 w 11677525"/>
              <a:gd name="connsiteY6050" fmla="*/ 537097 h 4078220"/>
              <a:gd name="connsiteX6051" fmla="*/ 8596861 w 11677525"/>
              <a:gd name="connsiteY6051" fmla="*/ 536521 h 4078220"/>
              <a:gd name="connsiteX6052" fmla="*/ 8635708 w 11677525"/>
              <a:gd name="connsiteY6052" fmla="*/ 543683 h 4078220"/>
              <a:gd name="connsiteX6053" fmla="*/ 8640902 w 11677525"/>
              <a:gd name="connsiteY6053" fmla="*/ 562298 h 4078220"/>
              <a:gd name="connsiteX6054" fmla="*/ 8564323 w 11677525"/>
              <a:gd name="connsiteY6054" fmla="*/ 555372 h 4078220"/>
              <a:gd name="connsiteX6055" fmla="*/ 8560015 w 11677525"/>
              <a:gd name="connsiteY6055" fmla="*/ 536914 h 4078220"/>
              <a:gd name="connsiteX6056" fmla="*/ 8596861 w 11677525"/>
              <a:gd name="connsiteY6056" fmla="*/ 536521 h 4078220"/>
              <a:gd name="connsiteX6057" fmla="*/ 3960511 w 11677525"/>
              <a:gd name="connsiteY6057" fmla="*/ 536498 h 4078220"/>
              <a:gd name="connsiteX6058" fmla="*/ 3973348 w 11677525"/>
              <a:gd name="connsiteY6058" fmla="*/ 541158 h 4078220"/>
              <a:gd name="connsiteX6059" fmla="*/ 3944144 w 11677525"/>
              <a:gd name="connsiteY6059" fmla="*/ 553237 h 4078220"/>
              <a:gd name="connsiteX6060" fmla="*/ 3906243 w 11677525"/>
              <a:gd name="connsiteY6060" fmla="*/ 548786 h 4078220"/>
              <a:gd name="connsiteX6061" fmla="*/ 3935586 w 11677525"/>
              <a:gd name="connsiteY6061" fmla="*/ 536758 h 4078220"/>
              <a:gd name="connsiteX6062" fmla="*/ 3960511 w 11677525"/>
              <a:gd name="connsiteY6062" fmla="*/ 536498 h 4078220"/>
              <a:gd name="connsiteX6063" fmla="*/ 7534078 w 11677525"/>
              <a:gd name="connsiteY6063" fmla="*/ 534494 h 4078220"/>
              <a:gd name="connsiteX6064" fmla="*/ 7556894 w 11677525"/>
              <a:gd name="connsiteY6064" fmla="*/ 539231 h 4078220"/>
              <a:gd name="connsiteX6065" fmla="*/ 7552754 w 11677525"/>
              <a:gd name="connsiteY6065" fmla="*/ 551494 h 4078220"/>
              <a:gd name="connsiteX6066" fmla="*/ 7504933 w 11677525"/>
              <a:gd name="connsiteY6066" fmla="*/ 546938 h 4078220"/>
              <a:gd name="connsiteX6067" fmla="*/ 7509490 w 11677525"/>
              <a:gd name="connsiteY6067" fmla="*/ 534753 h 4078220"/>
              <a:gd name="connsiteX6068" fmla="*/ 7534078 w 11677525"/>
              <a:gd name="connsiteY6068" fmla="*/ 534494 h 4078220"/>
              <a:gd name="connsiteX6069" fmla="*/ 6654360 w 11677525"/>
              <a:gd name="connsiteY6069" fmla="*/ 533399 h 4078220"/>
              <a:gd name="connsiteX6070" fmla="*/ 6660056 w 11677525"/>
              <a:gd name="connsiteY6070" fmla="*/ 533946 h 4078220"/>
              <a:gd name="connsiteX6071" fmla="*/ 6658694 w 11677525"/>
              <a:gd name="connsiteY6071" fmla="*/ 535533 h 4078220"/>
              <a:gd name="connsiteX6072" fmla="*/ 6652971 w 11677525"/>
              <a:gd name="connsiteY6072" fmla="*/ 534936 h 4078220"/>
              <a:gd name="connsiteX6073" fmla="*/ 6654360 w 11677525"/>
              <a:gd name="connsiteY6073" fmla="*/ 533399 h 4078220"/>
              <a:gd name="connsiteX6074" fmla="*/ 4301507 w 11677525"/>
              <a:gd name="connsiteY6074" fmla="*/ 533140 h 4078220"/>
              <a:gd name="connsiteX6075" fmla="*/ 4324042 w 11677525"/>
              <a:gd name="connsiteY6075" fmla="*/ 535717 h 4078220"/>
              <a:gd name="connsiteX6076" fmla="*/ 4308454 w 11677525"/>
              <a:gd name="connsiteY6076" fmla="*/ 542746 h 4078220"/>
              <a:gd name="connsiteX6077" fmla="*/ 4285863 w 11677525"/>
              <a:gd name="connsiteY6077" fmla="*/ 540142 h 4078220"/>
              <a:gd name="connsiteX6078" fmla="*/ 4301507 w 11677525"/>
              <a:gd name="connsiteY6078" fmla="*/ 533140 h 4078220"/>
              <a:gd name="connsiteX6079" fmla="*/ 8843854 w 11677525"/>
              <a:gd name="connsiteY6079" fmla="*/ 532905 h 4078220"/>
              <a:gd name="connsiteX6080" fmla="*/ 8846691 w 11677525"/>
              <a:gd name="connsiteY6080" fmla="*/ 533140 h 4078220"/>
              <a:gd name="connsiteX6081" fmla="*/ 8847022 w 11677525"/>
              <a:gd name="connsiteY6081" fmla="*/ 533816 h 4078220"/>
              <a:gd name="connsiteX6082" fmla="*/ 8844134 w 11677525"/>
              <a:gd name="connsiteY6082" fmla="*/ 533555 h 4078220"/>
              <a:gd name="connsiteX6083" fmla="*/ 8843854 w 11677525"/>
              <a:gd name="connsiteY6083" fmla="*/ 532905 h 4078220"/>
              <a:gd name="connsiteX6084" fmla="*/ 8135004 w 11677525"/>
              <a:gd name="connsiteY6084" fmla="*/ 528942 h 4078220"/>
              <a:gd name="connsiteX6085" fmla="*/ 8170115 w 11677525"/>
              <a:gd name="connsiteY6085" fmla="*/ 535716 h 4078220"/>
              <a:gd name="connsiteX6086" fmla="*/ 8170282 w 11677525"/>
              <a:gd name="connsiteY6086" fmla="*/ 553290 h 4078220"/>
              <a:gd name="connsiteX6087" fmla="*/ 8099344 w 11677525"/>
              <a:gd name="connsiteY6087" fmla="*/ 546755 h 4078220"/>
              <a:gd name="connsiteX6088" fmla="*/ 8099871 w 11677525"/>
              <a:gd name="connsiteY6088" fmla="*/ 529312 h 4078220"/>
              <a:gd name="connsiteX6089" fmla="*/ 8135004 w 11677525"/>
              <a:gd name="connsiteY6089" fmla="*/ 528942 h 4078220"/>
              <a:gd name="connsiteX6090" fmla="*/ 2761077 w 11677525"/>
              <a:gd name="connsiteY6090" fmla="*/ 527802 h 4078220"/>
              <a:gd name="connsiteX6091" fmla="*/ 2773803 w 11677525"/>
              <a:gd name="connsiteY6091" fmla="*/ 529442 h 4078220"/>
              <a:gd name="connsiteX6092" fmla="*/ 2760049 w 11677525"/>
              <a:gd name="connsiteY6092" fmla="*/ 533842 h 4078220"/>
              <a:gd name="connsiteX6093" fmla="*/ 2747267 w 11677525"/>
              <a:gd name="connsiteY6093" fmla="*/ 532228 h 4078220"/>
              <a:gd name="connsiteX6094" fmla="*/ 2761077 w 11677525"/>
              <a:gd name="connsiteY6094" fmla="*/ 527802 h 4078220"/>
              <a:gd name="connsiteX6095" fmla="*/ 3832821 w 11677525"/>
              <a:gd name="connsiteY6095" fmla="*/ 526523 h 4078220"/>
              <a:gd name="connsiteX6096" fmla="*/ 3845224 w 11677525"/>
              <a:gd name="connsiteY6096" fmla="*/ 531161 h 4078220"/>
              <a:gd name="connsiteX6097" fmla="*/ 3815298 w 11677525"/>
              <a:gd name="connsiteY6097" fmla="*/ 543084 h 4078220"/>
              <a:gd name="connsiteX6098" fmla="*/ 3778036 w 11677525"/>
              <a:gd name="connsiteY6098" fmla="*/ 538659 h 4078220"/>
              <a:gd name="connsiteX6099" fmla="*/ 3808185 w 11677525"/>
              <a:gd name="connsiteY6099" fmla="*/ 526787 h 4078220"/>
              <a:gd name="connsiteX6100" fmla="*/ 3832821 w 11677525"/>
              <a:gd name="connsiteY6100" fmla="*/ 526523 h 4078220"/>
              <a:gd name="connsiteX6101" fmla="*/ 7162936 w 11677525"/>
              <a:gd name="connsiteY6101" fmla="*/ 526240 h 4078220"/>
              <a:gd name="connsiteX6102" fmla="*/ 7189667 w 11677525"/>
              <a:gd name="connsiteY6102" fmla="*/ 528792 h 4078220"/>
              <a:gd name="connsiteX6103" fmla="*/ 7185749 w 11677525"/>
              <a:gd name="connsiteY6103" fmla="*/ 535769 h 4078220"/>
              <a:gd name="connsiteX6104" fmla="*/ 7158935 w 11677525"/>
              <a:gd name="connsiteY6104" fmla="*/ 533217 h 4078220"/>
              <a:gd name="connsiteX6105" fmla="*/ 7162936 w 11677525"/>
              <a:gd name="connsiteY6105" fmla="*/ 526240 h 4078220"/>
              <a:gd name="connsiteX6106" fmla="*/ 3369928 w 11677525"/>
              <a:gd name="connsiteY6106" fmla="*/ 525553 h 4078220"/>
              <a:gd name="connsiteX6107" fmla="*/ 3384440 w 11677525"/>
              <a:gd name="connsiteY6107" fmla="*/ 531577 h 4078220"/>
              <a:gd name="connsiteX6108" fmla="*/ 3341231 w 11677525"/>
              <a:gd name="connsiteY6108" fmla="*/ 547145 h 4078220"/>
              <a:gd name="connsiteX6109" fmla="*/ 3294272 w 11677525"/>
              <a:gd name="connsiteY6109" fmla="*/ 541366 h 4078220"/>
              <a:gd name="connsiteX6110" fmla="*/ 3337786 w 11677525"/>
              <a:gd name="connsiteY6110" fmla="*/ 525875 h 4078220"/>
              <a:gd name="connsiteX6111" fmla="*/ 3369928 w 11677525"/>
              <a:gd name="connsiteY6111" fmla="*/ 525553 h 4078220"/>
              <a:gd name="connsiteX6112" fmla="*/ 8965531 w 11677525"/>
              <a:gd name="connsiteY6112" fmla="*/ 525198 h 4078220"/>
              <a:gd name="connsiteX6113" fmla="*/ 8967005 w 11677525"/>
              <a:gd name="connsiteY6113" fmla="*/ 525303 h 4078220"/>
              <a:gd name="connsiteX6114" fmla="*/ 8967172 w 11677525"/>
              <a:gd name="connsiteY6114" fmla="*/ 525667 h 4078220"/>
              <a:gd name="connsiteX6115" fmla="*/ 8965727 w 11677525"/>
              <a:gd name="connsiteY6115" fmla="*/ 525537 h 4078220"/>
              <a:gd name="connsiteX6116" fmla="*/ 8965531 w 11677525"/>
              <a:gd name="connsiteY6116" fmla="*/ 525198 h 4078220"/>
              <a:gd name="connsiteX6117" fmla="*/ 6402252 w 11677525"/>
              <a:gd name="connsiteY6117" fmla="*/ 523532 h 4078220"/>
              <a:gd name="connsiteX6118" fmla="*/ 6406588 w 11677525"/>
              <a:gd name="connsiteY6118" fmla="*/ 524001 h 4078220"/>
              <a:gd name="connsiteX6119" fmla="*/ 6405392 w 11677525"/>
              <a:gd name="connsiteY6119" fmla="*/ 525173 h 4078220"/>
              <a:gd name="connsiteX6120" fmla="*/ 6400974 w 11677525"/>
              <a:gd name="connsiteY6120" fmla="*/ 524731 h 4078220"/>
              <a:gd name="connsiteX6121" fmla="*/ 6402252 w 11677525"/>
              <a:gd name="connsiteY6121" fmla="*/ 523532 h 4078220"/>
              <a:gd name="connsiteX6122" fmla="*/ 4546529 w 11677525"/>
              <a:gd name="connsiteY6122" fmla="*/ 522778 h 4078220"/>
              <a:gd name="connsiteX6123" fmla="*/ 4555392 w 11677525"/>
              <a:gd name="connsiteY6123" fmla="*/ 523767 h 4078220"/>
              <a:gd name="connsiteX6124" fmla="*/ 4549724 w 11677525"/>
              <a:gd name="connsiteY6124" fmla="*/ 526474 h 4078220"/>
              <a:gd name="connsiteX6125" fmla="*/ 4540832 w 11677525"/>
              <a:gd name="connsiteY6125" fmla="*/ 525460 h 4078220"/>
              <a:gd name="connsiteX6126" fmla="*/ 4546529 w 11677525"/>
              <a:gd name="connsiteY6126" fmla="*/ 522778 h 4078220"/>
              <a:gd name="connsiteX6127" fmla="*/ 7665533 w 11677525"/>
              <a:gd name="connsiteY6127" fmla="*/ 522596 h 4078220"/>
              <a:gd name="connsiteX6128" fmla="*/ 7698022 w 11677525"/>
              <a:gd name="connsiteY6128" fmla="*/ 529182 h 4078220"/>
              <a:gd name="connsiteX6129" fmla="*/ 7693465 w 11677525"/>
              <a:gd name="connsiteY6129" fmla="*/ 546260 h 4078220"/>
              <a:gd name="connsiteX6130" fmla="*/ 7626027 w 11677525"/>
              <a:gd name="connsiteY6130" fmla="*/ 539935 h 4078220"/>
              <a:gd name="connsiteX6131" fmla="*/ 7631167 w 11677525"/>
              <a:gd name="connsiteY6131" fmla="*/ 522960 h 4078220"/>
              <a:gd name="connsiteX6132" fmla="*/ 7665533 w 11677525"/>
              <a:gd name="connsiteY6132" fmla="*/ 522596 h 4078220"/>
              <a:gd name="connsiteX6133" fmla="*/ 4183872 w 11677525"/>
              <a:gd name="connsiteY6133" fmla="*/ 521489 h 4078220"/>
              <a:gd name="connsiteX6134" fmla="*/ 4192583 w 11677525"/>
              <a:gd name="connsiteY6134" fmla="*/ 524521 h 4078220"/>
              <a:gd name="connsiteX6135" fmla="*/ 4174606 w 11677525"/>
              <a:gd name="connsiteY6135" fmla="*/ 532305 h 4078220"/>
              <a:gd name="connsiteX6136" fmla="*/ 4149709 w 11677525"/>
              <a:gd name="connsiteY6136" fmla="*/ 529416 h 4078220"/>
              <a:gd name="connsiteX6137" fmla="*/ 4167742 w 11677525"/>
              <a:gd name="connsiteY6137" fmla="*/ 521658 h 4078220"/>
              <a:gd name="connsiteX6138" fmla="*/ 4183872 w 11677525"/>
              <a:gd name="connsiteY6138" fmla="*/ 521489 h 4078220"/>
              <a:gd name="connsiteX6139" fmla="*/ 8259901 w 11677525"/>
              <a:gd name="connsiteY6139" fmla="*/ 521245 h 4078220"/>
              <a:gd name="connsiteX6140" fmla="*/ 8294322 w 11677525"/>
              <a:gd name="connsiteY6140" fmla="*/ 527750 h 4078220"/>
              <a:gd name="connsiteX6141" fmla="*/ 8295628 w 11677525"/>
              <a:gd name="connsiteY6141" fmla="*/ 544647 h 4078220"/>
              <a:gd name="connsiteX6142" fmla="*/ 8226716 w 11677525"/>
              <a:gd name="connsiteY6142" fmla="*/ 538399 h 4078220"/>
              <a:gd name="connsiteX6143" fmla="*/ 8226022 w 11677525"/>
              <a:gd name="connsiteY6143" fmla="*/ 521633 h 4078220"/>
              <a:gd name="connsiteX6144" fmla="*/ 8259901 w 11677525"/>
              <a:gd name="connsiteY6144" fmla="*/ 521245 h 4078220"/>
              <a:gd name="connsiteX6145" fmla="*/ 2643956 w 11677525"/>
              <a:gd name="connsiteY6145" fmla="*/ 521060 h 4078220"/>
              <a:gd name="connsiteX6146" fmla="*/ 2646430 w 11677525"/>
              <a:gd name="connsiteY6146" fmla="*/ 521372 h 4078220"/>
              <a:gd name="connsiteX6147" fmla="*/ 2643623 w 11677525"/>
              <a:gd name="connsiteY6147" fmla="*/ 522206 h 4078220"/>
              <a:gd name="connsiteX6148" fmla="*/ 2641261 w 11677525"/>
              <a:gd name="connsiteY6148" fmla="*/ 521893 h 4078220"/>
              <a:gd name="connsiteX6149" fmla="*/ 2643956 w 11677525"/>
              <a:gd name="connsiteY6149" fmla="*/ 521060 h 4078220"/>
              <a:gd name="connsiteX6150" fmla="*/ 6796959 w 11677525"/>
              <a:gd name="connsiteY6150" fmla="*/ 521033 h 4078220"/>
              <a:gd name="connsiteX6151" fmla="*/ 6810325 w 11677525"/>
              <a:gd name="connsiteY6151" fmla="*/ 522362 h 4078220"/>
              <a:gd name="connsiteX6152" fmla="*/ 6807519 w 11677525"/>
              <a:gd name="connsiteY6152" fmla="*/ 525902 h 4078220"/>
              <a:gd name="connsiteX6153" fmla="*/ 6794209 w 11677525"/>
              <a:gd name="connsiteY6153" fmla="*/ 524574 h 4078220"/>
              <a:gd name="connsiteX6154" fmla="*/ 6796959 w 11677525"/>
              <a:gd name="connsiteY6154" fmla="*/ 521033 h 4078220"/>
              <a:gd name="connsiteX6155" fmla="*/ 9085236 w 11677525"/>
              <a:gd name="connsiteY6155" fmla="*/ 517310 h 4078220"/>
              <a:gd name="connsiteX6156" fmla="*/ 9086710 w 11677525"/>
              <a:gd name="connsiteY6156" fmla="*/ 517414 h 4078220"/>
              <a:gd name="connsiteX6157" fmla="*/ 9086877 w 11677525"/>
              <a:gd name="connsiteY6157" fmla="*/ 517753 h 4078220"/>
              <a:gd name="connsiteX6158" fmla="*/ 9085404 w 11677525"/>
              <a:gd name="connsiteY6158" fmla="*/ 517649 h 4078220"/>
              <a:gd name="connsiteX6159" fmla="*/ 9085236 w 11677525"/>
              <a:gd name="connsiteY6159" fmla="*/ 517310 h 4078220"/>
              <a:gd name="connsiteX6160" fmla="*/ 3707827 w 11677525"/>
              <a:gd name="connsiteY6160" fmla="*/ 516549 h 4078220"/>
              <a:gd name="connsiteX6161" fmla="*/ 3720157 w 11677525"/>
              <a:gd name="connsiteY6161" fmla="*/ 521242 h 4078220"/>
              <a:gd name="connsiteX6162" fmla="*/ 3688647 w 11677525"/>
              <a:gd name="connsiteY6162" fmla="*/ 533400 h 4078220"/>
              <a:gd name="connsiteX6163" fmla="*/ 3650858 w 11677525"/>
              <a:gd name="connsiteY6163" fmla="*/ 528922 h 4078220"/>
              <a:gd name="connsiteX6164" fmla="*/ 3682534 w 11677525"/>
              <a:gd name="connsiteY6164" fmla="*/ 516816 h 4078220"/>
              <a:gd name="connsiteX6165" fmla="*/ 3707827 w 11677525"/>
              <a:gd name="connsiteY6165" fmla="*/ 516549 h 4078220"/>
              <a:gd name="connsiteX6166" fmla="*/ 3249122 w 11677525"/>
              <a:gd name="connsiteY6166" fmla="*/ 516233 h 4078220"/>
              <a:gd name="connsiteX6167" fmla="*/ 3263151 w 11677525"/>
              <a:gd name="connsiteY6167" fmla="*/ 522178 h 4078220"/>
              <a:gd name="connsiteX6168" fmla="*/ 3219165 w 11677525"/>
              <a:gd name="connsiteY6168" fmla="*/ 537591 h 4078220"/>
              <a:gd name="connsiteX6169" fmla="*/ 3172873 w 11677525"/>
              <a:gd name="connsiteY6169" fmla="*/ 531863 h 4078220"/>
              <a:gd name="connsiteX6170" fmla="*/ 3217109 w 11677525"/>
              <a:gd name="connsiteY6170" fmla="*/ 516555 h 4078220"/>
              <a:gd name="connsiteX6171" fmla="*/ 3249122 w 11677525"/>
              <a:gd name="connsiteY6171" fmla="*/ 516233 h 4078220"/>
              <a:gd name="connsiteX6172" fmla="*/ 4801275 w 11677525"/>
              <a:gd name="connsiteY6172" fmla="*/ 515905 h 4078220"/>
              <a:gd name="connsiteX6173" fmla="*/ 4806277 w 11677525"/>
              <a:gd name="connsiteY6173" fmla="*/ 516452 h 4078220"/>
              <a:gd name="connsiteX6174" fmla="*/ 4803332 w 11677525"/>
              <a:gd name="connsiteY6174" fmla="*/ 517961 h 4078220"/>
              <a:gd name="connsiteX6175" fmla="*/ 4798274 w 11677525"/>
              <a:gd name="connsiteY6175" fmla="*/ 517415 h 4078220"/>
              <a:gd name="connsiteX6176" fmla="*/ 4801275 w 11677525"/>
              <a:gd name="connsiteY6176" fmla="*/ 515905 h 4078220"/>
              <a:gd name="connsiteX6177" fmla="*/ 7794069 w 11677525"/>
              <a:gd name="connsiteY6177" fmla="*/ 514362 h 4078220"/>
              <a:gd name="connsiteX6178" fmla="*/ 7826812 w 11677525"/>
              <a:gd name="connsiteY6178" fmla="*/ 520877 h 4078220"/>
              <a:gd name="connsiteX6179" fmla="*/ 7823590 w 11677525"/>
              <a:gd name="connsiteY6179" fmla="*/ 537800 h 4078220"/>
              <a:gd name="connsiteX6180" fmla="*/ 7755957 w 11677525"/>
              <a:gd name="connsiteY6180" fmla="*/ 531525 h 4078220"/>
              <a:gd name="connsiteX6181" fmla="*/ 7759847 w 11677525"/>
              <a:gd name="connsiteY6181" fmla="*/ 514759 h 4078220"/>
              <a:gd name="connsiteX6182" fmla="*/ 7794069 w 11677525"/>
              <a:gd name="connsiteY6182" fmla="*/ 514362 h 4078220"/>
              <a:gd name="connsiteX6183" fmla="*/ 7313696 w 11677525"/>
              <a:gd name="connsiteY6183" fmla="*/ 513610 h 4078220"/>
              <a:gd name="connsiteX6184" fmla="*/ 7335630 w 11677525"/>
              <a:gd name="connsiteY6184" fmla="*/ 518247 h 4078220"/>
              <a:gd name="connsiteX6185" fmla="*/ 7329907 w 11677525"/>
              <a:gd name="connsiteY6185" fmla="*/ 530145 h 4078220"/>
              <a:gd name="connsiteX6186" fmla="*/ 7283280 w 11677525"/>
              <a:gd name="connsiteY6186" fmla="*/ 525745 h 4078220"/>
              <a:gd name="connsiteX6187" fmla="*/ 7289366 w 11677525"/>
              <a:gd name="connsiteY6187" fmla="*/ 513874 h 4078220"/>
              <a:gd name="connsiteX6188" fmla="*/ 7313696 w 11677525"/>
              <a:gd name="connsiteY6188" fmla="*/ 513610 h 4078220"/>
              <a:gd name="connsiteX6189" fmla="*/ 8383418 w 11677525"/>
              <a:gd name="connsiteY6189" fmla="*/ 512712 h 4078220"/>
              <a:gd name="connsiteX6190" fmla="*/ 8419833 w 11677525"/>
              <a:gd name="connsiteY6190" fmla="*/ 519497 h 4078220"/>
              <a:gd name="connsiteX6191" fmla="*/ 8422610 w 11677525"/>
              <a:gd name="connsiteY6191" fmla="*/ 537044 h 4078220"/>
              <a:gd name="connsiteX6192" fmla="*/ 8350033 w 11677525"/>
              <a:gd name="connsiteY6192" fmla="*/ 530562 h 4078220"/>
              <a:gd name="connsiteX6193" fmla="*/ 8348088 w 11677525"/>
              <a:gd name="connsiteY6193" fmla="*/ 513093 h 4078220"/>
              <a:gd name="connsiteX6194" fmla="*/ 8383418 w 11677525"/>
              <a:gd name="connsiteY6194" fmla="*/ 512712 h 4078220"/>
              <a:gd name="connsiteX6195" fmla="*/ 2528558 w 11677525"/>
              <a:gd name="connsiteY6195" fmla="*/ 512312 h 4078220"/>
              <a:gd name="connsiteX6196" fmla="*/ 2529476 w 11677525"/>
              <a:gd name="connsiteY6196" fmla="*/ 512416 h 4078220"/>
              <a:gd name="connsiteX6197" fmla="*/ 2528475 w 11677525"/>
              <a:gd name="connsiteY6197" fmla="*/ 512754 h 4078220"/>
              <a:gd name="connsiteX6198" fmla="*/ 2527364 w 11677525"/>
              <a:gd name="connsiteY6198" fmla="*/ 512624 h 4078220"/>
              <a:gd name="connsiteX6199" fmla="*/ 2528558 w 11677525"/>
              <a:gd name="connsiteY6199" fmla="*/ 512312 h 4078220"/>
              <a:gd name="connsiteX6200" fmla="*/ 6940117 w 11677525"/>
              <a:gd name="connsiteY6200" fmla="*/ 511375 h 4078220"/>
              <a:gd name="connsiteX6201" fmla="*/ 6950287 w 11677525"/>
              <a:gd name="connsiteY6201" fmla="*/ 512390 h 4078220"/>
              <a:gd name="connsiteX6202" fmla="*/ 6948397 w 11677525"/>
              <a:gd name="connsiteY6202" fmla="*/ 515020 h 4078220"/>
              <a:gd name="connsiteX6203" fmla="*/ 6938227 w 11677525"/>
              <a:gd name="connsiteY6203" fmla="*/ 514056 h 4078220"/>
              <a:gd name="connsiteX6204" fmla="*/ 6940117 w 11677525"/>
              <a:gd name="connsiteY6204" fmla="*/ 511375 h 4078220"/>
              <a:gd name="connsiteX6205" fmla="*/ 6555106 w 11677525"/>
              <a:gd name="connsiteY6205" fmla="*/ 510124 h 4078220"/>
              <a:gd name="connsiteX6206" fmla="*/ 6560692 w 11677525"/>
              <a:gd name="connsiteY6206" fmla="*/ 510723 h 4078220"/>
              <a:gd name="connsiteX6207" fmla="*/ 6559303 w 11677525"/>
              <a:gd name="connsiteY6207" fmla="*/ 512182 h 4078220"/>
              <a:gd name="connsiteX6208" fmla="*/ 6553662 w 11677525"/>
              <a:gd name="connsiteY6208" fmla="*/ 511635 h 4078220"/>
              <a:gd name="connsiteX6209" fmla="*/ 6555106 w 11677525"/>
              <a:gd name="connsiteY6209" fmla="*/ 510124 h 4078220"/>
              <a:gd name="connsiteX6210" fmla="*/ 4406596 w 11677525"/>
              <a:gd name="connsiteY6210" fmla="*/ 508875 h 4078220"/>
              <a:gd name="connsiteX6211" fmla="*/ 4423490 w 11677525"/>
              <a:gd name="connsiteY6211" fmla="*/ 510750 h 4078220"/>
              <a:gd name="connsiteX6212" fmla="*/ 4412153 w 11677525"/>
              <a:gd name="connsiteY6212" fmla="*/ 515904 h 4078220"/>
              <a:gd name="connsiteX6213" fmla="*/ 4395286 w 11677525"/>
              <a:gd name="connsiteY6213" fmla="*/ 514004 h 4078220"/>
              <a:gd name="connsiteX6214" fmla="*/ 4406596 w 11677525"/>
              <a:gd name="connsiteY6214" fmla="*/ 508875 h 4078220"/>
              <a:gd name="connsiteX6215" fmla="*/ 4059146 w 11677525"/>
              <a:gd name="connsiteY6215" fmla="*/ 508585 h 4078220"/>
              <a:gd name="connsiteX6216" fmla="*/ 4071434 w 11677525"/>
              <a:gd name="connsiteY6216" fmla="*/ 512910 h 4078220"/>
              <a:gd name="connsiteX6217" fmla="*/ 4044648 w 11677525"/>
              <a:gd name="connsiteY6217" fmla="*/ 524105 h 4078220"/>
              <a:gd name="connsiteX6218" fmla="*/ 4008748 w 11677525"/>
              <a:gd name="connsiteY6218" fmla="*/ 519965 h 4078220"/>
              <a:gd name="connsiteX6219" fmla="*/ 4035812 w 11677525"/>
              <a:gd name="connsiteY6219" fmla="*/ 508849 h 4078220"/>
              <a:gd name="connsiteX6220" fmla="*/ 4059146 w 11677525"/>
              <a:gd name="connsiteY6220" fmla="*/ 508585 h 4078220"/>
              <a:gd name="connsiteX6221" fmla="*/ 3128487 w 11677525"/>
              <a:gd name="connsiteY6221" fmla="*/ 507512 h 4078220"/>
              <a:gd name="connsiteX6222" fmla="*/ 3141419 w 11677525"/>
              <a:gd name="connsiteY6222" fmla="*/ 513145 h 4078220"/>
              <a:gd name="connsiteX6223" fmla="*/ 3098572 w 11677525"/>
              <a:gd name="connsiteY6223" fmla="*/ 527724 h 4078220"/>
              <a:gd name="connsiteX6224" fmla="*/ 3054891 w 11677525"/>
              <a:gd name="connsiteY6224" fmla="*/ 522335 h 4078220"/>
              <a:gd name="connsiteX6225" fmla="*/ 3097989 w 11677525"/>
              <a:gd name="connsiteY6225" fmla="*/ 507834 h 4078220"/>
              <a:gd name="connsiteX6226" fmla="*/ 3128487 w 11677525"/>
              <a:gd name="connsiteY6226" fmla="*/ 507512 h 4078220"/>
              <a:gd name="connsiteX6227" fmla="*/ 3583121 w 11677525"/>
              <a:gd name="connsiteY6227" fmla="*/ 507394 h 4078220"/>
              <a:gd name="connsiteX6228" fmla="*/ 3594589 w 11677525"/>
              <a:gd name="connsiteY6228" fmla="*/ 511843 h 4078220"/>
              <a:gd name="connsiteX6229" fmla="*/ 3563691 w 11677525"/>
              <a:gd name="connsiteY6229" fmla="*/ 523350 h 4078220"/>
              <a:gd name="connsiteX6230" fmla="*/ 3528013 w 11677525"/>
              <a:gd name="connsiteY6230" fmla="*/ 519080 h 4078220"/>
              <a:gd name="connsiteX6231" fmla="*/ 3559023 w 11677525"/>
              <a:gd name="connsiteY6231" fmla="*/ 507651 h 4078220"/>
              <a:gd name="connsiteX6232" fmla="*/ 3583121 w 11677525"/>
              <a:gd name="connsiteY6232" fmla="*/ 507394 h 4078220"/>
              <a:gd name="connsiteX6233" fmla="*/ 7920811 w 11677525"/>
              <a:gd name="connsiteY6233" fmla="*/ 506917 h 4078220"/>
              <a:gd name="connsiteX6234" fmla="*/ 7951963 w 11677525"/>
              <a:gd name="connsiteY6234" fmla="*/ 513015 h 4078220"/>
              <a:gd name="connsiteX6235" fmla="*/ 7950102 w 11677525"/>
              <a:gd name="connsiteY6235" fmla="*/ 528739 h 4078220"/>
              <a:gd name="connsiteX6236" fmla="*/ 7886387 w 11677525"/>
              <a:gd name="connsiteY6236" fmla="*/ 522908 h 4078220"/>
              <a:gd name="connsiteX6237" fmla="*/ 7888889 w 11677525"/>
              <a:gd name="connsiteY6237" fmla="*/ 507261 h 4078220"/>
              <a:gd name="connsiteX6238" fmla="*/ 7920811 w 11677525"/>
              <a:gd name="connsiteY6238" fmla="*/ 506917 h 4078220"/>
              <a:gd name="connsiteX6239" fmla="*/ 2979896 w 11677525"/>
              <a:gd name="connsiteY6239" fmla="*/ 505803 h 4078220"/>
              <a:gd name="connsiteX6240" fmla="*/ 2991733 w 11677525"/>
              <a:gd name="connsiteY6240" fmla="*/ 507288 h 4078220"/>
              <a:gd name="connsiteX6241" fmla="*/ 2979728 w 11677525"/>
              <a:gd name="connsiteY6241" fmla="*/ 511245 h 4078220"/>
              <a:gd name="connsiteX6242" fmla="*/ 2967836 w 11677525"/>
              <a:gd name="connsiteY6242" fmla="*/ 509761 h 4078220"/>
              <a:gd name="connsiteX6243" fmla="*/ 2979896 w 11677525"/>
              <a:gd name="connsiteY6243" fmla="*/ 505803 h 4078220"/>
              <a:gd name="connsiteX6244" fmla="*/ 8618645 w 11677525"/>
              <a:gd name="connsiteY6244" fmla="*/ 505621 h 4078220"/>
              <a:gd name="connsiteX6245" fmla="*/ 8640208 w 11677525"/>
              <a:gd name="connsiteY6245" fmla="*/ 507521 h 4078220"/>
              <a:gd name="connsiteX6246" fmla="*/ 8641682 w 11677525"/>
              <a:gd name="connsiteY6246" fmla="*/ 512624 h 4078220"/>
              <a:gd name="connsiteX6247" fmla="*/ 8620090 w 11677525"/>
              <a:gd name="connsiteY6247" fmla="*/ 510750 h 4078220"/>
              <a:gd name="connsiteX6248" fmla="*/ 8618645 w 11677525"/>
              <a:gd name="connsiteY6248" fmla="*/ 505621 h 4078220"/>
              <a:gd name="connsiteX6249" fmla="*/ 8505665 w 11677525"/>
              <a:gd name="connsiteY6249" fmla="*/ 504505 h 4078220"/>
              <a:gd name="connsiteX6250" fmla="*/ 8543454 w 11677525"/>
              <a:gd name="connsiteY6250" fmla="*/ 511400 h 4078220"/>
              <a:gd name="connsiteX6251" fmla="*/ 8547484 w 11677525"/>
              <a:gd name="connsiteY6251" fmla="*/ 529312 h 4078220"/>
              <a:gd name="connsiteX6252" fmla="*/ 8472767 w 11677525"/>
              <a:gd name="connsiteY6252" fmla="*/ 522673 h 4078220"/>
              <a:gd name="connsiteX6253" fmla="*/ 8469460 w 11677525"/>
              <a:gd name="connsiteY6253" fmla="*/ 504892 h 4078220"/>
              <a:gd name="connsiteX6254" fmla="*/ 8505665 w 11677525"/>
              <a:gd name="connsiteY6254" fmla="*/ 504505 h 4078220"/>
              <a:gd name="connsiteX6255" fmla="*/ 7446280 w 11677525"/>
              <a:gd name="connsiteY6255" fmla="*/ 504206 h 4078220"/>
              <a:gd name="connsiteX6256" fmla="*/ 7470395 w 11677525"/>
              <a:gd name="connsiteY6256" fmla="*/ 509162 h 4078220"/>
              <a:gd name="connsiteX6257" fmla="*/ 7465115 w 11677525"/>
              <a:gd name="connsiteY6257" fmla="*/ 521996 h 4078220"/>
              <a:gd name="connsiteX6258" fmla="*/ 7414489 w 11677525"/>
              <a:gd name="connsiteY6258" fmla="*/ 517258 h 4078220"/>
              <a:gd name="connsiteX6259" fmla="*/ 7420018 w 11677525"/>
              <a:gd name="connsiteY6259" fmla="*/ 504502 h 4078220"/>
              <a:gd name="connsiteX6260" fmla="*/ 7446280 w 11677525"/>
              <a:gd name="connsiteY6260" fmla="*/ 504206 h 4078220"/>
              <a:gd name="connsiteX6261" fmla="*/ 8750048 w 11677525"/>
              <a:gd name="connsiteY6261" fmla="*/ 501117 h 4078220"/>
              <a:gd name="connsiteX6262" fmla="*/ 8751522 w 11677525"/>
              <a:gd name="connsiteY6262" fmla="*/ 501247 h 4078220"/>
              <a:gd name="connsiteX6263" fmla="*/ 8751604 w 11677525"/>
              <a:gd name="connsiteY6263" fmla="*/ 501560 h 4078220"/>
              <a:gd name="connsiteX6264" fmla="*/ 8750244 w 11677525"/>
              <a:gd name="connsiteY6264" fmla="*/ 501456 h 4078220"/>
              <a:gd name="connsiteX6265" fmla="*/ 8750048 w 11677525"/>
              <a:gd name="connsiteY6265" fmla="*/ 501117 h 4078220"/>
              <a:gd name="connsiteX6266" fmla="*/ 4655312 w 11677525"/>
              <a:gd name="connsiteY6266" fmla="*/ 501064 h 4078220"/>
              <a:gd name="connsiteX6267" fmla="*/ 4661926 w 11677525"/>
              <a:gd name="connsiteY6267" fmla="*/ 501793 h 4078220"/>
              <a:gd name="connsiteX6268" fmla="*/ 4657869 w 11677525"/>
              <a:gd name="connsiteY6268" fmla="*/ 503746 h 4078220"/>
              <a:gd name="connsiteX6269" fmla="*/ 4651283 w 11677525"/>
              <a:gd name="connsiteY6269" fmla="*/ 503043 h 4078220"/>
              <a:gd name="connsiteX6270" fmla="*/ 4655312 w 11677525"/>
              <a:gd name="connsiteY6270" fmla="*/ 501064 h 4078220"/>
              <a:gd name="connsiteX6271" fmla="*/ 4914784 w 11677525"/>
              <a:gd name="connsiteY6271" fmla="*/ 498149 h 4078220"/>
              <a:gd name="connsiteX6272" fmla="*/ 4918702 w 11677525"/>
              <a:gd name="connsiteY6272" fmla="*/ 498566 h 4078220"/>
              <a:gd name="connsiteX6273" fmla="*/ 4916590 w 11677525"/>
              <a:gd name="connsiteY6273" fmla="*/ 499711 h 4078220"/>
              <a:gd name="connsiteX6274" fmla="*/ 4912561 w 11677525"/>
              <a:gd name="connsiteY6274" fmla="*/ 499295 h 4078220"/>
              <a:gd name="connsiteX6275" fmla="*/ 4914784 w 11677525"/>
              <a:gd name="connsiteY6275" fmla="*/ 498149 h 4078220"/>
              <a:gd name="connsiteX6276" fmla="*/ 8046372 w 11677525"/>
              <a:gd name="connsiteY6276" fmla="*/ 498000 h 4078220"/>
              <a:gd name="connsiteX6277" fmla="*/ 8080504 w 11677525"/>
              <a:gd name="connsiteY6277" fmla="*/ 504528 h 4078220"/>
              <a:gd name="connsiteX6278" fmla="*/ 8079754 w 11677525"/>
              <a:gd name="connsiteY6278" fmla="*/ 521450 h 4078220"/>
              <a:gd name="connsiteX6279" fmla="*/ 8010454 w 11677525"/>
              <a:gd name="connsiteY6279" fmla="*/ 515202 h 4078220"/>
              <a:gd name="connsiteX6280" fmla="*/ 8011843 w 11677525"/>
              <a:gd name="connsiteY6280" fmla="*/ 498384 h 4078220"/>
              <a:gd name="connsiteX6281" fmla="*/ 8046372 w 11677525"/>
              <a:gd name="connsiteY6281" fmla="*/ 498000 h 4078220"/>
              <a:gd name="connsiteX6282" fmla="*/ 3932565 w 11677525"/>
              <a:gd name="connsiteY6282" fmla="*/ 497909 h 4078220"/>
              <a:gd name="connsiteX6283" fmla="*/ 3945396 w 11677525"/>
              <a:gd name="connsiteY6283" fmla="*/ 502523 h 4078220"/>
              <a:gd name="connsiteX6284" fmla="*/ 3915802 w 11677525"/>
              <a:gd name="connsiteY6284" fmla="*/ 514421 h 4078220"/>
              <a:gd name="connsiteX6285" fmla="*/ 3877846 w 11677525"/>
              <a:gd name="connsiteY6285" fmla="*/ 510021 h 4078220"/>
              <a:gd name="connsiteX6286" fmla="*/ 3907605 w 11677525"/>
              <a:gd name="connsiteY6286" fmla="*/ 498176 h 4078220"/>
              <a:gd name="connsiteX6287" fmla="*/ 3932565 w 11677525"/>
              <a:gd name="connsiteY6287" fmla="*/ 497909 h 4078220"/>
              <a:gd name="connsiteX6288" fmla="*/ 3461784 w 11677525"/>
              <a:gd name="connsiteY6288" fmla="*/ 497818 h 4078220"/>
              <a:gd name="connsiteX6289" fmla="*/ 3473191 w 11677525"/>
              <a:gd name="connsiteY6289" fmla="*/ 502367 h 4078220"/>
              <a:gd name="connsiteX6290" fmla="*/ 3440763 w 11677525"/>
              <a:gd name="connsiteY6290" fmla="*/ 514056 h 4078220"/>
              <a:gd name="connsiteX6291" fmla="*/ 3404418 w 11677525"/>
              <a:gd name="connsiteY6291" fmla="*/ 509734 h 4078220"/>
              <a:gd name="connsiteX6292" fmla="*/ 3437123 w 11677525"/>
              <a:gd name="connsiteY6292" fmla="*/ 498071 h 4078220"/>
              <a:gd name="connsiteX6293" fmla="*/ 3461784 w 11677525"/>
              <a:gd name="connsiteY6293" fmla="*/ 497818 h 4078220"/>
              <a:gd name="connsiteX6294" fmla="*/ 7069047 w 11677525"/>
              <a:gd name="connsiteY6294" fmla="*/ 497681 h 4078220"/>
              <a:gd name="connsiteX6295" fmla="*/ 7102223 w 11677525"/>
              <a:gd name="connsiteY6295" fmla="*/ 500830 h 4078220"/>
              <a:gd name="connsiteX6296" fmla="*/ 7096861 w 11677525"/>
              <a:gd name="connsiteY6296" fmla="*/ 509370 h 4078220"/>
              <a:gd name="connsiteX6297" fmla="*/ 7063627 w 11677525"/>
              <a:gd name="connsiteY6297" fmla="*/ 506194 h 4078220"/>
              <a:gd name="connsiteX6298" fmla="*/ 7069047 w 11677525"/>
              <a:gd name="connsiteY6298" fmla="*/ 497681 h 4078220"/>
              <a:gd name="connsiteX6299" fmla="*/ 6700264 w 11677525"/>
              <a:gd name="connsiteY6299" fmla="*/ 496952 h 4078220"/>
              <a:gd name="connsiteX6300" fmla="*/ 6713323 w 11677525"/>
              <a:gd name="connsiteY6300" fmla="*/ 498201 h 4078220"/>
              <a:gd name="connsiteX6301" fmla="*/ 6710433 w 11677525"/>
              <a:gd name="connsiteY6301" fmla="*/ 501637 h 4078220"/>
              <a:gd name="connsiteX6302" fmla="*/ 6697346 w 11677525"/>
              <a:gd name="connsiteY6302" fmla="*/ 500361 h 4078220"/>
              <a:gd name="connsiteX6303" fmla="*/ 6700264 w 11677525"/>
              <a:gd name="connsiteY6303" fmla="*/ 496952 h 4078220"/>
              <a:gd name="connsiteX6304" fmla="*/ 2863276 w 11677525"/>
              <a:gd name="connsiteY6304" fmla="*/ 495467 h 4078220"/>
              <a:gd name="connsiteX6305" fmla="*/ 2880726 w 11677525"/>
              <a:gd name="connsiteY6305" fmla="*/ 497628 h 4078220"/>
              <a:gd name="connsiteX6306" fmla="*/ 2862276 w 11677525"/>
              <a:gd name="connsiteY6306" fmla="*/ 503512 h 4078220"/>
              <a:gd name="connsiteX6307" fmla="*/ 2844770 w 11677525"/>
              <a:gd name="connsiteY6307" fmla="*/ 501351 h 4078220"/>
              <a:gd name="connsiteX6308" fmla="*/ 2863276 w 11677525"/>
              <a:gd name="connsiteY6308" fmla="*/ 495467 h 4078220"/>
              <a:gd name="connsiteX6309" fmla="*/ 5308213 w 11677525"/>
              <a:gd name="connsiteY6309" fmla="*/ 495416 h 4078220"/>
              <a:gd name="connsiteX6310" fmla="*/ 5309409 w 11677525"/>
              <a:gd name="connsiteY6310" fmla="*/ 495572 h 4078220"/>
              <a:gd name="connsiteX6311" fmla="*/ 5308825 w 11677525"/>
              <a:gd name="connsiteY6311" fmla="*/ 495885 h 4078220"/>
              <a:gd name="connsiteX6312" fmla="*/ 5307713 w 11677525"/>
              <a:gd name="connsiteY6312" fmla="*/ 495754 h 4078220"/>
              <a:gd name="connsiteX6313" fmla="*/ 5308213 w 11677525"/>
              <a:gd name="connsiteY6313" fmla="*/ 495416 h 4078220"/>
              <a:gd name="connsiteX6314" fmla="*/ 7576907 w 11677525"/>
              <a:gd name="connsiteY6314" fmla="*/ 494527 h 4078220"/>
              <a:gd name="connsiteX6315" fmla="*/ 7604687 w 11677525"/>
              <a:gd name="connsiteY6315" fmla="*/ 500127 h 4078220"/>
              <a:gd name="connsiteX6316" fmla="*/ 7599964 w 11677525"/>
              <a:gd name="connsiteY6316" fmla="*/ 514655 h 4078220"/>
              <a:gd name="connsiteX6317" fmla="*/ 7541945 w 11677525"/>
              <a:gd name="connsiteY6317" fmla="*/ 509291 h 4078220"/>
              <a:gd name="connsiteX6318" fmla="*/ 7547169 w 11677525"/>
              <a:gd name="connsiteY6318" fmla="*/ 494842 h 4078220"/>
              <a:gd name="connsiteX6319" fmla="*/ 7576907 w 11677525"/>
              <a:gd name="connsiteY6319" fmla="*/ 494527 h 4078220"/>
              <a:gd name="connsiteX6320" fmla="*/ 4289003 w 11677525"/>
              <a:gd name="connsiteY6320" fmla="*/ 494489 h 4078220"/>
              <a:gd name="connsiteX6321" fmla="*/ 4299728 w 11677525"/>
              <a:gd name="connsiteY6321" fmla="*/ 498019 h 4078220"/>
              <a:gd name="connsiteX6322" fmla="*/ 4278749 w 11677525"/>
              <a:gd name="connsiteY6322" fmla="*/ 507235 h 4078220"/>
              <a:gd name="connsiteX6323" fmla="*/ 4248573 w 11677525"/>
              <a:gd name="connsiteY6323" fmla="*/ 503825 h 4078220"/>
              <a:gd name="connsiteX6324" fmla="*/ 4269691 w 11677525"/>
              <a:gd name="connsiteY6324" fmla="*/ 494687 h 4078220"/>
              <a:gd name="connsiteX6325" fmla="*/ 4289003 w 11677525"/>
              <a:gd name="connsiteY6325" fmla="*/ 494489 h 4078220"/>
              <a:gd name="connsiteX6326" fmla="*/ 8868835 w 11677525"/>
              <a:gd name="connsiteY6326" fmla="*/ 493177 h 4078220"/>
              <a:gd name="connsiteX6327" fmla="*/ 8871642 w 11677525"/>
              <a:gd name="connsiteY6327" fmla="*/ 493411 h 4078220"/>
              <a:gd name="connsiteX6328" fmla="*/ 8871893 w 11677525"/>
              <a:gd name="connsiteY6328" fmla="*/ 494036 h 4078220"/>
              <a:gd name="connsiteX6329" fmla="*/ 8869141 w 11677525"/>
              <a:gd name="connsiteY6329" fmla="*/ 493802 h 4078220"/>
              <a:gd name="connsiteX6330" fmla="*/ 8868835 w 11677525"/>
              <a:gd name="connsiteY6330" fmla="*/ 493177 h 4078220"/>
              <a:gd name="connsiteX6331" fmla="*/ 2747155 w 11677525"/>
              <a:gd name="connsiteY6331" fmla="*/ 490105 h 4078220"/>
              <a:gd name="connsiteX6332" fmla="*/ 2749101 w 11677525"/>
              <a:gd name="connsiteY6332" fmla="*/ 490338 h 4078220"/>
              <a:gd name="connsiteX6333" fmla="*/ 2746989 w 11677525"/>
              <a:gd name="connsiteY6333" fmla="*/ 490990 h 4078220"/>
              <a:gd name="connsiteX6334" fmla="*/ 2745099 w 11677525"/>
              <a:gd name="connsiteY6334" fmla="*/ 490755 h 4078220"/>
              <a:gd name="connsiteX6335" fmla="*/ 2747155 w 11677525"/>
              <a:gd name="connsiteY6335" fmla="*/ 490105 h 4078220"/>
              <a:gd name="connsiteX6336" fmla="*/ 8170352 w 11677525"/>
              <a:gd name="connsiteY6336" fmla="*/ 490101 h 4078220"/>
              <a:gd name="connsiteX6337" fmla="*/ 8204792 w 11677525"/>
              <a:gd name="connsiteY6337" fmla="*/ 496561 h 4078220"/>
              <a:gd name="connsiteX6338" fmla="*/ 8205265 w 11677525"/>
              <a:gd name="connsiteY6338" fmla="*/ 513327 h 4078220"/>
              <a:gd name="connsiteX6339" fmla="*/ 8135910 w 11677525"/>
              <a:gd name="connsiteY6339" fmla="*/ 507131 h 4078220"/>
              <a:gd name="connsiteX6340" fmla="*/ 8136077 w 11677525"/>
              <a:gd name="connsiteY6340" fmla="*/ 490495 h 4078220"/>
              <a:gd name="connsiteX6341" fmla="*/ 8170352 w 11677525"/>
              <a:gd name="connsiteY6341" fmla="*/ 490101 h 4078220"/>
              <a:gd name="connsiteX6342" fmla="*/ 6450991 w 11677525"/>
              <a:gd name="connsiteY6342" fmla="*/ 488646 h 4078220"/>
              <a:gd name="connsiteX6343" fmla="*/ 6461382 w 11677525"/>
              <a:gd name="connsiteY6343" fmla="*/ 489662 h 4078220"/>
              <a:gd name="connsiteX6344" fmla="*/ 6458604 w 11677525"/>
              <a:gd name="connsiteY6344" fmla="*/ 492395 h 4078220"/>
              <a:gd name="connsiteX6345" fmla="*/ 6448184 w 11677525"/>
              <a:gd name="connsiteY6345" fmla="*/ 491380 h 4078220"/>
              <a:gd name="connsiteX6346" fmla="*/ 6450991 w 11677525"/>
              <a:gd name="connsiteY6346" fmla="*/ 488646 h 4078220"/>
              <a:gd name="connsiteX6347" fmla="*/ 6188241 w 11677525"/>
              <a:gd name="connsiteY6347" fmla="*/ 488542 h 4078220"/>
              <a:gd name="connsiteX6348" fmla="*/ 6191215 w 11677525"/>
              <a:gd name="connsiteY6348" fmla="*/ 488829 h 4078220"/>
              <a:gd name="connsiteX6349" fmla="*/ 6190297 w 11677525"/>
              <a:gd name="connsiteY6349" fmla="*/ 489636 h 4078220"/>
              <a:gd name="connsiteX6350" fmla="*/ 6187241 w 11677525"/>
              <a:gd name="connsiteY6350" fmla="*/ 489349 h 4078220"/>
              <a:gd name="connsiteX6351" fmla="*/ 6188241 w 11677525"/>
              <a:gd name="connsiteY6351" fmla="*/ 488542 h 4078220"/>
              <a:gd name="connsiteX6352" fmla="*/ 3806862 w 11677525"/>
              <a:gd name="connsiteY6352" fmla="*/ 488181 h 4078220"/>
              <a:gd name="connsiteX6353" fmla="*/ 3819216 w 11677525"/>
              <a:gd name="connsiteY6353" fmla="*/ 492734 h 4078220"/>
              <a:gd name="connsiteX6354" fmla="*/ 3788929 w 11677525"/>
              <a:gd name="connsiteY6354" fmla="*/ 504476 h 4078220"/>
              <a:gd name="connsiteX6355" fmla="*/ 3751472 w 11677525"/>
              <a:gd name="connsiteY6355" fmla="*/ 500128 h 4078220"/>
              <a:gd name="connsiteX6356" fmla="*/ 3781982 w 11677525"/>
              <a:gd name="connsiteY6356" fmla="*/ 488412 h 4078220"/>
              <a:gd name="connsiteX6357" fmla="*/ 3806862 w 11677525"/>
              <a:gd name="connsiteY6357" fmla="*/ 488181 h 4078220"/>
              <a:gd name="connsiteX6358" fmla="*/ 6845197 w 11677525"/>
              <a:gd name="connsiteY6358" fmla="*/ 486590 h 4078220"/>
              <a:gd name="connsiteX6359" fmla="*/ 6855173 w 11677525"/>
              <a:gd name="connsiteY6359" fmla="*/ 487501 h 4078220"/>
              <a:gd name="connsiteX6360" fmla="*/ 6853144 w 11677525"/>
              <a:gd name="connsiteY6360" fmla="*/ 490131 h 4078220"/>
              <a:gd name="connsiteX6361" fmla="*/ 6843197 w 11677525"/>
              <a:gd name="connsiteY6361" fmla="*/ 489168 h 4078220"/>
              <a:gd name="connsiteX6362" fmla="*/ 6845197 w 11677525"/>
              <a:gd name="connsiteY6362" fmla="*/ 486590 h 4078220"/>
              <a:gd name="connsiteX6363" fmla="*/ 3348321 w 11677525"/>
              <a:gd name="connsiteY6363" fmla="*/ 486200 h 4078220"/>
              <a:gd name="connsiteX6364" fmla="*/ 3362599 w 11677525"/>
              <a:gd name="connsiteY6364" fmla="*/ 492031 h 4078220"/>
              <a:gd name="connsiteX6365" fmla="*/ 3319697 w 11677525"/>
              <a:gd name="connsiteY6365" fmla="*/ 507053 h 4078220"/>
              <a:gd name="connsiteX6366" fmla="*/ 3273460 w 11677525"/>
              <a:gd name="connsiteY6366" fmla="*/ 501456 h 4078220"/>
              <a:gd name="connsiteX6367" fmla="*/ 3316473 w 11677525"/>
              <a:gd name="connsiteY6367" fmla="*/ 486538 h 4078220"/>
              <a:gd name="connsiteX6368" fmla="*/ 3348321 w 11677525"/>
              <a:gd name="connsiteY6368" fmla="*/ 486200 h 4078220"/>
              <a:gd name="connsiteX6369" fmla="*/ 4512767 w 11677525"/>
              <a:gd name="connsiteY6369" fmla="*/ 485860 h 4078220"/>
              <a:gd name="connsiteX6370" fmla="*/ 4529579 w 11677525"/>
              <a:gd name="connsiteY6370" fmla="*/ 487709 h 4078220"/>
              <a:gd name="connsiteX6371" fmla="*/ 4518742 w 11677525"/>
              <a:gd name="connsiteY6371" fmla="*/ 492708 h 4078220"/>
              <a:gd name="connsiteX6372" fmla="*/ 4501931 w 11677525"/>
              <a:gd name="connsiteY6372" fmla="*/ 490859 h 4078220"/>
              <a:gd name="connsiteX6373" fmla="*/ 4512767 w 11677525"/>
              <a:gd name="connsiteY6373" fmla="*/ 485860 h 4078220"/>
              <a:gd name="connsiteX6374" fmla="*/ 8987927 w 11677525"/>
              <a:gd name="connsiteY6374" fmla="*/ 485757 h 4078220"/>
              <a:gd name="connsiteX6375" fmla="*/ 8989373 w 11677525"/>
              <a:gd name="connsiteY6375" fmla="*/ 485887 h 4078220"/>
              <a:gd name="connsiteX6376" fmla="*/ 8989511 w 11677525"/>
              <a:gd name="connsiteY6376" fmla="*/ 486200 h 4078220"/>
              <a:gd name="connsiteX6377" fmla="*/ 8988152 w 11677525"/>
              <a:gd name="connsiteY6377" fmla="*/ 486096 h 4078220"/>
              <a:gd name="connsiteX6378" fmla="*/ 8987927 w 11677525"/>
              <a:gd name="connsiteY6378" fmla="*/ 485757 h 4078220"/>
              <a:gd name="connsiteX6379" fmla="*/ 7223714 w 11677525"/>
              <a:gd name="connsiteY6379" fmla="*/ 485347 h 4078220"/>
              <a:gd name="connsiteX6380" fmla="*/ 7247186 w 11677525"/>
              <a:gd name="connsiteY6380" fmla="*/ 490261 h 4078220"/>
              <a:gd name="connsiteX6381" fmla="*/ 7240379 w 11677525"/>
              <a:gd name="connsiteY6381" fmla="*/ 502940 h 4078220"/>
              <a:gd name="connsiteX6382" fmla="*/ 7190168 w 11677525"/>
              <a:gd name="connsiteY6382" fmla="*/ 498228 h 4078220"/>
              <a:gd name="connsiteX6383" fmla="*/ 7197365 w 11677525"/>
              <a:gd name="connsiteY6383" fmla="*/ 485627 h 4078220"/>
              <a:gd name="connsiteX6384" fmla="*/ 7223714 w 11677525"/>
              <a:gd name="connsiteY6384" fmla="*/ 485347 h 4078220"/>
              <a:gd name="connsiteX6385" fmla="*/ 7705581 w 11677525"/>
              <a:gd name="connsiteY6385" fmla="*/ 484820 h 4078220"/>
              <a:gd name="connsiteX6386" fmla="*/ 7737786 w 11677525"/>
              <a:gd name="connsiteY6386" fmla="*/ 491172 h 4078220"/>
              <a:gd name="connsiteX6387" fmla="*/ 7733728 w 11677525"/>
              <a:gd name="connsiteY6387" fmla="*/ 507677 h 4078220"/>
              <a:gd name="connsiteX6388" fmla="*/ 7666874 w 11677525"/>
              <a:gd name="connsiteY6388" fmla="*/ 501559 h 4078220"/>
              <a:gd name="connsiteX6389" fmla="*/ 7671626 w 11677525"/>
              <a:gd name="connsiteY6389" fmla="*/ 485183 h 4078220"/>
              <a:gd name="connsiteX6390" fmla="*/ 7705581 w 11677525"/>
              <a:gd name="connsiteY6390" fmla="*/ 484820 h 4078220"/>
              <a:gd name="connsiteX6391" fmla="*/ 5029987 w 11677525"/>
              <a:gd name="connsiteY6391" fmla="*/ 483258 h 4078220"/>
              <a:gd name="connsiteX6392" fmla="*/ 5032821 w 11677525"/>
              <a:gd name="connsiteY6392" fmla="*/ 483596 h 4078220"/>
              <a:gd name="connsiteX6393" fmla="*/ 5031376 w 11677525"/>
              <a:gd name="connsiteY6393" fmla="*/ 484377 h 4078220"/>
              <a:gd name="connsiteX6394" fmla="*/ 5028542 w 11677525"/>
              <a:gd name="connsiteY6394" fmla="*/ 484091 h 4078220"/>
              <a:gd name="connsiteX6395" fmla="*/ 5029987 w 11677525"/>
              <a:gd name="connsiteY6395" fmla="*/ 483258 h 4078220"/>
              <a:gd name="connsiteX6396" fmla="*/ 4159104 w 11677525"/>
              <a:gd name="connsiteY6396" fmla="*/ 482994 h 4078220"/>
              <a:gd name="connsiteX6397" fmla="*/ 4170605 w 11677525"/>
              <a:gd name="connsiteY6397" fmla="*/ 486903 h 4078220"/>
              <a:gd name="connsiteX6398" fmla="*/ 4146708 w 11677525"/>
              <a:gd name="connsiteY6398" fmla="*/ 496952 h 4078220"/>
              <a:gd name="connsiteX6399" fmla="*/ 4113754 w 11677525"/>
              <a:gd name="connsiteY6399" fmla="*/ 493229 h 4078220"/>
              <a:gd name="connsiteX6400" fmla="*/ 4137789 w 11677525"/>
              <a:gd name="connsiteY6400" fmla="*/ 483206 h 4078220"/>
              <a:gd name="connsiteX6401" fmla="*/ 4159104 w 11677525"/>
              <a:gd name="connsiteY6401" fmla="*/ 482994 h 4078220"/>
              <a:gd name="connsiteX6402" fmla="*/ 8292880 w 11677525"/>
              <a:gd name="connsiteY6402" fmla="*/ 482090 h 4078220"/>
              <a:gd name="connsiteX6403" fmla="*/ 8328304 w 11677525"/>
              <a:gd name="connsiteY6403" fmla="*/ 488621 h 4078220"/>
              <a:gd name="connsiteX6404" fmla="*/ 8330082 w 11677525"/>
              <a:gd name="connsiteY6404" fmla="*/ 505543 h 4078220"/>
              <a:gd name="connsiteX6405" fmla="*/ 8259226 w 11677525"/>
              <a:gd name="connsiteY6405" fmla="*/ 499269 h 4078220"/>
              <a:gd name="connsiteX6406" fmla="*/ 8258060 w 11677525"/>
              <a:gd name="connsiteY6406" fmla="*/ 482451 h 4078220"/>
              <a:gd name="connsiteX6407" fmla="*/ 8292880 w 11677525"/>
              <a:gd name="connsiteY6407" fmla="*/ 482090 h 4078220"/>
              <a:gd name="connsiteX6408" fmla="*/ 2632952 w 11677525"/>
              <a:gd name="connsiteY6408" fmla="*/ 481278 h 4078220"/>
              <a:gd name="connsiteX6409" fmla="*/ 2634787 w 11677525"/>
              <a:gd name="connsiteY6409" fmla="*/ 481513 h 4078220"/>
              <a:gd name="connsiteX6410" fmla="*/ 2632647 w 11677525"/>
              <a:gd name="connsiteY6410" fmla="*/ 482111 h 4078220"/>
              <a:gd name="connsiteX6411" fmla="*/ 2630785 w 11677525"/>
              <a:gd name="connsiteY6411" fmla="*/ 481877 h 4078220"/>
              <a:gd name="connsiteX6412" fmla="*/ 2632952 w 11677525"/>
              <a:gd name="connsiteY6412" fmla="*/ 481278 h 4078220"/>
              <a:gd name="connsiteX6413" fmla="*/ 4764514 w 11677525"/>
              <a:gd name="connsiteY6413" fmla="*/ 480342 h 4078220"/>
              <a:gd name="connsiteX6414" fmla="*/ 4777129 w 11677525"/>
              <a:gd name="connsiteY6414" fmla="*/ 481695 h 4078220"/>
              <a:gd name="connsiteX6415" fmla="*/ 4769655 w 11677525"/>
              <a:gd name="connsiteY6415" fmla="*/ 485392 h 4078220"/>
              <a:gd name="connsiteX6416" fmla="*/ 4757040 w 11677525"/>
              <a:gd name="connsiteY6416" fmla="*/ 484039 h 4078220"/>
              <a:gd name="connsiteX6417" fmla="*/ 4764514 w 11677525"/>
              <a:gd name="connsiteY6417" fmla="*/ 480342 h 4078220"/>
              <a:gd name="connsiteX6418" fmla="*/ 3682794 w 11677525"/>
              <a:gd name="connsiteY6418" fmla="*/ 478751 h 4078220"/>
              <a:gd name="connsiteX6419" fmla="*/ 3694676 w 11677525"/>
              <a:gd name="connsiteY6419" fmla="*/ 483180 h 4078220"/>
              <a:gd name="connsiteX6420" fmla="*/ 3664083 w 11677525"/>
              <a:gd name="connsiteY6420" fmla="*/ 494635 h 4078220"/>
              <a:gd name="connsiteX6421" fmla="*/ 3627711 w 11677525"/>
              <a:gd name="connsiteY6421" fmla="*/ 490392 h 4078220"/>
              <a:gd name="connsiteX6422" fmla="*/ 3658387 w 11677525"/>
              <a:gd name="connsiteY6422" fmla="*/ 478988 h 4078220"/>
              <a:gd name="connsiteX6423" fmla="*/ 3682794 w 11677525"/>
              <a:gd name="connsiteY6423" fmla="*/ 478751 h 4078220"/>
              <a:gd name="connsiteX6424" fmla="*/ 3227978 w 11677525"/>
              <a:gd name="connsiteY6424" fmla="*/ 477761 h 4078220"/>
              <a:gd name="connsiteX6425" fmla="*/ 3240978 w 11677525"/>
              <a:gd name="connsiteY6425" fmla="*/ 483206 h 4078220"/>
              <a:gd name="connsiteX6426" fmla="*/ 3199687 w 11677525"/>
              <a:gd name="connsiteY6426" fmla="*/ 497238 h 4078220"/>
              <a:gd name="connsiteX6427" fmla="*/ 3156535 w 11677525"/>
              <a:gd name="connsiteY6427" fmla="*/ 492030 h 4078220"/>
              <a:gd name="connsiteX6428" fmla="*/ 3198076 w 11677525"/>
              <a:gd name="connsiteY6428" fmla="*/ 478076 h 4078220"/>
              <a:gd name="connsiteX6429" fmla="*/ 3227978 w 11677525"/>
              <a:gd name="connsiteY6429" fmla="*/ 477761 h 4078220"/>
              <a:gd name="connsiteX6430" fmla="*/ 7831974 w 11677525"/>
              <a:gd name="connsiteY6430" fmla="*/ 476850 h 4078220"/>
              <a:gd name="connsiteX6431" fmla="*/ 7864158 w 11677525"/>
              <a:gd name="connsiteY6431" fmla="*/ 483101 h 4078220"/>
              <a:gd name="connsiteX6432" fmla="*/ 7861435 w 11677525"/>
              <a:gd name="connsiteY6432" fmla="*/ 499242 h 4078220"/>
              <a:gd name="connsiteX6433" fmla="*/ 7795165 w 11677525"/>
              <a:gd name="connsiteY6433" fmla="*/ 493254 h 4078220"/>
              <a:gd name="connsiteX6434" fmla="*/ 7798499 w 11677525"/>
              <a:gd name="connsiteY6434" fmla="*/ 477217 h 4078220"/>
              <a:gd name="connsiteX6435" fmla="*/ 7831974 w 11677525"/>
              <a:gd name="connsiteY6435" fmla="*/ 476850 h 4078220"/>
              <a:gd name="connsiteX6436" fmla="*/ 7356235 w 11677525"/>
              <a:gd name="connsiteY6436" fmla="*/ 476629 h 4078220"/>
              <a:gd name="connsiteX6437" fmla="*/ 7379672 w 11677525"/>
              <a:gd name="connsiteY6437" fmla="*/ 481409 h 4078220"/>
              <a:gd name="connsiteX6438" fmla="*/ 7373976 w 11677525"/>
              <a:gd name="connsiteY6438" fmla="*/ 493827 h 4078220"/>
              <a:gd name="connsiteX6439" fmla="*/ 7324377 w 11677525"/>
              <a:gd name="connsiteY6439" fmla="*/ 489245 h 4078220"/>
              <a:gd name="connsiteX6440" fmla="*/ 7330546 w 11677525"/>
              <a:gd name="connsiteY6440" fmla="*/ 476905 h 4078220"/>
              <a:gd name="connsiteX6441" fmla="*/ 7356235 w 11677525"/>
              <a:gd name="connsiteY6441" fmla="*/ 476629 h 4078220"/>
              <a:gd name="connsiteX6442" fmla="*/ 6983241 w 11677525"/>
              <a:gd name="connsiteY6442" fmla="*/ 475630 h 4078220"/>
              <a:gd name="connsiteX6443" fmla="*/ 6997606 w 11677525"/>
              <a:gd name="connsiteY6443" fmla="*/ 477009 h 4078220"/>
              <a:gd name="connsiteX6444" fmla="*/ 6995078 w 11677525"/>
              <a:gd name="connsiteY6444" fmla="*/ 480680 h 4078220"/>
              <a:gd name="connsiteX6445" fmla="*/ 6980685 w 11677525"/>
              <a:gd name="connsiteY6445" fmla="*/ 479300 h 4078220"/>
              <a:gd name="connsiteX6446" fmla="*/ 6983241 w 11677525"/>
              <a:gd name="connsiteY6446" fmla="*/ 475630 h 4078220"/>
              <a:gd name="connsiteX6447" fmla="*/ 6077233 w 11677525"/>
              <a:gd name="connsiteY6447" fmla="*/ 475369 h 4078220"/>
              <a:gd name="connsiteX6448" fmla="*/ 6079651 w 11677525"/>
              <a:gd name="connsiteY6448" fmla="*/ 475630 h 4078220"/>
              <a:gd name="connsiteX6449" fmla="*/ 6078845 w 11677525"/>
              <a:gd name="connsiteY6449" fmla="*/ 476228 h 4078220"/>
              <a:gd name="connsiteX6450" fmla="*/ 6076483 w 11677525"/>
              <a:gd name="connsiteY6450" fmla="*/ 475994 h 4078220"/>
              <a:gd name="connsiteX6451" fmla="*/ 6077233 w 11677525"/>
              <a:gd name="connsiteY6451" fmla="*/ 475369 h 4078220"/>
              <a:gd name="connsiteX6452" fmla="*/ 6600787 w 11677525"/>
              <a:gd name="connsiteY6452" fmla="*/ 475188 h 4078220"/>
              <a:gd name="connsiteX6453" fmla="*/ 6613625 w 11677525"/>
              <a:gd name="connsiteY6453" fmla="*/ 476411 h 4078220"/>
              <a:gd name="connsiteX6454" fmla="*/ 6610540 w 11677525"/>
              <a:gd name="connsiteY6454" fmla="*/ 479769 h 4078220"/>
              <a:gd name="connsiteX6455" fmla="*/ 6597647 w 11677525"/>
              <a:gd name="connsiteY6455" fmla="*/ 478520 h 4078220"/>
              <a:gd name="connsiteX6456" fmla="*/ 6600787 w 11677525"/>
              <a:gd name="connsiteY6456" fmla="*/ 475188 h 4078220"/>
              <a:gd name="connsiteX6457" fmla="*/ 8524588 w 11677525"/>
              <a:gd name="connsiteY6457" fmla="*/ 474770 h 4078220"/>
              <a:gd name="connsiteX6458" fmla="*/ 8547680 w 11677525"/>
              <a:gd name="connsiteY6458" fmla="*/ 476749 h 4078220"/>
              <a:gd name="connsiteX6459" fmla="*/ 8548985 w 11677525"/>
              <a:gd name="connsiteY6459" fmla="*/ 482164 h 4078220"/>
              <a:gd name="connsiteX6460" fmla="*/ 8525756 w 11677525"/>
              <a:gd name="connsiteY6460" fmla="*/ 480185 h 4078220"/>
              <a:gd name="connsiteX6461" fmla="*/ 8524588 w 11677525"/>
              <a:gd name="connsiteY6461" fmla="*/ 474770 h 4078220"/>
              <a:gd name="connsiteX6462" fmla="*/ 8414032 w 11677525"/>
              <a:gd name="connsiteY6462" fmla="*/ 473761 h 4078220"/>
              <a:gd name="connsiteX6463" fmla="*/ 8451759 w 11677525"/>
              <a:gd name="connsiteY6463" fmla="*/ 480602 h 4078220"/>
              <a:gd name="connsiteX6464" fmla="*/ 8454983 w 11677525"/>
              <a:gd name="connsiteY6464" fmla="*/ 498383 h 4078220"/>
              <a:gd name="connsiteX6465" fmla="*/ 8379848 w 11677525"/>
              <a:gd name="connsiteY6465" fmla="*/ 491744 h 4078220"/>
              <a:gd name="connsiteX6466" fmla="*/ 8377514 w 11677525"/>
              <a:gd name="connsiteY6466" fmla="*/ 474145 h 4078220"/>
              <a:gd name="connsiteX6467" fmla="*/ 8414032 w 11677525"/>
              <a:gd name="connsiteY6467" fmla="*/ 473761 h 4078220"/>
              <a:gd name="connsiteX6468" fmla="*/ 3099930 w 11677525"/>
              <a:gd name="connsiteY6468" fmla="*/ 472463 h 4078220"/>
              <a:gd name="connsiteX6469" fmla="*/ 3107880 w 11677525"/>
              <a:gd name="connsiteY6469" fmla="*/ 475863 h 4078220"/>
              <a:gd name="connsiteX6470" fmla="*/ 3081261 w 11677525"/>
              <a:gd name="connsiteY6470" fmla="*/ 484637 h 4078220"/>
              <a:gd name="connsiteX6471" fmla="*/ 3054391 w 11677525"/>
              <a:gd name="connsiteY6471" fmla="*/ 481383 h 4078220"/>
              <a:gd name="connsiteX6472" fmla="*/ 3081039 w 11677525"/>
              <a:gd name="connsiteY6472" fmla="*/ 472635 h 4078220"/>
              <a:gd name="connsiteX6473" fmla="*/ 3099930 w 11677525"/>
              <a:gd name="connsiteY6473" fmla="*/ 472463 h 4078220"/>
              <a:gd name="connsiteX6474" fmla="*/ 4391650 w 11677525"/>
              <a:gd name="connsiteY6474" fmla="*/ 471519 h 4078220"/>
              <a:gd name="connsiteX6475" fmla="*/ 4401288 w 11677525"/>
              <a:gd name="connsiteY6475" fmla="*/ 474614 h 4078220"/>
              <a:gd name="connsiteX6476" fmla="*/ 4383311 w 11677525"/>
              <a:gd name="connsiteY6476" fmla="*/ 482632 h 4078220"/>
              <a:gd name="connsiteX6477" fmla="*/ 4356579 w 11677525"/>
              <a:gd name="connsiteY6477" fmla="*/ 479665 h 4078220"/>
              <a:gd name="connsiteX6478" fmla="*/ 4374613 w 11677525"/>
              <a:gd name="connsiteY6478" fmla="*/ 471725 h 4078220"/>
              <a:gd name="connsiteX6479" fmla="*/ 4391650 w 11677525"/>
              <a:gd name="connsiteY6479" fmla="*/ 471519 h 4078220"/>
              <a:gd name="connsiteX6480" fmla="*/ 4033950 w 11677525"/>
              <a:gd name="connsiteY6480" fmla="*/ 471243 h 4078220"/>
              <a:gd name="connsiteX6481" fmla="*/ 4047454 w 11677525"/>
              <a:gd name="connsiteY6481" fmla="*/ 475890 h 4078220"/>
              <a:gd name="connsiteX6482" fmla="*/ 4017834 w 11677525"/>
              <a:gd name="connsiteY6482" fmla="*/ 487892 h 4078220"/>
              <a:gd name="connsiteX6483" fmla="*/ 3978599 w 11677525"/>
              <a:gd name="connsiteY6483" fmla="*/ 483414 h 4078220"/>
              <a:gd name="connsiteX6484" fmla="*/ 4008442 w 11677525"/>
              <a:gd name="connsiteY6484" fmla="*/ 471516 h 4078220"/>
              <a:gd name="connsiteX6485" fmla="*/ 4033950 w 11677525"/>
              <a:gd name="connsiteY6485" fmla="*/ 471243 h 4078220"/>
              <a:gd name="connsiteX6486" fmla="*/ 5146301 w 11677525"/>
              <a:gd name="connsiteY6486" fmla="*/ 471047 h 4078220"/>
              <a:gd name="connsiteX6487" fmla="*/ 5149051 w 11677525"/>
              <a:gd name="connsiteY6487" fmla="*/ 471360 h 4078220"/>
              <a:gd name="connsiteX6488" fmla="*/ 5147690 w 11677525"/>
              <a:gd name="connsiteY6488" fmla="*/ 472167 h 4078220"/>
              <a:gd name="connsiteX6489" fmla="*/ 5144828 w 11677525"/>
              <a:gd name="connsiteY6489" fmla="*/ 471855 h 4078220"/>
              <a:gd name="connsiteX6490" fmla="*/ 5146301 w 11677525"/>
              <a:gd name="connsiteY6490" fmla="*/ 471047 h 4078220"/>
              <a:gd name="connsiteX6491" fmla="*/ 6345707 w 11677525"/>
              <a:gd name="connsiteY6491" fmla="*/ 470475 h 4078220"/>
              <a:gd name="connsiteX6492" fmla="*/ 6357099 w 11677525"/>
              <a:gd name="connsiteY6492" fmla="*/ 471542 h 4078220"/>
              <a:gd name="connsiteX6493" fmla="*/ 6353876 w 11677525"/>
              <a:gd name="connsiteY6493" fmla="*/ 474588 h 4078220"/>
              <a:gd name="connsiteX6494" fmla="*/ 6342400 w 11677525"/>
              <a:gd name="connsiteY6494" fmla="*/ 473469 h 4078220"/>
              <a:gd name="connsiteX6495" fmla="*/ 6345707 w 11677525"/>
              <a:gd name="connsiteY6495" fmla="*/ 470475 h 4078220"/>
              <a:gd name="connsiteX6496" fmla="*/ 8653823 w 11677525"/>
              <a:gd name="connsiteY6496" fmla="*/ 470110 h 4078220"/>
              <a:gd name="connsiteX6497" fmla="*/ 8658545 w 11677525"/>
              <a:gd name="connsiteY6497" fmla="*/ 470527 h 4078220"/>
              <a:gd name="connsiteX6498" fmla="*/ 8658937 w 11677525"/>
              <a:gd name="connsiteY6498" fmla="*/ 471620 h 4078220"/>
              <a:gd name="connsiteX6499" fmla="*/ 8654127 w 11677525"/>
              <a:gd name="connsiteY6499" fmla="*/ 471203 h 4078220"/>
              <a:gd name="connsiteX6500" fmla="*/ 8653823 w 11677525"/>
              <a:gd name="connsiteY6500" fmla="*/ 470110 h 4078220"/>
              <a:gd name="connsiteX6501" fmla="*/ 3561017 w 11677525"/>
              <a:gd name="connsiteY6501" fmla="*/ 469452 h 4078220"/>
              <a:gd name="connsiteX6502" fmla="*/ 3572472 w 11677525"/>
              <a:gd name="connsiteY6502" fmla="*/ 473833 h 4078220"/>
              <a:gd name="connsiteX6503" fmla="*/ 3541211 w 11677525"/>
              <a:gd name="connsiteY6503" fmla="*/ 485184 h 4078220"/>
              <a:gd name="connsiteX6504" fmla="*/ 3505367 w 11677525"/>
              <a:gd name="connsiteY6504" fmla="*/ 480966 h 4078220"/>
              <a:gd name="connsiteX6505" fmla="*/ 3536766 w 11677525"/>
              <a:gd name="connsiteY6505" fmla="*/ 469720 h 4078220"/>
              <a:gd name="connsiteX6506" fmla="*/ 3561017 w 11677525"/>
              <a:gd name="connsiteY6506" fmla="*/ 469452 h 4078220"/>
              <a:gd name="connsiteX6507" fmla="*/ 7956813 w 11677525"/>
              <a:gd name="connsiteY6507" fmla="*/ 468730 h 4078220"/>
              <a:gd name="connsiteX6508" fmla="*/ 7989948 w 11677525"/>
              <a:gd name="connsiteY6508" fmla="*/ 475031 h 4078220"/>
              <a:gd name="connsiteX6509" fmla="*/ 7988364 w 11677525"/>
              <a:gd name="connsiteY6509" fmla="*/ 491354 h 4078220"/>
              <a:gd name="connsiteX6510" fmla="*/ 7920592 w 11677525"/>
              <a:gd name="connsiteY6510" fmla="*/ 485289 h 4078220"/>
              <a:gd name="connsiteX6511" fmla="*/ 7922927 w 11677525"/>
              <a:gd name="connsiteY6511" fmla="*/ 469069 h 4078220"/>
              <a:gd name="connsiteX6512" fmla="*/ 7956813 w 11677525"/>
              <a:gd name="connsiteY6512" fmla="*/ 468730 h 4078220"/>
              <a:gd name="connsiteX6513" fmla="*/ 7486653 w 11677525"/>
              <a:gd name="connsiteY6513" fmla="*/ 467988 h 4078220"/>
              <a:gd name="connsiteX6514" fmla="*/ 7510658 w 11677525"/>
              <a:gd name="connsiteY6514" fmla="*/ 472791 h 4078220"/>
              <a:gd name="connsiteX6515" fmla="*/ 7505822 w 11677525"/>
              <a:gd name="connsiteY6515" fmla="*/ 485262 h 4078220"/>
              <a:gd name="connsiteX6516" fmla="*/ 7455557 w 11677525"/>
              <a:gd name="connsiteY6516" fmla="*/ 480628 h 4078220"/>
              <a:gd name="connsiteX6517" fmla="*/ 7460670 w 11677525"/>
              <a:gd name="connsiteY6517" fmla="*/ 468262 h 4078220"/>
              <a:gd name="connsiteX6518" fmla="*/ 7486653 w 11677525"/>
              <a:gd name="connsiteY6518" fmla="*/ 467988 h 4078220"/>
              <a:gd name="connsiteX6519" fmla="*/ 2965140 w 11677525"/>
              <a:gd name="connsiteY6519" fmla="*/ 467168 h 4078220"/>
              <a:gd name="connsiteX6520" fmla="*/ 2976672 w 11677525"/>
              <a:gd name="connsiteY6520" fmla="*/ 468574 h 4078220"/>
              <a:gd name="connsiteX6521" fmla="*/ 2964751 w 11677525"/>
              <a:gd name="connsiteY6521" fmla="*/ 472349 h 4078220"/>
              <a:gd name="connsiteX6522" fmla="*/ 2953276 w 11677525"/>
              <a:gd name="connsiteY6522" fmla="*/ 470943 h 4078220"/>
              <a:gd name="connsiteX6523" fmla="*/ 2965140 w 11677525"/>
              <a:gd name="connsiteY6523" fmla="*/ 467168 h 4078220"/>
              <a:gd name="connsiteX6524" fmla="*/ 4621246 w 11677525"/>
              <a:gd name="connsiteY6524" fmla="*/ 465762 h 4078220"/>
              <a:gd name="connsiteX6525" fmla="*/ 4635251 w 11677525"/>
              <a:gd name="connsiteY6525" fmla="*/ 467273 h 4078220"/>
              <a:gd name="connsiteX6526" fmla="*/ 4626554 w 11677525"/>
              <a:gd name="connsiteY6526" fmla="*/ 471360 h 4078220"/>
              <a:gd name="connsiteX6527" fmla="*/ 4612494 w 11677525"/>
              <a:gd name="connsiteY6527" fmla="*/ 469824 h 4078220"/>
              <a:gd name="connsiteX6528" fmla="*/ 4621246 w 11677525"/>
              <a:gd name="connsiteY6528" fmla="*/ 465762 h 4078220"/>
              <a:gd name="connsiteX6529" fmla="*/ 5964170 w 11677525"/>
              <a:gd name="connsiteY6529" fmla="*/ 464982 h 4078220"/>
              <a:gd name="connsiteX6530" fmla="*/ 5966476 w 11677525"/>
              <a:gd name="connsiteY6530" fmla="*/ 465216 h 4078220"/>
              <a:gd name="connsiteX6531" fmla="*/ 5965671 w 11677525"/>
              <a:gd name="connsiteY6531" fmla="*/ 465815 h 4078220"/>
              <a:gd name="connsiteX6532" fmla="*/ 5963309 w 11677525"/>
              <a:gd name="connsiteY6532" fmla="*/ 465581 h 4078220"/>
              <a:gd name="connsiteX6533" fmla="*/ 5964170 w 11677525"/>
              <a:gd name="connsiteY6533" fmla="*/ 464982 h 4078220"/>
              <a:gd name="connsiteX6534" fmla="*/ 4876688 w 11677525"/>
              <a:gd name="connsiteY6534" fmla="*/ 463654 h 4078220"/>
              <a:gd name="connsiteX6535" fmla="*/ 4888109 w 11677525"/>
              <a:gd name="connsiteY6535" fmla="*/ 464825 h 4078220"/>
              <a:gd name="connsiteX6536" fmla="*/ 4881635 w 11677525"/>
              <a:gd name="connsiteY6536" fmla="*/ 468158 h 4078220"/>
              <a:gd name="connsiteX6537" fmla="*/ 4870186 w 11677525"/>
              <a:gd name="connsiteY6537" fmla="*/ 466934 h 4078220"/>
              <a:gd name="connsiteX6538" fmla="*/ 4876688 w 11677525"/>
              <a:gd name="connsiteY6538" fmla="*/ 463654 h 4078220"/>
              <a:gd name="connsiteX6539" fmla="*/ 6746583 w 11677525"/>
              <a:gd name="connsiteY6539" fmla="*/ 463445 h 4078220"/>
              <a:gd name="connsiteX6540" fmla="*/ 6759476 w 11677525"/>
              <a:gd name="connsiteY6540" fmla="*/ 464669 h 4078220"/>
              <a:gd name="connsiteX6541" fmla="*/ 6756669 w 11677525"/>
              <a:gd name="connsiteY6541" fmla="*/ 467976 h 4078220"/>
              <a:gd name="connsiteX6542" fmla="*/ 6743749 w 11677525"/>
              <a:gd name="connsiteY6542" fmla="*/ 466726 h 4078220"/>
              <a:gd name="connsiteX6543" fmla="*/ 6746583 w 11677525"/>
              <a:gd name="connsiteY6543" fmla="*/ 463445 h 4078220"/>
              <a:gd name="connsiteX6544" fmla="*/ 8773222 w 11677525"/>
              <a:gd name="connsiteY6544" fmla="*/ 462925 h 4078220"/>
              <a:gd name="connsiteX6545" fmla="*/ 8775917 w 11677525"/>
              <a:gd name="connsiteY6545" fmla="*/ 463159 h 4078220"/>
              <a:gd name="connsiteX6546" fmla="*/ 8776196 w 11677525"/>
              <a:gd name="connsiteY6546" fmla="*/ 463784 h 4078220"/>
              <a:gd name="connsiteX6547" fmla="*/ 8773444 w 11677525"/>
              <a:gd name="connsiteY6547" fmla="*/ 463523 h 4078220"/>
              <a:gd name="connsiteX6548" fmla="*/ 8773222 w 11677525"/>
              <a:gd name="connsiteY6548" fmla="*/ 462925 h 4078220"/>
              <a:gd name="connsiteX6549" fmla="*/ 7110699 w 11677525"/>
              <a:gd name="connsiteY6549" fmla="*/ 462300 h 4078220"/>
              <a:gd name="connsiteX6550" fmla="*/ 7147015 w 11677525"/>
              <a:gd name="connsiteY6550" fmla="*/ 465658 h 4078220"/>
              <a:gd name="connsiteX6551" fmla="*/ 7141403 w 11677525"/>
              <a:gd name="connsiteY6551" fmla="*/ 474771 h 4078220"/>
              <a:gd name="connsiteX6552" fmla="*/ 7104919 w 11677525"/>
              <a:gd name="connsiteY6552" fmla="*/ 471412 h 4078220"/>
              <a:gd name="connsiteX6553" fmla="*/ 7110699 w 11677525"/>
              <a:gd name="connsiteY6553" fmla="*/ 462300 h 4078220"/>
              <a:gd name="connsiteX6554" fmla="*/ 5263143 w 11677525"/>
              <a:gd name="connsiteY6554" fmla="*/ 461519 h 4078220"/>
              <a:gd name="connsiteX6555" fmla="*/ 5267061 w 11677525"/>
              <a:gd name="connsiteY6555" fmla="*/ 461909 h 4078220"/>
              <a:gd name="connsiteX6556" fmla="*/ 5265172 w 11677525"/>
              <a:gd name="connsiteY6556" fmla="*/ 463028 h 4078220"/>
              <a:gd name="connsiteX6557" fmla="*/ 5261199 w 11677525"/>
              <a:gd name="connsiteY6557" fmla="*/ 462612 h 4078220"/>
              <a:gd name="connsiteX6558" fmla="*/ 5263143 w 11677525"/>
              <a:gd name="connsiteY6558" fmla="*/ 461519 h 4078220"/>
              <a:gd name="connsiteX6559" fmla="*/ 3908102 w 11677525"/>
              <a:gd name="connsiteY6559" fmla="*/ 461206 h 4078220"/>
              <a:gd name="connsiteX6560" fmla="*/ 3921249 w 11677525"/>
              <a:gd name="connsiteY6560" fmla="*/ 465867 h 4078220"/>
              <a:gd name="connsiteX6561" fmla="*/ 3890572 w 11677525"/>
              <a:gd name="connsiteY6561" fmla="*/ 477842 h 4078220"/>
              <a:gd name="connsiteX6562" fmla="*/ 3851421 w 11677525"/>
              <a:gd name="connsiteY6562" fmla="*/ 473417 h 4078220"/>
              <a:gd name="connsiteX6563" fmla="*/ 3882347 w 11677525"/>
              <a:gd name="connsiteY6563" fmla="*/ 461467 h 4078220"/>
              <a:gd name="connsiteX6564" fmla="*/ 3908102 w 11677525"/>
              <a:gd name="connsiteY6564" fmla="*/ 461206 h 4078220"/>
              <a:gd name="connsiteX6565" fmla="*/ 8080088 w 11677525"/>
              <a:gd name="connsiteY6565" fmla="*/ 460963 h 4078220"/>
              <a:gd name="connsiteX6566" fmla="*/ 8113570 w 11677525"/>
              <a:gd name="connsiteY6566" fmla="*/ 467194 h 4078220"/>
              <a:gd name="connsiteX6567" fmla="*/ 8113209 w 11677525"/>
              <a:gd name="connsiteY6567" fmla="*/ 483362 h 4078220"/>
              <a:gd name="connsiteX6568" fmla="*/ 8045326 w 11677525"/>
              <a:gd name="connsiteY6568" fmla="*/ 477374 h 4078220"/>
              <a:gd name="connsiteX6569" fmla="*/ 8046437 w 11677525"/>
              <a:gd name="connsiteY6569" fmla="*/ 461311 h 4078220"/>
              <a:gd name="connsiteX6570" fmla="*/ 8080088 w 11677525"/>
              <a:gd name="connsiteY6570" fmla="*/ 460963 h 4078220"/>
              <a:gd name="connsiteX6571" fmla="*/ 2850133 w 11677525"/>
              <a:gd name="connsiteY6571" fmla="*/ 460269 h 4078220"/>
              <a:gd name="connsiteX6572" fmla="*/ 2853523 w 11677525"/>
              <a:gd name="connsiteY6572" fmla="*/ 460686 h 4078220"/>
              <a:gd name="connsiteX6573" fmla="*/ 2849994 w 11677525"/>
              <a:gd name="connsiteY6573" fmla="*/ 461805 h 4078220"/>
              <a:gd name="connsiteX6574" fmla="*/ 2846631 w 11677525"/>
              <a:gd name="connsiteY6574" fmla="*/ 461363 h 4078220"/>
              <a:gd name="connsiteX6575" fmla="*/ 2850133 w 11677525"/>
              <a:gd name="connsiteY6575" fmla="*/ 460269 h 4078220"/>
              <a:gd name="connsiteX6576" fmla="*/ 7615131 w 11677525"/>
              <a:gd name="connsiteY6576" fmla="*/ 459131 h 4078220"/>
              <a:gd name="connsiteX6577" fmla="*/ 7640893 w 11677525"/>
              <a:gd name="connsiteY6577" fmla="*/ 464201 h 4078220"/>
              <a:gd name="connsiteX6578" fmla="*/ 7636835 w 11677525"/>
              <a:gd name="connsiteY6578" fmla="*/ 477270 h 4078220"/>
              <a:gd name="connsiteX6579" fmla="*/ 7583152 w 11677525"/>
              <a:gd name="connsiteY6579" fmla="*/ 472428 h 4078220"/>
              <a:gd name="connsiteX6580" fmla="*/ 7587598 w 11677525"/>
              <a:gd name="connsiteY6580" fmla="*/ 459411 h 4078220"/>
              <a:gd name="connsiteX6581" fmla="*/ 7615131 w 11677525"/>
              <a:gd name="connsiteY6581" fmla="*/ 459131 h 4078220"/>
              <a:gd name="connsiteX6582" fmla="*/ 4263183 w 11677525"/>
              <a:gd name="connsiteY6582" fmla="*/ 458362 h 4078220"/>
              <a:gd name="connsiteX6583" fmla="*/ 4275665 w 11677525"/>
              <a:gd name="connsiteY6583" fmla="*/ 462455 h 4078220"/>
              <a:gd name="connsiteX6584" fmla="*/ 4250907 w 11677525"/>
              <a:gd name="connsiteY6584" fmla="*/ 472974 h 4078220"/>
              <a:gd name="connsiteX6585" fmla="*/ 4215646 w 11677525"/>
              <a:gd name="connsiteY6585" fmla="*/ 469095 h 4078220"/>
              <a:gd name="connsiteX6586" fmla="*/ 4240571 w 11677525"/>
              <a:gd name="connsiteY6586" fmla="*/ 458603 h 4078220"/>
              <a:gd name="connsiteX6587" fmla="*/ 4263183 w 11677525"/>
              <a:gd name="connsiteY6587" fmla="*/ 458362 h 4078220"/>
              <a:gd name="connsiteX6588" fmla="*/ 3446671 w 11677525"/>
              <a:gd name="connsiteY6588" fmla="*/ 458362 h 4078220"/>
              <a:gd name="connsiteX6589" fmla="*/ 3460575 w 11677525"/>
              <a:gd name="connsiteY6589" fmla="*/ 463784 h 4078220"/>
              <a:gd name="connsiteX6590" fmla="*/ 3420729 w 11677525"/>
              <a:gd name="connsiteY6590" fmla="*/ 477842 h 4078220"/>
              <a:gd name="connsiteX6591" fmla="*/ 3376326 w 11677525"/>
              <a:gd name="connsiteY6591" fmla="*/ 472635 h 4078220"/>
              <a:gd name="connsiteX6592" fmla="*/ 3416366 w 11677525"/>
              <a:gd name="connsiteY6592" fmla="*/ 458681 h 4078220"/>
              <a:gd name="connsiteX6593" fmla="*/ 3446671 w 11677525"/>
              <a:gd name="connsiteY6593" fmla="*/ 458362 h 4078220"/>
              <a:gd name="connsiteX6594" fmla="*/ 5848856 w 11677525"/>
              <a:gd name="connsiteY6594" fmla="*/ 457093 h 4078220"/>
              <a:gd name="connsiteX6595" fmla="*/ 5852884 w 11677525"/>
              <a:gd name="connsiteY6595" fmla="*/ 457484 h 4078220"/>
              <a:gd name="connsiteX6596" fmla="*/ 5851329 w 11677525"/>
              <a:gd name="connsiteY6596" fmla="*/ 458578 h 4078220"/>
              <a:gd name="connsiteX6597" fmla="*/ 5847300 w 11677525"/>
              <a:gd name="connsiteY6597" fmla="*/ 458187 h 4078220"/>
              <a:gd name="connsiteX6598" fmla="*/ 5848856 w 11677525"/>
              <a:gd name="connsiteY6598" fmla="*/ 457093 h 4078220"/>
              <a:gd name="connsiteX6599" fmla="*/ 8891092 w 11677525"/>
              <a:gd name="connsiteY6599" fmla="*/ 455714 h 4078220"/>
              <a:gd name="connsiteX6600" fmla="*/ 8892482 w 11677525"/>
              <a:gd name="connsiteY6600" fmla="*/ 455818 h 4078220"/>
              <a:gd name="connsiteX6601" fmla="*/ 8892647 w 11677525"/>
              <a:gd name="connsiteY6601" fmla="*/ 456130 h 4078220"/>
              <a:gd name="connsiteX6602" fmla="*/ 8891259 w 11677525"/>
              <a:gd name="connsiteY6602" fmla="*/ 456026 h 4078220"/>
              <a:gd name="connsiteX6603" fmla="*/ 8891092 w 11677525"/>
              <a:gd name="connsiteY6603" fmla="*/ 455714 h 4078220"/>
              <a:gd name="connsiteX6604" fmla="*/ 6498505 w 11677525"/>
              <a:gd name="connsiteY6604" fmla="*/ 455636 h 4078220"/>
              <a:gd name="connsiteX6605" fmla="*/ 6512370 w 11677525"/>
              <a:gd name="connsiteY6605" fmla="*/ 456964 h 4078220"/>
              <a:gd name="connsiteX6606" fmla="*/ 6508759 w 11677525"/>
              <a:gd name="connsiteY6606" fmla="*/ 460530 h 4078220"/>
              <a:gd name="connsiteX6607" fmla="*/ 6494949 w 11677525"/>
              <a:gd name="connsiteY6607" fmla="*/ 459202 h 4078220"/>
              <a:gd name="connsiteX6608" fmla="*/ 6498505 w 11677525"/>
              <a:gd name="connsiteY6608" fmla="*/ 455636 h 4078220"/>
              <a:gd name="connsiteX6609" fmla="*/ 5381430 w 11677525"/>
              <a:gd name="connsiteY6609" fmla="*/ 455557 h 4078220"/>
              <a:gd name="connsiteX6610" fmla="*/ 5382570 w 11677525"/>
              <a:gd name="connsiteY6610" fmla="*/ 455662 h 4078220"/>
              <a:gd name="connsiteX6611" fmla="*/ 5382014 w 11677525"/>
              <a:gd name="connsiteY6611" fmla="*/ 455974 h 4078220"/>
              <a:gd name="connsiteX6612" fmla="*/ 5380903 w 11677525"/>
              <a:gd name="connsiteY6612" fmla="*/ 455843 h 4078220"/>
              <a:gd name="connsiteX6613" fmla="*/ 5381430 w 11677525"/>
              <a:gd name="connsiteY6613" fmla="*/ 455557 h 4078220"/>
              <a:gd name="connsiteX6614" fmla="*/ 6238534 w 11677525"/>
              <a:gd name="connsiteY6614" fmla="*/ 455062 h 4078220"/>
              <a:gd name="connsiteX6615" fmla="*/ 6249705 w 11677525"/>
              <a:gd name="connsiteY6615" fmla="*/ 456130 h 4078220"/>
              <a:gd name="connsiteX6616" fmla="*/ 6246315 w 11677525"/>
              <a:gd name="connsiteY6616" fmla="*/ 459072 h 4078220"/>
              <a:gd name="connsiteX6617" fmla="*/ 6235089 w 11677525"/>
              <a:gd name="connsiteY6617" fmla="*/ 458005 h 4078220"/>
              <a:gd name="connsiteX6618" fmla="*/ 6238534 w 11677525"/>
              <a:gd name="connsiteY6618" fmla="*/ 455062 h 4078220"/>
              <a:gd name="connsiteX6619" fmla="*/ 5733737 w 11677525"/>
              <a:gd name="connsiteY6619" fmla="*/ 452850 h 4078220"/>
              <a:gd name="connsiteX6620" fmla="*/ 5734793 w 11677525"/>
              <a:gd name="connsiteY6620" fmla="*/ 452980 h 4078220"/>
              <a:gd name="connsiteX6621" fmla="*/ 5734459 w 11677525"/>
              <a:gd name="connsiteY6621" fmla="*/ 453319 h 4078220"/>
              <a:gd name="connsiteX6622" fmla="*/ 5733181 w 11677525"/>
              <a:gd name="connsiteY6622" fmla="*/ 453188 h 4078220"/>
              <a:gd name="connsiteX6623" fmla="*/ 5733737 w 11677525"/>
              <a:gd name="connsiteY6623" fmla="*/ 452850 h 4078220"/>
              <a:gd name="connsiteX6624" fmla="*/ 8201848 w 11677525"/>
              <a:gd name="connsiteY6624" fmla="*/ 452632 h 4078220"/>
              <a:gd name="connsiteX6625" fmla="*/ 8237637 w 11677525"/>
              <a:gd name="connsiteY6625" fmla="*/ 459201 h 4078220"/>
              <a:gd name="connsiteX6626" fmla="*/ 8238554 w 11677525"/>
              <a:gd name="connsiteY6626" fmla="*/ 476177 h 4078220"/>
              <a:gd name="connsiteX6627" fmla="*/ 8166504 w 11677525"/>
              <a:gd name="connsiteY6627" fmla="*/ 469824 h 4078220"/>
              <a:gd name="connsiteX6628" fmla="*/ 8166392 w 11677525"/>
              <a:gd name="connsiteY6628" fmla="*/ 453032 h 4078220"/>
              <a:gd name="connsiteX6629" fmla="*/ 8201848 w 11677525"/>
              <a:gd name="connsiteY6629" fmla="*/ 452632 h 4078220"/>
              <a:gd name="connsiteX6630" fmla="*/ 2736652 w 11677525"/>
              <a:gd name="connsiteY6630" fmla="*/ 452198 h 4078220"/>
              <a:gd name="connsiteX6631" fmla="*/ 2737569 w 11677525"/>
              <a:gd name="connsiteY6631" fmla="*/ 452302 h 4078220"/>
              <a:gd name="connsiteX6632" fmla="*/ 2736513 w 11677525"/>
              <a:gd name="connsiteY6632" fmla="*/ 452641 h 4078220"/>
              <a:gd name="connsiteX6633" fmla="*/ 2735624 w 11677525"/>
              <a:gd name="connsiteY6633" fmla="*/ 452511 h 4078220"/>
              <a:gd name="connsiteX6634" fmla="*/ 2736652 w 11677525"/>
              <a:gd name="connsiteY6634" fmla="*/ 452198 h 4078220"/>
              <a:gd name="connsiteX6635" fmla="*/ 3782757 w 11677525"/>
              <a:gd name="connsiteY6635" fmla="*/ 452166 h 4078220"/>
              <a:gd name="connsiteX6636" fmla="*/ 3794652 w 11677525"/>
              <a:gd name="connsiteY6636" fmla="*/ 456468 h 4078220"/>
              <a:gd name="connsiteX6637" fmla="*/ 3765310 w 11677525"/>
              <a:gd name="connsiteY6637" fmla="*/ 467559 h 4078220"/>
              <a:gd name="connsiteX6638" fmla="*/ 3729215 w 11677525"/>
              <a:gd name="connsiteY6638" fmla="*/ 463472 h 4078220"/>
              <a:gd name="connsiteX6639" fmla="*/ 3758752 w 11677525"/>
              <a:gd name="connsiteY6639" fmla="*/ 452433 h 4078220"/>
              <a:gd name="connsiteX6640" fmla="*/ 3782757 w 11677525"/>
              <a:gd name="connsiteY6640" fmla="*/ 452166 h 4078220"/>
              <a:gd name="connsiteX6641" fmla="*/ 5499218 w 11677525"/>
              <a:gd name="connsiteY6641" fmla="*/ 451834 h 4078220"/>
              <a:gd name="connsiteX6642" fmla="*/ 5500412 w 11677525"/>
              <a:gd name="connsiteY6642" fmla="*/ 451938 h 4078220"/>
              <a:gd name="connsiteX6643" fmla="*/ 5499857 w 11677525"/>
              <a:gd name="connsiteY6643" fmla="*/ 452250 h 4078220"/>
              <a:gd name="connsiteX6644" fmla="*/ 5498662 w 11677525"/>
              <a:gd name="connsiteY6644" fmla="*/ 452147 h 4078220"/>
              <a:gd name="connsiteX6645" fmla="*/ 5499218 w 11677525"/>
              <a:gd name="connsiteY6645" fmla="*/ 451834 h 4078220"/>
              <a:gd name="connsiteX6646" fmla="*/ 6883737 w 11677525"/>
              <a:gd name="connsiteY6646" fmla="*/ 450740 h 4078220"/>
              <a:gd name="connsiteX6647" fmla="*/ 6907634 w 11677525"/>
              <a:gd name="connsiteY6647" fmla="*/ 452953 h 4078220"/>
              <a:gd name="connsiteX6648" fmla="*/ 6903022 w 11677525"/>
              <a:gd name="connsiteY6648" fmla="*/ 458993 h 4078220"/>
              <a:gd name="connsiteX6649" fmla="*/ 6879069 w 11677525"/>
              <a:gd name="connsiteY6649" fmla="*/ 456754 h 4078220"/>
              <a:gd name="connsiteX6650" fmla="*/ 6883737 w 11677525"/>
              <a:gd name="connsiteY6650" fmla="*/ 450740 h 4078220"/>
              <a:gd name="connsiteX6651" fmla="*/ 5616421 w 11677525"/>
              <a:gd name="connsiteY6651" fmla="*/ 450740 h 4078220"/>
              <a:gd name="connsiteX6652" fmla="*/ 5618644 w 11677525"/>
              <a:gd name="connsiteY6652" fmla="*/ 450975 h 4078220"/>
              <a:gd name="connsiteX6653" fmla="*/ 5617782 w 11677525"/>
              <a:gd name="connsiteY6653" fmla="*/ 451573 h 4078220"/>
              <a:gd name="connsiteX6654" fmla="*/ 5615504 w 11677525"/>
              <a:gd name="connsiteY6654" fmla="*/ 451340 h 4078220"/>
              <a:gd name="connsiteX6655" fmla="*/ 5616421 w 11677525"/>
              <a:gd name="connsiteY6655" fmla="*/ 450740 h 4078220"/>
              <a:gd name="connsiteX6656" fmla="*/ 7741696 w 11677525"/>
              <a:gd name="connsiteY6656" fmla="*/ 450187 h 4078220"/>
              <a:gd name="connsiteX6657" fmla="*/ 7770239 w 11677525"/>
              <a:gd name="connsiteY6657" fmla="*/ 455687 h 4078220"/>
              <a:gd name="connsiteX6658" fmla="*/ 7766933 w 11677525"/>
              <a:gd name="connsiteY6658" fmla="*/ 469928 h 4078220"/>
              <a:gd name="connsiteX6659" fmla="*/ 7707971 w 11677525"/>
              <a:gd name="connsiteY6659" fmla="*/ 464643 h 4078220"/>
              <a:gd name="connsiteX6660" fmla="*/ 7711777 w 11677525"/>
              <a:gd name="connsiteY6660" fmla="*/ 450506 h 4078220"/>
              <a:gd name="connsiteX6661" fmla="*/ 7741696 w 11677525"/>
              <a:gd name="connsiteY6661" fmla="*/ 450187 h 4078220"/>
              <a:gd name="connsiteX6662" fmla="*/ 7264997 w 11677525"/>
              <a:gd name="connsiteY6662" fmla="*/ 450129 h 4078220"/>
              <a:gd name="connsiteX6663" fmla="*/ 7289865 w 11677525"/>
              <a:gd name="connsiteY6663" fmla="*/ 455219 h 4078220"/>
              <a:gd name="connsiteX6664" fmla="*/ 7282947 w 11677525"/>
              <a:gd name="connsiteY6664" fmla="*/ 468314 h 4078220"/>
              <a:gd name="connsiteX6665" fmla="*/ 7229985 w 11677525"/>
              <a:gd name="connsiteY6665" fmla="*/ 463472 h 4078220"/>
              <a:gd name="connsiteX6666" fmla="*/ 7237294 w 11677525"/>
              <a:gd name="connsiteY6666" fmla="*/ 450429 h 4078220"/>
              <a:gd name="connsiteX6667" fmla="*/ 7264997 w 11677525"/>
              <a:gd name="connsiteY6667" fmla="*/ 450129 h 4078220"/>
              <a:gd name="connsiteX6668" fmla="*/ 4497360 w 11677525"/>
              <a:gd name="connsiteY6668" fmla="*/ 450116 h 4078220"/>
              <a:gd name="connsiteX6669" fmla="*/ 4507099 w 11677525"/>
              <a:gd name="connsiteY6669" fmla="*/ 453136 h 4078220"/>
              <a:gd name="connsiteX6670" fmla="*/ 4489844 w 11677525"/>
              <a:gd name="connsiteY6670" fmla="*/ 460868 h 4078220"/>
              <a:gd name="connsiteX6671" fmla="*/ 4463280 w 11677525"/>
              <a:gd name="connsiteY6671" fmla="*/ 458030 h 4078220"/>
              <a:gd name="connsiteX6672" fmla="*/ 4480535 w 11677525"/>
              <a:gd name="connsiteY6672" fmla="*/ 450298 h 4078220"/>
              <a:gd name="connsiteX6673" fmla="*/ 4497360 w 11677525"/>
              <a:gd name="connsiteY6673" fmla="*/ 450116 h 4078220"/>
              <a:gd name="connsiteX6674" fmla="*/ 3327466 w 11677525"/>
              <a:gd name="connsiteY6674" fmla="*/ 449778 h 4078220"/>
              <a:gd name="connsiteX6675" fmla="*/ 3340453 w 11677525"/>
              <a:gd name="connsiteY6675" fmla="*/ 454959 h 4078220"/>
              <a:gd name="connsiteX6676" fmla="*/ 3301107 w 11677525"/>
              <a:gd name="connsiteY6676" fmla="*/ 468367 h 4078220"/>
              <a:gd name="connsiteX6677" fmla="*/ 3258844 w 11677525"/>
              <a:gd name="connsiteY6677" fmla="*/ 463394 h 4078220"/>
              <a:gd name="connsiteX6678" fmla="*/ 3298412 w 11677525"/>
              <a:gd name="connsiteY6678" fmla="*/ 450064 h 4078220"/>
              <a:gd name="connsiteX6679" fmla="*/ 3327466 w 11677525"/>
              <a:gd name="connsiteY6679" fmla="*/ 449778 h 4078220"/>
              <a:gd name="connsiteX6680" fmla="*/ 4989808 w 11677525"/>
              <a:gd name="connsiteY6680" fmla="*/ 449283 h 4078220"/>
              <a:gd name="connsiteX6681" fmla="*/ 5001227 w 11677525"/>
              <a:gd name="connsiteY6681" fmla="*/ 450481 h 4078220"/>
              <a:gd name="connsiteX6682" fmla="*/ 4995058 w 11677525"/>
              <a:gd name="connsiteY6682" fmla="*/ 453709 h 4078220"/>
              <a:gd name="connsiteX6683" fmla="*/ 4983583 w 11677525"/>
              <a:gd name="connsiteY6683" fmla="*/ 452512 h 4078220"/>
              <a:gd name="connsiteX6684" fmla="*/ 4989808 w 11677525"/>
              <a:gd name="connsiteY6684" fmla="*/ 449283 h 4078220"/>
              <a:gd name="connsiteX6685" fmla="*/ 4134618 w 11677525"/>
              <a:gd name="connsiteY6685" fmla="*/ 447278 h 4078220"/>
              <a:gd name="connsiteX6686" fmla="*/ 4147430 w 11677525"/>
              <a:gd name="connsiteY6686" fmla="*/ 451548 h 4078220"/>
              <a:gd name="connsiteX6687" fmla="*/ 4120506 w 11677525"/>
              <a:gd name="connsiteY6687" fmla="*/ 462561 h 4078220"/>
              <a:gd name="connsiteX6688" fmla="*/ 4083661 w 11677525"/>
              <a:gd name="connsiteY6688" fmla="*/ 458524 h 4078220"/>
              <a:gd name="connsiteX6689" fmla="*/ 4110780 w 11677525"/>
              <a:gd name="connsiteY6689" fmla="*/ 447538 h 4078220"/>
              <a:gd name="connsiteX6690" fmla="*/ 4134618 w 11677525"/>
              <a:gd name="connsiteY6690" fmla="*/ 447278 h 4078220"/>
              <a:gd name="connsiteX6691" fmla="*/ 3182264 w 11677525"/>
              <a:gd name="connsiteY6691" fmla="*/ 446758 h 4078220"/>
              <a:gd name="connsiteX6692" fmla="*/ 3198687 w 11677525"/>
              <a:gd name="connsiteY6692" fmla="*/ 448685 h 4078220"/>
              <a:gd name="connsiteX6693" fmla="*/ 3182904 w 11677525"/>
              <a:gd name="connsiteY6693" fmla="*/ 453917 h 4078220"/>
              <a:gd name="connsiteX6694" fmla="*/ 3166399 w 11677525"/>
              <a:gd name="connsiteY6694" fmla="*/ 451991 h 4078220"/>
              <a:gd name="connsiteX6695" fmla="*/ 3182264 w 11677525"/>
              <a:gd name="connsiteY6695" fmla="*/ 446758 h 4078220"/>
              <a:gd name="connsiteX6696" fmla="*/ 4729198 w 11677525"/>
              <a:gd name="connsiteY6696" fmla="*/ 446106 h 4078220"/>
              <a:gd name="connsiteX6697" fmla="*/ 4750176 w 11677525"/>
              <a:gd name="connsiteY6697" fmla="*/ 448294 h 4078220"/>
              <a:gd name="connsiteX6698" fmla="*/ 4737673 w 11677525"/>
              <a:gd name="connsiteY6698" fmla="*/ 454307 h 4078220"/>
              <a:gd name="connsiteX6699" fmla="*/ 4716665 w 11677525"/>
              <a:gd name="connsiteY6699" fmla="*/ 452069 h 4078220"/>
              <a:gd name="connsiteX6700" fmla="*/ 4729198 w 11677525"/>
              <a:gd name="connsiteY6700" fmla="*/ 446106 h 4078220"/>
              <a:gd name="connsiteX6701" fmla="*/ 8322220 w 11677525"/>
              <a:gd name="connsiteY6701" fmla="*/ 444590 h 4078220"/>
              <a:gd name="connsiteX6702" fmla="*/ 8359953 w 11677525"/>
              <a:gd name="connsiteY6702" fmla="*/ 451366 h 4078220"/>
              <a:gd name="connsiteX6703" fmla="*/ 8362204 w 11677525"/>
              <a:gd name="connsiteY6703" fmla="*/ 468991 h 4078220"/>
              <a:gd name="connsiteX6704" fmla="*/ 8286708 w 11677525"/>
              <a:gd name="connsiteY6704" fmla="*/ 462456 h 4078220"/>
              <a:gd name="connsiteX6705" fmla="*/ 8285318 w 11677525"/>
              <a:gd name="connsiteY6705" fmla="*/ 444961 h 4078220"/>
              <a:gd name="connsiteX6706" fmla="*/ 8322220 w 11677525"/>
              <a:gd name="connsiteY6706" fmla="*/ 444590 h 4078220"/>
              <a:gd name="connsiteX6707" fmla="*/ 3661176 w 11677525"/>
              <a:gd name="connsiteY6707" fmla="*/ 442764 h 4078220"/>
              <a:gd name="connsiteX6708" fmla="*/ 3672836 w 11677525"/>
              <a:gd name="connsiteY6708" fmla="*/ 447069 h 4078220"/>
              <a:gd name="connsiteX6709" fmla="*/ 3642382 w 11677525"/>
              <a:gd name="connsiteY6709" fmla="*/ 458160 h 4078220"/>
              <a:gd name="connsiteX6710" fmla="*/ 3606426 w 11677525"/>
              <a:gd name="connsiteY6710" fmla="*/ 454073 h 4078220"/>
              <a:gd name="connsiteX6711" fmla="*/ 3636991 w 11677525"/>
              <a:gd name="connsiteY6711" fmla="*/ 443009 h 4078220"/>
              <a:gd name="connsiteX6712" fmla="*/ 3661176 w 11677525"/>
              <a:gd name="connsiteY6712" fmla="*/ 442764 h 4078220"/>
              <a:gd name="connsiteX6713" fmla="*/ 6130333 w 11677525"/>
              <a:gd name="connsiteY6713" fmla="*/ 442722 h 4078220"/>
              <a:gd name="connsiteX6714" fmla="*/ 6138448 w 11677525"/>
              <a:gd name="connsiteY6714" fmla="*/ 443503 h 4078220"/>
              <a:gd name="connsiteX6715" fmla="*/ 6135863 w 11677525"/>
              <a:gd name="connsiteY6715" fmla="*/ 445638 h 4078220"/>
              <a:gd name="connsiteX6716" fmla="*/ 6127694 w 11677525"/>
              <a:gd name="connsiteY6716" fmla="*/ 444883 h 4078220"/>
              <a:gd name="connsiteX6717" fmla="*/ 6130333 w 11677525"/>
              <a:gd name="connsiteY6717" fmla="*/ 442722 h 4078220"/>
              <a:gd name="connsiteX6718" fmla="*/ 8420278 w 11677525"/>
              <a:gd name="connsiteY6718" fmla="*/ 442306 h 4078220"/>
              <a:gd name="connsiteX6719" fmla="*/ 8464764 w 11677525"/>
              <a:gd name="connsiteY6719" fmla="*/ 446081 h 4078220"/>
              <a:gd name="connsiteX6720" fmla="*/ 8466597 w 11677525"/>
              <a:gd name="connsiteY6720" fmla="*/ 456391 h 4078220"/>
              <a:gd name="connsiteX6721" fmla="*/ 8421889 w 11677525"/>
              <a:gd name="connsiteY6721" fmla="*/ 452589 h 4078220"/>
              <a:gd name="connsiteX6722" fmla="*/ 8420278 w 11677525"/>
              <a:gd name="connsiteY6722" fmla="*/ 442306 h 4078220"/>
              <a:gd name="connsiteX6723" fmla="*/ 7395739 w 11677525"/>
              <a:gd name="connsiteY6723" fmla="*/ 441303 h 4078220"/>
              <a:gd name="connsiteX6724" fmla="*/ 7421185 w 11677525"/>
              <a:gd name="connsiteY6724" fmla="*/ 446393 h 4078220"/>
              <a:gd name="connsiteX6725" fmla="*/ 7415350 w 11677525"/>
              <a:gd name="connsiteY6725" fmla="*/ 459488 h 4078220"/>
              <a:gd name="connsiteX6726" fmla="*/ 7361583 w 11677525"/>
              <a:gd name="connsiteY6726" fmla="*/ 454646 h 4078220"/>
              <a:gd name="connsiteX6727" fmla="*/ 7367835 w 11677525"/>
              <a:gd name="connsiteY6727" fmla="*/ 441603 h 4078220"/>
              <a:gd name="connsiteX6728" fmla="*/ 7395739 w 11677525"/>
              <a:gd name="connsiteY6728" fmla="*/ 441303 h 4078220"/>
              <a:gd name="connsiteX6729" fmla="*/ 7866440 w 11677525"/>
              <a:gd name="connsiteY6729" fmla="*/ 441091 h 4078220"/>
              <a:gd name="connsiteX6730" fmla="*/ 7898697 w 11677525"/>
              <a:gd name="connsiteY6730" fmla="*/ 447200 h 4078220"/>
              <a:gd name="connsiteX6731" fmla="*/ 7896279 w 11677525"/>
              <a:gd name="connsiteY6731" fmla="*/ 463003 h 4078220"/>
              <a:gd name="connsiteX6732" fmla="*/ 7830008 w 11677525"/>
              <a:gd name="connsiteY6732" fmla="*/ 457145 h 4078220"/>
              <a:gd name="connsiteX6733" fmla="*/ 7833121 w 11677525"/>
              <a:gd name="connsiteY6733" fmla="*/ 441447 h 4078220"/>
              <a:gd name="connsiteX6734" fmla="*/ 7866440 w 11677525"/>
              <a:gd name="connsiteY6734" fmla="*/ 441091 h 4078220"/>
              <a:gd name="connsiteX6735" fmla="*/ 6642633 w 11677525"/>
              <a:gd name="connsiteY6735" fmla="*/ 440978 h 4078220"/>
              <a:gd name="connsiteX6736" fmla="*/ 6667225 w 11677525"/>
              <a:gd name="connsiteY6736" fmla="*/ 443295 h 4078220"/>
              <a:gd name="connsiteX6737" fmla="*/ 6661473 w 11677525"/>
              <a:gd name="connsiteY6737" fmla="*/ 449544 h 4078220"/>
              <a:gd name="connsiteX6738" fmla="*/ 6636743 w 11677525"/>
              <a:gd name="connsiteY6738" fmla="*/ 447226 h 4078220"/>
              <a:gd name="connsiteX6739" fmla="*/ 6642633 w 11677525"/>
              <a:gd name="connsiteY6739" fmla="*/ 440978 h 4078220"/>
              <a:gd name="connsiteX6740" fmla="*/ 8557708 w 11677525"/>
              <a:gd name="connsiteY6740" fmla="*/ 440639 h 4078220"/>
              <a:gd name="connsiteX6741" fmla="*/ 8565768 w 11677525"/>
              <a:gd name="connsiteY6741" fmla="*/ 441316 h 4078220"/>
              <a:gd name="connsiteX6742" fmla="*/ 8566240 w 11677525"/>
              <a:gd name="connsiteY6742" fmla="*/ 443139 h 4078220"/>
              <a:gd name="connsiteX6743" fmla="*/ 8558182 w 11677525"/>
              <a:gd name="connsiteY6743" fmla="*/ 442487 h 4078220"/>
              <a:gd name="connsiteX6744" fmla="*/ 8557708 w 11677525"/>
              <a:gd name="connsiteY6744" fmla="*/ 440639 h 4078220"/>
              <a:gd name="connsiteX6745" fmla="*/ 6395861 w 11677525"/>
              <a:gd name="connsiteY6745" fmla="*/ 439285 h 4078220"/>
              <a:gd name="connsiteX6746" fmla="*/ 6405948 w 11677525"/>
              <a:gd name="connsiteY6746" fmla="*/ 440223 h 4078220"/>
              <a:gd name="connsiteX6747" fmla="*/ 6403142 w 11677525"/>
              <a:gd name="connsiteY6747" fmla="*/ 442827 h 4078220"/>
              <a:gd name="connsiteX6748" fmla="*/ 6393028 w 11677525"/>
              <a:gd name="connsiteY6748" fmla="*/ 441863 h 4078220"/>
              <a:gd name="connsiteX6749" fmla="*/ 6395861 w 11677525"/>
              <a:gd name="connsiteY6749" fmla="*/ 439285 h 4078220"/>
              <a:gd name="connsiteX6750" fmla="*/ 7016697 w 11677525"/>
              <a:gd name="connsiteY6750" fmla="*/ 438687 h 4078220"/>
              <a:gd name="connsiteX6751" fmla="*/ 7052347 w 11677525"/>
              <a:gd name="connsiteY6751" fmla="*/ 441941 h 4078220"/>
              <a:gd name="connsiteX6752" fmla="*/ 7046234 w 11677525"/>
              <a:gd name="connsiteY6752" fmla="*/ 450819 h 4078220"/>
              <a:gd name="connsiteX6753" fmla="*/ 7010528 w 11677525"/>
              <a:gd name="connsiteY6753" fmla="*/ 447539 h 4078220"/>
              <a:gd name="connsiteX6754" fmla="*/ 7016697 w 11677525"/>
              <a:gd name="connsiteY6754" fmla="*/ 438687 h 4078220"/>
              <a:gd name="connsiteX6755" fmla="*/ 3066923 w 11677525"/>
              <a:gd name="connsiteY6755" fmla="*/ 438088 h 4078220"/>
              <a:gd name="connsiteX6756" fmla="*/ 3083123 w 11677525"/>
              <a:gd name="connsiteY6756" fmla="*/ 439989 h 4078220"/>
              <a:gd name="connsiteX6757" fmla="*/ 3066923 w 11677525"/>
              <a:gd name="connsiteY6757" fmla="*/ 445143 h 4078220"/>
              <a:gd name="connsiteX6758" fmla="*/ 3050724 w 11677525"/>
              <a:gd name="connsiteY6758" fmla="*/ 443243 h 4078220"/>
              <a:gd name="connsiteX6759" fmla="*/ 3066923 w 11677525"/>
              <a:gd name="connsiteY6759" fmla="*/ 438088 h 4078220"/>
              <a:gd name="connsiteX6760" fmla="*/ 5103927 w 11677525"/>
              <a:gd name="connsiteY6760" fmla="*/ 437437 h 4078220"/>
              <a:gd name="connsiteX6761" fmla="*/ 5115346 w 11677525"/>
              <a:gd name="connsiteY6761" fmla="*/ 438608 h 4078220"/>
              <a:gd name="connsiteX6762" fmla="*/ 5109428 w 11677525"/>
              <a:gd name="connsiteY6762" fmla="*/ 441810 h 4078220"/>
              <a:gd name="connsiteX6763" fmla="*/ 5097868 w 11677525"/>
              <a:gd name="connsiteY6763" fmla="*/ 440613 h 4078220"/>
              <a:gd name="connsiteX6764" fmla="*/ 5103927 w 11677525"/>
              <a:gd name="connsiteY6764" fmla="*/ 437437 h 4078220"/>
              <a:gd name="connsiteX6765" fmla="*/ 4365746 w 11677525"/>
              <a:gd name="connsiteY6765" fmla="*/ 437004 h 4078220"/>
              <a:gd name="connsiteX6766" fmla="*/ 4377197 w 11677525"/>
              <a:gd name="connsiteY6766" fmla="*/ 440614 h 4078220"/>
              <a:gd name="connsiteX6767" fmla="*/ 4355524 w 11677525"/>
              <a:gd name="connsiteY6767" fmla="*/ 449960 h 4078220"/>
              <a:gd name="connsiteX6768" fmla="*/ 4323680 w 11677525"/>
              <a:gd name="connsiteY6768" fmla="*/ 446471 h 4078220"/>
              <a:gd name="connsiteX6769" fmla="*/ 4345354 w 11677525"/>
              <a:gd name="connsiteY6769" fmla="*/ 437202 h 4078220"/>
              <a:gd name="connsiteX6770" fmla="*/ 4365746 w 11677525"/>
              <a:gd name="connsiteY6770" fmla="*/ 437004 h 4078220"/>
              <a:gd name="connsiteX6771" fmla="*/ 4009137 w 11677525"/>
              <a:gd name="connsiteY6771" fmla="*/ 436578 h 4078220"/>
              <a:gd name="connsiteX6772" fmla="*/ 4022391 w 11677525"/>
              <a:gd name="connsiteY6772" fmla="*/ 441081 h 4078220"/>
              <a:gd name="connsiteX6773" fmla="*/ 3992826 w 11677525"/>
              <a:gd name="connsiteY6773" fmla="*/ 452719 h 4078220"/>
              <a:gd name="connsiteX6774" fmla="*/ 3954008 w 11677525"/>
              <a:gd name="connsiteY6774" fmla="*/ 448423 h 4078220"/>
              <a:gd name="connsiteX6775" fmla="*/ 3983711 w 11677525"/>
              <a:gd name="connsiteY6775" fmla="*/ 436838 h 4078220"/>
              <a:gd name="connsiteX6776" fmla="*/ 4009137 w 11677525"/>
              <a:gd name="connsiteY6776" fmla="*/ 436578 h 4078220"/>
              <a:gd name="connsiteX6777" fmla="*/ 8677887 w 11677525"/>
              <a:gd name="connsiteY6777" fmla="*/ 434131 h 4078220"/>
              <a:gd name="connsiteX6778" fmla="*/ 8680553 w 11677525"/>
              <a:gd name="connsiteY6778" fmla="*/ 434340 h 4078220"/>
              <a:gd name="connsiteX6779" fmla="*/ 8680749 w 11677525"/>
              <a:gd name="connsiteY6779" fmla="*/ 434964 h 4078220"/>
              <a:gd name="connsiteX6780" fmla="*/ 8678054 w 11677525"/>
              <a:gd name="connsiteY6780" fmla="*/ 434730 h 4078220"/>
              <a:gd name="connsiteX6781" fmla="*/ 8677887 w 11677525"/>
              <a:gd name="connsiteY6781" fmla="*/ 434131 h 4078220"/>
              <a:gd name="connsiteX6782" fmla="*/ 7989218 w 11677525"/>
              <a:gd name="connsiteY6782" fmla="*/ 433291 h 4078220"/>
              <a:gd name="connsiteX6783" fmla="*/ 8022124 w 11677525"/>
              <a:gd name="connsiteY6783" fmla="*/ 439390 h 4078220"/>
              <a:gd name="connsiteX6784" fmla="*/ 8020846 w 11677525"/>
              <a:gd name="connsiteY6784" fmla="*/ 455192 h 4078220"/>
              <a:gd name="connsiteX6785" fmla="*/ 7953825 w 11677525"/>
              <a:gd name="connsiteY6785" fmla="*/ 449308 h 4078220"/>
              <a:gd name="connsiteX6786" fmla="*/ 7955770 w 11677525"/>
              <a:gd name="connsiteY6786" fmla="*/ 433636 h 4078220"/>
              <a:gd name="connsiteX6787" fmla="*/ 7989218 w 11677525"/>
              <a:gd name="connsiteY6787" fmla="*/ 433291 h 4078220"/>
              <a:gd name="connsiteX6788" fmla="*/ 7524231 w 11677525"/>
              <a:gd name="connsiteY6788" fmla="*/ 432702 h 4078220"/>
              <a:gd name="connsiteX6789" fmla="*/ 7550503 w 11677525"/>
              <a:gd name="connsiteY6789" fmla="*/ 437828 h 4078220"/>
              <a:gd name="connsiteX6790" fmla="*/ 7545557 w 11677525"/>
              <a:gd name="connsiteY6790" fmla="*/ 451131 h 4078220"/>
              <a:gd name="connsiteX6791" fmla="*/ 7490512 w 11677525"/>
              <a:gd name="connsiteY6791" fmla="*/ 446185 h 4078220"/>
              <a:gd name="connsiteX6792" fmla="*/ 7495875 w 11677525"/>
              <a:gd name="connsiteY6792" fmla="*/ 432986 h 4078220"/>
              <a:gd name="connsiteX6793" fmla="*/ 7524231 w 11677525"/>
              <a:gd name="connsiteY6793" fmla="*/ 432702 h 4078220"/>
              <a:gd name="connsiteX6794" fmla="*/ 6019465 w 11677525"/>
              <a:gd name="connsiteY6794" fmla="*/ 432361 h 4078220"/>
              <a:gd name="connsiteX6795" fmla="*/ 6027551 w 11677525"/>
              <a:gd name="connsiteY6795" fmla="*/ 433141 h 4078220"/>
              <a:gd name="connsiteX6796" fmla="*/ 6024773 w 11677525"/>
              <a:gd name="connsiteY6796" fmla="*/ 435250 h 4078220"/>
              <a:gd name="connsiteX6797" fmla="*/ 6016713 w 11677525"/>
              <a:gd name="connsiteY6797" fmla="*/ 434469 h 4078220"/>
              <a:gd name="connsiteX6798" fmla="*/ 6019465 w 11677525"/>
              <a:gd name="connsiteY6798" fmla="*/ 432361 h 4078220"/>
              <a:gd name="connsiteX6799" fmla="*/ 2952720 w 11677525"/>
              <a:gd name="connsiteY6799" fmla="*/ 432335 h 4078220"/>
              <a:gd name="connsiteX6800" fmla="*/ 2956027 w 11677525"/>
              <a:gd name="connsiteY6800" fmla="*/ 432725 h 4078220"/>
              <a:gd name="connsiteX6801" fmla="*/ 2952609 w 11677525"/>
              <a:gd name="connsiteY6801" fmla="*/ 433793 h 4078220"/>
              <a:gd name="connsiteX6802" fmla="*/ 2949386 w 11677525"/>
              <a:gd name="connsiteY6802" fmla="*/ 433376 h 4078220"/>
              <a:gd name="connsiteX6803" fmla="*/ 2952720 w 11677525"/>
              <a:gd name="connsiteY6803" fmla="*/ 432335 h 4078220"/>
              <a:gd name="connsiteX6804" fmla="*/ 3546137 w 11677525"/>
              <a:gd name="connsiteY6804" fmla="*/ 431951 h 4078220"/>
              <a:gd name="connsiteX6805" fmla="*/ 3559967 w 11677525"/>
              <a:gd name="connsiteY6805" fmla="*/ 437151 h 4078220"/>
              <a:gd name="connsiteX6806" fmla="*/ 3521983 w 11677525"/>
              <a:gd name="connsiteY6806" fmla="*/ 450584 h 4078220"/>
              <a:gd name="connsiteX6807" fmla="*/ 3478553 w 11677525"/>
              <a:gd name="connsiteY6807" fmla="*/ 445612 h 4078220"/>
              <a:gd name="connsiteX6808" fmla="*/ 3516760 w 11677525"/>
              <a:gd name="connsiteY6808" fmla="*/ 432257 h 4078220"/>
              <a:gd name="connsiteX6809" fmla="*/ 3546137 w 11677525"/>
              <a:gd name="connsiteY6809" fmla="*/ 431951 h 4078220"/>
              <a:gd name="connsiteX6810" fmla="*/ 4588375 w 11677525"/>
              <a:gd name="connsiteY6810" fmla="*/ 431605 h 4078220"/>
              <a:gd name="connsiteX6811" fmla="*/ 4611493 w 11677525"/>
              <a:gd name="connsiteY6811" fmla="*/ 434053 h 4078220"/>
              <a:gd name="connsiteX6812" fmla="*/ 4596989 w 11677525"/>
              <a:gd name="connsiteY6812" fmla="*/ 440717 h 4078220"/>
              <a:gd name="connsiteX6813" fmla="*/ 4573676 w 11677525"/>
              <a:gd name="connsiteY6813" fmla="*/ 438244 h 4078220"/>
              <a:gd name="connsiteX6814" fmla="*/ 4588375 w 11677525"/>
              <a:gd name="connsiteY6814" fmla="*/ 431605 h 4078220"/>
              <a:gd name="connsiteX6815" fmla="*/ 4840205 w 11677525"/>
              <a:gd name="connsiteY6815" fmla="*/ 430668 h 4078220"/>
              <a:gd name="connsiteX6816" fmla="*/ 4858377 w 11677525"/>
              <a:gd name="connsiteY6816" fmla="*/ 432543 h 4078220"/>
              <a:gd name="connsiteX6817" fmla="*/ 4847874 w 11677525"/>
              <a:gd name="connsiteY6817" fmla="*/ 437672 h 4078220"/>
              <a:gd name="connsiteX6818" fmla="*/ 4829701 w 11677525"/>
              <a:gd name="connsiteY6818" fmla="*/ 435797 h 4078220"/>
              <a:gd name="connsiteX6819" fmla="*/ 4840205 w 11677525"/>
              <a:gd name="connsiteY6819" fmla="*/ 430668 h 4078220"/>
              <a:gd name="connsiteX6820" fmla="*/ 6786401 w 11677525"/>
              <a:gd name="connsiteY6820" fmla="*/ 429602 h 4078220"/>
              <a:gd name="connsiteX6821" fmla="*/ 6809880 w 11677525"/>
              <a:gd name="connsiteY6821" fmla="*/ 431736 h 4078220"/>
              <a:gd name="connsiteX6822" fmla="*/ 6804962 w 11677525"/>
              <a:gd name="connsiteY6822" fmla="*/ 437646 h 4078220"/>
              <a:gd name="connsiteX6823" fmla="*/ 6781427 w 11677525"/>
              <a:gd name="connsiteY6823" fmla="*/ 435459 h 4078220"/>
              <a:gd name="connsiteX6824" fmla="*/ 6786401 w 11677525"/>
              <a:gd name="connsiteY6824" fmla="*/ 429602 h 4078220"/>
              <a:gd name="connsiteX6825" fmla="*/ 5218351 w 11677525"/>
              <a:gd name="connsiteY6825" fmla="*/ 427909 h 4078220"/>
              <a:gd name="connsiteX6826" fmla="*/ 5230883 w 11677525"/>
              <a:gd name="connsiteY6826" fmla="*/ 429185 h 4078220"/>
              <a:gd name="connsiteX6827" fmla="*/ 5224659 w 11677525"/>
              <a:gd name="connsiteY6827" fmla="*/ 432648 h 4078220"/>
              <a:gd name="connsiteX6828" fmla="*/ 5212044 w 11677525"/>
              <a:gd name="connsiteY6828" fmla="*/ 431372 h 4078220"/>
              <a:gd name="connsiteX6829" fmla="*/ 5218351 w 11677525"/>
              <a:gd name="connsiteY6829" fmla="*/ 427909 h 4078220"/>
              <a:gd name="connsiteX6830" fmla="*/ 3884215 w 11677525"/>
              <a:gd name="connsiteY6830" fmla="*/ 427013 h 4078220"/>
              <a:gd name="connsiteX6831" fmla="*/ 3896712 w 11677525"/>
              <a:gd name="connsiteY6831" fmla="*/ 431371 h 4078220"/>
              <a:gd name="connsiteX6832" fmla="*/ 3867314 w 11677525"/>
              <a:gd name="connsiteY6832" fmla="*/ 442592 h 4078220"/>
              <a:gd name="connsiteX6833" fmla="*/ 3830024 w 11677525"/>
              <a:gd name="connsiteY6833" fmla="*/ 438426 h 4078220"/>
              <a:gd name="connsiteX6834" fmla="*/ 3859673 w 11677525"/>
              <a:gd name="connsiteY6834" fmla="*/ 427283 h 4078220"/>
              <a:gd name="connsiteX6835" fmla="*/ 3884215 w 11677525"/>
              <a:gd name="connsiteY6835" fmla="*/ 427013 h 4078220"/>
              <a:gd name="connsiteX6836" fmla="*/ 7171540 w 11677525"/>
              <a:gd name="connsiteY6836" fmla="*/ 426669 h 4078220"/>
              <a:gd name="connsiteX6837" fmla="*/ 7194530 w 11677525"/>
              <a:gd name="connsiteY6837" fmla="*/ 431371 h 4078220"/>
              <a:gd name="connsiteX6838" fmla="*/ 7187417 w 11677525"/>
              <a:gd name="connsiteY6838" fmla="*/ 443503 h 4078220"/>
              <a:gd name="connsiteX6839" fmla="*/ 7137957 w 11677525"/>
              <a:gd name="connsiteY6839" fmla="*/ 438999 h 4078220"/>
              <a:gd name="connsiteX6840" fmla="*/ 7145487 w 11677525"/>
              <a:gd name="connsiteY6840" fmla="*/ 426946 h 4078220"/>
              <a:gd name="connsiteX6841" fmla="*/ 7171540 w 11677525"/>
              <a:gd name="connsiteY6841" fmla="*/ 426669 h 4078220"/>
              <a:gd name="connsiteX6842" fmla="*/ 6546327 w 11677525"/>
              <a:gd name="connsiteY6842" fmla="*/ 424993 h 4078220"/>
              <a:gd name="connsiteX6843" fmla="*/ 6557580 w 11677525"/>
              <a:gd name="connsiteY6843" fmla="*/ 426060 h 4078220"/>
              <a:gd name="connsiteX6844" fmla="*/ 6554717 w 11677525"/>
              <a:gd name="connsiteY6844" fmla="*/ 428898 h 4078220"/>
              <a:gd name="connsiteX6845" fmla="*/ 6543519 w 11677525"/>
              <a:gd name="connsiteY6845" fmla="*/ 427830 h 4078220"/>
              <a:gd name="connsiteX6846" fmla="*/ 6546327 w 11677525"/>
              <a:gd name="connsiteY6846" fmla="*/ 424993 h 4078220"/>
              <a:gd name="connsiteX6847" fmla="*/ 8110531 w 11677525"/>
              <a:gd name="connsiteY6847" fmla="*/ 424974 h 4078220"/>
              <a:gd name="connsiteX6848" fmla="*/ 8145968 w 11677525"/>
              <a:gd name="connsiteY6848" fmla="*/ 431424 h 4078220"/>
              <a:gd name="connsiteX6849" fmla="*/ 8145914 w 11677525"/>
              <a:gd name="connsiteY6849" fmla="*/ 448138 h 4078220"/>
              <a:gd name="connsiteX6850" fmla="*/ 8074113 w 11677525"/>
              <a:gd name="connsiteY6850" fmla="*/ 441941 h 4078220"/>
              <a:gd name="connsiteX6851" fmla="*/ 8074947 w 11677525"/>
              <a:gd name="connsiteY6851" fmla="*/ 425358 h 4078220"/>
              <a:gd name="connsiteX6852" fmla="*/ 8110531 w 11677525"/>
              <a:gd name="connsiteY6852" fmla="*/ 424974 h 4078220"/>
              <a:gd name="connsiteX6853" fmla="*/ 7650421 w 11677525"/>
              <a:gd name="connsiteY6853" fmla="*/ 424847 h 4078220"/>
              <a:gd name="connsiteX6854" fmla="*/ 7676016 w 11677525"/>
              <a:gd name="connsiteY6854" fmla="*/ 429784 h 4078220"/>
              <a:gd name="connsiteX6855" fmla="*/ 7672376 w 11677525"/>
              <a:gd name="connsiteY6855" fmla="*/ 442462 h 4078220"/>
              <a:gd name="connsiteX6856" fmla="*/ 7619137 w 11677525"/>
              <a:gd name="connsiteY6856" fmla="*/ 437750 h 4078220"/>
              <a:gd name="connsiteX6857" fmla="*/ 7623221 w 11677525"/>
              <a:gd name="connsiteY6857" fmla="*/ 425124 h 4078220"/>
              <a:gd name="connsiteX6858" fmla="*/ 7650421 w 11677525"/>
              <a:gd name="connsiteY6858" fmla="*/ 424847 h 4078220"/>
              <a:gd name="connsiteX6859" fmla="*/ 6289662 w 11677525"/>
              <a:gd name="connsiteY6859" fmla="*/ 424316 h 4078220"/>
              <a:gd name="connsiteX6860" fmla="*/ 6300721 w 11677525"/>
              <a:gd name="connsiteY6860" fmla="*/ 425384 h 4078220"/>
              <a:gd name="connsiteX6861" fmla="*/ 6297470 w 11677525"/>
              <a:gd name="connsiteY6861" fmla="*/ 428196 h 4078220"/>
              <a:gd name="connsiteX6862" fmla="*/ 6286383 w 11677525"/>
              <a:gd name="connsiteY6862" fmla="*/ 427154 h 4078220"/>
              <a:gd name="connsiteX6863" fmla="*/ 6289662 w 11677525"/>
              <a:gd name="connsiteY6863" fmla="*/ 424316 h 4078220"/>
              <a:gd name="connsiteX6864" fmla="*/ 5907013 w 11677525"/>
              <a:gd name="connsiteY6864" fmla="*/ 424316 h 4078220"/>
              <a:gd name="connsiteX6865" fmla="*/ 5916072 w 11677525"/>
              <a:gd name="connsiteY6865" fmla="*/ 425175 h 4078220"/>
              <a:gd name="connsiteX6866" fmla="*/ 5912765 w 11677525"/>
              <a:gd name="connsiteY6866" fmla="*/ 427597 h 4078220"/>
              <a:gd name="connsiteX6867" fmla="*/ 5903623 w 11677525"/>
              <a:gd name="connsiteY6867" fmla="*/ 426685 h 4078220"/>
              <a:gd name="connsiteX6868" fmla="*/ 5907013 w 11677525"/>
              <a:gd name="connsiteY6868" fmla="*/ 424316 h 4078220"/>
              <a:gd name="connsiteX6869" fmla="*/ 4239484 w 11677525"/>
              <a:gd name="connsiteY6869" fmla="*/ 423958 h 4078220"/>
              <a:gd name="connsiteX6870" fmla="*/ 4253797 w 11677525"/>
              <a:gd name="connsiteY6870" fmla="*/ 428559 h 4078220"/>
              <a:gd name="connsiteX6871" fmla="*/ 4225121 w 11677525"/>
              <a:gd name="connsiteY6871" fmla="*/ 440483 h 4078220"/>
              <a:gd name="connsiteX6872" fmla="*/ 4184358 w 11677525"/>
              <a:gd name="connsiteY6872" fmla="*/ 436083 h 4078220"/>
              <a:gd name="connsiteX6873" fmla="*/ 4213312 w 11677525"/>
              <a:gd name="connsiteY6873" fmla="*/ 424238 h 4078220"/>
              <a:gd name="connsiteX6874" fmla="*/ 4239484 w 11677525"/>
              <a:gd name="connsiteY6874" fmla="*/ 423958 h 4078220"/>
              <a:gd name="connsiteX6875" fmla="*/ 3429020 w 11677525"/>
              <a:gd name="connsiteY6875" fmla="*/ 422757 h 4078220"/>
              <a:gd name="connsiteX6876" fmla="*/ 3442874 w 11677525"/>
              <a:gd name="connsiteY6876" fmla="*/ 428065 h 4078220"/>
              <a:gd name="connsiteX6877" fmla="*/ 3402834 w 11677525"/>
              <a:gd name="connsiteY6877" fmla="*/ 441811 h 4078220"/>
              <a:gd name="connsiteX6878" fmla="*/ 3358515 w 11677525"/>
              <a:gd name="connsiteY6878" fmla="*/ 436735 h 4078220"/>
              <a:gd name="connsiteX6879" fmla="*/ 3398805 w 11677525"/>
              <a:gd name="connsiteY6879" fmla="*/ 423092 h 4078220"/>
              <a:gd name="connsiteX6880" fmla="*/ 3429020 w 11677525"/>
              <a:gd name="connsiteY6880" fmla="*/ 422757 h 4078220"/>
              <a:gd name="connsiteX6881" fmla="*/ 5335361 w 11677525"/>
              <a:gd name="connsiteY6881" fmla="*/ 422390 h 4078220"/>
              <a:gd name="connsiteX6882" fmla="*/ 5340806 w 11677525"/>
              <a:gd name="connsiteY6882" fmla="*/ 422937 h 4078220"/>
              <a:gd name="connsiteX6883" fmla="*/ 5338167 w 11677525"/>
              <a:gd name="connsiteY6883" fmla="*/ 424447 h 4078220"/>
              <a:gd name="connsiteX6884" fmla="*/ 5332694 w 11677525"/>
              <a:gd name="connsiteY6884" fmla="*/ 423899 h 4078220"/>
              <a:gd name="connsiteX6885" fmla="*/ 5335361 w 11677525"/>
              <a:gd name="connsiteY6885" fmla="*/ 422390 h 4078220"/>
              <a:gd name="connsiteX6886" fmla="*/ 3283492 w 11677525"/>
              <a:gd name="connsiteY6886" fmla="*/ 420931 h 4078220"/>
              <a:gd name="connsiteX6887" fmla="*/ 3295940 w 11677525"/>
              <a:gd name="connsiteY6887" fmla="*/ 422390 h 4078220"/>
              <a:gd name="connsiteX6888" fmla="*/ 3284325 w 11677525"/>
              <a:gd name="connsiteY6888" fmla="*/ 426216 h 4078220"/>
              <a:gd name="connsiteX6889" fmla="*/ 3271849 w 11677525"/>
              <a:gd name="connsiteY6889" fmla="*/ 424784 h 4078220"/>
              <a:gd name="connsiteX6890" fmla="*/ 3283492 w 11677525"/>
              <a:gd name="connsiteY6890" fmla="*/ 420931 h 4078220"/>
              <a:gd name="connsiteX6891" fmla="*/ 5794366 w 11677525"/>
              <a:gd name="connsiteY6891" fmla="*/ 419317 h 4078220"/>
              <a:gd name="connsiteX6892" fmla="*/ 5801175 w 11677525"/>
              <a:gd name="connsiteY6892" fmla="*/ 419942 h 4078220"/>
              <a:gd name="connsiteX6893" fmla="*/ 5798562 w 11677525"/>
              <a:gd name="connsiteY6893" fmla="*/ 421738 h 4078220"/>
              <a:gd name="connsiteX6894" fmla="*/ 5791809 w 11677525"/>
              <a:gd name="connsiteY6894" fmla="*/ 421088 h 4078220"/>
              <a:gd name="connsiteX6895" fmla="*/ 5794366 w 11677525"/>
              <a:gd name="connsiteY6895" fmla="*/ 419317 h 4078220"/>
              <a:gd name="connsiteX6896" fmla="*/ 5450563 w 11677525"/>
              <a:gd name="connsiteY6896" fmla="*/ 417990 h 4078220"/>
              <a:gd name="connsiteX6897" fmla="*/ 5456037 w 11677525"/>
              <a:gd name="connsiteY6897" fmla="*/ 418536 h 4078220"/>
              <a:gd name="connsiteX6898" fmla="*/ 5453621 w 11677525"/>
              <a:gd name="connsiteY6898" fmla="*/ 419994 h 4078220"/>
              <a:gd name="connsiteX6899" fmla="*/ 5448063 w 11677525"/>
              <a:gd name="connsiteY6899" fmla="*/ 419447 h 4078220"/>
              <a:gd name="connsiteX6900" fmla="*/ 5450563 w 11677525"/>
              <a:gd name="connsiteY6900" fmla="*/ 417990 h 4078220"/>
              <a:gd name="connsiteX6901" fmla="*/ 8230232 w 11677525"/>
              <a:gd name="connsiteY6901" fmla="*/ 417209 h 4078220"/>
              <a:gd name="connsiteX6902" fmla="*/ 8266924 w 11677525"/>
              <a:gd name="connsiteY6902" fmla="*/ 423769 h 4078220"/>
              <a:gd name="connsiteX6903" fmla="*/ 8268146 w 11677525"/>
              <a:gd name="connsiteY6903" fmla="*/ 440795 h 4078220"/>
              <a:gd name="connsiteX6904" fmla="*/ 8194318 w 11677525"/>
              <a:gd name="connsiteY6904" fmla="*/ 434469 h 4078220"/>
              <a:gd name="connsiteX6905" fmla="*/ 8193956 w 11677525"/>
              <a:gd name="connsiteY6905" fmla="*/ 417599 h 4078220"/>
              <a:gd name="connsiteX6906" fmla="*/ 8230232 w 11677525"/>
              <a:gd name="connsiteY6906" fmla="*/ 417209 h 4078220"/>
              <a:gd name="connsiteX6907" fmla="*/ 3763615 w 11677525"/>
              <a:gd name="connsiteY6907" fmla="*/ 417075 h 4078220"/>
              <a:gd name="connsiteX6908" fmla="*/ 3776535 w 11677525"/>
              <a:gd name="connsiteY6908" fmla="*/ 421635 h 4078220"/>
              <a:gd name="connsiteX6909" fmla="*/ 3744414 w 11677525"/>
              <a:gd name="connsiteY6909" fmla="*/ 433481 h 4078220"/>
              <a:gd name="connsiteX6910" fmla="*/ 3705125 w 11677525"/>
              <a:gd name="connsiteY6910" fmla="*/ 429107 h 4078220"/>
              <a:gd name="connsiteX6911" fmla="*/ 3737440 w 11677525"/>
              <a:gd name="connsiteY6911" fmla="*/ 417340 h 4078220"/>
              <a:gd name="connsiteX6912" fmla="*/ 3763615 w 11677525"/>
              <a:gd name="connsiteY6912" fmla="*/ 417075 h 4078220"/>
              <a:gd name="connsiteX6913" fmla="*/ 4951573 w 11677525"/>
              <a:gd name="connsiteY6913" fmla="*/ 416974 h 4078220"/>
              <a:gd name="connsiteX6914" fmla="*/ 4969717 w 11677525"/>
              <a:gd name="connsiteY6914" fmla="*/ 418823 h 4078220"/>
              <a:gd name="connsiteX6915" fmla="*/ 4959770 w 11677525"/>
              <a:gd name="connsiteY6915" fmla="*/ 423848 h 4078220"/>
              <a:gd name="connsiteX6916" fmla="*/ 4941514 w 11677525"/>
              <a:gd name="connsiteY6916" fmla="*/ 421999 h 4078220"/>
              <a:gd name="connsiteX6917" fmla="*/ 4951573 w 11677525"/>
              <a:gd name="connsiteY6917" fmla="*/ 416974 h 4078220"/>
              <a:gd name="connsiteX6918" fmla="*/ 4470880 w 11677525"/>
              <a:gd name="connsiteY6918" fmla="*/ 416932 h 4078220"/>
              <a:gd name="connsiteX6919" fmla="*/ 4482369 w 11677525"/>
              <a:gd name="connsiteY6919" fmla="*/ 420463 h 4078220"/>
              <a:gd name="connsiteX6920" fmla="*/ 4461668 w 11677525"/>
              <a:gd name="connsiteY6920" fmla="*/ 429575 h 4078220"/>
              <a:gd name="connsiteX6921" fmla="*/ 4429908 w 11677525"/>
              <a:gd name="connsiteY6921" fmla="*/ 426191 h 4078220"/>
              <a:gd name="connsiteX6922" fmla="*/ 4450804 w 11677525"/>
              <a:gd name="connsiteY6922" fmla="*/ 417131 h 4078220"/>
              <a:gd name="connsiteX6923" fmla="*/ 4470880 w 11677525"/>
              <a:gd name="connsiteY6923" fmla="*/ 416932 h 4078220"/>
              <a:gd name="connsiteX6924" fmla="*/ 7303363 w 11677525"/>
              <a:gd name="connsiteY6924" fmla="*/ 416867 h 4078220"/>
              <a:gd name="connsiteX6925" fmla="*/ 7328961 w 11677525"/>
              <a:gd name="connsiteY6925" fmla="*/ 421973 h 4078220"/>
              <a:gd name="connsiteX6926" fmla="*/ 7322264 w 11677525"/>
              <a:gd name="connsiteY6926" fmla="*/ 435146 h 4078220"/>
              <a:gd name="connsiteX6927" fmla="*/ 7267747 w 11677525"/>
              <a:gd name="connsiteY6927" fmla="*/ 430252 h 4078220"/>
              <a:gd name="connsiteX6928" fmla="*/ 7274889 w 11677525"/>
              <a:gd name="connsiteY6928" fmla="*/ 417131 h 4078220"/>
              <a:gd name="connsiteX6929" fmla="*/ 7303363 w 11677525"/>
              <a:gd name="connsiteY6929" fmla="*/ 416867 h 4078220"/>
              <a:gd name="connsiteX6930" fmla="*/ 5681025 w 11677525"/>
              <a:gd name="connsiteY6930" fmla="*/ 416818 h 4078220"/>
              <a:gd name="connsiteX6931" fmla="*/ 5684944 w 11677525"/>
              <a:gd name="connsiteY6931" fmla="*/ 417234 h 4078220"/>
              <a:gd name="connsiteX6932" fmla="*/ 5683304 w 11677525"/>
              <a:gd name="connsiteY6932" fmla="*/ 418276 h 4078220"/>
              <a:gd name="connsiteX6933" fmla="*/ 5679386 w 11677525"/>
              <a:gd name="connsiteY6933" fmla="*/ 417860 h 4078220"/>
              <a:gd name="connsiteX6934" fmla="*/ 5681025 w 11677525"/>
              <a:gd name="connsiteY6934" fmla="*/ 416818 h 4078220"/>
              <a:gd name="connsiteX6935" fmla="*/ 6940499 w 11677525"/>
              <a:gd name="connsiteY6935" fmla="*/ 415953 h 4078220"/>
              <a:gd name="connsiteX6936" fmla="*/ 6958789 w 11677525"/>
              <a:gd name="connsiteY6936" fmla="*/ 419759 h 4078220"/>
              <a:gd name="connsiteX6937" fmla="*/ 6951565 w 11677525"/>
              <a:gd name="connsiteY6937" fmla="*/ 429601 h 4078220"/>
              <a:gd name="connsiteX6938" fmla="*/ 6911579 w 11677525"/>
              <a:gd name="connsiteY6938" fmla="*/ 425956 h 4078220"/>
              <a:gd name="connsiteX6939" fmla="*/ 6919165 w 11677525"/>
              <a:gd name="connsiteY6939" fmla="*/ 416167 h 4078220"/>
              <a:gd name="connsiteX6940" fmla="*/ 6940499 w 11677525"/>
              <a:gd name="connsiteY6940" fmla="*/ 415953 h 4078220"/>
              <a:gd name="connsiteX6941" fmla="*/ 5565460 w 11677525"/>
              <a:gd name="connsiteY6941" fmla="*/ 415828 h 4078220"/>
              <a:gd name="connsiteX6942" fmla="*/ 5572101 w 11677525"/>
              <a:gd name="connsiteY6942" fmla="*/ 416506 h 4078220"/>
              <a:gd name="connsiteX6943" fmla="*/ 5569184 w 11677525"/>
              <a:gd name="connsiteY6943" fmla="*/ 418276 h 4078220"/>
              <a:gd name="connsiteX6944" fmla="*/ 5562599 w 11677525"/>
              <a:gd name="connsiteY6944" fmla="*/ 417625 h 4078220"/>
              <a:gd name="connsiteX6945" fmla="*/ 5565460 w 11677525"/>
              <a:gd name="connsiteY6945" fmla="*/ 415828 h 4078220"/>
              <a:gd name="connsiteX6946" fmla="*/ 7775387 w 11677525"/>
              <a:gd name="connsiteY6946" fmla="*/ 415065 h 4078220"/>
              <a:gd name="connsiteX6947" fmla="*/ 7806835 w 11677525"/>
              <a:gd name="connsiteY6947" fmla="*/ 420984 h 4078220"/>
              <a:gd name="connsiteX6948" fmla="*/ 7803473 w 11677525"/>
              <a:gd name="connsiteY6948" fmla="*/ 436266 h 4078220"/>
              <a:gd name="connsiteX6949" fmla="*/ 7738675 w 11677525"/>
              <a:gd name="connsiteY6949" fmla="*/ 430590 h 4078220"/>
              <a:gd name="connsiteX6950" fmla="*/ 7742481 w 11677525"/>
              <a:gd name="connsiteY6950" fmla="*/ 415412 h 4078220"/>
              <a:gd name="connsiteX6951" fmla="*/ 7775387 w 11677525"/>
              <a:gd name="connsiteY6951" fmla="*/ 415065 h 4078220"/>
              <a:gd name="connsiteX6952" fmla="*/ 4111809 w 11677525"/>
              <a:gd name="connsiteY6952" fmla="*/ 413407 h 4078220"/>
              <a:gd name="connsiteX6953" fmla="*/ 4125673 w 11677525"/>
              <a:gd name="connsiteY6953" fmla="*/ 417963 h 4078220"/>
              <a:gd name="connsiteX6954" fmla="*/ 4096109 w 11677525"/>
              <a:gd name="connsiteY6954" fmla="*/ 429731 h 4078220"/>
              <a:gd name="connsiteX6955" fmla="*/ 4056124 w 11677525"/>
              <a:gd name="connsiteY6955" fmla="*/ 425383 h 4078220"/>
              <a:gd name="connsiteX6956" fmla="*/ 4085773 w 11677525"/>
              <a:gd name="connsiteY6956" fmla="*/ 413694 h 4078220"/>
              <a:gd name="connsiteX6957" fmla="*/ 4111809 w 11677525"/>
              <a:gd name="connsiteY6957" fmla="*/ 413407 h 4078220"/>
              <a:gd name="connsiteX6958" fmla="*/ 3168538 w 11677525"/>
              <a:gd name="connsiteY6958" fmla="*/ 413278 h 4078220"/>
              <a:gd name="connsiteX6959" fmla="*/ 3176540 w 11677525"/>
              <a:gd name="connsiteY6959" fmla="*/ 414188 h 4078220"/>
              <a:gd name="connsiteX6960" fmla="*/ 3168816 w 11677525"/>
              <a:gd name="connsiteY6960" fmla="*/ 416714 h 4078220"/>
              <a:gd name="connsiteX6961" fmla="*/ 3160813 w 11677525"/>
              <a:gd name="connsiteY6961" fmla="*/ 415803 h 4078220"/>
              <a:gd name="connsiteX6962" fmla="*/ 3168538 w 11677525"/>
              <a:gd name="connsiteY6962" fmla="*/ 413278 h 4078220"/>
              <a:gd name="connsiteX6963" fmla="*/ 8463735 w 11677525"/>
              <a:gd name="connsiteY6963" fmla="*/ 413148 h 4078220"/>
              <a:gd name="connsiteX6964" fmla="*/ 8471571 w 11677525"/>
              <a:gd name="connsiteY6964" fmla="*/ 413824 h 4078220"/>
              <a:gd name="connsiteX6965" fmla="*/ 8471850 w 11677525"/>
              <a:gd name="connsiteY6965" fmla="*/ 415543 h 4078220"/>
              <a:gd name="connsiteX6966" fmla="*/ 8464041 w 11677525"/>
              <a:gd name="connsiteY6966" fmla="*/ 414944 h 4078220"/>
              <a:gd name="connsiteX6967" fmla="*/ 8463735 w 11677525"/>
              <a:gd name="connsiteY6967" fmla="*/ 413148 h 4078220"/>
              <a:gd name="connsiteX6968" fmla="*/ 4713401 w 11677525"/>
              <a:gd name="connsiteY6968" fmla="*/ 413109 h 4078220"/>
              <a:gd name="connsiteX6969" fmla="*/ 4724223 w 11677525"/>
              <a:gd name="connsiteY6969" fmla="*/ 416272 h 4078220"/>
              <a:gd name="connsiteX6970" fmla="*/ 4706828 w 11677525"/>
              <a:gd name="connsiteY6970" fmla="*/ 424447 h 4078220"/>
              <a:gd name="connsiteX6971" fmla="*/ 4677848 w 11677525"/>
              <a:gd name="connsiteY6971" fmla="*/ 421452 h 4078220"/>
              <a:gd name="connsiteX6972" fmla="*/ 4695409 w 11677525"/>
              <a:gd name="connsiteY6972" fmla="*/ 413303 h 4078220"/>
              <a:gd name="connsiteX6973" fmla="*/ 4713401 w 11677525"/>
              <a:gd name="connsiteY6973" fmla="*/ 413109 h 4078220"/>
              <a:gd name="connsiteX6974" fmla="*/ 8348824 w 11677525"/>
              <a:gd name="connsiteY6974" fmla="*/ 412190 h 4078220"/>
              <a:gd name="connsiteX6975" fmla="*/ 8378682 w 11677525"/>
              <a:gd name="connsiteY6975" fmla="*/ 417417 h 4078220"/>
              <a:gd name="connsiteX6976" fmla="*/ 8380656 w 11677525"/>
              <a:gd name="connsiteY6976" fmla="*/ 430981 h 4078220"/>
              <a:gd name="connsiteX6977" fmla="*/ 8321136 w 11677525"/>
              <a:gd name="connsiteY6977" fmla="*/ 425957 h 4078220"/>
              <a:gd name="connsiteX6978" fmla="*/ 8319718 w 11677525"/>
              <a:gd name="connsiteY6978" fmla="*/ 412470 h 4078220"/>
              <a:gd name="connsiteX6979" fmla="*/ 8348824 w 11677525"/>
              <a:gd name="connsiteY6979" fmla="*/ 412190 h 4078220"/>
              <a:gd name="connsiteX6980" fmla="*/ 6181516 w 11677525"/>
              <a:gd name="connsiteY6980" fmla="*/ 411430 h 4078220"/>
              <a:gd name="connsiteX6981" fmla="*/ 6194799 w 11677525"/>
              <a:gd name="connsiteY6981" fmla="*/ 412653 h 4078220"/>
              <a:gd name="connsiteX6982" fmla="*/ 6190631 w 11677525"/>
              <a:gd name="connsiteY6982" fmla="*/ 416064 h 4078220"/>
              <a:gd name="connsiteX6983" fmla="*/ 6177294 w 11677525"/>
              <a:gd name="connsiteY6983" fmla="*/ 414814 h 4078220"/>
              <a:gd name="connsiteX6984" fmla="*/ 6181516 w 11677525"/>
              <a:gd name="connsiteY6984" fmla="*/ 411430 h 4078220"/>
              <a:gd name="connsiteX6985" fmla="*/ 6686981 w 11677525"/>
              <a:gd name="connsiteY6985" fmla="*/ 410180 h 4078220"/>
              <a:gd name="connsiteX6986" fmla="*/ 6711211 w 11677525"/>
              <a:gd name="connsiteY6986" fmla="*/ 412393 h 4078220"/>
              <a:gd name="connsiteX6987" fmla="*/ 6705792 w 11677525"/>
              <a:gd name="connsiteY6987" fmla="*/ 418433 h 4078220"/>
              <a:gd name="connsiteX6988" fmla="*/ 6681479 w 11677525"/>
              <a:gd name="connsiteY6988" fmla="*/ 416194 h 4078220"/>
              <a:gd name="connsiteX6989" fmla="*/ 6686981 w 11677525"/>
              <a:gd name="connsiteY6989" fmla="*/ 410180 h 4078220"/>
              <a:gd name="connsiteX6990" fmla="*/ 7432184 w 11677525"/>
              <a:gd name="connsiteY6990" fmla="*/ 408168 h 4078220"/>
              <a:gd name="connsiteX6991" fmla="*/ 7458419 w 11677525"/>
              <a:gd name="connsiteY6991" fmla="*/ 413252 h 4078220"/>
              <a:gd name="connsiteX6992" fmla="*/ 7452638 w 11677525"/>
              <a:gd name="connsiteY6992" fmla="*/ 426451 h 4078220"/>
              <a:gd name="connsiteX6993" fmla="*/ 7397427 w 11677525"/>
              <a:gd name="connsiteY6993" fmla="*/ 421556 h 4078220"/>
              <a:gd name="connsiteX6994" fmla="*/ 7403596 w 11677525"/>
              <a:gd name="connsiteY6994" fmla="*/ 408435 h 4078220"/>
              <a:gd name="connsiteX6995" fmla="*/ 7432184 w 11677525"/>
              <a:gd name="connsiteY6995" fmla="*/ 408168 h 4078220"/>
              <a:gd name="connsiteX6996" fmla="*/ 3643585 w 11677525"/>
              <a:gd name="connsiteY6996" fmla="*/ 407944 h 4078220"/>
              <a:gd name="connsiteX6997" fmla="*/ 3656054 w 11677525"/>
              <a:gd name="connsiteY6997" fmla="*/ 412470 h 4078220"/>
              <a:gd name="connsiteX6998" fmla="*/ 3623321 w 11677525"/>
              <a:gd name="connsiteY6998" fmla="*/ 424160 h 4078220"/>
              <a:gd name="connsiteX6999" fmla="*/ 3584587 w 11677525"/>
              <a:gd name="connsiteY6999" fmla="*/ 419839 h 4078220"/>
              <a:gd name="connsiteX7000" fmla="*/ 3617653 w 11677525"/>
              <a:gd name="connsiteY7000" fmla="*/ 408201 h 4078220"/>
              <a:gd name="connsiteX7001" fmla="*/ 3643585 w 11677525"/>
              <a:gd name="connsiteY7001" fmla="*/ 407944 h 4078220"/>
              <a:gd name="connsiteX7002" fmla="*/ 6441237 w 11677525"/>
              <a:gd name="connsiteY7002" fmla="*/ 407785 h 4078220"/>
              <a:gd name="connsiteX7003" fmla="*/ 6458131 w 11677525"/>
              <a:gd name="connsiteY7003" fmla="*/ 409373 h 4078220"/>
              <a:gd name="connsiteX7004" fmla="*/ 6453574 w 11677525"/>
              <a:gd name="connsiteY7004" fmla="*/ 413616 h 4078220"/>
              <a:gd name="connsiteX7005" fmla="*/ 6436680 w 11677525"/>
              <a:gd name="connsiteY7005" fmla="*/ 412054 h 4078220"/>
              <a:gd name="connsiteX7006" fmla="*/ 6441237 w 11677525"/>
              <a:gd name="connsiteY7006" fmla="*/ 407785 h 4078220"/>
              <a:gd name="connsiteX7007" fmla="*/ 7897922 w 11677525"/>
              <a:gd name="connsiteY7007" fmla="*/ 407149 h 4078220"/>
              <a:gd name="connsiteX7008" fmla="*/ 7930235 w 11677525"/>
              <a:gd name="connsiteY7008" fmla="*/ 413095 h 4078220"/>
              <a:gd name="connsiteX7009" fmla="*/ 7928068 w 11677525"/>
              <a:gd name="connsiteY7009" fmla="*/ 428533 h 4078220"/>
              <a:gd name="connsiteX7010" fmla="*/ 7861880 w 11677525"/>
              <a:gd name="connsiteY7010" fmla="*/ 422806 h 4078220"/>
              <a:gd name="connsiteX7011" fmla="*/ 7864631 w 11677525"/>
              <a:gd name="connsiteY7011" fmla="*/ 407472 h 4078220"/>
              <a:gd name="connsiteX7012" fmla="*/ 7897922 w 11677525"/>
              <a:gd name="connsiteY7012" fmla="*/ 407149 h 4078220"/>
              <a:gd name="connsiteX7013" fmla="*/ 8582940 w 11677525"/>
              <a:gd name="connsiteY7013" fmla="*/ 406743 h 4078220"/>
              <a:gd name="connsiteX7014" fmla="*/ 8585608 w 11677525"/>
              <a:gd name="connsiteY7014" fmla="*/ 406977 h 4078220"/>
              <a:gd name="connsiteX7015" fmla="*/ 8585747 w 11677525"/>
              <a:gd name="connsiteY7015" fmla="*/ 407550 h 4078220"/>
              <a:gd name="connsiteX7016" fmla="*/ 8583079 w 11677525"/>
              <a:gd name="connsiteY7016" fmla="*/ 407315 h 4078220"/>
              <a:gd name="connsiteX7017" fmla="*/ 8582940 w 11677525"/>
              <a:gd name="connsiteY7017" fmla="*/ 406743 h 4078220"/>
              <a:gd name="connsiteX7018" fmla="*/ 5063053 w 11677525"/>
              <a:gd name="connsiteY7018" fmla="*/ 405076 h 4078220"/>
              <a:gd name="connsiteX7019" fmla="*/ 5083393 w 11677525"/>
              <a:gd name="connsiteY7019" fmla="*/ 407133 h 4078220"/>
              <a:gd name="connsiteX7020" fmla="*/ 5072667 w 11677525"/>
              <a:gd name="connsiteY7020" fmla="*/ 412705 h 4078220"/>
              <a:gd name="connsiteX7021" fmla="*/ 5052355 w 11677525"/>
              <a:gd name="connsiteY7021" fmla="*/ 410648 h 4078220"/>
              <a:gd name="connsiteX7022" fmla="*/ 5063053 w 11677525"/>
              <a:gd name="connsiteY7022" fmla="*/ 405076 h 4078220"/>
              <a:gd name="connsiteX7023" fmla="*/ 3054891 w 11677525"/>
              <a:gd name="connsiteY7023" fmla="*/ 404843 h 4078220"/>
              <a:gd name="connsiteX7024" fmla="*/ 3062838 w 11677525"/>
              <a:gd name="connsiteY7024" fmla="*/ 405754 h 4078220"/>
              <a:gd name="connsiteX7025" fmla="*/ 3054891 w 11677525"/>
              <a:gd name="connsiteY7025" fmla="*/ 408253 h 4078220"/>
              <a:gd name="connsiteX7026" fmla="*/ 3046972 w 11677525"/>
              <a:gd name="connsiteY7026" fmla="*/ 407316 h 4078220"/>
              <a:gd name="connsiteX7027" fmla="*/ 3054891 w 11677525"/>
              <a:gd name="connsiteY7027" fmla="*/ 404843 h 4078220"/>
              <a:gd name="connsiteX7028" fmla="*/ 7077496 w 11677525"/>
              <a:gd name="connsiteY7028" fmla="*/ 403736 h 4078220"/>
              <a:gd name="connsiteX7029" fmla="*/ 7102223 w 11677525"/>
              <a:gd name="connsiteY7029" fmla="*/ 408748 h 4078220"/>
              <a:gd name="connsiteX7030" fmla="*/ 7093776 w 11677525"/>
              <a:gd name="connsiteY7030" fmla="*/ 421713 h 4078220"/>
              <a:gd name="connsiteX7031" fmla="*/ 7040287 w 11677525"/>
              <a:gd name="connsiteY7031" fmla="*/ 416896 h 4078220"/>
              <a:gd name="connsiteX7032" fmla="*/ 7049290 w 11677525"/>
              <a:gd name="connsiteY7032" fmla="*/ 404036 h 4078220"/>
              <a:gd name="connsiteX7033" fmla="*/ 7077496 w 11677525"/>
              <a:gd name="connsiteY7033" fmla="*/ 403736 h 4078220"/>
              <a:gd name="connsiteX7034" fmla="*/ 3986272 w 11677525"/>
              <a:gd name="connsiteY7034" fmla="*/ 403609 h 4078220"/>
              <a:gd name="connsiteX7035" fmla="*/ 3999328 w 11677525"/>
              <a:gd name="connsiteY7035" fmla="*/ 407993 h 4078220"/>
              <a:gd name="connsiteX7036" fmla="*/ 3969902 w 11677525"/>
              <a:gd name="connsiteY7036" fmla="*/ 419343 h 4078220"/>
              <a:gd name="connsiteX7037" fmla="*/ 3931363 w 11677525"/>
              <a:gd name="connsiteY7037" fmla="*/ 415151 h 4078220"/>
              <a:gd name="connsiteX7038" fmla="*/ 3961067 w 11677525"/>
              <a:gd name="connsiteY7038" fmla="*/ 403853 h 4078220"/>
              <a:gd name="connsiteX7039" fmla="*/ 3986272 w 11677525"/>
              <a:gd name="connsiteY7039" fmla="*/ 403609 h 4078220"/>
              <a:gd name="connsiteX7040" fmla="*/ 4342575 w 11677525"/>
              <a:gd name="connsiteY7040" fmla="*/ 403527 h 4078220"/>
              <a:gd name="connsiteX7041" fmla="*/ 4356636 w 11677525"/>
              <a:gd name="connsiteY7041" fmla="*/ 407888 h 4078220"/>
              <a:gd name="connsiteX7042" fmla="*/ 4329738 w 11677525"/>
              <a:gd name="connsiteY7042" fmla="*/ 419265 h 4078220"/>
              <a:gd name="connsiteX7043" fmla="*/ 4290282 w 11677525"/>
              <a:gd name="connsiteY7043" fmla="*/ 415074 h 4078220"/>
              <a:gd name="connsiteX7044" fmla="*/ 4317429 w 11677525"/>
              <a:gd name="connsiteY7044" fmla="*/ 403775 h 4078220"/>
              <a:gd name="connsiteX7045" fmla="*/ 4342575 w 11677525"/>
              <a:gd name="connsiteY7045" fmla="*/ 403527 h 4078220"/>
              <a:gd name="connsiteX7046" fmla="*/ 6071954 w 11677525"/>
              <a:gd name="connsiteY7046" fmla="*/ 400677 h 4078220"/>
              <a:gd name="connsiteX7047" fmla="*/ 6087736 w 11677525"/>
              <a:gd name="connsiteY7047" fmla="*/ 402161 h 4078220"/>
              <a:gd name="connsiteX7048" fmla="*/ 6082513 w 11677525"/>
              <a:gd name="connsiteY7048" fmla="*/ 406248 h 4078220"/>
              <a:gd name="connsiteX7049" fmla="*/ 6066592 w 11677525"/>
              <a:gd name="connsiteY7049" fmla="*/ 404738 h 4078220"/>
              <a:gd name="connsiteX7050" fmla="*/ 6071954 w 11677525"/>
              <a:gd name="connsiteY7050" fmla="*/ 400677 h 4078220"/>
              <a:gd name="connsiteX7051" fmla="*/ 7558766 w 11677525"/>
              <a:gd name="connsiteY7051" fmla="*/ 399847 h 4078220"/>
              <a:gd name="connsiteX7052" fmla="*/ 7585209 w 11677525"/>
              <a:gd name="connsiteY7052" fmla="*/ 404895 h 4078220"/>
              <a:gd name="connsiteX7053" fmla="*/ 7580541 w 11677525"/>
              <a:gd name="connsiteY7053" fmla="*/ 417964 h 4078220"/>
              <a:gd name="connsiteX7054" fmla="*/ 7525273 w 11677525"/>
              <a:gd name="connsiteY7054" fmla="*/ 413122 h 4078220"/>
              <a:gd name="connsiteX7055" fmla="*/ 7530302 w 11677525"/>
              <a:gd name="connsiteY7055" fmla="*/ 400130 h 4078220"/>
              <a:gd name="connsiteX7056" fmla="*/ 7558766 w 11677525"/>
              <a:gd name="connsiteY7056" fmla="*/ 399847 h 4078220"/>
              <a:gd name="connsiteX7057" fmla="*/ 8698948 w 11677525"/>
              <a:gd name="connsiteY7057" fmla="*/ 399844 h 4078220"/>
              <a:gd name="connsiteX7058" fmla="*/ 8700338 w 11677525"/>
              <a:gd name="connsiteY7058" fmla="*/ 399922 h 4078220"/>
              <a:gd name="connsiteX7059" fmla="*/ 8700504 w 11677525"/>
              <a:gd name="connsiteY7059" fmla="*/ 400234 h 4078220"/>
              <a:gd name="connsiteX7060" fmla="*/ 8699087 w 11677525"/>
              <a:gd name="connsiteY7060" fmla="*/ 400105 h 4078220"/>
              <a:gd name="connsiteX7061" fmla="*/ 8698948 w 11677525"/>
              <a:gd name="connsiteY7061" fmla="*/ 399844 h 4078220"/>
              <a:gd name="connsiteX7062" fmla="*/ 4805138 w 11677525"/>
              <a:gd name="connsiteY7062" fmla="*/ 398959 h 4078220"/>
              <a:gd name="connsiteX7063" fmla="*/ 4829813 w 11677525"/>
              <a:gd name="connsiteY7063" fmla="*/ 401484 h 4078220"/>
              <a:gd name="connsiteX7064" fmla="*/ 4815558 w 11677525"/>
              <a:gd name="connsiteY7064" fmla="*/ 408331 h 4078220"/>
              <a:gd name="connsiteX7065" fmla="*/ 4790772 w 11677525"/>
              <a:gd name="connsiteY7065" fmla="*/ 405806 h 4078220"/>
              <a:gd name="connsiteX7066" fmla="*/ 4805138 w 11677525"/>
              <a:gd name="connsiteY7066" fmla="*/ 398959 h 4078220"/>
              <a:gd name="connsiteX7067" fmla="*/ 8018839 w 11677525"/>
              <a:gd name="connsiteY7067" fmla="*/ 398871 h 4078220"/>
              <a:gd name="connsiteX7068" fmla="*/ 8053662 w 11677525"/>
              <a:gd name="connsiteY7068" fmla="*/ 405181 h 4078220"/>
              <a:gd name="connsiteX7069" fmla="*/ 8052717 w 11677525"/>
              <a:gd name="connsiteY7069" fmla="*/ 421478 h 4078220"/>
              <a:gd name="connsiteX7070" fmla="*/ 7981833 w 11677525"/>
              <a:gd name="connsiteY7070" fmla="*/ 415412 h 4078220"/>
              <a:gd name="connsiteX7071" fmla="*/ 7983556 w 11677525"/>
              <a:gd name="connsiteY7071" fmla="*/ 399219 h 4078220"/>
              <a:gd name="connsiteX7072" fmla="*/ 8018839 w 11677525"/>
              <a:gd name="connsiteY7072" fmla="*/ 398871 h 4078220"/>
              <a:gd name="connsiteX7073" fmla="*/ 3529075 w 11677525"/>
              <a:gd name="connsiteY7073" fmla="*/ 397807 h 4078220"/>
              <a:gd name="connsiteX7074" fmla="*/ 3543045 w 11677525"/>
              <a:gd name="connsiteY7074" fmla="*/ 402968 h 4078220"/>
              <a:gd name="connsiteX7075" fmla="*/ 3504478 w 11677525"/>
              <a:gd name="connsiteY7075" fmla="*/ 416272 h 4078220"/>
              <a:gd name="connsiteX7076" fmla="*/ 3460519 w 11677525"/>
              <a:gd name="connsiteY7076" fmla="*/ 411326 h 4078220"/>
              <a:gd name="connsiteX7077" fmla="*/ 3499309 w 11677525"/>
              <a:gd name="connsiteY7077" fmla="*/ 398074 h 4078220"/>
              <a:gd name="connsiteX7078" fmla="*/ 3529075 w 11677525"/>
              <a:gd name="connsiteY7078" fmla="*/ 397807 h 4078220"/>
              <a:gd name="connsiteX7079" fmla="*/ 2942634 w 11677525"/>
              <a:gd name="connsiteY7079" fmla="*/ 397709 h 4078220"/>
              <a:gd name="connsiteX7080" fmla="*/ 2944940 w 11677525"/>
              <a:gd name="connsiteY7080" fmla="*/ 397995 h 4078220"/>
              <a:gd name="connsiteX7081" fmla="*/ 2942550 w 11677525"/>
              <a:gd name="connsiteY7081" fmla="*/ 398698 h 4078220"/>
              <a:gd name="connsiteX7082" fmla="*/ 2940272 w 11677525"/>
              <a:gd name="connsiteY7082" fmla="*/ 398438 h 4078220"/>
              <a:gd name="connsiteX7083" fmla="*/ 2942634 w 11677525"/>
              <a:gd name="connsiteY7083" fmla="*/ 397709 h 4078220"/>
              <a:gd name="connsiteX7084" fmla="*/ 4580098 w 11677525"/>
              <a:gd name="connsiteY7084" fmla="*/ 397383 h 4078220"/>
              <a:gd name="connsiteX7085" fmla="*/ 4594433 w 11677525"/>
              <a:gd name="connsiteY7085" fmla="*/ 401640 h 4078220"/>
              <a:gd name="connsiteX7086" fmla="*/ 4569869 w 11677525"/>
              <a:gd name="connsiteY7086" fmla="*/ 412601 h 4078220"/>
              <a:gd name="connsiteX7087" fmla="*/ 4531024 w 11677525"/>
              <a:gd name="connsiteY7087" fmla="*/ 408539 h 4078220"/>
              <a:gd name="connsiteX7088" fmla="*/ 4555698 w 11677525"/>
              <a:gd name="connsiteY7088" fmla="*/ 397657 h 4078220"/>
              <a:gd name="connsiteX7089" fmla="*/ 4580098 w 11677525"/>
              <a:gd name="connsiteY7089" fmla="*/ 397383 h 4078220"/>
              <a:gd name="connsiteX7090" fmla="*/ 3384912 w 11677525"/>
              <a:gd name="connsiteY7090" fmla="*/ 397215 h 4078220"/>
              <a:gd name="connsiteX7091" fmla="*/ 3390581 w 11677525"/>
              <a:gd name="connsiteY7091" fmla="*/ 397839 h 4078220"/>
              <a:gd name="connsiteX7092" fmla="*/ 3385356 w 11677525"/>
              <a:gd name="connsiteY7092" fmla="*/ 399558 h 4078220"/>
              <a:gd name="connsiteX7093" fmla="*/ 3379688 w 11677525"/>
              <a:gd name="connsiteY7093" fmla="*/ 398933 h 4078220"/>
              <a:gd name="connsiteX7094" fmla="*/ 3384912 w 11677525"/>
              <a:gd name="connsiteY7094" fmla="*/ 397215 h 4078220"/>
              <a:gd name="connsiteX7095" fmla="*/ 5175393 w 11677525"/>
              <a:gd name="connsiteY7095" fmla="*/ 395756 h 4078220"/>
              <a:gd name="connsiteX7096" fmla="*/ 5196289 w 11677525"/>
              <a:gd name="connsiteY7096" fmla="*/ 397814 h 4078220"/>
              <a:gd name="connsiteX7097" fmla="*/ 5185758 w 11677525"/>
              <a:gd name="connsiteY7097" fmla="*/ 403463 h 4078220"/>
              <a:gd name="connsiteX7098" fmla="*/ 5164835 w 11677525"/>
              <a:gd name="connsiteY7098" fmla="*/ 401380 h 4078220"/>
              <a:gd name="connsiteX7099" fmla="*/ 5175393 w 11677525"/>
              <a:gd name="connsiteY7099" fmla="*/ 395756 h 4078220"/>
              <a:gd name="connsiteX7100" fmla="*/ 6844212 w 11677525"/>
              <a:gd name="connsiteY7100" fmla="*/ 394982 h 4078220"/>
              <a:gd name="connsiteX7101" fmla="*/ 6865121 w 11677525"/>
              <a:gd name="connsiteY7101" fmla="*/ 399297 h 4078220"/>
              <a:gd name="connsiteX7102" fmla="*/ 6855979 w 11677525"/>
              <a:gd name="connsiteY7102" fmla="*/ 410517 h 4078220"/>
              <a:gd name="connsiteX7103" fmla="*/ 6810187 w 11677525"/>
              <a:gd name="connsiteY7103" fmla="*/ 406378 h 4078220"/>
              <a:gd name="connsiteX7104" fmla="*/ 6819551 w 11677525"/>
              <a:gd name="connsiteY7104" fmla="*/ 395235 h 4078220"/>
              <a:gd name="connsiteX7105" fmla="*/ 6844212 w 11677525"/>
              <a:gd name="connsiteY7105" fmla="*/ 394982 h 4078220"/>
              <a:gd name="connsiteX7106" fmla="*/ 7209598 w 11677525"/>
              <a:gd name="connsiteY7106" fmla="*/ 394608 h 4078220"/>
              <a:gd name="connsiteX7107" fmla="*/ 7233988 w 11677525"/>
              <a:gd name="connsiteY7107" fmla="*/ 399454 h 4078220"/>
              <a:gd name="connsiteX7108" fmla="*/ 7226818 w 11677525"/>
              <a:gd name="connsiteY7108" fmla="*/ 411976 h 4078220"/>
              <a:gd name="connsiteX7109" fmla="*/ 7174552 w 11677525"/>
              <a:gd name="connsiteY7109" fmla="*/ 407315 h 4078220"/>
              <a:gd name="connsiteX7110" fmla="*/ 7182166 w 11677525"/>
              <a:gd name="connsiteY7110" fmla="*/ 394898 h 4078220"/>
              <a:gd name="connsiteX7111" fmla="*/ 7209598 w 11677525"/>
              <a:gd name="connsiteY7111" fmla="*/ 394608 h 4078220"/>
              <a:gd name="connsiteX7112" fmla="*/ 3863181 w 11677525"/>
              <a:gd name="connsiteY7112" fmla="*/ 394172 h 4078220"/>
              <a:gd name="connsiteX7113" fmla="*/ 3875539 w 11677525"/>
              <a:gd name="connsiteY7113" fmla="*/ 398386 h 4078220"/>
              <a:gd name="connsiteX7114" fmla="*/ 3846114 w 11677525"/>
              <a:gd name="connsiteY7114" fmla="*/ 409268 h 4078220"/>
              <a:gd name="connsiteX7115" fmla="*/ 3809213 w 11677525"/>
              <a:gd name="connsiteY7115" fmla="*/ 405259 h 4078220"/>
              <a:gd name="connsiteX7116" fmla="*/ 3838778 w 11677525"/>
              <a:gd name="connsiteY7116" fmla="*/ 394429 h 4078220"/>
              <a:gd name="connsiteX7117" fmla="*/ 3863181 w 11677525"/>
              <a:gd name="connsiteY7117" fmla="*/ 394172 h 4078220"/>
              <a:gd name="connsiteX7118" fmla="*/ 5964336 w 11677525"/>
              <a:gd name="connsiteY7118" fmla="*/ 393830 h 4078220"/>
              <a:gd name="connsiteX7119" fmla="*/ 5973312 w 11677525"/>
              <a:gd name="connsiteY7119" fmla="*/ 394663 h 4078220"/>
              <a:gd name="connsiteX7120" fmla="*/ 5970117 w 11677525"/>
              <a:gd name="connsiteY7120" fmla="*/ 396980 h 4078220"/>
              <a:gd name="connsiteX7121" fmla="*/ 5961197 w 11677525"/>
              <a:gd name="connsiteY7121" fmla="*/ 396147 h 4078220"/>
              <a:gd name="connsiteX7122" fmla="*/ 5964336 w 11677525"/>
              <a:gd name="connsiteY7122" fmla="*/ 393830 h 4078220"/>
              <a:gd name="connsiteX7123" fmla="*/ 6336120 w 11677525"/>
              <a:gd name="connsiteY7123" fmla="*/ 393310 h 4078220"/>
              <a:gd name="connsiteX7124" fmla="*/ 6355043 w 11677525"/>
              <a:gd name="connsiteY7124" fmla="*/ 395054 h 4078220"/>
              <a:gd name="connsiteX7125" fmla="*/ 6349597 w 11677525"/>
              <a:gd name="connsiteY7125" fmla="*/ 399818 h 4078220"/>
              <a:gd name="connsiteX7126" fmla="*/ 6330647 w 11677525"/>
              <a:gd name="connsiteY7126" fmla="*/ 398074 h 4078220"/>
              <a:gd name="connsiteX7127" fmla="*/ 6336120 w 11677525"/>
              <a:gd name="connsiteY7127" fmla="*/ 393310 h 4078220"/>
              <a:gd name="connsiteX7128" fmla="*/ 4214270 w 11677525"/>
              <a:gd name="connsiteY7128" fmla="*/ 392330 h 4078220"/>
              <a:gd name="connsiteX7129" fmla="*/ 4228289 w 11677525"/>
              <a:gd name="connsiteY7129" fmla="*/ 396746 h 4078220"/>
              <a:gd name="connsiteX7130" fmla="*/ 4199920 w 11677525"/>
              <a:gd name="connsiteY7130" fmla="*/ 408253 h 4078220"/>
              <a:gd name="connsiteX7131" fmla="*/ 4160046 w 11677525"/>
              <a:gd name="connsiteY7131" fmla="*/ 403983 h 4078220"/>
              <a:gd name="connsiteX7132" fmla="*/ 4188666 w 11677525"/>
              <a:gd name="connsiteY7132" fmla="*/ 392580 h 4078220"/>
              <a:gd name="connsiteX7133" fmla="*/ 4214270 w 11677525"/>
              <a:gd name="connsiteY7133" fmla="*/ 392330 h 4078220"/>
              <a:gd name="connsiteX7134" fmla="*/ 6584810 w 11677525"/>
              <a:gd name="connsiteY7134" fmla="*/ 392163 h 4078220"/>
              <a:gd name="connsiteX7135" fmla="*/ 6613291 w 11677525"/>
              <a:gd name="connsiteY7135" fmla="*/ 394767 h 4078220"/>
              <a:gd name="connsiteX7136" fmla="*/ 6606372 w 11677525"/>
              <a:gd name="connsiteY7136" fmla="*/ 401849 h 4078220"/>
              <a:gd name="connsiteX7137" fmla="*/ 6577752 w 11677525"/>
              <a:gd name="connsiteY7137" fmla="*/ 399219 h 4078220"/>
              <a:gd name="connsiteX7138" fmla="*/ 6584810 w 11677525"/>
              <a:gd name="connsiteY7138" fmla="*/ 392163 h 4078220"/>
              <a:gd name="connsiteX7139" fmla="*/ 7683212 w 11677525"/>
              <a:gd name="connsiteY7139" fmla="*/ 391955 h 4078220"/>
              <a:gd name="connsiteX7140" fmla="*/ 7709609 w 11677525"/>
              <a:gd name="connsiteY7140" fmla="*/ 396903 h 4078220"/>
              <a:gd name="connsiteX7141" fmla="*/ 7706053 w 11677525"/>
              <a:gd name="connsiteY7141" fmla="*/ 409685 h 4078220"/>
              <a:gd name="connsiteX7142" fmla="*/ 7651257 w 11677525"/>
              <a:gd name="connsiteY7142" fmla="*/ 404946 h 4078220"/>
              <a:gd name="connsiteX7143" fmla="*/ 7655230 w 11677525"/>
              <a:gd name="connsiteY7143" fmla="*/ 392242 h 4078220"/>
              <a:gd name="connsiteX7144" fmla="*/ 7683212 w 11677525"/>
              <a:gd name="connsiteY7144" fmla="*/ 391955 h 4078220"/>
              <a:gd name="connsiteX7145" fmla="*/ 8138112 w 11677525"/>
              <a:gd name="connsiteY7145" fmla="*/ 391183 h 4078220"/>
              <a:gd name="connsiteX7146" fmla="*/ 8174256 w 11677525"/>
              <a:gd name="connsiteY7146" fmla="*/ 397579 h 4078220"/>
              <a:gd name="connsiteX7147" fmla="*/ 8174450 w 11677525"/>
              <a:gd name="connsiteY7147" fmla="*/ 414214 h 4078220"/>
              <a:gd name="connsiteX7148" fmla="*/ 8101511 w 11677525"/>
              <a:gd name="connsiteY7148" fmla="*/ 408070 h 4078220"/>
              <a:gd name="connsiteX7149" fmla="*/ 8102094 w 11677525"/>
              <a:gd name="connsiteY7149" fmla="*/ 391565 h 4078220"/>
              <a:gd name="connsiteX7150" fmla="*/ 8138112 w 11677525"/>
              <a:gd name="connsiteY7150" fmla="*/ 391183 h 4078220"/>
              <a:gd name="connsiteX7151" fmla="*/ 5289901 w 11677525"/>
              <a:gd name="connsiteY7151" fmla="*/ 389951 h 4078220"/>
              <a:gd name="connsiteX7152" fmla="*/ 5303878 w 11677525"/>
              <a:gd name="connsiteY7152" fmla="*/ 391331 h 4078220"/>
              <a:gd name="connsiteX7153" fmla="*/ 5297126 w 11677525"/>
              <a:gd name="connsiteY7153" fmla="*/ 395054 h 4078220"/>
              <a:gd name="connsiteX7154" fmla="*/ 5283122 w 11677525"/>
              <a:gd name="connsiteY7154" fmla="*/ 393674 h 4078220"/>
              <a:gd name="connsiteX7155" fmla="*/ 5289901 w 11677525"/>
              <a:gd name="connsiteY7155" fmla="*/ 389951 h 4078220"/>
              <a:gd name="connsiteX7156" fmla="*/ 3269765 w 11677525"/>
              <a:gd name="connsiteY7156" fmla="*/ 387555 h 4078220"/>
              <a:gd name="connsiteX7157" fmla="*/ 3280602 w 11677525"/>
              <a:gd name="connsiteY7157" fmla="*/ 388779 h 4078220"/>
              <a:gd name="connsiteX7158" fmla="*/ 3270488 w 11677525"/>
              <a:gd name="connsiteY7158" fmla="*/ 392060 h 4078220"/>
              <a:gd name="connsiteX7159" fmla="*/ 3259623 w 11677525"/>
              <a:gd name="connsiteY7159" fmla="*/ 390836 h 4078220"/>
              <a:gd name="connsiteX7160" fmla="*/ 3269765 w 11677525"/>
              <a:gd name="connsiteY7160" fmla="*/ 387555 h 4078220"/>
              <a:gd name="connsiteX7161" fmla="*/ 5851246 w 11677525"/>
              <a:gd name="connsiteY7161" fmla="*/ 386670 h 4078220"/>
              <a:gd name="connsiteX7162" fmla="*/ 5867306 w 11677525"/>
              <a:gd name="connsiteY7162" fmla="*/ 388207 h 4078220"/>
              <a:gd name="connsiteX7163" fmla="*/ 5861277 w 11677525"/>
              <a:gd name="connsiteY7163" fmla="*/ 392347 h 4078220"/>
              <a:gd name="connsiteX7164" fmla="*/ 5845216 w 11677525"/>
              <a:gd name="connsiteY7164" fmla="*/ 390810 h 4078220"/>
              <a:gd name="connsiteX7165" fmla="*/ 5851246 w 11677525"/>
              <a:gd name="connsiteY7165" fmla="*/ 386670 h 4078220"/>
              <a:gd name="connsiteX7166" fmla="*/ 8368651 w 11677525"/>
              <a:gd name="connsiteY7166" fmla="*/ 386645 h 4078220"/>
              <a:gd name="connsiteX7167" fmla="*/ 8378792 w 11677525"/>
              <a:gd name="connsiteY7167" fmla="*/ 387478 h 4078220"/>
              <a:gd name="connsiteX7168" fmla="*/ 8379153 w 11677525"/>
              <a:gd name="connsiteY7168" fmla="*/ 389742 h 4078220"/>
              <a:gd name="connsiteX7169" fmla="*/ 8368928 w 11677525"/>
              <a:gd name="connsiteY7169" fmla="*/ 388909 h 4078220"/>
              <a:gd name="connsiteX7170" fmla="*/ 8368651 w 11677525"/>
              <a:gd name="connsiteY7170" fmla="*/ 386645 h 4078220"/>
              <a:gd name="connsiteX7171" fmla="*/ 4915339 w 11677525"/>
              <a:gd name="connsiteY7171" fmla="*/ 386359 h 4078220"/>
              <a:gd name="connsiteX7172" fmla="*/ 4937319 w 11677525"/>
              <a:gd name="connsiteY7172" fmla="*/ 388546 h 4078220"/>
              <a:gd name="connsiteX7173" fmla="*/ 4925037 w 11677525"/>
              <a:gd name="connsiteY7173" fmla="*/ 394560 h 4078220"/>
              <a:gd name="connsiteX7174" fmla="*/ 4903058 w 11677525"/>
              <a:gd name="connsiteY7174" fmla="*/ 392347 h 4078220"/>
              <a:gd name="connsiteX7175" fmla="*/ 4915339 w 11677525"/>
              <a:gd name="connsiteY7175" fmla="*/ 386359 h 4078220"/>
              <a:gd name="connsiteX7176" fmla="*/ 7339232 w 11677525"/>
              <a:gd name="connsiteY7176" fmla="*/ 385415 h 4078220"/>
              <a:gd name="connsiteX7177" fmla="*/ 7364779 w 11677525"/>
              <a:gd name="connsiteY7177" fmla="*/ 390394 h 4078220"/>
              <a:gd name="connsiteX7178" fmla="*/ 7358360 w 11677525"/>
              <a:gd name="connsiteY7178" fmla="*/ 403202 h 4078220"/>
              <a:gd name="connsiteX7179" fmla="*/ 7304203 w 11677525"/>
              <a:gd name="connsiteY7179" fmla="*/ 398438 h 4078220"/>
              <a:gd name="connsiteX7180" fmla="*/ 7311039 w 11677525"/>
              <a:gd name="connsiteY7180" fmla="*/ 385707 h 4078220"/>
              <a:gd name="connsiteX7181" fmla="*/ 7339232 w 11677525"/>
              <a:gd name="connsiteY7181" fmla="*/ 385415 h 4078220"/>
              <a:gd name="connsiteX7182" fmla="*/ 5402410 w 11677525"/>
              <a:gd name="connsiteY7182" fmla="*/ 384770 h 4078220"/>
              <a:gd name="connsiteX7183" fmla="*/ 5418025 w 11677525"/>
              <a:gd name="connsiteY7183" fmla="*/ 386280 h 4078220"/>
              <a:gd name="connsiteX7184" fmla="*/ 5410828 w 11677525"/>
              <a:gd name="connsiteY7184" fmla="*/ 390419 h 4078220"/>
              <a:gd name="connsiteX7185" fmla="*/ 5395185 w 11677525"/>
              <a:gd name="connsiteY7185" fmla="*/ 388884 h 4078220"/>
              <a:gd name="connsiteX7186" fmla="*/ 5402410 w 11677525"/>
              <a:gd name="connsiteY7186" fmla="*/ 384770 h 4078220"/>
              <a:gd name="connsiteX7187" fmla="*/ 4446890 w 11677525"/>
              <a:gd name="connsiteY7187" fmla="*/ 384692 h 4078220"/>
              <a:gd name="connsiteX7188" fmla="*/ 4461029 w 11677525"/>
              <a:gd name="connsiteY7188" fmla="*/ 388961 h 4078220"/>
              <a:gd name="connsiteX7189" fmla="*/ 4435215 w 11677525"/>
              <a:gd name="connsiteY7189" fmla="*/ 400026 h 4078220"/>
              <a:gd name="connsiteX7190" fmla="*/ 4396010 w 11677525"/>
              <a:gd name="connsiteY7190" fmla="*/ 395939 h 4078220"/>
              <a:gd name="connsiteX7191" fmla="*/ 4422101 w 11677525"/>
              <a:gd name="connsiteY7191" fmla="*/ 384953 h 4078220"/>
              <a:gd name="connsiteX7192" fmla="*/ 4446890 w 11677525"/>
              <a:gd name="connsiteY7192" fmla="*/ 384692 h 4078220"/>
              <a:gd name="connsiteX7193" fmla="*/ 8255955 w 11677525"/>
              <a:gd name="connsiteY7193" fmla="*/ 384636 h 4078220"/>
              <a:gd name="connsiteX7194" fmla="*/ 8290153 w 11677525"/>
              <a:gd name="connsiteY7194" fmla="*/ 390601 h 4078220"/>
              <a:gd name="connsiteX7195" fmla="*/ 8291460 w 11677525"/>
              <a:gd name="connsiteY7195" fmla="*/ 406065 h 4078220"/>
              <a:gd name="connsiteX7196" fmla="*/ 8222938 w 11677525"/>
              <a:gd name="connsiteY7196" fmla="*/ 400312 h 4078220"/>
              <a:gd name="connsiteX7197" fmla="*/ 8222298 w 11677525"/>
              <a:gd name="connsiteY7197" fmla="*/ 384978 h 4078220"/>
              <a:gd name="connsiteX7198" fmla="*/ 8255955 w 11677525"/>
              <a:gd name="connsiteY7198" fmla="*/ 384636 h 4078220"/>
              <a:gd name="connsiteX7199" fmla="*/ 6981488 w 11677525"/>
              <a:gd name="connsiteY7199" fmla="*/ 383765 h 4078220"/>
              <a:gd name="connsiteX7200" fmla="*/ 7004526 w 11677525"/>
              <a:gd name="connsiteY7200" fmla="*/ 388415 h 4078220"/>
              <a:gd name="connsiteX7201" fmla="*/ 6995718 w 11677525"/>
              <a:gd name="connsiteY7201" fmla="*/ 400495 h 4078220"/>
              <a:gd name="connsiteX7202" fmla="*/ 6945730 w 11677525"/>
              <a:gd name="connsiteY7202" fmla="*/ 396017 h 4078220"/>
              <a:gd name="connsiteX7203" fmla="*/ 6954844 w 11677525"/>
              <a:gd name="connsiteY7203" fmla="*/ 384016 h 4078220"/>
              <a:gd name="connsiteX7204" fmla="*/ 6981488 w 11677525"/>
              <a:gd name="connsiteY7204" fmla="*/ 383765 h 4078220"/>
              <a:gd name="connsiteX7205" fmla="*/ 5740739 w 11677525"/>
              <a:gd name="connsiteY7205" fmla="*/ 383547 h 4078220"/>
              <a:gd name="connsiteX7206" fmla="*/ 5753409 w 11677525"/>
              <a:gd name="connsiteY7206" fmla="*/ 384770 h 4078220"/>
              <a:gd name="connsiteX7207" fmla="*/ 5748408 w 11677525"/>
              <a:gd name="connsiteY7207" fmla="*/ 388025 h 4078220"/>
              <a:gd name="connsiteX7208" fmla="*/ 5735653 w 11677525"/>
              <a:gd name="connsiteY7208" fmla="*/ 386801 h 4078220"/>
              <a:gd name="connsiteX7209" fmla="*/ 5740739 w 11677525"/>
              <a:gd name="connsiteY7209" fmla="*/ 383547 h 4078220"/>
              <a:gd name="connsiteX7210" fmla="*/ 3746797 w 11677525"/>
              <a:gd name="connsiteY7210" fmla="*/ 383507 h 4078220"/>
              <a:gd name="connsiteX7211" fmla="*/ 3761031 w 11677525"/>
              <a:gd name="connsiteY7211" fmla="*/ 388467 h 4078220"/>
              <a:gd name="connsiteX7212" fmla="*/ 3725464 w 11677525"/>
              <a:gd name="connsiteY7212" fmla="*/ 401223 h 4078220"/>
              <a:gd name="connsiteX7213" fmla="*/ 3682200 w 11677525"/>
              <a:gd name="connsiteY7213" fmla="*/ 396485 h 4078220"/>
              <a:gd name="connsiteX7214" fmla="*/ 3718017 w 11677525"/>
              <a:gd name="connsiteY7214" fmla="*/ 383780 h 4078220"/>
              <a:gd name="connsiteX7215" fmla="*/ 3746797 w 11677525"/>
              <a:gd name="connsiteY7215" fmla="*/ 383507 h 4078220"/>
              <a:gd name="connsiteX7216" fmla="*/ 7806205 w 11677525"/>
              <a:gd name="connsiteY7216" fmla="*/ 382362 h 4078220"/>
              <a:gd name="connsiteX7217" fmla="*/ 7838288 w 11677525"/>
              <a:gd name="connsiteY7217" fmla="*/ 388258 h 4078220"/>
              <a:gd name="connsiteX7218" fmla="*/ 7835315 w 11677525"/>
              <a:gd name="connsiteY7218" fmla="*/ 403515 h 4078220"/>
              <a:gd name="connsiteX7219" fmla="*/ 7769128 w 11677525"/>
              <a:gd name="connsiteY7219" fmla="*/ 397865 h 4078220"/>
              <a:gd name="connsiteX7220" fmla="*/ 7772768 w 11677525"/>
              <a:gd name="connsiteY7220" fmla="*/ 382713 h 4078220"/>
              <a:gd name="connsiteX7221" fmla="*/ 7806205 w 11677525"/>
              <a:gd name="connsiteY7221" fmla="*/ 382362 h 4078220"/>
              <a:gd name="connsiteX7222" fmla="*/ 4087912 w 11677525"/>
              <a:gd name="connsiteY7222" fmla="*/ 382144 h 4078220"/>
              <a:gd name="connsiteX7223" fmla="*/ 4101083 w 11677525"/>
              <a:gd name="connsiteY7223" fmla="*/ 386436 h 4078220"/>
              <a:gd name="connsiteX7224" fmla="*/ 4072741 w 11677525"/>
              <a:gd name="connsiteY7224" fmla="*/ 397449 h 4078220"/>
              <a:gd name="connsiteX7225" fmla="*/ 4034534 w 11677525"/>
              <a:gd name="connsiteY7225" fmla="*/ 393361 h 4078220"/>
              <a:gd name="connsiteX7226" fmla="*/ 4063071 w 11677525"/>
              <a:gd name="connsiteY7226" fmla="*/ 382401 h 4078220"/>
              <a:gd name="connsiteX7227" fmla="*/ 4087912 w 11677525"/>
              <a:gd name="connsiteY7227" fmla="*/ 382144 h 4078220"/>
              <a:gd name="connsiteX7228" fmla="*/ 5515112 w 11677525"/>
              <a:gd name="connsiteY7228" fmla="*/ 382011 h 4078220"/>
              <a:gd name="connsiteX7229" fmla="*/ 5530811 w 11677525"/>
              <a:gd name="connsiteY7229" fmla="*/ 383520 h 4078220"/>
              <a:gd name="connsiteX7230" fmla="*/ 5523920 w 11677525"/>
              <a:gd name="connsiteY7230" fmla="*/ 387634 h 4078220"/>
              <a:gd name="connsiteX7231" fmla="*/ 5508276 w 11677525"/>
              <a:gd name="connsiteY7231" fmla="*/ 386098 h 4078220"/>
              <a:gd name="connsiteX7232" fmla="*/ 5515112 w 11677525"/>
              <a:gd name="connsiteY7232" fmla="*/ 382011 h 4078220"/>
              <a:gd name="connsiteX7233" fmla="*/ 4685996 w 11677525"/>
              <a:gd name="connsiteY7233" fmla="*/ 381486 h 4078220"/>
              <a:gd name="connsiteX7234" fmla="*/ 4699799 w 11677525"/>
              <a:gd name="connsiteY7234" fmla="*/ 385473 h 4078220"/>
              <a:gd name="connsiteX7235" fmla="*/ 4677347 w 11677525"/>
              <a:gd name="connsiteY7235" fmla="*/ 395756 h 4078220"/>
              <a:gd name="connsiteX7236" fmla="*/ 4640085 w 11677525"/>
              <a:gd name="connsiteY7236" fmla="*/ 391955 h 4078220"/>
              <a:gd name="connsiteX7237" fmla="*/ 4662898 w 11677525"/>
              <a:gd name="connsiteY7237" fmla="*/ 381698 h 4078220"/>
              <a:gd name="connsiteX7238" fmla="*/ 4685996 w 11677525"/>
              <a:gd name="connsiteY7238" fmla="*/ 381486 h 4078220"/>
              <a:gd name="connsiteX7239" fmla="*/ 5627342 w 11677525"/>
              <a:gd name="connsiteY7239" fmla="*/ 381204 h 4078220"/>
              <a:gd name="connsiteX7240" fmla="*/ 5644209 w 11677525"/>
              <a:gd name="connsiteY7240" fmla="*/ 382843 h 4078220"/>
              <a:gd name="connsiteX7241" fmla="*/ 5637206 w 11677525"/>
              <a:gd name="connsiteY7241" fmla="*/ 387243 h 4078220"/>
              <a:gd name="connsiteX7242" fmla="*/ 5620283 w 11677525"/>
              <a:gd name="connsiteY7242" fmla="*/ 385603 h 4078220"/>
              <a:gd name="connsiteX7243" fmla="*/ 5627342 w 11677525"/>
              <a:gd name="connsiteY7243" fmla="*/ 381204 h 4078220"/>
              <a:gd name="connsiteX7244" fmla="*/ 3156645 w 11677525"/>
              <a:gd name="connsiteY7244" fmla="*/ 380917 h 4078220"/>
              <a:gd name="connsiteX7245" fmla="*/ 3158924 w 11677525"/>
              <a:gd name="connsiteY7245" fmla="*/ 381177 h 4078220"/>
              <a:gd name="connsiteX7246" fmla="*/ 3156645 w 11677525"/>
              <a:gd name="connsiteY7246" fmla="*/ 381880 h 4078220"/>
              <a:gd name="connsiteX7247" fmla="*/ 3154339 w 11677525"/>
              <a:gd name="connsiteY7247" fmla="*/ 381594 h 4078220"/>
              <a:gd name="connsiteX7248" fmla="*/ 3156645 w 11677525"/>
              <a:gd name="connsiteY7248" fmla="*/ 380917 h 4078220"/>
              <a:gd name="connsiteX7249" fmla="*/ 8488383 w 11677525"/>
              <a:gd name="connsiteY7249" fmla="*/ 380709 h 4078220"/>
              <a:gd name="connsiteX7250" fmla="*/ 8490966 w 11677525"/>
              <a:gd name="connsiteY7250" fmla="*/ 380917 h 4078220"/>
              <a:gd name="connsiteX7251" fmla="*/ 8491104 w 11677525"/>
              <a:gd name="connsiteY7251" fmla="*/ 381465 h 4078220"/>
              <a:gd name="connsiteX7252" fmla="*/ 8488548 w 11677525"/>
              <a:gd name="connsiteY7252" fmla="*/ 381256 h 4078220"/>
              <a:gd name="connsiteX7253" fmla="*/ 8488383 w 11677525"/>
              <a:gd name="connsiteY7253" fmla="*/ 380709 h 4078220"/>
              <a:gd name="connsiteX7254" fmla="*/ 6228031 w 11677525"/>
              <a:gd name="connsiteY7254" fmla="*/ 379979 h 4078220"/>
              <a:gd name="connsiteX7255" fmla="*/ 6254067 w 11677525"/>
              <a:gd name="connsiteY7255" fmla="*/ 382375 h 4078220"/>
              <a:gd name="connsiteX7256" fmla="*/ 6246065 w 11677525"/>
              <a:gd name="connsiteY7256" fmla="*/ 388909 h 4078220"/>
              <a:gd name="connsiteX7257" fmla="*/ 6220056 w 11677525"/>
              <a:gd name="connsiteY7257" fmla="*/ 386488 h 4078220"/>
              <a:gd name="connsiteX7258" fmla="*/ 6228031 w 11677525"/>
              <a:gd name="connsiteY7258" fmla="*/ 379979 h 4078220"/>
              <a:gd name="connsiteX7259" fmla="*/ 6726188 w 11677525"/>
              <a:gd name="connsiteY7259" fmla="*/ 379198 h 4078220"/>
              <a:gd name="connsiteX7260" fmla="*/ 6758726 w 11677525"/>
              <a:gd name="connsiteY7260" fmla="*/ 382114 h 4078220"/>
              <a:gd name="connsiteX7261" fmla="*/ 6751696 w 11677525"/>
              <a:gd name="connsiteY7261" fmla="*/ 390081 h 4078220"/>
              <a:gd name="connsiteX7262" fmla="*/ 6718991 w 11677525"/>
              <a:gd name="connsiteY7262" fmla="*/ 387139 h 4078220"/>
              <a:gd name="connsiteX7263" fmla="*/ 6726188 w 11677525"/>
              <a:gd name="connsiteY7263" fmla="*/ 379198 h 4078220"/>
              <a:gd name="connsiteX7264" fmla="*/ 7466185 w 11677525"/>
              <a:gd name="connsiteY7264" fmla="*/ 376914 h 4078220"/>
              <a:gd name="connsiteX7265" fmla="*/ 7491929 w 11677525"/>
              <a:gd name="connsiteY7265" fmla="*/ 381828 h 4078220"/>
              <a:gd name="connsiteX7266" fmla="*/ 7486650 w 11677525"/>
              <a:gd name="connsiteY7266" fmla="*/ 394481 h 4078220"/>
              <a:gd name="connsiteX7267" fmla="*/ 7432354 w 11677525"/>
              <a:gd name="connsiteY7267" fmla="*/ 389794 h 4078220"/>
              <a:gd name="connsiteX7268" fmla="*/ 7438190 w 11677525"/>
              <a:gd name="connsiteY7268" fmla="*/ 377194 h 4078220"/>
              <a:gd name="connsiteX7269" fmla="*/ 7466185 w 11677525"/>
              <a:gd name="connsiteY7269" fmla="*/ 376914 h 4078220"/>
              <a:gd name="connsiteX7270" fmla="*/ 6483195 w 11677525"/>
              <a:gd name="connsiteY7270" fmla="*/ 376803 h 4078220"/>
              <a:gd name="connsiteX7271" fmla="*/ 6511176 w 11677525"/>
              <a:gd name="connsiteY7271" fmla="*/ 379329 h 4078220"/>
              <a:gd name="connsiteX7272" fmla="*/ 6503952 w 11677525"/>
              <a:gd name="connsiteY7272" fmla="*/ 386306 h 4078220"/>
              <a:gd name="connsiteX7273" fmla="*/ 6475776 w 11677525"/>
              <a:gd name="connsiteY7273" fmla="*/ 383728 h 4078220"/>
              <a:gd name="connsiteX7274" fmla="*/ 6483195 w 11677525"/>
              <a:gd name="connsiteY7274" fmla="*/ 376803 h 4078220"/>
              <a:gd name="connsiteX7275" fmla="*/ 5025179 w 11677525"/>
              <a:gd name="connsiteY7275" fmla="*/ 375060 h 4078220"/>
              <a:gd name="connsiteX7276" fmla="*/ 5048187 w 11677525"/>
              <a:gd name="connsiteY7276" fmla="*/ 377324 h 4078220"/>
              <a:gd name="connsiteX7277" fmla="*/ 5035961 w 11677525"/>
              <a:gd name="connsiteY7277" fmla="*/ 383547 h 4078220"/>
              <a:gd name="connsiteX7278" fmla="*/ 5012787 w 11677525"/>
              <a:gd name="connsiteY7278" fmla="*/ 381229 h 4078220"/>
              <a:gd name="connsiteX7279" fmla="*/ 5025179 w 11677525"/>
              <a:gd name="connsiteY7279" fmla="*/ 375060 h 4078220"/>
              <a:gd name="connsiteX7280" fmla="*/ 3629250 w 11677525"/>
              <a:gd name="connsiteY7280" fmla="*/ 374327 h 4078220"/>
              <a:gd name="connsiteX7281" fmla="*/ 3643300 w 11677525"/>
              <a:gd name="connsiteY7281" fmla="*/ 379329 h 4078220"/>
              <a:gd name="connsiteX7282" fmla="*/ 3606037 w 11677525"/>
              <a:gd name="connsiteY7282" fmla="*/ 392268 h 4078220"/>
              <a:gd name="connsiteX7283" fmla="*/ 3562468 w 11677525"/>
              <a:gd name="connsiteY7283" fmla="*/ 387452 h 4078220"/>
              <a:gd name="connsiteX7284" fmla="*/ 3599925 w 11677525"/>
              <a:gd name="connsiteY7284" fmla="*/ 374617 h 4078220"/>
              <a:gd name="connsiteX7285" fmla="*/ 3629250 w 11677525"/>
              <a:gd name="connsiteY7285" fmla="*/ 374327 h 4078220"/>
              <a:gd name="connsiteX7286" fmla="*/ 7926966 w 11677525"/>
              <a:gd name="connsiteY7286" fmla="*/ 374191 h 4078220"/>
              <a:gd name="connsiteX7287" fmla="*/ 7961189 w 11677525"/>
              <a:gd name="connsiteY7287" fmla="*/ 380345 h 4078220"/>
              <a:gd name="connsiteX7288" fmla="*/ 7959161 w 11677525"/>
              <a:gd name="connsiteY7288" fmla="*/ 396303 h 4078220"/>
              <a:gd name="connsiteX7289" fmla="*/ 7889110 w 11677525"/>
              <a:gd name="connsiteY7289" fmla="*/ 390368 h 4078220"/>
              <a:gd name="connsiteX7290" fmla="*/ 7891889 w 11677525"/>
              <a:gd name="connsiteY7290" fmla="*/ 374538 h 4078220"/>
              <a:gd name="connsiteX7291" fmla="*/ 7926966 w 11677525"/>
              <a:gd name="connsiteY7291" fmla="*/ 374191 h 4078220"/>
              <a:gd name="connsiteX7292" fmla="*/ 7114693 w 11677525"/>
              <a:gd name="connsiteY7292" fmla="*/ 374157 h 4078220"/>
              <a:gd name="connsiteX7293" fmla="*/ 7137429 w 11677525"/>
              <a:gd name="connsiteY7293" fmla="*/ 378652 h 4078220"/>
              <a:gd name="connsiteX7294" fmla="*/ 7129900 w 11677525"/>
              <a:gd name="connsiteY7294" fmla="*/ 390289 h 4078220"/>
              <a:gd name="connsiteX7295" fmla="*/ 7080967 w 11677525"/>
              <a:gd name="connsiteY7295" fmla="*/ 385993 h 4078220"/>
              <a:gd name="connsiteX7296" fmla="*/ 7088914 w 11677525"/>
              <a:gd name="connsiteY7296" fmla="*/ 374408 h 4078220"/>
              <a:gd name="connsiteX7297" fmla="*/ 7114693 w 11677525"/>
              <a:gd name="connsiteY7297" fmla="*/ 374157 h 4078220"/>
              <a:gd name="connsiteX7298" fmla="*/ 3044749 w 11677525"/>
              <a:gd name="connsiteY7298" fmla="*/ 372977 h 4078220"/>
              <a:gd name="connsiteX7299" fmla="*/ 3045694 w 11677525"/>
              <a:gd name="connsiteY7299" fmla="*/ 373107 h 4078220"/>
              <a:gd name="connsiteX7300" fmla="*/ 3044749 w 11677525"/>
              <a:gd name="connsiteY7300" fmla="*/ 373393 h 4078220"/>
              <a:gd name="connsiteX7301" fmla="*/ 3043832 w 11677525"/>
              <a:gd name="connsiteY7301" fmla="*/ 373263 h 4078220"/>
              <a:gd name="connsiteX7302" fmla="*/ 3044749 w 11677525"/>
              <a:gd name="connsiteY7302" fmla="*/ 372977 h 4078220"/>
              <a:gd name="connsiteX7303" fmla="*/ 4318779 w 11677525"/>
              <a:gd name="connsiteY7303" fmla="*/ 372325 h 4078220"/>
              <a:gd name="connsiteX7304" fmla="*/ 4333962 w 11677525"/>
              <a:gd name="connsiteY7304" fmla="*/ 376986 h 4078220"/>
              <a:gd name="connsiteX7305" fmla="*/ 4304619 w 11677525"/>
              <a:gd name="connsiteY7305" fmla="*/ 389014 h 4078220"/>
              <a:gd name="connsiteX7306" fmla="*/ 4261967 w 11677525"/>
              <a:gd name="connsiteY7306" fmla="*/ 384536 h 4078220"/>
              <a:gd name="connsiteX7307" fmla="*/ 4291531 w 11677525"/>
              <a:gd name="connsiteY7307" fmla="*/ 372586 h 4078220"/>
              <a:gd name="connsiteX7308" fmla="*/ 4318779 w 11677525"/>
              <a:gd name="connsiteY7308" fmla="*/ 372325 h 4078220"/>
              <a:gd name="connsiteX7309" fmla="*/ 3964747 w 11677525"/>
              <a:gd name="connsiteY7309" fmla="*/ 372261 h 4078220"/>
              <a:gd name="connsiteX7310" fmla="*/ 3977515 w 11677525"/>
              <a:gd name="connsiteY7310" fmla="*/ 376465 h 4078220"/>
              <a:gd name="connsiteX7311" fmla="*/ 3948507 w 11677525"/>
              <a:gd name="connsiteY7311" fmla="*/ 387374 h 4078220"/>
              <a:gd name="connsiteX7312" fmla="*/ 3910800 w 11677525"/>
              <a:gd name="connsiteY7312" fmla="*/ 383338 h 4078220"/>
              <a:gd name="connsiteX7313" fmla="*/ 3940059 w 11677525"/>
              <a:gd name="connsiteY7313" fmla="*/ 372509 h 4078220"/>
              <a:gd name="connsiteX7314" fmla="*/ 3964747 w 11677525"/>
              <a:gd name="connsiteY7314" fmla="*/ 372261 h 4078220"/>
              <a:gd name="connsiteX7315" fmla="*/ 3485193 w 11677525"/>
              <a:gd name="connsiteY7315" fmla="*/ 370894 h 4078220"/>
              <a:gd name="connsiteX7316" fmla="*/ 3503532 w 11677525"/>
              <a:gd name="connsiteY7316" fmla="*/ 372899 h 4078220"/>
              <a:gd name="connsiteX7317" fmla="*/ 3487222 w 11677525"/>
              <a:gd name="connsiteY7317" fmla="*/ 378366 h 4078220"/>
              <a:gd name="connsiteX7318" fmla="*/ 3468827 w 11677525"/>
              <a:gd name="connsiteY7318" fmla="*/ 376335 h 4078220"/>
              <a:gd name="connsiteX7319" fmla="*/ 3485193 w 11677525"/>
              <a:gd name="connsiteY7319" fmla="*/ 370894 h 4078220"/>
              <a:gd name="connsiteX7320" fmla="*/ 6121803 w 11677525"/>
              <a:gd name="connsiteY7320" fmla="*/ 370113 h 4078220"/>
              <a:gd name="connsiteX7321" fmla="*/ 6146477 w 11677525"/>
              <a:gd name="connsiteY7321" fmla="*/ 372352 h 4078220"/>
              <a:gd name="connsiteX7322" fmla="*/ 6138447 w 11677525"/>
              <a:gd name="connsiteY7322" fmla="*/ 378522 h 4078220"/>
              <a:gd name="connsiteX7323" fmla="*/ 6113828 w 11677525"/>
              <a:gd name="connsiteY7323" fmla="*/ 376257 h 4078220"/>
              <a:gd name="connsiteX7324" fmla="*/ 6121803 w 11677525"/>
              <a:gd name="connsiteY7324" fmla="*/ 370113 h 4078220"/>
              <a:gd name="connsiteX7325" fmla="*/ 7590940 w 11677525"/>
              <a:gd name="connsiteY7325" fmla="*/ 368732 h 4078220"/>
              <a:gd name="connsiteX7326" fmla="*/ 7616941 w 11677525"/>
              <a:gd name="connsiteY7326" fmla="*/ 373574 h 4078220"/>
              <a:gd name="connsiteX7327" fmla="*/ 7612634 w 11677525"/>
              <a:gd name="connsiteY7327" fmla="*/ 386176 h 4078220"/>
              <a:gd name="connsiteX7328" fmla="*/ 7558339 w 11677525"/>
              <a:gd name="connsiteY7328" fmla="*/ 381516 h 4078220"/>
              <a:gd name="connsiteX7329" fmla="*/ 7563062 w 11677525"/>
              <a:gd name="connsiteY7329" fmla="*/ 369045 h 4078220"/>
              <a:gd name="connsiteX7330" fmla="*/ 7590940 w 11677525"/>
              <a:gd name="connsiteY7330" fmla="*/ 368732 h 4078220"/>
              <a:gd name="connsiteX7331" fmla="*/ 4792519 w 11677525"/>
              <a:gd name="connsiteY7331" fmla="*/ 367441 h 4078220"/>
              <a:gd name="connsiteX7332" fmla="*/ 4805944 w 11677525"/>
              <a:gd name="connsiteY7332" fmla="*/ 371206 h 4078220"/>
              <a:gd name="connsiteX7333" fmla="*/ 4785132 w 11677525"/>
              <a:gd name="connsiteY7333" fmla="*/ 380865 h 4078220"/>
              <a:gd name="connsiteX7334" fmla="*/ 4749621 w 11677525"/>
              <a:gd name="connsiteY7334" fmla="*/ 377298 h 4078220"/>
              <a:gd name="connsiteX7335" fmla="*/ 4770571 w 11677525"/>
              <a:gd name="connsiteY7335" fmla="*/ 367640 h 4078220"/>
              <a:gd name="connsiteX7336" fmla="*/ 4792519 w 11677525"/>
              <a:gd name="connsiteY7336" fmla="*/ 367441 h 4078220"/>
              <a:gd name="connsiteX7337" fmla="*/ 4553594 w 11677525"/>
              <a:gd name="connsiteY7337" fmla="*/ 366839 h 4078220"/>
              <a:gd name="connsiteX7338" fmla="*/ 4569480 w 11677525"/>
              <a:gd name="connsiteY7338" fmla="*/ 371466 h 4078220"/>
              <a:gd name="connsiteX7339" fmla="*/ 4541943 w 11677525"/>
              <a:gd name="connsiteY7339" fmla="*/ 383390 h 4078220"/>
              <a:gd name="connsiteX7340" fmla="*/ 4498820 w 11677525"/>
              <a:gd name="connsiteY7340" fmla="*/ 378964 h 4078220"/>
              <a:gd name="connsiteX7341" fmla="*/ 4526577 w 11677525"/>
              <a:gd name="connsiteY7341" fmla="*/ 367093 h 4078220"/>
              <a:gd name="connsiteX7342" fmla="*/ 4553594 w 11677525"/>
              <a:gd name="connsiteY7342" fmla="*/ 366839 h 4078220"/>
              <a:gd name="connsiteX7343" fmla="*/ 8045944 w 11677525"/>
              <a:gd name="connsiteY7343" fmla="*/ 366612 h 4078220"/>
              <a:gd name="connsiteX7344" fmla="*/ 8081115 w 11677525"/>
              <a:gd name="connsiteY7344" fmla="*/ 372821 h 4078220"/>
              <a:gd name="connsiteX7345" fmla="*/ 8080310 w 11677525"/>
              <a:gd name="connsiteY7345" fmla="*/ 388936 h 4078220"/>
              <a:gd name="connsiteX7346" fmla="*/ 8008926 w 11677525"/>
              <a:gd name="connsiteY7346" fmla="*/ 382947 h 4078220"/>
              <a:gd name="connsiteX7347" fmla="*/ 8010315 w 11677525"/>
              <a:gd name="connsiteY7347" fmla="*/ 366963 h 4078220"/>
              <a:gd name="connsiteX7348" fmla="*/ 8045944 w 11677525"/>
              <a:gd name="connsiteY7348" fmla="*/ 366612 h 4078220"/>
              <a:gd name="connsiteX7349" fmla="*/ 5135186 w 11677525"/>
              <a:gd name="connsiteY7349" fmla="*/ 365608 h 4078220"/>
              <a:gd name="connsiteX7350" fmla="*/ 5159805 w 11677525"/>
              <a:gd name="connsiteY7350" fmla="*/ 368030 h 4078220"/>
              <a:gd name="connsiteX7351" fmla="*/ 5147190 w 11677525"/>
              <a:gd name="connsiteY7351" fmla="*/ 374591 h 4078220"/>
              <a:gd name="connsiteX7352" fmla="*/ 5122488 w 11677525"/>
              <a:gd name="connsiteY7352" fmla="*/ 372143 h 4078220"/>
              <a:gd name="connsiteX7353" fmla="*/ 5135186 w 11677525"/>
              <a:gd name="connsiteY7353" fmla="*/ 365608 h 4078220"/>
              <a:gd name="connsiteX7354" fmla="*/ 6884776 w 11677525"/>
              <a:gd name="connsiteY7354" fmla="*/ 364939 h 4078220"/>
              <a:gd name="connsiteX7355" fmla="*/ 6907440 w 11677525"/>
              <a:gd name="connsiteY7355" fmla="*/ 369540 h 4078220"/>
              <a:gd name="connsiteX7356" fmla="*/ 6897992 w 11677525"/>
              <a:gd name="connsiteY7356" fmla="*/ 381465 h 4078220"/>
              <a:gd name="connsiteX7357" fmla="*/ 6848310 w 11677525"/>
              <a:gd name="connsiteY7357" fmla="*/ 377038 h 4078220"/>
              <a:gd name="connsiteX7358" fmla="*/ 6858091 w 11677525"/>
              <a:gd name="connsiteY7358" fmla="*/ 365218 h 4078220"/>
              <a:gd name="connsiteX7359" fmla="*/ 6884776 w 11677525"/>
              <a:gd name="connsiteY7359" fmla="*/ 364939 h 4078220"/>
              <a:gd name="connsiteX7360" fmla="*/ 2934297 w 11677525"/>
              <a:gd name="connsiteY7360" fmla="*/ 364880 h 4078220"/>
              <a:gd name="connsiteX7361" fmla="*/ 2935186 w 11677525"/>
              <a:gd name="connsiteY7361" fmla="*/ 364984 h 4078220"/>
              <a:gd name="connsiteX7362" fmla="*/ 2934297 w 11677525"/>
              <a:gd name="connsiteY7362" fmla="*/ 365271 h 4078220"/>
              <a:gd name="connsiteX7363" fmla="*/ 2933408 w 11677525"/>
              <a:gd name="connsiteY7363" fmla="*/ 365166 h 4078220"/>
              <a:gd name="connsiteX7364" fmla="*/ 2934297 w 11677525"/>
              <a:gd name="connsiteY7364" fmla="*/ 364880 h 4078220"/>
              <a:gd name="connsiteX7365" fmla="*/ 3370991 w 11677525"/>
              <a:gd name="connsiteY7365" fmla="*/ 364515 h 4078220"/>
              <a:gd name="connsiteX7366" fmla="*/ 3378382 w 11677525"/>
              <a:gd name="connsiteY7366" fmla="*/ 365323 h 4078220"/>
              <a:gd name="connsiteX7367" fmla="*/ 3371602 w 11677525"/>
              <a:gd name="connsiteY7367" fmla="*/ 367510 h 4078220"/>
              <a:gd name="connsiteX7368" fmla="*/ 3364156 w 11677525"/>
              <a:gd name="connsiteY7368" fmla="*/ 366702 h 4078220"/>
              <a:gd name="connsiteX7369" fmla="*/ 3370991 w 11677525"/>
              <a:gd name="connsiteY7369" fmla="*/ 364515 h 4078220"/>
              <a:gd name="connsiteX7370" fmla="*/ 7245580 w 11677525"/>
              <a:gd name="connsiteY7370" fmla="*/ 363932 h 4078220"/>
              <a:gd name="connsiteX7371" fmla="*/ 7271304 w 11677525"/>
              <a:gd name="connsiteY7371" fmla="*/ 368915 h 4078220"/>
              <a:gd name="connsiteX7372" fmla="*/ 7264079 w 11677525"/>
              <a:gd name="connsiteY7372" fmla="*/ 381827 h 4078220"/>
              <a:gd name="connsiteX7373" fmla="*/ 7209174 w 11677525"/>
              <a:gd name="connsiteY7373" fmla="*/ 377012 h 4078220"/>
              <a:gd name="connsiteX7374" fmla="*/ 7216814 w 11677525"/>
              <a:gd name="connsiteY7374" fmla="*/ 364203 h 4078220"/>
              <a:gd name="connsiteX7375" fmla="*/ 7245580 w 11677525"/>
              <a:gd name="connsiteY7375" fmla="*/ 363932 h 4078220"/>
              <a:gd name="connsiteX7376" fmla="*/ 6014908 w 11677525"/>
              <a:gd name="connsiteY7376" fmla="*/ 362250 h 4078220"/>
              <a:gd name="connsiteX7377" fmla="*/ 6037499 w 11677525"/>
              <a:gd name="connsiteY7377" fmla="*/ 364333 h 4078220"/>
              <a:gd name="connsiteX7378" fmla="*/ 6029774 w 11677525"/>
              <a:gd name="connsiteY7378" fmla="*/ 370035 h 4078220"/>
              <a:gd name="connsiteX7379" fmla="*/ 6007046 w 11677525"/>
              <a:gd name="connsiteY7379" fmla="*/ 367952 h 4078220"/>
              <a:gd name="connsiteX7380" fmla="*/ 6014908 w 11677525"/>
              <a:gd name="connsiteY7380" fmla="*/ 362250 h 4078220"/>
              <a:gd name="connsiteX7381" fmla="*/ 6397136 w 11677525"/>
              <a:gd name="connsiteY7381" fmla="*/ 361990 h 4078220"/>
              <a:gd name="connsiteX7382" fmla="*/ 6412366 w 11677525"/>
              <a:gd name="connsiteY7382" fmla="*/ 365297 h 4078220"/>
              <a:gd name="connsiteX7383" fmla="*/ 6402864 w 11677525"/>
              <a:gd name="connsiteY7383" fmla="*/ 373784 h 4078220"/>
              <a:gd name="connsiteX7384" fmla="*/ 6368270 w 11677525"/>
              <a:gd name="connsiteY7384" fmla="*/ 370634 h 4078220"/>
              <a:gd name="connsiteX7385" fmla="*/ 6377967 w 11677525"/>
              <a:gd name="connsiteY7385" fmla="*/ 362199 h 4078220"/>
              <a:gd name="connsiteX7386" fmla="*/ 6397136 w 11677525"/>
              <a:gd name="connsiteY7386" fmla="*/ 361990 h 4078220"/>
              <a:gd name="connsiteX7387" fmla="*/ 4191186 w 11677525"/>
              <a:gd name="connsiteY7387" fmla="*/ 361788 h 4078220"/>
              <a:gd name="connsiteX7388" fmla="*/ 4205309 w 11677525"/>
              <a:gd name="connsiteY7388" fmla="*/ 366234 h 4078220"/>
              <a:gd name="connsiteX7389" fmla="*/ 4176328 w 11677525"/>
              <a:gd name="connsiteY7389" fmla="*/ 377689 h 4078220"/>
              <a:gd name="connsiteX7390" fmla="*/ 4135872 w 11677525"/>
              <a:gd name="connsiteY7390" fmla="*/ 373445 h 4078220"/>
              <a:gd name="connsiteX7391" fmla="*/ 4165102 w 11677525"/>
              <a:gd name="connsiteY7391" fmla="*/ 362069 h 4078220"/>
              <a:gd name="connsiteX7392" fmla="*/ 4191186 w 11677525"/>
              <a:gd name="connsiteY7392" fmla="*/ 361788 h 4078220"/>
              <a:gd name="connsiteX7393" fmla="*/ 3847794 w 11677525"/>
              <a:gd name="connsiteY7393" fmla="*/ 361398 h 4078220"/>
              <a:gd name="connsiteX7394" fmla="*/ 3862452 w 11677525"/>
              <a:gd name="connsiteY7394" fmla="*/ 366312 h 4078220"/>
              <a:gd name="connsiteX7395" fmla="*/ 3827357 w 11677525"/>
              <a:gd name="connsiteY7395" fmla="*/ 379043 h 4078220"/>
              <a:gd name="connsiteX7396" fmla="*/ 3783454 w 11677525"/>
              <a:gd name="connsiteY7396" fmla="*/ 374331 h 4078220"/>
              <a:gd name="connsiteX7397" fmla="*/ 3818799 w 11677525"/>
              <a:gd name="connsiteY7397" fmla="*/ 361678 h 4078220"/>
              <a:gd name="connsiteX7398" fmla="*/ 3847794 w 11677525"/>
              <a:gd name="connsiteY7398" fmla="*/ 361398 h 4078220"/>
              <a:gd name="connsiteX7399" fmla="*/ 8271230 w 11677525"/>
              <a:gd name="connsiteY7399" fmla="*/ 360714 h 4078220"/>
              <a:gd name="connsiteX7400" fmla="*/ 8288736 w 11677525"/>
              <a:gd name="connsiteY7400" fmla="*/ 362146 h 4078220"/>
              <a:gd name="connsiteX7401" fmla="*/ 8289069 w 11677525"/>
              <a:gd name="connsiteY7401" fmla="*/ 366000 h 4078220"/>
              <a:gd name="connsiteX7402" fmla="*/ 8271564 w 11677525"/>
              <a:gd name="connsiteY7402" fmla="*/ 364568 h 4078220"/>
              <a:gd name="connsiteX7403" fmla="*/ 8271230 w 11677525"/>
              <a:gd name="connsiteY7403" fmla="*/ 360714 h 4078220"/>
              <a:gd name="connsiteX7404" fmla="*/ 6646211 w 11677525"/>
              <a:gd name="connsiteY7404" fmla="*/ 360698 h 4078220"/>
              <a:gd name="connsiteX7405" fmla="*/ 6665836 w 11677525"/>
              <a:gd name="connsiteY7405" fmla="*/ 364802 h 4078220"/>
              <a:gd name="connsiteX7406" fmla="*/ 6655722 w 11677525"/>
              <a:gd name="connsiteY7406" fmla="*/ 375397 h 4078220"/>
              <a:gd name="connsiteX7407" fmla="*/ 6611958 w 11677525"/>
              <a:gd name="connsiteY7407" fmla="*/ 371466 h 4078220"/>
              <a:gd name="connsiteX7408" fmla="*/ 6622378 w 11677525"/>
              <a:gd name="connsiteY7408" fmla="*/ 360949 h 4078220"/>
              <a:gd name="connsiteX7409" fmla="*/ 6646211 w 11677525"/>
              <a:gd name="connsiteY7409" fmla="*/ 360698 h 4078220"/>
              <a:gd name="connsiteX7410" fmla="*/ 8163353 w 11677525"/>
              <a:gd name="connsiteY7410" fmla="*/ 360058 h 4078220"/>
              <a:gd name="connsiteX7411" fmla="*/ 8196652 w 11677525"/>
              <a:gd name="connsiteY7411" fmla="*/ 365844 h 4078220"/>
              <a:gd name="connsiteX7412" fmla="*/ 8197013 w 11677525"/>
              <a:gd name="connsiteY7412" fmla="*/ 380813 h 4078220"/>
              <a:gd name="connsiteX7413" fmla="*/ 8129992 w 11677525"/>
              <a:gd name="connsiteY7413" fmla="*/ 375242 h 4078220"/>
              <a:gd name="connsiteX7414" fmla="*/ 8130159 w 11677525"/>
              <a:gd name="connsiteY7414" fmla="*/ 360403 h 4078220"/>
              <a:gd name="connsiteX7415" fmla="*/ 8163353 w 11677525"/>
              <a:gd name="connsiteY7415" fmla="*/ 360058 h 4078220"/>
              <a:gd name="connsiteX7416" fmla="*/ 7713916 w 11677525"/>
              <a:gd name="connsiteY7416" fmla="*/ 359696 h 4078220"/>
              <a:gd name="connsiteX7417" fmla="*/ 7743703 w 11677525"/>
              <a:gd name="connsiteY7417" fmla="*/ 365141 h 4078220"/>
              <a:gd name="connsiteX7418" fmla="*/ 7740035 w 11677525"/>
              <a:gd name="connsiteY7418" fmla="*/ 379225 h 4078220"/>
              <a:gd name="connsiteX7419" fmla="*/ 7678238 w 11677525"/>
              <a:gd name="connsiteY7419" fmla="*/ 374018 h 4078220"/>
              <a:gd name="connsiteX7420" fmla="*/ 7682545 w 11677525"/>
              <a:gd name="connsiteY7420" fmla="*/ 360011 h 4078220"/>
              <a:gd name="connsiteX7421" fmla="*/ 7713916 w 11677525"/>
              <a:gd name="connsiteY7421" fmla="*/ 359696 h 4078220"/>
              <a:gd name="connsiteX7422" fmla="*/ 5246527 w 11677525"/>
              <a:gd name="connsiteY7422" fmla="*/ 359022 h 4078220"/>
              <a:gd name="connsiteX7423" fmla="*/ 5268034 w 11677525"/>
              <a:gd name="connsiteY7423" fmla="*/ 361105 h 4078220"/>
              <a:gd name="connsiteX7424" fmla="*/ 5257475 w 11677525"/>
              <a:gd name="connsiteY7424" fmla="*/ 366781 h 4078220"/>
              <a:gd name="connsiteX7425" fmla="*/ 5235913 w 11677525"/>
              <a:gd name="connsiteY7425" fmla="*/ 364671 h 4078220"/>
              <a:gd name="connsiteX7426" fmla="*/ 5246527 w 11677525"/>
              <a:gd name="connsiteY7426" fmla="*/ 359022 h 4078220"/>
              <a:gd name="connsiteX7427" fmla="*/ 3257900 w 11677525"/>
              <a:gd name="connsiteY7427" fmla="*/ 356965 h 4078220"/>
              <a:gd name="connsiteX7428" fmla="*/ 3261096 w 11677525"/>
              <a:gd name="connsiteY7428" fmla="*/ 357330 h 4078220"/>
              <a:gd name="connsiteX7429" fmla="*/ 3258067 w 11677525"/>
              <a:gd name="connsiteY7429" fmla="*/ 358294 h 4078220"/>
              <a:gd name="connsiteX7430" fmla="*/ 3254816 w 11677525"/>
              <a:gd name="connsiteY7430" fmla="*/ 357928 h 4078220"/>
              <a:gd name="connsiteX7431" fmla="*/ 3257900 w 11677525"/>
              <a:gd name="connsiteY7431" fmla="*/ 356965 h 4078220"/>
              <a:gd name="connsiteX7432" fmla="*/ 5906486 w 11677525"/>
              <a:gd name="connsiteY7432" fmla="*/ 356055 h 4078220"/>
              <a:gd name="connsiteX7433" fmla="*/ 5928909 w 11677525"/>
              <a:gd name="connsiteY7433" fmla="*/ 358137 h 4078220"/>
              <a:gd name="connsiteX7434" fmla="*/ 5920823 w 11677525"/>
              <a:gd name="connsiteY7434" fmla="*/ 363761 h 4078220"/>
              <a:gd name="connsiteX7435" fmla="*/ 5898343 w 11677525"/>
              <a:gd name="connsiteY7435" fmla="*/ 361703 h 4078220"/>
              <a:gd name="connsiteX7436" fmla="*/ 5906486 w 11677525"/>
              <a:gd name="connsiteY7436" fmla="*/ 356055 h 4078220"/>
              <a:gd name="connsiteX7437" fmla="*/ 8393963 w 11677525"/>
              <a:gd name="connsiteY7437" fmla="*/ 355845 h 4078220"/>
              <a:gd name="connsiteX7438" fmla="*/ 8397049 w 11677525"/>
              <a:gd name="connsiteY7438" fmla="*/ 356106 h 4078220"/>
              <a:gd name="connsiteX7439" fmla="*/ 8397160 w 11677525"/>
              <a:gd name="connsiteY7439" fmla="*/ 356757 h 4078220"/>
              <a:gd name="connsiteX7440" fmla="*/ 8394101 w 11677525"/>
              <a:gd name="connsiteY7440" fmla="*/ 356497 h 4078220"/>
              <a:gd name="connsiteX7441" fmla="*/ 8393963 w 11677525"/>
              <a:gd name="connsiteY7441" fmla="*/ 355845 h 4078220"/>
              <a:gd name="connsiteX7442" fmla="*/ 7018947 w 11677525"/>
              <a:gd name="connsiteY7442" fmla="*/ 355149 h 4078220"/>
              <a:gd name="connsiteX7443" fmla="*/ 7040286 w 11677525"/>
              <a:gd name="connsiteY7443" fmla="*/ 359386 h 4078220"/>
              <a:gd name="connsiteX7444" fmla="*/ 7032423 w 11677525"/>
              <a:gd name="connsiteY7444" fmla="*/ 370321 h 4078220"/>
              <a:gd name="connsiteX7445" fmla="*/ 6986187 w 11677525"/>
              <a:gd name="connsiteY7445" fmla="*/ 366260 h 4078220"/>
              <a:gd name="connsiteX7446" fmla="*/ 6994355 w 11677525"/>
              <a:gd name="connsiteY7446" fmla="*/ 355403 h 4078220"/>
              <a:gd name="connsiteX7447" fmla="*/ 7018947 w 11677525"/>
              <a:gd name="connsiteY7447" fmla="*/ 355149 h 4078220"/>
              <a:gd name="connsiteX7448" fmla="*/ 7373187 w 11677525"/>
              <a:gd name="connsiteY7448" fmla="*/ 355062 h 4078220"/>
              <a:gd name="connsiteX7449" fmla="*/ 7399484 w 11677525"/>
              <a:gd name="connsiteY7449" fmla="*/ 360063 h 4078220"/>
              <a:gd name="connsiteX7450" fmla="*/ 7393176 w 11677525"/>
              <a:gd name="connsiteY7450" fmla="*/ 372924 h 4078220"/>
              <a:gd name="connsiteX7451" fmla="*/ 7337631 w 11677525"/>
              <a:gd name="connsiteY7451" fmla="*/ 368160 h 4078220"/>
              <a:gd name="connsiteX7452" fmla="*/ 7344327 w 11677525"/>
              <a:gd name="connsiteY7452" fmla="*/ 355351 h 4078220"/>
              <a:gd name="connsiteX7453" fmla="*/ 7373187 w 11677525"/>
              <a:gd name="connsiteY7453" fmla="*/ 355062 h 4078220"/>
              <a:gd name="connsiteX7454" fmla="*/ 4900133 w 11677525"/>
              <a:gd name="connsiteY7454" fmla="*/ 354909 h 4078220"/>
              <a:gd name="connsiteX7455" fmla="*/ 4913700 w 11677525"/>
              <a:gd name="connsiteY7455" fmla="*/ 358606 h 4078220"/>
              <a:gd name="connsiteX7456" fmla="*/ 4893776 w 11677525"/>
              <a:gd name="connsiteY7456" fmla="*/ 368108 h 4078220"/>
              <a:gd name="connsiteX7457" fmla="*/ 4858293 w 11677525"/>
              <a:gd name="connsiteY7457" fmla="*/ 364594 h 4078220"/>
              <a:gd name="connsiteX7458" fmla="*/ 4878356 w 11677525"/>
              <a:gd name="connsiteY7458" fmla="*/ 355117 h 4078220"/>
              <a:gd name="connsiteX7459" fmla="*/ 4900133 w 11677525"/>
              <a:gd name="connsiteY7459" fmla="*/ 354909 h 4078220"/>
              <a:gd name="connsiteX7460" fmla="*/ 4422190 w 11677525"/>
              <a:gd name="connsiteY7460" fmla="*/ 354590 h 4078220"/>
              <a:gd name="connsiteX7461" fmla="*/ 4437467 w 11677525"/>
              <a:gd name="connsiteY7461" fmla="*/ 359127 h 4078220"/>
              <a:gd name="connsiteX7462" fmla="*/ 4409235 w 11677525"/>
              <a:gd name="connsiteY7462" fmla="*/ 370894 h 4078220"/>
              <a:gd name="connsiteX7463" fmla="*/ 4366832 w 11677525"/>
              <a:gd name="connsiteY7463" fmla="*/ 366547 h 4078220"/>
              <a:gd name="connsiteX7464" fmla="*/ 4395286 w 11677525"/>
              <a:gd name="connsiteY7464" fmla="*/ 354856 h 4078220"/>
              <a:gd name="connsiteX7465" fmla="*/ 4422190 w 11677525"/>
              <a:gd name="connsiteY7465" fmla="*/ 354590 h 4078220"/>
              <a:gd name="connsiteX7466" fmla="*/ 3725454 w 11677525"/>
              <a:gd name="connsiteY7466" fmla="*/ 353656 h 4078220"/>
              <a:gd name="connsiteX7467" fmla="*/ 3737413 w 11677525"/>
              <a:gd name="connsiteY7467" fmla="*/ 357773 h 4078220"/>
              <a:gd name="connsiteX7468" fmla="*/ 3707125 w 11677525"/>
              <a:gd name="connsiteY7468" fmla="*/ 368394 h 4078220"/>
              <a:gd name="connsiteX7469" fmla="*/ 3670419 w 11677525"/>
              <a:gd name="connsiteY7469" fmla="*/ 364490 h 4078220"/>
              <a:gd name="connsiteX7470" fmla="*/ 3700929 w 11677525"/>
              <a:gd name="connsiteY7470" fmla="*/ 353893 h 4078220"/>
              <a:gd name="connsiteX7471" fmla="*/ 3725454 w 11677525"/>
              <a:gd name="connsiteY7471" fmla="*/ 353656 h 4078220"/>
              <a:gd name="connsiteX7472" fmla="*/ 5356478 w 11677525"/>
              <a:gd name="connsiteY7472" fmla="*/ 353268 h 4078220"/>
              <a:gd name="connsiteX7473" fmla="*/ 5380680 w 11677525"/>
              <a:gd name="connsiteY7473" fmla="*/ 355611 h 4078220"/>
              <a:gd name="connsiteX7474" fmla="*/ 5369371 w 11677525"/>
              <a:gd name="connsiteY7474" fmla="*/ 361886 h 4078220"/>
              <a:gd name="connsiteX7475" fmla="*/ 5345030 w 11677525"/>
              <a:gd name="connsiteY7475" fmla="*/ 359569 h 4078220"/>
              <a:gd name="connsiteX7476" fmla="*/ 5356478 w 11677525"/>
              <a:gd name="connsiteY7476" fmla="*/ 353268 h 4078220"/>
              <a:gd name="connsiteX7477" fmla="*/ 6277241 w 11677525"/>
              <a:gd name="connsiteY7477" fmla="*/ 351863 h 4078220"/>
              <a:gd name="connsiteX7478" fmla="*/ 6302777 w 11677525"/>
              <a:gd name="connsiteY7478" fmla="*/ 354180 h 4078220"/>
              <a:gd name="connsiteX7479" fmla="*/ 6295274 w 11677525"/>
              <a:gd name="connsiteY7479" fmla="*/ 360481 h 4078220"/>
              <a:gd name="connsiteX7480" fmla="*/ 6269545 w 11677525"/>
              <a:gd name="connsiteY7480" fmla="*/ 358164 h 4078220"/>
              <a:gd name="connsiteX7481" fmla="*/ 6277241 w 11677525"/>
              <a:gd name="connsiteY7481" fmla="*/ 351863 h 4078220"/>
              <a:gd name="connsiteX7482" fmla="*/ 5797618 w 11677525"/>
              <a:gd name="connsiteY7482" fmla="*/ 351784 h 4078220"/>
              <a:gd name="connsiteX7483" fmla="*/ 5819736 w 11677525"/>
              <a:gd name="connsiteY7483" fmla="*/ 353867 h 4078220"/>
              <a:gd name="connsiteX7484" fmla="*/ 5811178 w 11677525"/>
              <a:gd name="connsiteY7484" fmla="*/ 359464 h 4078220"/>
              <a:gd name="connsiteX7485" fmla="*/ 5788976 w 11677525"/>
              <a:gd name="connsiteY7485" fmla="*/ 357408 h 4078220"/>
              <a:gd name="connsiteX7486" fmla="*/ 5797618 w 11677525"/>
              <a:gd name="connsiteY7486" fmla="*/ 351784 h 4078220"/>
              <a:gd name="connsiteX7487" fmla="*/ 4658425 w 11677525"/>
              <a:gd name="connsiteY7487" fmla="*/ 351687 h 4078220"/>
              <a:gd name="connsiteX7488" fmla="*/ 4674041 w 11677525"/>
              <a:gd name="connsiteY7488" fmla="*/ 356106 h 4078220"/>
              <a:gd name="connsiteX7489" fmla="*/ 4648255 w 11677525"/>
              <a:gd name="connsiteY7489" fmla="*/ 367561 h 4078220"/>
              <a:gd name="connsiteX7490" fmla="*/ 4606241 w 11677525"/>
              <a:gd name="connsiteY7490" fmla="*/ 363344 h 4078220"/>
              <a:gd name="connsiteX7491" fmla="*/ 4632221 w 11677525"/>
              <a:gd name="connsiteY7491" fmla="*/ 351915 h 4078220"/>
              <a:gd name="connsiteX7492" fmla="*/ 4658425 w 11677525"/>
              <a:gd name="connsiteY7492" fmla="*/ 351687 h 4078220"/>
              <a:gd name="connsiteX7493" fmla="*/ 4067307 w 11677525"/>
              <a:gd name="connsiteY7493" fmla="*/ 351563 h 4078220"/>
              <a:gd name="connsiteX7494" fmla="*/ 4081048 w 11677525"/>
              <a:gd name="connsiteY7494" fmla="*/ 355924 h 4078220"/>
              <a:gd name="connsiteX7495" fmla="*/ 4051289 w 11677525"/>
              <a:gd name="connsiteY7495" fmla="*/ 367223 h 4078220"/>
              <a:gd name="connsiteX7496" fmla="*/ 4011387 w 11677525"/>
              <a:gd name="connsiteY7496" fmla="*/ 363058 h 4078220"/>
              <a:gd name="connsiteX7497" fmla="*/ 4041314 w 11677525"/>
              <a:gd name="connsiteY7497" fmla="*/ 351810 h 4078220"/>
              <a:gd name="connsiteX7498" fmla="*/ 4067307 w 11677525"/>
              <a:gd name="connsiteY7498" fmla="*/ 351563 h 4078220"/>
              <a:gd name="connsiteX7499" fmla="*/ 7834937 w 11677525"/>
              <a:gd name="connsiteY7499" fmla="*/ 350714 h 4078220"/>
              <a:gd name="connsiteX7500" fmla="*/ 7869132 w 11677525"/>
              <a:gd name="connsiteY7500" fmla="*/ 356835 h 4078220"/>
              <a:gd name="connsiteX7501" fmla="*/ 7866242 w 11677525"/>
              <a:gd name="connsiteY7501" fmla="*/ 372742 h 4078220"/>
              <a:gd name="connsiteX7502" fmla="*/ 7795775 w 11677525"/>
              <a:gd name="connsiteY7502" fmla="*/ 366833 h 4078220"/>
              <a:gd name="connsiteX7503" fmla="*/ 7799388 w 11677525"/>
              <a:gd name="connsiteY7503" fmla="*/ 351056 h 4078220"/>
              <a:gd name="connsiteX7504" fmla="*/ 7834937 w 11677525"/>
              <a:gd name="connsiteY7504" fmla="*/ 350714 h 4078220"/>
              <a:gd name="connsiteX7505" fmla="*/ 5466846 w 11677525"/>
              <a:gd name="connsiteY7505" fmla="*/ 349936 h 4078220"/>
              <a:gd name="connsiteX7506" fmla="*/ 5491271 w 11677525"/>
              <a:gd name="connsiteY7506" fmla="*/ 352253 h 4078220"/>
              <a:gd name="connsiteX7507" fmla="*/ 5480323 w 11677525"/>
              <a:gd name="connsiteY7507" fmla="*/ 358527 h 4078220"/>
              <a:gd name="connsiteX7508" fmla="*/ 5455926 w 11677525"/>
              <a:gd name="connsiteY7508" fmla="*/ 356211 h 4078220"/>
              <a:gd name="connsiteX7509" fmla="*/ 5466846 w 11677525"/>
              <a:gd name="connsiteY7509" fmla="*/ 349936 h 4078220"/>
              <a:gd name="connsiteX7510" fmla="*/ 5688444 w 11677525"/>
              <a:gd name="connsiteY7510" fmla="*/ 349728 h 4078220"/>
              <a:gd name="connsiteX7511" fmla="*/ 5708839 w 11677525"/>
              <a:gd name="connsiteY7511" fmla="*/ 351602 h 4078220"/>
              <a:gd name="connsiteX7512" fmla="*/ 5700587 w 11677525"/>
              <a:gd name="connsiteY7512" fmla="*/ 356783 h 4078220"/>
              <a:gd name="connsiteX7513" fmla="*/ 5680191 w 11677525"/>
              <a:gd name="connsiteY7513" fmla="*/ 354882 h 4078220"/>
              <a:gd name="connsiteX7514" fmla="*/ 5688444 w 11677525"/>
              <a:gd name="connsiteY7514" fmla="*/ 349728 h 4078220"/>
              <a:gd name="connsiteX7515" fmla="*/ 8508833 w 11677525"/>
              <a:gd name="connsiteY7515" fmla="*/ 349181 h 4078220"/>
              <a:gd name="connsiteX7516" fmla="*/ 8510222 w 11677525"/>
              <a:gd name="connsiteY7516" fmla="*/ 349338 h 4078220"/>
              <a:gd name="connsiteX7517" fmla="*/ 8510222 w 11677525"/>
              <a:gd name="connsiteY7517" fmla="*/ 349572 h 4078220"/>
              <a:gd name="connsiteX7518" fmla="*/ 8509029 w 11677525"/>
              <a:gd name="connsiteY7518" fmla="*/ 349468 h 4078220"/>
              <a:gd name="connsiteX7519" fmla="*/ 8508833 w 11677525"/>
              <a:gd name="connsiteY7519" fmla="*/ 349181 h 4078220"/>
              <a:gd name="connsiteX7520" fmla="*/ 3146308 w 11677525"/>
              <a:gd name="connsiteY7520" fmla="*/ 349077 h 4078220"/>
              <a:gd name="connsiteX7521" fmla="*/ 3148087 w 11677525"/>
              <a:gd name="connsiteY7521" fmla="*/ 349285 h 4078220"/>
              <a:gd name="connsiteX7522" fmla="*/ 3146308 w 11677525"/>
              <a:gd name="connsiteY7522" fmla="*/ 349806 h 4078220"/>
              <a:gd name="connsiteX7523" fmla="*/ 3144558 w 11677525"/>
              <a:gd name="connsiteY7523" fmla="*/ 349598 h 4078220"/>
              <a:gd name="connsiteX7524" fmla="*/ 3146308 w 11677525"/>
              <a:gd name="connsiteY7524" fmla="*/ 349077 h 4078220"/>
              <a:gd name="connsiteX7525" fmla="*/ 6786179 w 11677525"/>
              <a:gd name="connsiteY7525" fmla="*/ 348820 h 4078220"/>
              <a:gd name="connsiteX7526" fmla="*/ 6805713 w 11677525"/>
              <a:gd name="connsiteY7526" fmla="*/ 352826 h 4078220"/>
              <a:gd name="connsiteX7527" fmla="*/ 6796710 w 11677525"/>
              <a:gd name="connsiteY7527" fmla="*/ 363058 h 4078220"/>
              <a:gd name="connsiteX7528" fmla="*/ 6753640 w 11677525"/>
              <a:gd name="connsiteY7528" fmla="*/ 359257 h 4078220"/>
              <a:gd name="connsiteX7529" fmla="*/ 6762894 w 11677525"/>
              <a:gd name="connsiteY7529" fmla="*/ 349051 h 4078220"/>
              <a:gd name="connsiteX7530" fmla="*/ 6786179 w 11677525"/>
              <a:gd name="connsiteY7530" fmla="*/ 348820 h 4078220"/>
              <a:gd name="connsiteX7531" fmla="*/ 3585837 w 11677525"/>
              <a:gd name="connsiteY7531" fmla="*/ 348608 h 4078220"/>
              <a:gd name="connsiteX7532" fmla="*/ 3604065 w 11677525"/>
              <a:gd name="connsiteY7532" fmla="*/ 350561 h 4078220"/>
              <a:gd name="connsiteX7533" fmla="*/ 3588393 w 11677525"/>
              <a:gd name="connsiteY7533" fmla="*/ 355872 h 4078220"/>
              <a:gd name="connsiteX7534" fmla="*/ 3570082 w 11677525"/>
              <a:gd name="connsiteY7534" fmla="*/ 353893 h 4078220"/>
              <a:gd name="connsiteX7535" fmla="*/ 3585837 w 11677525"/>
              <a:gd name="connsiteY7535" fmla="*/ 348608 h 4078220"/>
              <a:gd name="connsiteX7536" fmla="*/ 5577048 w 11677525"/>
              <a:gd name="connsiteY7536" fmla="*/ 348400 h 4078220"/>
              <a:gd name="connsiteX7537" fmla="*/ 5602000 w 11677525"/>
              <a:gd name="connsiteY7537" fmla="*/ 350743 h 4078220"/>
              <a:gd name="connsiteX7538" fmla="*/ 5591441 w 11677525"/>
              <a:gd name="connsiteY7538" fmla="*/ 357147 h 4078220"/>
              <a:gd name="connsiteX7539" fmla="*/ 5566351 w 11677525"/>
              <a:gd name="connsiteY7539" fmla="*/ 354779 h 4078220"/>
              <a:gd name="connsiteX7540" fmla="*/ 5577048 w 11677525"/>
              <a:gd name="connsiteY7540" fmla="*/ 348400 h 4078220"/>
              <a:gd name="connsiteX7541" fmla="*/ 6526237 w 11677525"/>
              <a:gd name="connsiteY7541" fmla="*/ 348218 h 4078220"/>
              <a:gd name="connsiteX7542" fmla="*/ 6557774 w 11677525"/>
              <a:gd name="connsiteY7542" fmla="*/ 350977 h 4078220"/>
              <a:gd name="connsiteX7543" fmla="*/ 6549827 w 11677525"/>
              <a:gd name="connsiteY7543" fmla="*/ 358631 h 4078220"/>
              <a:gd name="connsiteX7544" fmla="*/ 6518206 w 11677525"/>
              <a:gd name="connsiteY7544" fmla="*/ 355820 h 4078220"/>
              <a:gd name="connsiteX7545" fmla="*/ 6526237 w 11677525"/>
              <a:gd name="connsiteY7545" fmla="*/ 348218 h 4078220"/>
              <a:gd name="connsiteX7546" fmla="*/ 7498386 w 11677525"/>
              <a:gd name="connsiteY7546" fmla="*/ 346489 h 4078220"/>
              <a:gd name="connsiteX7547" fmla="*/ 7525523 w 11677525"/>
              <a:gd name="connsiteY7547" fmla="*/ 351550 h 4078220"/>
              <a:gd name="connsiteX7548" fmla="*/ 7520216 w 11677525"/>
              <a:gd name="connsiteY7548" fmla="*/ 364567 h 4078220"/>
              <a:gd name="connsiteX7549" fmla="*/ 7463253 w 11677525"/>
              <a:gd name="connsiteY7549" fmla="*/ 359725 h 4078220"/>
              <a:gd name="connsiteX7550" fmla="*/ 7469061 w 11677525"/>
              <a:gd name="connsiteY7550" fmla="*/ 346760 h 4078220"/>
              <a:gd name="connsiteX7551" fmla="*/ 7498386 w 11677525"/>
              <a:gd name="connsiteY7551" fmla="*/ 346489 h 4078220"/>
              <a:gd name="connsiteX7552" fmla="*/ 5006931 w 11677525"/>
              <a:gd name="connsiteY7552" fmla="*/ 344745 h 4078220"/>
              <a:gd name="connsiteX7553" fmla="*/ 5019400 w 11677525"/>
              <a:gd name="connsiteY7553" fmla="*/ 348088 h 4078220"/>
              <a:gd name="connsiteX7554" fmla="*/ 5001978 w 11677525"/>
              <a:gd name="connsiteY7554" fmla="*/ 356653 h 4078220"/>
              <a:gd name="connsiteX7555" fmla="*/ 4969579 w 11677525"/>
              <a:gd name="connsiteY7555" fmla="*/ 353477 h 4078220"/>
              <a:gd name="connsiteX7556" fmla="*/ 4987250 w 11677525"/>
              <a:gd name="connsiteY7556" fmla="*/ 344938 h 4078220"/>
              <a:gd name="connsiteX7557" fmla="*/ 5006931 w 11677525"/>
              <a:gd name="connsiteY7557" fmla="*/ 344745 h 4078220"/>
              <a:gd name="connsiteX7558" fmla="*/ 7151073 w 11677525"/>
              <a:gd name="connsiteY7558" fmla="*/ 344235 h 4078220"/>
              <a:gd name="connsiteX7559" fmla="*/ 7176163 w 11677525"/>
              <a:gd name="connsiteY7559" fmla="*/ 349103 h 4078220"/>
              <a:gd name="connsiteX7560" fmla="*/ 7168188 w 11677525"/>
              <a:gd name="connsiteY7560" fmla="*/ 361652 h 4078220"/>
              <a:gd name="connsiteX7561" fmla="*/ 7114283 w 11677525"/>
              <a:gd name="connsiteY7561" fmla="*/ 357018 h 4078220"/>
              <a:gd name="connsiteX7562" fmla="*/ 7122647 w 11677525"/>
              <a:gd name="connsiteY7562" fmla="*/ 344521 h 4078220"/>
              <a:gd name="connsiteX7563" fmla="*/ 7151073 w 11677525"/>
              <a:gd name="connsiteY7563" fmla="*/ 344235 h 4078220"/>
              <a:gd name="connsiteX7564" fmla="*/ 4293011 w 11677525"/>
              <a:gd name="connsiteY7564" fmla="*/ 343691 h 4078220"/>
              <a:gd name="connsiteX7565" fmla="*/ 4306925 w 11677525"/>
              <a:gd name="connsiteY7565" fmla="*/ 347905 h 4078220"/>
              <a:gd name="connsiteX7566" fmla="*/ 4279722 w 11677525"/>
              <a:gd name="connsiteY7566" fmla="*/ 358787 h 4078220"/>
              <a:gd name="connsiteX7567" fmla="*/ 4240321 w 11677525"/>
              <a:gd name="connsiteY7567" fmla="*/ 354778 h 4078220"/>
              <a:gd name="connsiteX7568" fmla="*/ 4267801 w 11677525"/>
              <a:gd name="connsiteY7568" fmla="*/ 343949 h 4078220"/>
              <a:gd name="connsiteX7569" fmla="*/ 4293011 w 11677525"/>
              <a:gd name="connsiteY7569" fmla="*/ 343691 h 4078220"/>
              <a:gd name="connsiteX7570" fmla="*/ 7953742 w 11677525"/>
              <a:gd name="connsiteY7570" fmla="*/ 343203 h 4078220"/>
              <a:gd name="connsiteX7571" fmla="*/ 7988587 w 11677525"/>
              <a:gd name="connsiteY7571" fmla="*/ 349337 h 4078220"/>
              <a:gd name="connsiteX7572" fmla="*/ 7986891 w 11677525"/>
              <a:gd name="connsiteY7572" fmla="*/ 365218 h 4078220"/>
              <a:gd name="connsiteX7573" fmla="*/ 7915730 w 11677525"/>
              <a:gd name="connsiteY7573" fmla="*/ 359334 h 4078220"/>
              <a:gd name="connsiteX7574" fmla="*/ 7918064 w 11677525"/>
              <a:gd name="connsiteY7574" fmla="*/ 343532 h 4078220"/>
              <a:gd name="connsiteX7575" fmla="*/ 7953742 w 11677525"/>
              <a:gd name="connsiteY7575" fmla="*/ 343203 h 4078220"/>
              <a:gd name="connsiteX7576" fmla="*/ 3471856 w 11677525"/>
              <a:gd name="connsiteY7576" fmla="*/ 342621 h 4078220"/>
              <a:gd name="connsiteX7577" fmla="*/ 3476525 w 11677525"/>
              <a:gd name="connsiteY7577" fmla="*/ 343141 h 4078220"/>
              <a:gd name="connsiteX7578" fmla="*/ 3472357 w 11677525"/>
              <a:gd name="connsiteY7578" fmla="*/ 344469 h 4078220"/>
              <a:gd name="connsiteX7579" fmla="*/ 3467744 w 11677525"/>
              <a:gd name="connsiteY7579" fmla="*/ 343974 h 4078220"/>
              <a:gd name="connsiteX7580" fmla="*/ 3471856 w 11677525"/>
              <a:gd name="connsiteY7580" fmla="*/ 342621 h 4078220"/>
              <a:gd name="connsiteX7581" fmla="*/ 3945457 w 11677525"/>
              <a:gd name="connsiteY7581" fmla="*/ 342025 h 4078220"/>
              <a:gd name="connsiteX7582" fmla="*/ 3958399 w 11677525"/>
              <a:gd name="connsiteY7582" fmla="*/ 346239 h 4078220"/>
              <a:gd name="connsiteX7583" fmla="*/ 3928695 w 11677525"/>
              <a:gd name="connsiteY7583" fmla="*/ 357095 h 4078220"/>
              <a:gd name="connsiteX7584" fmla="*/ 3890377 w 11677525"/>
              <a:gd name="connsiteY7584" fmla="*/ 353086 h 4078220"/>
              <a:gd name="connsiteX7585" fmla="*/ 3920303 w 11677525"/>
              <a:gd name="connsiteY7585" fmla="*/ 342282 h 4078220"/>
              <a:gd name="connsiteX7586" fmla="*/ 3945457 w 11677525"/>
              <a:gd name="connsiteY7586" fmla="*/ 342025 h 4078220"/>
              <a:gd name="connsiteX7587" fmla="*/ 3036163 w 11677525"/>
              <a:gd name="connsiteY7587" fmla="*/ 341214 h 4078220"/>
              <a:gd name="connsiteX7588" fmla="*/ 3037052 w 11677525"/>
              <a:gd name="connsiteY7588" fmla="*/ 341319 h 4078220"/>
              <a:gd name="connsiteX7589" fmla="*/ 3036163 w 11677525"/>
              <a:gd name="connsiteY7589" fmla="*/ 341605 h 4078220"/>
              <a:gd name="connsiteX7590" fmla="*/ 3035274 w 11677525"/>
              <a:gd name="connsiteY7590" fmla="*/ 341501 h 4078220"/>
              <a:gd name="connsiteX7591" fmla="*/ 3036163 w 11677525"/>
              <a:gd name="connsiteY7591" fmla="*/ 341214 h 4078220"/>
              <a:gd name="connsiteX7592" fmla="*/ 6170040 w 11677525"/>
              <a:gd name="connsiteY7592" fmla="*/ 340799 h 4078220"/>
              <a:gd name="connsiteX7593" fmla="*/ 6202439 w 11677525"/>
              <a:gd name="connsiteY7593" fmla="*/ 343714 h 4078220"/>
              <a:gd name="connsiteX7594" fmla="*/ 6192269 w 11677525"/>
              <a:gd name="connsiteY7594" fmla="*/ 351707 h 4078220"/>
              <a:gd name="connsiteX7595" fmla="*/ 6159731 w 11677525"/>
              <a:gd name="connsiteY7595" fmla="*/ 348765 h 4078220"/>
              <a:gd name="connsiteX7596" fmla="*/ 6170040 w 11677525"/>
              <a:gd name="connsiteY7596" fmla="*/ 340799 h 4078220"/>
              <a:gd name="connsiteX7597" fmla="*/ 4763232 w 11677525"/>
              <a:gd name="connsiteY7597" fmla="*/ 338412 h 4078220"/>
              <a:gd name="connsiteX7598" fmla="*/ 4778213 w 11677525"/>
              <a:gd name="connsiteY7598" fmla="*/ 342569 h 4078220"/>
              <a:gd name="connsiteX7599" fmla="*/ 4754622 w 11677525"/>
              <a:gd name="connsiteY7599" fmla="*/ 353243 h 4078220"/>
              <a:gd name="connsiteX7600" fmla="*/ 4714776 w 11677525"/>
              <a:gd name="connsiteY7600" fmla="*/ 349311 h 4078220"/>
              <a:gd name="connsiteX7601" fmla="*/ 4738561 w 11677525"/>
              <a:gd name="connsiteY7601" fmla="*/ 338689 h 4078220"/>
              <a:gd name="connsiteX7602" fmla="*/ 4763232 w 11677525"/>
              <a:gd name="connsiteY7602" fmla="*/ 338412 h 4078220"/>
              <a:gd name="connsiteX7603" fmla="*/ 4526411 w 11677525"/>
              <a:gd name="connsiteY7603" fmla="*/ 338270 h 4078220"/>
              <a:gd name="connsiteX7604" fmla="*/ 4542193 w 11677525"/>
              <a:gd name="connsiteY7604" fmla="*/ 342829 h 4078220"/>
              <a:gd name="connsiteX7605" fmla="*/ 4514435 w 11677525"/>
              <a:gd name="connsiteY7605" fmla="*/ 354623 h 4078220"/>
              <a:gd name="connsiteX7606" fmla="*/ 4471144 w 11677525"/>
              <a:gd name="connsiteY7606" fmla="*/ 350248 h 4078220"/>
              <a:gd name="connsiteX7607" fmla="*/ 4499208 w 11677525"/>
              <a:gd name="connsiteY7607" fmla="*/ 338533 h 4078220"/>
              <a:gd name="connsiteX7608" fmla="*/ 4526411 w 11677525"/>
              <a:gd name="connsiteY7608" fmla="*/ 338270 h 4078220"/>
              <a:gd name="connsiteX7609" fmla="*/ 7621485 w 11677525"/>
              <a:gd name="connsiteY7609" fmla="*/ 337976 h 4078220"/>
              <a:gd name="connsiteX7610" fmla="*/ 7650285 w 11677525"/>
              <a:gd name="connsiteY7610" fmla="*/ 343220 h 4078220"/>
              <a:gd name="connsiteX7611" fmla="*/ 7645784 w 11677525"/>
              <a:gd name="connsiteY7611" fmla="*/ 356784 h 4078220"/>
              <a:gd name="connsiteX7612" fmla="*/ 7585821 w 11677525"/>
              <a:gd name="connsiteY7612" fmla="*/ 351784 h 4078220"/>
              <a:gd name="connsiteX7613" fmla="*/ 7590766 w 11677525"/>
              <a:gd name="connsiteY7613" fmla="*/ 338299 h 4078220"/>
              <a:gd name="connsiteX7614" fmla="*/ 7621485 w 11677525"/>
              <a:gd name="connsiteY7614" fmla="*/ 337976 h 4078220"/>
              <a:gd name="connsiteX7615" fmla="*/ 6922604 w 11677525"/>
              <a:gd name="connsiteY7615" fmla="*/ 337319 h 4078220"/>
              <a:gd name="connsiteX7616" fmla="*/ 6943728 w 11677525"/>
              <a:gd name="connsiteY7616" fmla="*/ 341501 h 4078220"/>
              <a:gd name="connsiteX7617" fmla="*/ 6935198 w 11677525"/>
              <a:gd name="connsiteY7617" fmla="*/ 352331 h 4078220"/>
              <a:gd name="connsiteX7618" fmla="*/ 6889183 w 11677525"/>
              <a:gd name="connsiteY7618" fmla="*/ 348322 h 4078220"/>
              <a:gd name="connsiteX7619" fmla="*/ 6897936 w 11677525"/>
              <a:gd name="connsiteY7619" fmla="*/ 337569 h 4078220"/>
              <a:gd name="connsiteX7620" fmla="*/ 6922604 w 11677525"/>
              <a:gd name="connsiteY7620" fmla="*/ 337319 h 4078220"/>
              <a:gd name="connsiteX7621" fmla="*/ 8177756 w 11677525"/>
              <a:gd name="connsiteY7621" fmla="*/ 337153 h 4078220"/>
              <a:gd name="connsiteX7622" fmla="*/ 8195540 w 11677525"/>
              <a:gd name="connsiteY7622" fmla="*/ 338559 h 4078220"/>
              <a:gd name="connsiteX7623" fmla="*/ 8195651 w 11677525"/>
              <a:gd name="connsiteY7623" fmla="*/ 342464 h 4078220"/>
              <a:gd name="connsiteX7624" fmla="*/ 8177896 w 11677525"/>
              <a:gd name="connsiteY7624" fmla="*/ 341007 h 4078220"/>
              <a:gd name="connsiteX7625" fmla="*/ 8177756 w 11677525"/>
              <a:gd name="connsiteY7625" fmla="*/ 337153 h 4078220"/>
              <a:gd name="connsiteX7626" fmla="*/ 8070856 w 11677525"/>
              <a:gd name="connsiteY7626" fmla="*/ 336704 h 4078220"/>
              <a:gd name="connsiteX7627" fmla="*/ 8103539 w 11677525"/>
              <a:gd name="connsiteY7627" fmla="*/ 342360 h 4078220"/>
              <a:gd name="connsiteX7628" fmla="*/ 8103150 w 11677525"/>
              <a:gd name="connsiteY7628" fmla="*/ 357044 h 4078220"/>
              <a:gd name="connsiteX7629" fmla="*/ 8036740 w 11677525"/>
              <a:gd name="connsiteY7629" fmla="*/ 351576 h 4078220"/>
              <a:gd name="connsiteX7630" fmla="*/ 8037880 w 11677525"/>
              <a:gd name="connsiteY7630" fmla="*/ 337023 h 4078220"/>
              <a:gd name="connsiteX7631" fmla="*/ 8070856 w 11677525"/>
              <a:gd name="connsiteY7631" fmla="*/ 336704 h 4078220"/>
              <a:gd name="connsiteX7632" fmla="*/ 5115475 w 11677525"/>
              <a:gd name="connsiteY7632" fmla="*/ 335582 h 4078220"/>
              <a:gd name="connsiteX7633" fmla="*/ 5128602 w 11677525"/>
              <a:gd name="connsiteY7633" fmla="*/ 339002 h 4078220"/>
              <a:gd name="connsiteX7634" fmla="*/ 5111235 w 11677525"/>
              <a:gd name="connsiteY7634" fmla="*/ 347724 h 4078220"/>
              <a:gd name="connsiteX7635" fmla="*/ 5077779 w 11677525"/>
              <a:gd name="connsiteY7635" fmla="*/ 344496 h 4078220"/>
              <a:gd name="connsiteX7636" fmla="*/ 5095285 w 11677525"/>
              <a:gd name="connsiteY7636" fmla="*/ 335773 h 4078220"/>
              <a:gd name="connsiteX7637" fmla="*/ 5115475 w 11677525"/>
              <a:gd name="connsiteY7637" fmla="*/ 335582 h 4078220"/>
              <a:gd name="connsiteX7638" fmla="*/ 3358794 w 11677525"/>
              <a:gd name="connsiteY7638" fmla="*/ 334810 h 4078220"/>
              <a:gd name="connsiteX7639" fmla="*/ 3360655 w 11677525"/>
              <a:gd name="connsiteY7639" fmla="*/ 335019 h 4078220"/>
              <a:gd name="connsiteX7640" fmla="*/ 3358932 w 11677525"/>
              <a:gd name="connsiteY7640" fmla="*/ 335513 h 4078220"/>
              <a:gd name="connsiteX7641" fmla="*/ 3357070 w 11677525"/>
              <a:gd name="connsiteY7641" fmla="*/ 335331 h 4078220"/>
              <a:gd name="connsiteX7642" fmla="*/ 3358794 w 11677525"/>
              <a:gd name="connsiteY7642" fmla="*/ 334810 h 4078220"/>
              <a:gd name="connsiteX7643" fmla="*/ 7279713 w 11677525"/>
              <a:gd name="connsiteY7643" fmla="*/ 334661 h 4078220"/>
              <a:gd name="connsiteX7644" fmla="*/ 7306483 w 11677525"/>
              <a:gd name="connsiteY7644" fmla="*/ 339732 h 4078220"/>
              <a:gd name="connsiteX7645" fmla="*/ 7299202 w 11677525"/>
              <a:gd name="connsiteY7645" fmla="*/ 352826 h 4078220"/>
              <a:gd name="connsiteX7646" fmla="*/ 7242240 w 11677525"/>
              <a:gd name="connsiteY7646" fmla="*/ 347958 h 4078220"/>
              <a:gd name="connsiteX7647" fmla="*/ 7249881 w 11677525"/>
              <a:gd name="connsiteY7647" fmla="*/ 334941 h 4078220"/>
              <a:gd name="connsiteX7648" fmla="*/ 7279713 w 11677525"/>
              <a:gd name="connsiteY7648" fmla="*/ 334661 h 4078220"/>
              <a:gd name="connsiteX7649" fmla="*/ 6066452 w 11677525"/>
              <a:gd name="connsiteY7649" fmla="*/ 333535 h 4078220"/>
              <a:gd name="connsiteX7650" fmla="*/ 6093099 w 11677525"/>
              <a:gd name="connsiteY7650" fmla="*/ 335956 h 4078220"/>
              <a:gd name="connsiteX7651" fmla="*/ 6084235 w 11677525"/>
              <a:gd name="connsiteY7651" fmla="*/ 342517 h 4078220"/>
              <a:gd name="connsiteX7652" fmla="*/ 6057560 w 11677525"/>
              <a:gd name="connsiteY7652" fmla="*/ 340069 h 4078220"/>
              <a:gd name="connsiteX7653" fmla="*/ 6066452 w 11677525"/>
              <a:gd name="connsiteY7653" fmla="*/ 333535 h 4078220"/>
              <a:gd name="connsiteX7654" fmla="*/ 2927462 w 11677525"/>
              <a:gd name="connsiteY7654" fmla="*/ 333327 h 4078220"/>
              <a:gd name="connsiteX7655" fmla="*/ 2928379 w 11677525"/>
              <a:gd name="connsiteY7655" fmla="*/ 333457 h 4078220"/>
              <a:gd name="connsiteX7656" fmla="*/ 2927462 w 11677525"/>
              <a:gd name="connsiteY7656" fmla="*/ 333743 h 4078220"/>
              <a:gd name="connsiteX7657" fmla="*/ 2926601 w 11677525"/>
              <a:gd name="connsiteY7657" fmla="*/ 333613 h 4078220"/>
              <a:gd name="connsiteX7658" fmla="*/ 2927462 w 11677525"/>
              <a:gd name="connsiteY7658" fmla="*/ 333327 h 4078220"/>
              <a:gd name="connsiteX7659" fmla="*/ 4167436 w 11677525"/>
              <a:gd name="connsiteY7659" fmla="*/ 333303 h 4078220"/>
              <a:gd name="connsiteX7660" fmla="*/ 4180414 w 11677525"/>
              <a:gd name="connsiteY7660" fmla="*/ 337310 h 4078220"/>
              <a:gd name="connsiteX7661" fmla="*/ 4153543 w 11677525"/>
              <a:gd name="connsiteY7661" fmla="*/ 347646 h 4078220"/>
              <a:gd name="connsiteX7662" fmla="*/ 4116226 w 11677525"/>
              <a:gd name="connsiteY7662" fmla="*/ 343818 h 4078220"/>
              <a:gd name="connsiteX7663" fmla="*/ 4143374 w 11677525"/>
              <a:gd name="connsiteY7663" fmla="*/ 333535 h 4078220"/>
              <a:gd name="connsiteX7664" fmla="*/ 4167436 w 11677525"/>
              <a:gd name="connsiteY7664" fmla="*/ 333303 h 4078220"/>
              <a:gd name="connsiteX7665" fmla="*/ 6687551 w 11677525"/>
              <a:gd name="connsiteY7665" fmla="*/ 333288 h 4078220"/>
              <a:gd name="connsiteX7666" fmla="*/ 6706710 w 11677525"/>
              <a:gd name="connsiteY7666" fmla="*/ 337206 h 4078220"/>
              <a:gd name="connsiteX7667" fmla="*/ 6697068 w 11677525"/>
              <a:gd name="connsiteY7667" fmla="*/ 347281 h 4078220"/>
              <a:gd name="connsiteX7668" fmla="*/ 6654694 w 11677525"/>
              <a:gd name="connsiteY7668" fmla="*/ 343532 h 4078220"/>
              <a:gd name="connsiteX7669" fmla="*/ 6664474 w 11677525"/>
              <a:gd name="connsiteY7669" fmla="*/ 333509 h 4078220"/>
              <a:gd name="connsiteX7670" fmla="*/ 6687551 w 11677525"/>
              <a:gd name="connsiteY7670" fmla="*/ 333288 h 4078220"/>
              <a:gd name="connsiteX7671" fmla="*/ 6444572 w 11677525"/>
              <a:gd name="connsiteY7671" fmla="*/ 332910 h 4078220"/>
              <a:gd name="connsiteX7672" fmla="*/ 6464022 w 11677525"/>
              <a:gd name="connsiteY7672" fmla="*/ 337023 h 4078220"/>
              <a:gd name="connsiteX7673" fmla="*/ 6452296 w 11677525"/>
              <a:gd name="connsiteY7673" fmla="*/ 347619 h 4078220"/>
              <a:gd name="connsiteX7674" fmla="*/ 6408226 w 11677525"/>
              <a:gd name="connsiteY7674" fmla="*/ 343714 h 4078220"/>
              <a:gd name="connsiteX7675" fmla="*/ 6420203 w 11677525"/>
              <a:gd name="connsiteY7675" fmla="*/ 333170 h 4078220"/>
              <a:gd name="connsiteX7676" fmla="*/ 6444572 w 11677525"/>
              <a:gd name="connsiteY7676" fmla="*/ 332910 h 4078220"/>
              <a:gd name="connsiteX7677" fmla="*/ 8300129 w 11677525"/>
              <a:gd name="connsiteY7677" fmla="*/ 332285 h 4078220"/>
              <a:gd name="connsiteX7678" fmla="*/ 8303240 w 11677525"/>
              <a:gd name="connsiteY7678" fmla="*/ 332545 h 4078220"/>
              <a:gd name="connsiteX7679" fmla="*/ 8303240 w 11677525"/>
              <a:gd name="connsiteY7679" fmla="*/ 333197 h 4078220"/>
              <a:gd name="connsiteX7680" fmla="*/ 8300212 w 11677525"/>
              <a:gd name="connsiteY7680" fmla="*/ 332963 h 4078220"/>
              <a:gd name="connsiteX7681" fmla="*/ 8300129 w 11677525"/>
              <a:gd name="connsiteY7681" fmla="*/ 332285 h 4078220"/>
              <a:gd name="connsiteX7682" fmla="*/ 3829675 w 11677525"/>
              <a:gd name="connsiteY7682" fmla="*/ 331566 h 4078220"/>
              <a:gd name="connsiteX7683" fmla="*/ 3844113 w 11677525"/>
              <a:gd name="connsiteY7683" fmla="*/ 336346 h 4078220"/>
              <a:gd name="connsiteX7684" fmla="*/ 3809158 w 11677525"/>
              <a:gd name="connsiteY7684" fmla="*/ 348713 h 4078220"/>
              <a:gd name="connsiteX7685" fmla="*/ 3765699 w 11677525"/>
              <a:gd name="connsiteY7685" fmla="*/ 344130 h 4078220"/>
              <a:gd name="connsiteX7686" fmla="*/ 3800877 w 11677525"/>
              <a:gd name="connsiteY7686" fmla="*/ 331842 h 4078220"/>
              <a:gd name="connsiteX7687" fmla="*/ 3829675 w 11677525"/>
              <a:gd name="connsiteY7687" fmla="*/ 331566 h 4078220"/>
              <a:gd name="connsiteX7688" fmla="*/ 7742358 w 11677525"/>
              <a:gd name="connsiteY7688" fmla="*/ 329955 h 4078220"/>
              <a:gd name="connsiteX7689" fmla="*/ 7772295 w 11677525"/>
              <a:gd name="connsiteY7689" fmla="*/ 335279 h 4078220"/>
              <a:gd name="connsiteX7690" fmla="*/ 7768850 w 11677525"/>
              <a:gd name="connsiteY7690" fmla="*/ 349129 h 4078220"/>
              <a:gd name="connsiteX7691" fmla="*/ 7706913 w 11677525"/>
              <a:gd name="connsiteY7691" fmla="*/ 344000 h 4078220"/>
              <a:gd name="connsiteX7692" fmla="*/ 7710942 w 11677525"/>
              <a:gd name="connsiteY7692" fmla="*/ 330254 h 4078220"/>
              <a:gd name="connsiteX7693" fmla="*/ 7742358 w 11677525"/>
              <a:gd name="connsiteY7693" fmla="*/ 329955 h 4078220"/>
              <a:gd name="connsiteX7694" fmla="*/ 3687063 w 11677525"/>
              <a:gd name="connsiteY7694" fmla="*/ 329422 h 4078220"/>
              <a:gd name="connsiteX7695" fmla="*/ 3695871 w 11677525"/>
              <a:gd name="connsiteY7695" fmla="*/ 330359 h 4078220"/>
              <a:gd name="connsiteX7696" fmla="*/ 3688508 w 11677525"/>
              <a:gd name="connsiteY7696" fmla="*/ 332884 h 4078220"/>
              <a:gd name="connsiteX7697" fmla="*/ 3679672 w 11677525"/>
              <a:gd name="connsiteY7697" fmla="*/ 331972 h 4078220"/>
              <a:gd name="connsiteX7698" fmla="*/ 3687063 w 11677525"/>
              <a:gd name="connsiteY7698" fmla="*/ 329422 h 4078220"/>
              <a:gd name="connsiteX7699" fmla="*/ 5224642 w 11677525"/>
              <a:gd name="connsiteY7699" fmla="*/ 327872 h 4078220"/>
              <a:gd name="connsiteX7700" fmla="*/ 5238969 w 11677525"/>
              <a:gd name="connsiteY7700" fmla="*/ 331478 h 4078220"/>
              <a:gd name="connsiteX7701" fmla="*/ 5221130 w 11677525"/>
              <a:gd name="connsiteY7701" fmla="*/ 340825 h 4078220"/>
              <a:gd name="connsiteX7702" fmla="*/ 5184980 w 11677525"/>
              <a:gd name="connsiteY7702" fmla="*/ 337362 h 4078220"/>
              <a:gd name="connsiteX7703" fmla="*/ 5203042 w 11677525"/>
              <a:gd name="connsiteY7703" fmla="*/ 328094 h 4078220"/>
              <a:gd name="connsiteX7704" fmla="*/ 5224642 w 11677525"/>
              <a:gd name="connsiteY7704" fmla="*/ 327872 h 4078220"/>
              <a:gd name="connsiteX7705" fmla="*/ 7055100 w 11677525"/>
              <a:gd name="connsiteY7705" fmla="*/ 327218 h 4078220"/>
              <a:gd name="connsiteX7706" fmla="*/ 7076132 w 11677525"/>
              <a:gd name="connsiteY7706" fmla="*/ 331270 h 4078220"/>
              <a:gd name="connsiteX7707" fmla="*/ 7068740 w 11677525"/>
              <a:gd name="connsiteY7707" fmla="*/ 341814 h 4078220"/>
              <a:gd name="connsiteX7708" fmla="*/ 7023198 w 11677525"/>
              <a:gd name="connsiteY7708" fmla="*/ 337935 h 4078220"/>
              <a:gd name="connsiteX7709" fmla="*/ 7030923 w 11677525"/>
              <a:gd name="connsiteY7709" fmla="*/ 327443 h 4078220"/>
              <a:gd name="connsiteX7710" fmla="*/ 7055100 w 11677525"/>
              <a:gd name="connsiteY7710" fmla="*/ 327218 h 4078220"/>
              <a:gd name="connsiteX7711" fmla="*/ 4395555 w 11677525"/>
              <a:gd name="connsiteY7711" fmla="*/ 326899 h 4078220"/>
              <a:gd name="connsiteX7712" fmla="*/ 4409597 w 11677525"/>
              <a:gd name="connsiteY7712" fmla="*/ 331036 h 4078220"/>
              <a:gd name="connsiteX7713" fmla="*/ 4383422 w 11677525"/>
              <a:gd name="connsiteY7713" fmla="*/ 341684 h 4078220"/>
              <a:gd name="connsiteX7714" fmla="*/ 4344271 w 11677525"/>
              <a:gd name="connsiteY7714" fmla="*/ 337779 h 4078220"/>
              <a:gd name="connsiteX7715" fmla="*/ 4370696 w 11677525"/>
              <a:gd name="connsiteY7715" fmla="*/ 327157 h 4078220"/>
              <a:gd name="connsiteX7716" fmla="*/ 4395555 w 11677525"/>
              <a:gd name="connsiteY7716" fmla="*/ 326899 h 4078220"/>
              <a:gd name="connsiteX7717" fmla="*/ 5959779 w 11677525"/>
              <a:gd name="connsiteY7717" fmla="*/ 326844 h 4078220"/>
              <a:gd name="connsiteX7718" fmla="*/ 5987760 w 11677525"/>
              <a:gd name="connsiteY7718" fmla="*/ 329395 h 4078220"/>
              <a:gd name="connsiteX7719" fmla="*/ 5977924 w 11677525"/>
              <a:gd name="connsiteY7719" fmla="*/ 336294 h 4078220"/>
              <a:gd name="connsiteX7720" fmla="*/ 5949804 w 11677525"/>
              <a:gd name="connsiteY7720" fmla="*/ 333743 h 4078220"/>
              <a:gd name="connsiteX7721" fmla="*/ 5959779 w 11677525"/>
              <a:gd name="connsiteY7721" fmla="*/ 326844 h 4078220"/>
              <a:gd name="connsiteX7722" fmla="*/ 3247285 w 11677525"/>
              <a:gd name="connsiteY7722" fmla="*/ 326792 h 4078220"/>
              <a:gd name="connsiteX7723" fmla="*/ 3248202 w 11677525"/>
              <a:gd name="connsiteY7723" fmla="*/ 326896 h 4078220"/>
              <a:gd name="connsiteX7724" fmla="*/ 3247285 w 11677525"/>
              <a:gd name="connsiteY7724" fmla="*/ 327157 h 4078220"/>
              <a:gd name="connsiteX7725" fmla="*/ 3246396 w 11677525"/>
              <a:gd name="connsiteY7725" fmla="*/ 327078 h 4078220"/>
              <a:gd name="connsiteX7726" fmla="*/ 3247285 w 11677525"/>
              <a:gd name="connsiteY7726" fmla="*/ 326792 h 4078220"/>
              <a:gd name="connsiteX7727" fmla="*/ 4869346 w 11677525"/>
              <a:gd name="connsiteY7727" fmla="*/ 326320 h 4078220"/>
              <a:gd name="connsiteX7728" fmla="*/ 4884746 w 11677525"/>
              <a:gd name="connsiteY7728" fmla="*/ 330436 h 4078220"/>
              <a:gd name="connsiteX7729" fmla="*/ 4861795 w 11677525"/>
              <a:gd name="connsiteY7729" fmla="*/ 341085 h 4078220"/>
              <a:gd name="connsiteX7730" fmla="*/ 4821422 w 11677525"/>
              <a:gd name="connsiteY7730" fmla="*/ 337179 h 4078220"/>
              <a:gd name="connsiteX7731" fmla="*/ 4844567 w 11677525"/>
              <a:gd name="connsiteY7731" fmla="*/ 326557 h 4078220"/>
              <a:gd name="connsiteX7732" fmla="*/ 4869346 w 11677525"/>
              <a:gd name="connsiteY7732" fmla="*/ 326320 h 4078220"/>
              <a:gd name="connsiteX7733" fmla="*/ 7405403 w 11677525"/>
              <a:gd name="connsiteY7733" fmla="*/ 325819 h 4078220"/>
              <a:gd name="connsiteX7734" fmla="*/ 7432967 w 11677525"/>
              <a:gd name="connsiteY7734" fmla="*/ 330931 h 4078220"/>
              <a:gd name="connsiteX7735" fmla="*/ 7426770 w 11677525"/>
              <a:gd name="connsiteY7735" fmla="*/ 344130 h 4078220"/>
              <a:gd name="connsiteX7736" fmla="*/ 7368557 w 11677525"/>
              <a:gd name="connsiteY7736" fmla="*/ 339236 h 4078220"/>
              <a:gd name="connsiteX7737" fmla="*/ 7375254 w 11677525"/>
              <a:gd name="connsiteY7737" fmla="*/ 326115 h 4078220"/>
              <a:gd name="connsiteX7738" fmla="*/ 7405403 w 11677525"/>
              <a:gd name="connsiteY7738" fmla="*/ 325819 h 4078220"/>
              <a:gd name="connsiteX7739" fmla="*/ 8414664 w 11677525"/>
              <a:gd name="connsiteY7739" fmla="*/ 325698 h 4078220"/>
              <a:gd name="connsiteX7740" fmla="*/ 8415860 w 11677525"/>
              <a:gd name="connsiteY7740" fmla="*/ 325803 h 4078220"/>
              <a:gd name="connsiteX7741" fmla="*/ 8415860 w 11677525"/>
              <a:gd name="connsiteY7741" fmla="*/ 326063 h 4078220"/>
              <a:gd name="connsiteX7742" fmla="*/ 8414693 w 11677525"/>
              <a:gd name="connsiteY7742" fmla="*/ 325959 h 4078220"/>
              <a:gd name="connsiteX7743" fmla="*/ 8414664 w 11677525"/>
              <a:gd name="connsiteY7743" fmla="*/ 325698 h 4078220"/>
              <a:gd name="connsiteX7744" fmla="*/ 5313854 w 11677525"/>
              <a:gd name="connsiteY7744" fmla="*/ 324215 h 4078220"/>
              <a:gd name="connsiteX7745" fmla="*/ 5340612 w 11677525"/>
              <a:gd name="connsiteY7745" fmla="*/ 326714 h 4078220"/>
              <a:gd name="connsiteX7746" fmla="*/ 5327830 w 11677525"/>
              <a:gd name="connsiteY7746" fmla="*/ 333614 h 4078220"/>
              <a:gd name="connsiteX7747" fmla="*/ 5300961 w 11677525"/>
              <a:gd name="connsiteY7747" fmla="*/ 331062 h 4078220"/>
              <a:gd name="connsiteX7748" fmla="*/ 5313854 w 11677525"/>
              <a:gd name="connsiteY7748" fmla="*/ 324215 h 4078220"/>
              <a:gd name="connsiteX7749" fmla="*/ 4630600 w 11677525"/>
              <a:gd name="connsiteY7749" fmla="*/ 323592 h 4078220"/>
              <a:gd name="connsiteX7750" fmla="*/ 4646754 w 11677525"/>
              <a:gd name="connsiteY7750" fmla="*/ 328119 h 4078220"/>
              <a:gd name="connsiteX7751" fmla="*/ 4619718 w 11677525"/>
              <a:gd name="connsiteY7751" fmla="*/ 339783 h 4078220"/>
              <a:gd name="connsiteX7752" fmla="*/ 4576094 w 11677525"/>
              <a:gd name="connsiteY7752" fmla="*/ 335461 h 4078220"/>
              <a:gd name="connsiteX7753" fmla="*/ 4603381 w 11677525"/>
              <a:gd name="connsiteY7753" fmla="*/ 323850 h 4078220"/>
              <a:gd name="connsiteX7754" fmla="*/ 4630600 w 11677525"/>
              <a:gd name="connsiteY7754" fmla="*/ 323592 h 4078220"/>
              <a:gd name="connsiteX7755" fmla="*/ 6341605 w 11677525"/>
              <a:gd name="connsiteY7755" fmla="*/ 322249 h 4078220"/>
              <a:gd name="connsiteX7756" fmla="*/ 6358989 w 11677525"/>
              <a:gd name="connsiteY7756" fmla="*/ 325959 h 4078220"/>
              <a:gd name="connsiteX7757" fmla="*/ 6347735 w 11677525"/>
              <a:gd name="connsiteY7757" fmla="*/ 335461 h 4078220"/>
              <a:gd name="connsiteX7758" fmla="*/ 6308001 w 11677525"/>
              <a:gd name="connsiteY7758" fmla="*/ 331921 h 4078220"/>
              <a:gd name="connsiteX7759" fmla="*/ 6319532 w 11677525"/>
              <a:gd name="connsiteY7759" fmla="*/ 322445 h 4078220"/>
              <a:gd name="connsiteX7760" fmla="*/ 6341605 w 11677525"/>
              <a:gd name="connsiteY7760" fmla="*/ 322249 h 4078220"/>
              <a:gd name="connsiteX7761" fmla="*/ 6824767 w 11677525"/>
              <a:gd name="connsiteY7761" fmla="*/ 322020 h 4078220"/>
              <a:gd name="connsiteX7762" fmla="*/ 6842753 w 11677525"/>
              <a:gd name="connsiteY7762" fmla="*/ 325620 h 4078220"/>
              <a:gd name="connsiteX7763" fmla="*/ 6834778 w 11677525"/>
              <a:gd name="connsiteY7763" fmla="*/ 334862 h 4078220"/>
              <a:gd name="connsiteX7764" fmla="*/ 6795154 w 11677525"/>
              <a:gd name="connsiteY7764" fmla="*/ 331425 h 4078220"/>
              <a:gd name="connsiteX7765" fmla="*/ 6803407 w 11677525"/>
              <a:gd name="connsiteY7765" fmla="*/ 322210 h 4078220"/>
              <a:gd name="connsiteX7766" fmla="*/ 6824767 w 11677525"/>
              <a:gd name="connsiteY7766" fmla="*/ 322020 h 4078220"/>
              <a:gd name="connsiteX7767" fmla="*/ 4048872 w 11677525"/>
              <a:gd name="connsiteY7767" fmla="*/ 321923 h 4078220"/>
              <a:gd name="connsiteX7768" fmla="*/ 4063709 w 11677525"/>
              <a:gd name="connsiteY7768" fmla="*/ 326583 h 4078220"/>
              <a:gd name="connsiteX7769" fmla="*/ 4031143 w 11677525"/>
              <a:gd name="connsiteY7769" fmla="*/ 338637 h 4078220"/>
              <a:gd name="connsiteX7770" fmla="*/ 3987796 w 11677525"/>
              <a:gd name="connsiteY7770" fmla="*/ 334186 h 4078220"/>
              <a:gd name="connsiteX7771" fmla="*/ 4020613 w 11677525"/>
              <a:gd name="connsiteY7771" fmla="*/ 322184 h 4078220"/>
              <a:gd name="connsiteX7772" fmla="*/ 4048872 w 11677525"/>
              <a:gd name="connsiteY7772" fmla="*/ 321923 h 4078220"/>
              <a:gd name="connsiteX7773" fmla="*/ 3572222 w 11677525"/>
              <a:gd name="connsiteY7773" fmla="*/ 321351 h 4078220"/>
              <a:gd name="connsiteX7774" fmla="*/ 3577668 w 11677525"/>
              <a:gd name="connsiteY7774" fmla="*/ 321950 h 4078220"/>
              <a:gd name="connsiteX7775" fmla="*/ 3572917 w 11677525"/>
              <a:gd name="connsiteY7775" fmla="*/ 323512 h 4078220"/>
              <a:gd name="connsiteX7776" fmla="*/ 3567442 w 11677525"/>
              <a:gd name="connsiteY7776" fmla="*/ 322912 h 4078220"/>
              <a:gd name="connsiteX7777" fmla="*/ 3572222 w 11677525"/>
              <a:gd name="connsiteY7777" fmla="*/ 321351 h 4078220"/>
              <a:gd name="connsiteX7778" fmla="*/ 7861484 w 11677525"/>
              <a:gd name="connsiteY7778" fmla="*/ 321299 h 4078220"/>
              <a:gd name="connsiteX7779" fmla="*/ 7895224 w 11677525"/>
              <a:gd name="connsiteY7779" fmla="*/ 327209 h 4078220"/>
              <a:gd name="connsiteX7780" fmla="*/ 7892528 w 11677525"/>
              <a:gd name="connsiteY7780" fmla="*/ 342517 h 4078220"/>
              <a:gd name="connsiteX7781" fmla="*/ 7823368 w 11677525"/>
              <a:gd name="connsiteY7781" fmla="*/ 336841 h 4078220"/>
              <a:gd name="connsiteX7782" fmla="*/ 7826618 w 11677525"/>
              <a:gd name="connsiteY7782" fmla="*/ 321638 h 4078220"/>
              <a:gd name="connsiteX7783" fmla="*/ 7861484 w 11677525"/>
              <a:gd name="connsiteY7783" fmla="*/ 321299 h 4078220"/>
              <a:gd name="connsiteX7784" fmla="*/ 5870331 w 11677525"/>
              <a:gd name="connsiteY7784" fmla="*/ 321185 h 4078220"/>
              <a:gd name="connsiteX7785" fmla="*/ 5884062 w 11677525"/>
              <a:gd name="connsiteY7785" fmla="*/ 324293 h 4078220"/>
              <a:gd name="connsiteX7786" fmla="*/ 5871975 w 11677525"/>
              <a:gd name="connsiteY7786" fmla="*/ 332364 h 4078220"/>
              <a:gd name="connsiteX7787" fmla="*/ 5839326 w 11677525"/>
              <a:gd name="connsiteY7787" fmla="*/ 329396 h 4078220"/>
              <a:gd name="connsiteX7788" fmla="*/ 5851579 w 11677525"/>
              <a:gd name="connsiteY7788" fmla="*/ 321377 h 4078220"/>
              <a:gd name="connsiteX7789" fmla="*/ 5870331 w 11677525"/>
              <a:gd name="connsiteY7789" fmla="*/ 321185 h 4078220"/>
              <a:gd name="connsiteX7790" fmla="*/ 5422139 w 11677525"/>
              <a:gd name="connsiteY7790" fmla="*/ 320388 h 4078220"/>
              <a:gd name="connsiteX7791" fmla="*/ 5449063 w 11677525"/>
              <a:gd name="connsiteY7791" fmla="*/ 322912 h 4078220"/>
              <a:gd name="connsiteX7792" fmla="*/ 5436810 w 11677525"/>
              <a:gd name="connsiteY7792" fmla="*/ 329734 h 4078220"/>
              <a:gd name="connsiteX7793" fmla="*/ 5409829 w 11677525"/>
              <a:gd name="connsiteY7793" fmla="*/ 327209 h 4078220"/>
              <a:gd name="connsiteX7794" fmla="*/ 5422139 w 11677525"/>
              <a:gd name="connsiteY7794" fmla="*/ 320388 h 4078220"/>
              <a:gd name="connsiteX7795" fmla="*/ 6588301 w 11677525"/>
              <a:gd name="connsiteY7795" fmla="*/ 319138 h 4078220"/>
              <a:gd name="connsiteX7796" fmla="*/ 6607456 w 11677525"/>
              <a:gd name="connsiteY7796" fmla="*/ 323069 h 4078220"/>
              <a:gd name="connsiteX7797" fmla="*/ 6597091 w 11677525"/>
              <a:gd name="connsiteY7797" fmla="*/ 333222 h 4078220"/>
              <a:gd name="connsiteX7798" fmla="*/ 6554189 w 11677525"/>
              <a:gd name="connsiteY7798" fmla="*/ 329448 h 4078220"/>
              <a:gd name="connsiteX7799" fmla="*/ 6564831 w 11677525"/>
              <a:gd name="connsiteY7799" fmla="*/ 319346 h 4078220"/>
              <a:gd name="connsiteX7800" fmla="*/ 6588301 w 11677525"/>
              <a:gd name="connsiteY7800" fmla="*/ 319138 h 4078220"/>
              <a:gd name="connsiteX7801" fmla="*/ 5745740 w 11677525"/>
              <a:gd name="connsiteY7801" fmla="*/ 319086 h 4078220"/>
              <a:gd name="connsiteX7802" fmla="*/ 5773694 w 11677525"/>
              <a:gd name="connsiteY7802" fmla="*/ 321638 h 4078220"/>
              <a:gd name="connsiteX7803" fmla="*/ 5762717 w 11677525"/>
              <a:gd name="connsiteY7803" fmla="*/ 328614 h 4078220"/>
              <a:gd name="connsiteX7804" fmla="*/ 5734681 w 11677525"/>
              <a:gd name="connsiteY7804" fmla="*/ 326037 h 4078220"/>
              <a:gd name="connsiteX7805" fmla="*/ 5745740 w 11677525"/>
              <a:gd name="connsiteY7805" fmla="*/ 319086 h 4078220"/>
              <a:gd name="connsiteX7806" fmla="*/ 5638595 w 11677525"/>
              <a:gd name="connsiteY7806" fmla="*/ 318044 h 4078220"/>
              <a:gd name="connsiteX7807" fmla="*/ 5664770 w 11677525"/>
              <a:gd name="connsiteY7807" fmla="*/ 320466 h 4078220"/>
              <a:gd name="connsiteX7808" fmla="*/ 5653933 w 11677525"/>
              <a:gd name="connsiteY7808" fmla="*/ 327027 h 4078220"/>
              <a:gd name="connsiteX7809" fmla="*/ 5627731 w 11677525"/>
              <a:gd name="connsiteY7809" fmla="*/ 324579 h 4078220"/>
              <a:gd name="connsiteX7810" fmla="*/ 5638595 w 11677525"/>
              <a:gd name="connsiteY7810" fmla="*/ 318044 h 4078220"/>
              <a:gd name="connsiteX7811" fmla="*/ 5547219 w 11677525"/>
              <a:gd name="connsiteY7811" fmla="*/ 317598 h 4078220"/>
              <a:gd name="connsiteX7812" fmla="*/ 5559625 w 11677525"/>
              <a:gd name="connsiteY7812" fmla="*/ 320544 h 4078220"/>
              <a:gd name="connsiteX7813" fmla="*/ 5546566 w 11677525"/>
              <a:gd name="connsiteY7813" fmla="*/ 328146 h 4078220"/>
              <a:gd name="connsiteX7814" fmla="*/ 5516196 w 11677525"/>
              <a:gd name="connsiteY7814" fmla="*/ 325361 h 4078220"/>
              <a:gd name="connsiteX7815" fmla="*/ 5529394 w 11677525"/>
              <a:gd name="connsiteY7815" fmla="*/ 317758 h 4078220"/>
              <a:gd name="connsiteX7816" fmla="*/ 5547219 w 11677525"/>
              <a:gd name="connsiteY7816" fmla="*/ 317598 h 4078220"/>
              <a:gd name="connsiteX7817" fmla="*/ 7528875 w 11677525"/>
              <a:gd name="connsiteY7817" fmla="*/ 317103 h 4078220"/>
              <a:gd name="connsiteX7818" fmla="*/ 7558088 w 11677525"/>
              <a:gd name="connsiteY7818" fmla="*/ 322418 h 4078220"/>
              <a:gd name="connsiteX7819" fmla="*/ 7552754 w 11677525"/>
              <a:gd name="connsiteY7819" fmla="*/ 336138 h 4078220"/>
              <a:gd name="connsiteX7820" fmla="*/ 7491484 w 11677525"/>
              <a:gd name="connsiteY7820" fmla="*/ 331035 h 4078220"/>
              <a:gd name="connsiteX7821" fmla="*/ 7497348 w 11677525"/>
              <a:gd name="connsiteY7821" fmla="*/ 317393 h 4078220"/>
              <a:gd name="connsiteX7822" fmla="*/ 7528875 w 11677525"/>
              <a:gd name="connsiteY7822" fmla="*/ 317103 h 4078220"/>
              <a:gd name="connsiteX7823" fmla="*/ 8088841 w 11677525"/>
              <a:gd name="connsiteY7823" fmla="*/ 316013 h 4078220"/>
              <a:gd name="connsiteX7824" fmla="*/ 8098343 w 11677525"/>
              <a:gd name="connsiteY7824" fmla="*/ 316794 h 4078220"/>
              <a:gd name="connsiteX7825" fmla="*/ 8098343 w 11677525"/>
              <a:gd name="connsiteY7825" fmla="*/ 318851 h 4078220"/>
              <a:gd name="connsiteX7826" fmla="*/ 8088673 w 11677525"/>
              <a:gd name="connsiteY7826" fmla="*/ 318096 h 4078220"/>
              <a:gd name="connsiteX7827" fmla="*/ 8088841 w 11677525"/>
              <a:gd name="connsiteY7827" fmla="*/ 316013 h 4078220"/>
              <a:gd name="connsiteX7828" fmla="*/ 4269171 w 11677525"/>
              <a:gd name="connsiteY7828" fmla="*/ 315893 h 4078220"/>
              <a:gd name="connsiteX7829" fmla="*/ 4282473 w 11677525"/>
              <a:gd name="connsiteY7829" fmla="*/ 319867 h 4078220"/>
              <a:gd name="connsiteX7830" fmla="*/ 4256215 w 11677525"/>
              <a:gd name="connsiteY7830" fmla="*/ 330098 h 4078220"/>
              <a:gd name="connsiteX7831" fmla="*/ 4218592 w 11677525"/>
              <a:gd name="connsiteY7831" fmla="*/ 326297 h 4078220"/>
              <a:gd name="connsiteX7832" fmla="*/ 4245072 w 11677525"/>
              <a:gd name="connsiteY7832" fmla="*/ 316118 h 4078220"/>
              <a:gd name="connsiteX7833" fmla="*/ 4269171 w 11677525"/>
              <a:gd name="connsiteY7833" fmla="*/ 315893 h 4078220"/>
              <a:gd name="connsiteX7834" fmla="*/ 7978375 w 11677525"/>
              <a:gd name="connsiteY7834" fmla="*/ 315674 h 4078220"/>
              <a:gd name="connsiteX7835" fmla="*/ 8007092 w 11677525"/>
              <a:gd name="connsiteY7835" fmla="*/ 320621 h 4078220"/>
              <a:gd name="connsiteX7836" fmla="*/ 8005813 w 11677525"/>
              <a:gd name="connsiteY7836" fmla="*/ 333378 h 4078220"/>
              <a:gd name="connsiteX7837" fmla="*/ 7947406 w 11677525"/>
              <a:gd name="connsiteY7837" fmla="*/ 328639 h 4078220"/>
              <a:gd name="connsiteX7838" fmla="*/ 7949074 w 11677525"/>
              <a:gd name="connsiteY7838" fmla="*/ 315961 h 4078220"/>
              <a:gd name="connsiteX7839" fmla="*/ 7978375 w 11677525"/>
              <a:gd name="connsiteY7839" fmla="*/ 315674 h 4078220"/>
              <a:gd name="connsiteX7840" fmla="*/ 7185719 w 11677525"/>
              <a:gd name="connsiteY7840" fmla="*/ 315659 h 4078220"/>
              <a:gd name="connsiteX7841" fmla="*/ 7212953 w 11677525"/>
              <a:gd name="connsiteY7841" fmla="*/ 320804 h 4078220"/>
              <a:gd name="connsiteX7842" fmla="*/ 7204672 w 11677525"/>
              <a:gd name="connsiteY7842" fmla="*/ 334108 h 4078220"/>
              <a:gd name="connsiteX7843" fmla="*/ 7146292 w 11677525"/>
              <a:gd name="connsiteY7843" fmla="*/ 329187 h 4078220"/>
              <a:gd name="connsiteX7844" fmla="*/ 7155128 w 11677525"/>
              <a:gd name="connsiteY7844" fmla="*/ 315961 h 4078220"/>
              <a:gd name="connsiteX7845" fmla="*/ 7185719 w 11677525"/>
              <a:gd name="connsiteY7845" fmla="*/ 315659 h 4078220"/>
              <a:gd name="connsiteX7846" fmla="*/ 4976240 w 11677525"/>
              <a:gd name="connsiteY7846" fmla="*/ 315559 h 4078220"/>
              <a:gd name="connsiteX7847" fmla="*/ 4992586 w 11677525"/>
              <a:gd name="connsiteY7847" fmla="*/ 319841 h 4078220"/>
              <a:gd name="connsiteX7848" fmla="*/ 4969384 w 11677525"/>
              <a:gd name="connsiteY7848" fmla="*/ 330880 h 4078220"/>
              <a:gd name="connsiteX7849" fmla="*/ 4927066 w 11677525"/>
              <a:gd name="connsiteY7849" fmla="*/ 326792 h 4078220"/>
              <a:gd name="connsiteX7850" fmla="*/ 4950434 w 11677525"/>
              <a:gd name="connsiteY7850" fmla="*/ 315805 h 4078220"/>
              <a:gd name="connsiteX7851" fmla="*/ 4976240 w 11677525"/>
              <a:gd name="connsiteY7851" fmla="*/ 315559 h 4078220"/>
              <a:gd name="connsiteX7852" fmla="*/ 6219223 w 11677525"/>
              <a:gd name="connsiteY7852" fmla="*/ 313931 h 4078220"/>
              <a:gd name="connsiteX7853" fmla="*/ 6251150 w 11677525"/>
              <a:gd name="connsiteY7853" fmla="*/ 316742 h 4078220"/>
              <a:gd name="connsiteX7854" fmla="*/ 6241424 w 11677525"/>
              <a:gd name="connsiteY7854" fmla="*/ 324448 h 4078220"/>
              <a:gd name="connsiteX7855" fmla="*/ 6209386 w 11677525"/>
              <a:gd name="connsiteY7855" fmla="*/ 321611 h 4078220"/>
              <a:gd name="connsiteX7856" fmla="*/ 6219223 w 11677525"/>
              <a:gd name="connsiteY7856" fmla="*/ 313931 h 4078220"/>
              <a:gd name="connsiteX7857" fmla="*/ 3458935 w 11677525"/>
              <a:gd name="connsiteY7857" fmla="*/ 312916 h 4078220"/>
              <a:gd name="connsiteX7858" fmla="*/ 3464354 w 11677525"/>
              <a:gd name="connsiteY7858" fmla="*/ 313463 h 4078220"/>
              <a:gd name="connsiteX7859" fmla="*/ 3459547 w 11677525"/>
              <a:gd name="connsiteY7859" fmla="*/ 315051 h 4078220"/>
              <a:gd name="connsiteX7860" fmla="*/ 3454017 w 11677525"/>
              <a:gd name="connsiteY7860" fmla="*/ 314452 h 4078220"/>
              <a:gd name="connsiteX7861" fmla="*/ 3458935 w 11677525"/>
              <a:gd name="connsiteY7861" fmla="*/ 312916 h 4078220"/>
              <a:gd name="connsiteX7862" fmla="*/ 3929602 w 11677525"/>
              <a:gd name="connsiteY7862" fmla="*/ 312261 h 4078220"/>
              <a:gd name="connsiteX7863" fmla="*/ 3944144 w 11677525"/>
              <a:gd name="connsiteY7863" fmla="*/ 316899 h 4078220"/>
              <a:gd name="connsiteX7864" fmla="*/ 3910495 w 11677525"/>
              <a:gd name="connsiteY7864" fmla="*/ 328979 h 4078220"/>
              <a:gd name="connsiteX7865" fmla="*/ 3867287 w 11677525"/>
              <a:gd name="connsiteY7865" fmla="*/ 324501 h 4078220"/>
              <a:gd name="connsiteX7866" fmla="*/ 3901241 w 11677525"/>
              <a:gd name="connsiteY7866" fmla="*/ 312526 h 4078220"/>
              <a:gd name="connsiteX7867" fmla="*/ 3929602 w 11677525"/>
              <a:gd name="connsiteY7867" fmla="*/ 312261 h 4078220"/>
              <a:gd name="connsiteX7868" fmla="*/ 4498913 w 11677525"/>
              <a:gd name="connsiteY7868" fmla="*/ 311298 h 4078220"/>
              <a:gd name="connsiteX7869" fmla="*/ 4513657 w 11677525"/>
              <a:gd name="connsiteY7869" fmla="*/ 315493 h 4078220"/>
              <a:gd name="connsiteX7870" fmla="*/ 4487426 w 11677525"/>
              <a:gd name="connsiteY7870" fmla="*/ 326349 h 4078220"/>
              <a:gd name="connsiteX7871" fmla="*/ 4447025 w 11677525"/>
              <a:gd name="connsiteY7871" fmla="*/ 322314 h 4078220"/>
              <a:gd name="connsiteX7872" fmla="*/ 4473394 w 11677525"/>
              <a:gd name="connsiteY7872" fmla="*/ 311535 h 4078220"/>
              <a:gd name="connsiteX7873" fmla="*/ 4498913 w 11677525"/>
              <a:gd name="connsiteY7873" fmla="*/ 311298 h 4078220"/>
              <a:gd name="connsiteX7874" fmla="*/ 4733817 w 11677525"/>
              <a:gd name="connsiteY7874" fmla="*/ 311012 h 4078220"/>
              <a:gd name="connsiteX7875" fmla="*/ 4749120 w 11677525"/>
              <a:gd name="connsiteY7875" fmla="*/ 315207 h 4078220"/>
              <a:gd name="connsiteX7876" fmla="*/ 4724612 w 11677525"/>
              <a:gd name="connsiteY7876" fmla="*/ 326037 h 4078220"/>
              <a:gd name="connsiteX7877" fmla="*/ 4683516 w 11677525"/>
              <a:gd name="connsiteY7877" fmla="*/ 322028 h 4078220"/>
              <a:gd name="connsiteX7878" fmla="*/ 4708302 w 11677525"/>
              <a:gd name="connsiteY7878" fmla="*/ 311249 h 4078220"/>
              <a:gd name="connsiteX7879" fmla="*/ 4733817 w 11677525"/>
              <a:gd name="connsiteY7879" fmla="*/ 311012 h 4078220"/>
              <a:gd name="connsiteX7880" fmla="*/ 6959252 w 11677525"/>
              <a:gd name="connsiteY7880" fmla="*/ 310469 h 4078220"/>
              <a:gd name="connsiteX7881" fmla="*/ 6979518 w 11677525"/>
              <a:gd name="connsiteY7881" fmla="*/ 314399 h 4078220"/>
              <a:gd name="connsiteX7882" fmla="*/ 6971571 w 11677525"/>
              <a:gd name="connsiteY7882" fmla="*/ 324553 h 4078220"/>
              <a:gd name="connsiteX7883" fmla="*/ 6927446 w 11677525"/>
              <a:gd name="connsiteY7883" fmla="*/ 320830 h 4078220"/>
              <a:gd name="connsiteX7884" fmla="*/ 6935671 w 11677525"/>
              <a:gd name="connsiteY7884" fmla="*/ 310677 h 4078220"/>
              <a:gd name="connsiteX7885" fmla="*/ 6959252 w 11677525"/>
              <a:gd name="connsiteY7885" fmla="*/ 310469 h 4078220"/>
              <a:gd name="connsiteX7886" fmla="*/ 8206766 w 11677525"/>
              <a:gd name="connsiteY7886" fmla="*/ 309974 h 4078220"/>
              <a:gd name="connsiteX7887" fmla="*/ 8209766 w 11677525"/>
              <a:gd name="connsiteY7887" fmla="*/ 310183 h 4078220"/>
              <a:gd name="connsiteX7888" fmla="*/ 8209766 w 11677525"/>
              <a:gd name="connsiteY7888" fmla="*/ 310833 h 4078220"/>
              <a:gd name="connsiteX7889" fmla="*/ 8206766 w 11677525"/>
              <a:gd name="connsiteY7889" fmla="*/ 310599 h 4078220"/>
              <a:gd name="connsiteX7890" fmla="*/ 8206766 w 11677525"/>
              <a:gd name="connsiteY7890" fmla="*/ 309974 h 4078220"/>
              <a:gd name="connsiteX7891" fmla="*/ 7650073 w 11677525"/>
              <a:gd name="connsiteY7891" fmla="*/ 308828 h 4078220"/>
              <a:gd name="connsiteX7892" fmla="*/ 7680683 w 11677525"/>
              <a:gd name="connsiteY7892" fmla="*/ 314295 h 4078220"/>
              <a:gd name="connsiteX7893" fmla="*/ 7676265 w 11677525"/>
              <a:gd name="connsiteY7893" fmla="*/ 328380 h 4078220"/>
              <a:gd name="connsiteX7894" fmla="*/ 7612606 w 11677525"/>
              <a:gd name="connsiteY7894" fmla="*/ 323147 h 4078220"/>
              <a:gd name="connsiteX7895" fmla="*/ 7617525 w 11677525"/>
              <a:gd name="connsiteY7895" fmla="*/ 309141 h 4078220"/>
              <a:gd name="connsiteX7896" fmla="*/ 7650073 w 11677525"/>
              <a:gd name="connsiteY7896" fmla="*/ 308828 h 4078220"/>
              <a:gd name="connsiteX7897" fmla="*/ 6707376 w 11677525"/>
              <a:gd name="connsiteY7897" fmla="*/ 307995 h 4078220"/>
              <a:gd name="connsiteX7898" fmla="*/ 6742360 w 11677525"/>
              <a:gd name="connsiteY7898" fmla="*/ 310990 h 4078220"/>
              <a:gd name="connsiteX7899" fmla="*/ 6734608 w 11677525"/>
              <a:gd name="connsiteY7899" fmla="*/ 319164 h 4078220"/>
              <a:gd name="connsiteX7900" fmla="*/ 6699485 w 11677525"/>
              <a:gd name="connsiteY7900" fmla="*/ 316144 h 4078220"/>
              <a:gd name="connsiteX7901" fmla="*/ 6707376 w 11677525"/>
              <a:gd name="connsiteY7901" fmla="*/ 307995 h 4078220"/>
              <a:gd name="connsiteX7902" fmla="*/ 6487714 w 11677525"/>
              <a:gd name="connsiteY7902" fmla="*/ 307148 h 4078220"/>
              <a:gd name="connsiteX7903" fmla="*/ 6505314 w 11677525"/>
              <a:gd name="connsiteY7903" fmla="*/ 310780 h 4078220"/>
              <a:gd name="connsiteX7904" fmla="*/ 6495060 w 11677525"/>
              <a:gd name="connsiteY7904" fmla="*/ 320101 h 4078220"/>
              <a:gd name="connsiteX7905" fmla="*/ 6455436 w 11677525"/>
              <a:gd name="connsiteY7905" fmla="*/ 316638 h 4078220"/>
              <a:gd name="connsiteX7906" fmla="*/ 6465884 w 11677525"/>
              <a:gd name="connsiteY7906" fmla="*/ 307344 h 4078220"/>
              <a:gd name="connsiteX7907" fmla="*/ 6487714 w 11677525"/>
              <a:gd name="connsiteY7907" fmla="*/ 307148 h 4078220"/>
              <a:gd name="connsiteX7908" fmla="*/ 5082580 w 11677525"/>
              <a:gd name="connsiteY7908" fmla="*/ 306667 h 4078220"/>
              <a:gd name="connsiteX7909" fmla="*/ 5099314 w 11677525"/>
              <a:gd name="connsiteY7909" fmla="*/ 310937 h 4078220"/>
              <a:gd name="connsiteX7910" fmla="*/ 5076863 w 11677525"/>
              <a:gd name="connsiteY7910" fmla="*/ 321975 h 4078220"/>
              <a:gd name="connsiteX7911" fmla="*/ 5033905 w 11677525"/>
              <a:gd name="connsiteY7911" fmla="*/ 317914 h 4078220"/>
              <a:gd name="connsiteX7912" fmla="*/ 5056634 w 11677525"/>
              <a:gd name="connsiteY7912" fmla="*/ 306927 h 4078220"/>
              <a:gd name="connsiteX7913" fmla="*/ 5082580 w 11677525"/>
              <a:gd name="connsiteY7913" fmla="*/ 306667 h 4078220"/>
              <a:gd name="connsiteX7914" fmla="*/ 7312293 w 11677525"/>
              <a:gd name="connsiteY7914" fmla="*/ 306309 h 4078220"/>
              <a:gd name="connsiteX7915" fmla="*/ 7340798 w 11677525"/>
              <a:gd name="connsiteY7915" fmla="*/ 311588 h 4078220"/>
              <a:gd name="connsiteX7916" fmla="*/ 7333434 w 11677525"/>
              <a:gd name="connsiteY7916" fmla="*/ 325256 h 4078220"/>
              <a:gd name="connsiteX7917" fmla="*/ 7272777 w 11677525"/>
              <a:gd name="connsiteY7917" fmla="*/ 320179 h 4078220"/>
              <a:gd name="connsiteX7918" fmla="*/ 7280723 w 11677525"/>
              <a:gd name="connsiteY7918" fmla="*/ 306615 h 4078220"/>
              <a:gd name="connsiteX7919" fmla="*/ 7312293 w 11677525"/>
              <a:gd name="connsiteY7919" fmla="*/ 306309 h 4078220"/>
              <a:gd name="connsiteX7920" fmla="*/ 3347650 w 11677525"/>
              <a:gd name="connsiteY7920" fmla="*/ 305575 h 4078220"/>
              <a:gd name="connsiteX7921" fmla="*/ 3348511 w 11677525"/>
              <a:gd name="connsiteY7921" fmla="*/ 305652 h 4078220"/>
              <a:gd name="connsiteX7922" fmla="*/ 3347678 w 11677525"/>
              <a:gd name="connsiteY7922" fmla="*/ 305912 h 4078220"/>
              <a:gd name="connsiteX7923" fmla="*/ 3346844 w 11677525"/>
              <a:gd name="connsiteY7923" fmla="*/ 305783 h 4078220"/>
              <a:gd name="connsiteX7924" fmla="*/ 3347650 w 11677525"/>
              <a:gd name="connsiteY7924" fmla="*/ 305575 h 4078220"/>
              <a:gd name="connsiteX7925" fmla="*/ 3805826 w 11677525"/>
              <a:gd name="connsiteY7925" fmla="*/ 305334 h 4078220"/>
              <a:gd name="connsiteX7926" fmla="*/ 3816132 w 11677525"/>
              <a:gd name="connsiteY7926" fmla="*/ 308698 h 4078220"/>
              <a:gd name="connsiteX7927" fmla="*/ 3791096 w 11677525"/>
              <a:gd name="connsiteY7927" fmla="*/ 317368 h 4078220"/>
              <a:gd name="connsiteX7928" fmla="*/ 3760030 w 11677525"/>
              <a:gd name="connsiteY7928" fmla="*/ 314165 h 4078220"/>
              <a:gd name="connsiteX7929" fmla="*/ 3785289 w 11677525"/>
              <a:gd name="connsiteY7929" fmla="*/ 305522 h 4078220"/>
              <a:gd name="connsiteX7930" fmla="*/ 3805826 w 11677525"/>
              <a:gd name="connsiteY7930" fmla="*/ 305334 h 4078220"/>
              <a:gd name="connsiteX7931" fmla="*/ 4147670 w 11677525"/>
              <a:gd name="connsiteY7931" fmla="*/ 304846 h 4078220"/>
              <a:gd name="connsiteX7932" fmla="*/ 4161546 w 11677525"/>
              <a:gd name="connsiteY7932" fmla="*/ 309037 h 4078220"/>
              <a:gd name="connsiteX7933" fmla="*/ 4132565 w 11677525"/>
              <a:gd name="connsiteY7933" fmla="*/ 319946 h 4078220"/>
              <a:gd name="connsiteX7934" fmla="*/ 4092663 w 11677525"/>
              <a:gd name="connsiteY7934" fmla="*/ 315910 h 4078220"/>
              <a:gd name="connsiteX7935" fmla="*/ 4121895 w 11677525"/>
              <a:gd name="connsiteY7935" fmla="*/ 305106 h 4078220"/>
              <a:gd name="connsiteX7936" fmla="*/ 4147670 w 11677525"/>
              <a:gd name="connsiteY7936" fmla="*/ 304846 h 4078220"/>
              <a:gd name="connsiteX7937" fmla="*/ 6135214 w 11677525"/>
              <a:gd name="connsiteY7937" fmla="*/ 304451 h 4078220"/>
              <a:gd name="connsiteX7938" fmla="*/ 6151895 w 11677525"/>
              <a:gd name="connsiteY7938" fmla="*/ 308048 h 4078220"/>
              <a:gd name="connsiteX7939" fmla="*/ 6139476 w 11677525"/>
              <a:gd name="connsiteY7939" fmla="*/ 317368 h 4078220"/>
              <a:gd name="connsiteX7940" fmla="*/ 6100769 w 11677525"/>
              <a:gd name="connsiteY7940" fmla="*/ 313905 h 4078220"/>
              <a:gd name="connsiteX7941" fmla="*/ 6113383 w 11677525"/>
              <a:gd name="connsiteY7941" fmla="*/ 304663 h 4078220"/>
              <a:gd name="connsiteX7942" fmla="*/ 6135214 w 11677525"/>
              <a:gd name="connsiteY7942" fmla="*/ 304451 h 4078220"/>
              <a:gd name="connsiteX7943" fmla="*/ 8320886 w 11677525"/>
              <a:gd name="connsiteY7943" fmla="*/ 303361 h 4078220"/>
              <a:gd name="connsiteX7944" fmla="*/ 8322052 w 11677525"/>
              <a:gd name="connsiteY7944" fmla="*/ 303465 h 4078220"/>
              <a:gd name="connsiteX7945" fmla="*/ 8322108 w 11677525"/>
              <a:gd name="connsiteY7945" fmla="*/ 303725 h 4078220"/>
              <a:gd name="connsiteX7946" fmla="*/ 8320886 w 11677525"/>
              <a:gd name="connsiteY7946" fmla="*/ 303596 h 4078220"/>
              <a:gd name="connsiteX7947" fmla="*/ 8320886 w 11677525"/>
              <a:gd name="connsiteY7947" fmla="*/ 303361 h 4078220"/>
              <a:gd name="connsiteX7948" fmla="*/ 7769215 w 11677525"/>
              <a:gd name="connsiteY7948" fmla="*/ 300745 h 4078220"/>
              <a:gd name="connsiteX7949" fmla="*/ 7801555 w 11677525"/>
              <a:gd name="connsiteY7949" fmla="*/ 306382 h 4078220"/>
              <a:gd name="connsiteX7950" fmla="*/ 7798081 w 11677525"/>
              <a:gd name="connsiteY7950" fmla="*/ 321013 h 4078220"/>
              <a:gd name="connsiteX7951" fmla="*/ 7731337 w 11677525"/>
              <a:gd name="connsiteY7951" fmla="*/ 315571 h 4078220"/>
              <a:gd name="connsiteX7952" fmla="*/ 7735395 w 11677525"/>
              <a:gd name="connsiteY7952" fmla="*/ 301044 h 4078220"/>
              <a:gd name="connsiteX7953" fmla="*/ 7769215 w 11677525"/>
              <a:gd name="connsiteY7953" fmla="*/ 300745 h 4078220"/>
              <a:gd name="connsiteX7954" fmla="*/ 3671919 w 11677525"/>
              <a:gd name="connsiteY7954" fmla="*/ 300706 h 4078220"/>
              <a:gd name="connsiteX7955" fmla="*/ 3681394 w 11677525"/>
              <a:gd name="connsiteY7955" fmla="*/ 301669 h 4078220"/>
              <a:gd name="connsiteX7956" fmla="*/ 3673419 w 11677525"/>
              <a:gd name="connsiteY7956" fmla="*/ 304376 h 4078220"/>
              <a:gd name="connsiteX7957" fmla="*/ 3663833 w 11677525"/>
              <a:gd name="connsiteY7957" fmla="*/ 303386 h 4078220"/>
              <a:gd name="connsiteX7958" fmla="*/ 3671919 w 11677525"/>
              <a:gd name="connsiteY7958" fmla="*/ 300706 h 4078220"/>
              <a:gd name="connsiteX7959" fmla="*/ 4370702 w 11677525"/>
              <a:gd name="connsiteY7959" fmla="*/ 299960 h 4078220"/>
              <a:gd name="connsiteX7960" fmla="*/ 4384144 w 11677525"/>
              <a:gd name="connsiteY7960" fmla="*/ 303856 h 4078220"/>
              <a:gd name="connsiteX7961" fmla="*/ 4358802 w 11677525"/>
              <a:gd name="connsiteY7961" fmla="*/ 313905 h 4078220"/>
              <a:gd name="connsiteX7962" fmla="*/ 4321374 w 11677525"/>
              <a:gd name="connsiteY7962" fmla="*/ 310182 h 4078220"/>
              <a:gd name="connsiteX7963" fmla="*/ 4346882 w 11677525"/>
              <a:gd name="connsiteY7963" fmla="*/ 300185 h 4078220"/>
              <a:gd name="connsiteX7964" fmla="*/ 4370702 w 11677525"/>
              <a:gd name="connsiteY7964" fmla="*/ 299960 h 4078220"/>
              <a:gd name="connsiteX7965" fmla="*/ 4838499 w 11677525"/>
              <a:gd name="connsiteY7965" fmla="*/ 299293 h 4078220"/>
              <a:gd name="connsiteX7966" fmla="*/ 4854403 w 11677525"/>
              <a:gd name="connsiteY7966" fmla="*/ 303517 h 4078220"/>
              <a:gd name="connsiteX7967" fmla="*/ 4830256 w 11677525"/>
              <a:gd name="connsiteY7967" fmla="*/ 314452 h 4078220"/>
              <a:gd name="connsiteX7968" fmla="*/ 4788132 w 11677525"/>
              <a:gd name="connsiteY7968" fmla="*/ 310391 h 4078220"/>
              <a:gd name="connsiteX7969" fmla="*/ 4812612 w 11677525"/>
              <a:gd name="connsiteY7969" fmla="*/ 299561 h 4078220"/>
              <a:gd name="connsiteX7970" fmla="*/ 4838499 w 11677525"/>
              <a:gd name="connsiteY7970" fmla="*/ 299293 h 4078220"/>
              <a:gd name="connsiteX7971" fmla="*/ 5189870 w 11677525"/>
              <a:gd name="connsiteY7971" fmla="*/ 298912 h 4078220"/>
              <a:gd name="connsiteX7972" fmla="*/ 5207988 w 11677525"/>
              <a:gd name="connsiteY7972" fmla="*/ 303439 h 4078220"/>
              <a:gd name="connsiteX7973" fmla="*/ 5184869 w 11677525"/>
              <a:gd name="connsiteY7973" fmla="*/ 315128 h 4078220"/>
              <a:gd name="connsiteX7974" fmla="*/ 5138826 w 11677525"/>
              <a:gd name="connsiteY7974" fmla="*/ 310781 h 4078220"/>
              <a:gd name="connsiteX7975" fmla="*/ 5162250 w 11677525"/>
              <a:gd name="connsiteY7975" fmla="*/ 299170 h 4078220"/>
              <a:gd name="connsiteX7976" fmla="*/ 5189870 w 11677525"/>
              <a:gd name="connsiteY7976" fmla="*/ 298912 h 4078220"/>
              <a:gd name="connsiteX7977" fmla="*/ 7091223 w 11677525"/>
              <a:gd name="connsiteY7977" fmla="*/ 298258 h 4078220"/>
              <a:gd name="connsiteX7978" fmla="*/ 7117978 w 11677525"/>
              <a:gd name="connsiteY7978" fmla="*/ 303335 h 4078220"/>
              <a:gd name="connsiteX7979" fmla="*/ 7108864 w 11677525"/>
              <a:gd name="connsiteY7979" fmla="*/ 316482 h 4078220"/>
              <a:gd name="connsiteX7980" fmla="*/ 7051013 w 11677525"/>
              <a:gd name="connsiteY7980" fmla="*/ 311614 h 4078220"/>
              <a:gd name="connsiteX7981" fmla="*/ 7060654 w 11677525"/>
              <a:gd name="connsiteY7981" fmla="*/ 298571 h 4078220"/>
              <a:gd name="connsiteX7982" fmla="*/ 7091223 w 11677525"/>
              <a:gd name="connsiteY7982" fmla="*/ 298258 h 4078220"/>
              <a:gd name="connsiteX7983" fmla="*/ 6030987 w 11677525"/>
              <a:gd name="connsiteY7983" fmla="*/ 297985 h 4078220"/>
              <a:gd name="connsiteX7984" fmla="*/ 6047085 w 11677525"/>
              <a:gd name="connsiteY7984" fmla="*/ 301513 h 4078220"/>
              <a:gd name="connsiteX7985" fmla="*/ 6034220 w 11677525"/>
              <a:gd name="connsiteY7985" fmla="*/ 310625 h 4078220"/>
              <a:gd name="connsiteX7986" fmla="*/ 5996514 w 11677525"/>
              <a:gd name="connsiteY7986" fmla="*/ 307267 h 4078220"/>
              <a:gd name="connsiteX7987" fmla="*/ 6009573 w 11677525"/>
              <a:gd name="connsiteY7987" fmla="*/ 298206 h 4078220"/>
              <a:gd name="connsiteX7988" fmla="*/ 6030987 w 11677525"/>
              <a:gd name="connsiteY7988" fmla="*/ 297985 h 4078220"/>
              <a:gd name="connsiteX7989" fmla="*/ 7436132 w 11677525"/>
              <a:gd name="connsiteY7989" fmla="*/ 297714 h 4078220"/>
              <a:gd name="connsiteX7990" fmla="*/ 7465199 w 11677525"/>
              <a:gd name="connsiteY7990" fmla="*/ 302970 h 4078220"/>
              <a:gd name="connsiteX7991" fmla="*/ 7458864 w 11677525"/>
              <a:gd name="connsiteY7991" fmla="*/ 316613 h 4078220"/>
              <a:gd name="connsiteX7992" fmla="*/ 7397651 w 11677525"/>
              <a:gd name="connsiteY7992" fmla="*/ 311562 h 4078220"/>
              <a:gd name="connsiteX7993" fmla="*/ 7404458 w 11677525"/>
              <a:gd name="connsiteY7993" fmla="*/ 298024 h 4078220"/>
              <a:gd name="connsiteX7994" fmla="*/ 7436132 w 11677525"/>
              <a:gd name="connsiteY7994" fmla="*/ 297714 h 4078220"/>
              <a:gd name="connsiteX7995" fmla="*/ 4602094 w 11677525"/>
              <a:gd name="connsiteY7995" fmla="*/ 297233 h 4078220"/>
              <a:gd name="connsiteX7996" fmla="*/ 4617328 w 11677525"/>
              <a:gd name="connsiteY7996" fmla="*/ 301461 h 4078220"/>
              <a:gd name="connsiteX7997" fmla="*/ 4591487 w 11677525"/>
              <a:gd name="connsiteY7997" fmla="*/ 312343 h 4078220"/>
              <a:gd name="connsiteX7998" fmla="*/ 4550140 w 11677525"/>
              <a:gd name="connsiteY7998" fmla="*/ 308334 h 4078220"/>
              <a:gd name="connsiteX7999" fmla="*/ 4576233 w 11677525"/>
              <a:gd name="connsiteY7999" fmla="*/ 297478 h 4078220"/>
              <a:gd name="connsiteX8000" fmla="*/ 4602094 w 11677525"/>
              <a:gd name="connsiteY8000" fmla="*/ 297233 h 4078220"/>
              <a:gd name="connsiteX8001" fmla="*/ 6387015 w 11677525"/>
              <a:gd name="connsiteY8001" fmla="*/ 296179 h 4078220"/>
              <a:gd name="connsiteX8002" fmla="*/ 6404197 w 11677525"/>
              <a:gd name="connsiteY8002" fmla="*/ 299743 h 4078220"/>
              <a:gd name="connsiteX8003" fmla="*/ 6393333 w 11677525"/>
              <a:gd name="connsiteY8003" fmla="*/ 308933 h 4078220"/>
              <a:gd name="connsiteX8004" fmla="*/ 6354348 w 11677525"/>
              <a:gd name="connsiteY8004" fmla="*/ 305548 h 4078220"/>
              <a:gd name="connsiteX8005" fmla="*/ 6365352 w 11677525"/>
              <a:gd name="connsiteY8005" fmla="*/ 296384 h 4078220"/>
              <a:gd name="connsiteX8006" fmla="*/ 6387015 w 11677525"/>
              <a:gd name="connsiteY8006" fmla="*/ 296179 h 4078220"/>
              <a:gd name="connsiteX8007" fmla="*/ 5293118 w 11677525"/>
              <a:gd name="connsiteY8007" fmla="*/ 294753 h 4078220"/>
              <a:gd name="connsiteX8008" fmla="*/ 5308075 w 11677525"/>
              <a:gd name="connsiteY8008" fmla="*/ 298415 h 4078220"/>
              <a:gd name="connsiteX8009" fmla="*/ 5290012 w 11677525"/>
              <a:gd name="connsiteY8009" fmla="*/ 307840 h 4078220"/>
              <a:gd name="connsiteX8010" fmla="*/ 5252445 w 11677525"/>
              <a:gd name="connsiteY8010" fmla="*/ 304350 h 4078220"/>
              <a:gd name="connsiteX8011" fmla="*/ 5270702 w 11677525"/>
              <a:gd name="connsiteY8011" fmla="*/ 294979 h 4078220"/>
              <a:gd name="connsiteX8012" fmla="*/ 5293118 w 11677525"/>
              <a:gd name="connsiteY8012" fmla="*/ 294753 h 4078220"/>
              <a:gd name="connsiteX8013" fmla="*/ 6863533 w 11677525"/>
              <a:gd name="connsiteY8013" fmla="*/ 294356 h 4078220"/>
              <a:gd name="connsiteX8014" fmla="*/ 6885126 w 11677525"/>
              <a:gd name="connsiteY8014" fmla="*/ 298570 h 4078220"/>
              <a:gd name="connsiteX8015" fmla="*/ 6875929 w 11677525"/>
              <a:gd name="connsiteY8015" fmla="*/ 309400 h 4078220"/>
              <a:gd name="connsiteX8016" fmla="*/ 6828497 w 11677525"/>
              <a:gd name="connsiteY8016" fmla="*/ 305391 h 4078220"/>
              <a:gd name="connsiteX8017" fmla="*/ 6838085 w 11677525"/>
              <a:gd name="connsiteY8017" fmla="*/ 294613 h 4078220"/>
              <a:gd name="connsiteX8018" fmla="*/ 6863533 w 11677525"/>
              <a:gd name="connsiteY8018" fmla="*/ 294356 h 4078220"/>
              <a:gd name="connsiteX8019" fmla="*/ 5925161 w 11677525"/>
              <a:gd name="connsiteY8019" fmla="*/ 293881 h 4078220"/>
              <a:gd name="connsiteX8020" fmla="*/ 5938718 w 11677525"/>
              <a:gd name="connsiteY8020" fmla="*/ 296878 h 4078220"/>
              <a:gd name="connsiteX8021" fmla="*/ 5927270 w 11677525"/>
              <a:gd name="connsiteY8021" fmla="*/ 304636 h 4078220"/>
              <a:gd name="connsiteX8022" fmla="*/ 5895065 w 11677525"/>
              <a:gd name="connsiteY8022" fmla="*/ 301799 h 4078220"/>
              <a:gd name="connsiteX8023" fmla="*/ 5906791 w 11677525"/>
              <a:gd name="connsiteY8023" fmla="*/ 294066 h 4078220"/>
              <a:gd name="connsiteX8024" fmla="*/ 5925161 w 11677525"/>
              <a:gd name="connsiteY8024" fmla="*/ 293881 h 4078220"/>
              <a:gd name="connsiteX8025" fmla="*/ 4030664 w 11677525"/>
              <a:gd name="connsiteY8025" fmla="*/ 293757 h 4078220"/>
              <a:gd name="connsiteX8026" fmla="*/ 4046176 w 11677525"/>
              <a:gd name="connsiteY8026" fmla="*/ 298570 h 4078220"/>
              <a:gd name="connsiteX8027" fmla="*/ 4011943 w 11677525"/>
              <a:gd name="connsiteY8027" fmla="*/ 310962 h 4078220"/>
              <a:gd name="connsiteX8028" fmla="*/ 3966623 w 11677525"/>
              <a:gd name="connsiteY8028" fmla="*/ 306355 h 4078220"/>
              <a:gd name="connsiteX8029" fmla="*/ 4001107 w 11677525"/>
              <a:gd name="connsiteY8029" fmla="*/ 294040 h 4078220"/>
              <a:gd name="connsiteX8030" fmla="*/ 4030664 w 11677525"/>
              <a:gd name="connsiteY8030" fmla="*/ 293757 h 4078220"/>
              <a:gd name="connsiteX8031" fmla="*/ 3559023 w 11677525"/>
              <a:gd name="connsiteY8031" fmla="*/ 293598 h 4078220"/>
              <a:gd name="connsiteX8032" fmla="*/ 3560829 w 11677525"/>
              <a:gd name="connsiteY8032" fmla="*/ 293781 h 4078220"/>
              <a:gd name="connsiteX8033" fmla="*/ 3559217 w 11677525"/>
              <a:gd name="connsiteY8033" fmla="*/ 294301 h 4078220"/>
              <a:gd name="connsiteX8034" fmla="*/ 3557411 w 11677525"/>
              <a:gd name="connsiteY8034" fmla="*/ 294120 h 4078220"/>
              <a:gd name="connsiteX8035" fmla="*/ 3559023 w 11677525"/>
              <a:gd name="connsiteY8035" fmla="*/ 293598 h 4078220"/>
              <a:gd name="connsiteX8036" fmla="*/ 6629181 w 11677525"/>
              <a:gd name="connsiteY8036" fmla="*/ 293364 h 4078220"/>
              <a:gd name="connsiteX8037" fmla="*/ 6647691 w 11677525"/>
              <a:gd name="connsiteY8037" fmla="*/ 297061 h 4078220"/>
              <a:gd name="connsiteX8038" fmla="*/ 6637994 w 11677525"/>
              <a:gd name="connsiteY8038" fmla="*/ 306615 h 4078220"/>
              <a:gd name="connsiteX8039" fmla="*/ 6596814 w 11677525"/>
              <a:gd name="connsiteY8039" fmla="*/ 303075 h 4078220"/>
              <a:gd name="connsiteX8040" fmla="*/ 6606733 w 11677525"/>
              <a:gd name="connsiteY8040" fmla="*/ 293572 h 4078220"/>
              <a:gd name="connsiteX8041" fmla="*/ 6629181 w 11677525"/>
              <a:gd name="connsiteY8041" fmla="*/ 293364 h 4078220"/>
              <a:gd name="connsiteX8042" fmla="*/ 7886440 w 11677525"/>
              <a:gd name="connsiteY8042" fmla="*/ 293003 h 4078220"/>
              <a:gd name="connsiteX8043" fmla="*/ 7920176 w 11677525"/>
              <a:gd name="connsiteY8043" fmla="*/ 298779 h 4078220"/>
              <a:gd name="connsiteX8044" fmla="*/ 7917786 w 11677525"/>
              <a:gd name="connsiteY8044" fmla="*/ 313775 h 4078220"/>
              <a:gd name="connsiteX8045" fmla="*/ 7848625 w 11677525"/>
              <a:gd name="connsiteY8045" fmla="*/ 308204 h 4078220"/>
              <a:gd name="connsiteX8046" fmla="*/ 7851681 w 11677525"/>
              <a:gd name="connsiteY8046" fmla="*/ 293338 h 4078220"/>
              <a:gd name="connsiteX8047" fmla="*/ 7886440 w 11677525"/>
              <a:gd name="connsiteY8047" fmla="*/ 293003 h 4078220"/>
              <a:gd name="connsiteX8048" fmla="*/ 7984030 w 11677525"/>
              <a:gd name="connsiteY8048" fmla="*/ 291230 h 4078220"/>
              <a:gd name="connsiteX8049" fmla="*/ 8018095 w 11677525"/>
              <a:gd name="connsiteY8049" fmla="*/ 293937 h 4078220"/>
              <a:gd name="connsiteX8050" fmla="*/ 8017484 w 11677525"/>
              <a:gd name="connsiteY8050" fmla="*/ 301253 h 4078220"/>
              <a:gd name="connsiteX8051" fmla="*/ 7983168 w 11677525"/>
              <a:gd name="connsiteY8051" fmla="*/ 298545 h 4078220"/>
              <a:gd name="connsiteX8052" fmla="*/ 7984030 w 11677525"/>
              <a:gd name="connsiteY8052" fmla="*/ 291230 h 4078220"/>
              <a:gd name="connsiteX8053" fmla="*/ 5399256 w 11677525"/>
              <a:gd name="connsiteY8053" fmla="*/ 290620 h 4078220"/>
              <a:gd name="connsiteX8054" fmla="*/ 5414441 w 11677525"/>
              <a:gd name="connsiteY8054" fmla="*/ 294249 h 4078220"/>
              <a:gd name="connsiteX8055" fmla="*/ 5397130 w 11677525"/>
              <a:gd name="connsiteY8055" fmla="*/ 303621 h 4078220"/>
              <a:gd name="connsiteX8056" fmla="*/ 5359396 w 11677525"/>
              <a:gd name="connsiteY8056" fmla="*/ 300159 h 4078220"/>
              <a:gd name="connsiteX8057" fmla="*/ 5376902 w 11677525"/>
              <a:gd name="connsiteY8057" fmla="*/ 290838 h 4078220"/>
              <a:gd name="connsiteX8058" fmla="*/ 5399256 w 11677525"/>
              <a:gd name="connsiteY8058" fmla="*/ 290620 h 4078220"/>
              <a:gd name="connsiteX8059" fmla="*/ 3886487 w 11677525"/>
              <a:gd name="connsiteY8059" fmla="*/ 289850 h 4078220"/>
              <a:gd name="connsiteX8060" fmla="*/ 3903020 w 11677525"/>
              <a:gd name="connsiteY8060" fmla="*/ 291516 h 4078220"/>
              <a:gd name="connsiteX8061" fmla="*/ 3890016 w 11677525"/>
              <a:gd name="connsiteY8061" fmla="*/ 296020 h 4078220"/>
              <a:gd name="connsiteX8062" fmla="*/ 3873427 w 11677525"/>
              <a:gd name="connsiteY8062" fmla="*/ 294380 h 4078220"/>
              <a:gd name="connsiteX8063" fmla="*/ 3886487 w 11677525"/>
              <a:gd name="connsiteY8063" fmla="*/ 289850 h 4078220"/>
              <a:gd name="connsiteX8064" fmla="*/ 5821372 w 11677525"/>
              <a:gd name="connsiteY8064" fmla="*/ 289612 h 4078220"/>
              <a:gd name="connsiteX8065" fmla="*/ 5836713 w 11677525"/>
              <a:gd name="connsiteY8065" fmla="*/ 293051 h 4078220"/>
              <a:gd name="connsiteX8066" fmla="*/ 5822820 w 11677525"/>
              <a:gd name="connsiteY8066" fmla="*/ 301929 h 4078220"/>
              <a:gd name="connsiteX8067" fmla="*/ 5786336 w 11677525"/>
              <a:gd name="connsiteY8067" fmla="*/ 298648 h 4078220"/>
              <a:gd name="connsiteX8068" fmla="*/ 5800340 w 11677525"/>
              <a:gd name="connsiteY8068" fmla="*/ 289823 h 4078220"/>
              <a:gd name="connsiteX8069" fmla="*/ 5821372 w 11677525"/>
              <a:gd name="connsiteY8069" fmla="*/ 289612 h 4078220"/>
              <a:gd name="connsiteX8070" fmla="*/ 7557603 w 11677525"/>
              <a:gd name="connsiteY8070" fmla="*/ 289416 h 4078220"/>
              <a:gd name="connsiteX8071" fmla="*/ 7587515 w 11677525"/>
              <a:gd name="connsiteY8071" fmla="*/ 294718 h 4078220"/>
              <a:gd name="connsiteX8072" fmla="*/ 7582208 w 11677525"/>
              <a:gd name="connsiteY8072" fmla="*/ 308437 h 4078220"/>
              <a:gd name="connsiteX8073" fmla="*/ 7519744 w 11677525"/>
              <a:gd name="connsiteY8073" fmla="*/ 303361 h 4078220"/>
              <a:gd name="connsiteX8074" fmla="*/ 7525523 w 11677525"/>
              <a:gd name="connsiteY8074" fmla="*/ 289718 h 4078220"/>
              <a:gd name="connsiteX8075" fmla="*/ 7557603 w 11677525"/>
              <a:gd name="connsiteY8075" fmla="*/ 289416 h 4078220"/>
              <a:gd name="connsiteX8076" fmla="*/ 4943039 w 11677525"/>
              <a:gd name="connsiteY8076" fmla="*/ 289104 h 4078220"/>
              <a:gd name="connsiteX8077" fmla="*/ 4959326 w 11677525"/>
              <a:gd name="connsiteY8077" fmla="*/ 293338 h 4078220"/>
              <a:gd name="connsiteX8078" fmla="*/ 4935819 w 11677525"/>
              <a:gd name="connsiteY8078" fmla="*/ 304272 h 4078220"/>
              <a:gd name="connsiteX8079" fmla="*/ 4893360 w 11677525"/>
              <a:gd name="connsiteY8079" fmla="*/ 300237 h 4078220"/>
              <a:gd name="connsiteX8080" fmla="*/ 4917063 w 11677525"/>
              <a:gd name="connsiteY8080" fmla="*/ 289381 h 4078220"/>
              <a:gd name="connsiteX8081" fmla="*/ 4943039 w 11677525"/>
              <a:gd name="connsiteY8081" fmla="*/ 289104 h 4078220"/>
              <a:gd name="connsiteX8082" fmla="*/ 8113764 w 11677525"/>
              <a:gd name="connsiteY8082" fmla="*/ 288756 h 4078220"/>
              <a:gd name="connsiteX8083" fmla="*/ 8116709 w 11677525"/>
              <a:gd name="connsiteY8083" fmla="*/ 288938 h 4078220"/>
              <a:gd name="connsiteX8084" fmla="*/ 8116738 w 11677525"/>
              <a:gd name="connsiteY8084" fmla="*/ 289615 h 4078220"/>
              <a:gd name="connsiteX8085" fmla="*/ 8113764 w 11677525"/>
              <a:gd name="connsiteY8085" fmla="*/ 289355 h 4078220"/>
              <a:gd name="connsiteX8086" fmla="*/ 8113764 w 11677525"/>
              <a:gd name="connsiteY8086" fmla="*/ 288756 h 4078220"/>
              <a:gd name="connsiteX8087" fmla="*/ 4248168 w 11677525"/>
              <a:gd name="connsiteY8087" fmla="*/ 288456 h 4078220"/>
              <a:gd name="connsiteX8088" fmla="*/ 4262161 w 11677525"/>
              <a:gd name="connsiteY8088" fmla="*/ 292583 h 4078220"/>
              <a:gd name="connsiteX8089" fmla="*/ 4234263 w 11677525"/>
              <a:gd name="connsiteY8089" fmla="*/ 303179 h 4078220"/>
              <a:gd name="connsiteX8090" fmla="*/ 4194612 w 11677525"/>
              <a:gd name="connsiteY8090" fmla="*/ 299274 h 4078220"/>
              <a:gd name="connsiteX8091" fmla="*/ 4222732 w 11677525"/>
              <a:gd name="connsiteY8091" fmla="*/ 288704 h 4078220"/>
              <a:gd name="connsiteX8092" fmla="*/ 4248168 w 11677525"/>
              <a:gd name="connsiteY8092" fmla="*/ 288456 h 4078220"/>
              <a:gd name="connsiteX8093" fmla="*/ 7218774 w 11677525"/>
              <a:gd name="connsiteY8093" fmla="*/ 288391 h 4078220"/>
              <a:gd name="connsiteX8094" fmla="*/ 7247408 w 11677525"/>
              <a:gd name="connsiteY8094" fmla="*/ 293703 h 4078220"/>
              <a:gd name="connsiteX8095" fmla="*/ 7239072 w 11677525"/>
              <a:gd name="connsiteY8095" fmla="*/ 307397 h 4078220"/>
              <a:gd name="connsiteX8096" fmla="*/ 7177774 w 11677525"/>
              <a:gd name="connsiteY8096" fmla="*/ 302320 h 4078220"/>
              <a:gd name="connsiteX8097" fmla="*/ 7186639 w 11677525"/>
              <a:gd name="connsiteY8097" fmla="*/ 288704 h 4078220"/>
              <a:gd name="connsiteX8098" fmla="*/ 7218774 w 11677525"/>
              <a:gd name="connsiteY8098" fmla="*/ 288391 h 4078220"/>
              <a:gd name="connsiteX8099" fmla="*/ 5715398 w 11677525"/>
              <a:gd name="connsiteY8099" fmla="*/ 288098 h 4078220"/>
              <a:gd name="connsiteX8100" fmla="*/ 5729402 w 11677525"/>
              <a:gd name="connsiteY8100" fmla="*/ 291308 h 4078220"/>
              <a:gd name="connsiteX8101" fmla="*/ 5715925 w 11677525"/>
              <a:gd name="connsiteY8101" fmla="*/ 299482 h 4078220"/>
              <a:gd name="connsiteX8102" fmla="*/ 5682248 w 11677525"/>
              <a:gd name="connsiteY8102" fmla="*/ 296462 h 4078220"/>
              <a:gd name="connsiteX8103" fmla="*/ 5695808 w 11677525"/>
              <a:gd name="connsiteY8103" fmla="*/ 288288 h 4078220"/>
              <a:gd name="connsiteX8104" fmla="*/ 5715398 w 11677525"/>
              <a:gd name="connsiteY8104" fmla="*/ 288098 h 4078220"/>
              <a:gd name="connsiteX8105" fmla="*/ 5609149 w 11677525"/>
              <a:gd name="connsiteY8105" fmla="*/ 288043 h 4078220"/>
              <a:gd name="connsiteX8106" fmla="*/ 5622062 w 11677525"/>
              <a:gd name="connsiteY8106" fmla="*/ 291021 h 4078220"/>
              <a:gd name="connsiteX8107" fmla="*/ 5608919 w 11677525"/>
              <a:gd name="connsiteY8107" fmla="*/ 298701 h 4078220"/>
              <a:gd name="connsiteX8108" fmla="*/ 5577520 w 11677525"/>
              <a:gd name="connsiteY8108" fmla="*/ 295889 h 4078220"/>
              <a:gd name="connsiteX8109" fmla="*/ 5590859 w 11677525"/>
              <a:gd name="connsiteY8109" fmla="*/ 288209 h 4078220"/>
              <a:gd name="connsiteX8110" fmla="*/ 5609149 w 11677525"/>
              <a:gd name="connsiteY8110" fmla="*/ 288043 h 4078220"/>
              <a:gd name="connsiteX8111" fmla="*/ 5506053 w 11677525"/>
              <a:gd name="connsiteY8111" fmla="*/ 287539 h 4078220"/>
              <a:gd name="connsiteX8112" fmla="*/ 5522475 w 11677525"/>
              <a:gd name="connsiteY8112" fmla="*/ 291411 h 4078220"/>
              <a:gd name="connsiteX8113" fmla="*/ 5504747 w 11677525"/>
              <a:gd name="connsiteY8113" fmla="*/ 301409 h 4078220"/>
              <a:gd name="connsiteX8114" fmla="*/ 5464374 w 11677525"/>
              <a:gd name="connsiteY8114" fmla="*/ 297686 h 4078220"/>
              <a:gd name="connsiteX8115" fmla="*/ 5482296 w 11677525"/>
              <a:gd name="connsiteY8115" fmla="*/ 287766 h 4078220"/>
              <a:gd name="connsiteX8116" fmla="*/ 5506053 w 11677525"/>
              <a:gd name="connsiteY8116" fmla="*/ 287539 h 4078220"/>
              <a:gd name="connsiteX8117" fmla="*/ 6286052 w 11677525"/>
              <a:gd name="connsiteY8117" fmla="*/ 286506 h 4078220"/>
              <a:gd name="connsiteX8118" fmla="*/ 6303332 w 11677525"/>
              <a:gd name="connsiteY8118" fmla="*/ 290135 h 4078220"/>
              <a:gd name="connsiteX8119" fmla="*/ 6291634 w 11677525"/>
              <a:gd name="connsiteY8119" fmla="*/ 299456 h 4078220"/>
              <a:gd name="connsiteX8120" fmla="*/ 6251983 w 11677525"/>
              <a:gd name="connsiteY8120" fmla="*/ 295993 h 4078220"/>
              <a:gd name="connsiteX8121" fmla="*/ 6263875 w 11677525"/>
              <a:gd name="connsiteY8121" fmla="*/ 286725 h 4078220"/>
              <a:gd name="connsiteX8122" fmla="*/ 6286052 w 11677525"/>
              <a:gd name="connsiteY8122" fmla="*/ 286506 h 4078220"/>
              <a:gd name="connsiteX8123" fmla="*/ 4472252 w 11677525"/>
              <a:gd name="connsiteY8123" fmla="*/ 285378 h 4078220"/>
              <a:gd name="connsiteX8124" fmla="*/ 4485759 w 11677525"/>
              <a:gd name="connsiteY8124" fmla="*/ 289198 h 4078220"/>
              <a:gd name="connsiteX8125" fmla="*/ 4461419 w 11677525"/>
              <a:gd name="connsiteY8125" fmla="*/ 299014 h 4078220"/>
              <a:gd name="connsiteX8126" fmla="*/ 4424129 w 11677525"/>
              <a:gd name="connsiteY8126" fmla="*/ 295369 h 4078220"/>
              <a:gd name="connsiteX8127" fmla="*/ 4448721 w 11677525"/>
              <a:gd name="connsiteY8127" fmla="*/ 285580 h 4078220"/>
              <a:gd name="connsiteX8128" fmla="*/ 4472252 w 11677525"/>
              <a:gd name="connsiteY8128" fmla="*/ 285378 h 4078220"/>
              <a:gd name="connsiteX8129" fmla="*/ 3447376 w 11677525"/>
              <a:gd name="connsiteY8129" fmla="*/ 285293 h 4078220"/>
              <a:gd name="connsiteX8130" fmla="*/ 3449126 w 11677525"/>
              <a:gd name="connsiteY8130" fmla="*/ 285476 h 4078220"/>
              <a:gd name="connsiteX8131" fmla="*/ 3447571 w 11677525"/>
              <a:gd name="connsiteY8131" fmla="*/ 285996 h 4078220"/>
              <a:gd name="connsiteX8132" fmla="*/ 3445848 w 11677525"/>
              <a:gd name="connsiteY8132" fmla="*/ 285788 h 4078220"/>
              <a:gd name="connsiteX8133" fmla="*/ 3447376 w 11677525"/>
              <a:gd name="connsiteY8133" fmla="*/ 285293 h 4078220"/>
              <a:gd name="connsiteX8134" fmla="*/ 4706103 w 11677525"/>
              <a:gd name="connsiteY8134" fmla="*/ 284239 h 4078220"/>
              <a:gd name="connsiteX8135" fmla="*/ 4722584 w 11677525"/>
              <a:gd name="connsiteY8135" fmla="*/ 288679 h 4078220"/>
              <a:gd name="connsiteX8136" fmla="*/ 4695964 w 11677525"/>
              <a:gd name="connsiteY8136" fmla="*/ 300133 h 4078220"/>
              <a:gd name="connsiteX8137" fmla="*/ 4651756 w 11677525"/>
              <a:gd name="connsiteY8137" fmla="*/ 295890 h 4078220"/>
              <a:gd name="connsiteX8138" fmla="*/ 4678681 w 11677525"/>
              <a:gd name="connsiteY8138" fmla="*/ 284487 h 4078220"/>
              <a:gd name="connsiteX8139" fmla="*/ 4706103 w 11677525"/>
              <a:gd name="connsiteY8139" fmla="*/ 284239 h 4078220"/>
              <a:gd name="connsiteX8140" fmla="*/ 3771811 w 11677525"/>
              <a:gd name="connsiteY8140" fmla="*/ 282664 h 4078220"/>
              <a:gd name="connsiteX8141" fmla="*/ 3778119 w 11677525"/>
              <a:gd name="connsiteY8141" fmla="*/ 283288 h 4078220"/>
              <a:gd name="connsiteX8142" fmla="*/ 3772923 w 11677525"/>
              <a:gd name="connsiteY8142" fmla="*/ 285006 h 4078220"/>
              <a:gd name="connsiteX8143" fmla="*/ 3766560 w 11677525"/>
              <a:gd name="connsiteY8143" fmla="*/ 284382 h 4078220"/>
              <a:gd name="connsiteX8144" fmla="*/ 3771811 w 11677525"/>
              <a:gd name="connsiteY8144" fmla="*/ 282664 h 4078220"/>
              <a:gd name="connsiteX8145" fmla="*/ 8227690 w 11677525"/>
              <a:gd name="connsiteY8145" fmla="*/ 282144 h 4078220"/>
              <a:gd name="connsiteX8146" fmla="*/ 8228884 w 11677525"/>
              <a:gd name="connsiteY8146" fmla="*/ 282222 h 4078220"/>
              <a:gd name="connsiteX8147" fmla="*/ 8228828 w 11677525"/>
              <a:gd name="connsiteY8147" fmla="*/ 282482 h 4078220"/>
              <a:gd name="connsiteX8148" fmla="*/ 8227690 w 11677525"/>
              <a:gd name="connsiteY8148" fmla="*/ 282404 h 4078220"/>
              <a:gd name="connsiteX8149" fmla="*/ 8227690 w 11677525"/>
              <a:gd name="connsiteY8149" fmla="*/ 282144 h 4078220"/>
              <a:gd name="connsiteX8150" fmla="*/ 6529845 w 11677525"/>
              <a:gd name="connsiteY8150" fmla="*/ 281915 h 4078220"/>
              <a:gd name="connsiteX8151" fmla="*/ 6546520 w 11677525"/>
              <a:gd name="connsiteY8151" fmla="*/ 285267 h 4078220"/>
              <a:gd name="connsiteX8152" fmla="*/ 6537072 w 11677525"/>
              <a:gd name="connsiteY8152" fmla="*/ 293937 h 4078220"/>
              <a:gd name="connsiteX8153" fmla="*/ 6499644 w 11677525"/>
              <a:gd name="connsiteY8153" fmla="*/ 290709 h 4078220"/>
              <a:gd name="connsiteX8154" fmla="*/ 6509314 w 11677525"/>
              <a:gd name="connsiteY8154" fmla="*/ 282117 h 4078220"/>
              <a:gd name="connsiteX8155" fmla="*/ 6529845 w 11677525"/>
              <a:gd name="connsiteY8155" fmla="*/ 281915 h 4078220"/>
              <a:gd name="connsiteX8156" fmla="*/ 6996818 w 11677525"/>
              <a:gd name="connsiteY8156" fmla="*/ 281600 h 4078220"/>
              <a:gd name="connsiteX8157" fmla="*/ 7025059 w 11677525"/>
              <a:gd name="connsiteY8157" fmla="*/ 286934 h 4078220"/>
              <a:gd name="connsiteX8158" fmla="*/ 7014501 w 11677525"/>
              <a:gd name="connsiteY8158" fmla="*/ 300810 h 4078220"/>
              <a:gd name="connsiteX8159" fmla="*/ 6953065 w 11677525"/>
              <a:gd name="connsiteY8159" fmla="*/ 295655 h 4078220"/>
              <a:gd name="connsiteX8160" fmla="*/ 6964180 w 11677525"/>
              <a:gd name="connsiteY8160" fmla="*/ 281909 h 4078220"/>
              <a:gd name="connsiteX8161" fmla="*/ 6996818 w 11677525"/>
              <a:gd name="connsiteY8161" fmla="*/ 281600 h 4078220"/>
              <a:gd name="connsiteX8162" fmla="*/ 7677120 w 11677525"/>
              <a:gd name="connsiteY8162" fmla="*/ 280913 h 4078220"/>
              <a:gd name="connsiteX8163" fmla="*/ 7709470 w 11677525"/>
              <a:gd name="connsiteY8163" fmla="*/ 286543 h 4078220"/>
              <a:gd name="connsiteX8164" fmla="*/ 7705136 w 11677525"/>
              <a:gd name="connsiteY8164" fmla="*/ 301174 h 4078220"/>
              <a:gd name="connsiteX8165" fmla="*/ 7637837 w 11677525"/>
              <a:gd name="connsiteY8165" fmla="*/ 295759 h 4078220"/>
              <a:gd name="connsiteX8166" fmla="*/ 7642894 w 11677525"/>
              <a:gd name="connsiteY8166" fmla="*/ 281258 h 4078220"/>
              <a:gd name="connsiteX8167" fmla="*/ 7677120 w 11677525"/>
              <a:gd name="connsiteY8167" fmla="*/ 280913 h 4078220"/>
              <a:gd name="connsiteX8168" fmla="*/ 5048346 w 11677525"/>
              <a:gd name="connsiteY8168" fmla="*/ 280092 h 4078220"/>
              <a:gd name="connsiteX8169" fmla="*/ 5065832 w 11677525"/>
              <a:gd name="connsiteY8169" fmla="*/ 284486 h 4078220"/>
              <a:gd name="connsiteX8170" fmla="*/ 5041935 w 11677525"/>
              <a:gd name="connsiteY8170" fmla="*/ 295941 h 4078220"/>
              <a:gd name="connsiteX8171" fmla="*/ 4996893 w 11677525"/>
              <a:gd name="connsiteY8171" fmla="*/ 291697 h 4078220"/>
              <a:gd name="connsiteX8172" fmla="*/ 5021067 w 11677525"/>
              <a:gd name="connsiteY8172" fmla="*/ 280347 h 4078220"/>
              <a:gd name="connsiteX8173" fmla="*/ 5048346 w 11677525"/>
              <a:gd name="connsiteY8173" fmla="*/ 280092 h 4078220"/>
              <a:gd name="connsiteX8174" fmla="*/ 6766997 w 11677525"/>
              <a:gd name="connsiteY8174" fmla="*/ 280086 h 4078220"/>
              <a:gd name="connsiteX8175" fmla="*/ 6788625 w 11677525"/>
              <a:gd name="connsiteY8175" fmla="*/ 284304 h 4078220"/>
              <a:gd name="connsiteX8176" fmla="*/ 6778593 w 11677525"/>
              <a:gd name="connsiteY8176" fmla="*/ 295212 h 4078220"/>
              <a:gd name="connsiteX8177" fmla="*/ 6730774 w 11677525"/>
              <a:gd name="connsiteY8177" fmla="*/ 291177 h 4078220"/>
              <a:gd name="connsiteX8178" fmla="*/ 6741220 w 11677525"/>
              <a:gd name="connsiteY8178" fmla="*/ 280321 h 4078220"/>
              <a:gd name="connsiteX8179" fmla="*/ 6766997 w 11677525"/>
              <a:gd name="connsiteY8179" fmla="*/ 280086 h 4078220"/>
              <a:gd name="connsiteX8180" fmla="*/ 7343041 w 11677525"/>
              <a:gd name="connsiteY8180" fmla="*/ 279725 h 4078220"/>
              <a:gd name="connsiteX8181" fmla="*/ 7371419 w 11677525"/>
              <a:gd name="connsiteY8181" fmla="*/ 284877 h 4078220"/>
              <a:gd name="connsiteX8182" fmla="*/ 7364389 w 11677525"/>
              <a:gd name="connsiteY8182" fmla="*/ 298155 h 4078220"/>
              <a:gd name="connsiteX8183" fmla="*/ 7304176 w 11677525"/>
              <a:gd name="connsiteY8183" fmla="*/ 293234 h 4078220"/>
              <a:gd name="connsiteX8184" fmla="*/ 7311706 w 11677525"/>
              <a:gd name="connsiteY8184" fmla="*/ 279983 h 4078220"/>
              <a:gd name="connsiteX8185" fmla="*/ 7343041 w 11677525"/>
              <a:gd name="connsiteY8185" fmla="*/ 279725 h 4078220"/>
              <a:gd name="connsiteX8186" fmla="*/ 6185431 w 11677525"/>
              <a:gd name="connsiteY8186" fmla="*/ 277587 h 4078220"/>
              <a:gd name="connsiteX8187" fmla="*/ 6204718 w 11677525"/>
              <a:gd name="connsiteY8187" fmla="*/ 281648 h 4078220"/>
              <a:gd name="connsiteX8188" fmla="*/ 6190796 w 11677525"/>
              <a:gd name="connsiteY8188" fmla="*/ 292114 h 4078220"/>
              <a:gd name="connsiteX8189" fmla="*/ 6146255 w 11677525"/>
              <a:gd name="connsiteY8189" fmla="*/ 288235 h 4078220"/>
              <a:gd name="connsiteX8190" fmla="*/ 6160454 w 11677525"/>
              <a:gd name="connsiteY8190" fmla="*/ 277822 h 4078220"/>
              <a:gd name="connsiteX8191" fmla="*/ 6185431 w 11677525"/>
              <a:gd name="connsiteY8191" fmla="*/ 277587 h 4078220"/>
              <a:gd name="connsiteX8192" fmla="*/ 4130036 w 11677525"/>
              <a:gd name="connsiteY8192" fmla="*/ 277099 h 4078220"/>
              <a:gd name="connsiteX8193" fmla="*/ 4145568 w 11677525"/>
              <a:gd name="connsiteY8193" fmla="*/ 281727 h 4078220"/>
              <a:gd name="connsiteX8194" fmla="*/ 4112781 w 11677525"/>
              <a:gd name="connsiteY8194" fmla="*/ 293729 h 4078220"/>
              <a:gd name="connsiteX8195" fmla="*/ 4068155 w 11677525"/>
              <a:gd name="connsiteY8195" fmla="*/ 289277 h 4078220"/>
              <a:gd name="connsiteX8196" fmla="*/ 4101083 w 11677525"/>
              <a:gd name="connsiteY8196" fmla="*/ 277353 h 4078220"/>
              <a:gd name="connsiteX8197" fmla="*/ 4130036 w 11677525"/>
              <a:gd name="connsiteY8197" fmla="*/ 277099 h 4078220"/>
              <a:gd name="connsiteX8198" fmla="*/ 7904199 w 11677525"/>
              <a:gd name="connsiteY8198" fmla="*/ 274984 h 4078220"/>
              <a:gd name="connsiteX8199" fmla="*/ 7912284 w 11677525"/>
              <a:gd name="connsiteY8199" fmla="*/ 275634 h 4078220"/>
              <a:gd name="connsiteX8200" fmla="*/ 7912007 w 11677525"/>
              <a:gd name="connsiteY8200" fmla="*/ 277353 h 4078220"/>
              <a:gd name="connsiteX8201" fmla="*/ 7903921 w 11677525"/>
              <a:gd name="connsiteY8201" fmla="*/ 276702 h 4078220"/>
              <a:gd name="connsiteX8202" fmla="*/ 7904199 w 11677525"/>
              <a:gd name="connsiteY8202" fmla="*/ 274984 h 4078220"/>
              <a:gd name="connsiteX8203" fmla="*/ 3658276 w 11677525"/>
              <a:gd name="connsiteY8203" fmla="*/ 274464 h 4078220"/>
              <a:gd name="connsiteX8204" fmla="*/ 3661416 w 11677525"/>
              <a:gd name="connsiteY8204" fmla="*/ 274802 h 4078220"/>
              <a:gd name="connsiteX8205" fmla="*/ 3658720 w 11677525"/>
              <a:gd name="connsiteY8205" fmla="*/ 275661 h 4078220"/>
              <a:gd name="connsiteX8206" fmla="*/ 3655581 w 11677525"/>
              <a:gd name="connsiteY8206" fmla="*/ 275322 h 4078220"/>
              <a:gd name="connsiteX8207" fmla="*/ 3658276 w 11677525"/>
              <a:gd name="connsiteY8207" fmla="*/ 274464 h 4078220"/>
              <a:gd name="connsiteX8208" fmla="*/ 7794303 w 11677525"/>
              <a:gd name="connsiteY8208" fmla="*/ 273643 h 4078220"/>
              <a:gd name="connsiteX8209" fmla="*/ 7826090 w 11677525"/>
              <a:gd name="connsiteY8209" fmla="*/ 279097 h 4078220"/>
              <a:gd name="connsiteX8210" fmla="*/ 7822978 w 11677525"/>
              <a:gd name="connsiteY8210" fmla="*/ 293156 h 4078220"/>
              <a:gd name="connsiteX8211" fmla="*/ 7757430 w 11677525"/>
              <a:gd name="connsiteY8211" fmla="*/ 287975 h 4078220"/>
              <a:gd name="connsiteX8212" fmla="*/ 7761181 w 11677525"/>
              <a:gd name="connsiteY8212" fmla="*/ 273968 h 4078220"/>
              <a:gd name="connsiteX8213" fmla="*/ 7794303 w 11677525"/>
              <a:gd name="connsiteY8213" fmla="*/ 273643 h 4078220"/>
              <a:gd name="connsiteX8214" fmla="*/ 4348609 w 11677525"/>
              <a:gd name="connsiteY8214" fmla="*/ 273337 h 4078220"/>
              <a:gd name="connsiteX8215" fmla="*/ 4362721 w 11677525"/>
              <a:gd name="connsiteY8215" fmla="*/ 277352 h 4078220"/>
              <a:gd name="connsiteX8216" fmla="*/ 4335768 w 11677525"/>
              <a:gd name="connsiteY8216" fmla="*/ 287792 h 4078220"/>
              <a:gd name="connsiteX8217" fmla="*/ 4296283 w 11677525"/>
              <a:gd name="connsiteY8217" fmla="*/ 283939 h 4078220"/>
              <a:gd name="connsiteX8218" fmla="*/ 4323431 w 11677525"/>
              <a:gd name="connsiteY8218" fmla="*/ 273578 h 4078220"/>
              <a:gd name="connsiteX8219" fmla="*/ 4348609 w 11677525"/>
              <a:gd name="connsiteY8219" fmla="*/ 273337 h 4078220"/>
              <a:gd name="connsiteX8220" fmla="*/ 4809459 w 11677525"/>
              <a:gd name="connsiteY8220" fmla="*/ 272865 h 4078220"/>
              <a:gd name="connsiteX8221" fmla="*/ 4826728 w 11677525"/>
              <a:gd name="connsiteY8221" fmla="*/ 277379 h 4078220"/>
              <a:gd name="connsiteX8222" fmla="*/ 4800164 w 11677525"/>
              <a:gd name="connsiteY8222" fmla="*/ 289042 h 4078220"/>
              <a:gd name="connsiteX8223" fmla="*/ 4754539 w 11677525"/>
              <a:gd name="connsiteY8223" fmla="*/ 284721 h 4078220"/>
              <a:gd name="connsiteX8224" fmla="*/ 4781352 w 11677525"/>
              <a:gd name="connsiteY8224" fmla="*/ 273136 h 4078220"/>
              <a:gd name="connsiteX8225" fmla="*/ 4809459 w 11677525"/>
              <a:gd name="connsiteY8225" fmla="*/ 272865 h 4078220"/>
              <a:gd name="connsiteX8226" fmla="*/ 5153051 w 11677525"/>
              <a:gd name="connsiteY8226" fmla="*/ 272699 h 4078220"/>
              <a:gd name="connsiteX8227" fmla="*/ 5171115 w 11677525"/>
              <a:gd name="connsiteY8227" fmla="*/ 277170 h 4078220"/>
              <a:gd name="connsiteX8228" fmla="*/ 5147635 w 11677525"/>
              <a:gd name="connsiteY8228" fmla="*/ 288704 h 4078220"/>
              <a:gd name="connsiteX8229" fmla="*/ 5101565 w 11677525"/>
              <a:gd name="connsiteY8229" fmla="*/ 284408 h 4078220"/>
              <a:gd name="connsiteX8230" fmla="*/ 5125295 w 11677525"/>
              <a:gd name="connsiteY8230" fmla="*/ 272953 h 4078220"/>
              <a:gd name="connsiteX8231" fmla="*/ 5153051 w 11677525"/>
              <a:gd name="connsiteY8231" fmla="*/ 272699 h 4078220"/>
              <a:gd name="connsiteX8232" fmla="*/ 4573759 w 11677525"/>
              <a:gd name="connsiteY8232" fmla="*/ 272126 h 4078220"/>
              <a:gd name="connsiteX8233" fmla="*/ 4587402 w 11677525"/>
              <a:gd name="connsiteY8233" fmla="*/ 275870 h 4078220"/>
              <a:gd name="connsiteX8234" fmla="*/ 4563923 w 11677525"/>
              <a:gd name="connsiteY8234" fmla="*/ 285502 h 4078220"/>
              <a:gd name="connsiteX8235" fmla="*/ 4526744 w 11677525"/>
              <a:gd name="connsiteY8235" fmla="*/ 281935 h 4078220"/>
              <a:gd name="connsiteX8236" fmla="*/ 4550446 w 11677525"/>
              <a:gd name="connsiteY8236" fmla="*/ 272328 h 4078220"/>
              <a:gd name="connsiteX8237" fmla="*/ 4573759 w 11677525"/>
              <a:gd name="connsiteY8237" fmla="*/ 272126 h 4078220"/>
              <a:gd name="connsiteX8238" fmla="*/ 7124762 w 11677525"/>
              <a:gd name="connsiteY8238" fmla="*/ 271964 h 4078220"/>
              <a:gd name="connsiteX8239" fmla="*/ 7152766 w 11677525"/>
              <a:gd name="connsiteY8239" fmla="*/ 277145 h 4078220"/>
              <a:gd name="connsiteX8240" fmla="*/ 7143569 w 11677525"/>
              <a:gd name="connsiteY8240" fmla="*/ 290552 h 4078220"/>
              <a:gd name="connsiteX8241" fmla="*/ 7083272 w 11677525"/>
              <a:gd name="connsiteY8241" fmla="*/ 285580 h 4078220"/>
              <a:gd name="connsiteX8242" fmla="*/ 7093025 w 11677525"/>
              <a:gd name="connsiteY8242" fmla="*/ 272250 h 4078220"/>
              <a:gd name="connsiteX8243" fmla="*/ 7124762 w 11677525"/>
              <a:gd name="connsiteY8243" fmla="*/ 271964 h 4078220"/>
              <a:gd name="connsiteX8244" fmla="*/ 6082232 w 11677525"/>
              <a:gd name="connsiteY8244" fmla="*/ 271730 h 4078220"/>
              <a:gd name="connsiteX8245" fmla="*/ 6099102 w 11677525"/>
              <a:gd name="connsiteY8245" fmla="*/ 275348 h 4078220"/>
              <a:gd name="connsiteX8246" fmla="*/ 6086098 w 11677525"/>
              <a:gd name="connsiteY8246" fmla="*/ 284590 h 4078220"/>
              <a:gd name="connsiteX8247" fmla="*/ 6046780 w 11677525"/>
              <a:gd name="connsiteY8247" fmla="*/ 281154 h 4078220"/>
              <a:gd name="connsiteX8248" fmla="*/ 6060007 w 11677525"/>
              <a:gd name="connsiteY8248" fmla="*/ 271938 h 4078220"/>
              <a:gd name="connsiteX8249" fmla="*/ 6082232 w 11677525"/>
              <a:gd name="connsiteY8249" fmla="*/ 271730 h 4078220"/>
              <a:gd name="connsiteX8250" fmla="*/ 7465258 w 11677525"/>
              <a:gd name="connsiteY8250" fmla="*/ 270910 h 4078220"/>
              <a:gd name="connsiteX8251" fmla="*/ 7495236 w 11677525"/>
              <a:gd name="connsiteY8251" fmla="*/ 276233 h 4078220"/>
              <a:gd name="connsiteX8252" fmla="*/ 7489039 w 11677525"/>
              <a:gd name="connsiteY8252" fmla="*/ 289980 h 4078220"/>
              <a:gd name="connsiteX8253" fmla="*/ 7425881 w 11677525"/>
              <a:gd name="connsiteY8253" fmla="*/ 284903 h 4078220"/>
              <a:gd name="connsiteX8254" fmla="*/ 7432633 w 11677525"/>
              <a:gd name="connsiteY8254" fmla="*/ 271209 h 4078220"/>
              <a:gd name="connsiteX8255" fmla="*/ 7465258 w 11677525"/>
              <a:gd name="connsiteY8255" fmla="*/ 270910 h 4078220"/>
              <a:gd name="connsiteX8256" fmla="*/ 6432102 w 11677525"/>
              <a:gd name="connsiteY8256" fmla="*/ 269976 h 4078220"/>
              <a:gd name="connsiteX8257" fmla="*/ 6451906 w 11677525"/>
              <a:gd name="connsiteY8257" fmla="*/ 273995 h 4078220"/>
              <a:gd name="connsiteX8258" fmla="*/ 6439875 w 11677525"/>
              <a:gd name="connsiteY8258" fmla="*/ 284357 h 4078220"/>
              <a:gd name="connsiteX8259" fmla="*/ 6395027 w 11677525"/>
              <a:gd name="connsiteY8259" fmla="*/ 280503 h 4078220"/>
              <a:gd name="connsiteX8260" fmla="*/ 6407337 w 11677525"/>
              <a:gd name="connsiteY8260" fmla="*/ 270194 h 4078220"/>
              <a:gd name="connsiteX8261" fmla="*/ 6432102 w 11677525"/>
              <a:gd name="connsiteY8261" fmla="*/ 269976 h 4078220"/>
              <a:gd name="connsiteX8262" fmla="*/ 6899673 w 11677525"/>
              <a:gd name="connsiteY8262" fmla="*/ 269044 h 4078220"/>
              <a:gd name="connsiteX8263" fmla="*/ 6921027 w 11677525"/>
              <a:gd name="connsiteY8263" fmla="*/ 273084 h 4078220"/>
              <a:gd name="connsiteX8264" fmla="*/ 6912219 w 11677525"/>
              <a:gd name="connsiteY8264" fmla="*/ 283575 h 4078220"/>
              <a:gd name="connsiteX8265" fmla="*/ 6865565 w 11677525"/>
              <a:gd name="connsiteY8265" fmla="*/ 279722 h 4078220"/>
              <a:gd name="connsiteX8266" fmla="*/ 6874651 w 11677525"/>
              <a:gd name="connsiteY8266" fmla="*/ 269282 h 4078220"/>
              <a:gd name="connsiteX8267" fmla="*/ 6899673 w 11677525"/>
              <a:gd name="connsiteY8267" fmla="*/ 269044 h 4078220"/>
              <a:gd name="connsiteX8268" fmla="*/ 8021429 w 11677525"/>
              <a:gd name="connsiteY8268" fmla="*/ 268709 h 4078220"/>
              <a:gd name="connsiteX8269" fmla="*/ 8023764 w 11677525"/>
              <a:gd name="connsiteY8269" fmla="*/ 268866 h 4078220"/>
              <a:gd name="connsiteX8270" fmla="*/ 8023764 w 11677525"/>
              <a:gd name="connsiteY8270" fmla="*/ 269412 h 4078220"/>
              <a:gd name="connsiteX8271" fmla="*/ 8021402 w 11677525"/>
              <a:gd name="connsiteY8271" fmla="*/ 269204 h 4078220"/>
              <a:gd name="connsiteX8272" fmla="*/ 8021429 w 11677525"/>
              <a:gd name="connsiteY8272" fmla="*/ 268709 h 4078220"/>
              <a:gd name="connsiteX8273" fmla="*/ 4008758 w 11677525"/>
              <a:gd name="connsiteY8273" fmla="*/ 268401 h 4078220"/>
              <a:gd name="connsiteX8274" fmla="*/ 4021919 w 11677525"/>
              <a:gd name="connsiteY8274" fmla="*/ 272406 h 4078220"/>
              <a:gd name="connsiteX8275" fmla="*/ 3992659 w 11677525"/>
              <a:gd name="connsiteY8275" fmla="*/ 282741 h 4078220"/>
              <a:gd name="connsiteX8276" fmla="*/ 3954119 w 11677525"/>
              <a:gd name="connsiteY8276" fmla="*/ 278941 h 4078220"/>
              <a:gd name="connsiteX8277" fmla="*/ 3983656 w 11677525"/>
              <a:gd name="connsiteY8277" fmla="*/ 268631 h 4078220"/>
              <a:gd name="connsiteX8278" fmla="*/ 4008758 w 11677525"/>
              <a:gd name="connsiteY8278" fmla="*/ 268401 h 4078220"/>
              <a:gd name="connsiteX8279" fmla="*/ 6669945 w 11677525"/>
              <a:gd name="connsiteY8279" fmla="*/ 267242 h 4078220"/>
              <a:gd name="connsiteX8280" fmla="*/ 6691122 w 11677525"/>
              <a:gd name="connsiteY8280" fmla="*/ 271392 h 4078220"/>
              <a:gd name="connsiteX8281" fmla="*/ 6680369 w 11677525"/>
              <a:gd name="connsiteY8281" fmla="*/ 282118 h 4078220"/>
              <a:gd name="connsiteX8282" fmla="*/ 6633298 w 11677525"/>
              <a:gd name="connsiteY8282" fmla="*/ 278134 h 4078220"/>
              <a:gd name="connsiteX8283" fmla="*/ 6644329 w 11677525"/>
              <a:gd name="connsiteY8283" fmla="*/ 267487 h 4078220"/>
              <a:gd name="connsiteX8284" fmla="*/ 6669945 w 11677525"/>
              <a:gd name="connsiteY8284" fmla="*/ 267242 h 4078220"/>
              <a:gd name="connsiteX8285" fmla="*/ 5256951 w 11677525"/>
              <a:gd name="connsiteY8285" fmla="*/ 267075 h 4078220"/>
              <a:gd name="connsiteX8286" fmla="*/ 5274870 w 11677525"/>
              <a:gd name="connsiteY8286" fmla="*/ 271391 h 4078220"/>
              <a:gd name="connsiteX8287" fmla="*/ 5252807 w 11677525"/>
              <a:gd name="connsiteY8287" fmla="*/ 282612 h 4078220"/>
              <a:gd name="connsiteX8288" fmla="*/ 5207543 w 11677525"/>
              <a:gd name="connsiteY8288" fmla="*/ 278498 h 4078220"/>
              <a:gd name="connsiteX8289" fmla="*/ 5229884 w 11677525"/>
              <a:gd name="connsiteY8289" fmla="*/ 267329 h 4078220"/>
              <a:gd name="connsiteX8290" fmla="*/ 5256951 w 11677525"/>
              <a:gd name="connsiteY8290" fmla="*/ 267075 h 4078220"/>
              <a:gd name="connsiteX8291" fmla="*/ 3546575 w 11677525"/>
              <a:gd name="connsiteY8291" fmla="*/ 266470 h 4078220"/>
              <a:gd name="connsiteX8292" fmla="*/ 3547491 w 11677525"/>
              <a:gd name="connsiteY8292" fmla="*/ 266575 h 4078220"/>
              <a:gd name="connsiteX8293" fmla="*/ 3546741 w 11677525"/>
              <a:gd name="connsiteY8293" fmla="*/ 266809 h 4078220"/>
              <a:gd name="connsiteX8294" fmla="*/ 3545852 w 11677525"/>
              <a:gd name="connsiteY8294" fmla="*/ 266705 h 4078220"/>
              <a:gd name="connsiteX8295" fmla="*/ 3546575 w 11677525"/>
              <a:gd name="connsiteY8295" fmla="*/ 266470 h 4078220"/>
              <a:gd name="connsiteX8296" fmla="*/ 5980230 w 11677525"/>
              <a:gd name="connsiteY8296" fmla="*/ 266168 h 4078220"/>
              <a:gd name="connsiteX8297" fmla="*/ 5997625 w 11677525"/>
              <a:gd name="connsiteY8297" fmla="*/ 269933 h 4078220"/>
              <a:gd name="connsiteX8298" fmla="*/ 5983314 w 11677525"/>
              <a:gd name="connsiteY8298" fmla="*/ 279618 h 4078220"/>
              <a:gd name="connsiteX8299" fmla="*/ 5942302 w 11677525"/>
              <a:gd name="connsiteY8299" fmla="*/ 276000 h 4078220"/>
              <a:gd name="connsiteX8300" fmla="*/ 5956918 w 11677525"/>
              <a:gd name="connsiteY8300" fmla="*/ 266367 h 4078220"/>
              <a:gd name="connsiteX8301" fmla="*/ 5980230 w 11677525"/>
              <a:gd name="connsiteY8301" fmla="*/ 266168 h 4078220"/>
              <a:gd name="connsiteX8302" fmla="*/ 5876161 w 11677525"/>
              <a:gd name="connsiteY8302" fmla="*/ 263092 h 4078220"/>
              <a:gd name="connsiteX8303" fmla="*/ 5891342 w 11677525"/>
              <a:gd name="connsiteY8303" fmla="*/ 266393 h 4078220"/>
              <a:gd name="connsiteX8304" fmla="*/ 5878088 w 11677525"/>
              <a:gd name="connsiteY8304" fmla="*/ 274932 h 4078220"/>
              <a:gd name="connsiteX8305" fmla="*/ 5842077 w 11677525"/>
              <a:gd name="connsiteY8305" fmla="*/ 271781 h 4078220"/>
              <a:gd name="connsiteX8306" fmla="*/ 5855581 w 11677525"/>
              <a:gd name="connsiteY8306" fmla="*/ 263268 h 4078220"/>
              <a:gd name="connsiteX8307" fmla="*/ 5876161 w 11677525"/>
              <a:gd name="connsiteY8307" fmla="*/ 263092 h 4078220"/>
              <a:gd name="connsiteX8308" fmla="*/ 3869871 w 11677525"/>
              <a:gd name="connsiteY8308" fmla="*/ 263086 h 4078220"/>
              <a:gd name="connsiteX8309" fmla="*/ 3887376 w 11677525"/>
              <a:gd name="connsiteY8309" fmla="*/ 264805 h 4078220"/>
              <a:gd name="connsiteX8310" fmla="*/ 3873455 w 11677525"/>
              <a:gd name="connsiteY8310" fmla="*/ 269569 h 4078220"/>
              <a:gd name="connsiteX8311" fmla="*/ 3855866 w 11677525"/>
              <a:gd name="connsiteY8311" fmla="*/ 267824 h 4078220"/>
              <a:gd name="connsiteX8312" fmla="*/ 3869871 w 11677525"/>
              <a:gd name="connsiteY8312" fmla="*/ 263086 h 4078220"/>
              <a:gd name="connsiteX8313" fmla="*/ 4912367 w 11677525"/>
              <a:gd name="connsiteY8313" fmla="*/ 263027 h 4078220"/>
              <a:gd name="connsiteX8314" fmla="*/ 4929955 w 11677525"/>
              <a:gd name="connsiteY8314" fmla="*/ 267512 h 4078220"/>
              <a:gd name="connsiteX8315" fmla="*/ 4904198 w 11677525"/>
              <a:gd name="connsiteY8315" fmla="*/ 279149 h 4078220"/>
              <a:gd name="connsiteX8316" fmla="*/ 4858155 w 11677525"/>
              <a:gd name="connsiteY8316" fmla="*/ 274853 h 4078220"/>
              <a:gd name="connsiteX8317" fmla="*/ 4884192 w 11677525"/>
              <a:gd name="connsiteY8317" fmla="*/ 263268 h 4078220"/>
              <a:gd name="connsiteX8318" fmla="*/ 4912367 w 11677525"/>
              <a:gd name="connsiteY8318" fmla="*/ 263027 h 4078220"/>
              <a:gd name="connsiteX8319" fmla="*/ 5361088 w 11677525"/>
              <a:gd name="connsiteY8319" fmla="*/ 262712 h 4078220"/>
              <a:gd name="connsiteX8320" fmla="*/ 5379319 w 11677525"/>
              <a:gd name="connsiteY8320" fmla="*/ 267017 h 4078220"/>
              <a:gd name="connsiteX8321" fmla="*/ 5358146 w 11677525"/>
              <a:gd name="connsiteY8321" fmla="*/ 278134 h 4078220"/>
              <a:gd name="connsiteX8322" fmla="*/ 5312658 w 11677525"/>
              <a:gd name="connsiteY8322" fmla="*/ 274021 h 4078220"/>
              <a:gd name="connsiteX8323" fmla="*/ 5334165 w 11677525"/>
              <a:gd name="connsiteY8323" fmla="*/ 262956 h 4078220"/>
              <a:gd name="connsiteX8324" fmla="*/ 5361088 w 11677525"/>
              <a:gd name="connsiteY8324" fmla="*/ 262712 h 4078220"/>
              <a:gd name="connsiteX8325" fmla="*/ 7250075 w 11677525"/>
              <a:gd name="connsiteY8325" fmla="*/ 262689 h 4078220"/>
              <a:gd name="connsiteX8326" fmla="*/ 7278611 w 11677525"/>
              <a:gd name="connsiteY8326" fmla="*/ 267824 h 4078220"/>
              <a:gd name="connsiteX8327" fmla="*/ 7270554 w 11677525"/>
              <a:gd name="connsiteY8327" fmla="*/ 281231 h 4078220"/>
              <a:gd name="connsiteX8328" fmla="*/ 7209645 w 11677525"/>
              <a:gd name="connsiteY8328" fmla="*/ 276259 h 4078220"/>
              <a:gd name="connsiteX8329" fmla="*/ 7218204 w 11677525"/>
              <a:gd name="connsiteY8329" fmla="*/ 262982 h 4078220"/>
              <a:gd name="connsiteX8330" fmla="*/ 7250075 w 11677525"/>
              <a:gd name="connsiteY8330" fmla="*/ 262689 h 4078220"/>
              <a:gd name="connsiteX8331" fmla="*/ 7585045 w 11677525"/>
              <a:gd name="connsiteY8331" fmla="*/ 262407 h 4078220"/>
              <a:gd name="connsiteX8332" fmla="*/ 7616996 w 11677525"/>
              <a:gd name="connsiteY8332" fmla="*/ 267955 h 4078220"/>
              <a:gd name="connsiteX8333" fmla="*/ 7611689 w 11677525"/>
              <a:gd name="connsiteY8333" fmla="*/ 282326 h 4078220"/>
              <a:gd name="connsiteX8334" fmla="*/ 7545029 w 11677525"/>
              <a:gd name="connsiteY8334" fmla="*/ 276989 h 4078220"/>
              <a:gd name="connsiteX8335" fmla="*/ 7550948 w 11677525"/>
              <a:gd name="connsiteY8335" fmla="*/ 262696 h 4078220"/>
              <a:gd name="connsiteX8336" fmla="*/ 7585045 w 11677525"/>
              <a:gd name="connsiteY8336" fmla="*/ 262407 h 4078220"/>
              <a:gd name="connsiteX8337" fmla="*/ 4227883 w 11677525"/>
              <a:gd name="connsiteY8337" fmla="*/ 262149 h 4078220"/>
              <a:gd name="connsiteX8338" fmla="*/ 4242349 w 11677525"/>
              <a:gd name="connsiteY8338" fmla="*/ 266340 h 4078220"/>
              <a:gd name="connsiteX8339" fmla="*/ 4213091 w 11677525"/>
              <a:gd name="connsiteY8339" fmla="*/ 277249 h 4078220"/>
              <a:gd name="connsiteX8340" fmla="*/ 4171855 w 11677525"/>
              <a:gd name="connsiteY8340" fmla="*/ 273213 h 4078220"/>
              <a:gd name="connsiteX8341" fmla="*/ 4201309 w 11677525"/>
              <a:gd name="connsiteY8341" fmla="*/ 262409 h 4078220"/>
              <a:gd name="connsiteX8342" fmla="*/ 4227883 w 11677525"/>
              <a:gd name="connsiteY8342" fmla="*/ 262149 h 4078220"/>
              <a:gd name="connsiteX8343" fmla="*/ 8134272 w 11677525"/>
              <a:gd name="connsiteY8343" fmla="*/ 261759 h 4078220"/>
              <a:gd name="connsiteX8344" fmla="*/ 8136634 w 11677525"/>
              <a:gd name="connsiteY8344" fmla="*/ 261940 h 4078220"/>
              <a:gd name="connsiteX8345" fmla="*/ 8136634 w 11677525"/>
              <a:gd name="connsiteY8345" fmla="*/ 262435 h 4078220"/>
              <a:gd name="connsiteX8346" fmla="*/ 8134299 w 11677525"/>
              <a:gd name="connsiteY8346" fmla="*/ 262227 h 4078220"/>
              <a:gd name="connsiteX8347" fmla="*/ 8134272 w 11677525"/>
              <a:gd name="connsiteY8347" fmla="*/ 261759 h 4078220"/>
              <a:gd name="connsiteX8348" fmla="*/ 6332936 w 11677525"/>
              <a:gd name="connsiteY8348" fmla="*/ 260369 h 4078220"/>
              <a:gd name="connsiteX8349" fmla="*/ 6353293 w 11677525"/>
              <a:gd name="connsiteY8349" fmla="*/ 264518 h 4078220"/>
              <a:gd name="connsiteX8350" fmla="*/ 6340066 w 11677525"/>
              <a:gd name="connsiteY8350" fmla="*/ 275244 h 4078220"/>
              <a:gd name="connsiteX8351" fmla="*/ 6293580 w 11677525"/>
              <a:gd name="connsiteY8351" fmla="*/ 271287 h 4078220"/>
              <a:gd name="connsiteX8352" fmla="*/ 6307140 w 11677525"/>
              <a:gd name="connsiteY8352" fmla="*/ 260613 h 4078220"/>
              <a:gd name="connsiteX8353" fmla="*/ 6332936 w 11677525"/>
              <a:gd name="connsiteY8353" fmla="*/ 260369 h 4078220"/>
              <a:gd name="connsiteX8354" fmla="*/ 4676434 w 11677525"/>
              <a:gd name="connsiteY8354" fmla="*/ 259659 h 4078220"/>
              <a:gd name="connsiteX8355" fmla="*/ 4691324 w 11677525"/>
              <a:gd name="connsiteY8355" fmla="*/ 263633 h 4078220"/>
              <a:gd name="connsiteX8356" fmla="*/ 4666899 w 11677525"/>
              <a:gd name="connsiteY8356" fmla="*/ 273838 h 4078220"/>
              <a:gd name="connsiteX8357" fmla="*/ 4626887 w 11677525"/>
              <a:gd name="connsiteY8357" fmla="*/ 270090 h 4078220"/>
              <a:gd name="connsiteX8358" fmla="*/ 4651561 w 11677525"/>
              <a:gd name="connsiteY8358" fmla="*/ 259884 h 4078220"/>
              <a:gd name="connsiteX8359" fmla="*/ 4676434 w 11677525"/>
              <a:gd name="connsiteY8359" fmla="*/ 259659 h 4078220"/>
              <a:gd name="connsiteX8360" fmla="*/ 5465416 w 11677525"/>
              <a:gd name="connsiteY8360" fmla="*/ 259500 h 4078220"/>
              <a:gd name="connsiteX8361" fmla="*/ 5484325 w 11677525"/>
              <a:gd name="connsiteY8361" fmla="*/ 263893 h 4078220"/>
              <a:gd name="connsiteX8362" fmla="*/ 5463485 w 11677525"/>
              <a:gd name="connsiteY8362" fmla="*/ 275218 h 4078220"/>
              <a:gd name="connsiteX8363" fmla="*/ 5416803 w 11677525"/>
              <a:gd name="connsiteY8363" fmla="*/ 271026 h 4078220"/>
              <a:gd name="connsiteX8364" fmla="*/ 5438003 w 11677525"/>
              <a:gd name="connsiteY8364" fmla="*/ 259754 h 4078220"/>
              <a:gd name="connsiteX8365" fmla="*/ 5465416 w 11677525"/>
              <a:gd name="connsiteY8365" fmla="*/ 259500 h 4078220"/>
              <a:gd name="connsiteX8366" fmla="*/ 4449623 w 11677525"/>
              <a:gd name="connsiteY8366" fmla="*/ 259213 h 4078220"/>
              <a:gd name="connsiteX8367" fmla="*/ 4464364 w 11677525"/>
              <a:gd name="connsiteY8367" fmla="*/ 263321 h 4078220"/>
              <a:gd name="connsiteX8368" fmla="*/ 4437467 w 11677525"/>
              <a:gd name="connsiteY8368" fmla="*/ 273890 h 4078220"/>
              <a:gd name="connsiteX8369" fmla="*/ 4396676 w 11677525"/>
              <a:gd name="connsiteY8369" fmla="*/ 269985 h 4078220"/>
              <a:gd name="connsiteX8370" fmla="*/ 4423795 w 11677525"/>
              <a:gd name="connsiteY8370" fmla="*/ 259441 h 4078220"/>
              <a:gd name="connsiteX8371" fmla="*/ 4449623 w 11677525"/>
              <a:gd name="connsiteY8371" fmla="*/ 259213 h 4078220"/>
              <a:gd name="connsiteX8372" fmla="*/ 5775885 w 11677525"/>
              <a:gd name="connsiteY8372" fmla="*/ 258833 h 4078220"/>
              <a:gd name="connsiteX8373" fmla="*/ 5795312 w 11677525"/>
              <a:gd name="connsiteY8373" fmla="*/ 263138 h 4078220"/>
              <a:gd name="connsiteX8374" fmla="*/ 5777278 w 11677525"/>
              <a:gd name="connsiteY8374" fmla="*/ 274203 h 4078220"/>
              <a:gd name="connsiteX8375" fmla="*/ 5730846 w 11677525"/>
              <a:gd name="connsiteY8375" fmla="*/ 270115 h 4078220"/>
              <a:gd name="connsiteX8376" fmla="*/ 5749102 w 11677525"/>
              <a:gd name="connsiteY8376" fmla="*/ 259077 h 4078220"/>
              <a:gd name="connsiteX8377" fmla="*/ 5775885 w 11677525"/>
              <a:gd name="connsiteY8377" fmla="*/ 258833 h 4078220"/>
              <a:gd name="connsiteX8378" fmla="*/ 3436651 w 11677525"/>
              <a:gd name="connsiteY8378" fmla="*/ 258296 h 4078220"/>
              <a:gd name="connsiteX8379" fmla="*/ 3437512 w 11677525"/>
              <a:gd name="connsiteY8379" fmla="*/ 258374 h 4078220"/>
              <a:gd name="connsiteX8380" fmla="*/ 3436679 w 11677525"/>
              <a:gd name="connsiteY8380" fmla="*/ 258634 h 4078220"/>
              <a:gd name="connsiteX8381" fmla="*/ 3435790 w 11677525"/>
              <a:gd name="connsiteY8381" fmla="*/ 258557 h 4078220"/>
              <a:gd name="connsiteX8382" fmla="*/ 3436651 w 11677525"/>
              <a:gd name="connsiteY8382" fmla="*/ 258296 h 4078220"/>
              <a:gd name="connsiteX8383" fmla="*/ 5671967 w 11677525"/>
              <a:gd name="connsiteY8383" fmla="*/ 258080 h 4078220"/>
              <a:gd name="connsiteX8384" fmla="*/ 5690139 w 11677525"/>
              <a:gd name="connsiteY8384" fmla="*/ 262175 h 4078220"/>
              <a:gd name="connsiteX8385" fmla="*/ 5672217 w 11677525"/>
              <a:gd name="connsiteY8385" fmla="*/ 272745 h 4078220"/>
              <a:gd name="connsiteX8386" fmla="*/ 5628147 w 11677525"/>
              <a:gd name="connsiteY8386" fmla="*/ 268839 h 4078220"/>
              <a:gd name="connsiteX8387" fmla="*/ 5646375 w 11677525"/>
              <a:gd name="connsiteY8387" fmla="*/ 258322 h 4078220"/>
              <a:gd name="connsiteX8388" fmla="*/ 5671967 w 11677525"/>
              <a:gd name="connsiteY8388" fmla="*/ 258080 h 4078220"/>
              <a:gd name="connsiteX8389" fmla="*/ 5569820 w 11677525"/>
              <a:gd name="connsiteY8389" fmla="*/ 257505 h 4078220"/>
              <a:gd name="connsiteX8390" fmla="*/ 5589774 w 11677525"/>
              <a:gd name="connsiteY8390" fmla="*/ 262071 h 4078220"/>
              <a:gd name="connsiteX8391" fmla="*/ 5568963 w 11677525"/>
              <a:gd name="connsiteY8391" fmla="*/ 273890 h 4078220"/>
              <a:gd name="connsiteX8392" fmla="*/ 5520114 w 11677525"/>
              <a:gd name="connsiteY8392" fmla="*/ 269490 h 4078220"/>
              <a:gd name="connsiteX8393" fmla="*/ 5541259 w 11677525"/>
              <a:gd name="connsiteY8393" fmla="*/ 257801 h 4078220"/>
              <a:gd name="connsiteX8394" fmla="*/ 5569820 w 11677525"/>
              <a:gd name="connsiteY8394" fmla="*/ 257505 h 4078220"/>
              <a:gd name="connsiteX8395" fmla="*/ 7813892 w 11677525"/>
              <a:gd name="connsiteY8395" fmla="*/ 256578 h 4078220"/>
              <a:gd name="connsiteX8396" fmla="*/ 7817921 w 11677525"/>
              <a:gd name="connsiteY8396" fmla="*/ 256916 h 4078220"/>
              <a:gd name="connsiteX8397" fmla="*/ 7817671 w 11677525"/>
              <a:gd name="connsiteY8397" fmla="*/ 257723 h 4078220"/>
              <a:gd name="connsiteX8398" fmla="*/ 7813753 w 11677525"/>
              <a:gd name="connsiteY8398" fmla="*/ 257411 h 4078220"/>
              <a:gd name="connsiteX8399" fmla="*/ 7813892 w 11677525"/>
              <a:gd name="connsiteY8399" fmla="*/ 256578 h 4078220"/>
              <a:gd name="connsiteX8400" fmla="*/ 7030881 w 11677525"/>
              <a:gd name="connsiteY8400" fmla="*/ 256392 h 4078220"/>
              <a:gd name="connsiteX8401" fmla="*/ 7059237 w 11677525"/>
              <a:gd name="connsiteY8401" fmla="*/ 261629 h 4078220"/>
              <a:gd name="connsiteX8402" fmla="*/ 7048984 w 11677525"/>
              <a:gd name="connsiteY8402" fmla="*/ 275270 h 4078220"/>
              <a:gd name="connsiteX8403" fmla="*/ 6987437 w 11677525"/>
              <a:gd name="connsiteY8403" fmla="*/ 270246 h 4078220"/>
              <a:gd name="connsiteX8404" fmla="*/ 6998274 w 11677525"/>
              <a:gd name="connsiteY8404" fmla="*/ 256682 h 4078220"/>
              <a:gd name="connsiteX8405" fmla="*/ 7030881 w 11677525"/>
              <a:gd name="connsiteY8405" fmla="*/ 256392 h 4078220"/>
              <a:gd name="connsiteX8406" fmla="*/ 7702350 w 11677525"/>
              <a:gd name="connsiteY8406" fmla="*/ 255480 h 4078220"/>
              <a:gd name="connsiteX8407" fmla="*/ 7732005 w 11677525"/>
              <a:gd name="connsiteY8407" fmla="*/ 260560 h 4078220"/>
              <a:gd name="connsiteX8408" fmla="*/ 7728226 w 11677525"/>
              <a:gd name="connsiteY8408" fmla="*/ 273656 h 4078220"/>
              <a:gd name="connsiteX8409" fmla="*/ 7666707 w 11677525"/>
              <a:gd name="connsiteY8409" fmla="*/ 268813 h 4078220"/>
              <a:gd name="connsiteX8410" fmla="*/ 7671069 w 11677525"/>
              <a:gd name="connsiteY8410" fmla="*/ 255770 h 4078220"/>
              <a:gd name="connsiteX8411" fmla="*/ 7702350 w 11677525"/>
              <a:gd name="connsiteY8411" fmla="*/ 255480 h 4078220"/>
              <a:gd name="connsiteX8412" fmla="*/ 6572970 w 11677525"/>
              <a:gd name="connsiteY8412" fmla="*/ 255276 h 4078220"/>
              <a:gd name="connsiteX8413" fmla="*/ 6594840 w 11677525"/>
              <a:gd name="connsiteY8413" fmla="*/ 259624 h 4078220"/>
              <a:gd name="connsiteX8414" fmla="*/ 6582893 w 11677525"/>
              <a:gd name="connsiteY8414" fmla="*/ 270740 h 4078220"/>
              <a:gd name="connsiteX8415" fmla="*/ 6533766 w 11677525"/>
              <a:gd name="connsiteY8415" fmla="*/ 266628 h 4078220"/>
              <a:gd name="connsiteX8416" fmla="*/ 6546076 w 11677525"/>
              <a:gd name="connsiteY8416" fmla="*/ 255537 h 4078220"/>
              <a:gd name="connsiteX8417" fmla="*/ 6572970 w 11677525"/>
              <a:gd name="connsiteY8417" fmla="*/ 255276 h 4078220"/>
              <a:gd name="connsiteX8418" fmla="*/ 5015194 w 11677525"/>
              <a:gd name="connsiteY8418" fmla="*/ 254504 h 4078220"/>
              <a:gd name="connsiteX8419" fmla="*/ 5033181 w 11677525"/>
              <a:gd name="connsiteY8419" fmla="*/ 258999 h 4078220"/>
              <a:gd name="connsiteX8420" fmla="*/ 5008146 w 11677525"/>
              <a:gd name="connsiteY8420" fmla="*/ 270610 h 4078220"/>
              <a:gd name="connsiteX8421" fmla="*/ 4961548 w 11677525"/>
              <a:gd name="connsiteY8421" fmla="*/ 266314 h 4078220"/>
              <a:gd name="connsiteX8422" fmla="*/ 4986889 w 11677525"/>
              <a:gd name="connsiteY8422" fmla="*/ 254755 h 4078220"/>
              <a:gd name="connsiteX8423" fmla="*/ 5015194 w 11677525"/>
              <a:gd name="connsiteY8423" fmla="*/ 254504 h 4078220"/>
              <a:gd name="connsiteX8424" fmla="*/ 6805394 w 11677525"/>
              <a:gd name="connsiteY8424" fmla="*/ 254088 h 4078220"/>
              <a:gd name="connsiteX8425" fmla="*/ 6830471 w 11677525"/>
              <a:gd name="connsiteY8425" fmla="*/ 258869 h 4078220"/>
              <a:gd name="connsiteX8426" fmla="*/ 6819079 w 11677525"/>
              <a:gd name="connsiteY8426" fmla="*/ 271235 h 4078220"/>
              <a:gd name="connsiteX8427" fmla="*/ 6763867 w 11677525"/>
              <a:gd name="connsiteY8427" fmla="*/ 266653 h 4078220"/>
              <a:gd name="connsiteX8428" fmla="*/ 6775648 w 11677525"/>
              <a:gd name="connsiteY8428" fmla="*/ 254365 h 4078220"/>
              <a:gd name="connsiteX8429" fmla="*/ 6805394 w 11677525"/>
              <a:gd name="connsiteY8429" fmla="*/ 254088 h 4078220"/>
              <a:gd name="connsiteX8430" fmla="*/ 3755724 w 11677525"/>
              <a:gd name="connsiteY8430" fmla="*/ 253922 h 4078220"/>
              <a:gd name="connsiteX8431" fmla="*/ 3774396 w 11677525"/>
              <a:gd name="connsiteY8431" fmla="*/ 255771 h 4078220"/>
              <a:gd name="connsiteX8432" fmla="*/ 3759086 w 11677525"/>
              <a:gd name="connsiteY8432" fmla="*/ 260796 h 4078220"/>
              <a:gd name="connsiteX8433" fmla="*/ 3740413 w 11677525"/>
              <a:gd name="connsiteY8433" fmla="*/ 258947 h 4078220"/>
              <a:gd name="connsiteX8434" fmla="*/ 3755724 w 11677525"/>
              <a:gd name="connsiteY8434" fmla="*/ 253922 h 4078220"/>
              <a:gd name="connsiteX8435" fmla="*/ 7372652 w 11677525"/>
              <a:gd name="connsiteY8435" fmla="*/ 253886 h 4078220"/>
              <a:gd name="connsiteX8436" fmla="*/ 7401679 w 11677525"/>
              <a:gd name="connsiteY8436" fmla="*/ 259025 h 4078220"/>
              <a:gd name="connsiteX8437" fmla="*/ 7394788 w 11677525"/>
              <a:gd name="connsiteY8437" fmla="*/ 272355 h 4078220"/>
              <a:gd name="connsiteX8438" fmla="*/ 7333240 w 11677525"/>
              <a:gd name="connsiteY8438" fmla="*/ 267434 h 4078220"/>
              <a:gd name="connsiteX8439" fmla="*/ 7340688 w 11677525"/>
              <a:gd name="connsiteY8439" fmla="*/ 254157 h 4078220"/>
              <a:gd name="connsiteX8440" fmla="*/ 7372652 w 11677525"/>
              <a:gd name="connsiteY8440" fmla="*/ 253886 h 4078220"/>
              <a:gd name="connsiteX8441" fmla="*/ 6232536 w 11677525"/>
              <a:gd name="connsiteY8441" fmla="*/ 252725 h 4078220"/>
              <a:gd name="connsiteX8442" fmla="*/ 6251567 w 11677525"/>
              <a:gd name="connsiteY8442" fmla="*/ 256656 h 4078220"/>
              <a:gd name="connsiteX8443" fmla="*/ 6238340 w 11677525"/>
              <a:gd name="connsiteY8443" fmla="*/ 266783 h 4078220"/>
              <a:gd name="connsiteX8444" fmla="*/ 6194437 w 11677525"/>
              <a:gd name="connsiteY8444" fmla="*/ 263034 h 4078220"/>
              <a:gd name="connsiteX8445" fmla="*/ 6208025 w 11677525"/>
              <a:gd name="connsiteY8445" fmla="*/ 252933 h 4078220"/>
              <a:gd name="connsiteX8446" fmla="*/ 6232536 w 11677525"/>
              <a:gd name="connsiteY8446" fmla="*/ 252725 h 4078220"/>
              <a:gd name="connsiteX8447" fmla="*/ 4110371 w 11677525"/>
              <a:gd name="connsiteY8447" fmla="*/ 251443 h 4078220"/>
              <a:gd name="connsiteX8448" fmla="*/ 4125534 w 11677525"/>
              <a:gd name="connsiteY8448" fmla="*/ 255927 h 4078220"/>
              <a:gd name="connsiteX8449" fmla="*/ 4093247 w 11677525"/>
              <a:gd name="connsiteY8449" fmla="*/ 267486 h 4078220"/>
              <a:gd name="connsiteX8450" fmla="*/ 4049483 w 11677525"/>
              <a:gd name="connsiteY8450" fmla="*/ 263217 h 4078220"/>
              <a:gd name="connsiteX8451" fmla="*/ 4081993 w 11677525"/>
              <a:gd name="connsiteY8451" fmla="*/ 251683 h 4078220"/>
              <a:gd name="connsiteX8452" fmla="*/ 4110371 w 11677525"/>
              <a:gd name="connsiteY8452" fmla="*/ 251443 h 4078220"/>
              <a:gd name="connsiteX8453" fmla="*/ 7929178 w 11677525"/>
              <a:gd name="connsiteY8453" fmla="*/ 249600 h 4078220"/>
              <a:gd name="connsiteX8454" fmla="*/ 7931539 w 11677525"/>
              <a:gd name="connsiteY8454" fmla="*/ 249783 h 4078220"/>
              <a:gd name="connsiteX8455" fmla="*/ 7931484 w 11677525"/>
              <a:gd name="connsiteY8455" fmla="*/ 250277 h 4078220"/>
              <a:gd name="connsiteX8456" fmla="*/ 7929178 w 11677525"/>
              <a:gd name="connsiteY8456" fmla="*/ 250069 h 4078220"/>
              <a:gd name="connsiteX8457" fmla="*/ 7929178 w 11677525"/>
              <a:gd name="connsiteY8457" fmla="*/ 249600 h 4078220"/>
              <a:gd name="connsiteX8458" fmla="*/ 4778338 w 11677525"/>
              <a:gd name="connsiteY8458" fmla="*/ 248722 h 4078220"/>
              <a:gd name="connsiteX8459" fmla="*/ 4793885 w 11677525"/>
              <a:gd name="connsiteY8459" fmla="*/ 252750 h 4078220"/>
              <a:gd name="connsiteX8460" fmla="*/ 4769627 w 11677525"/>
              <a:gd name="connsiteY8460" fmla="*/ 263217 h 4078220"/>
              <a:gd name="connsiteX8461" fmla="*/ 4728225 w 11677525"/>
              <a:gd name="connsiteY8461" fmla="*/ 259363 h 4078220"/>
              <a:gd name="connsiteX8462" fmla="*/ 4752788 w 11677525"/>
              <a:gd name="connsiteY8462" fmla="*/ 248950 h 4078220"/>
              <a:gd name="connsiteX8463" fmla="*/ 4778338 w 11677525"/>
              <a:gd name="connsiteY8463" fmla="*/ 248722 h 4078220"/>
              <a:gd name="connsiteX8464" fmla="*/ 3645244 w 11677525"/>
              <a:gd name="connsiteY8464" fmla="*/ 248585 h 4078220"/>
              <a:gd name="connsiteX8465" fmla="*/ 3646106 w 11677525"/>
              <a:gd name="connsiteY8465" fmla="*/ 248690 h 4078220"/>
              <a:gd name="connsiteX8466" fmla="*/ 3645439 w 11677525"/>
              <a:gd name="connsiteY8466" fmla="*/ 248924 h 4078220"/>
              <a:gd name="connsiteX8467" fmla="*/ 3644467 w 11677525"/>
              <a:gd name="connsiteY8467" fmla="*/ 248846 h 4078220"/>
              <a:gd name="connsiteX8468" fmla="*/ 3645244 w 11677525"/>
              <a:gd name="connsiteY8468" fmla="*/ 248585 h 4078220"/>
              <a:gd name="connsiteX8469" fmla="*/ 3969653 w 11677525"/>
              <a:gd name="connsiteY8469" fmla="*/ 248533 h 4078220"/>
              <a:gd name="connsiteX8470" fmla="*/ 3977349 w 11677525"/>
              <a:gd name="connsiteY8470" fmla="*/ 249236 h 4078220"/>
              <a:gd name="connsiteX8471" fmla="*/ 3971486 w 11677525"/>
              <a:gd name="connsiteY8471" fmla="*/ 251266 h 4078220"/>
              <a:gd name="connsiteX8472" fmla="*/ 3963845 w 11677525"/>
              <a:gd name="connsiteY8472" fmla="*/ 250538 h 4078220"/>
              <a:gd name="connsiteX8473" fmla="*/ 3969653 w 11677525"/>
              <a:gd name="connsiteY8473" fmla="*/ 248533 h 4078220"/>
              <a:gd name="connsiteX8474" fmla="*/ 4327143 w 11677525"/>
              <a:gd name="connsiteY8474" fmla="*/ 247749 h 4078220"/>
              <a:gd name="connsiteX8475" fmla="*/ 4341769 w 11677525"/>
              <a:gd name="connsiteY8475" fmla="*/ 251866 h 4078220"/>
              <a:gd name="connsiteX8476" fmla="*/ 4313538 w 11677525"/>
              <a:gd name="connsiteY8476" fmla="*/ 262539 h 4078220"/>
              <a:gd name="connsiteX8477" fmla="*/ 4272497 w 11677525"/>
              <a:gd name="connsiteY8477" fmla="*/ 258608 h 4078220"/>
              <a:gd name="connsiteX8478" fmla="*/ 4300868 w 11677525"/>
              <a:gd name="connsiteY8478" fmla="*/ 247986 h 4078220"/>
              <a:gd name="connsiteX8479" fmla="*/ 4327143 w 11677525"/>
              <a:gd name="connsiteY8479" fmla="*/ 247749 h 4078220"/>
              <a:gd name="connsiteX8480" fmla="*/ 5118095 w 11677525"/>
              <a:gd name="connsiteY8480" fmla="*/ 247221 h 4078220"/>
              <a:gd name="connsiteX8481" fmla="*/ 5136687 w 11677525"/>
              <a:gd name="connsiteY8481" fmla="*/ 251761 h 4078220"/>
              <a:gd name="connsiteX8482" fmla="*/ 5112096 w 11677525"/>
              <a:gd name="connsiteY8482" fmla="*/ 263476 h 4078220"/>
              <a:gd name="connsiteX8483" fmla="*/ 5064442 w 11677525"/>
              <a:gd name="connsiteY8483" fmla="*/ 259155 h 4078220"/>
              <a:gd name="connsiteX8484" fmla="*/ 5089394 w 11677525"/>
              <a:gd name="connsiteY8484" fmla="*/ 247465 h 4078220"/>
              <a:gd name="connsiteX8485" fmla="*/ 5118095 w 11677525"/>
              <a:gd name="connsiteY8485" fmla="*/ 247221 h 4078220"/>
              <a:gd name="connsiteX8486" fmla="*/ 4549349 w 11677525"/>
              <a:gd name="connsiteY8486" fmla="*/ 246720 h 4078220"/>
              <a:gd name="connsiteX8487" fmla="*/ 4563868 w 11677525"/>
              <a:gd name="connsiteY8487" fmla="*/ 250642 h 4078220"/>
              <a:gd name="connsiteX8488" fmla="*/ 4538609 w 11677525"/>
              <a:gd name="connsiteY8488" fmla="*/ 260822 h 4078220"/>
              <a:gd name="connsiteX8489" fmla="*/ 4498820 w 11677525"/>
              <a:gd name="connsiteY8489" fmla="*/ 257046 h 4078220"/>
              <a:gd name="connsiteX8490" fmla="*/ 4524328 w 11677525"/>
              <a:gd name="connsiteY8490" fmla="*/ 246919 h 4078220"/>
              <a:gd name="connsiteX8491" fmla="*/ 4549349 w 11677525"/>
              <a:gd name="connsiteY8491" fmla="*/ 246720 h 4078220"/>
              <a:gd name="connsiteX8492" fmla="*/ 7157022 w 11677525"/>
              <a:gd name="connsiteY8492" fmla="*/ 246704 h 4078220"/>
              <a:gd name="connsiteX8493" fmla="*/ 7185917 w 11677525"/>
              <a:gd name="connsiteY8493" fmla="*/ 251917 h 4078220"/>
              <a:gd name="connsiteX8494" fmla="*/ 7176775 w 11677525"/>
              <a:gd name="connsiteY8494" fmla="*/ 265507 h 4078220"/>
              <a:gd name="connsiteX8495" fmla="*/ 7114644 w 11677525"/>
              <a:gd name="connsiteY8495" fmla="*/ 260483 h 4078220"/>
              <a:gd name="connsiteX8496" fmla="*/ 7124314 w 11677525"/>
              <a:gd name="connsiteY8496" fmla="*/ 246997 h 4078220"/>
              <a:gd name="connsiteX8497" fmla="*/ 7157022 w 11677525"/>
              <a:gd name="connsiteY8497" fmla="*/ 246704 h 4078220"/>
              <a:gd name="connsiteX8498" fmla="*/ 6133060 w 11677525"/>
              <a:gd name="connsiteY8498" fmla="*/ 245464 h 4078220"/>
              <a:gd name="connsiteX8499" fmla="*/ 6153312 w 11677525"/>
              <a:gd name="connsiteY8499" fmla="*/ 249678 h 4078220"/>
              <a:gd name="connsiteX8500" fmla="*/ 6138142 w 11677525"/>
              <a:gd name="connsiteY8500" fmla="*/ 260560 h 4078220"/>
              <a:gd name="connsiteX8501" fmla="*/ 6091210 w 11677525"/>
              <a:gd name="connsiteY8501" fmla="*/ 256525 h 4078220"/>
              <a:gd name="connsiteX8502" fmla="*/ 6106576 w 11677525"/>
              <a:gd name="connsiteY8502" fmla="*/ 245721 h 4078220"/>
              <a:gd name="connsiteX8503" fmla="*/ 6133060 w 11677525"/>
              <a:gd name="connsiteY8503" fmla="*/ 245464 h 4078220"/>
              <a:gd name="connsiteX8504" fmla="*/ 7492947 w 11677525"/>
              <a:gd name="connsiteY8504" fmla="*/ 245311 h 4078220"/>
              <a:gd name="connsiteX8505" fmla="*/ 7523328 w 11677525"/>
              <a:gd name="connsiteY8505" fmla="*/ 250589 h 4078220"/>
              <a:gd name="connsiteX8506" fmla="*/ 7517355 w 11677525"/>
              <a:gd name="connsiteY8506" fmla="*/ 264258 h 4078220"/>
              <a:gd name="connsiteX8507" fmla="*/ 7453501 w 11677525"/>
              <a:gd name="connsiteY8507" fmla="*/ 259180 h 4078220"/>
              <a:gd name="connsiteX8508" fmla="*/ 7460087 w 11677525"/>
              <a:gd name="connsiteY8508" fmla="*/ 245617 h 4078220"/>
              <a:gd name="connsiteX8509" fmla="*/ 7492947 w 11677525"/>
              <a:gd name="connsiteY8509" fmla="*/ 245311 h 4078220"/>
              <a:gd name="connsiteX8510" fmla="*/ 6475380 w 11677525"/>
              <a:gd name="connsiteY8510" fmla="*/ 244849 h 4078220"/>
              <a:gd name="connsiteX8511" fmla="*/ 6497283 w 11677525"/>
              <a:gd name="connsiteY8511" fmla="*/ 249210 h 4078220"/>
              <a:gd name="connsiteX8512" fmla="*/ 6484390 w 11677525"/>
              <a:gd name="connsiteY8512" fmla="*/ 260405 h 4078220"/>
              <a:gd name="connsiteX8513" fmla="*/ 6434874 w 11677525"/>
              <a:gd name="connsiteY8513" fmla="*/ 256265 h 4078220"/>
              <a:gd name="connsiteX8514" fmla="*/ 6448101 w 11677525"/>
              <a:gd name="connsiteY8514" fmla="*/ 245096 h 4078220"/>
              <a:gd name="connsiteX8515" fmla="*/ 6475380 w 11677525"/>
              <a:gd name="connsiteY8515" fmla="*/ 244849 h 4078220"/>
              <a:gd name="connsiteX8516" fmla="*/ 8042131 w 11677525"/>
              <a:gd name="connsiteY8516" fmla="*/ 242597 h 4078220"/>
              <a:gd name="connsiteX8517" fmla="*/ 8044353 w 11677525"/>
              <a:gd name="connsiteY8517" fmla="*/ 242780 h 4078220"/>
              <a:gd name="connsiteX8518" fmla="*/ 8044353 w 11677525"/>
              <a:gd name="connsiteY8518" fmla="*/ 243274 h 4078220"/>
              <a:gd name="connsiteX8519" fmla="*/ 8042076 w 11677525"/>
              <a:gd name="connsiteY8519" fmla="*/ 243092 h 4078220"/>
              <a:gd name="connsiteX8520" fmla="*/ 8042131 w 11677525"/>
              <a:gd name="connsiteY8520" fmla="*/ 242597 h 4078220"/>
              <a:gd name="connsiteX8521" fmla="*/ 6936623 w 11677525"/>
              <a:gd name="connsiteY8521" fmla="*/ 242291 h 4078220"/>
              <a:gd name="connsiteX8522" fmla="*/ 6964597 w 11677525"/>
              <a:gd name="connsiteY8522" fmla="*/ 247492 h 4078220"/>
              <a:gd name="connsiteX8523" fmla="*/ 6953454 w 11677525"/>
              <a:gd name="connsiteY8523" fmla="*/ 260977 h 4078220"/>
              <a:gd name="connsiteX8524" fmla="*/ 6892269 w 11677525"/>
              <a:gd name="connsiteY8524" fmla="*/ 255978 h 4078220"/>
              <a:gd name="connsiteX8525" fmla="*/ 6903939 w 11677525"/>
              <a:gd name="connsiteY8525" fmla="*/ 242597 h 4078220"/>
              <a:gd name="connsiteX8526" fmla="*/ 6936623 w 11677525"/>
              <a:gd name="connsiteY8526" fmla="*/ 242291 h 4078220"/>
              <a:gd name="connsiteX8527" fmla="*/ 5219962 w 11677525"/>
              <a:gd name="connsiteY8527" fmla="*/ 241595 h 4078220"/>
              <a:gd name="connsiteX8528" fmla="*/ 5238247 w 11677525"/>
              <a:gd name="connsiteY8528" fmla="*/ 245956 h 4078220"/>
              <a:gd name="connsiteX8529" fmla="*/ 5215267 w 11677525"/>
              <a:gd name="connsiteY8529" fmla="*/ 257281 h 4078220"/>
              <a:gd name="connsiteX8530" fmla="*/ 5169002 w 11677525"/>
              <a:gd name="connsiteY8530" fmla="*/ 253063 h 4078220"/>
              <a:gd name="connsiteX8531" fmla="*/ 5192260 w 11677525"/>
              <a:gd name="connsiteY8531" fmla="*/ 241843 h 4078220"/>
              <a:gd name="connsiteX8532" fmla="*/ 5219962 w 11677525"/>
              <a:gd name="connsiteY8532" fmla="*/ 241595 h 4078220"/>
              <a:gd name="connsiteX8533" fmla="*/ 6709936 w 11677525"/>
              <a:gd name="connsiteY8533" fmla="*/ 241399 h 4078220"/>
              <a:gd name="connsiteX8534" fmla="*/ 6735690 w 11677525"/>
              <a:gd name="connsiteY8534" fmla="*/ 246346 h 4078220"/>
              <a:gd name="connsiteX8535" fmla="*/ 6723159 w 11677525"/>
              <a:gd name="connsiteY8535" fmla="*/ 259076 h 4078220"/>
              <a:gd name="connsiteX8536" fmla="*/ 6665975 w 11677525"/>
              <a:gd name="connsiteY8536" fmla="*/ 254339 h 4078220"/>
              <a:gd name="connsiteX8537" fmla="*/ 6679034 w 11677525"/>
              <a:gd name="connsiteY8537" fmla="*/ 241686 h 4078220"/>
              <a:gd name="connsiteX8538" fmla="*/ 6709936 w 11677525"/>
              <a:gd name="connsiteY8538" fmla="*/ 241399 h 4078220"/>
              <a:gd name="connsiteX8539" fmla="*/ 6031872 w 11677525"/>
              <a:gd name="connsiteY8539" fmla="*/ 240489 h 4078220"/>
              <a:gd name="connsiteX8540" fmla="*/ 6050613 w 11677525"/>
              <a:gd name="connsiteY8540" fmla="*/ 244419 h 4078220"/>
              <a:gd name="connsiteX8541" fmla="*/ 6035693 w 11677525"/>
              <a:gd name="connsiteY8541" fmla="*/ 254625 h 4078220"/>
              <a:gd name="connsiteX8542" fmla="*/ 5991651 w 11677525"/>
              <a:gd name="connsiteY8542" fmla="*/ 250850 h 4078220"/>
              <a:gd name="connsiteX8543" fmla="*/ 6006961 w 11677525"/>
              <a:gd name="connsiteY8543" fmla="*/ 240697 h 4078220"/>
              <a:gd name="connsiteX8544" fmla="*/ 6031872 w 11677525"/>
              <a:gd name="connsiteY8544" fmla="*/ 240489 h 4078220"/>
              <a:gd name="connsiteX8545" fmla="*/ 3535043 w 11677525"/>
              <a:gd name="connsiteY8545" fmla="*/ 240306 h 4078220"/>
              <a:gd name="connsiteX8546" fmla="*/ 3535849 w 11677525"/>
              <a:gd name="connsiteY8546" fmla="*/ 240385 h 4078220"/>
              <a:gd name="connsiteX8547" fmla="*/ 3535154 w 11677525"/>
              <a:gd name="connsiteY8547" fmla="*/ 240619 h 4078220"/>
              <a:gd name="connsiteX8548" fmla="*/ 3534265 w 11677525"/>
              <a:gd name="connsiteY8548" fmla="*/ 240541 h 4078220"/>
              <a:gd name="connsiteX8549" fmla="*/ 3535043 w 11677525"/>
              <a:gd name="connsiteY8549" fmla="*/ 240306 h 4078220"/>
              <a:gd name="connsiteX8550" fmla="*/ 7610196 w 11677525"/>
              <a:gd name="connsiteY8550" fmla="*/ 239072 h 4078220"/>
              <a:gd name="connsiteX8551" fmla="*/ 7635503 w 11677525"/>
              <a:gd name="connsiteY8551" fmla="*/ 243378 h 4078220"/>
              <a:gd name="connsiteX8552" fmla="*/ 7631473 w 11677525"/>
              <a:gd name="connsiteY8552" fmla="*/ 254521 h 4078220"/>
              <a:gd name="connsiteX8553" fmla="*/ 7578873 w 11677525"/>
              <a:gd name="connsiteY8553" fmla="*/ 250381 h 4078220"/>
              <a:gd name="connsiteX8554" fmla="*/ 7583264 w 11677525"/>
              <a:gd name="connsiteY8554" fmla="*/ 239317 h 4078220"/>
              <a:gd name="connsiteX8555" fmla="*/ 7610196 w 11677525"/>
              <a:gd name="connsiteY8555" fmla="*/ 239072 h 4078220"/>
              <a:gd name="connsiteX8556" fmla="*/ 4880442 w 11677525"/>
              <a:gd name="connsiteY8556" fmla="*/ 238816 h 4078220"/>
              <a:gd name="connsiteX8557" fmla="*/ 4897112 w 11677525"/>
              <a:gd name="connsiteY8557" fmla="*/ 243040 h 4078220"/>
              <a:gd name="connsiteX8558" fmla="*/ 4872353 w 11677525"/>
              <a:gd name="connsiteY8558" fmla="*/ 253949 h 4078220"/>
              <a:gd name="connsiteX8559" fmla="*/ 4828618 w 11677525"/>
              <a:gd name="connsiteY8559" fmla="*/ 249913 h 4078220"/>
              <a:gd name="connsiteX8560" fmla="*/ 4853625 w 11677525"/>
              <a:gd name="connsiteY8560" fmla="*/ 239083 h 4078220"/>
              <a:gd name="connsiteX8561" fmla="*/ 4880442 w 11677525"/>
              <a:gd name="connsiteY8561" fmla="*/ 238816 h 4078220"/>
              <a:gd name="connsiteX8562" fmla="*/ 7722475 w 11677525"/>
              <a:gd name="connsiteY8562" fmla="*/ 238796 h 4078220"/>
              <a:gd name="connsiteX8563" fmla="*/ 7725253 w 11677525"/>
              <a:gd name="connsiteY8563" fmla="*/ 239031 h 4078220"/>
              <a:gd name="connsiteX8564" fmla="*/ 7725059 w 11677525"/>
              <a:gd name="connsiteY8564" fmla="*/ 239604 h 4078220"/>
              <a:gd name="connsiteX8565" fmla="*/ 7722336 w 11677525"/>
              <a:gd name="connsiteY8565" fmla="*/ 239395 h 4078220"/>
              <a:gd name="connsiteX8566" fmla="*/ 7722475 w 11677525"/>
              <a:gd name="connsiteY8566" fmla="*/ 238796 h 4078220"/>
              <a:gd name="connsiteX8567" fmla="*/ 7280269 w 11677525"/>
              <a:gd name="connsiteY8567" fmla="*/ 237634 h 4078220"/>
              <a:gd name="connsiteX8568" fmla="*/ 7309455 w 11677525"/>
              <a:gd name="connsiteY8568" fmla="*/ 242805 h 4078220"/>
              <a:gd name="connsiteX8569" fmla="*/ 7301481 w 11677525"/>
              <a:gd name="connsiteY8569" fmla="*/ 256213 h 4078220"/>
              <a:gd name="connsiteX8570" fmla="*/ 7239350 w 11677525"/>
              <a:gd name="connsiteY8570" fmla="*/ 251240 h 4078220"/>
              <a:gd name="connsiteX8571" fmla="*/ 7247769 w 11677525"/>
              <a:gd name="connsiteY8571" fmla="*/ 237911 h 4078220"/>
              <a:gd name="connsiteX8572" fmla="*/ 7280269 w 11677525"/>
              <a:gd name="connsiteY8572" fmla="*/ 237634 h 4078220"/>
              <a:gd name="connsiteX8573" fmla="*/ 5322270 w 11677525"/>
              <a:gd name="connsiteY8573" fmla="*/ 237003 h 4078220"/>
              <a:gd name="connsiteX8574" fmla="*/ 5340806 w 11677525"/>
              <a:gd name="connsiteY8574" fmla="*/ 241322 h 4078220"/>
              <a:gd name="connsiteX8575" fmla="*/ 5318772 w 11677525"/>
              <a:gd name="connsiteY8575" fmla="*/ 252568 h 4078220"/>
              <a:gd name="connsiteX8576" fmla="*/ 5272257 w 11677525"/>
              <a:gd name="connsiteY8576" fmla="*/ 248428 h 4078220"/>
              <a:gd name="connsiteX8577" fmla="*/ 5294625 w 11677525"/>
              <a:gd name="connsiteY8577" fmla="*/ 237234 h 4078220"/>
              <a:gd name="connsiteX8578" fmla="*/ 5322270 w 11677525"/>
              <a:gd name="connsiteY8578" fmla="*/ 237003 h 4078220"/>
              <a:gd name="connsiteX8579" fmla="*/ 4209929 w 11677525"/>
              <a:gd name="connsiteY8579" fmla="*/ 236251 h 4078220"/>
              <a:gd name="connsiteX8580" fmla="*/ 4226011 w 11677525"/>
              <a:gd name="connsiteY8580" fmla="*/ 240879 h 4078220"/>
              <a:gd name="connsiteX8581" fmla="*/ 4193223 w 11677525"/>
              <a:gd name="connsiteY8581" fmla="*/ 252803 h 4078220"/>
              <a:gd name="connsiteX8582" fmla="*/ 4147375 w 11677525"/>
              <a:gd name="connsiteY8582" fmla="*/ 248351 h 4078220"/>
              <a:gd name="connsiteX8583" fmla="*/ 4180385 w 11677525"/>
              <a:gd name="connsiteY8583" fmla="*/ 236506 h 4078220"/>
              <a:gd name="connsiteX8584" fmla="*/ 4209929 w 11677525"/>
              <a:gd name="connsiteY8584" fmla="*/ 236251 h 4078220"/>
              <a:gd name="connsiteX8585" fmla="*/ 3870267 w 11677525"/>
              <a:gd name="connsiteY8585" fmla="*/ 235916 h 4078220"/>
              <a:gd name="connsiteX8586" fmla="*/ 3878873 w 11677525"/>
              <a:gd name="connsiteY8586" fmla="*/ 238562 h 4078220"/>
              <a:gd name="connsiteX8587" fmla="*/ 3858478 w 11677525"/>
              <a:gd name="connsiteY8587" fmla="*/ 245382 h 4078220"/>
              <a:gd name="connsiteX8588" fmla="*/ 3832775 w 11677525"/>
              <a:gd name="connsiteY8588" fmla="*/ 242831 h 4078220"/>
              <a:gd name="connsiteX8589" fmla="*/ 3853282 w 11677525"/>
              <a:gd name="connsiteY8589" fmla="*/ 236062 h 4078220"/>
              <a:gd name="connsiteX8590" fmla="*/ 3870267 w 11677525"/>
              <a:gd name="connsiteY8590" fmla="*/ 235916 h 4078220"/>
              <a:gd name="connsiteX8591" fmla="*/ 4647755 w 11677525"/>
              <a:gd name="connsiteY8591" fmla="*/ 235891 h 4078220"/>
              <a:gd name="connsiteX8592" fmla="*/ 4661148 w 11677525"/>
              <a:gd name="connsiteY8592" fmla="*/ 239421 h 4078220"/>
              <a:gd name="connsiteX8593" fmla="*/ 4638947 w 11677525"/>
              <a:gd name="connsiteY8593" fmla="*/ 248481 h 4078220"/>
              <a:gd name="connsiteX8594" fmla="*/ 4602991 w 11677525"/>
              <a:gd name="connsiteY8594" fmla="*/ 245123 h 4078220"/>
              <a:gd name="connsiteX8595" fmla="*/ 4625359 w 11677525"/>
              <a:gd name="connsiteY8595" fmla="*/ 236089 h 4078220"/>
              <a:gd name="connsiteX8596" fmla="*/ 4647755 w 11677525"/>
              <a:gd name="connsiteY8596" fmla="*/ 235891 h 4078220"/>
              <a:gd name="connsiteX8597" fmla="*/ 5931750 w 11677525"/>
              <a:gd name="connsiteY8597" fmla="*/ 235868 h 4078220"/>
              <a:gd name="connsiteX8598" fmla="*/ 5951499 w 11677525"/>
              <a:gd name="connsiteY8598" fmla="*/ 240046 h 4078220"/>
              <a:gd name="connsiteX8599" fmla="*/ 5934800 w 11677525"/>
              <a:gd name="connsiteY8599" fmla="*/ 250903 h 4078220"/>
              <a:gd name="connsiteX8600" fmla="*/ 5888063 w 11677525"/>
              <a:gd name="connsiteY8600" fmla="*/ 246893 h 4078220"/>
              <a:gd name="connsiteX8601" fmla="*/ 5905208 w 11677525"/>
              <a:gd name="connsiteY8601" fmla="*/ 236142 h 4078220"/>
              <a:gd name="connsiteX8602" fmla="*/ 5931750 w 11677525"/>
              <a:gd name="connsiteY8602" fmla="*/ 235868 h 4078220"/>
              <a:gd name="connsiteX8603" fmla="*/ 6377348 w 11677525"/>
              <a:gd name="connsiteY8603" fmla="*/ 235780 h 4078220"/>
              <a:gd name="connsiteX8604" fmla="*/ 6398890 w 11677525"/>
              <a:gd name="connsiteY8604" fmla="*/ 240072 h 4078220"/>
              <a:gd name="connsiteX8605" fmla="*/ 6385302 w 11677525"/>
              <a:gd name="connsiteY8605" fmla="*/ 251163 h 4078220"/>
              <a:gd name="connsiteX8606" fmla="*/ 6336315 w 11677525"/>
              <a:gd name="connsiteY8606" fmla="*/ 247076 h 4078220"/>
              <a:gd name="connsiteX8607" fmla="*/ 6350264 w 11677525"/>
              <a:gd name="connsiteY8607" fmla="*/ 236037 h 4078220"/>
              <a:gd name="connsiteX8608" fmla="*/ 6377348 w 11677525"/>
              <a:gd name="connsiteY8608" fmla="*/ 235780 h 4078220"/>
              <a:gd name="connsiteX8609" fmla="*/ 4427980 w 11677525"/>
              <a:gd name="connsiteY8609" fmla="*/ 233866 h 4078220"/>
              <a:gd name="connsiteX8610" fmla="*/ 4444051 w 11677525"/>
              <a:gd name="connsiteY8610" fmla="*/ 238302 h 4078220"/>
              <a:gd name="connsiteX8611" fmla="*/ 4414376 w 11677525"/>
              <a:gd name="connsiteY8611" fmla="*/ 249705 h 4078220"/>
              <a:gd name="connsiteX8612" fmla="*/ 4369750 w 11677525"/>
              <a:gd name="connsiteY8612" fmla="*/ 245488 h 4078220"/>
              <a:gd name="connsiteX8613" fmla="*/ 4399676 w 11677525"/>
              <a:gd name="connsiteY8613" fmla="*/ 234137 h 4078220"/>
              <a:gd name="connsiteX8614" fmla="*/ 4427980 w 11677525"/>
              <a:gd name="connsiteY8614" fmla="*/ 233866 h 4078220"/>
              <a:gd name="connsiteX8615" fmla="*/ 5424677 w 11677525"/>
              <a:gd name="connsiteY8615" fmla="*/ 233491 h 4078220"/>
              <a:gd name="connsiteX8616" fmla="*/ 5443867 w 11677525"/>
              <a:gd name="connsiteY8616" fmla="*/ 237885 h 4078220"/>
              <a:gd name="connsiteX8617" fmla="*/ 5422222 w 11677525"/>
              <a:gd name="connsiteY8617" fmla="*/ 249314 h 4078220"/>
              <a:gd name="connsiteX8618" fmla="*/ 5374623 w 11677525"/>
              <a:gd name="connsiteY8618" fmla="*/ 245096 h 4078220"/>
              <a:gd name="connsiteX8619" fmla="*/ 5396630 w 11677525"/>
              <a:gd name="connsiteY8619" fmla="*/ 233746 h 4078220"/>
              <a:gd name="connsiteX8620" fmla="*/ 5424677 w 11677525"/>
              <a:gd name="connsiteY8620" fmla="*/ 233491 h 4078220"/>
              <a:gd name="connsiteX8621" fmla="*/ 5830621 w 11677525"/>
              <a:gd name="connsiteY8621" fmla="*/ 233000 h 4078220"/>
              <a:gd name="connsiteX8622" fmla="*/ 5850023 w 11677525"/>
              <a:gd name="connsiteY8622" fmla="*/ 237182 h 4078220"/>
              <a:gd name="connsiteX8623" fmla="*/ 5832601 w 11677525"/>
              <a:gd name="connsiteY8623" fmla="*/ 247986 h 4078220"/>
              <a:gd name="connsiteX8624" fmla="*/ 5786364 w 11677525"/>
              <a:gd name="connsiteY8624" fmla="*/ 243976 h 4078220"/>
              <a:gd name="connsiteX8625" fmla="*/ 5804092 w 11677525"/>
              <a:gd name="connsiteY8625" fmla="*/ 233250 h 4078220"/>
              <a:gd name="connsiteX8626" fmla="*/ 5830621 w 11677525"/>
              <a:gd name="connsiteY8626" fmla="*/ 233000 h 4078220"/>
              <a:gd name="connsiteX8627" fmla="*/ 3426592 w 11677525"/>
              <a:gd name="connsiteY8627" fmla="*/ 232288 h 4078220"/>
              <a:gd name="connsiteX8628" fmla="*/ 3427426 w 11677525"/>
              <a:gd name="connsiteY8628" fmla="*/ 232392 h 4078220"/>
              <a:gd name="connsiteX8629" fmla="*/ 3426703 w 11677525"/>
              <a:gd name="connsiteY8629" fmla="*/ 232627 h 4078220"/>
              <a:gd name="connsiteX8630" fmla="*/ 3425842 w 11677525"/>
              <a:gd name="connsiteY8630" fmla="*/ 232548 h 4078220"/>
              <a:gd name="connsiteX8631" fmla="*/ 3426592 w 11677525"/>
              <a:gd name="connsiteY8631" fmla="*/ 232288 h 4078220"/>
              <a:gd name="connsiteX8632" fmla="*/ 7063722 w 11677525"/>
              <a:gd name="connsiteY8632" fmla="*/ 232073 h 4078220"/>
              <a:gd name="connsiteX8633" fmla="*/ 7092220 w 11677525"/>
              <a:gd name="connsiteY8633" fmla="*/ 237234 h 4078220"/>
              <a:gd name="connsiteX8634" fmla="*/ 7082273 w 11677525"/>
              <a:gd name="connsiteY8634" fmla="*/ 250642 h 4078220"/>
              <a:gd name="connsiteX8635" fmla="*/ 7020559 w 11677525"/>
              <a:gd name="connsiteY8635" fmla="*/ 245669 h 4078220"/>
              <a:gd name="connsiteX8636" fmla="*/ 7031035 w 11677525"/>
              <a:gd name="connsiteY8636" fmla="*/ 232340 h 4078220"/>
              <a:gd name="connsiteX8637" fmla="*/ 7063722 w 11677525"/>
              <a:gd name="connsiteY8637" fmla="*/ 232073 h 4078220"/>
              <a:gd name="connsiteX8638" fmla="*/ 4066962 w 11677525"/>
              <a:gd name="connsiteY8638" fmla="*/ 231533 h 4078220"/>
              <a:gd name="connsiteX8639" fmla="*/ 4083911 w 11677525"/>
              <a:gd name="connsiteY8639" fmla="*/ 233174 h 4078220"/>
              <a:gd name="connsiteX8640" fmla="*/ 4071296 w 11677525"/>
              <a:gd name="connsiteY8640" fmla="*/ 237626 h 4078220"/>
              <a:gd name="connsiteX8641" fmla="*/ 4054236 w 11677525"/>
              <a:gd name="connsiteY8641" fmla="*/ 235959 h 4078220"/>
              <a:gd name="connsiteX8642" fmla="*/ 4066962 w 11677525"/>
              <a:gd name="connsiteY8642" fmla="*/ 231533 h 4078220"/>
              <a:gd name="connsiteX8643" fmla="*/ 7837427 w 11677525"/>
              <a:gd name="connsiteY8643" fmla="*/ 231532 h 4078220"/>
              <a:gd name="connsiteX8644" fmla="*/ 7839706 w 11677525"/>
              <a:gd name="connsiteY8644" fmla="*/ 231715 h 4078220"/>
              <a:gd name="connsiteX8645" fmla="*/ 7839594 w 11677525"/>
              <a:gd name="connsiteY8645" fmla="*/ 232158 h 4078220"/>
              <a:gd name="connsiteX8646" fmla="*/ 7837344 w 11677525"/>
              <a:gd name="connsiteY8646" fmla="*/ 232001 h 4078220"/>
              <a:gd name="connsiteX8647" fmla="*/ 7837427 w 11677525"/>
              <a:gd name="connsiteY8647" fmla="*/ 231532 h 4078220"/>
              <a:gd name="connsiteX8648" fmla="*/ 5527261 w 11677525"/>
              <a:gd name="connsiteY8648" fmla="*/ 231071 h 4078220"/>
              <a:gd name="connsiteX8649" fmla="*/ 5547566 w 11677525"/>
              <a:gd name="connsiteY8649" fmla="*/ 235672 h 4078220"/>
              <a:gd name="connsiteX8650" fmla="*/ 5525893 w 11677525"/>
              <a:gd name="connsiteY8650" fmla="*/ 247492 h 4078220"/>
              <a:gd name="connsiteX8651" fmla="*/ 5476071 w 11677525"/>
              <a:gd name="connsiteY8651" fmla="*/ 243118 h 4078220"/>
              <a:gd name="connsiteX8652" fmla="*/ 5498078 w 11677525"/>
              <a:gd name="connsiteY8652" fmla="*/ 231350 h 4078220"/>
              <a:gd name="connsiteX8653" fmla="*/ 5527261 w 11677525"/>
              <a:gd name="connsiteY8653" fmla="*/ 231071 h 4078220"/>
              <a:gd name="connsiteX8654" fmla="*/ 3742914 w 11677525"/>
              <a:gd name="connsiteY8654" fmla="*/ 230934 h 4078220"/>
              <a:gd name="connsiteX8655" fmla="*/ 3748138 w 11677525"/>
              <a:gd name="connsiteY8655" fmla="*/ 231454 h 4078220"/>
              <a:gd name="connsiteX8656" fmla="*/ 3743803 w 11677525"/>
              <a:gd name="connsiteY8656" fmla="*/ 232860 h 4078220"/>
              <a:gd name="connsiteX8657" fmla="*/ 3738635 w 11677525"/>
              <a:gd name="connsiteY8657" fmla="*/ 232340 h 4078220"/>
              <a:gd name="connsiteX8658" fmla="*/ 3742914 w 11677525"/>
              <a:gd name="connsiteY8658" fmla="*/ 230934 h 4078220"/>
              <a:gd name="connsiteX8659" fmla="*/ 5730242 w 11677525"/>
              <a:gd name="connsiteY8659" fmla="*/ 230787 h 4078220"/>
              <a:gd name="connsiteX8660" fmla="*/ 5750741 w 11677525"/>
              <a:gd name="connsiteY8660" fmla="*/ 235282 h 4078220"/>
              <a:gd name="connsiteX8661" fmla="*/ 5731180 w 11677525"/>
              <a:gd name="connsiteY8661" fmla="*/ 246867 h 4078220"/>
              <a:gd name="connsiteX8662" fmla="*/ 5681692 w 11677525"/>
              <a:gd name="connsiteY8662" fmla="*/ 242572 h 4078220"/>
              <a:gd name="connsiteX8663" fmla="*/ 5701614 w 11677525"/>
              <a:gd name="connsiteY8663" fmla="*/ 231038 h 4078220"/>
              <a:gd name="connsiteX8664" fmla="*/ 5730242 w 11677525"/>
              <a:gd name="connsiteY8664" fmla="*/ 230787 h 4078220"/>
              <a:gd name="connsiteX8665" fmla="*/ 5628412 w 11677525"/>
              <a:gd name="connsiteY8665" fmla="*/ 230563 h 4078220"/>
              <a:gd name="connsiteX8666" fmla="*/ 5648181 w 11677525"/>
              <a:gd name="connsiteY8666" fmla="*/ 234969 h 4078220"/>
              <a:gd name="connsiteX8667" fmla="*/ 5628203 w 11677525"/>
              <a:gd name="connsiteY8667" fmla="*/ 246320 h 4078220"/>
              <a:gd name="connsiteX8668" fmla="*/ 5580077 w 11677525"/>
              <a:gd name="connsiteY8668" fmla="*/ 242103 h 4078220"/>
              <a:gd name="connsiteX8669" fmla="*/ 5600389 w 11677525"/>
              <a:gd name="connsiteY8669" fmla="*/ 230804 h 4078220"/>
              <a:gd name="connsiteX8670" fmla="*/ 5628412 w 11677525"/>
              <a:gd name="connsiteY8670" fmla="*/ 230563 h 4078220"/>
              <a:gd name="connsiteX8671" fmla="*/ 4982382 w 11677525"/>
              <a:gd name="connsiteY8671" fmla="*/ 230156 h 4078220"/>
              <a:gd name="connsiteX8672" fmla="*/ 5000171 w 11677525"/>
              <a:gd name="connsiteY8672" fmla="*/ 234527 h 4078220"/>
              <a:gd name="connsiteX8673" fmla="*/ 4975052 w 11677525"/>
              <a:gd name="connsiteY8673" fmla="*/ 245903 h 4078220"/>
              <a:gd name="connsiteX8674" fmla="*/ 4928871 w 11677525"/>
              <a:gd name="connsiteY8674" fmla="*/ 241686 h 4078220"/>
              <a:gd name="connsiteX8675" fmla="*/ 4954295 w 11677525"/>
              <a:gd name="connsiteY8675" fmla="*/ 230413 h 4078220"/>
              <a:gd name="connsiteX8676" fmla="*/ 4982382 w 11677525"/>
              <a:gd name="connsiteY8676" fmla="*/ 230156 h 4078220"/>
              <a:gd name="connsiteX8677" fmla="*/ 6614216 w 11677525"/>
              <a:gd name="connsiteY8677" fmla="*/ 229947 h 4078220"/>
              <a:gd name="connsiteX8678" fmla="*/ 6640384 w 11677525"/>
              <a:gd name="connsiteY8678" fmla="*/ 234995 h 4078220"/>
              <a:gd name="connsiteX8679" fmla="*/ 6626491 w 11677525"/>
              <a:gd name="connsiteY8679" fmla="*/ 247986 h 4078220"/>
              <a:gd name="connsiteX8680" fmla="*/ 6568027 w 11677525"/>
              <a:gd name="connsiteY8680" fmla="*/ 243143 h 4078220"/>
              <a:gd name="connsiteX8681" fmla="*/ 6582338 w 11677525"/>
              <a:gd name="connsiteY8681" fmla="*/ 230231 h 4078220"/>
              <a:gd name="connsiteX8682" fmla="*/ 6614216 w 11677525"/>
              <a:gd name="connsiteY8682" fmla="*/ 229947 h 4078220"/>
              <a:gd name="connsiteX8683" fmla="*/ 6842072 w 11677525"/>
              <a:gd name="connsiteY8683" fmla="*/ 229372 h 4078220"/>
              <a:gd name="connsiteX8684" fmla="*/ 6869483 w 11677525"/>
              <a:gd name="connsiteY8684" fmla="*/ 234475 h 4078220"/>
              <a:gd name="connsiteX8685" fmla="*/ 6857507 w 11677525"/>
              <a:gd name="connsiteY8685" fmla="*/ 247700 h 4078220"/>
              <a:gd name="connsiteX8686" fmla="*/ 6797293 w 11677525"/>
              <a:gd name="connsiteY8686" fmla="*/ 242806 h 4078220"/>
              <a:gd name="connsiteX8687" fmla="*/ 6809742 w 11677525"/>
              <a:gd name="connsiteY8687" fmla="*/ 229659 h 4078220"/>
              <a:gd name="connsiteX8688" fmla="*/ 6842072 w 11677525"/>
              <a:gd name="connsiteY8688" fmla="*/ 229372 h 4078220"/>
              <a:gd name="connsiteX8689" fmla="*/ 7401074 w 11677525"/>
              <a:gd name="connsiteY8689" fmla="*/ 228851 h 4078220"/>
              <a:gd name="connsiteX8690" fmla="*/ 7431300 w 11677525"/>
              <a:gd name="connsiteY8690" fmla="*/ 234084 h 4078220"/>
              <a:gd name="connsiteX8691" fmla="*/ 7424409 w 11677525"/>
              <a:gd name="connsiteY8691" fmla="*/ 247700 h 4078220"/>
              <a:gd name="connsiteX8692" fmla="*/ 7360472 w 11677525"/>
              <a:gd name="connsiteY8692" fmla="*/ 242649 h 4078220"/>
              <a:gd name="connsiteX8693" fmla="*/ 7367974 w 11677525"/>
              <a:gd name="connsiteY8693" fmla="*/ 229164 h 4078220"/>
              <a:gd name="connsiteX8694" fmla="*/ 7401074 w 11677525"/>
              <a:gd name="connsiteY8694" fmla="*/ 228851 h 4078220"/>
              <a:gd name="connsiteX8695" fmla="*/ 6279447 w 11677525"/>
              <a:gd name="connsiteY8695" fmla="*/ 227692 h 4078220"/>
              <a:gd name="connsiteX8696" fmla="*/ 6301221 w 11677525"/>
              <a:gd name="connsiteY8696" fmla="*/ 232054 h 4078220"/>
              <a:gd name="connsiteX8697" fmla="*/ 6286494 w 11677525"/>
              <a:gd name="connsiteY8697" fmla="*/ 243378 h 4078220"/>
              <a:gd name="connsiteX8698" fmla="*/ 6236478 w 11677525"/>
              <a:gd name="connsiteY8698" fmla="*/ 239213 h 4078220"/>
              <a:gd name="connsiteX8699" fmla="*/ 6251567 w 11677525"/>
              <a:gd name="connsiteY8699" fmla="*/ 227940 h 4078220"/>
              <a:gd name="connsiteX8700" fmla="*/ 6279447 w 11677525"/>
              <a:gd name="connsiteY8700" fmla="*/ 227692 h 4078220"/>
              <a:gd name="connsiteX8701" fmla="*/ 4749187 w 11677525"/>
              <a:gd name="connsiteY8701" fmla="*/ 224907 h 4078220"/>
              <a:gd name="connsiteX8702" fmla="*/ 4764070 w 11677525"/>
              <a:gd name="connsiteY8702" fmla="*/ 228747 h 4078220"/>
              <a:gd name="connsiteX8703" fmla="*/ 4740534 w 11677525"/>
              <a:gd name="connsiteY8703" fmla="*/ 238588 h 4078220"/>
              <a:gd name="connsiteX8704" fmla="*/ 4700799 w 11677525"/>
              <a:gd name="connsiteY8704" fmla="*/ 234917 h 4078220"/>
              <a:gd name="connsiteX8705" fmla="*/ 4724612 w 11677525"/>
              <a:gd name="connsiteY8705" fmla="*/ 225129 h 4078220"/>
              <a:gd name="connsiteX8706" fmla="*/ 4749187 w 11677525"/>
              <a:gd name="connsiteY8706" fmla="*/ 224907 h 4078220"/>
              <a:gd name="connsiteX8707" fmla="*/ 7950407 w 11677525"/>
              <a:gd name="connsiteY8707" fmla="*/ 224451 h 4078220"/>
              <a:gd name="connsiteX8708" fmla="*/ 7952603 w 11677525"/>
              <a:gd name="connsiteY8708" fmla="*/ 224608 h 4078220"/>
              <a:gd name="connsiteX8709" fmla="*/ 7952491 w 11677525"/>
              <a:gd name="connsiteY8709" fmla="*/ 225076 h 4078220"/>
              <a:gd name="connsiteX8710" fmla="*/ 7950269 w 11677525"/>
              <a:gd name="connsiteY8710" fmla="*/ 224894 h 4078220"/>
              <a:gd name="connsiteX8711" fmla="*/ 7950407 w 11677525"/>
              <a:gd name="connsiteY8711" fmla="*/ 224451 h 4078220"/>
              <a:gd name="connsiteX8712" fmla="*/ 3632796 w 11677525"/>
              <a:gd name="connsiteY8712" fmla="*/ 223305 h 4078220"/>
              <a:gd name="connsiteX8713" fmla="*/ 3633629 w 11677525"/>
              <a:gd name="connsiteY8713" fmla="*/ 223358 h 4078220"/>
              <a:gd name="connsiteX8714" fmla="*/ 3632935 w 11677525"/>
              <a:gd name="connsiteY8714" fmla="*/ 223644 h 4078220"/>
              <a:gd name="connsiteX8715" fmla="*/ 3632101 w 11677525"/>
              <a:gd name="connsiteY8715" fmla="*/ 223541 h 4078220"/>
              <a:gd name="connsiteX8716" fmla="*/ 3632796 w 11677525"/>
              <a:gd name="connsiteY8716" fmla="*/ 223305 h 4078220"/>
              <a:gd name="connsiteX8717" fmla="*/ 5083219 w 11677525"/>
              <a:gd name="connsiteY8717" fmla="*/ 223085 h 4078220"/>
              <a:gd name="connsiteX8718" fmla="*/ 5101232 w 11677525"/>
              <a:gd name="connsiteY8718" fmla="*/ 227446 h 4078220"/>
              <a:gd name="connsiteX8719" fmla="*/ 5076974 w 11677525"/>
              <a:gd name="connsiteY8719" fmla="*/ 238692 h 4078220"/>
              <a:gd name="connsiteX8720" fmla="*/ 5030793 w 11677525"/>
              <a:gd name="connsiteY8720" fmla="*/ 234527 h 4078220"/>
              <a:gd name="connsiteX8721" fmla="*/ 5055245 w 11677525"/>
              <a:gd name="connsiteY8721" fmla="*/ 223332 h 4078220"/>
              <a:gd name="connsiteX8722" fmla="*/ 5083219 w 11677525"/>
              <a:gd name="connsiteY8722" fmla="*/ 223085 h 4078220"/>
              <a:gd name="connsiteX8723" fmla="*/ 7187868 w 11677525"/>
              <a:gd name="connsiteY8723" fmla="*/ 222570 h 4078220"/>
              <a:gd name="connsiteX8724" fmla="*/ 7216898 w 11677525"/>
              <a:gd name="connsiteY8724" fmla="*/ 227706 h 4078220"/>
              <a:gd name="connsiteX8725" fmla="*/ 7208062 w 11677525"/>
              <a:gd name="connsiteY8725" fmla="*/ 241061 h 4078220"/>
              <a:gd name="connsiteX8726" fmla="*/ 7145737 w 11677525"/>
              <a:gd name="connsiteY8726" fmla="*/ 236115 h 4078220"/>
              <a:gd name="connsiteX8727" fmla="*/ 7155128 w 11677525"/>
              <a:gd name="connsiteY8727" fmla="*/ 222864 h 4078220"/>
              <a:gd name="connsiteX8728" fmla="*/ 7187868 w 11677525"/>
              <a:gd name="connsiteY8728" fmla="*/ 222570 h 4078220"/>
              <a:gd name="connsiteX8729" fmla="*/ 4308006 w 11677525"/>
              <a:gd name="connsiteY8729" fmla="*/ 222518 h 4078220"/>
              <a:gd name="connsiteX8730" fmla="*/ 4324292 w 11677525"/>
              <a:gd name="connsiteY8730" fmla="*/ 227055 h 4078220"/>
              <a:gd name="connsiteX8731" fmla="*/ 4292643 w 11677525"/>
              <a:gd name="connsiteY8731" fmla="*/ 238744 h 4078220"/>
              <a:gd name="connsiteX8732" fmla="*/ 4246878 w 11677525"/>
              <a:gd name="connsiteY8732" fmla="*/ 234423 h 4078220"/>
              <a:gd name="connsiteX8733" fmla="*/ 4278778 w 11677525"/>
              <a:gd name="connsiteY8733" fmla="*/ 222785 h 4078220"/>
              <a:gd name="connsiteX8734" fmla="*/ 4308006 w 11677525"/>
              <a:gd name="connsiteY8734" fmla="*/ 222518 h 4078220"/>
              <a:gd name="connsiteX8735" fmla="*/ 3952035 w 11677525"/>
              <a:gd name="connsiteY8735" fmla="*/ 222264 h 4078220"/>
              <a:gd name="connsiteX8736" fmla="*/ 3967819 w 11677525"/>
              <a:gd name="connsiteY8736" fmla="*/ 223774 h 4078220"/>
              <a:gd name="connsiteX8737" fmla="*/ 3955593 w 11677525"/>
              <a:gd name="connsiteY8737" fmla="*/ 227888 h 4078220"/>
              <a:gd name="connsiteX8738" fmla="*/ 3939754 w 11677525"/>
              <a:gd name="connsiteY8738" fmla="*/ 226377 h 4078220"/>
              <a:gd name="connsiteX8739" fmla="*/ 3952035 w 11677525"/>
              <a:gd name="connsiteY8739" fmla="*/ 222264 h 4078220"/>
              <a:gd name="connsiteX8740" fmla="*/ 4525744 w 11677525"/>
              <a:gd name="connsiteY8740" fmla="*/ 222170 h 4078220"/>
              <a:gd name="connsiteX8741" fmla="*/ 4541165 w 11677525"/>
              <a:gd name="connsiteY8741" fmla="*/ 226274 h 4078220"/>
              <a:gd name="connsiteX8742" fmla="*/ 4513963 w 11677525"/>
              <a:gd name="connsiteY8742" fmla="*/ 236922 h 4078220"/>
              <a:gd name="connsiteX8743" fmla="*/ 4471699 w 11677525"/>
              <a:gd name="connsiteY8743" fmla="*/ 232991 h 4078220"/>
              <a:gd name="connsiteX8744" fmla="*/ 4499152 w 11677525"/>
              <a:gd name="connsiteY8744" fmla="*/ 222421 h 4078220"/>
              <a:gd name="connsiteX8745" fmla="*/ 4525744 w 11677525"/>
              <a:gd name="connsiteY8745" fmla="*/ 222170 h 4078220"/>
              <a:gd name="connsiteX8746" fmla="*/ 7519462 w 11677525"/>
              <a:gd name="connsiteY8746" fmla="*/ 220680 h 4078220"/>
              <a:gd name="connsiteX8747" fmla="*/ 7550198 w 11677525"/>
              <a:gd name="connsiteY8747" fmla="*/ 225884 h 4078220"/>
              <a:gd name="connsiteX8748" fmla="*/ 7544390 w 11677525"/>
              <a:gd name="connsiteY8748" fmla="*/ 239448 h 4078220"/>
              <a:gd name="connsiteX8749" fmla="*/ 7479982 w 11677525"/>
              <a:gd name="connsiteY8749" fmla="*/ 234449 h 4078220"/>
              <a:gd name="connsiteX8750" fmla="*/ 7486288 w 11677525"/>
              <a:gd name="connsiteY8750" fmla="*/ 220963 h 4078220"/>
              <a:gd name="connsiteX8751" fmla="*/ 7519462 w 11677525"/>
              <a:gd name="connsiteY8751" fmla="*/ 220680 h 4078220"/>
              <a:gd name="connsiteX8752" fmla="*/ 6517529 w 11677525"/>
              <a:gd name="connsiteY8752" fmla="*/ 220312 h 4078220"/>
              <a:gd name="connsiteX8753" fmla="*/ 6542213 w 11677525"/>
              <a:gd name="connsiteY8753" fmla="*/ 225102 h 4078220"/>
              <a:gd name="connsiteX8754" fmla="*/ 6528181 w 11677525"/>
              <a:gd name="connsiteY8754" fmla="*/ 237469 h 4078220"/>
              <a:gd name="connsiteX8755" fmla="*/ 6472580 w 11677525"/>
              <a:gd name="connsiteY8755" fmla="*/ 232887 h 4078220"/>
              <a:gd name="connsiteX8756" fmla="*/ 6487029 w 11677525"/>
              <a:gd name="connsiteY8756" fmla="*/ 220599 h 4078220"/>
              <a:gd name="connsiteX8757" fmla="*/ 6517529 w 11677525"/>
              <a:gd name="connsiteY8757" fmla="*/ 220312 h 4078220"/>
              <a:gd name="connsiteX8758" fmla="*/ 6181922 w 11677525"/>
              <a:gd name="connsiteY8758" fmla="*/ 220286 h 4078220"/>
              <a:gd name="connsiteX8759" fmla="*/ 6205246 w 11677525"/>
              <a:gd name="connsiteY8759" fmla="*/ 225024 h 4078220"/>
              <a:gd name="connsiteX8760" fmla="*/ 6188380 w 11677525"/>
              <a:gd name="connsiteY8760" fmla="*/ 237287 h 4078220"/>
              <a:gd name="connsiteX8761" fmla="*/ 6134362 w 11677525"/>
              <a:gd name="connsiteY8761" fmla="*/ 232731 h 4078220"/>
              <a:gd name="connsiteX8762" fmla="*/ 6151618 w 11677525"/>
              <a:gd name="connsiteY8762" fmla="*/ 220546 h 4078220"/>
              <a:gd name="connsiteX8763" fmla="*/ 6181922 w 11677525"/>
              <a:gd name="connsiteY8763" fmla="*/ 220286 h 4078220"/>
              <a:gd name="connsiteX8764" fmla="*/ 6970206 w 11677525"/>
              <a:gd name="connsiteY8764" fmla="*/ 218701 h 4078220"/>
              <a:gd name="connsiteX8765" fmla="*/ 6997913 w 11677525"/>
              <a:gd name="connsiteY8765" fmla="*/ 223748 h 4078220"/>
              <a:gd name="connsiteX8766" fmla="*/ 6987270 w 11677525"/>
              <a:gd name="connsiteY8766" fmla="*/ 236766 h 4078220"/>
              <a:gd name="connsiteX8767" fmla="*/ 6926946 w 11677525"/>
              <a:gd name="connsiteY8767" fmla="*/ 231924 h 4078220"/>
              <a:gd name="connsiteX8768" fmla="*/ 6938144 w 11677525"/>
              <a:gd name="connsiteY8768" fmla="*/ 218984 h 4078220"/>
              <a:gd name="connsiteX8769" fmla="*/ 6970206 w 11677525"/>
              <a:gd name="connsiteY8769" fmla="*/ 218701 h 4078220"/>
              <a:gd name="connsiteX8770" fmla="*/ 6747337 w 11677525"/>
              <a:gd name="connsiteY8770" fmla="*/ 217647 h 4078220"/>
              <a:gd name="connsiteX8771" fmla="*/ 6773953 w 11677525"/>
              <a:gd name="connsiteY8771" fmla="*/ 222629 h 4078220"/>
              <a:gd name="connsiteX8772" fmla="*/ 6761310 w 11677525"/>
              <a:gd name="connsiteY8772" fmla="*/ 235516 h 4078220"/>
              <a:gd name="connsiteX8773" fmla="*/ 6702347 w 11677525"/>
              <a:gd name="connsiteY8773" fmla="*/ 230751 h 4078220"/>
              <a:gd name="connsiteX8774" fmla="*/ 6715490 w 11677525"/>
              <a:gd name="connsiteY8774" fmla="*/ 217917 h 4078220"/>
              <a:gd name="connsiteX8775" fmla="*/ 6747337 w 11677525"/>
              <a:gd name="connsiteY8775" fmla="*/ 217647 h 4078220"/>
              <a:gd name="connsiteX8776" fmla="*/ 5184431 w 11677525"/>
              <a:gd name="connsiteY8776" fmla="*/ 216979 h 4078220"/>
              <a:gd name="connsiteX8777" fmla="*/ 5203180 w 11677525"/>
              <a:gd name="connsiteY8777" fmla="*/ 221405 h 4078220"/>
              <a:gd name="connsiteX8778" fmla="*/ 5179200 w 11677525"/>
              <a:gd name="connsiteY8778" fmla="*/ 232912 h 4078220"/>
              <a:gd name="connsiteX8779" fmla="*/ 5131380 w 11677525"/>
              <a:gd name="connsiteY8779" fmla="*/ 228643 h 4078220"/>
              <a:gd name="connsiteX8780" fmla="*/ 5155720 w 11677525"/>
              <a:gd name="connsiteY8780" fmla="*/ 217240 h 4078220"/>
              <a:gd name="connsiteX8781" fmla="*/ 5184431 w 11677525"/>
              <a:gd name="connsiteY8781" fmla="*/ 216979 h 4078220"/>
              <a:gd name="connsiteX8782" fmla="*/ 3840584 w 11677525"/>
              <a:gd name="connsiteY8782" fmla="*/ 215652 h 4078220"/>
              <a:gd name="connsiteX8783" fmla="*/ 3842779 w 11677525"/>
              <a:gd name="connsiteY8783" fmla="*/ 215887 h 4078220"/>
              <a:gd name="connsiteX8784" fmla="*/ 3841028 w 11677525"/>
              <a:gd name="connsiteY8784" fmla="*/ 216434 h 4078220"/>
              <a:gd name="connsiteX8785" fmla="*/ 3838861 w 11677525"/>
              <a:gd name="connsiteY8785" fmla="*/ 216225 h 4078220"/>
              <a:gd name="connsiteX8786" fmla="*/ 3840584 w 11677525"/>
              <a:gd name="connsiteY8786" fmla="*/ 215652 h 4078220"/>
              <a:gd name="connsiteX8787" fmla="*/ 4849769 w 11677525"/>
              <a:gd name="connsiteY8787" fmla="*/ 215352 h 4078220"/>
              <a:gd name="connsiteX8788" fmla="*/ 4865712 w 11677525"/>
              <a:gd name="connsiteY8788" fmla="*/ 219323 h 4078220"/>
              <a:gd name="connsiteX8789" fmla="*/ 4841733 w 11677525"/>
              <a:gd name="connsiteY8789" fmla="*/ 229658 h 4078220"/>
              <a:gd name="connsiteX8790" fmla="*/ 4799720 w 11677525"/>
              <a:gd name="connsiteY8790" fmla="*/ 225831 h 4078220"/>
              <a:gd name="connsiteX8791" fmla="*/ 4823949 w 11677525"/>
              <a:gd name="connsiteY8791" fmla="*/ 215600 h 4078220"/>
              <a:gd name="connsiteX8792" fmla="*/ 4849769 w 11677525"/>
              <a:gd name="connsiteY8792" fmla="*/ 215352 h 4078220"/>
              <a:gd name="connsiteX8793" fmla="*/ 6082451 w 11677525"/>
              <a:gd name="connsiteY8793" fmla="*/ 215274 h 4078220"/>
              <a:gd name="connsiteX8794" fmla="*/ 6104075 w 11677525"/>
              <a:gd name="connsiteY8794" fmla="*/ 219714 h 4078220"/>
              <a:gd name="connsiteX8795" fmla="*/ 6087376 w 11677525"/>
              <a:gd name="connsiteY8795" fmla="*/ 231195 h 4078220"/>
              <a:gd name="connsiteX8796" fmla="*/ 6036943 w 11677525"/>
              <a:gd name="connsiteY8796" fmla="*/ 226925 h 4078220"/>
              <a:gd name="connsiteX8797" fmla="*/ 6053949 w 11677525"/>
              <a:gd name="connsiteY8797" fmla="*/ 215522 h 4078220"/>
              <a:gd name="connsiteX8798" fmla="*/ 6082451 w 11677525"/>
              <a:gd name="connsiteY8798" fmla="*/ 215274 h 4078220"/>
              <a:gd name="connsiteX8799" fmla="*/ 3524123 w 11677525"/>
              <a:gd name="connsiteY8799" fmla="*/ 215157 h 4078220"/>
              <a:gd name="connsiteX8800" fmla="*/ 3525013 w 11677525"/>
              <a:gd name="connsiteY8800" fmla="*/ 215235 h 4078220"/>
              <a:gd name="connsiteX8801" fmla="*/ 3524262 w 11677525"/>
              <a:gd name="connsiteY8801" fmla="*/ 215470 h 4078220"/>
              <a:gd name="connsiteX8802" fmla="*/ 3523484 w 11677525"/>
              <a:gd name="connsiteY8802" fmla="*/ 215391 h 4078220"/>
              <a:gd name="connsiteX8803" fmla="*/ 3524123 w 11677525"/>
              <a:gd name="connsiteY8803" fmla="*/ 215157 h 4078220"/>
              <a:gd name="connsiteX8804" fmla="*/ 7634877 w 11677525"/>
              <a:gd name="connsiteY8804" fmla="*/ 214737 h 4078220"/>
              <a:gd name="connsiteX8805" fmla="*/ 7659816 w 11677525"/>
              <a:gd name="connsiteY8805" fmla="*/ 218906 h 4078220"/>
              <a:gd name="connsiteX8806" fmla="*/ 7656065 w 11677525"/>
              <a:gd name="connsiteY8806" fmla="*/ 229658 h 4078220"/>
              <a:gd name="connsiteX8807" fmla="*/ 7604270 w 11677525"/>
              <a:gd name="connsiteY8807" fmla="*/ 225675 h 4078220"/>
              <a:gd name="connsiteX8808" fmla="*/ 7608355 w 11677525"/>
              <a:gd name="connsiteY8808" fmla="*/ 215001 h 4078220"/>
              <a:gd name="connsiteX8809" fmla="*/ 7634877 w 11677525"/>
              <a:gd name="connsiteY8809" fmla="*/ 214737 h 4078220"/>
              <a:gd name="connsiteX8810" fmla="*/ 7746009 w 11677525"/>
              <a:gd name="connsiteY8810" fmla="*/ 214454 h 4078220"/>
              <a:gd name="connsiteX8811" fmla="*/ 7748176 w 11677525"/>
              <a:gd name="connsiteY8811" fmla="*/ 214611 h 4078220"/>
              <a:gd name="connsiteX8812" fmla="*/ 7748038 w 11677525"/>
              <a:gd name="connsiteY8812" fmla="*/ 215078 h 4078220"/>
              <a:gd name="connsiteX8813" fmla="*/ 7745870 w 11677525"/>
              <a:gd name="connsiteY8813" fmla="*/ 214923 h 4078220"/>
              <a:gd name="connsiteX8814" fmla="*/ 7746009 w 11677525"/>
              <a:gd name="connsiteY8814" fmla="*/ 214454 h 4078220"/>
              <a:gd name="connsiteX8815" fmla="*/ 4184185 w 11677525"/>
              <a:gd name="connsiteY8815" fmla="*/ 214297 h 4078220"/>
              <a:gd name="connsiteX8816" fmla="*/ 4195918 w 11677525"/>
              <a:gd name="connsiteY8816" fmla="*/ 217604 h 4078220"/>
              <a:gd name="connsiteX8817" fmla="*/ 4171855 w 11677525"/>
              <a:gd name="connsiteY8817" fmla="*/ 226170 h 4078220"/>
              <a:gd name="connsiteX8818" fmla="*/ 4138399 w 11677525"/>
              <a:gd name="connsiteY8818" fmla="*/ 223019 h 4078220"/>
              <a:gd name="connsiteX8819" fmla="*/ 4162574 w 11677525"/>
              <a:gd name="connsiteY8819" fmla="*/ 214506 h 4078220"/>
              <a:gd name="connsiteX8820" fmla="*/ 4184185 w 11677525"/>
              <a:gd name="connsiteY8820" fmla="*/ 214297 h 4078220"/>
              <a:gd name="connsiteX8821" fmla="*/ 7309285 w 11677525"/>
              <a:gd name="connsiteY8821" fmla="*/ 213527 h 4078220"/>
              <a:gd name="connsiteX8822" fmla="*/ 7339131 w 11677525"/>
              <a:gd name="connsiteY8822" fmla="*/ 218699 h 4078220"/>
              <a:gd name="connsiteX8823" fmla="*/ 7331296 w 11677525"/>
              <a:gd name="connsiteY8823" fmla="*/ 232105 h 4078220"/>
              <a:gd name="connsiteX8824" fmla="*/ 7267886 w 11677525"/>
              <a:gd name="connsiteY8824" fmla="*/ 227133 h 4078220"/>
              <a:gd name="connsiteX8825" fmla="*/ 7276250 w 11677525"/>
              <a:gd name="connsiteY8825" fmla="*/ 213804 h 4078220"/>
              <a:gd name="connsiteX8826" fmla="*/ 7309285 w 11677525"/>
              <a:gd name="connsiteY8826" fmla="*/ 213527 h 4078220"/>
              <a:gd name="connsiteX8827" fmla="*/ 5284922 w 11677525"/>
              <a:gd name="connsiteY8827" fmla="*/ 212241 h 4078220"/>
              <a:gd name="connsiteX8828" fmla="*/ 5303990 w 11677525"/>
              <a:gd name="connsiteY8828" fmla="*/ 216667 h 4078220"/>
              <a:gd name="connsiteX8829" fmla="*/ 5280844 w 11677525"/>
              <a:gd name="connsiteY8829" fmla="*/ 228070 h 4078220"/>
              <a:gd name="connsiteX8830" fmla="*/ 5232912 w 11677525"/>
              <a:gd name="connsiteY8830" fmla="*/ 223827 h 4078220"/>
              <a:gd name="connsiteX8831" fmla="*/ 5256392 w 11677525"/>
              <a:gd name="connsiteY8831" fmla="*/ 212502 h 4078220"/>
              <a:gd name="connsiteX8832" fmla="*/ 5284922 w 11677525"/>
              <a:gd name="connsiteY8832" fmla="*/ 212241 h 4078220"/>
              <a:gd name="connsiteX8833" fmla="*/ 4623163 w 11677525"/>
              <a:gd name="connsiteY8833" fmla="*/ 211623 h 4078220"/>
              <a:gd name="connsiteX8834" fmla="*/ 4637752 w 11677525"/>
              <a:gd name="connsiteY8834" fmla="*/ 215418 h 4078220"/>
              <a:gd name="connsiteX8835" fmla="*/ 4613299 w 11677525"/>
              <a:gd name="connsiteY8835" fmla="*/ 225207 h 4078220"/>
              <a:gd name="connsiteX8836" fmla="*/ 4573759 w 11677525"/>
              <a:gd name="connsiteY8836" fmla="*/ 221562 h 4078220"/>
              <a:gd name="connsiteX8837" fmla="*/ 4598572 w 11677525"/>
              <a:gd name="connsiteY8837" fmla="*/ 211852 h 4078220"/>
              <a:gd name="connsiteX8838" fmla="*/ 4623163 w 11677525"/>
              <a:gd name="connsiteY8838" fmla="*/ 211623 h 4078220"/>
              <a:gd name="connsiteX8839" fmla="*/ 6421241 w 11677525"/>
              <a:gd name="connsiteY8839" fmla="*/ 211343 h 4078220"/>
              <a:gd name="connsiteX8840" fmla="*/ 6445933 w 11677525"/>
              <a:gd name="connsiteY8840" fmla="*/ 216146 h 4078220"/>
              <a:gd name="connsiteX8841" fmla="*/ 6430762 w 11677525"/>
              <a:gd name="connsiteY8841" fmla="*/ 228616 h 4078220"/>
              <a:gd name="connsiteX8842" fmla="*/ 6374744 w 11677525"/>
              <a:gd name="connsiteY8842" fmla="*/ 224008 h 4078220"/>
              <a:gd name="connsiteX8843" fmla="*/ 6390360 w 11677525"/>
              <a:gd name="connsiteY8843" fmla="*/ 211616 h 4078220"/>
              <a:gd name="connsiteX8844" fmla="*/ 6421241 w 11677525"/>
              <a:gd name="connsiteY8844" fmla="*/ 211343 h 4078220"/>
              <a:gd name="connsiteX8845" fmla="*/ 5983955 w 11677525"/>
              <a:gd name="connsiteY8845" fmla="*/ 210602 h 4078220"/>
              <a:gd name="connsiteX8846" fmla="*/ 6006045 w 11677525"/>
              <a:gd name="connsiteY8846" fmla="*/ 215184 h 4078220"/>
              <a:gd name="connsiteX8847" fmla="*/ 5987928 w 11677525"/>
              <a:gd name="connsiteY8847" fmla="*/ 227029 h 4078220"/>
              <a:gd name="connsiteX8848" fmla="*/ 5935912 w 11677525"/>
              <a:gd name="connsiteY8848" fmla="*/ 222629 h 4078220"/>
              <a:gd name="connsiteX8849" fmla="*/ 5954445 w 11677525"/>
              <a:gd name="connsiteY8849" fmla="*/ 210862 h 4078220"/>
              <a:gd name="connsiteX8850" fmla="*/ 5983955 w 11677525"/>
              <a:gd name="connsiteY8850" fmla="*/ 210602 h 4078220"/>
              <a:gd name="connsiteX8851" fmla="*/ 4405220 w 11677525"/>
              <a:gd name="connsiteY8851" fmla="*/ 210149 h 4078220"/>
              <a:gd name="connsiteX8852" fmla="*/ 4421155 w 11677525"/>
              <a:gd name="connsiteY8852" fmla="*/ 214454 h 4078220"/>
              <a:gd name="connsiteX8853" fmla="*/ 4391563 w 11677525"/>
              <a:gd name="connsiteY8853" fmla="*/ 225597 h 4078220"/>
              <a:gd name="connsiteX8854" fmla="*/ 4347160 w 11677525"/>
              <a:gd name="connsiteY8854" fmla="*/ 221484 h 4078220"/>
              <a:gd name="connsiteX8855" fmla="*/ 4377114 w 11677525"/>
              <a:gd name="connsiteY8855" fmla="*/ 210393 h 4078220"/>
              <a:gd name="connsiteX8856" fmla="*/ 4405220 w 11677525"/>
              <a:gd name="connsiteY8856" fmla="*/ 210149 h 4078220"/>
              <a:gd name="connsiteX8857" fmla="*/ 7095301 w 11677525"/>
              <a:gd name="connsiteY8857" fmla="*/ 208756 h 4078220"/>
              <a:gd name="connsiteX8858" fmla="*/ 7123424 w 11677525"/>
              <a:gd name="connsiteY8858" fmla="*/ 213778 h 4078220"/>
              <a:gd name="connsiteX8859" fmla="*/ 7113949 w 11677525"/>
              <a:gd name="connsiteY8859" fmla="*/ 226690 h 4078220"/>
              <a:gd name="connsiteX8860" fmla="*/ 7053125 w 11677525"/>
              <a:gd name="connsiteY8860" fmla="*/ 221900 h 4078220"/>
              <a:gd name="connsiteX8861" fmla="*/ 7063239 w 11677525"/>
              <a:gd name="connsiteY8861" fmla="*/ 209065 h 4078220"/>
              <a:gd name="connsiteX8862" fmla="*/ 7095301 w 11677525"/>
              <a:gd name="connsiteY8862" fmla="*/ 208756 h 4078220"/>
              <a:gd name="connsiteX8863" fmla="*/ 5385905 w 11677525"/>
              <a:gd name="connsiteY8863" fmla="*/ 208356 h 4078220"/>
              <a:gd name="connsiteX8864" fmla="*/ 5405995 w 11677525"/>
              <a:gd name="connsiteY8864" fmla="*/ 212892 h 4078220"/>
              <a:gd name="connsiteX8865" fmla="*/ 5382876 w 11677525"/>
              <a:gd name="connsiteY8865" fmla="*/ 224712 h 4078220"/>
              <a:gd name="connsiteX8866" fmla="*/ 5332777 w 11677525"/>
              <a:gd name="connsiteY8866" fmla="*/ 220339 h 4078220"/>
              <a:gd name="connsiteX8867" fmla="*/ 5356312 w 11677525"/>
              <a:gd name="connsiteY8867" fmla="*/ 208623 h 4078220"/>
              <a:gd name="connsiteX8868" fmla="*/ 5385905 w 11677525"/>
              <a:gd name="connsiteY8868" fmla="*/ 208356 h 4078220"/>
              <a:gd name="connsiteX8869" fmla="*/ 4049233 w 11677525"/>
              <a:gd name="connsiteY8869" fmla="*/ 207581 h 4078220"/>
              <a:gd name="connsiteX8870" fmla="*/ 4065822 w 11677525"/>
              <a:gd name="connsiteY8870" fmla="*/ 209144 h 4078220"/>
              <a:gd name="connsiteX8871" fmla="*/ 4053401 w 11677525"/>
              <a:gd name="connsiteY8871" fmla="*/ 213413 h 4078220"/>
              <a:gd name="connsiteX8872" fmla="*/ 4036701 w 11677525"/>
              <a:gd name="connsiteY8872" fmla="*/ 211825 h 4078220"/>
              <a:gd name="connsiteX8873" fmla="*/ 4049233 w 11677525"/>
              <a:gd name="connsiteY8873" fmla="*/ 207581 h 4078220"/>
              <a:gd name="connsiteX8874" fmla="*/ 5884520 w 11677525"/>
              <a:gd name="connsiteY8874" fmla="*/ 207552 h 4078220"/>
              <a:gd name="connsiteX8875" fmla="*/ 5905819 w 11677525"/>
              <a:gd name="connsiteY8875" fmla="*/ 212033 h 4078220"/>
              <a:gd name="connsiteX8876" fmla="*/ 5887202 w 11677525"/>
              <a:gd name="connsiteY8876" fmla="*/ 223566 h 4078220"/>
              <a:gd name="connsiteX8877" fmla="*/ 5836630 w 11677525"/>
              <a:gd name="connsiteY8877" fmla="*/ 219296 h 4078220"/>
              <a:gd name="connsiteX8878" fmla="*/ 5855554 w 11677525"/>
              <a:gd name="connsiteY8878" fmla="*/ 207815 h 4078220"/>
              <a:gd name="connsiteX8879" fmla="*/ 5884520 w 11677525"/>
              <a:gd name="connsiteY8879" fmla="*/ 207552 h 4078220"/>
              <a:gd name="connsiteX8880" fmla="*/ 7859073 w 11677525"/>
              <a:gd name="connsiteY8880" fmla="*/ 207217 h 4078220"/>
              <a:gd name="connsiteX8881" fmla="*/ 7861269 w 11677525"/>
              <a:gd name="connsiteY8881" fmla="*/ 207374 h 4078220"/>
              <a:gd name="connsiteX8882" fmla="*/ 7861129 w 11677525"/>
              <a:gd name="connsiteY8882" fmla="*/ 207841 h 4078220"/>
              <a:gd name="connsiteX8883" fmla="*/ 7858934 w 11677525"/>
              <a:gd name="connsiteY8883" fmla="*/ 207660 h 4078220"/>
              <a:gd name="connsiteX8884" fmla="*/ 7859073 w 11677525"/>
              <a:gd name="connsiteY8884" fmla="*/ 207217 h 4078220"/>
              <a:gd name="connsiteX8885" fmla="*/ 4949419 w 11677525"/>
              <a:gd name="connsiteY8885" fmla="*/ 207187 h 4078220"/>
              <a:gd name="connsiteX8886" fmla="*/ 4965716 w 11677525"/>
              <a:gd name="connsiteY8886" fmla="*/ 211173 h 4078220"/>
              <a:gd name="connsiteX8887" fmla="*/ 4942292 w 11677525"/>
              <a:gd name="connsiteY8887" fmla="*/ 221458 h 4078220"/>
              <a:gd name="connsiteX8888" fmla="*/ 4899751 w 11677525"/>
              <a:gd name="connsiteY8888" fmla="*/ 217656 h 4078220"/>
              <a:gd name="connsiteX8889" fmla="*/ 4923453 w 11677525"/>
              <a:gd name="connsiteY8889" fmla="*/ 207399 h 4078220"/>
              <a:gd name="connsiteX8890" fmla="*/ 4949419 w 11677525"/>
              <a:gd name="connsiteY8890" fmla="*/ 207187 h 4078220"/>
              <a:gd name="connsiteX8891" fmla="*/ 3729827 w 11677525"/>
              <a:gd name="connsiteY8891" fmla="*/ 207035 h 4078220"/>
              <a:gd name="connsiteX8892" fmla="*/ 3731938 w 11677525"/>
              <a:gd name="connsiteY8892" fmla="*/ 207243 h 4078220"/>
              <a:gd name="connsiteX8893" fmla="*/ 3730244 w 11677525"/>
              <a:gd name="connsiteY8893" fmla="*/ 207790 h 4078220"/>
              <a:gd name="connsiteX8894" fmla="*/ 3728048 w 11677525"/>
              <a:gd name="connsiteY8894" fmla="*/ 207581 h 4078220"/>
              <a:gd name="connsiteX8895" fmla="*/ 3729827 w 11677525"/>
              <a:gd name="connsiteY8895" fmla="*/ 207035 h 4078220"/>
              <a:gd name="connsiteX8896" fmla="*/ 6652463 w 11677525"/>
              <a:gd name="connsiteY8896" fmla="*/ 206888 h 4078220"/>
              <a:gd name="connsiteX8897" fmla="*/ 6678562 w 11677525"/>
              <a:gd name="connsiteY8897" fmla="*/ 211825 h 4078220"/>
              <a:gd name="connsiteX8898" fmla="*/ 6665169 w 11677525"/>
              <a:gd name="connsiteY8898" fmla="*/ 224530 h 4078220"/>
              <a:gd name="connsiteX8899" fmla="*/ 6607067 w 11677525"/>
              <a:gd name="connsiteY8899" fmla="*/ 219791 h 4078220"/>
              <a:gd name="connsiteX8900" fmla="*/ 6620905 w 11677525"/>
              <a:gd name="connsiteY8900" fmla="*/ 207164 h 4078220"/>
              <a:gd name="connsiteX8901" fmla="*/ 6652463 w 11677525"/>
              <a:gd name="connsiteY8901" fmla="*/ 206888 h 4078220"/>
              <a:gd name="connsiteX8902" fmla="*/ 6876722 w 11677525"/>
              <a:gd name="connsiteY8902" fmla="*/ 206318 h 4078220"/>
              <a:gd name="connsiteX8903" fmla="*/ 6903799 w 11677525"/>
              <a:gd name="connsiteY8903" fmla="*/ 211278 h 4078220"/>
              <a:gd name="connsiteX8904" fmla="*/ 6892379 w 11677525"/>
              <a:gd name="connsiteY8904" fmla="*/ 224087 h 4078220"/>
              <a:gd name="connsiteX8905" fmla="*/ 6832971 w 11677525"/>
              <a:gd name="connsiteY8905" fmla="*/ 219296 h 4078220"/>
              <a:gd name="connsiteX8906" fmla="*/ 6844892 w 11677525"/>
              <a:gd name="connsiteY8906" fmla="*/ 206591 h 4078220"/>
              <a:gd name="connsiteX8907" fmla="*/ 6876722 w 11677525"/>
              <a:gd name="connsiteY8907" fmla="*/ 206318 h 4078220"/>
              <a:gd name="connsiteX8908" fmla="*/ 5486373 w 11677525"/>
              <a:gd name="connsiteY8908" fmla="*/ 205742 h 4078220"/>
              <a:gd name="connsiteX8909" fmla="*/ 5507165 w 11677525"/>
              <a:gd name="connsiteY8909" fmla="*/ 210367 h 4078220"/>
              <a:gd name="connsiteX8910" fmla="*/ 5484491 w 11677525"/>
              <a:gd name="connsiteY8910" fmla="*/ 222369 h 4078220"/>
              <a:gd name="connsiteX8911" fmla="*/ 5433225 w 11677525"/>
              <a:gd name="connsiteY8911" fmla="*/ 217917 h 4078220"/>
              <a:gd name="connsiteX8912" fmla="*/ 5456288 w 11677525"/>
              <a:gd name="connsiteY8912" fmla="*/ 206019 h 4078220"/>
              <a:gd name="connsiteX8913" fmla="*/ 5486373 w 11677525"/>
              <a:gd name="connsiteY8913" fmla="*/ 205742 h 4078220"/>
              <a:gd name="connsiteX8914" fmla="*/ 7428170 w 11677525"/>
              <a:gd name="connsiteY8914" fmla="*/ 205134 h 4078220"/>
              <a:gd name="connsiteX8915" fmla="*/ 7458253 w 11677525"/>
              <a:gd name="connsiteY8915" fmla="*/ 210237 h 4078220"/>
              <a:gd name="connsiteX8916" fmla="*/ 7451639 w 11677525"/>
              <a:gd name="connsiteY8916" fmla="*/ 223488 h 4078220"/>
              <a:gd name="connsiteX8917" fmla="*/ 7388202 w 11677525"/>
              <a:gd name="connsiteY8917" fmla="*/ 218567 h 4078220"/>
              <a:gd name="connsiteX8918" fmla="*/ 7395316 w 11677525"/>
              <a:gd name="connsiteY8918" fmla="*/ 205421 h 4078220"/>
              <a:gd name="connsiteX8919" fmla="*/ 7428170 w 11677525"/>
              <a:gd name="connsiteY8919" fmla="*/ 205134 h 4078220"/>
              <a:gd name="connsiteX8920" fmla="*/ 5785941 w 11677525"/>
              <a:gd name="connsiteY8920" fmla="*/ 205014 h 4078220"/>
              <a:gd name="connsiteX8921" fmla="*/ 5808065 w 11677525"/>
              <a:gd name="connsiteY8921" fmla="*/ 209743 h 4078220"/>
              <a:gd name="connsiteX8922" fmla="*/ 5787615 w 11677525"/>
              <a:gd name="connsiteY8922" fmla="*/ 221926 h 4078220"/>
              <a:gd name="connsiteX8923" fmla="*/ 5734487 w 11677525"/>
              <a:gd name="connsiteY8923" fmla="*/ 217397 h 4078220"/>
              <a:gd name="connsiteX8924" fmla="*/ 5755354 w 11677525"/>
              <a:gd name="connsiteY8924" fmla="*/ 205265 h 4078220"/>
              <a:gd name="connsiteX8925" fmla="*/ 5785941 w 11677525"/>
              <a:gd name="connsiteY8925" fmla="*/ 205014 h 4078220"/>
              <a:gd name="connsiteX8926" fmla="*/ 5585725 w 11677525"/>
              <a:gd name="connsiteY8926" fmla="*/ 204737 h 4078220"/>
              <a:gd name="connsiteX8927" fmla="*/ 5606002 w 11677525"/>
              <a:gd name="connsiteY8927" fmla="*/ 209196 h 4078220"/>
              <a:gd name="connsiteX8928" fmla="*/ 5585023 w 11677525"/>
              <a:gd name="connsiteY8928" fmla="*/ 220702 h 4078220"/>
              <a:gd name="connsiteX8929" fmla="*/ 5535397 w 11677525"/>
              <a:gd name="connsiteY8929" fmla="*/ 216433 h 4078220"/>
              <a:gd name="connsiteX8930" fmla="*/ 5556819 w 11677525"/>
              <a:gd name="connsiteY8930" fmla="*/ 205004 h 4078220"/>
              <a:gd name="connsiteX8931" fmla="*/ 5585725 w 11677525"/>
              <a:gd name="connsiteY8931" fmla="*/ 204737 h 4078220"/>
              <a:gd name="connsiteX8932" fmla="*/ 5686052 w 11677525"/>
              <a:gd name="connsiteY8932" fmla="*/ 204229 h 4078220"/>
              <a:gd name="connsiteX8933" fmla="*/ 5707506 w 11677525"/>
              <a:gd name="connsiteY8933" fmla="*/ 208857 h 4078220"/>
              <a:gd name="connsiteX8934" fmla="*/ 5686555 w 11677525"/>
              <a:gd name="connsiteY8934" fmla="*/ 220833 h 4078220"/>
              <a:gd name="connsiteX8935" fmla="*/ 5634734 w 11677525"/>
              <a:gd name="connsiteY8935" fmla="*/ 216381 h 4078220"/>
              <a:gd name="connsiteX8936" fmla="*/ 5656073 w 11677525"/>
              <a:gd name="connsiteY8936" fmla="*/ 204484 h 4078220"/>
              <a:gd name="connsiteX8937" fmla="*/ 5686052 w 11677525"/>
              <a:gd name="connsiteY8937" fmla="*/ 204229 h 4078220"/>
              <a:gd name="connsiteX8938" fmla="*/ 6324679 w 11677525"/>
              <a:gd name="connsiteY8938" fmla="*/ 203529 h 4078220"/>
              <a:gd name="connsiteX8939" fmla="*/ 6349096 w 11677525"/>
              <a:gd name="connsiteY8939" fmla="*/ 208310 h 4078220"/>
              <a:gd name="connsiteX8940" fmla="*/ 6333091 w 11677525"/>
              <a:gd name="connsiteY8940" fmla="*/ 220754 h 4078220"/>
              <a:gd name="connsiteX8941" fmla="*/ 6277185 w 11677525"/>
              <a:gd name="connsiteY8941" fmla="*/ 216146 h 4078220"/>
              <a:gd name="connsiteX8942" fmla="*/ 6293635 w 11677525"/>
              <a:gd name="connsiteY8942" fmla="*/ 203806 h 4078220"/>
              <a:gd name="connsiteX8943" fmla="*/ 6324679 w 11677525"/>
              <a:gd name="connsiteY8943" fmla="*/ 203529 h 4078220"/>
              <a:gd name="connsiteX8944" fmla="*/ 7526218 w 11677525"/>
              <a:gd name="connsiteY8944" fmla="*/ 201802 h 4078220"/>
              <a:gd name="connsiteX8945" fmla="*/ 7558062 w 11677525"/>
              <a:gd name="connsiteY8945" fmla="*/ 204223 h 4078220"/>
              <a:gd name="connsiteX8946" fmla="*/ 7555227 w 11677525"/>
              <a:gd name="connsiteY8946" fmla="*/ 210809 h 4078220"/>
              <a:gd name="connsiteX8947" fmla="*/ 7523328 w 11677525"/>
              <a:gd name="connsiteY8947" fmla="*/ 208388 h 4078220"/>
              <a:gd name="connsiteX8948" fmla="*/ 7526218 w 11677525"/>
              <a:gd name="connsiteY8948" fmla="*/ 201802 h 4078220"/>
              <a:gd name="connsiteX8949" fmla="*/ 4721938 w 11677525"/>
              <a:gd name="connsiteY8949" fmla="*/ 201496 h 4078220"/>
              <a:gd name="connsiteX8950" fmla="*/ 4737005 w 11677525"/>
              <a:gd name="connsiteY8950" fmla="*/ 205316 h 4078220"/>
              <a:gd name="connsiteX8951" fmla="*/ 4712830 w 11677525"/>
              <a:gd name="connsiteY8951" fmla="*/ 215183 h 4078220"/>
              <a:gd name="connsiteX8952" fmla="*/ 4672568 w 11677525"/>
              <a:gd name="connsiteY8952" fmla="*/ 211538 h 4078220"/>
              <a:gd name="connsiteX8953" fmla="*/ 4696908 w 11677525"/>
              <a:gd name="connsiteY8953" fmla="*/ 201697 h 4078220"/>
              <a:gd name="connsiteX8954" fmla="*/ 4721938 w 11677525"/>
              <a:gd name="connsiteY8954" fmla="*/ 201496 h 4078220"/>
              <a:gd name="connsiteX8955" fmla="*/ 4281368 w 11677525"/>
              <a:gd name="connsiteY8955" fmla="*/ 201193 h 4078220"/>
              <a:gd name="connsiteX8956" fmla="*/ 4293227 w 11677525"/>
              <a:gd name="connsiteY8956" fmla="*/ 204457 h 4078220"/>
              <a:gd name="connsiteX8957" fmla="*/ 4269997 w 11677525"/>
              <a:gd name="connsiteY8957" fmla="*/ 212788 h 4078220"/>
              <a:gd name="connsiteX8958" fmla="*/ 4236570 w 11677525"/>
              <a:gd name="connsiteY8958" fmla="*/ 209742 h 4078220"/>
              <a:gd name="connsiteX8959" fmla="*/ 4260050 w 11677525"/>
              <a:gd name="connsiteY8959" fmla="*/ 201385 h 4078220"/>
              <a:gd name="connsiteX8960" fmla="*/ 4281368 w 11677525"/>
              <a:gd name="connsiteY8960" fmla="*/ 201193 h 4078220"/>
              <a:gd name="connsiteX8961" fmla="*/ 5048833 w 11677525"/>
              <a:gd name="connsiteY8961" fmla="*/ 200113 h 4078220"/>
              <a:gd name="connsiteX8962" fmla="*/ 5065609 w 11677525"/>
              <a:gd name="connsiteY8962" fmla="*/ 204119 h 4078220"/>
              <a:gd name="connsiteX8963" fmla="*/ 5042741 w 11677525"/>
              <a:gd name="connsiteY8963" fmla="*/ 214402 h 4078220"/>
              <a:gd name="connsiteX8964" fmla="*/ 4999699 w 11677525"/>
              <a:gd name="connsiteY8964" fmla="*/ 210576 h 4078220"/>
              <a:gd name="connsiteX8965" fmla="*/ 5022762 w 11677525"/>
              <a:gd name="connsiteY8965" fmla="*/ 200344 h 4078220"/>
              <a:gd name="connsiteX8966" fmla="*/ 5048833 w 11677525"/>
              <a:gd name="connsiteY8966" fmla="*/ 200113 h 4078220"/>
              <a:gd name="connsiteX8967" fmla="*/ 3936947 w 11677525"/>
              <a:gd name="connsiteY8967" fmla="*/ 199901 h 4078220"/>
              <a:gd name="connsiteX8968" fmla="*/ 3944282 w 11677525"/>
              <a:gd name="connsiteY8968" fmla="*/ 200604 h 4078220"/>
              <a:gd name="connsiteX8969" fmla="*/ 3938587 w 11677525"/>
              <a:gd name="connsiteY8969" fmla="*/ 202453 h 4078220"/>
              <a:gd name="connsiteX8970" fmla="*/ 3931251 w 11677525"/>
              <a:gd name="connsiteY8970" fmla="*/ 201776 h 4078220"/>
              <a:gd name="connsiteX8971" fmla="*/ 3936947 w 11677525"/>
              <a:gd name="connsiteY8971" fmla="*/ 199901 h 4078220"/>
              <a:gd name="connsiteX8972" fmla="*/ 7217485 w 11677525"/>
              <a:gd name="connsiteY8972" fmla="*/ 199400 h 4078220"/>
              <a:gd name="connsiteX8973" fmla="*/ 7246158 w 11677525"/>
              <a:gd name="connsiteY8973" fmla="*/ 204406 h 4078220"/>
              <a:gd name="connsiteX8974" fmla="*/ 7237738 w 11677525"/>
              <a:gd name="connsiteY8974" fmla="*/ 217292 h 4078220"/>
              <a:gd name="connsiteX8975" fmla="*/ 7176358 w 11677525"/>
              <a:gd name="connsiteY8975" fmla="*/ 212502 h 4078220"/>
              <a:gd name="connsiteX8976" fmla="*/ 7185332 w 11677525"/>
              <a:gd name="connsiteY8976" fmla="*/ 199667 h 4078220"/>
              <a:gd name="connsiteX8977" fmla="*/ 7217485 w 11677525"/>
              <a:gd name="connsiteY8977" fmla="*/ 199400 h 4078220"/>
              <a:gd name="connsiteX8978" fmla="*/ 7654731 w 11677525"/>
              <a:gd name="connsiteY8978" fmla="*/ 198208 h 4078220"/>
              <a:gd name="connsiteX8979" fmla="*/ 7657427 w 11677525"/>
              <a:gd name="connsiteY8979" fmla="*/ 198443 h 4078220"/>
              <a:gd name="connsiteX8980" fmla="*/ 7657288 w 11677525"/>
              <a:gd name="connsiteY8980" fmla="*/ 198964 h 4078220"/>
              <a:gd name="connsiteX8981" fmla="*/ 7654481 w 11677525"/>
              <a:gd name="connsiteY8981" fmla="*/ 198756 h 4078220"/>
              <a:gd name="connsiteX8982" fmla="*/ 7654731 w 11677525"/>
              <a:gd name="connsiteY8982" fmla="*/ 198208 h 4078220"/>
              <a:gd name="connsiteX8983" fmla="*/ 4503995 w 11677525"/>
              <a:gd name="connsiteY8983" fmla="*/ 198069 h 4078220"/>
              <a:gd name="connsiteX8984" fmla="*/ 4521048 w 11677525"/>
              <a:gd name="connsiteY8984" fmla="*/ 202582 h 4078220"/>
              <a:gd name="connsiteX8985" fmla="*/ 4490705 w 11677525"/>
              <a:gd name="connsiteY8985" fmla="*/ 214194 h 4078220"/>
              <a:gd name="connsiteX8986" fmla="*/ 4443746 w 11677525"/>
              <a:gd name="connsiteY8986" fmla="*/ 209898 h 4078220"/>
              <a:gd name="connsiteX8987" fmla="*/ 4474395 w 11677525"/>
              <a:gd name="connsiteY8987" fmla="*/ 198339 h 4078220"/>
              <a:gd name="connsiteX8988" fmla="*/ 4503995 w 11677525"/>
              <a:gd name="connsiteY8988" fmla="*/ 198069 h 4078220"/>
              <a:gd name="connsiteX8989" fmla="*/ 6557440 w 11677525"/>
              <a:gd name="connsiteY8989" fmla="*/ 197314 h 4078220"/>
              <a:gd name="connsiteX8990" fmla="*/ 6582781 w 11677525"/>
              <a:gd name="connsiteY8990" fmla="*/ 202113 h 4078220"/>
              <a:gd name="connsiteX8991" fmla="*/ 6568804 w 11677525"/>
              <a:gd name="connsiteY8991" fmla="*/ 214558 h 4078220"/>
              <a:gd name="connsiteX8992" fmla="*/ 6511898 w 11677525"/>
              <a:gd name="connsiteY8992" fmla="*/ 209924 h 4078220"/>
              <a:gd name="connsiteX8993" fmla="*/ 6526347 w 11677525"/>
              <a:gd name="connsiteY8993" fmla="*/ 197610 h 4078220"/>
              <a:gd name="connsiteX8994" fmla="*/ 6557440 w 11677525"/>
              <a:gd name="connsiteY8994" fmla="*/ 197314 h 4078220"/>
              <a:gd name="connsiteX8995" fmla="*/ 6227382 w 11677525"/>
              <a:gd name="connsiteY8995" fmla="*/ 197207 h 4078220"/>
              <a:gd name="connsiteX8996" fmla="*/ 6250510 w 11677525"/>
              <a:gd name="connsiteY8996" fmla="*/ 201776 h 4078220"/>
              <a:gd name="connsiteX8997" fmla="*/ 6234200 w 11677525"/>
              <a:gd name="connsiteY8997" fmla="*/ 213648 h 4078220"/>
              <a:gd name="connsiteX8998" fmla="*/ 6180961 w 11677525"/>
              <a:gd name="connsiteY8998" fmla="*/ 209247 h 4078220"/>
              <a:gd name="connsiteX8999" fmla="*/ 6197605 w 11677525"/>
              <a:gd name="connsiteY8999" fmla="*/ 197480 h 4078220"/>
              <a:gd name="connsiteX9000" fmla="*/ 6227382 w 11677525"/>
              <a:gd name="connsiteY9000" fmla="*/ 197207 h 4078220"/>
              <a:gd name="connsiteX9001" fmla="*/ 7002814 w 11677525"/>
              <a:gd name="connsiteY9001" fmla="*/ 195865 h 4078220"/>
              <a:gd name="connsiteX9002" fmla="*/ 7030367 w 11677525"/>
              <a:gd name="connsiteY9002" fmla="*/ 200813 h 4078220"/>
              <a:gd name="connsiteX9003" fmla="*/ 7020058 w 11677525"/>
              <a:gd name="connsiteY9003" fmla="*/ 213491 h 4078220"/>
              <a:gd name="connsiteX9004" fmla="*/ 6960123 w 11677525"/>
              <a:gd name="connsiteY9004" fmla="*/ 208779 h 4078220"/>
              <a:gd name="connsiteX9005" fmla="*/ 6970905 w 11677525"/>
              <a:gd name="connsiteY9005" fmla="*/ 196152 h 4078220"/>
              <a:gd name="connsiteX9006" fmla="*/ 7002814 w 11677525"/>
              <a:gd name="connsiteY9006" fmla="*/ 195865 h 4078220"/>
              <a:gd name="connsiteX9007" fmla="*/ 6783186 w 11677525"/>
              <a:gd name="connsiteY9007" fmla="*/ 194972 h 4078220"/>
              <a:gd name="connsiteX9008" fmla="*/ 6809742 w 11677525"/>
              <a:gd name="connsiteY9008" fmla="*/ 199849 h 4078220"/>
              <a:gd name="connsiteX9009" fmla="*/ 6797544 w 11677525"/>
              <a:gd name="connsiteY9009" fmla="*/ 212450 h 4078220"/>
              <a:gd name="connsiteX9010" fmla="*/ 6738942 w 11677525"/>
              <a:gd name="connsiteY9010" fmla="*/ 207738 h 4078220"/>
              <a:gd name="connsiteX9011" fmla="*/ 6751585 w 11677525"/>
              <a:gd name="connsiteY9011" fmla="*/ 195267 h 4078220"/>
              <a:gd name="connsiteX9012" fmla="*/ 6783186 w 11677525"/>
              <a:gd name="connsiteY9012" fmla="*/ 194972 h 4078220"/>
              <a:gd name="connsiteX9013" fmla="*/ 4146207 w 11677525"/>
              <a:gd name="connsiteY9013" fmla="*/ 194147 h 4078220"/>
              <a:gd name="connsiteX9014" fmla="*/ 4161852 w 11677525"/>
              <a:gd name="connsiteY9014" fmla="*/ 195632 h 4078220"/>
              <a:gd name="connsiteX9015" fmla="*/ 4150460 w 11677525"/>
              <a:gd name="connsiteY9015" fmla="*/ 199563 h 4078220"/>
              <a:gd name="connsiteX9016" fmla="*/ 4134704 w 11677525"/>
              <a:gd name="connsiteY9016" fmla="*/ 198131 h 4078220"/>
              <a:gd name="connsiteX9017" fmla="*/ 4146207 w 11677525"/>
              <a:gd name="connsiteY9017" fmla="*/ 194147 h 4078220"/>
              <a:gd name="connsiteX9018" fmla="*/ 5149118 w 11677525"/>
              <a:gd name="connsiteY9018" fmla="*/ 193675 h 4078220"/>
              <a:gd name="connsiteX9019" fmla="*/ 5167307 w 11677525"/>
              <a:gd name="connsiteY9019" fmla="*/ 197949 h 4078220"/>
              <a:gd name="connsiteX9020" fmla="*/ 5143717 w 11677525"/>
              <a:gd name="connsiteY9020" fmla="*/ 208935 h 4078220"/>
              <a:gd name="connsiteX9021" fmla="*/ 5097229 w 11677525"/>
              <a:gd name="connsiteY9021" fmla="*/ 204874 h 4078220"/>
              <a:gd name="connsiteX9022" fmla="*/ 5121237 w 11677525"/>
              <a:gd name="connsiteY9022" fmla="*/ 193914 h 4078220"/>
              <a:gd name="connsiteX9023" fmla="*/ 5149118 w 11677525"/>
              <a:gd name="connsiteY9023" fmla="*/ 193675 h 4078220"/>
              <a:gd name="connsiteX9024" fmla="*/ 4820688 w 11677525"/>
              <a:gd name="connsiteY9024" fmla="*/ 192375 h 4078220"/>
              <a:gd name="connsiteX9025" fmla="*/ 4836454 w 11677525"/>
              <a:gd name="connsiteY9025" fmla="*/ 196282 h 4078220"/>
              <a:gd name="connsiteX9026" fmla="*/ 4812389 w 11677525"/>
              <a:gd name="connsiteY9026" fmla="*/ 206358 h 4078220"/>
              <a:gd name="connsiteX9027" fmla="*/ 4770627 w 11677525"/>
              <a:gd name="connsiteY9027" fmla="*/ 202609 h 4078220"/>
              <a:gd name="connsiteX9028" fmla="*/ 4795023 w 11677525"/>
              <a:gd name="connsiteY9028" fmla="*/ 192586 h 4078220"/>
              <a:gd name="connsiteX9029" fmla="*/ 4820688 w 11677525"/>
              <a:gd name="connsiteY9029" fmla="*/ 192375 h 4078220"/>
              <a:gd name="connsiteX9030" fmla="*/ 3826440 w 11677525"/>
              <a:gd name="connsiteY9030" fmla="*/ 192143 h 4078220"/>
              <a:gd name="connsiteX9031" fmla="*/ 3827302 w 11677525"/>
              <a:gd name="connsiteY9031" fmla="*/ 192221 h 4078220"/>
              <a:gd name="connsiteX9032" fmla="*/ 3826635 w 11677525"/>
              <a:gd name="connsiteY9032" fmla="*/ 192456 h 4078220"/>
              <a:gd name="connsiteX9033" fmla="*/ 3825774 w 11677525"/>
              <a:gd name="connsiteY9033" fmla="*/ 192377 h 4078220"/>
              <a:gd name="connsiteX9034" fmla="*/ 3826440 w 11677525"/>
              <a:gd name="connsiteY9034" fmla="*/ 192143 h 4078220"/>
              <a:gd name="connsiteX9035" fmla="*/ 7336547 w 11677525"/>
              <a:gd name="connsiteY9035" fmla="*/ 191394 h 4078220"/>
              <a:gd name="connsiteX9036" fmla="*/ 7363250 w 11677525"/>
              <a:gd name="connsiteY9036" fmla="*/ 195944 h 4078220"/>
              <a:gd name="connsiteX9037" fmla="*/ 7356526 w 11677525"/>
              <a:gd name="connsiteY9037" fmla="*/ 207686 h 4078220"/>
              <a:gd name="connsiteX9038" fmla="*/ 7300008 w 11677525"/>
              <a:gd name="connsiteY9038" fmla="*/ 203338 h 4078220"/>
              <a:gd name="connsiteX9039" fmla="*/ 7307093 w 11677525"/>
              <a:gd name="connsiteY9039" fmla="*/ 191648 h 4078220"/>
              <a:gd name="connsiteX9040" fmla="*/ 7336547 w 11677525"/>
              <a:gd name="connsiteY9040" fmla="*/ 191394 h 4078220"/>
              <a:gd name="connsiteX9041" fmla="*/ 6130760 w 11677525"/>
              <a:gd name="connsiteY9041" fmla="*/ 191307 h 4078220"/>
              <a:gd name="connsiteX9042" fmla="*/ 6154313 w 11677525"/>
              <a:gd name="connsiteY9042" fmla="*/ 196022 h 4078220"/>
              <a:gd name="connsiteX9043" fmla="*/ 6136780 w 11677525"/>
              <a:gd name="connsiteY9043" fmla="*/ 208206 h 4078220"/>
              <a:gd name="connsiteX9044" fmla="*/ 6081986 w 11677525"/>
              <a:gd name="connsiteY9044" fmla="*/ 203702 h 4078220"/>
              <a:gd name="connsiteX9045" fmla="*/ 6100017 w 11677525"/>
              <a:gd name="connsiteY9045" fmla="*/ 191570 h 4078220"/>
              <a:gd name="connsiteX9046" fmla="*/ 6130760 w 11677525"/>
              <a:gd name="connsiteY9046" fmla="*/ 191307 h 4078220"/>
              <a:gd name="connsiteX9047" fmla="*/ 7768739 w 11677525"/>
              <a:gd name="connsiteY9047" fmla="*/ 191050 h 4078220"/>
              <a:gd name="connsiteX9048" fmla="*/ 7769767 w 11677525"/>
              <a:gd name="connsiteY9048" fmla="*/ 191102 h 4078220"/>
              <a:gd name="connsiteX9049" fmla="*/ 7769767 w 11677525"/>
              <a:gd name="connsiteY9049" fmla="*/ 191362 h 4078220"/>
              <a:gd name="connsiteX9050" fmla="*/ 7768655 w 11677525"/>
              <a:gd name="connsiteY9050" fmla="*/ 191258 h 4078220"/>
              <a:gd name="connsiteX9051" fmla="*/ 7768739 w 11677525"/>
              <a:gd name="connsiteY9051" fmla="*/ 191050 h 4078220"/>
              <a:gd name="connsiteX9052" fmla="*/ 4374585 w 11677525"/>
              <a:gd name="connsiteY9052" fmla="*/ 190357 h 4078220"/>
              <a:gd name="connsiteX9053" fmla="*/ 4383782 w 11677525"/>
              <a:gd name="connsiteY9053" fmla="*/ 192846 h 4078220"/>
              <a:gd name="connsiteX9054" fmla="*/ 4366443 w 11677525"/>
              <a:gd name="connsiteY9054" fmla="*/ 199224 h 4078220"/>
              <a:gd name="connsiteX9055" fmla="*/ 4340686 w 11677525"/>
              <a:gd name="connsiteY9055" fmla="*/ 196855 h 4078220"/>
              <a:gd name="connsiteX9056" fmla="*/ 4358136 w 11677525"/>
              <a:gd name="connsiteY9056" fmla="*/ 190503 h 4078220"/>
              <a:gd name="connsiteX9057" fmla="*/ 4374585 w 11677525"/>
              <a:gd name="connsiteY9057" fmla="*/ 190357 h 4078220"/>
              <a:gd name="connsiteX9058" fmla="*/ 7443386 w 11677525"/>
              <a:gd name="connsiteY9058" fmla="*/ 189331 h 4078220"/>
              <a:gd name="connsiteX9059" fmla="*/ 7457224 w 11677525"/>
              <a:gd name="connsiteY9059" fmla="*/ 190373 h 4078220"/>
              <a:gd name="connsiteX9060" fmla="*/ 7455723 w 11677525"/>
              <a:gd name="connsiteY9060" fmla="*/ 193210 h 4078220"/>
              <a:gd name="connsiteX9061" fmla="*/ 7441942 w 11677525"/>
              <a:gd name="connsiteY9061" fmla="*/ 192169 h 4078220"/>
              <a:gd name="connsiteX9062" fmla="*/ 7443386 w 11677525"/>
              <a:gd name="connsiteY9062" fmla="*/ 189331 h 4078220"/>
              <a:gd name="connsiteX9063" fmla="*/ 6461983 w 11677525"/>
              <a:gd name="connsiteY9063" fmla="*/ 189019 h 4078220"/>
              <a:gd name="connsiteX9064" fmla="*/ 6485917 w 11677525"/>
              <a:gd name="connsiteY9064" fmla="*/ 193601 h 4078220"/>
              <a:gd name="connsiteX9065" fmla="*/ 6471691 w 11677525"/>
              <a:gd name="connsiteY9065" fmla="*/ 205395 h 4078220"/>
              <a:gd name="connsiteX9066" fmla="*/ 6417479 w 11677525"/>
              <a:gd name="connsiteY9066" fmla="*/ 201021 h 4078220"/>
              <a:gd name="connsiteX9067" fmla="*/ 6432150 w 11677525"/>
              <a:gd name="connsiteY9067" fmla="*/ 189279 h 4078220"/>
              <a:gd name="connsiteX9068" fmla="*/ 6461983 w 11677525"/>
              <a:gd name="connsiteY9068" fmla="*/ 189019 h 4078220"/>
              <a:gd name="connsiteX9069" fmla="*/ 5247995 w 11677525"/>
              <a:gd name="connsiteY9069" fmla="*/ 188866 h 4078220"/>
              <a:gd name="connsiteX9070" fmla="*/ 5266477 w 11677525"/>
              <a:gd name="connsiteY9070" fmla="*/ 193080 h 4078220"/>
              <a:gd name="connsiteX9071" fmla="*/ 5243582 w 11677525"/>
              <a:gd name="connsiteY9071" fmla="*/ 204015 h 4078220"/>
              <a:gd name="connsiteX9072" fmla="*/ 5197039 w 11677525"/>
              <a:gd name="connsiteY9072" fmla="*/ 199953 h 4078220"/>
              <a:gd name="connsiteX9073" fmla="*/ 5220241 w 11677525"/>
              <a:gd name="connsiteY9073" fmla="*/ 189123 h 4078220"/>
              <a:gd name="connsiteX9074" fmla="*/ 5247995 w 11677525"/>
              <a:gd name="connsiteY9074" fmla="*/ 188866 h 4078220"/>
              <a:gd name="connsiteX9075" fmla="*/ 4600980 w 11677525"/>
              <a:gd name="connsiteY9075" fmla="*/ 187590 h 4078220"/>
              <a:gd name="connsiteX9076" fmla="*/ 4618134 w 11677525"/>
              <a:gd name="connsiteY9076" fmla="*/ 191960 h 4078220"/>
              <a:gd name="connsiteX9077" fmla="*/ 4589070 w 11677525"/>
              <a:gd name="connsiteY9077" fmla="*/ 203338 h 4078220"/>
              <a:gd name="connsiteX9078" fmla="*/ 4542611 w 11677525"/>
              <a:gd name="connsiteY9078" fmla="*/ 199120 h 4078220"/>
              <a:gd name="connsiteX9079" fmla="*/ 4571926 w 11677525"/>
              <a:gd name="connsiteY9079" fmla="*/ 187848 h 4078220"/>
              <a:gd name="connsiteX9080" fmla="*/ 4600980 w 11677525"/>
              <a:gd name="connsiteY9080" fmla="*/ 187590 h 4078220"/>
              <a:gd name="connsiteX9081" fmla="*/ 6033335 w 11677525"/>
              <a:gd name="connsiteY9081" fmla="*/ 186952 h 4078220"/>
              <a:gd name="connsiteX9082" fmla="*/ 6056032 w 11677525"/>
              <a:gd name="connsiteY9082" fmla="*/ 191544 h 4078220"/>
              <a:gd name="connsiteX9083" fmla="*/ 6038054 w 11677525"/>
              <a:gd name="connsiteY9083" fmla="*/ 203415 h 4078220"/>
              <a:gd name="connsiteX9084" fmla="*/ 5984760 w 11677525"/>
              <a:gd name="connsiteY9084" fmla="*/ 199016 h 4078220"/>
              <a:gd name="connsiteX9085" fmla="*/ 6003154 w 11677525"/>
              <a:gd name="connsiteY9085" fmla="*/ 187222 h 4078220"/>
              <a:gd name="connsiteX9086" fmla="*/ 6033335 w 11677525"/>
              <a:gd name="connsiteY9086" fmla="*/ 186952 h 4078220"/>
              <a:gd name="connsiteX9087" fmla="*/ 7125950 w 11677525"/>
              <a:gd name="connsiteY9087" fmla="*/ 185976 h 4078220"/>
              <a:gd name="connsiteX9088" fmla="*/ 7154518 w 11677525"/>
              <a:gd name="connsiteY9088" fmla="*/ 190945 h 4078220"/>
              <a:gd name="connsiteX9089" fmla="*/ 7145153 w 11677525"/>
              <a:gd name="connsiteY9089" fmla="*/ 203833 h 4078220"/>
              <a:gd name="connsiteX9090" fmla="*/ 7083690 w 11677525"/>
              <a:gd name="connsiteY9090" fmla="*/ 199042 h 4078220"/>
              <a:gd name="connsiteX9091" fmla="*/ 7093526 w 11677525"/>
              <a:gd name="connsiteY9091" fmla="*/ 186259 h 4078220"/>
              <a:gd name="connsiteX9092" fmla="*/ 7125950 w 11677525"/>
              <a:gd name="connsiteY9092" fmla="*/ 185976 h 4078220"/>
              <a:gd name="connsiteX9093" fmla="*/ 5346774 w 11677525"/>
              <a:gd name="connsiteY9093" fmla="*/ 184999 h 4078220"/>
              <a:gd name="connsiteX9094" fmla="*/ 5365676 w 11677525"/>
              <a:gd name="connsiteY9094" fmla="*/ 189227 h 4078220"/>
              <a:gd name="connsiteX9095" fmla="*/ 5343475 w 11677525"/>
              <a:gd name="connsiteY9095" fmla="*/ 200240 h 4078220"/>
              <a:gd name="connsiteX9096" fmla="*/ 5296293 w 11677525"/>
              <a:gd name="connsiteY9096" fmla="*/ 196152 h 4078220"/>
              <a:gd name="connsiteX9097" fmla="*/ 5318745 w 11677525"/>
              <a:gd name="connsiteY9097" fmla="*/ 185243 h 4078220"/>
              <a:gd name="connsiteX9098" fmla="*/ 5346774 w 11677525"/>
              <a:gd name="connsiteY9098" fmla="*/ 184999 h 4078220"/>
              <a:gd name="connsiteX9099" fmla="*/ 6689294 w 11677525"/>
              <a:gd name="connsiteY9099" fmla="*/ 184833 h 4078220"/>
              <a:gd name="connsiteX9100" fmla="*/ 6714629 w 11677525"/>
              <a:gd name="connsiteY9100" fmla="*/ 189513 h 4078220"/>
              <a:gd name="connsiteX9101" fmla="*/ 6701986 w 11677525"/>
              <a:gd name="connsiteY9101" fmla="*/ 201619 h 4078220"/>
              <a:gd name="connsiteX9102" fmla="*/ 6645718 w 11677525"/>
              <a:gd name="connsiteY9102" fmla="*/ 197115 h 4078220"/>
              <a:gd name="connsiteX9103" fmla="*/ 6658750 w 11677525"/>
              <a:gd name="connsiteY9103" fmla="*/ 185113 h 4078220"/>
              <a:gd name="connsiteX9104" fmla="*/ 6689294 w 11677525"/>
              <a:gd name="connsiteY9104" fmla="*/ 184833 h 4078220"/>
              <a:gd name="connsiteX9105" fmla="*/ 4032227 w 11677525"/>
              <a:gd name="connsiteY9105" fmla="*/ 184436 h 4078220"/>
              <a:gd name="connsiteX9106" fmla="*/ 4048566 w 11677525"/>
              <a:gd name="connsiteY9106" fmla="*/ 185920 h 4078220"/>
              <a:gd name="connsiteX9107" fmla="*/ 4036256 w 11677525"/>
              <a:gd name="connsiteY9107" fmla="*/ 190060 h 4078220"/>
              <a:gd name="connsiteX9108" fmla="*/ 4019890 w 11677525"/>
              <a:gd name="connsiteY9108" fmla="*/ 188524 h 4078220"/>
              <a:gd name="connsiteX9109" fmla="*/ 4032227 w 11677525"/>
              <a:gd name="connsiteY9109" fmla="*/ 184436 h 4078220"/>
              <a:gd name="connsiteX9110" fmla="*/ 4918986 w 11677525"/>
              <a:gd name="connsiteY9110" fmla="*/ 184339 h 4078220"/>
              <a:gd name="connsiteX9111" fmla="*/ 4935345 w 11677525"/>
              <a:gd name="connsiteY9111" fmla="*/ 188290 h 4078220"/>
              <a:gd name="connsiteX9112" fmla="*/ 4911587 w 11677525"/>
              <a:gd name="connsiteY9112" fmla="*/ 198495 h 4078220"/>
              <a:gd name="connsiteX9113" fmla="*/ 4868852 w 11677525"/>
              <a:gd name="connsiteY9113" fmla="*/ 194721 h 4078220"/>
              <a:gd name="connsiteX9114" fmla="*/ 4892915 w 11677525"/>
              <a:gd name="connsiteY9114" fmla="*/ 184567 h 4078220"/>
              <a:gd name="connsiteX9115" fmla="*/ 4918986 w 11677525"/>
              <a:gd name="connsiteY9115" fmla="*/ 184339 h 4078220"/>
              <a:gd name="connsiteX9116" fmla="*/ 6910371 w 11677525"/>
              <a:gd name="connsiteY9116" fmla="*/ 183903 h 4078220"/>
              <a:gd name="connsiteX9117" fmla="*/ 6937644 w 11677525"/>
              <a:gd name="connsiteY9117" fmla="*/ 188785 h 4078220"/>
              <a:gd name="connsiteX9118" fmla="*/ 6926474 w 11677525"/>
              <a:gd name="connsiteY9118" fmla="*/ 201385 h 4078220"/>
              <a:gd name="connsiteX9119" fmla="*/ 6866928 w 11677525"/>
              <a:gd name="connsiteY9119" fmla="*/ 196699 h 4078220"/>
              <a:gd name="connsiteX9120" fmla="*/ 6878515 w 11677525"/>
              <a:gd name="connsiteY9120" fmla="*/ 184177 h 4078220"/>
              <a:gd name="connsiteX9121" fmla="*/ 6910371 w 11677525"/>
              <a:gd name="connsiteY9121" fmla="*/ 183903 h 4078220"/>
              <a:gd name="connsiteX9122" fmla="*/ 5936165 w 11677525"/>
              <a:gd name="connsiteY9122" fmla="*/ 183320 h 4078220"/>
              <a:gd name="connsiteX9123" fmla="*/ 5958919 w 11677525"/>
              <a:gd name="connsiteY9123" fmla="*/ 187978 h 4078220"/>
              <a:gd name="connsiteX9124" fmla="*/ 5939718 w 11677525"/>
              <a:gd name="connsiteY9124" fmla="*/ 200032 h 4078220"/>
              <a:gd name="connsiteX9125" fmla="*/ 5885868 w 11677525"/>
              <a:gd name="connsiteY9125" fmla="*/ 195554 h 4078220"/>
              <a:gd name="connsiteX9126" fmla="*/ 5905512 w 11677525"/>
              <a:gd name="connsiteY9126" fmla="*/ 183604 h 4078220"/>
              <a:gd name="connsiteX9127" fmla="*/ 5936165 w 11677525"/>
              <a:gd name="connsiteY9127" fmla="*/ 183320 h 4078220"/>
              <a:gd name="connsiteX9128" fmla="*/ 7564008 w 11677525"/>
              <a:gd name="connsiteY9128" fmla="*/ 182953 h 4078220"/>
              <a:gd name="connsiteX9129" fmla="*/ 7566703 w 11677525"/>
              <a:gd name="connsiteY9129" fmla="*/ 183161 h 4078220"/>
              <a:gd name="connsiteX9130" fmla="*/ 7566425 w 11677525"/>
              <a:gd name="connsiteY9130" fmla="*/ 183682 h 4078220"/>
              <a:gd name="connsiteX9131" fmla="*/ 7563785 w 11677525"/>
              <a:gd name="connsiteY9131" fmla="*/ 183500 h 4078220"/>
              <a:gd name="connsiteX9132" fmla="*/ 7564008 w 11677525"/>
              <a:gd name="connsiteY9132" fmla="*/ 182953 h 4078220"/>
              <a:gd name="connsiteX9133" fmla="*/ 5445389 w 11677525"/>
              <a:gd name="connsiteY9133" fmla="*/ 182207 h 4078220"/>
              <a:gd name="connsiteX9134" fmla="*/ 5464734 w 11677525"/>
              <a:gd name="connsiteY9134" fmla="*/ 186467 h 4078220"/>
              <a:gd name="connsiteX9135" fmla="*/ 5443117 w 11677525"/>
              <a:gd name="connsiteY9135" fmla="*/ 197506 h 4078220"/>
              <a:gd name="connsiteX9136" fmla="*/ 5395268 w 11677525"/>
              <a:gd name="connsiteY9136" fmla="*/ 193419 h 4078220"/>
              <a:gd name="connsiteX9137" fmla="*/ 5417164 w 11677525"/>
              <a:gd name="connsiteY9137" fmla="*/ 182458 h 4078220"/>
              <a:gd name="connsiteX9138" fmla="*/ 5445389 w 11677525"/>
              <a:gd name="connsiteY9138" fmla="*/ 182207 h 4078220"/>
              <a:gd name="connsiteX9139" fmla="*/ 4242571 w 11677525"/>
              <a:gd name="connsiteY9139" fmla="*/ 181547 h 4078220"/>
              <a:gd name="connsiteX9140" fmla="*/ 4258271 w 11677525"/>
              <a:gd name="connsiteY9140" fmla="*/ 183005 h 4078220"/>
              <a:gd name="connsiteX9141" fmla="*/ 4247212 w 11677525"/>
              <a:gd name="connsiteY9141" fmla="*/ 186884 h 4078220"/>
              <a:gd name="connsiteX9142" fmla="*/ 4231512 w 11677525"/>
              <a:gd name="connsiteY9142" fmla="*/ 185426 h 4078220"/>
              <a:gd name="connsiteX9143" fmla="*/ 4242571 w 11677525"/>
              <a:gd name="connsiteY9143" fmla="*/ 181547 h 4078220"/>
              <a:gd name="connsiteX9144" fmla="*/ 6366769 w 11677525"/>
              <a:gd name="connsiteY9144" fmla="*/ 181407 h 4078220"/>
              <a:gd name="connsiteX9145" fmla="*/ 6390277 w 11677525"/>
              <a:gd name="connsiteY9145" fmla="*/ 185920 h 4078220"/>
              <a:gd name="connsiteX9146" fmla="*/ 6375327 w 11677525"/>
              <a:gd name="connsiteY9146" fmla="*/ 197611 h 4078220"/>
              <a:gd name="connsiteX9147" fmla="*/ 6321727 w 11677525"/>
              <a:gd name="connsiteY9147" fmla="*/ 193263 h 4078220"/>
              <a:gd name="connsiteX9148" fmla="*/ 6337093 w 11677525"/>
              <a:gd name="connsiteY9148" fmla="*/ 181678 h 4078220"/>
              <a:gd name="connsiteX9149" fmla="*/ 6366769 w 11677525"/>
              <a:gd name="connsiteY9149" fmla="*/ 181407 h 4078220"/>
              <a:gd name="connsiteX9150" fmla="*/ 5838380 w 11677525"/>
              <a:gd name="connsiteY9150" fmla="*/ 181062 h 4078220"/>
              <a:gd name="connsiteX9151" fmla="*/ 5860359 w 11677525"/>
              <a:gd name="connsiteY9151" fmla="*/ 185609 h 4078220"/>
              <a:gd name="connsiteX9152" fmla="*/ 5840687 w 11677525"/>
              <a:gd name="connsiteY9152" fmla="*/ 197401 h 4078220"/>
              <a:gd name="connsiteX9153" fmla="*/ 5788253 w 11677525"/>
              <a:gd name="connsiteY9153" fmla="*/ 193028 h 4078220"/>
              <a:gd name="connsiteX9154" fmla="*/ 5808315 w 11677525"/>
              <a:gd name="connsiteY9154" fmla="*/ 181338 h 4078220"/>
              <a:gd name="connsiteX9155" fmla="*/ 5838380 w 11677525"/>
              <a:gd name="connsiteY9155" fmla="*/ 181062 h 4078220"/>
              <a:gd name="connsiteX9156" fmla="*/ 5544840 w 11677525"/>
              <a:gd name="connsiteY9156" fmla="*/ 179910 h 4078220"/>
              <a:gd name="connsiteX9157" fmla="*/ 5566044 w 11677525"/>
              <a:gd name="connsiteY9157" fmla="*/ 184515 h 4078220"/>
              <a:gd name="connsiteX9158" fmla="*/ 5543621 w 11677525"/>
              <a:gd name="connsiteY9158" fmla="*/ 196361 h 4078220"/>
              <a:gd name="connsiteX9159" fmla="*/ 5491743 w 11677525"/>
              <a:gd name="connsiteY9159" fmla="*/ 191934 h 4078220"/>
              <a:gd name="connsiteX9160" fmla="*/ 5514445 w 11677525"/>
              <a:gd name="connsiteY9160" fmla="*/ 180168 h 4078220"/>
              <a:gd name="connsiteX9161" fmla="*/ 5544840 w 11677525"/>
              <a:gd name="connsiteY9161" fmla="*/ 179910 h 4078220"/>
              <a:gd name="connsiteX9162" fmla="*/ 5740950 w 11677525"/>
              <a:gd name="connsiteY9162" fmla="*/ 179500 h 4078220"/>
              <a:gd name="connsiteX9163" fmla="*/ 5762995 w 11677525"/>
              <a:gd name="connsiteY9163" fmla="*/ 184124 h 4078220"/>
              <a:gd name="connsiteX9164" fmla="*/ 5742072 w 11677525"/>
              <a:gd name="connsiteY9164" fmla="*/ 196126 h 4078220"/>
              <a:gd name="connsiteX9165" fmla="*/ 5689056 w 11677525"/>
              <a:gd name="connsiteY9165" fmla="*/ 191674 h 4078220"/>
              <a:gd name="connsiteX9166" fmla="*/ 5710340 w 11677525"/>
              <a:gd name="connsiteY9166" fmla="*/ 179777 h 4078220"/>
              <a:gd name="connsiteX9167" fmla="*/ 5740950 w 11677525"/>
              <a:gd name="connsiteY9167" fmla="*/ 179500 h 4078220"/>
              <a:gd name="connsiteX9168" fmla="*/ 5643041 w 11677525"/>
              <a:gd name="connsiteY9168" fmla="*/ 179132 h 4078220"/>
              <a:gd name="connsiteX9169" fmla="*/ 5664770 w 11677525"/>
              <a:gd name="connsiteY9169" fmla="*/ 183760 h 4078220"/>
              <a:gd name="connsiteX9170" fmla="*/ 5643014 w 11677525"/>
              <a:gd name="connsiteY9170" fmla="*/ 195762 h 4078220"/>
              <a:gd name="connsiteX9171" fmla="*/ 5590358 w 11677525"/>
              <a:gd name="connsiteY9171" fmla="*/ 191310 h 4078220"/>
              <a:gd name="connsiteX9172" fmla="*/ 5612392 w 11677525"/>
              <a:gd name="connsiteY9172" fmla="*/ 179386 h 4078220"/>
              <a:gd name="connsiteX9173" fmla="*/ 5643041 w 11677525"/>
              <a:gd name="connsiteY9173" fmla="*/ 179132 h 4078220"/>
              <a:gd name="connsiteX9174" fmla="*/ 4697302 w 11677525"/>
              <a:gd name="connsiteY9174" fmla="*/ 178199 h 4078220"/>
              <a:gd name="connsiteX9175" fmla="*/ 4714109 w 11677525"/>
              <a:gd name="connsiteY9175" fmla="*/ 182381 h 4078220"/>
              <a:gd name="connsiteX9176" fmla="*/ 4686879 w 11677525"/>
              <a:gd name="connsiteY9176" fmla="*/ 193263 h 4078220"/>
              <a:gd name="connsiteX9177" fmla="*/ 4641864 w 11677525"/>
              <a:gd name="connsiteY9177" fmla="*/ 189253 h 4078220"/>
              <a:gd name="connsiteX9178" fmla="*/ 4669345 w 11677525"/>
              <a:gd name="connsiteY9178" fmla="*/ 178449 h 4078220"/>
              <a:gd name="connsiteX9179" fmla="*/ 4697302 w 11677525"/>
              <a:gd name="connsiteY9179" fmla="*/ 178199 h 4078220"/>
              <a:gd name="connsiteX9180" fmla="*/ 3922221 w 11677525"/>
              <a:gd name="connsiteY9180" fmla="*/ 177825 h 4078220"/>
              <a:gd name="connsiteX9181" fmla="*/ 3923943 w 11677525"/>
              <a:gd name="connsiteY9181" fmla="*/ 178007 h 4078220"/>
              <a:gd name="connsiteX9182" fmla="*/ 3922610 w 11677525"/>
              <a:gd name="connsiteY9182" fmla="*/ 178449 h 4078220"/>
              <a:gd name="connsiteX9183" fmla="*/ 3920860 w 11677525"/>
              <a:gd name="connsiteY9183" fmla="*/ 178267 h 4078220"/>
              <a:gd name="connsiteX9184" fmla="*/ 3922221 w 11677525"/>
              <a:gd name="connsiteY9184" fmla="*/ 177825 h 4078220"/>
              <a:gd name="connsiteX9185" fmla="*/ 4475221 w 11677525"/>
              <a:gd name="connsiteY9185" fmla="*/ 177661 h 4078220"/>
              <a:gd name="connsiteX9186" fmla="*/ 4487815 w 11677525"/>
              <a:gd name="connsiteY9186" fmla="*/ 180922 h 4078220"/>
              <a:gd name="connsiteX9187" fmla="*/ 4465224 w 11677525"/>
              <a:gd name="connsiteY9187" fmla="*/ 189358 h 4078220"/>
              <a:gd name="connsiteX9188" fmla="*/ 4430686 w 11677525"/>
              <a:gd name="connsiteY9188" fmla="*/ 186233 h 4078220"/>
              <a:gd name="connsiteX9189" fmla="*/ 4453415 w 11677525"/>
              <a:gd name="connsiteY9189" fmla="*/ 177876 h 4078220"/>
              <a:gd name="connsiteX9190" fmla="*/ 4475221 w 11677525"/>
              <a:gd name="connsiteY9190" fmla="*/ 177661 h 4078220"/>
              <a:gd name="connsiteX9191" fmla="*/ 5016521 w 11677525"/>
              <a:gd name="connsiteY9191" fmla="*/ 177553 h 4078220"/>
              <a:gd name="connsiteX9192" fmla="*/ 5032849 w 11677525"/>
              <a:gd name="connsiteY9192" fmla="*/ 181417 h 4078220"/>
              <a:gd name="connsiteX9193" fmla="*/ 5010091 w 11677525"/>
              <a:gd name="connsiteY9193" fmla="*/ 191388 h 4078220"/>
              <a:gd name="connsiteX9194" fmla="*/ 4967856 w 11677525"/>
              <a:gd name="connsiteY9194" fmla="*/ 187691 h 4078220"/>
              <a:gd name="connsiteX9195" fmla="*/ 4990835 w 11677525"/>
              <a:gd name="connsiteY9195" fmla="*/ 177772 h 4078220"/>
              <a:gd name="connsiteX9196" fmla="*/ 5016521 w 11677525"/>
              <a:gd name="connsiteY9196" fmla="*/ 177553 h 4078220"/>
              <a:gd name="connsiteX9197" fmla="*/ 7246117 w 11677525"/>
              <a:gd name="connsiteY9197" fmla="*/ 176961 h 4078220"/>
              <a:gd name="connsiteX9198" fmla="*/ 7274667 w 11677525"/>
              <a:gd name="connsiteY9198" fmla="*/ 181833 h 4078220"/>
              <a:gd name="connsiteX9199" fmla="*/ 7266554 w 11677525"/>
              <a:gd name="connsiteY9199" fmla="*/ 194433 h 4078220"/>
              <a:gd name="connsiteX9200" fmla="*/ 7205590 w 11677525"/>
              <a:gd name="connsiteY9200" fmla="*/ 189774 h 4078220"/>
              <a:gd name="connsiteX9201" fmla="*/ 7214231 w 11677525"/>
              <a:gd name="connsiteY9201" fmla="*/ 177225 h 4078220"/>
              <a:gd name="connsiteX9202" fmla="*/ 7246117 w 11677525"/>
              <a:gd name="connsiteY9202" fmla="*/ 176961 h 4078220"/>
              <a:gd name="connsiteX9203" fmla="*/ 6595140 w 11677525"/>
              <a:gd name="connsiteY9203" fmla="*/ 175933 h 4078220"/>
              <a:gd name="connsiteX9204" fmla="*/ 6618654 w 11677525"/>
              <a:gd name="connsiteY9204" fmla="*/ 180271 h 4078220"/>
              <a:gd name="connsiteX9205" fmla="*/ 6605983 w 11677525"/>
              <a:gd name="connsiteY9205" fmla="*/ 191570 h 4078220"/>
              <a:gd name="connsiteX9206" fmla="*/ 6553412 w 11677525"/>
              <a:gd name="connsiteY9206" fmla="*/ 187379 h 4078220"/>
              <a:gd name="connsiteX9207" fmla="*/ 6566416 w 11677525"/>
              <a:gd name="connsiteY9207" fmla="*/ 176184 h 4078220"/>
              <a:gd name="connsiteX9208" fmla="*/ 6595140 w 11677525"/>
              <a:gd name="connsiteY9208" fmla="*/ 175933 h 4078220"/>
              <a:gd name="connsiteX9209" fmla="*/ 7678350 w 11677525"/>
              <a:gd name="connsiteY9209" fmla="*/ 175585 h 4078220"/>
              <a:gd name="connsiteX9210" fmla="*/ 7679350 w 11677525"/>
              <a:gd name="connsiteY9210" fmla="*/ 175663 h 4078220"/>
              <a:gd name="connsiteX9211" fmla="*/ 7679350 w 11677525"/>
              <a:gd name="connsiteY9211" fmla="*/ 175871 h 4078220"/>
              <a:gd name="connsiteX9212" fmla="*/ 7678238 w 11677525"/>
              <a:gd name="connsiteY9212" fmla="*/ 175820 h 4078220"/>
              <a:gd name="connsiteX9213" fmla="*/ 7678350 w 11677525"/>
              <a:gd name="connsiteY9213" fmla="*/ 175585 h 4078220"/>
              <a:gd name="connsiteX9214" fmla="*/ 3609816 w 11677525"/>
              <a:gd name="connsiteY9214" fmla="*/ 175560 h 4078220"/>
              <a:gd name="connsiteX9215" fmla="*/ 3610705 w 11677525"/>
              <a:gd name="connsiteY9215" fmla="*/ 175637 h 4078220"/>
              <a:gd name="connsiteX9216" fmla="*/ 3609927 w 11677525"/>
              <a:gd name="connsiteY9216" fmla="*/ 175846 h 4078220"/>
              <a:gd name="connsiteX9217" fmla="*/ 3609150 w 11677525"/>
              <a:gd name="connsiteY9217" fmla="*/ 175742 h 4078220"/>
              <a:gd name="connsiteX9218" fmla="*/ 3609816 w 11677525"/>
              <a:gd name="connsiteY9218" fmla="*/ 175560 h 4078220"/>
              <a:gd name="connsiteX9219" fmla="*/ 6271437 w 11677525"/>
              <a:gd name="connsiteY9219" fmla="*/ 174801 h 4078220"/>
              <a:gd name="connsiteX9220" fmla="*/ 6294497 w 11677525"/>
              <a:gd name="connsiteY9220" fmla="*/ 179282 h 4078220"/>
              <a:gd name="connsiteX9221" fmla="*/ 6278797 w 11677525"/>
              <a:gd name="connsiteY9221" fmla="*/ 190841 h 4078220"/>
              <a:gd name="connsiteX9222" fmla="*/ 6225752 w 11677525"/>
              <a:gd name="connsiteY9222" fmla="*/ 186546 h 4078220"/>
              <a:gd name="connsiteX9223" fmla="*/ 6241896 w 11677525"/>
              <a:gd name="connsiteY9223" fmla="*/ 175064 h 4078220"/>
              <a:gd name="connsiteX9224" fmla="*/ 6271437 w 11677525"/>
              <a:gd name="connsiteY9224" fmla="*/ 174801 h 4078220"/>
              <a:gd name="connsiteX9225" fmla="*/ 7349773 w 11677525"/>
              <a:gd name="connsiteY9225" fmla="*/ 174310 h 4078220"/>
              <a:gd name="connsiteX9226" fmla="*/ 7370141 w 11677525"/>
              <a:gd name="connsiteY9226" fmla="*/ 175846 h 4078220"/>
              <a:gd name="connsiteX9227" fmla="*/ 7367696 w 11677525"/>
              <a:gd name="connsiteY9227" fmla="*/ 180037 h 4078220"/>
              <a:gd name="connsiteX9228" fmla="*/ 7347300 w 11677525"/>
              <a:gd name="connsiteY9228" fmla="*/ 178476 h 4078220"/>
              <a:gd name="connsiteX9229" fmla="*/ 7349773 w 11677525"/>
              <a:gd name="connsiteY9229" fmla="*/ 174310 h 4078220"/>
              <a:gd name="connsiteX9230" fmla="*/ 7034414 w 11677525"/>
              <a:gd name="connsiteY9230" fmla="*/ 173597 h 4078220"/>
              <a:gd name="connsiteX9231" fmla="*/ 7062405 w 11677525"/>
              <a:gd name="connsiteY9231" fmla="*/ 178475 h 4078220"/>
              <a:gd name="connsiteX9232" fmla="*/ 7052263 w 11677525"/>
              <a:gd name="connsiteY9232" fmla="*/ 191153 h 4078220"/>
              <a:gd name="connsiteX9233" fmla="*/ 6991605 w 11677525"/>
              <a:gd name="connsiteY9233" fmla="*/ 186442 h 4078220"/>
              <a:gd name="connsiteX9234" fmla="*/ 7002275 w 11677525"/>
              <a:gd name="connsiteY9234" fmla="*/ 173893 h 4078220"/>
              <a:gd name="connsiteX9235" fmla="*/ 7034414 w 11677525"/>
              <a:gd name="connsiteY9235" fmla="*/ 173597 h 4078220"/>
              <a:gd name="connsiteX9236" fmla="*/ 6818099 w 11677525"/>
              <a:gd name="connsiteY9236" fmla="*/ 172796 h 4078220"/>
              <a:gd name="connsiteX9237" fmla="*/ 6845309 w 11677525"/>
              <a:gd name="connsiteY9237" fmla="*/ 177668 h 4078220"/>
              <a:gd name="connsiteX9238" fmla="*/ 6833166 w 11677525"/>
              <a:gd name="connsiteY9238" fmla="*/ 190295 h 4078220"/>
              <a:gd name="connsiteX9239" fmla="*/ 6773314 w 11677525"/>
              <a:gd name="connsiteY9239" fmla="*/ 185609 h 4078220"/>
              <a:gd name="connsiteX9240" fmla="*/ 6785930 w 11677525"/>
              <a:gd name="connsiteY9240" fmla="*/ 173060 h 4078220"/>
              <a:gd name="connsiteX9241" fmla="*/ 6818099 w 11677525"/>
              <a:gd name="connsiteY9241" fmla="*/ 172796 h 4078220"/>
              <a:gd name="connsiteX9242" fmla="*/ 5114326 w 11677525"/>
              <a:gd name="connsiteY9242" fmla="*/ 171511 h 4078220"/>
              <a:gd name="connsiteX9243" fmla="*/ 5131241 w 11677525"/>
              <a:gd name="connsiteY9243" fmla="*/ 175455 h 4078220"/>
              <a:gd name="connsiteX9244" fmla="*/ 5108900 w 11677525"/>
              <a:gd name="connsiteY9244" fmla="*/ 185557 h 4078220"/>
              <a:gd name="connsiteX9245" fmla="*/ 5065609 w 11677525"/>
              <a:gd name="connsiteY9245" fmla="*/ 181782 h 4078220"/>
              <a:gd name="connsiteX9246" fmla="*/ 5088199 w 11677525"/>
              <a:gd name="connsiteY9246" fmla="*/ 171706 h 4078220"/>
              <a:gd name="connsiteX9247" fmla="*/ 5114326 w 11677525"/>
              <a:gd name="connsiteY9247" fmla="*/ 171511 h 4078220"/>
              <a:gd name="connsiteX9248" fmla="*/ 4793635 w 11677525"/>
              <a:gd name="connsiteY9248" fmla="*/ 169692 h 4078220"/>
              <a:gd name="connsiteX9249" fmla="*/ 4810335 w 11677525"/>
              <a:gd name="connsiteY9249" fmla="*/ 173763 h 4078220"/>
              <a:gd name="connsiteX9250" fmla="*/ 4784410 w 11677525"/>
              <a:gd name="connsiteY9250" fmla="*/ 184255 h 4078220"/>
              <a:gd name="connsiteX9251" fmla="*/ 4740368 w 11677525"/>
              <a:gd name="connsiteY9251" fmla="*/ 180402 h 4078220"/>
              <a:gd name="connsiteX9252" fmla="*/ 4766432 w 11677525"/>
              <a:gd name="connsiteY9252" fmla="*/ 169936 h 4078220"/>
              <a:gd name="connsiteX9253" fmla="*/ 4793635 w 11677525"/>
              <a:gd name="connsiteY9253" fmla="*/ 169692 h 4078220"/>
              <a:gd name="connsiteX9254" fmla="*/ 3812714 w 11677525"/>
              <a:gd name="connsiteY9254" fmla="*/ 169286 h 4078220"/>
              <a:gd name="connsiteX9255" fmla="*/ 3813575 w 11677525"/>
              <a:gd name="connsiteY9255" fmla="*/ 169363 h 4078220"/>
              <a:gd name="connsiteX9256" fmla="*/ 3812824 w 11677525"/>
              <a:gd name="connsiteY9256" fmla="*/ 169572 h 4078220"/>
              <a:gd name="connsiteX9257" fmla="*/ 3812019 w 11677525"/>
              <a:gd name="connsiteY9257" fmla="*/ 169519 h 4078220"/>
              <a:gd name="connsiteX9258" fmla="*/ 3812714 w 11677525"/>
              <a:gd name="connsiteY9258" fmla="*/ 169286 h 4078220"/>
              <a:gd name="connsiteX9259" fmla="*/ 6176313 w 11677525"/>
              <a:gd name="connsiteY9259" fmla="*/ 168982 h 4078220"/>
              <a:gd name="connsiteX9260" fmla="*/ 6199688 w 11677525"/>
              <a:gd name="connsiteY9260" fmla="*/ 173529 h 4078220"/>
              <a:gd name="connsiteX9261" fmla="*/ 6182711 w 11677525"/>
              <a:gd name="connsiteY9261" fmla="*/ 185323 h 4078220"/>
              <a:gd name="connsiteX9262" fmla="*/ 6128695 w 11677525"/>
              <a:gd name="connsiteY9262" fmla="*/ 180975 h 4078220"/>
              <a:gd name="connsiteX9263" fmla="*/ 6146061 w 11677525"/>
              <a:gd name="connsiteY9263" fmla="*/ 169259 h 4078220"/>
              <a:gd name="connsiteX9264" fmla="*/ 6176313 w 11677525"/>
              <a:gd name="connsiteY9264" fmla="*/ 168982 h 4078220"/>
              <a:gd name="connsiteX9265" fmla="*/ 7790023 w 11677525"/>
              <a:gd name="connsiteY9265" fmla="*/ 168348 h 4078220"/>
              <a:gd name="connsiteX9266" fmla="*/ 7790968 w 11677525"/>
              <a:gd name="connsiteY9266" fmla="*/ 168399 h 4078220"/>
              <a:gd name="connsiteX9267" fmla="*/ 7790968 w 11677525"/>
              <a:gd name="connsiteY9267" fmla="*/ 168633 h 4078220"/>
              <a:gd name="connsiteX9268" fmla="*/ 7789996 w 11677525"/>
              <a:gd name="connsiteY9268" fmla="*/ 168555 h 4078220"/>
              <a:gd name="connsiteX9269" fmla="*/ 7790023 w 11677525"/>
              <a:gd name="connsiteY9269" fmla="*/ 168348 h 4078220"/>
              <a:gd name="connsiteX9270" fmla="*/ 4148942 w 11677525"/>
              <a:gd name="connsiteY9270" fmla="*/ 167895 h 4078220"/>
              <a:gd name="connsiteX9271" fmla="*/ 4161712 w 11677525"/>
              <a:gd name="connsiteY9271" fmla="*/ 171394 h 4078220"/>
              <a:gd name="connsiteX9272" fmla="*/ 4135094 w 11677525"/>
              <a:gd name="connsiteY9272" fmla="*/ 180479 h 4078220"/>
              <a:gd name="connsiteX9273" fmla="*/ 4098470 w 11677525"/>
              <a:gd name="connsiteY9273" fmla="*/ 177121 h 4078220"/>
              <a:gd name="connsiteX9274" fmla="*/ 4125229 w 11677525"/>
              <a:gd name="connsiteY9274" fmla="*/ 168087 h 4078220"/>
              <a:gd name="connsiteX9275" fmla="*/ 4148942 w 11677525"/>
              <a:gd name="connsiteY9275" fmla="*/ 167895 h 4078220"/>
              <a:gd name="connsiteX9276" fmla="*/ 6501012 w 11677525"/>
              <a:gd name="connsiteY9276" fmla="*/ 167788 h 4078220"/>
              <a:gd name="connsiteX9277" fmla="*/ 6523152 w 11677525"/>
              <a:gd name="connsiteY9277" fmla="*/ 171915 h 4078220"/>
              <a:gd name="connsiteX9278" fmla="*/ 6510342 w 11677525"/>
              <a:gd name="connsiteY9278" fmla="*/ 182615 h 4078220"/>
              <a:gd name="connsiteX9279" fmla="*/ 6460437 w 11677525"/>
              <a:gd name="connsiteY9279" fmla="*/ 178683 h 4078220"/>
              <a:gd name="connsiteX9280" fmla="*/ 6473497 w 11677525"/>
              <a:gd name="connsiteY9280" fmla="*/ 168036 h 4078220"/>
              <a:gd name="connsiteX9281" fmla="*/ 6501012 w 11677525"/>
              <a:gd name="connsiteY9281" fmla="*/ 167788 h 4078220"/>
              <a:gd name="connsiteX9282" fmla="*/ 4354641 w 11677525"/>
              <a:gd name="connsiteY9282" fmla="*/ 167638 h 4078220"/>
              <a:gd name="connsiteX9283" fmla="*/ 4364777 w 11677525"/>
              <a:gd name="connsiteY9283" fmla="*/ 170326 h 4078220"/>
              <a:gd name="connsiteX9284" fmla="*/ 4345493 w 11677525"/>
              <a:gd name="connsiteY9284" fmla="*/ 177252 h 4078220"/>
              <a:gd name="connsiteX9285" fmla="*/ 4317150 w 11677525"/>
              <a:gd name="connsiteY9285" fmla="*/ 174700 h 4078220"/>
              <a:gd name="connsiteX9286" fmla="*/ 4336545 w 11677525"/>
              <a:gd name="connsiteY9286" fmla="*/ 167800 h 4078220"/>
              <a:gd name="connsiteX9287" fmla="*/ 4354641 w 11677525"/>
              <a:gd name="connsiteY9287" fmla="*/ 167638 h 4078220"/>
              <a:gd name="connsiteX9288" fmla="*/ 7153371 w 11677525"/>
              <a:gd name="connsiteY9288" fmla="*/ 166922 h 4078220"/>
              <a:gd name="connsiteX9289" fmla="*/ 7172607 w 11677525"/>
              <a:gd name="connsiteY9289" fmla="*/ 170223 h 4078220"/>
              <a:gd name="connsiteX9290" fmla="*/ 7166550 w 11677525"/>
              <a:gd name="connsiteY9290" fmla="*/ 178736 h 4078220"/>
              <a:gd name="connsiteX9291" fmla="*/ 7125148 w 11677525"/>
              <a:gd name="connsiteY9291" fmla="*/ 175585 h 4078220"/>
              <a:gd name="connsiteX9292" fmla="*/ 7131510 w 11677525"/>
              <a:gd name="connsiteY9292" fmla="*/ 167098 h 4078220"/>
              <a:gd name="connsiteX9293" fmla="*/ 7153371 w 11677525"/>
              <a:gd name="connsiteY9293" fmla="*/ 166922 h 4078220"/>
              <a:gd name="connsiteX9294" fmla="*/ 5211610 w 11677525"/>
              <a:gd name="connsiteY9294" fmla="*/ 166635 h 4078220"/>
              <a:gd name="connsiteX9295" fmla="*/ 5228688 w 11677525"/>
              <a:gd name="connsiteY9295" fmla="*/ 170509 h 4078220"/>
              <a:gd name="connsiteX9296" fmla="*/ 5207181 w 11677525"/>
              <a:gd name="connsiteY9296" fmla="*/ 180558 h 4078220"/>
              <a:gd name="connsiteX9297" fmla="*/ 5163751 w 11677525"/>
              <a:gd name="connsiteY9297" fmla="*/ 176809 h 4078220"/>
              <a:gd name="connsiteX9298" fmla="*/ 5185591 w 11677525"/>
              <a:gd name="connsiteY9298" fmla="*/ 166864 h 4078220"/>
              <a:gd name="connsiteX9299" fmla="*/ 5211610 w 11677525"/>
              <a:gd name="connsiteY9299" fmla="*/ 166635 h 4078220"/>
              <a:gd name="connsiteX9300" fmla="*/ 4575851 w 11677525"/>
              <a:gd name="connsiteY9300" fmla="*/ 165724 h 4078220"/>
              <a:gd name="connsiteX9301" fmla="*/ 4592292 w 11677525"/>
              <a:gd name="connsiteY9301" fmla="*/ 169883 h 4078220"/>
              <a:gd name="connsiteX9302" fmla="*/ 4564062 w 11677525"/>
              <a:gd name="connsiteY9302" fmla="*/ 180662 h 4078220"/>
              <a:gd name="connsiteX9303" fmla="*/ 4519353 w 11677525"/>
              <a:gd name="connsiteY9303" fmla="*/ 176679 h 4078220"/>
              <a:gd name="connsiteX9304" fmla="*/ 4547862 w 11677525"/>
              <a:gd name="connsiteY9304" fmla="*/ 165979 h 4078220"/>
              <a:gd name="connsiteX9305" fmla="*/ 4575851 w 11677525"/>
              <a:gd name="connsiteY9305" fmla="*/ 165724 h 4078220"/>
              <a:gd name="connsiteX9306" fmla="*/ 6080179 w 11677525"/>
              <a:gd name="connsiteY9306" fmla="*/ 164696 h 4078220"/>
              <a:gd name="connsiteX9307" fmla="*/ 6102075 w 11677525"/>
              <a:gd name="connsiteY9307" fmla="*/ 169025 h 4078220"/>
              <a:gd name="connsiteX9308" fmla="*/ 6085208 w 11677525"/>
              <a:gd name="connsiteY9308" fmla="*/ 180219 h 4078220"/>
              <a:gd name="connsiteX9309" fmla="*/ 6034109 w 11677525"/>
              <a:gd name="connsiteY9309" fmla="*/ 176080 h 4078220"/>
              <a:gd name="connsiteX9310" fmla="*/ 6051364 w 11677525"/>
              <a:gd name="connsiteY9310" fmla="*/ 164937 h 4078220"/>
              <a:gd name="connsiteX9311" fmla="*/ 6080179 w 11677525"/>
              <a:gd name="connsiteY9311" fmla="*/ 164696 h 4078220"/>
              <a:gd name="connsiteX9312" fmla="*/ 4017555 w 11677525"/>
              <a:gd name="connsiteY9312" fmla="*/ 164547 h 4078220"/>
              <a:gd name="connsiteX9313" fmla="*/ 4019307 w 11677525"/>
              <a:gd name="connsiteY9313" fmla="*/ 164703 h 4078220"/>
              <a:gd name="connsiteX9314" fmla="*/ 4017973 w 11677525"/>
              <a:gd name="connsiteY9314" fmla="*/ 165119 h 4078220"/>
              <a:gd name="connsiteX9315" fmla="*/ 4016277 w 11677525"/>
              <a:gd name="connsiteY9315" fmla="*/ 164964 h 4078220"/>
              <a:gd name="connsiteX9316" fmla="*/ 4017555 w 11677525"/>
              <a:gd name="connsiteY9316" fmla="*/ 164547 h 4078220"/>
              <a:gd name="connsiteX9317" fmla="*/ 7266970 w 11677525"/>
              <a:gd name="connsiteY9317" fmla="*/ 163557 h 4078220"/>
              <a:gd name="connsiteX9318" fmla="*/ 7269554 w 11677525"/>
              <a:gd name="connsiteY9318" fmla="*/ 163765 h 4078220"/>
              <a:gd name="connsiteX9319" fmla="*/ 7269220 w 11677525"/>
              <a:gd name="connsiteY9319" fmla="*/ 164260 h 4078220"/>
              <a:gd name="connsiteX9320" fmla="*/ 7266636 w 11677525"/>
              <a:gd name="connsiteY9320" fmla="*/ 164078 h 4078220"/>
              <a:gd name="connsiteX9321" fmla="*/ 7266970 w 11677525"/>
              <a:gd name="connsiteY9321" fmla="*/ 163557 h 4078220"/>
              <a:gd name="connsiteX9322" fmla="*/ 6725164 w 11677525"/>
              <a:gd name="connsiteY9322" fmla="*/ 163312 h 4078220"/>
              <a:gd name="connsiteX9323" fmla="*/ 6750169 w 11677525"/>
              <a:gd name="connsiteY9323" fmla="*/ 167826 h 4078220"/>
              <a:gd name="connsiteX9324" fmla="*/ 6738137 w 11677525"/>
              <a:gd name="connsiteY9324" fmla="*/ 179516 h 4078220"/>
              <a:gd name="connsiteX9325" fmla="*/ 6682536 w 11677525"/>
              <a:gd name="connsiteY9325" fmla="*/ 175169 h 4078220"/>
              <a:gd name="connsiteX9326" fmla="*/ 6695178 w 11677525"/>
              <a:gd name="connsiteY9326" fmla="*/ 163583 h 4078220"/>
              <a:gd name="connsiteX9327" fmla="*/ 6725164 w 11677525"/>
              <a:gd name="connsiteY9327" fmla="*/ 163312 h 4078220"/>
              <a:gd name="connsiteX9328" fmla="*/ 5308977 w 11677525"/>
              <a:gd name="connsiteY9328" fmla="*/ 162532 h 4078220"/>
              <a:gd name="connsiteX9329" fmla="*/ 5326692 w 11677525"/>
              <a:gd name="connsiteY9329" fmla="*/ 166474 h 4078220"/>
              <a:gd name="connsiteX9330" fmla="*/ 5305435 w 11677525"/>
              <a:gd name="connsiteY9330" fmla="*/ 176653 h 4078220"/>
              <a:gd name="connsiteX9331" fmla="*/ 5261004 w 11677525"/>
              <a:gd name="connsiteY9331" fmla="*/ 172878 h 4078220"/>
              <a:gd name="connsiteX9332" fmla="*/ 5282511 w 11677525"/>
              <a:gd name="connsiteY9332" fmla="*/ 162750 h 4078220"/>
              <a:gd name="connsiteX9333" fmla="*/ 5308977 w 11677525"/>
              <a:gd name="connsiteY9333" fmla="*/ 162532 h 4078220"/>
              <a:gd name="connsiteX9334" fmla="*/ 6943062 w 11677525"/>
              <a:gd name="connsiteY9334" fmla="*/ 162096 h 4078220"/>
              <a:gd name="connsiteX9335" fmla="*/ 6970737 w 11677525"/>
              <a:gd name="connsiteY9335" fmla="*/ 166967 h 4078220"/>
              <a:gd name="connsiteX9336" fmla="*/ 6959789 w 11677525"/>
              <a:gd name="connsiteY9336" fmla="*/ 179516 h 4078220"/>
              <a:gd name="connsiteX9337" fmla="*/ 6899465 w 11677525"/>
              <a:gd name="connsiteY9337" fmla="*/ 174830 h 4078220"/>
              <a:gd name="connsiteX9338" fmla="*/ 6910885 w 11677525"/>
              <a:gd name="connsiteY9338" fmla="*/ 162359 h 4078220"/>
              <a:gd name="connsiteX9339" fmla="*/ 6943062 w 11677525"/>
              <a:gd name="connsiteY9339" fmla="*/ 162096 h 4078220"/>
              <a:gd name="connsiteX9340" fmla="*/ 4890085 w 11677525"/>
              <a:gd name="connsiteY9340" fmla="*/ 162029 h 4078220"/>
              <a:gd name="connsiteX9341" fmla="*/ 4906920 w 11677525"/>
              <a:gd name="connsiteY9341" fmla="*/ 166057 h 4078220"/>
              <a:gd name="connsiteX9342" fmla="*/ 4882023 w 11677525"/>
              <a:gd name="connsiteY9342" fmla="*/ 176418 h 4078220"/>
              <a:gd name="connsiteX9343" fmla="*/ 4837843 w 11677525"/>
              <a:gd name="connsiteY9343" fmla="*/ 172565 h 4078220"/>
              <a:gd name="connsiteX9344" fmla="*/ 4863018 w 11677525"/>
              <a:gd name="connsiteY9344" fmla="*/ 162256 h 4078220"/>
              <a:gd name="connsiteX9345" fmla="*/ 4890085 w 11677525"/>
              <a:gd name="connsiteY9345" fmla="*/ 162029 h 4078220"/>
              <a:gd name="connsiteX9346" fmla="*/ 4225149 w 11677525"/>
              <a:gd name="connsiteY9346" fmla="*/ 161631 h 4078220"/>
              <a:gd name="connsiteX9347" fmla="*/ 4228150 w 11677525"/>
              <a:gd name="connsiteY9347" fmla="*/ 161891 h 4078220"/>
              <a:gd name="connsiteX9348" fmla="*/ 4226011 w 11677525"/>
              <a:gd name="connsiteY9348" fmla="*/ 162646 h 4078220"/>
              <a:gd name="connsiteX9349" fmla="*/ 4223065 w 11677525"/>
              <a:gd name="connsiteY9349" fmla="*/ 162359 h 4078220"/>
              <a:gd name="connsiteX9350" fmla="*/ 4225149 w 11677525"/>
              <a:gd name="connsiteY9350" fmla="*/ 161631 h 4078220"/>
              <a:gd name="connsiteX9351" fmla="*/ 7588321 w 11677525"/>
              <a:gd name="connsiteY9351" fmla="*/ 161006 h 4078220"/>
              <a:gd name="connsiteX9352" fmla="*/ 7589377 w 11677525"/>
              <a:gd name="connsiteY9352" fmla="*/ 161058 h 4078220"/>
              <a:gd name="connsiteX9353" fmla="*/ 7589293 w 11677525"/>
              <a:gd name="connsiteY9353" fmla="*/ 161292 h 4078220"/>
              <a:gd name="connsiteX9354" fmla="*/ 7588237 w 11677525"/>
              <a:gd name="connsiteY9354" fmla="*/ 161189 h 4078220"/>
              <a:gd name="connsiteX9355" fmla="*/ 7588321 w 11677525"/>
              <a:gd name="connsiteY9355" fmla="*/ 161006 h 4078220"/>
              <a:gd name="connsiteX9356" fmla="*/ 5985065 w 11677525"/>
              <a:gd name="connsiteY9356" fmla="*/ 160642 h 4078220"/>
              <a:gd name="connsiteX9357" fmla="*/ 6007600 w 11677525"/>
              <a:gd name="connsiteY9357" fmla="*/ 165146 h 4078220"/>
              <a:gd name="connsiteX9358" fmla="*/ 5989122 w 11677525"/>
              <a:gd name="connsiteY9358" fmla="*/ 176809 h 4078220"/>
              <a:gd name="connsiteX9359" fmla="*/ 5936106 w 11677525"/>
              <a:gd name="connsiteY9359" fmla="*/ 172461 h 4078220"/>
              <a:gd name="connsiteX9360" fmla="*/ 5954945 w 11677525"/>
              <a:gd name="connsiteY9360" fmla="*/ 160902 h 4078220"/>
              <a:gd name="connsiteX9361" fmla="*/ 5985065 w 11677525"/>
              <a:gd name="connsiteY9361" fmla="*/ 160642 h 4078220"/>
              <a:gd name="connsiteX9362" fmla="*/ 6407233 w 11677525"/>
              <a:gd name="connsiteY9362" fmla="*/ 160235 h 4078220"/>
              <a:gd name="connsiteX9363" fmla="*/ 6429233 w 11677525"/>
              <a:gd name="connsiteY9363" fmla="*/ 164339 h 4078220"/>
              <a:gd name="connsiteX9364" fmla="*/ 6415590 w 11677525"/>
              <a:gd name="connsiteY9364" fmla="*/ 175038 h 4078220"/>
              <a:gd name="connsiteX9365" fmla="*/ 6365657 w 11677525"/>
              <a:gd name="connsiteY9365" fmla="*/ 171082 h 4078220"/>
              <a:gd name="connsiteX9366" fmla="*/ 6379606 w 11677525"/>
              <a:gd name="connsiteY9366" fmla="*/ 160486 h 4078220"/>
              <a:gd name="connsiteX9367" fmla="*/ 6407233 w 11677525"/>
              <a:gd name="connsiteY9367" fmla="*/ 160235 h 4078220"/>
              <a:gd name="connsiteX9368" fmla="*/ 5406276 w 11677525"/>
              <a:gd name="connsiteY9368" fmla="*/ 159346 h 4078220"/>
              <a:gd name="connsiteX9369" fmla="*/ 5424806 w 11677525"/>
              <a:gd name="connsiteY9369" fmla="*/ 163401 h 4078220"/>
              <a:gd name="connsiteX9370" fmla="*/ 5403688 w 11677525"/>
              <a:gd name="connsiteY9370" fmla="*/ 173841 h 4078220"/>
              <a:gd name="connsiteX9371" fmla="*/ 5357701 w 11677525"/>
              <a:gd name="connsiteY9371" fmla="*/ 169936 h 4078220"/>
              <a:gd name="connsiteX9372" fmla="*/ 5379096 w 11677525"/>
              <a:gd name="connsiteY9372" fmla="*/ 159548 h 4078220"/>
              <a:gd name="connsiteX9373" fmla="*/ 5406276 w 11677525"/>
              <a:gd name="connsiteY9373" fmla="*/ 159346 h 4078220"/>
              <a:gd name="connsiteX9374" fmla="*/ 5888761 w 11677525"/>
              <a:gd name="connsiteY9374" fmla="*/ 158227 h 4078220"/>
              <a:gd name="connsiteX9375" fmla="*/ 5910181 w 11677525"/>
              <a:gd name="connsiteY9375" fmla="*/ 162542 h 4078220"/>
              <a:gd name="connsiteX9376" fmla="*/ 5891592 w 11677525"/>
              <a:gd name="connsiteY9376" fmla="*/ 173763 h 4078220"/>
              <a:gd name="connsiteX9377" fmla="*/ 5840827 w 11677525"/>
              <a:gd name="connsiteY9377" fmla="*/ 169597 h 4078220"/>
              <a:gd name="connsiteX9378" fmla="*/ 5859777 w 11677525"/>
              <a:gd name="connsiteY9378" fmla="*/ 158480 h 4078220"/>
              <a:gd name="connsiteX9379" fmla="*/ 5888761 w 11677525"/>
              <a:gd name="connsiteY9379" fmla="*/ 158227 h 4078220"/>
              <a:gd name="connsiteX9380" fmla="*/ 4448088 w 11677525"/>
              <a:gd name="connsiteY9380" fmla="*/ 157553 h 4078220"/>
              <a:gd name="connsiteX9381" fmla="*/ 4456945 w 11677525"/>
              <a:gd name="connsiteY9381" fmla="*/ 159809 h 4078220"/>
              <a:gd name="connsiteX9382" fmla="*/ 4440829 w 11677525"/>
              <a:gd name="connsiteY9382" fmla="*/ 165718 h 4078220"/>
              <a:gd name="connsiteX9383" fmla="*/ 4416487 w 11677525"/>
              <a:gd name="connsiteY9383" fmla="*/ 163531 h 4078220"/>
              <a:gd name="connsiteX9384" fmla="*/ 4432687 w 11677525"/>
              <a:gd name="connsiteY9384" fmla="*/ 157700 h 4078220"/>
              <a:gd name="connsiteX9385" fmla="*/ 4448088 w 11677525"/>
              <a:gd name="connsiteY9385" fmla="*/ 157553 h 4078220"/>
              <a:gd name="connsiteX9386" fmla="*/ 5502646 w 11677525"/>
              <a:gd name="connsiteY9386" fmla="*/ 157481 h 4078220"/>
              <a:gd name="connsiteX9387" fmla="*/ 5521031 w 11677525"/>
              <a:gd name="connsiteY9387" fmla="*/ 161423 h 4078220"/>
              <a:gd name="connsiteX9388" fmla="*/ 5501135 w 11677525"/>
              <a:gd name="connsiteY9388" fmla="*/ 171628 h 4078220"/>
              <a:gd name="connsiteX9389" fmla="*/ 5455871 w 11677525"/>
              <a:gd name="connsiteY9389" fmla="*/ 167853 h 4078220"/>
              <a:gd name="connsiteX9390" fmla="*/ 5476071 w 11677525"/>
              <a:gd name="connsiteY9390" fmla="*/ 157700 h 4078220"/>
              <a:gd name="connsiteX9391" fmla="*/ 5502646 w 11677525"/>
              <a:gd name="connsiteY9391" fmla="*/ 157481 h 4078220"/>
              <a:gd name="connsiteX9392" fmla="*/ 4672197 w 11677525"/>
              <a:gd name="connsiteY9392" fmla="*/ 156173 h 4078220"/>
              <a:gd name="connsiteX9393" fmla="*/ 4689436 w 11677525"/>
              <a:gd name="connsiteY9393" fmla="*/ 160433 h 4078220"/>
              <a:gd name="connsiteX9394" fmla="*/ 4661148 w 11677525"/>
              <a:gd name="connsiteY9394" fmla="*/ 171498 h 4078220"/>
              <a:gd name="connsiteX9395" fmla="*/ 4614661 w 11677525"/>
              <a:gd name="connsiteY9395" fmla="*/ 167384 h 4078220"/>
              <a:gd name="connsiteX9396" fmla="*/ 4643309 w 11677525"/>
              <a:gd name="connsiteY9396" fmla="*/ 156424 h 4078220"/>
              <a:gd name="connsiteX9397" fmla="*/ 4672197 w 11677525"/>
              <a:gd name="connsiteY9397" fmla="*/ 156173 h 4078220"/>
              <a:gd name="connsiteX9398" fmla="*/ 5793300 w 11677525"/>
              <a:gd name="connsiteY9398" fmla="*/ 156166 h 4078220"/>
              <a:gd name="connsiteX9399" fmla="*/ 5815095 w 11677525"/>
              <a:gd name="connsiteY9399" fmla="*/ 160616 h 4078220"/>
              <a:gd name="connsiteX9400" fmla="*/ 5795088 w 11677525"/>
              <a:gd name="connsiteY9400" fmla="*/ 172201 h 4078220"/>
              <a:gd name="connsiteX9401" fmla="*/ 5742767 w 11677525"/>
              <a:gd name="connsiteY9401" fmla="*/ 167905 h 4078220"/>
              <a:gd name="connsiteX9402" fmla="*/ 5763190 w 11677525"/>
              <a:gd name="connsiteY9402" fmla="*/ 156424 h 4078220"/>
              <a:gd name="connsiteX9403" fmla="*/ 5793300 w 11677525"/>
              <a:gd name="connsiteY9403" fmla="*/ 156166 h 4078220"/>
              <a:gd name="connsiteX9404" fmla="*/ 5695721 w 11677525"/>
              <a:gd name="connsiteY9404" fmla="*/ 156150 h 4078220"/>
              <a:gd name="connsiteX9405" fmla="*/ 5715092 w 11677525"/>
              <a:gd name="connsiteY9405" fmla="*/ 160147 h 4078220"/>
              <a:gd name="connsiteX9406" fmla="*/ 5696224 w 11677525"/>
              <a:gd name="connsiteY9406" fmla="*/ 170561 h 4078220"/>
              <a:gd name="connsiteX9407" fmla="*/ 5649571 w 11677525"/>
              <a:gd name="connsiteY9407" fmla="*/ 166707 h 4078220"/>
              <a:gd name="connsiteX9408" fmla="*/ 5668660 w 11677525"/>
              <a:gd name="connsiteY9408" fmla="*/ 156371 h 4078220"/>
              <a:gd name="connsiteX9409" fmla="*/ 5695721 w 11677525"/>
              <a:gd name="connsiteY9409" fmla="*/ 156150 h 4078220"/>
              <a:gd name="connsiteX9410" fmla="*/ 5599802 w 11677525"/>
              <a:gd name="connsiteY9410" fmla="*/ 156050 h 4078220"/>
              <a:gd name="connsiteX9411" fmla="*/ 5619450 w 11677525"/>
              <a:gd name="connsiteY9411" fmla="*/ 160199 h 4078220"/>
              <a:gd name="connsiteX9412" fmla="*/ 5599333 w 11677525"/>
              <a:gd name="connsiteY9412" fmla="*/ 170899 h 4078220"/>
              <a:gd name="connsiteX9413" fmla="*/ 5551484 w 11677525"/>
              <a:gd name="connsiteY9413" fmla="*/ 166942 h 4078220"/>
              <a:gd name="connsiteX9414" fmla="*/ 5571880 w 11677525"/>
              <a:gd name="connsiteY9414" fmla="*/ 156294 h 4078220"/>
              <a:gd name="connsiteX9415" fmla="*/ 5599802 w 11677525"/>
              <a:gd name="connsiteY9415" fmla="*/ 156050 h 4078220"/>
              <a:gd name="connsiteX9416" fmla="*/ 3907605 w 11677525"/>
              <a:gd name="connsiteY9416" fmla="*/ 155721 h 4078220"/>
              <a:gd name="connsiteX9417" fmla="*/ 3908411 w 11677525"/>
              <a:gd name="connsiteY9417" fmla="*/ 155773 h 4078220"/>
              <a:gd name="connsiteX9418" fmla="*/ 3907744 w 11677525"/>
              <a:gd name="connsiteY9418" fmla="*/ 156007 h 4078220"/>
              <a:gd name="connsiteX9419" fmla="*/ 3907022 w 11677525"/>
              <a:gd name="connsiteY9419" fmla="*/ 155929 h 4078220"/>
              <a:gd name="connsiteX9420" fmla="*/ 3907605 w 11677525"/>
              <a:gd name="connsiteY9420" fmla="*/ 155721 h 4078220"/>
              <a:gd name="connsiteX9421" fmla="*/ 7383673 w 11677525"/>
              <a:gd name="connsiteY9421" fmla="*/ 155070 h 4078220"/>
              <a:gd name="connsiteX9422" fmla="*/ 7386258 w 11677525"/>
              <a:gd name="connsiteY9422" fmla="*/ 155279 h 4078220"/>
              <a:gd name="connsiteX9423" fmla="*/ 7385924 w 11677525"/>
              <a:gd name="connsiteY9423" fmla="*/ 155799 h 4078220"/>
              <a:gd name="connsiteX9424" fmla="*/ 7383340 w 11677525"/>
              <a:gd name="connsiteY9424" fmla="*/ 155592 h 4078220"/>
              <a:gd name="connsiteX9425" fmla="*/ 7383673 w 11677525"/>
              <a:gd name="connsiteY9425" fmla="*/ 155070 h 4078220"/>
              <a:gd name="connsiteX9426" fmla="*/ 4986751 w 11677525"/>
              <a:gd name="connsiteY9426" fmla="*/ 155044 h 4078220"/>
              <a:gd name="connsiteX9427" fmla="*/ 5004339 w 11677525"/>
              <a:gd name="connsiteY9427" fmla="*/ 159157 h 4078220"/>
              <a:gd name="connsiteX9428" fmla="*/ 4979554 w 11677525"/>
              <a:gd name="connsiteY9428" fmla="*/ 169753 h 4078220"/>
              <a:gd name="connsiteX9429" fmla="*/ 4934012 w 11677525"/>
              <a:gd name="connsiteY9429" fmla="*/ 165822 h 4078220"/>
              <a:gd name="connsiteX9430" fmla="*/ 4958991 w 11677525"/>
              <a:gd name="connsiteY9430" fmla="*/ 155305 h 4078220"/>
              <a:gd name="connsiteX9431" fmla="*/ 4986751 w 11677525"/>
              <a:gd name="connsiteY9431" fmla="*/ 155044 h 4078220"/>
              <a:gd name="connsiteX9432" fmla="*/ 6312151 w 11677525"/>
              <a:gd name="connsiteY9432" fmla="*/ 154559 h 4078220"/>
              <a:gd name="connsiteX9433" fmla="*/ 6331202 w 11677525"/>
              <a:gd name="connsiteY9433" fmla="*/ 158169 h 4078220"/>
              <a:gd name="connsiteX9434" fmla="*/ 6318587 w 11677525"/>
              <a:gd name="connsiteY9434" fmla="*/ 167489 h 4078220"/>
              <a:gd name="connsiteX9435" fmla="*/ 6275073 w 11677525"/>
              <a:gd name="connsiteY9435" fmla="*/ 164027 h 4078220"/>
              <a:gd name="connsiteX9436" fmla="*/ 6287911 w 11677525"/>
              <a:gd name="connsiteY9436" fmla="*/ 154758 h 4078220"/>
              <a:gd name="connsiteX9437" fmla="*/ 6312151 w 11677525"/>
              <a:gd name="connsiteY9437" fmla="*/ 154559 h 4078220"/>
              <a:gd name="connsiteX9438" fmla="*/ 6633002 w 11677525"/>
              <a:gd name="connsiteY9438" fmla="*/ 153918 h 4078220"/>
              <a:gd name="connsiteX9439" fmla="*/ 6658472 w 11677525"/>
              <a:gd name="connsiteY9439" fmla="*/ 158533 h 4078220"/>
              <a:gd name="connsiteX9440" fmla="*/ 6645246 w 11677525"/>
              <a:gd name="connsiteY9440" fmla="*/ 170482 h 4078220"/>
              <a:gd name="connsiteX9441" fmla="*/ 6588394 w 11677525"/>
              <a:gd name="connsiteY9441" fmla="*/ 166083 h 4078220"/>
              <a:gd name="connsiteX9442" fmla="*/ 6602093 w 11677525"/>
              <a:gd name="connsiteY9442" fmla="*/ 154185 h 4078220"/>
              <a:gd name="connsiteX9443" fmla="*/ 6633002 w 11677525"/>
              <a:gd name="connsiteY9443" fmla="*/ 153918 h 4078220"/>
              <a:gd name="connsiteX9444" fmla="*/ 7700301 w 11677525"/>
              <a:gd name="connsiteY9444" fmla="*/ 153560 h 4078220"/>
              <a:gd name="connsiteX9445" fmla="*/ 7701273 w 11677525"/>
              <a:gd name="connsiteY9445" fmla="*/ 153612 h 4078220"/>
              <a:gd name="connsiteX9446" fmla="*/ 7701218 w 11677525"/>
              <a:gd name="connsiteY9446" fmla="*/ 153821 h 4078220"/>
              <a:gd name="connsiteX9447" fmla="*/ 7700162 w 11677525"/>
              <a:gd name="connsiteY9447" fmla="*/ 153743 h 4078220"/>
              <a:gd name="connsiteX9448" fmla="*/ 7700301 w 11677525"/>
              <a:gd name="connsiteY9448" fmla="*/ 153560 h 4078220"/>
              <a:gd name="connsiteX9449" fmla="*/ 7064680 w 11677525"/>
              <a:gd name="connsiteY9449" fmla="*/ 152512 h 4078220"/>
              <a:gd name="connsiteX9450" fmla="*/ 7091637 w 11677525"/>
              <a:gd name="connsiteY9450" fmla="*/ 157127 h 4078220"/>
              <a:gd name="connsiteX9451" fmla="*/ 7082162 w 11677525"/>
              <a:gd name="connsiteY9451" fmla="*/ 169050 h 4078220"/>
              <a:gd name="connsiteX9452" fmla="*/ 7023921 w 11677525"/>
              <a:gd name="connsiteY9452" fmla="*/ 164625 h 4078220"/>
              <a:gd name="connsiteX9453" fmla="*/ 7033869 w 11677525"/>
              <a:gd name="connsiteY9453" fmla="*/ 152779 h 4078220"/>
              <a:gd name="connsiteX9454" fmla="*/ 7064680 w 11677525"/>
              <a:gd name="connsiteY9454" fmla="*/ 152512 h 4078220"/>
              <a:gd name="connsiteX9455" fmla="*/ 4112254 w 11677525"/>
              <a:gd name="connsiteY9455" fmla="*/ 151869 h 4078220"/>
              <a:gd name="connsiteX9456" fmla="*/ 4115143 w 11677525"/>
              <a:gd name="connsiteY9456" fmla="*/ 152129 h 4078220"/>
              <a:gd name="connsiteX9457" fmla="*/ 4112947 w 11677525"/>
              <a:gd name="connsiteY9457" fmla="*/ 152857 h 4078220"/>
              <a:gd name="connsiteX9458" fmla="*/ 4110058 w 11677525"/>
              <a:gd name="connsiteY9458" fmla="*/ 152545 h 4078220"/>
              <a:gd name="connsiteX9459" fmla="*/ 4112254 w 11677525"/>
              <a:gd name="connsiteY9459" fmla="*/ 151869 h 4078220"/>
              <a:gd name="connsiteX9460" fmla="*/ 6851682 w 11677525"/>
              <a:gd name="connsiteY9460" fmla="*/ 151631 h 4078220"/>
              <a:gd name="connsiteX9461" fmla="*/ 6878514 w 11677525"/>
              <a:gd name="connsiteY9461" fmla="*/ 156347 h 4078220"/>
              <a:gd name="connsiteX9462" fmla="*/ 6866927 w 11677525"/>
              <a:gd name="connsiteY9462" fmla="*/ 168583 h 4078220"/>
              <a:gd name="connsiteX9463" fmla="*/ 6807852 w 11677525"/>
              <a:gd name="connsiteY9463" fmla="*/ 164052 h 4078220"/>
              <a:gd name="connsiteX9464" fmla="*/ 6819995 w 11677525"/>
              <a:gd name="connsiteY9464" fmla="*/ 151894 h 4078220"/>
              <a:gd name="connsiteX9465" fmla="*/ 6851682 w 11677525"/>
              <a:gd name="connsiteY9465" fmla="*/ 151631 h 4078220"/>
              <a:gd name="connsiteX9466" fmla="*/ 7176635 w 11677525"/>
              <a:gd name="connsiteY9466" fmla="*/ 151139 h 4078220"/>
              <a:gd name="connsiteX9467" fmla="*/ 7179220 w 11677525"/>
              <a:gd name="connsiteY9467" fmla="*/ 151321 h 4078220"/>
              <a:gd name="connsiteX9468" fmla="*/ 7178831 w 11677525"/>
              <a:gd name="connsiteY9468" fmla="*/ 151893 h 4078220"/>
              <a:gd name="connsiteX9469" fmla="*/ 7176302 w 11677525"/>
              <a:gd name="connsiteY9469" fmla="*/ 151660 h 4078220"/>
              <a:gd name="connsiteX9470" fmla="*/ 7176635 w 11677525"/>
              <a:gd name="connsiteY9470" fmla="*/ 151139 h 4078220"/>
              <a:gd name="connsiteX9471" fmla="*/ 4319374 w 11677525"/>
              <a:gd name="connsiteY9471" fmla="*/ 149681 h 4078220"/>
              <a:gd name="connsiteX9472" fmla="*/ 4326653 w 11677525"/>
              <a:gd name="connsiteY9472" fmla="*/ 150332 h 4078220"/>
              <a:gd name="connsiteX9473" fmla="*/ 4321624 w 11677525"/>
              <a:gd name="connsiteY9473" fmla="*/ 152076 h 4078220"/>
              <a:gd name="connsiteX9474" fmla="*/ 4314344 w 11677525"/>
              <a:gd name="connsiteY9474" fmla="*/ 151425 h 4078220"/>
              <a:gd name="connsiteX9475" fmla="*/ 4319374 w 11677525"/>
              <a:gd name="connsiteY9475" fmla="*/ 149681 h 4078220"/>
              <a:gd name="connsiteX9476" fmla="*/ 5081646 w 11677525"/>
              <a:gd name="connsiteY9476" fmla="*/ 149639 h 4078220"/>
              <a:gd name="connsiteX9477" fmla="*/ 5098398 w 11677525"/>
              <a:gd name="connsiteY9477" fmla="*/ 153457 h 4078220"/>
              <a:gd name="connsiteX9478" fmla="*/ 5075890 w 11677525"/>
              <a:gd name="connsiteY9478" fmla="*/ 163349 h 4078220"/>
              <a:gd name="connsiteX9479" fmla="*/ 5032987 w 11677525"/>
              <a:gd name="connsiteY9479" fmla="*/ 159678 h 4078220"/>
              <a:gd name="connsiteX9480" fmla="*/ 5055661 w 11677525"/>
              <a:gd name="connsiteY9480" fmla="*/ 149864 h 4078220"/>
              <a:gd name="connsiteX9481" fmla="*/ 5081646 w 11677525"/>
              <a:gd name="connsiteY9481" fmla="*/ 149639 h 4078220"/>
              <a:gd name="connsiteX9482" fmla="*/ 6218010 w 11677525"/>
              <a:gd name="connsiteY9482" fmla="*/ 148977 h 4078220"/>
              <a:gd name="connsiteX9483" fmla="*/ 6236534 w 11677525"/>
              <a:gd name="connsiteY9483" fmla="*/ 152518 h 4078220"/>
              <a:gd name="connsiteX9484" fmla="*/ 6223501 w 11677525"/>
              <a:gd name="connsiteY9484" fmla="*/ 161656 h 4078220"/>
              <a:gd name="connsiteX9485" fmla="*/ 6180905 w 11677525"/>
              <a:gd name="connsiteY9485" fmla="*/ 158272 h 4078220"/>
              <a:gd name="connsiteX9486" fmla="*/ 6194214 w 11677525"/>
              <a:gd name="connsiteY9486" fmla="*/ 149186 h 4078220"/>
              <a:gd name="connsiteX9487" fmla="*/ 6218010 w 11677525"/>
              <a:gd name="connsiteY9487" fmla="*/ 148977 h 4078220"/>
              <a:gd name="connsiteX9488" fmla="*/ 4766502 w 11677525"/>
              <a:gd name="connsiteY9488" fmla="*/ 148139 h 4078220"/>
              <a:gd name="connsiteX9489" fmla="*/ 4783159 w 11677525"/>
              <a:gd name="connsiteY9489" fmla="*/ 152154 h 4078220"/>
              <a:gd name="connsiteX9490" fmla="*/ 4757068 w 11677525"/>
              <a:gd name="connsiteY9490" fmla="*/ 162516 h 4078220"/>
              <a:gd name="connsiteX9491" fmla="*/ 4712830 w 11677525"/>
              <a:gd name="connsiteY9491" fmla="*/ 158689 h 4078220"/>
              <a:gd name="connsiteX9492" fmla="*/ 4739173 w 11677525"/>
              <a:gd name="connsiteY9492" fmla="*/ 148379 h 4078220"/>
              <a:gd name="connsiteX9493" fmla="*/ 4766502 w 11677525"/>
              <a:gd name="connsiteY9493" fmla="*/ 148139 h 4078220"/>
              <a:gd name="connsiteX9494" fmla="*/ 4545000 w 11677525"/>
              <a:gd name="connsiteY9494" fmla="*/ 146961 h 4078220"/>
              <a:gd name="connsiteX9495" fmla="*/ 4555531 w 11677525"/>
              <a:gd name="connsiteY9495" fmla="*/ 149603 h 4078220"/>
              <a:gd name="connsiteX9496" fmla="*/ 4537220 w 11677525"/>
              <a:gd name="connsiteY9496" fmla="*/ 156425 h 4078220"/>
              <a:gd name="connsiteX9497" fmla="*/ 4508599 w 11677525"/>
              <a:gd name="connsiteY9497" fmla="*/ 153899 h 4078220"/>
              <a:gd name="connsiteX9498" fmla="*/ 4526967 w 11677525"/>
              <a:gd name="connsiteY9498" fmla="*/ 147130 h 4078220"/>
              <a:gd name="connsiteX9499" fmla="*/ 4545000 w 11677525"/>
              <a:gd name="connsiteY9499" fmla="*/ 146961 h 4078220"/>
              <a:gd name="connsiteX9500" fmla="*/ 6540112 w 11677525"/>
              <a:gd name="connsiteY9500" fmla="*/ 146134 h 4078220"/>
              <a:gd name="connsiteX9501" fmla="*/ 6563803 w 11677525"/>
              <a:gd name="connsiteY9501" fmla="*/ 150463 h 4078220"/>
              <a:gd name="connsiteX9502" fmla="*/ 6550494 w 11677525"/>
              <a:gd name="connsiteY9502" fmla="*/ 161657 h 4078220"/>
              <a:gd name="connsiteX9503" fmla="*/ 6497310 w 11677525"/>
              <a:gd name="connsiteY9503" fmla="*/ 157518 h 4078220"/>
              <a:gd name="connsiteX9504" fmla="*/ 6510981 w 11677525"/>
              <a:gd name="connsiteY9504" fmla="*/ 146375 h 4078220"/>
              <a:gd name="connsiteX9505" fmla="*/ 6540112 w 11677525"/>
              <a:gd name="connsiteY9505" fmla="*/ 146134 h 4078220"/>
              <a:gd name="connsiteX9506" fmla="*/ 5177332 w 11677525"/>
              <a:gd name="connsiteY9506" fmla="*/ 144705 h 4078220"/>
              <a:gd name="connsiteX9507" fmla="*/ 5194261 w 11677525"/>
              <a:gd name="connsiteY9507" fmla="*/ 148536 h 4078220"/>
              <a:gd name="connsiteX9508" fmla="*/ 5172588 w 11677525"/>
              <a:gd name="connsiteY9508" fmla="*/ 158325 h 4078220"/>
              <a:gd name="connsiteX9509" fmla="*/ 5129601 w 11677525"/>
              <a:gd name="connsiteY9509" fmla="*/ 154680 h 4078220"/>
              <a:gd name="connsiteX9510" fmla="*/ 5151525 w 11677525"/>
              <a:gd name="connsiteY9510" fmla="*/ 144917 h 4078220"/>
              <a:gd name="connsiteX9511" fmla="*/ 5177332 w 11677525"/>
              <a:gd name="connsiteY9511" fmla="*/ 144705 h 4078220"/>
              <a:gd name="connsiteX9512" fmla="*/ 6123626 w 11677525"/>
              <a:gd name="connsiteY9512" fmla="*/ 144439 h 4078220"/>
              <a:gd name="connsiteX9513" fmla="*/ 6141142 w 11677525"/>
              <a:gd name="connsiteY9513" fmla="*/ 147859 h 4078220"/>
              <a:gd name="connsiteX9514" fmla="*/ 6127999 w 11677525"/>
              <a:gd name="connsiteY9514" fmla="*/ 156581 h 4078220"/>
              <a:gd name="connsiteX9515" fmla="*/ 6087264 w 11677525"/>
              <a:gd name="connsiteY9515" fmla="*/ 153379 h 4078220"/>
              <a:gd name="connsiteX9516" fmla="*/ 6100629 w 11677525"/>
              <a:gd name="connsiteY9516" fmla="*/ 144630 h 4078220"/>
              <a:gd name="connsiteX9517" fmla="*/ 6123626 w 11677525"/>
              <a:gd name="connsiteY9517" fmla="*/ 144439 h 4078220"/>
              <a:gd name="connsiteX9518" fmla="*/ 4001718 w 11677525"/>
              <a:gd name="connsiteY9518" fmla="*/ 142783 h 4078220"/>
              <a:gd name="connsiteX9519" fmla="*/ 4003775 w 11677525"/>
              <a:gd name="connsiteY9519" fmla="*/ 142964 h 4078220"/>
              <a:gd name="connsiteX9520" fmla="*/ 4002190 w 11677525"/>
              <a:gd name="connsiteY9520" fmla="*/ 143485 h 4078220"/>
              <a:gd name="connsiteX9521" fmla="*/ 4000078 w 11677525"/>
              <a:gd name="connsiteY9521" fmla="*/ 143303 h 4078220"/>
              <a:gd name="connsiteX9522" fmla="*/ 4001718 w 11677525"/>
              <a:gd name="connsiteY9522" fmla="*/ 142783 h 4078220"/>
              <a:gd name="connsiteX9523" fmla="*/ 6760407 w 11677525"/>
              <a:gd name="connsiteY9523" fmla="*/ 141949 h 4078220"/>
              <a:gd name="connsiteX9524" fmla="*/ 6786708 w 11677525"/>
              <a:gd name="connsiteY9524" fmla="*/ 146609 h 4078220"/>
              <a:gd name="connsiteX9525" fmla="*/ 6774426 w 11677525"/>
              <a:gd name="connsiteY9525" fmla="*/ 158663 h 4078220"/>
              <a:gd name="connsiteX9526" fmla="*/ 6716185 w 11677525"/>
              <a:gd name="connsiteY9526" fmla="*/ 154185 h 4078220"/>
              <a:gd name="connsiteX9527" fmla="*/ 6728938 w 11677525"/>
              <a:gd name="connsiteY9527" fmla="*/ 142210 h 4078220"/>
              <a:gd name="connsiteX9528" fmla="*/ 6760407 w 11677525"/>
              <a:gd name="connsiteY9528" fmla="*/ 141949 h 4078220"/>
              <a:gd name="connsiteX9529" fmla="*/ 6974253 w 11677525"/>
              <a:gd name="connsiteY9529" fmla="*/ 141483 h 4078220"/>
              <a:gd name="connsiteX9530" fmla="*/ 7000636 w 11677525"/>
              <a:gd name="connsiteY9530" fmla="*/ 146010 h 4078220"/>
              <a:gd name="connsiteX9531" fmla="*/ 6990522 w 11677525"/>
              <a:gd name="connsiteY9531" fmla="*/ 157778 h 4078220"/>
              <a:gd name="connsiteX9532" fmla="*/ 6933032 w 11677525"/>
              <a:gd name="connsiteY9532" fmla="*/ 153404 h 4078220"/>
              <a:gd name="connsiteX9533" fmla="*/ 6943701 w 11677525"/>
              <a:gd name="connsiteY9533" fmla="*/ 141741 h 4078220"/>
              <a:gd name="connsiteX9534" fmla="*/ 6974253 w 11677525"/>
              <a:gd name="connsiteY9534" fmla="*/ 141483 h 4078220"/>
              <a:gd name="connsiteX9535" fmla="*/ 4861184 w 11677525"/>
              <a:gd name="connsiteY9535" fmla="*/ 140760 h 4078220"/>
              <a:gd name="connsiteX9536" fmla="*/ 4877662 w 11677525"/>
              <a:gd name="connsiteY9536" fmla="*/ 144656 h 4078220"/>
              <a:gd name="connsiteX9537" fmla="*/ 4852958 w 11677525"/>
              <a:gd name="connsiteY9537" fmla="*/ 154731 h 4078220"/>
              <a:gd name="connsiteX9538" fmla="*/ 4809585 w 11677525"/>
              <a:gd name="connsiteY9538" fmla="*/ 151009 h 4078220"/>
              <a:gd name="connsiteX9539" fmla="*/ 4834536 w 11677525"/>
              <a:gd name="connsiteY9539" fmla="*/ 140986 h 4078220"/>
              <a:gd name="connsiteX9540" fmla="*/ 4861184 w 11677525"/>
              <a:gd name="connsiteY9540" fmla="*/ 140760 h 4078220"/>
              <a:gd name="connsiteX9541" fmla="*/ 5273025 w 11677525"/>
              <a:gd name="connsiteY9541" fmla="*/ 140602 h 4078220"/>
              <a:gd name="connsiteX9542" fmla="*/ 5290319 w 11677525"/>
              <a:gd name="connsiteY9542" fmla="*/ 144423 h 4078220"/>
              <a:gd name="connsiteX9543" fmla="*/ 5269230 w 11677525"/>
              <a:gd name="connsiteY9543" fmla="*/ 154264 h 4078220"/>
              <a:gd name="connsiteX9544" fmla="*/ 5225576 w 11677525"/>
              <a:gd name="connsiteY9544" fmla="*/ 150593 h 4078220"/>
              <a:gd name="connsiteX9545" fmla="*/ 5247000 w 11677525"/>
              <a:gd name="connsiteY9545" fmla="*/ 140804 h 4078220"/>
              <a:gd name="connsiteX9546" fmla="*/ 5273025 w 11677525"/>
              <a:gd name="connsiteY9546" fmla="*/ 140602 h 4078220"/>
              <a:gd name="connsiteX9547" fmla="*/ 4206588 w 11677525"/>
              <a:gd name="connsiteY9547" fmla="*/ 140464 h 4078220"/>
              <a:gd name="connsiteX9548" fmla="*/ 4208310 w 11677525"/>
              <a:gd name="connsiteY9548" fmla="*/ 140594 h 4078220"/>
              <a:gd name="connsiteX9549" fmla="*/ 4207116 w 11677525"/>
              <a:gd name="connsiteY9549" fmla="*/ 141037 h 4078220"/>
              <a:gd name="connsiteX9550" fmla="*/ 4205421 w 11677525"/>
              <a:gd name="connsiteY9550" fmla="*/ 140881 h 4078220"/>
              <a:gd name="connsiteX9551" fmla="*/ 4206588 w 11677525"/>
              <a:gd name="connsiteY9551" fmla="*/ 140464 h 4078220"/>
              <a:gd name="connsiteX9552" fmla="*/ 6030086 w 11677525"/>
              <a:gd name="connsiteY9552" fmla="*/ 140175 h 4078220"/>
              <a:gd name="connsiteX9553" fmla="*/ 6048558 w 11677525"/>
              <a:gd name="connsiteY9553" fmla="*/ 143772 h 4078220"/>
              <a:gd name="connsiteX9554" fmla="*/ 6033831 w 11677525"/>
              <a:gd name="connsiteY9554" fmla="*/ 153118 h 4078220"/>
              <a:gd name="connsiteX9555" fmla="*/ 5990512 w 11677525"/>
              <a:gd name="connsiteY9555" fmla="*/ 149655 h 4078220"/>
              <a:gd name="connsiteX9556" fmla="*/ 6005572 w 11677525"/>
              <a:gd name="connsiteY9556" fmla="*/ 140387 h 4078220"/>
              <a:gd name="connsiteX9557" fmla="*/ 6030086 w 11677525"/>
              <a:gd name="connsiteY9557" fmla="*/ 140175 h 4078220"/>
              <a:gd name="connsiteX9558" fmla="*/ 6447017 w 11677525"/>
              <a:gd name="connsiteY9558" fmla="*/ 139313 h 4078220"/>
              <a:gd name="connsiteX9559" fmla="*/ 6468801 w 11677525"/>
              <a:gd name="connsiteY9559" fmla="*/ 143303 h 4078220"/>
              <a:gd name="connsiteX9560" fmla="*/ 6455630 w 11677525"/>
              <a:gd name="connsiteY9560" fmla="*/ 153665 h 4078220"/>
              <a:gd name="connsiteX9561" fmla="*/ 6406420 w 11677525"/>
              <a:gd name="connsiteY9561" fmla="*/ 149812 h 4078220"/>
              <a:gd name="connsiteX9562" fmla="*/ 6419814 w 11677525"/>
              <a:gd name="connsiteY9562" fmla="*/ 139580 h 4078220"/>
              <a:gd name="connsiteX9563" fmla="*/ 6447017 w 11677525"/>
              <a:gd name="connsiteY9563" fmla="*/ 139313 h 4078220"/>
              <a:gd name="connsiteX9564" fmla="*/ 4638207 w 11677525"/>
              <a:gd name="connsiteY9564" fmla="*/ 138454 h 4078220"/>
              <a:gd name="connsiteX9565" fmla="*/ 4647727 w 11677525"/>
              <a:gd name="connsiteY9565" fmla="*/ 140778 h 4078220"/>
              <a:gd name="connsiteX9566" fmla="*/ 4631833 w 11677525"/>
              <a:gd name="connsiteY9566" fmla="*/ 146792 h 4078220"/>
              <a:gd name="connsiteX9567" fmla="*/ 4606269 w 11677525"/>
              <a:gd name="connsiteY9567" fmla="*/ 144553 h 4078220"/>
              <a:gd name="connsiteX9568" fmla="*/ 4622163 w 11677525"/>
              <a:gd name="connsiteY9568" fmla="*/ 138591 h 4078220"/>
              <a:gd name="connsiteX9569" fmla="*/ 4638207 w 11677525"/>
              <a:gd name="connsiteY9569" fmla="*/ 138454 h 4078220"/>
              <a:gd name="connsiteX9570" fmla="*/ 4412652 w 11677525"/>
              <a:gd name="connsiteY9570" fmla="*/ 138175 h 4078220"/>
              <a:gd name="connsiteX9571" fmla="*/ 4426685 w 11677525"/>
              <a:gd name="connsiteY9571" fmla="*/ 139424 h 4078220"/>
              <a:gd name="connsiteX9572" fmla="*/ 4417237 w 11677525"/>
              <a:gd name="connsiteY9572" fmla="*/ 142756 h 4078220"/>
              <a:gd name="connsiteX9573" fmla="*/ 4403205 w 11677525"/>
              <a:gd name="connsiteY9573" fmla="*/ 141533 h 4078220"/>
              <a:gd name="connsiteX9574" fmla="*/ 4412652 w 11677525"/>
              <a:gd name="connsiteY9574" fmla="*/ 138175 h 4078220"/>
              <a:gd name="connsiteX9575" fmla="*/ 7081134 w 11677525"/>
              <a:gd name="connsiteY9575" fmla="*/ 137836 h 4078220"/>
              <a:gd name="connsiteX9576" fmla="*/ 7096667 w 11677525"/>
              <a:gd name="connsiteY9576" fmla="*/ 138982 h 4078220"/>
              <a:gd name="connsiteX9577" fmla="*/ 7094138 w 11677525"/>
              <a:gd name="connsiteY9577" fmla="*/ 142106 h 4078220"/>
              <a:gd name="connsiteX9578" fmla="*/ 7078578 w 11677525"/>
              <a:gd name="connsiteY9578" fmla="*/ 140960 h 4078220"/>
              <a:gd name="connsiteX9579" fmla="*/ 7081134 w 11677525"/>
              <a:gd name="connsiteY9579" fmla="*/ 137836 h 4078220"/>
              <a:gd name="connsiteX9580" fmla="*/ 5369038 w 11677525"/>
              <a:gd name="connsiteY9580" fmla="*/ 137094 h 4078220"/>
              <a:gd name="connsiteX9581" fmla="*/ 5387515 w 11677525"/>
              <a:gd name="connsiteY9581" fmla="*/ 141090 h 4078220"/>
              <a:gd name="connsiteX9582" fmla="*/ 5366038 w 11677525"/>
              <a:gd name="connsiteY9582" fmla="*/ 151400 h 4078220"/>
              <a:gd name="connsiteX9583" fmla="*/ 5320022 w 11677525"/>
              <a:gd name="connsiteY9583" fmla="*/ 147572 h 4078220"/>
              <a:gd name="connsiteX9584" fmla="*/ 5341724 w 11677525"/>
              <a:gd name="connsiteY9584" fmla="*/ 137315 h 4078220"/>
              <a:gd name="connsiteX9585" fmla="*/ 5369038 w 11677525"/>
              <a:gd name="connsiteY9585" fmla="*/ 137094 h 4078220"/>
              <a:gd name="connsiteX9586" fmla="*/ 5936439 w 11677525"/>
              <a:gd name="connsiteY9586" fmla="*/ 136850 h 4078220"/>
              <a:gd name="connsiteX9587" fmla="*/ 5955667 w 11677525"/>
              <a:gd name="connsiteY9587" fmla="*/ 140647 h 4078220"/>
              <a:gd name="connsiteX9588" fmla="*/ 5939440 w 11677525"/>
              <a:gd name="connsiteY9588" fmla="*/ 150436 h 4078220"/>
              <a:gd name="connsiteX9589" fmla="*/ 5894176 w 11677525"/>
              <a:gd name="connsiteY9589" fmla="*/ 146817 h 4078220"/>
              <a:gd name="connsiteX9590" fmla="*/ 5910626 w 11677525"/>
              <a:gd name="connsiteY9590" fmla="*/ 137055 h 4078220"/>
              <a:gd name="connsiteX9591" fmla="*/ 5936439 w 11677525"/>
              <a:gd name="connsiteY9591" fmla="*/ 136850 h 4078220"/>
              <a:gd name="connsiteX9592" fmla="*/ 5464259 w 11677525"/>
              <a:gd name="connsiteY9592" fmla="*/ 134738 h 4078220"/>
              <a:gd name="connsiteX9593" fmla="*/ 5483185 w 11677525"/>
              <a:gd name="connsiteY9593" fmla="*/ 138747 h 4078220"/>
              <a:gd name="connsiteX9594" fmla="*/ 5462318 w 11677525"/>
              <a:gd name="connsiteY9594" fmla="*/ 149108 h 4078220"/>
              <a:gd name="connsiteX9595" fmla="*/ 5415525 w 11677525"/>
              <a:gd name="connsiteY9595" fmla="*/ 145308 h 4078220"/>
              <a:gd name="connsiteX9596" fmla="*/ 5436810 w 11677525"/>
              <a:gd name="connsiteY9596" fmla="*/ 134946 h 4078220"/>
              <a:gd name="connsiteX9597" fmla="*/ 5464259 w 11677525"/>
              <a:gd name="connsiteY9597" fmla="*/ 134738 h 4078220"/>
              <a:gd name="connsiteX9598" fmla="*/ 5842593 w 11677525"/>
              <a:gd name="connsiteY9598" fmla="*/ 134480 h 4078220"/>
              <a:gd name="connsiteX9599" fmla="*/ 5862276 w 11677525"/>
              <a:gd name="connsiteY9599" fmla="*/ 138434 h 4078220"/>
              <a:gd name="connsiteX9600" fmla="*/ 5844743 w 11677525"/>
              <a:gd name="connsiteY9600" fmla="*/ 148587 h 4078220"/>
              <a:gd name="connsiteX9601" fmla="*/ 5797839 w 11677525"/>
              <a:gd name="connsiteY9601" fmla="*/ 144813 h 4078220"/>
              <a:gd name="connsiteX9602" fmla="*/ 5815678 w 11677525"/>
              <a:gd name="connsiteY9602" fmla="*/ 134685 h 4078220"/>
              <a:gd name="connsiteX9603" fmla="*/ 5842593 w 11677525"/>
              <a:gd name="connsiteY9603" fmla="*/ 134480 h 4078220"/>
              <a:gd name="connsiteX9604" fmla="*/ 7409515 w 11677525"/>
              <a:gd name="connsiteY9604" fmla="*/ 134269 h 4078220"/>
              <a:gd name="connsiteX9605" fmla="*/ 7410543 w 11677525"/>
              <a:gd name="connsiteY9605" fmla="*/ 134346 h 4078220"/>
              <a:gd name="connsiteX9606" fmla="*/ 7410432 w 11677525"/>
              <a:gd name="connsiteY9606" fmla="*/ 134529 h 4078220"/>
              <a:gd name="connsiteX9607" fmla="*/ 7409404 w 11677525"/>
              <a:gd name="connsiteY9607" fmla="*/ 134477 h 4078220"/>
              <a:gd name="connsiteX9608" fmla="*/ 7409515 w 11677525"/>
              <a:gd name="connsiteY9608" fmla="*/ 134269 h 4078220"/>
              <a:gd name="connsiteX9609" fmla="*/ 4955716 w 11677525"/>
              <a:gd name="connsiteY9609" fmla="*/ 134219 h 4078220"/>
              <a:gd name="connsiteX9610" fmla="*/ 4972190 w 11677525"/>
              <a:gd name="connsiteY9610" fmla="*/ 138018 h 4078220"/>
              <a:gd name="connsiteX9611" fmla="*/ 4948655 w 11677525"/>
              <a:gd name="connsiteY9611" fmla="*/ 147911 h 4078220"/>
              <a:gd name="connsiteX9612" fmla="*/ 4905641 w 11677525"/>
              <a:gd name="connsiteY9612" fmla="*/ 144266 h 4078220"/>
              <a:gd name="connsiteX9613" fmla="*/ 4929510 w 11677525"/>
              <a:gd name="connsiteY9613" fmla="*/ 134425 h 4078220"/>
              <a:gd name="connsiteX9614" fmla="*/ 4955716 w 11677525"/>
              <a:gd name="connsiteY9614" fmla="*/ 134219 h 4078220"/>
              <a:gd name="connsiteX9615" fmla="*/ 5558597 w 11677525"/>
              <a:gd name="connsiteY9615" fmla="*/ 133608 h 4078220"/>
              <a:gd name="connsiteX9616" fmla="*/ 5576992 w 11677525"/>
              <a:gd name="connsiteY9616" fmla="*/ 137472 h 4078220"/>
              <a:gd name="connsiteX9617" fmla="*/ 5557707 w 11677525"/>
              <a:gd name="connsiteY9617" fmla="*/ 147417 h 4078220"/>
              <a:gd name="connsiteX9618" fmla="*/ 5512555 w 11677525"/>
              <a:gd name="connsiteY9618" fmla="*/ 143720 h 4078220"/>
              <a:gd name="connsiteX9619" fmla="*/ 5532200 w 11677525"/>
              <a:gd name="connsiteY9619" fmla="*/ 133827 h 4078220"/>
              <a:gd name="connsiteX9620" fmla="*/ 5558597 w 11677525"/>
              <a:gd name="connsiteY9620" fmla="*/ 133608 h 4078220"/>
              <a:gd name="connsiteX9621" fmla="*/ 5748009 w 11677525"/>
              <a:gd name="connsiteY9621" fmla="*/ 133355 h 4078220"/>
              <a:gd name="connsiteX9622" fmla="*/ 5767192 w 11677525"/>
              <a:gd name="connsiteY9622" fmla="*/ 137262 h 4078220"/>
              <a:gd name="connsiteX9623" fmla="*/ 5749102 w 11677525"/>
              <a:gd name="connsiteY9623" fmla="*/ 147312 h 4078220"/>
              <a:gd name="connsiteX9624" fmla="*/ 5703088 w 11677525"/>
              <a:gd name="connsiteY9624" fmla="*/ 143563 h 4078220"/>
              <a:gd name="connsiteX9625" fmla="*/ 5721426 w 11677525"/>
              <a:gd name="connsiteY9625" fmla="*/ 133566 h 4078220"/>
              <a:gd name="connsiteX9626" fmla="*/ 5748009 w 11677525"/>
              <a:gd name="connsiteY9626" fmla="*/ 133355 h 4078220"/>
              <a:gd name="connsiteX9627" fmla="*/ 6669243 w 11677525"/>
              <a:gd name="connsiteY9627" fmla="*/ 133097 h 4078220"/>
              <a:gd name="connsiteX9628" fmla="*/ 6695067 w 11677525"/>
              <a:gd name="connsiteY9628" fmla="*/ 137679 h 4078220"/>
              <a:gd name="connsiteX9629" fmla="*/ 6681952 w 11677525"/>
              <a:gd name="connsiteY9629" fmla="*/ 149603 h 4078220"/>
              <a:gd name="connsiteX9630" fmla="*/ 6624406 w 11677525"/>
              <a:gd name="connsiteY9630" fmla="*/ 145177 h 4078220"/>
              <a:gd name="connsiteX9631" fmla="*/ 6637938 w 11677525"/>
              <a:gd name="connsiteY9631" fmla="*/ 133357 h 4078220"/>
              <a:gd name="connsiteX9632" fmla="*/ 6669243 w 11677525"/>
              <a:gd name="connsiteY9632" fmla="*/ 133097 h 4078220"/>
              <a:gd name="connsiteX9633" fmla="*/ 5653573 w 11677525"/>
              <a:gd name="connsiteY9633" fmla="*/ 132945 h 4078220"/>
              <a:gd name="connsiteX9634" fmla="*/ 5672662 w 11677525"/>
              <a:gd name="connsiteY9634" fmla="*/ 136872 h 4078220"/>
              <a:gd name="connsiteX9635" fmla="*/ 5653655 w 11677525"/>
              <a:gd name="connsiteY9635" fmla="*/ 147025 h 4078220"/>
              <a:gd name="connsiteX9636" fmla="*/ 5607418 w 11677525"/>
              <a:gd name="connsiteY9636" fmla="*/ 143251 h 4078220"/>
              <a:gd name="connsiteX9637" fmla="*/ 5626730 w 11677525"/>
              <a:gd name="connsiteY9637" fmla="*/ 133176 h 4078220"/>
              <a:gd name="connsiteX9638" fmla="*/ 5653573 w 11677525"/>
              <a:gd name="connsiteY9638" fmla="*/ 132945 h 4078220"/>
              <a:gd name="connsiteX9639" fmla="*/ 6354647 w 11677525"/>
              <a:gd name="connsiteY9639" fmla="*/ 132759 h 4078220"/>
              <a:gd name="connsiteX9640" fmla="*/ 6376244 w 11677525"/>
              <a:gd name="connsiteY9640" fmla="*/ 136768 h 4078220"/>
              <a:gd name="connsiteX9641" fmla="*/ 6362379 w 11677525"/>
              <a:gd name="connsiteY9641" fmla="*/ 147104 h 4078220"/>
              <a:gd name="connsiteX9642" fmla="*/ 6313169 w 11677525"/>
              <a:gd name="connsiteY9642" fmla="*/ 143276 h 4078220"/>
              <a:gd name="connsiteX9643" fmla="*/ 6327339 w 11677525"/>
              <a:gd name="connsiteY9643" fmla="*/ 132967 h 4078220"/>
              <a:gd name="connsiteX9644" fmla="*/ 6354647 w 11677525"/>
              <a:gd name="connsiteY9644" fmla="*/ 132759 h 4078220"/>
              <a:gd name="connsiteX9645" fmla="*/ 6883963 w 11677525"/>
              <a:gd name="connsiteY9645" fmla="*/ 131317 h 4078220"/>
              <a:gd name="connsiteX9646" fmla="*/ 6909829 w 11677525"/>
              <a:gd name="connsiteY9646" fmla="*/ 135779 h 4078220"/>
              <a:gd name="connsiteX9647" fmla="*/ 6898993 w 11677525"/>
              <a:gd name="connsiteY9647" fmla="*/ 147312 h 4078220"/>
              <a:gd name="connsiteX9648" fmla="*/ 6842308 w 11677525"/>
              <a:gd name="connsiteY9648" fmla="*/ 143042 h 4078220"/>
              <a:gd name="connsiteX9649" fmla="*/ 6853617 w 11677525"/>
              <a:gd name="connsiteY9649" fmla="*/ 131561 h 4078220"/>
              <a:gd name="connsiteX9650" fmla="*/ 6883963 w 11677525"/>
              <a:gd name="connsiteY9650" fmla="*/ 131317 h 4078220"/>
              <a:gd name="connsiteX9651" fmla="*/ 4095386 w 11677525"/>
              <a:gd name="connsiteY9651" fmla="*/ 130910 h 4078220"/>
              <a:gd name="connsiteX9652" fmla="*/ 4097136 w 11677525"/>
              <a:gd name="connsiteY9652" fmla="*/ 131067 h 4078220"/>
              <a:gd name="connsiteX9653" fmla="*/ 4095915 w 11677525"/>
              <a:gd name="connsiteY9653" fmla="*/ 131483 h 4078220"/>
              <a:gd name="connsiteX9654" fmla="*/ 4094165 w 11677525"/>
              <a:gd name="connsiteY9654" fmla="*/ 131327 h 4078220"/>
              <a:gd name="connsiteX9655" fmla="*/ 4095386 w 11677525"/>
              <a:gd name="connsiteY9655" fmla="*/ 130910 h 4078220"/>
              <a:gd name="connsiteX9656" fmla="*/ 4717027 w 11677525"/>
              <a:gd name="connsiteY9656" fmla="*/ 130807 h 4078220"/>
              <a:gd name="connsiteX9657" fmla="*/ 4739951 w 11677525"/>
              <a:gd name="connsiteY9657" fmla="*/ 132734 h 4078220"/>
              <a:gd name="connsiteX9658" fmla="*/ 4726252 w 11677525"/>
              <a:gd name="connsiteY9658" fmla="*/ 138096 h 4078220"/>
              <a:gd name="connsiteX9659" fmla="*/ 4703189 w 11677525"/>
              <a:gd name="connsiteY9659" fmla="*/ 136117 h 4078220"/>
              <a:gd name="connsiteX9660" fmla="*/ 4717027 w 11677525"/>
              <a:gd name="connsiteY9660" fmla="*/ 130807 h 4078220"/>
              <a:gd name="connsiteX9661" fmla="*/ 7204756 w 11677525"/>
              <a:gd name="connsiteY9661" fmla="*/ 130520 h 4078220"/>
              <a:gd name="connsiteX9662" fmla="*/ 7206701 w 11677525"/>
              <a:gd name="connsiteY9662" fmla="*/ 130676 h 4078220"/>
              <a:gd name="connsiteX9663" fmla="*/ 7206451 w 11677525"/>
              <a:gd name="connsiteY9663" fmla="*/ 131093 h 4078220"/>
              <a:gd name="connsiteX9664" fmla="*/ 7204450 w 11677525"/>
              <a:gd name="connsiteY9664" fmla="*/ 130937 h 4078220"/>
              <a:gd name="connsiteX9665" fmla="*/ 7204756 w 11677525"/>
              <a:gd name="connsiteY9665" fmla="*/ 130520 h 4078220"/>
              <a:gd name="connsiteX9666" fmla="*/ 4300367 w 11677525"/>
              <a:gd name="connsiteY9666" fmla="*/ 129661 h 4078220"/>
              <a:gd name="connsiteX9667" fmla="*/ 4302062 w 11677525"/>
              <a:gd name="connsiteY9667" fmla="*/ 129817 h 4078220"/>
              <a:gd name="connsiteX9668" fmla="*/ 4300895 w 11677525"/>
              <a:gd name="connsiteY9668" fmla="*/ 130207 h 4078220"/>
              <a:gd name="connsiteX9669" fmla="*/ 4299172 w 11677525"/>
              <a:gd name="connsiteY9669" fmla="*/ 130077 h 4078220"/>
              <a:gd name="connsiteX9670" fmla="*/ 4300367 w 11677525"/>
              <a:gd name="connsiteY9670" fmla="*/ 129661 h 4078220"/>
              <a:gd name="connsiteX9671" fmla="*/ 6996718 w 11677525"/>
              <a:gd name="connsiteY9671" fmla="*/ 128880 h 4078220"/>
              <a:gd name="connsiteX9672" fmla="*/ 6999163 w 11677525"/>
              <a:gd name="connsiteY9672" fmla="*/ 129036 h 4078220"/>
              <a:gd name="connsiteX9673" fmla="*/ 6998746 w 11677525"/>
              <a:gd name="connsiteY9673" fmla="*/ 129556 h 4078220"/>
              <a:gd name="connsiteX9674" fmla="*/ 6996246 w 11677525"/>
              <a:gd name="connsiteY9674" fmla="*/ 129375 h 4078220"/>
              <a:gd name="connsiteX9675" fmla="*/ 6996718 w 11677525"/>
              <a:gd name="connsiteY9675" fmla="*/ 128880 h 4078220"/>
              <a:gd name="connsiteX9676" fmla="*/ 5050845 w 11677525"/>
              <a:gd name="connsiteY9676" fmla="*/ 128138 h 4078220"/>
              <a:gd name="connsiteX9677" fmla="*/ 5068250 w 11677525"/>
              <a:gd name="connsiteY9677" fmla="*/ 132082 h 4078220"/>
              <a:gd name="connsiteX9678" fmla="*/ 5044436 w 11677525"/>
              <a:gd name="connsiteY9678" fmla="*/ 142261 h 4078220"/>
              <a:gd name="connsiteX9679" fmla="*/ 4999644 w 11677525"/>
              <a:gd name="connsiteY9679" fmla="*/ 138487 h 4078220"/>
              <a:gd name="connsiteX9680" fmla="*/ 5023708 w 11677525"/>
              <a:gd name="connsiteY9680" fmla="*/ 128333 h 4078220"/>
              <a:gd name="connsiteX9681" fmla="*/ 5050845 w 11677525"/>
              <a:gd name="connsiteY9681" fmla="*/ 128138 h 4078220"/>
              <a:gd name="connsiteX9682" fmla="*/ 6261583 w 11677525"/>
              <a:gd name="connsiteY9682" fmla="*/ 127532 h 4078220"/>
              <a:gd name="connsiteX9683" fmla="*/ 6281547 w 11677525"/>
              <a:gd name="connsiteY9683" fmla="*/ 131275 h 4078220"/>
              <a:gd name="connsiteX9684" fmla="*/ 6267848 w 11677525"/>
              <a:gd name="connsiteY9684" fmla="*/ 140934 h 4078220"/>
              <a:gd name="connsiteX9685" fmla="*/ 6221945 w 11677525"/>
              <a:gd name="connsiteY9685" fmla="*/ 137341 h 4078220"/>
              <a:gd name="connsiteX9686" fmla="*/ 6235950 w 11677525"/>
              <a:gd name="connsiteY9686" fmla="*/ 127734 h 4078220"/>
              <a:gd name="connsiteX9687" fmla="*/ 6261583 w 11677525"/>
              <a:gd name="connsiteY9687" fmla="*/ 127532 h 4078220"/>
              <a:gd name="connsiteX9688" fmla="*/ 4505099 w 11677525"/>
              <a:gd name="connsiteY9688" fmla="*/ 127344 h 4078220"/>
              <a:gd name="connsiteX9689" fmla="*/ 4527217 w 11677525"/>
              <a:gd name="connsiteY9689" fmla="*/ 129270 h 4078220"/>
              <a:gd name="connsiteX9690" fmla="*/ 4513018 w 11677525"/>
              <a:gd name="connsiteY9690" fmla="*/ 134477 h 4078220"/>
              <a:gd name="connsiteX9691" fmla="*/ 4490733 w 11677525"/>
              <a:gd name="connsiteY9691" fmla="*/ 132551 h 4078220"/>
              <a:gd name="connsiteX9692" fmla="*/ 4505099 w 11677525"/>
              <a:gd name="connsiteY9692" fmla="*/ 127344 h 4078220"/>
              <a:gd name="connsiteX9693" fmla="*/ 6776565 w 11677525"/>
              <a:gd name="connsiteY9693" fmla="*/ 126719 h 4078220"/>
              <a:gd name="connsiteX9694" fmla="*/ 6799461 w 11677525"/>
              <a:gd name="connsiteY9694" fmla="*/ 128437 h 4078220"/>
              <a:gd name="connsiteX9695" fmla="*/ 6794598 w 11677525"/>
              <a:gd name="connsiteY9695" fmla="*/ 133123 h 4078220"/>
              <a:gd name="connsiteX9696" fmla="*/ 6771591 w 11677525"/>
              <a:gd name="connsiteY9696" fmla="*/ 131378 h 4078220"/>
              <a:gd name="connsiteX9697" fmla="*/ 6776565 w 11677525"/>
              <a:gd name="connsiteY9697" fmla="*/ 126719 h 4078220"/>
              <a:gd name="connsiteX9698" fmla="*/ 6578062 w 11677525"/>
              <a:gd name="connsiteY9698" fmla="*/ 125072 h 4078220"/>
              <a:gd name="connsiteX9699" fmla="*/ 6603483 w 11677525"/>
              <a:gd name="connsiteY9699" fmla="*/ 129609 h 4078220"/>
              <a:gd name="connsiteX9700" fmla="*/ 6589645 w 11677525"/>
              <a:gd name="connsiteY9700" fmla="*/ 141376 h 4078220"/>
              <a:gd name="connsiteX9701" fmla="*/ 6532710 w 11677525"/>
              <a:gd name="connsiteY9701" fmla="*/ 137028 h 4078220"/>
              <a:gd name="connsiteX9702" fmla="*/ 6546993 w 11677525"/>
              <a:gd name="connsiteY9702" fmla="*/ 125339 h 4078220"/>
              <a:gd name="connsiteX9703" fmla="*/ 6578062 w 11677525"/>
              <a:gd name="connsiteY9703" fmla="*/ 125072 h 4078220"/>
              <a:gd name="connsiteX9704" fmla="*/ 4811835 w 11677525"/>
              <a:gd name="connsiteY9704" fmla="*/ 124038 h 4078220"/>
              <a:gd name="connsiteX9705" fmla="*/ 4830895 w 11677525"/>
              <a:gd name="connsiteY9705" fmla="*/ 125678 h 4078220"/>
              <a:gd name="connsiteX9706" fmla="*/ 4819865 w 11677525"/>
              <a:gd name="connsiteY9706" fmla="*/ 130052 h 4078220"/>
              <a:gd name="connsiteX9707" fmla="*/ 4800775 w 11677525"/>
              <a:gd name="connsiteY9707" fmla="*/ 128437 h 4078220"/>
              <a:gd name="connsiteX9708" fmla="*/ 4811835 w 11677525"/>
              <a:gd name="connsiteY9708" fmla="*/ 124038 h 4078220"/>
              <a:gd name="connsiteX9709" fmla="*/ 6167876 w 11677525"/>
              <a:gd name="connsiteY9709" fmla="*/ 123494 h 4078220"/>
              <a:gd name="connsiteX9710" fmla="*/ 6185239 w 11677525"/>
              <a:gd name="connsiteY9710" fmla="*/ 126772 h 4078220"/>
              <a:gd name="connsiteX9711" fmla="*/ 6172485 w 11677525"/>
              <a:gd name="connsiteY9711" fmla="*/ 135259 h 4078220"/>
              <a:gd name="connsiteX9712" fmla="*/ 6132279 w 11677525"/>
              <a:gd name="connsiteY9712" fmla="*/ 132135 h 4078220"/>
              <a:gd name="connsiteX9713" fmla="*/ 6145283 w 11677525"/>
              <a:gd name="connsiteY9713" fmla="*/ 123674 h 4078220"/>
              <a:gd name="connsiteX9714" fmla="*/ 6167876 w 11677525"/>
              <a:gd name="connsiteY9714" fmla="*/ 123494 h 4078220"/>
              <a:gd name="connsiteX9715" fmla="*/ 5145030 w 11677525"/>
              <a:gd name="connsiteY9715" fmla="*/ 123192 h 4078220"/>
              <a:gd name="connsiteX9716" fmla="*/ 5162640 w 11677525"/>
              <a:gd name="connsiteY9716" fmla="*/ 127109 h 4078220"/>
              <a:gd name="connsiteX9717" fmla="*/ 5139660 w 11677525"/>
              <a:gd name="connsiteY9717" fmla="*/ 137211 h 4078220"/>
              <a:gd name="connsiteX9718" fmla="*/ 5094729 w 11677525"/>
              <a:gd name="connsiteY9718" fmla="*/ 133488 h 4078220"/>
              <a:gd name="connsiteX9719" fmla="*/ 5118041 w 11677525"/>
              <a:gd name="connsiteY9719" fmla="*/ 123413 h 4078220"/>
              <a:gd name="connsiteX9720" fmla="*/ 5145030 w 11677525"/>
              <a:gd name="connsiteY9720" fmla="*/ 123192 h 4078220"/>
              <a:gd name="connsiteX9721" fmla="*/ 4393536 w 11677525"/>
              <a:gd name="connsiteY9721" fmla="*/ 119585 h 4078220"/>
              <a:gd name="connsiteX9722" fmla="*/ 4395648 w 11677525"/>
              <a:gd name="connsiteY9722" fmla="*/ 119741 h 4078220"/>
              <a:gd name="connsiteX9723" fmla="*/ 4394259 w 11677525"/>
              <a:gd name="connsiteY9723" fmla="*/ 120236 h 4078220"/>
              <a:gd name="connsiteX9724" fmla="*/ 4392147 w 11677525"/>
              <a:gd name="connsiteY9724" fmla="*/ 120054 h 4078220"/>
              <a:gd name="connsiteX9725" fmla="*/ 4393536 w 11677525"/>
              <a:gd name="connsiteY9725" fmla="*/ 119585 h 4078220"/>
              <a:gd name="connsiteX9726" fmla="*/ 4599684 w 11677525"/>
              <a:gd name="connsiteY9726" fmla="*/ 119533 h 4078220"/>
              <a:gd name="connsiteX9727" fmla="*/ 4615884 w 11677525"/>
              <a:gd name="connsiteY9727" fmla="*/ 120913 h 4078220"/>
              <a:gd name="connsiteX9728" fmla="*/ 4605714 w 11677525"/>
              <a:gd name="connsiteY9728" fmla="*/ 124662 h 4078220"/>
              <a:gd name="connsiteX9729" fmla="*/ 4589514 w 11677525"/>
              <a:gd name="connsiteY9729" fmla="*/ 123282 h 4078220"/>
              <a:gd name="connsiteX9730" fmla="*/ 4599684 w 11677525"/>
              <a:gd name="connsiteY9730" fmla="*/ 119533 h 4078220"/>
              <a:gd name="connsiteX9731" fmla="*/ 7115617 w 11677525"/>
              <a:gd name="connsiteY9731" fmla="*/ 119429 h 4078220"/>
              <a:gd name="connsiteX9732" fmla="*/ 7117561 w 11677525"/>
              <a:gd name="connsiteY9732" fmla="*/ 119560 h 4078220"/>
              <a:gd name="connsiteX9733" fmla="*/ 7117339 w 11677525"/>
              <a:gd name="connsiteY9733" fmla="*/ 119976 h 4078220"/>
              <a:gd name="connsiteX9734" fmla="*/ 7115283 w 11677525"/>
              <a:gd name="connsiteY9734" fmla="*/ 119820 h 4078220"/>
              <a:gd name="connsiteX9735" fmla="*/ 7115617 w 11677525"/>
              <a:gd name="connsiteY9735" fmla="*/ 119429 h 4078220"/>
              <a:gd name="connsiteX9736" fmla="*/ 6906967 w 11677525"/>
              <a:gd name="connsiteY9736" fmla="*/ 118883 h 4078220"/>
              <a:gd name="connsiteX9737" fmla="*/ 6909468 w 11677525"/>
              <a:gd name="connsiteY9737" fmla="*/ 119091 h 4078220"/>
              <a:gd name="connsiteX9738" fmla="*/ 6909023 w 11677525"/>
              <a:gd name="connsiteY9738" fmla="*/ 119585 h 4078220"/>
              <a:gd name="connsiteX9739" fmla="*/ 6906467 w 11677525"/>
              <a:gd name="connsiteY9739" fmla="*/ 119403 h 4078220"/>
              <a:gd name="connsiteX9740" fmla="*/ 6906967 w 11677525"/>
              <a:gd name="connsiteY9740" fmla="*/ 118883 h 4078220"/>
              <a:gd name="connsiteX9741" fmla="*/ 5239632 w 11677525"/>
              <a:gd name="connsiteY9741" fmla="*/ 118801 h 4078220"/>
              <a:gd name="connsiteX9742" fmla="*/ 5258142 w 11677525"/>
              <a:gd name="connsiteY9742" fmla="*/ 122840 h 4078220"/>
              <a:gd name="connsiteX9743" fmla="*/ 5235106 w 11677525"/>
              <a:gd name="connsiteY9743" fmla="*/ 133280 h 4078220"/>
              <a:gd name="connsiteX9744" fmla="*/ 5188286 w 11677525"/>
              <a:gd name="connsiteY9744" fmla="*/ 129375 h 4078220"/>
              <a:gd name="connsiteX9745" fmla="*/ 5211683 w 11677525"/>
              <a:gd name="connsiteY9745" fmla="*/ 119039 h 4078220"/>
              <a:gd name="connsiteX9746" fmla="*/ 5239632 w 11677525"/>
              <a:gd name="connsiteY9746" fmla="*/ 118801 h 4078220"/>
              <a:gd name="connsiteX9747" fmla="*/ 6486418 w 11677525"/>
              <a:gd name="connsiteY9747" fmla="*/ 118388 h 4078220"/>
              <a:gd name="connsiteX9748" fmla="*/ 6509869 w 11677525"/>
              <a:gd name="connsiteY9748" fmla="*/ 122606 h 4078220"/>
              <a:gd name="connsiteX9749" fmla="*/ 6496143 w 11677525"/>
              <a:gd name="connsiteY9749" fmla="*/ 133540 h 4078220"/>
              <a:gd name="connsiteX9750" fmla="*/ 6443154 w 11677525"/>
              <a:gd name="connsiteY9750" fmla="*/ 129504 h 4078220"/>
              <a:gd name="connsiteX9751" fmla="*/ 6457297 w 11677525"/>
              <a:gd name="connsiteY9751" fmla="*/ 118622 h 4078220"/>
              <a:gd name="connsiteX9752" fmla="*/ 6486418 w 11677525"/>
              <a:gd name="connsiteY9752" fmla="*/ 118388 h 4078220"/>
              <a:gd name="connsiteX9753" fmla="*/ 4906559 w 11677525"/>
              <a:gd name="connsiteY9753" fmla="*/ 118232 h 4078220"/>
              <a:gd name="connsiteX9754" fmla="*/ 4920896 w 11677525"/>
              <a:gd name="connsiteY9754" fmla="*/ 119456 h 4078220"/>
              <a:gd name="connsiteX9755" fmla="*/ 4912867 w 11677525"/>
              <a:gd name="connsiteY9755" fmla="*/ 122684 h 4078220"/>
              <a:gd name="connsiteX9756" fmla="*/ 4898557 w 11677525"/>
              <a:gd name="connsiteY9756" fmla="*/ 121461 h 4078220"/>
              <a:gd name="connsiteX9757" fmla="*/ 4906559 w 11677525"/>
              <a:gd name="connsiteY9757" fmla="*/ 118232 h 4078220"/>
              <a:gd name="connsiteX9758" fmla="*/ 6077713 w 11677525"/>
              <a:gd name="connsiteY9758" fmla="*/ 117910 h 4078220"/>
              <a:gd name="connsiteX9759" fmla="*/ 6099434 w 11677525"/>
              <a:gd name="connsiteY9759" fmla="*/ 122059 h 4078220"/>
              <a:gd name="connsiteX9760" fmla="*/ 6082652 w 11677525"/>
              <a:gd name="connsiteY9760" fmla="*/ 132785 h 4078220"/>
              <a:gd name="connsiteX9761" fmla="*/ 6031942 w 11677525"/>
              <a:gd name="connsiteY9761" fmla="*/ 128828 h 4078220"/>
              <a:gd name="connsiteX9762" fmla="*/ 6049113 w 11677525"/>
              <a:gd name="connsiteY9762" fmla="*/ 118154 h 4078220"/>
              <a:gd name="connsiteX9763" fmla="*/ 6077713 w 11677525"/>
              <a:gd name="connsiteY9763" fmla="*/ 117910 h 4078220"/>
              <a:gd name="connsiteX9764" fmla="*/ 5333489 w 11677525"/>
              <a:gd name="connsiteY9764" fmla="*/ 115440 h 4078220"/>
              <a:gd name="connsiteX9765" fmla="*/ 5352449 w 11677525"/>
              <a:gd name="connsiteY9765" fmla="*/ 119456 h 4078220"/>
              <a:gd name="connsiteX9766" fmla="*/ 5329997 w 11677525"/>
              <a:gd name="connsiteY9766" fmla="*/ 129948 h 4078220"/>
              <a:gd name="connsiteX9767" fmla="*/ 5282566 w 11677525"/>
              <a:gd name="connsiteY9767" fmla="*/ 126094 h 4078220"/>
              <a:gd name="connsiteX9768" fmla="*/ 5305295 w 11677525"/>
              <a:gd name="connsiteY9768" fmla="*/ 115681 h 4078220"/>
              <a:gd name="connsiteX9769" fmla="*/ 5333489 w 11677525"/>
              <a:gd name="connsiteY9769" fmla="*/ 115440 h 4078220"/>
              <a:gd name="connsiteX9770" fmla="*/ 5984110 w 11677525"/>
              <a:gd name="connsiteY9770" fmla="*/ 115394 h 4078220"/>
              <a:gd name="connsiteX9771" fmla="*/ 6003682 w 11677525"/>
              <a:gd name="connsiteY9771" fmla="*/ 119170 h 4078220"/>
              <a:gd name="connsiteX9772" fmla="*/ 5987677 w 11677525"/>
              <a:gd name="connsiteY9772" fmla="*/ 128958 h 4078220"/>
              <a:gd name="connsiteX9773" fmla="*/ 5941580 w 11677525"/>
              <a:gd name="connsiteY9773" fmla="*/ 125340 h 4078220"/>
              <a:gd name="connsiteX9774" fmla="*/ 5957890 w 11677525"/>
              <a:gd name="connsiteY9774" fmla="*/ 115602 h 4078220"/>
              <a:gd name="connsiteX9775" fmla="*/ 5984110 w 11677525"/>
              <a:gd name="connsiteY9775" fmla="*/ 115394 h 4078220"/>
              <a:gd name="connsiteX9776" fmla="*/ 6703347 w 11677525"/>
              <a:gd name="connsiteY9776" fmla="*/ 113740 h 4078220"/>
              <a:gd name="connsiteX9777" fmla="*/ 6726966 w 11677525"/>
              <a:gd name="connsiteY9777" fmla="*/ 117867 h 4078220"/>
              <a:gd name="connsiteX9778" fmla="*/ 6715323 w 11677525"/>
              <a:gd name="connsiteY9778" fmla="*/ 128489 h 4078220"/>
              <a:gd name="connsiteX9779" fmla="*/ 6662890 w 11677525"/>
              <a:gd name="connsiteY9779" fmla="*/ 124584 h 4078220"/>
              <a:gd name="connsiteX9780" fmla="*/ 6674894 w 11677525"/>
              <a:gd name="connsiteY9780" fmla="*/ 113988 h 4078220"/>
              <a:gd name="connsiteX9781" fmla="*/ 6703347 w 11677525"/>
              <a:gd name="connsiteY9781" fmla="*/ 113740 h 4078220"/>
              <a:gd name="connsiteX9782" fmla="*/ 5426977 w 11677525"/>
              <a:gd name="connsiteY9782" fmla="*/ 112943 h 4078220"/>
              <a:gd name="connsiteX9783" fmla="*/ 5446174 w 11677525"/>
              <a:gd name="connsiteY9783" fmla="*/ 116983 h 4078220"/>
              <a:gd name="connsiteX9784" fmla="*/ 5424611 w 11677525"/>
              <a:gd name="connsiteY9784" fmla="*/ 127422 h 4078220"/>
              <a:gd name="connsiteX9785" fmla="*/ 5376902 w 11677525"/>
              <a:gd name="connsiteY9785" fmla="*/ 123568 h 4078220"/>
              <a:gd name="connsiteX9786" fmla="*/ 5398881 w 11677525"/>
              <a:gd name="connsiteY9786" fmla="*/ 113181 h 4078220"/>
              <a:gd name="connsiteX9787" fmla="*/ 5426977 w 11677525"/>
              <a:gd name="connsiteY9787" fmla="*/ 112943 h 4078220"/>
              <a:gd name="connsiteX9788" fmla="*/ 4694186 w 11677525"/>
              <a:gd name="connsiteY9788" fmla="*/ 112738 h 4078220"/>
              <a:gd name="connsiteX9789" fmla="*/ 4703078 w 11677525"/>
              <a:gd name="connsiteY9789" fmla="*/ 113467 h 4078220"/>
              <a:gd name="connsiteX9790" fmla="*/ 4697743 w 11677525"/>
              <a:gd name="connsiteY9790" fmla="*/ 115497 h 4078220"/>
              <a:gd name="connsiteX9791" fmla="*/ 4688768 w 11677525"/>
              <a:gd name="connsiteY9791" fmla="*/ 114743 h 4078220"/>
              <a:gd name="connsiteX9792" fmla="*/ 4694186 w 11677525"/>
              <a:gd name="connsiteY9792" fmla="*/ 112738 h 4078220"/>
              <a:gd name="connsiteX9793" fmla="*/ 5892293 w 11677525"/>
              <a:gd name="connsiteY9793" fmla="*/ 112492 h 4078220"/>
              <a:gd name="connsiteX9794" fmla="*/ 5913181 w 11677525"/>
              <a:gd name="connsiteY9794" fmla="*/ 116566 h 4078220"/>
              <a:gd name="connsiteX9795" fmla="*/ 5895037 w 11677525"/>
              <a:gd name="connsiteY9795" fmla="*/ 127084 h 4078220"/>
              <a:gd name="connsiteX9796" fmla="*/ 5845632 w 11677525"/>
              <a:gd name="connsiteY9796" fmla="*/ 123178 h 4078220"/>
              <a:gd name="connsiteX9797" fmla="*/ 5864027 w 11677525"/>
              <a:gd name="connsiteY9797" fmla="*/ 112713 h 4078220"/>
              <a:gd name="connsiteX9798" fmla="*/ 5892293 w 11677525"/>
              <a:gd name="connsiteY9798" fmla="*/ 112492 h 4078220"/>
              <a:gd name="connsiteX9799" fmla="*/ 6395990 w 11677525"/>
              <a:gd name="connsiteY9799" fmla="*/ 111505 h 4078220"/>
              <a:gd name="connsiteX9800" fmla="*/ 6420481 w 11677525"/>
              <a:gd name="connsiteY9800" fmla="*/ 115967 h 4078220"/>
              <a:gd name="connsiteX9801" fmla="*/ 6405226 w 11677525"/>
              <a:gd name="connsiteY9801" fmla="*/ 127448 h 4078220"/>
              <a:gd name="connsiteX9802" fmla="*/ 6349430 w 11677525"/>
              <a:gd name="connsiteY9802" fmla="*/ 123178 h 4078220"/>
              <a:gd name="connsiteX9803" fmla="*/ 6365185 w 11677525"/>
              <a:gd name="connsiteY9803" fmla="*/ 111749 h 4078220"/>
              <a:gd name="connsiteX9804" fmla="*/ 6395990 w 11677525"/>
              <a:gd name="connsiteY9804" fmla="*/ 111505 h 4078220"/>
              <a:gd name="connsiteX9805" fmla="*/ 5798813 w 11677525"/>
              <a:gd name="connsiteY9805" fmla="*/ 111394 h 4078220"/>
              <a:gd name="connsiteX9806" fmla="*/ 5818181 w 11677525"/>
              <a:gd name="connsiteY9806" fmla="*/ 115238 h 4078220"/>
              <a:gd name="connsiteX9807" fmla="*/ 5800424 w 11677525"/>
              <a:gd name="connsiteY9807" fmla="*/ 125157 h 4078220"/>
              <a:gd name="connsiteX9808" fmla="*/ 5754076 w 11677525"/>
              <a:gd name="connsiteY9808" fmla="*/ 121460 h 4078220"/>
              <a:gd name="connsiteX9809" fmla="*/ 5772109 w 11677525"/>
              <a:gd name="connsiteY9809" fmla="*/ 111593 h 4078220"/>
              <a:gd name="connsiteX9810" fmla="*/ 5798813 w 11677525"/>
              <a:gd name="connsiteY9810" fmla="*/ 111394 h 4078220"/>
              <a:gd name="connsiteX9811" fmla="*/ 5520190 w 11677525"/>
              <a:gd name="connsiteY9811" fmla="*/ 111320 h 4078220"/>
              <a:gd name="connsiteX9812" fmla="*/ 5539482 w 11677525"/>
              <a:gd name="connsiteY9812" fmla="*/ 115316 h 4078220"/>
              <a:gd name="connsiteX9813" fmla="*/ 5518835 w 11677525"/>
              <a:gd name="connsiteY9813" fmla="*/ 125573 h 4078220"/>
              <a:gd name="connsiteX9814" fmla="*/ 5471376 w 11677525"/>
              <a:gd name="connsiteY9814" fmla="*/ 121773 h 4078220"/>
              <a:gd name="connsiteX9815" fmla="*/ 5492438 w 11677525"/>
              <a:gd name="connsiteY9815" fmla="*/ 111541 h 4078220"/>
              <a:gd name="connsiteX9816" fmla="*/ 5520190 w 11677525"/>
              <a:gd name="connsiteY9816" fmla="*/ 111320 h 4078220"/>
              <a:gd name="connsiteX9817" fmla="*/ 4486204 w 11677525"/>
              <a:gd name="connsiteY9817" fmla="*/ 110187 h 4078220"/>
              <a:gd name="connsiteX9818" fmla="*/ 4489177 w 11677525"/>
              <a:gd name="connsiteY9818" fmla="*/ 110448 h 4078220"/>
              <a:gd name="connsiteX9819" fmla="*/ 4487288 w 11677525"/>
              <a:gd name="connsiteY9819" fmla="*/ 111125 h 4078220"/>
              <a:gd name="connsiteX9820" fmla="*/ 4484315 w 11677525"/>
              <a:gd name="connsiteY9820" fmla="*/ 110864 h 4078220"/>
              <a:gd name="connsiteX9821" fmla="*/ 4486204 w 11677525"/>
              <a:gd name="connsiteY9821" fmla="*/ 110187 h 4078220"/>
              <a:gd name="connsiteX9822" fmla="*/ 5614198 w 11677525"/>
              <a:gd name="connsiteY9822" fmla="*/ 110031 h 4078220"/>
              <a:gd name="connsiteX9823" fmla="*/ 5634873 w 11677525"/>
              <a:gd name="connsiteY9823" fmla="*/ 114248 h 4078220"/>
              <a:gd name="connsiteX9824" fmla="*/ 5613810 w 11677525"/>
              <a:gd name="connsiteY9824" fmla="*/ 125130 h 4078220"/>
              <a:gd name="connsiteX9825" fmla="*/ 5563433 w 11677525"/>
              <a:gd name="connsiteY9825" fmla="*/ 121095 h 4078220"/>
              <a:gd name="connsiteX9826" fmla="*/ 5584856 w 11677525"/>
              <a:gd name="connsiteY9826" fmla="*/ 110265 h 4078220"/>
              <a:gd name="connsiteX9827" fmla="*/ 5614198 w 11677525"/>
              <a:gd name="connsiteY9827" fmla="*/ 110031 h 4078220"/>
              <a:gd name="connsiteX9828" fmla="*/ 6595591 w 11677525"/>
              <a:gd name="connsiteY9828" fmla="*/ 110005 h 4078220"/>
              <a:gd name="connsiteX9829" fmla="*/ 6619376 w 11677525"/>
              <a:gd name="connsiteY9829" fmla="*/ 111802 h 4078220"/>
              <a:gd name="connsiteX9830" fmla="*/ 6613680 w 11677525"/>
              <a:gd name="connsiteY9830" fmla="*/ 116644 h 4078220"/>
              <a:gd name="connsiteX9831" fmla="*/ 6589756 w 11677525"/>
              <a:gd name="connsiteY9831" fmla="*/ 114848 h 4078220"/>
              <a:gd name="connsiteX9832" fmla="*/ 6595591 w 11677525"/>
              <a:gd name="connsiteY9832" fmla="*/ 110005 h 4078220"/>
              <a:gd name="connsiteX9833" fmla="*/ 5707426 w 11677525"/>
              <a:gd name="connsiteY9833" fmla="*/ 109835 h 4078220"/>
              <a:gd name="connsiteX9834" fmla="*/ 5728763 w 11677525"/>
              <a:gd name="connsiteY9834" fmla="*/ 114119 h 4078220"/>
              <a:gd name="connsiteX9835" fmla="*/ 5708117 w 11677525"/>
              <a:gd name="connsiteY9835" fmla="*/ 125184 h 4078220"/>
              <a:gd name="connsiteX9836" fmla="*/ 5656573 w 11677525"/>
              <a:gd name="connsiteY9836" fmla="*/ 121096 h 4078220"/>
              <a:gd name="connsiteX9837" fmla="*/ 5677607 w 11677525"/>
              <a:gd name="connsiteY9837" fmla="*/ 110084 h 4078220"/>
              <a:gd name="connsiteX9838" fmla="*/ 5707426 w 11677525"/>
              <a:gd name="connsiteY9838" fmla="*/ 109835 h 4078220"/>
              <a:gd name="connsiteX9839" fmla="*/ 6817523 w 11677525"/>
              <a:gd name="connsiteY9839" fmla="*/ 109693 h 4078220"/>
              <a:gd name="connsiteX9840" fmla="*/ 6819940 w 11677525"/>
              <a:gd name="connsiteY9840" fmla="*/ 109849 h 4078220"/>
              <a:gd name="connsiteX9841" fmla="*/ 6819468 w 11677525"/>
              <a:gd name="connsiteY9841" fmla="*/ 110344 h 4078220"/>
              <a:gd name="connsiteX9842" fmla="*/ 6816995 w 11677525"/>
              <a:gd name="connsiteY9842" fmla="*/ 110162 h 4078220"/>
              <a:gd name="connsiteX9843" fmla="*/ 6817523 w 11677525"/>
              <a:gd name="connsiteY9843" fmla="*/ 109693 h 4078220"/>
              <a:gd name="connsiteX9844" fmla="*/ 7027171 w 11677525"/>
              <a:gd name="connsiteY9844" fmla="*/ 109172 h 4078220"/>
              <a:gd name="connsiteX9845" fmla="*/ 7028116 w 11677525"/>
              <a:gd name="connsiteY9845" fmla="*/ 109250 h 4078220"/>
              <a:gd name="connsiteX9846" fmla="*/ 7027949 w 11677525"/>
              <a:gd name="connsiteY9846" fmla="*/ 109433 h 4078220"/>
              <a:gd name="connsiteX9847" fmla="*/ 7027005 w 11677525"/>
              <a:gd name="connsiteY9847" fmla="*/ 109354 h 4078220"/>
              <a:gd name="connsiteX9848" fmla="*/ 7027171 w 11677525"/>
              <a:gd name="connsiteY9848" fmla="*/ 109172 h 4078220"/>
              <a:gd name="connsiteX9849" fmla="*/ 5019386 w 11677525"/>
              <a:gd name="connsiteY9849" fmla="*/ 108033 h 4078220"/>
              <a:gd name="connsiteX9850" fmla="*/ 5035738 w 11677525"/>
              <a:gd name="connsiteY9850" fmla="*/ 111698 h 4078220"/>
              <a:gd name="connsiteX9851" fmla="*/ 5013036 w 11677525"/>
              <a:gd name="connsiteY9851" fmla="*/ 121148 h 4078220"/>
              <a:gd name="connsiteX9852" fmla="*/ 4970773 w 11677525"/>
              <a:gd name="connsiteY9852" fmla="*/ 117660 h 4078220"/>
              <a:gd name="connsiteX9853" fmla="*/ 4993697 w 11677525"/>
              <a:gd name="connsiteY9853" fmla="*/ 108235 h 4078220"/>
              <a:gd name="connsiteX9854" fmla="*/ 5019386 w 11677525"/>
              <a:gd name="connsiteY9854" fmla="*/ 108033 h 4078220"/>
              <a:gd name="connsiteX9855" fmla="*/ 6304645 w 11677525"/>
              <a:gd name="connsiteY9855" fmla="*/ 106106 h 4078220"/>
              <a:gd name="connsiteX9856" fmla="*/ 6328091 w 11677525"/>
              <a:gd name="connsiteY9856" fmla="*/ 110422 h 4078220"/>
              <a:gd name="connsiteX9857" fmla="*/ 6312475 w 11677525"/>
              <a:gd name="connsiteY9857" fmla="*/ 121512 h 4078220"/>
              <a:gd name="connsiteX9858" fmla="*/ 6258735 w 11677525"/>
              <a:gd name="connsiteY9858" fmla="*/ 117424 h 4078220"/>
              <a:gd name="connsiteX9859" fmla="*/ 6274740 w 11677525"/>
              <a:gd name="connsiteY9859" fmla="*/ 106360 h 4078220"/>
              <a:gd name="connsiteX9860" fmla="*/ 6304645 w 11677525"/>
              <a:gd name="connsiteY9860" fmla="*/ 106106 h 4078220"/>
              <a:gd name="connsiteX9861" fmla="*/ 4787439 w 11677525"/>
              <a:gd name="connsiteY9861" fmla="*/ 105866 h 4078220"/>
              <a:gd name="connsiteX9862" fmla="*/ 4794246 w 11677525"/>
              <a:gd name="connsiteY9862" fmla="*/ 106413 h 4078220"/>
              <a:gd name="connsiteX9863" fmla="*/ 4790273 w 11677525"/>
              <a:gd name="connsiteY9863" fmla="*/ 108001 h 4078220"/>
              <a:gd name="connsiteX9864" fmla="*/ 4783437 w 11677525"/>
              <a:gd name="connsiteY9864" fmla="*/ 107401 h 4078220"/>
              <a:gd name="connsiteX9865" fmla="*/ 4787439 w 11677525"/>
              <a:gd name="connsiteY9865" fmla="*/ 105866 h 4078220"/>
              <a:gd name="connsiteX9866" fmla="*/ 6506063 w 11677525"/>
              <a:gd name="connsiteY9866" fmla="*/ 103080 h 4078220"/>
              <a:gd name="connsiteX9867" fmla="*/ 6528292 w 11677525"/>
              <a:gd name="connsiteY9867" fmla="*/ 104720 h 4078220"/>
              <a:gd name="connsiteX9868" fmla="*/ 6522540 w 11677525"/>
              <a:gd name="connsiteY9868" fmla="*/ 109250 h 4078220"/>
              <a:gd name="connsiteX9869" fmla="*/ 6500311 w 11677525"/>
              <a:gd name="connsiteY9869" fmla="*/ 107610 h 4078220"/>
              <a:gd name="connsiteX9870" fmla="*/ 6506063 w 11677525"/>
              <a:gd name="connsiteY9870" fmla="*/ 103080 h 4078220"/>
              <a:gd name="connsiteX9871" fmla="*/ 5112196 w 11677525"/>
              <a:gd name="connsiteY9871" fmla="*/ 103067 h 4078220"/>
              <a:gd name="connsiteX9872" fmla="*/ 5128711 w 11677525"/>
              <a:gd name="connsiteY9872" fmla="*/ 106698 h 4078220"/>
              <a:gd name="connsiteX9873" fmla="*/ 5106789 w 11677525"/>
              <a:gd name="connsiteY9873" fmla="*/ 116096 h 4078220"/>
              <a:gd name="connsiteX9874" fmla="*/ 5064386 w 11677525"/>
              <a:gd name="connsiteY9874" fmla="*/ 112608 h 4078220"/>
              <a:gd name="connsiteX9875" fmla="*/ 5086616 w 11677525"/>
              <a:gd name="connsiteY9875" fmla="*/ 103262 h 4078220"/>
              <a:gd name="connsiteX9876" fmla="*/ 5112196 w 11677525"/>
              <a:gd name="connsiteY9876" fmla="*/ 103067 h 4078220"/>
              <a:gd name="connsiteX9877" fmla="*/ 4578679 w 11677525"/>
              <a:gd name="connsiteY9877" fmla="*/ 101830 h 4078220"/>
              <a:gd name="connsiteX9878" fmla="*/ 4580817 w 11677525"/>
              <a:gd name="connsiteY9878" fmla="*/ 102012 h 4078220"/>
              <a:gd name="connsiteX9879" fmla="*/ 4579512 w 11677525"/>
              <a:gd name="connsiteY9879" fmla="*/ 102507 h 4078220"/>
              <a:gd name="connsiteX9880" fmla="*/ 4577456 w 11677525"/>
              <a:gd name="connsiteY9880" fmla="*/ 102325 h 4078220"/>
              <a:gd name="connsiteX9881" fmla="*/ 4578679 w 11677525"/>
              <a:gd name="connsiteY9881" fmla="*/ 101830 h 4078220"/>
              <a:gd name="connsiteX9882" fmla="*/ 6213405 w 11677525"/>
              <a:gd name="connsiteY9882" fmla="*/ 101397 h 4078220"/>
              <a:gd name="connsiteX9883" fmla="*/ 6236062 w 11677525"/>
              <a:gd name="connsiteY9883" fmla="*/ 105605 h 4078220"/>
              <a:gd name="connsiteX9884" fmla="*/ 6220001 w 11677525"/>
              <a:gd name="connsiteY9884" fmla="*/ 116409 h 4078220"/>
              <a:gd name="connsiteX9885" fmla="*/ 6167679 w 11677525"/>
              <a:gd name="connsiteY9885" fmla="*/ 112426 h 4078220"/>
              <a:gd name="connsiteX9886" fmla="*/ 6184100 w 11677525"/>
              <a:gd name="connsiteY9886" fmla="*/ 101622 h 4078220"/>
              <a:gd name="connsiteX9887" fmla="*/ 6213405 w 11677525"/>
              <a:gd name="connsiteY9887" fmla="*/ 101397 h 4078220"/>
              <a:gd name="connsiteX9888" fmla="*/ 6727522 w 11677525"/>
              <a:gd name="connsiteY9888" fmla="*/ 100998 h 4078220"/>
              <a:gd name="connsiteX9889" fmla="*/ 6731828 w 11677525"/>
              <a:gd name="connsiteY9889" fmla="*/ 101310 h 4078220"/>
              <a:gd name="connsiteX9890" fmla="*/ 6730828 w 11677525"/>
              <a:gd name="connsiteY9890" fmla="*/ 102170 h 4078220"/>
              <a:gd name="connsiteX9891" fmla="*/ 6726605 w 11677525"/>
              <a:gd name="connsiteY9891" fmla="*/ 101831 h 4078220"/>
              <a:gd name="connsiteX9892" fmla="*/ 6727522 w 11677525"/>
              <a:gd name="connsiteY9892" fmla="*/ 100998 h 4078220"/>
              <a:gd name="connsiteX9893" fmla="*/ 4880411 w 11677525"/>
              <a:gd name="connsiteY9893" fmla="*/ 99747 h 4078220"/>
              <a:gd name="connsiteX9894" fmla="*/ 4884746 w 11677525"/>
              <a:gd name="connsiteY9894" fmla="*/ 100112 h 4078220"/>
              <a:gd name="connsiteX9895" fmla="*/ 4882301 w 11677525"/>
              <a:gd name="connsiteY9895" fmla="*/ 101049 h 4078220"/>
              <a:gd name="connsiteX9896" fmla="*/ 4878050 w 11677525"/>
              <a:gd name="connsiteY9896" fmla="*/ 100710 h 4078220"/>
              <a:gd name="connsiteX9897" fmla="*/ 4880411 w 11677525"/>
              <a:gd name="connsiteY9897" fmla="*/ 99747 h 4078220"/>
              <a:gd name="connsiteX9898" fmla="*/ 6938533 w 11677525"/>
              <a:gd name="connsiteY9898" fmla="*/ 99540 h 4078220"/>
              <a:gd name="connsiteX9899" fmla="*/ 6939533 w 11677525"/>
              <a:gd name="connsiteY9899" fmla="*/ 99644 h 4078220"/>
              <a:gd name="connsiteX9900" fmla="*/ 6939310 w 11677525"/>
              <a:gd name="connsiteY9900" fmla="*/ 99826 h 4078220"/>
              <a:gd name="connsiteX9901" fmla="*/ 6938339 w 11677525"/>
              <a:gd name="connsiteY9901" fmla="*/ 99722 h 4078220"/>
              <a:gd name="connsiteX9902" fmla="*/ 6938533 w 11677525"/>
              <a:gd name="connsiteY9902" fmla="*/ 99540 h 4078220"/>
              <a:gd name="connsiteX9903" fmla="*/ 5204386 w 11677525"/>
              <a:gd name="connsiteY9903" fmla="*/ 99028 h 4078220"/>
              <a:gd name="connsiteX9904" fmla="*/ 5220824 w 11677525"/>
              <a:gd name="connsiteY9904" fmla="*/ 102559 h 4078220"/>
              <a:gd name="connsiteX9905" fmla="*/ 5200067 w 11677525"/>
              <a:gd name="connsiteY9905" fmla="*/ 111723 h 4078220"/>
              <a:gd name="connsiteX9906" fmla="*/ 5158415 w 11677525"/>
              <a:gd name="connsiteY9906" fmla="*/ 108339 h 4078220"/>
              <a:gd name="connsiteX9907" fmla="*/ 5179422 w 11677525"/>
              <a:gd name="connsiteY9907" fmla="*/ 99227 h 4078220"/>
              <a:gd name="connsiteX9908" fmla="*/ 5204386 w 11677525"/>
              <a:gd name="connsiteY9908" fmla="*/ 99028 h 4078220"/>
              <a:gd name="connsiteX9909" fmla="*/ 6121914 w 11677525"/>
              <a:gd name="connsiteY9909" fmla="*/ 97626 h 4078220"/>
              <a:gd name="connsiteX9910" fmla="*/ 6143421 w 11677525"/>
              <a:gd name="connsiteY9910" fmla="*/ 101622 h 4078220"/>
              <a:gd name="connsiteX9911" fmla="*/ 6127278 w 11677525"/>
              <a:gd name="connsiteY9911" fmla="*/ 112010 h 4078220"/>
              <a:gd name="connsiteX9912" fmla="*/ 6077179 w 11677525"/>
              <a:gd name="connsiteY9912" fmla="*/ 108157 h 4078220"/>
              <a:gd name="connsiteX9913" fmla="*/ 6093738 w 11677525"/>
              <a:gd name="connsiteY9913" fmla="*/ 97847 h 4078220"/>
              <a:gd name="connsiteX9914" fmla="*/ 6121914 w 11677525"/>
              <a:gd name="connsiteY9914" fmla="*/ 97626 h 4078220"/>
              <a:gd name="connsiteX9915" fmla="*/ 5296080 w 11677525"/>
              <a:gd name="connsiteY9915" fmla="*/ 95855 h 4078220"/>
              <a:gd name="connsiteX9916" fmla="*/ 5311992 w 11677525"/>
              <a:gd name="connsiteY9916" fmla="*/ 99226 h 4078220"/>
              <a:gd name="connsiteX9917" fmla="*/ 5292791 w 11677525"/>
              <a:gd name="connsiteY9917" fmla="*/ 107948 h 4078220"/>
              <a:gd name="connsiteX9918" fmla="*/ 5252807 w 11677525"/>
              <a:gd name="connsiteY9918" fmla="*/ 104745 h 4078220"/>
              <a:gd name="connsiteX9919" fmla="*/ 5272313 w 11677525"/>
              <a:gd name="connsiteY9919" fmla="*/ 96076 h 4078220"/>
              <a:gd name="connsiteX9920" fmla="*/ 5296080 w 11677525"/>
              <a:gd name="connsiteY9920" fmla="*/ 95855 h 4078220"/>
              <a:gd name="connsiteX9921" fmla="*/ 4670734 w 11677525"/>
              <a:gd name="connsiteY9921" fmla="*/ 94150 h 4078220"/>
              <a:gd name="connsiteX9922" fmla="*/ 4672457 w 11677525"/>
              <a:gd name="connsiteY9922" fmla="*/ 94281 h 4078220"/>
              <a:gd name="connsiteX9923" fmla="*/ 4671401 w 11677525"/>
              <a:gd name="connsiteY9923" fmla="*/ 94671 h 4078220"/>
              <a:gd name="connsiteX9924" fmla="*/ 4669707 w 11677525"/>
              <a:gd name="connsiteY9924" fmla="*/ 94515 h 4078220"/>
              <a:gd name="connsiteX9925" fmla="*/ 4670734 w 11677525"/>
              <a:gd name="connsiteY9925" fmla="*/ 94150 h 4078220"/>
              <a:gd name="connsiteX9926" fmla="*/ 4972691 w 11677525"/>
              <a:gd name="connsiteY9926" fmla="*/ 94124 h 4078220"/>
              <a:gd name="connsiteX9927" fmla="*/ 4976554 w 11677525"/>
              <a:gd name="connsiteY9927" fmla="*/ 94436 h 4078220"/>
              <a:gd name="connsiteX9928" fmla="*/ 4974497 w 11677525"/>
              <a:gd name="connsiteY9928" fmla="*/ 95295 h 4078220"/>
              <a:gd name="connsiteX9929" fmla="*/ 4970579 w 11677525"/>
              <a:gd name="connsiteY9929" fmla="*/ 94957 h 4078220"/>
              <a:gd name="connsiteX9930" fmla="*/ 4972691 w 11677525"/>
              <a:gd name="connsiteY9930" fmla="*/ 94124 h 4078220"/>
              <a:gd name="connsiteX9931" fmla="*/ 5386334 w 11677525"/>
              <a:gd name="connsiteY9931" fmla="*/ 94069 h 4078220"/>
              <a:gd name="connsiteX9932" fmla="*/ 5400132 w 11677525"/>
              <a:gd name="connsiteY9932" fmla="*/ 96935 h 4078220"/>
              <a:gd name="connsiteX9933" fmla="*/ 5384265 w 11677525"/>
              <a:gd name="connsiteY9933" fmla="*/ 104381 h 4078220"/>
              <a:gd name="connsiteX9934" fmla="*/ 5349892 w 11677525"/>
              <a:gd name="connsiteY9934" fmla="*/ 101596 h 4078220"/>
              <a:gd name="connsiteX9935" fmla="*/ 5365953 w 11677525"/>
              <a:gd name="connsiteY9935" fmla="*/ 94228 h 4078220"/>
              <a:gd name="connsiteX9936" fmla="*/ 5386334 w 11677525"/>
              <a:gd name="connsiteY9936" fmla="*/ 94069 h 4078220"/>
              <a:gd name="connsiteX9937" fmla="*/ 6031515 w 11677525"/>
              <a:gd name="connsiteY9937" fmla="*/ 93896 h 4078220"/>
              <a:gd name="connsiteX9938" fmla="*/ 6053838 w 11677525"/>
              <a:gd name="connsiteY9938" fmla="*/ 98134 h 4078220"/>
              <a:gd name="connsiteX9939" fmla="*/ 6036027 w 11677525"/>
              <a:gd name="connsiteY9939" fmla="*/ 109016 h 4078220"/>
              <a:gd name="connsiteX9940" fmla="*/ 5983649 w 11677525"/>
              <a:gd name="connsiteY9940" fmla="*/ 104981 h 4078220"/>
              <a:gd name="connsiteX9941" fmla="*/ 6001794 w 11677525"/>
              <a:gd name="connsiteY9941" fmla="*/ 94150 h 4078220"/>
              <a:gd name="connsiteX9942" fmla="*/ 6031515 w 11677525"/>
              <a:gd name="connsiteY9942" fmla="*/ 93896 h 4078220"/>
              <a:gd name="connsiteX9943" fmla="*/ 6639049 w 11677525"/>
              <a:gd name="connsiteY9943" fmla="*/ 93552 h 4078220"/>
              <a:gd name="connsiteX9944" fmla="*/ 6641383 w 11677525"/>
              <a:gd name="connsiteY9944" fmla="*/ 93734 h 4078220"/>
              <a:gd name="connsiteX9945" fmla="*/ 6640884 w 11677525"/>
              <a:gd name="connsiteY9945" fmla="*/ 94202 h 4078220"/>
              <a:gd name="connsiteX9946" fmla="*/ 6638522 w 11677525"/>
              <a:gd name="connsiteY9946" fmla="*/ 94020 h 4078220"/>
              <a:gd name="connsiteX9947" fmla="*/ 6639049 w 11677525"/>
              <a:gd name="connsiteY9947" fmla="*/ 93552 h 4078220"/>
              <a:gd name="connsiteX9948" fmla="*/ 6434620 w 11677525"/>
              <a:gd name="connsiteY9948" fmla="*/ 91953 h 4078220"/>
              <a:gd name="connsiteX9949" fmla="*/ 6458854 w 11677525"/>
              <a:gd name="connsiteY9949" fmla="*/ 96258 h 4078220"/>
              <a:gd name="connsiteX9950" fmla="*/ 6444127 w 11677525"/>
              <a:gd name="connsiteY9950" fmla="*/ 107454 h 4078220"/>
              <a:gd name="connsiteX9951" fmla="*/ 6389109 w 11677525"/>
              <a:gd name="connsiteY9951" fmla="*/ 103314 h 4078220"/>
              <a:gd name="connsiteX9952" fmla="*/ 6404281 w 11677525"/>
              <a:gd name="connsiteY9952" fmla="*/ 92198 h 4078220"/>
              <a:gd name="connsiteX9953" fmla="*/ 6434620 w 11677525"/>
              <a:gd name="connsiteY9953" fmla="*/ 91953 h 4078220"/>
              <a:gd name="connsiteX9954" fmla="*/ 5940243 w 11677525"/>
              <a:gd name="connsiteY9954" fmla="*/ 91439 h 4078220"/>
              <a:gd name="connsiteX9955" fmla="*/ 5962031 w 11677525"/>
              <a:gd name="connsiteY9955" fmla="*/ 95608 h 4078220"/>
              <a:gd name="connsiteX9956" fmla="*/ 5943692 w 11677525"/>
              <a:gd name="connsiteY9956" fmla="*/ 106360 h 4078220"/>
              <a:gd name="connsiteX9957" fmla="*/ 5892175 w 11677525"/>
              <a:gd name="connsiteY9957" fmla="*/ 102377 h 4078220"/>
              <a:gd name="connsiteX9958" fmla="*/ 5910848 w 11677525"/>
              <a:gd name="connsiteY9958" fmla="*/ 91703 h 4078220"/>
              <a:gd name="connsiteX9959" fmla="*/ 5940243 w 11677525"/>
              <a:gd name="connsiteY9959" fmla="*/ 91439 h 4078220"/>
              <a:gd name="connsiteX9960" fmla="*/ 5481692 w 11677525"/>
              <a:gd name="connsiteY9960" fmla="*/ 90564 h 4078220"/>
              <a:gd name="connsiteX9961" fmla="*/ 5500024 w 11677525"/>
              <a:gd name="connsiteY9961" fmla="*/ 94307 h 4078220"/>
              <a:gd name="connsiteX9962" fmla="*/ 5479990 w 11677525"/>
              <a:gd name="connsiteY9962" fmla="*/ 104043 h 4078220"/>
              <a:gd name="connsiteX9963" fmla="*/ 5434837 w 11677525"/>
              <a:gd name="connsiteY9963" fmla="*/ 100399 h 4078220"/>
              <a:gd name="connsiteX9964" fmla="*/ 5455148 w 11677525"/>
              <a:gd name="connsiteY9964" fmla="*/ 90766 h 4078220"/>
              <a:gd name="connsiteX9965" fmla="*/ 5481692 w 11677525"/>
              <a:gd name="connsiteY9965" fmla="*/ 90564 h 4078220"/>
              <a:gd name="connsiteX9966" fmla="*/ 6849532 w 11677525"/>
              <a:gd name="connsiteY9966" fmla="*/ 90427 h 4078220"/>
              <a:gd name="connsiteX9967" fmla="*/ 6851922 w 11677525"/>
              <a:gd name="connsiteY9967" fmla="*/ 90610 h 4078220"/>
              <a:gd name="connsiteX9968" fmla="*/ 6851422 w 11677525"/>
              <a:gd name="connsiteY9968" fmla="*/ 91078 h 4078220"/>
              <a:gd name="connsiteX9969" fmla="*/ 6849032 w 11677525"/>
              <a:gd name="connsiteY9969" fmla="*/ 90921 h 4078220"/>
              <a:gd name="connsiteX9970" fmla="*/ 6849532 w 11677525"/>
              <a:gd name="connsiteY9970" fmla="*/ 90427 h 4078220"/>
              <a:gd name="connsiteX9971" fmla="*/ 5572366 w 11677525"/>
              <a:gd name="connsiteY9971" fmla="*/ 89932 h 4078220"/>
              <a:gd name="connsiteX9972" fmla="*/ 5589440 w 11677525"/>
              <a:gd name="connsiteY9972" fmla="*/ 93396 h 4078220"/>
              <a:gd name="connsiteX9973" fmla="*/ 5571658 w 11677525"/>
              <a:gd name="connsiteY9973" fmla="*/ 102326 h 4078220"/>
              <a:gd name="connsiteX9974" fmla="*/ 5529811 w 11677525"/>
              <a:gd name="connsiteY9974" fmla="*/ 99019 h 4078220"/>
              <a:gd name="connsiteX9975" fmla="*/ 5547872 w 11677525"/>
              <a:gd name="connsiteY9975" fmla="*/ 90141 h 4078220"/>
              <a:gd name="connsiteX9976" fmla="*/ 5572366 w 11677525"/>
              <a:gd name="connsiteY9976" fmla="*/ 89932 h 4078220"/>
              <a:gd name="connsiteX9977" fmla="*/ 5663190 w 11677525"/>
              <a:gd name="connsiteY9977" fmla="*/ 89910 h 4078220"/>
              <a:gd name="connsiteX9978" fmla="*/ 5679415 w 11677525"/>
              <a:gd name="connsiteY9978" fmla="*/ 93109 h 4078220"/>
              <a:gd name="connsiteX9979" fmla="*/ 5663326 w 11677525"/>
              <a:gd name="connsiteY9979" fmla="*/ 101492 h 4078220"/>
              <a:gd name="connsiteX9980" fmla="*/ 5624007 w 11677525"/>
              <a:gd name="connsiteY9980" fmla="*/ 98394 h 4078220"/>
              <a:gd name="connsiteX9981" fmla="*/ 5640319 w 11677525"/>
              <a:gd name="connsiteY9981" fmla="*/ 90089 h 4078220"/>
              <a:gd name="connsiteX9982" fmla="*/ 5663190 w 11677525"/>
              <a:gd name="connsiteY9982" fmla="*/ 89910 h 4078220"/>
              <a:gd name="connsiteX9983" fmla="*/ 7056153 w 11677525"/>
              <a:gd name="connsiteY9983" fmla="*/ 89907 h 4078220"/>
              <a:gd name="connsiteX9984" fmla="*/ 7057042 w 11677525"/>
              <a:gd name="connsiteY9984" fmla="*/ 89958 h 4078220"/>
              <a:gd name="connsiteX9985" fmla="*/ 7056903 w 11677525"/>
              <a:gd name="connsiteY9985" fmla="*/ 90141 h 4078220"/>
              <a:gd name="connsiteX9986" fmla="*/ 7055986 w 11677525"/>
              <a:gd name="connsiteY9986" fmla="*/ 90089 h 4078220"/>
              <a:gd name="connsiteX9987" fmla="*/ 7056153 w 11677525"/>
              <a:gd name="connsiteY9987" fmla="*/ 89907 h 4078220"/>
              <a:gd name="connsiteX9988" fmla="*/ 5849055 w 11677525"/>
              <a:gd name="connsiteY9988" fmla="*/ 89633 h 4078220"/>
              <a:gd name="connsiteX9989" fmla="*/ 5870558 w 11677525"/>
              <a:gd name="connsiteY9989" fmla="*/ 93786 h 4078220"/>
              <a:gd name="connsiteX9990" fmla="*/ 5851440 w 11677525"/>
              <a:gd name="connsiteY9990" fmla="*/ 104512 h 4078220"/>
              <a:gd name="connsiteX9991" fmla="*/ 5800257 w 11677525"/>
              <a:gd name="connsiteY9991" fmla="*/ 100529 h 4078220"/>
              <a:gd name="connsiteX9992" fmla="*/ 5819736 w 11677525"/>
              <a:gd name="connsiteY9992" fmla="*/ 89854 h 4078220"/>
              <a:gd name="connsiteX9993" fmla="*/ 5849055 w 11677525"/>
              <a:gd name="connsiteY9993" fmla="*/ 89633 h 4078220"/>
              <a:gd name="connsiteX9994" fmla="*/ 6322228 w 11677525"/>
              <a:gd name="connsiteY9994" fmla="*/ 89568 h 4078220"/>
              <a:gd name="connsiteX9995" fmla="*/ 6355071 w 11677525"/>
              <a:gd name="connsiteY9995" fmla="*/ 92016 h 4078220"/>
              <a:gd name="connsiteX9996" fmla="*/ 6345624 w 11677525"/>
              <a:gd name="connsiteY9996" fmla="*/ 98758 h 4078220"/>
              <a:gd name="connsiteX9997" fmla="*/ 6312613 w 11677525"/>
              <a:gd name="connsiteY9997" fmla="*/ 96259 h 4078220"/>
              <a:gd name="connsiteX9998" fmla="*/ 6322228 w 11677525"/>
              <a:gd name="connsiteY9998" fmla="*/ 89568 h 4078220"/>
              <a:gd name="connsiteX9999" fmla="*/ 5757757 w 11677525"/>
              <a:gd name="connsiteY9999" fmla="*/ 88556 h 4078220"/>
              <a:gd name="connsiteX10000" fmla="*/ 5778972 w 11677525"/>
              <a:gd name="connsiteY10000" fmla="*/ 92693 h 4078220"/>
              <a:gd name="connsiteX10001" fmla="*/ 5759078 w 11677525"/>
              <a:gd name="connsiteY10001" fmla="*/ 103418 h 4078220"/>
              <a:gd name="connsiteX10002" fmla="*/ 5708173 w 11677525"/>
              <a:gd name="connsiteY10002" fmla="*/ 99435 h 4078220"/>
              <a:gd name="connsiteX10003" fmla="*/ 5728457 w 11677525"/>
              <a:gd name="connsiteY10003" fmla="*/ 88813 h 4078220"/>
              <a:gd name="connsiteX10004" fmla="*/ 5757757 w 11677525"/>
              <a:gd name="connsiteY10004" fmla="*/ 88556 h 4078220"/>
              <a:gd name="connsiteX10005" fmla="*/ 5063164 w 11677525"/>
              <a:gd name="connsiteY10005" fmla="*/ 88266 h 4078220"/>
              <a:gd name="connsiteX10006" fmla="*/ 5073029 w 11677525"/>
              <a:gd name="connsiteY10006" fmla="*/ 89048 h 4078220"/>
              <a:gd name="connsiteX10007" fmla="*/ 5067832 w 11677525"/>
              <a:gd name="connsiteY10007" fmla="*/ 91208 h 4078220"/>
              <a:gd name="connsiteX10008" fmla="*/ 5057940 w 11677525"/>
              <a:gd name="connsiteY10008" fmla="*/ 90427 h 4078220"/>
              <a:gd name="connsiteX10009" fmla="*/ 5063164 w 11677525"/>
              <a:gd name="connsiteY10009" fmla="*/ 88266 h 4078220"/>
              <a:gd name="connsiteX10010" fmla="*/ 4762290 w 11677525"/>
              <a:gd name="connsiteY10010" fmla="*/ 87069 h 4078220"/>
              <a:gd name="connsiteX10011" fmla="*/ 4763958 w 11677525"/>
              <a:gd name="connsiteY10011" fmla="*/ 87199 h 4078220"/>
              <a:gd name="connsiteX10012" fmla="*/ 4763041 w 11677525"/>
              <a:gd name="connsiteY10012" fmla="*/ 87615 h 4078220"/>
              <a:gd name="connsiteX10013" fmla="*/ 4761319 w 11677525"/>
              <a:gd name="connsiteY10013" fmla="*/ 87459 h 4078220"/>
              <a:gd name="connsiteX10014" fmla="*/ 4762290 w 11677525"/>
              <a:gd name="connsiteY10014" fmla="*/ 87069 h 4078220"/>
              <a:gd name="connsiteX10015" fmla="*/ 6549993 w 11677525"/>
              <a:gd name="connsiteY10015" fmla="*/ 86574 h 4078220"/>
              <a:gd name="connsiteX10016" fmla="*/ 6552328 w 11677525"/>
              <a:gd name="connsiteY10016" fmla="*/ 86730 h 4078220"/>
              <a:gd name="connsiteX10017" fmla="*/ 6551744 w 11677525"/>
              <a:gd name="connsiteY10017" fmla="*/ 87225 h 4078220"/>
              <a:gd name="connsiteX10018" fmla="*/ 6549438 w 11677525"/>
              <a:gd name="connsiteY10018" fmla="*/ 87043 h 4078220"/>
              <a:gd name="connsiteX10019" fmla="*/ 6549993 w 11677525"/>
              <a:gd name="connsiteY10019" fmla="*/ 86574 h 4078220"/>
              <a:gd name="connsiteX10020" fmla="*/ 6232782 w 11677525"/>
              <a:gd name="connsiteY10020" fmla="*/ 84804 h 4078220"/>
              <a:gd name="connsiteX10021" fmla="*/ 6264459 w 11677525"/>
              <a:gd name="connsiteY10021" fmla="*/ 87173 h 4078220"/>
              <a:gd name="connsiteX10022" fmla="*/ 6254818 w 11677525"/>
              <a:gd name="connsiteY10022" fmla="*/ 93655 h 4078220"/>
              <a:gd name="connsiteX10023" fmla="*/ 6223030 w 11677525"/>
              <a:gd name="connsiteY10023" fmla="*/ 91260 h 4078220"/>
              <a:gd name="connsiteX10024" fmla="*/ 6232782 w 11677525"/>
              <a:gd name="connsiteY10024" fmla="*/ 84804 h 4078220"/>
              <a:gd name="connsiteX10025" fmla="*/ 5155304 w 11677525"/>
              <a:gd name="connsiteY10025" fmla="*/ 84361 h 4078220"/>
              <a:gd name="connsiteX10026" fmla="*/ 5162640 w 11677525"/>
              <a:gd name="connsiteY10026" fmla="*/ 84960 h 4078220"/>
              <a:gd name="connsiteX10027" fmla="*/ 5158916 w 11677525"/>
              <a:gd name="connsiteY10027" fmla="*/ 86522 h 4078220"/>
              <a:gd name="connsiteX10028" fmla="*/ 5151581 w 11677525"/>
              <a:gd name="connsiteY10028" fmla="*/ 85975 h 4078220"/>
              <a:gd name="connsiteX10029" fmla="*/ 5155304 w 11677525"/>
              <a:gd name="connsiteY10029" fmla="*/ 84361 h 4078220"/>
              <a:gd name="connsiteX10030" fmla="*/ 6761561 w 11677525"/>
              <a:gd name="connsiteY10030" fmla="*/ 82278 h 4078220"/>
              <a:gd name="connsiteX10031" fmla="*/ 6763395 w 11677525"/>
              <a:gd name="connsiteY10031" fmla="*/ 82435 h 4078220"/>
              <a:gd name="connsiteX10032" fmla="*/ 6762977 w 11677525"/>
              <a:gd name="connsiteY10032" fmla="*/ 82825 h 4078220"/>
              <a:gd name="connsiteX10033" fmla="*/ 6761143 w 11677525"/>
              <a:gd name="connsiteY10033" fmla="*/ 82669 h 4078220"/>
              <a:gd name="connsiteX10034" fmla="*/ 6761561 w 11677525"/>
              <a:gd name="connsiteY10034" fmla="*/ 82278 h 4078220"/>
              <a:gd name="connsiteX10035" fmla="*/ 5247250 w 11677525"/>
              <a:gd name="connsiteY10035" fmla="*/ 81133 h 4078220"/>
              <a:gd name="connsiteX10036" fmla="*/ 5252390 w 11677525"/>
              <a:gd name="connsiteY10036" fmla="*/ 81576 h 4078220"/>
              <a:gd name="connsiteX10037" fmla="*/ 5249862 w 11677525"/>
              <a:gd name="connsiteY10037" fmla="*/ 82669 h 4078220"/>
              <a:gd name="connsiteX10038" fmla="*/ 5244722 w 11677525"/>
              <a:gd name="connsiteY10038" fmla="*/ 82253 h 4078220"/>
              <a:gd name="connsiteX10039" fmla="*/ 5247250 w 11677525"/>
              <a:gd name="connsiteY10039" fmla="*/ 81133 h 4078220"/>
              <a:gd name="connsiteX10040" fmla="*/ 4853515 w 11677525"/>
              <a:gd name="connsiteY10040" fmla="*/ 80768 h 4078220"/>
              <a:gd name="connsiteX10041" fmla="*/ 4855209 w 11677525"/>
              <a:gd name="connsiteY10041" fmla="*/ 80898 h 4078220"/>
              <a:gd name="connsiteX10042" fmla="*/ 4854264 w 11677525"/>
              <a:gd name="connsiteY10042" fmla="*/ 81263 h 4078220"/>
              <a:gd name="connsiteX10043" fmla="*/ 4852597 w 11677525"/>
              <a:gd name="connsiteY10043" fmla="*/ 81133 h 4078220"/>
              <a:gd name="connsiteX10044" fmla="*/ 4853515 w 11677525"/>
              <a:gd name="connsiteY10044" fmla="*/ 80768 h 4078220"/>
              <a:gd name="connsiteX10045" fmla="*/ 6461049 w 11677525"/>
              <a:gd name="connsiteY10045" fmla="*/ 80300 h 4078220"/>
              <a:gd name="connsiteX10046" fmla="*/ 6463439 w 11677525"/>
              <a:gd name="connsiteY10046" fmla="*/ 80456 h 4078220"/>
              <a:gd name="connsiteX10047" fmla="*/ 6462828 w 11677525"/>
              <a:gd name="connsiteY10047" fmla="*/ 80925 h 4078220"/>
              <a:gd name="connsiteX10048" fmla="*/ 6460493 w 11677525"/>
              <a:gd name="connsiteY10048" fmla="*/ 80768 h 4078220"/>
              <a:gd name="connsiteX10049" fmla="*/ 6461049 w 11677525"/>
              <a:gd name="connsiteY10049" fmla="*/ 80300 h 4078220"/>
              <a:gd name="connsiteX10050" fmla="*/ 5338639 w 11677525"/>
              <a:gd name="connsiteY10050" fmla="*/ 78503 h 4078220"/>
              <a:gd name="connsiteX10051" fmla="*/ 5342557 w 11677525"/>
              <a:gd name="connsiteY10051" fmla="*/ 78816 h 4078220"/>
              <a:gd name="connsiteX10052" fmla="*/ 5340750 w 11677525"/>
              <a:gd name="connsiteY10052" fmla="*/ 79676 h 4078220"/>
              <a:gd name="connsiteX10053" fmla="*/ 5336805 w 11677525"/>
              <a:gd name="connsiteY10053" fmla="*/ 79338 h 4078220"/>
              <a:gd name="connsiteX10054" fmla="*/ 5338639 w 11677525"/>
              <a:gd name="connsiteY10054" fmla="*/ 78503 h 4078220"/>
              <a:gd name="connsiteX10055" fmla="*/ 6165348 w 11677525"/>
              <a:gd name="connsiteY10055" fmla="*/ 77592 h 4078220"/>
              <a:gd name="connsiteX10056" fmla="*/ 6187907 w 11677525"/>
              <a:gd name="connsiteY10056" fmla="*/ 81706 h 4078220"/>
              <a:gd name="connsiteX10057" fmla="*/ 6171429 w 11677525"/>
              <a:gd name="connsiteY10057" fmla="*/ 92327 h 4078220"/>
              <a:gd name="connsiteX10058" fmla="*/ 6119274 w 11677525"/>
              <a:gd name="connsiteY10058" fmla="*/ 88397 h 4078220"/>
              <a:gd name="connsiteX10059" fmla="*/ 6136058 w 11677525"/>
              <a:gd name="connsiteY10059" fmla="*/ 77852 h 4078220"/>
              <a:gd name="connsiteX10060" fmla="*/ 6165348 w 11677525"/>
              <a:gd name="connsiteY10060" fmla="*/ 77592 h 4078220"/>
              <a:gd name="connsiteX10061" fmla="*/ 5880477 w 11677525"/>
              <a:gd name="connsiteY10061" fmla="*/ 75588 h 4078220"/>
              <a:gd name="connsiteX10062" fmla="*/ 5888953 w 11677525"/>
              <a:gd name="connsiteY10062" fmla="*/ 76212 h 4078220"/>
              <a:gd name="connsiteX10063" fmla="*/ 5885868 w 11677525"/>
              <a:gd name="connsiteY10063" fmla="*/ 77957 h 4078220"/>
              <a:gd name="connsiteX10064" fmla="*/ 5877337 w 11677525"/>
              <a:gd name="connsiteY10064" fmla="*/ 77306 h 4078220"/>
              <a:gd name="connsiteX10065" fmla="*/ 5880477 w 11677525"/>
              <a:gd name="connsiteY10065" fmla="*/ 75588 h 4078220"/>
              <a:gd name="connsiteX10066" fmla="*/ 4944543 w 11677525"/>
              <a:gd name="connsiteY10066" fmla="*/ 75249 h 4078220"/>
              <a:gd name="connsiteX10067" fmla="*/ 4945432 w 11677525"/>
              <a:gd name="connsiteY10067" fmla="*/ 75301 h 4078220"/>
              <a:gd name="connsiteX10068" fmla="*/ 4944932 w 11677525"/>
              <a:gd name="connsiteY10068" fmla="*/ 75483 h 4078220"/>
              <a:gd name="connsiteX10069" fmla="*/ 4944070 w 11677525"/>
              <a:gd name="connsiteY10069" fmla="*/ 75431 h 4078220"/>
              <a:gd name="connsiteX10070" fmla="*/ 4944543 w 11677525"/>
              <a:gd name="connsiteY10070" fmla="*/ 75249 h 4078220"/>
              <a:gd name="connsiteX10071" fmla="*/ 6074174 w 11677525"/>
              <a:gd name="connsiteY10071" fmla="*/ 75074 h 4078220"/>
              <a:gd name="connsiteX10072" fmla="*/ 6093683 w 11677525"/>
              <a:gd name="connsiteY10072" fmla="*/ 78660 h 4078220"/>
              <a:gd name="connsiteX10073" fmla="*/ 6078568 w 11677525"/>
              <a:gd name="connsiteY10073" fmla="*/ 87929 h 4078220"/>
              <a:gd name="connsiteX10074" fmla="*/ 6033220 w 11677525"/>
              <a:gd name="connsiteY10074" fmla="*/ 84492 h 4078220"/>
              <a:gd name="connsiteX10075" fmla="*/ 6048559 w 11677525"/>
              <a:gd name="connsiteY10075" fmla="*/ 75276 h 4078220"/>
              <a:gd name="connsiteX10076" fmla="*/ 6074174 w 11677525"/>
              <a:gd name="connsiteY10076" fmla="*/ 75074 h 4078220"/>
              <a:gd name="connsiteX10077" fmla="*/ 6673921 w 11677525"/>
              <a:gd name="connsiteY10077" fmla="*/ 74911 h 4078220"/>
              <a:gd name="connsiteX10078" fmla="*/ 6674810 w 11677525"/>
              <a:gd name="connsiteY10078" fmla="*/ 74989 h 4078220"/>
              <a:gd name="connsiteX10079" fmla="*/ 6674588 w 11677525"/>
              <a:gd name="connsiteY10079" fmla="*/ 75172 h 4078220"/>
              <a:gd name="connsiteX10080" fmla="*/ 6673644 w 11677525"/>
              <a:gd name="connsiteY10080" fmla="*/ 75119 h 4078220"/>
              <a:gd name="connsiteX10081" fmla="*/ 6673921 w 11677525"/>
              <a:gd name="connsiteY10081" fmla="*/ 74911 h 4078220"/>
              <a:gd name="connsiteX10082" fmla="*/ 6370714 w 11677525"/>
              <a:gd name="connsiteY10082" fmla="*/ 74130 h 4078220"/>
              <a:gd name="connsiteX10083" fmla="*/ 6377105 w 11677525"/>
              <a:gd name="connsiteY10083" fmla="*/ 74598 h 4078220"/>
              <a:gd name="connsiteX10084" fmla="*/ 6375356 w 11677525"/>
              <a:gd name="connsiteY10084" fmla="*/ 75874 h 4078220"/>
              <a:gd name="connsiteX10085" fmla="*/ 6368881 w 11677525"/>
              <a:gd name="connsiteY10085" fmla="*/ 75380 h 4078220"/>
              <a:gd name="connsiteX10086" fmla="*/ 6370714 w 11677525"/>
              <a:gd name="connsiteY10086" fmla="*/ 74130 h 4078220"/>
              <a:gd name="connsiteX10087" fmla="*/ 5425250 w 11677525"/>
              <a:gd name="connsiteY10087" fmla="*/ 74052 h 4078220"/>
              <a:gd name="connsiteX10088" fmla="*/ 5445145 w 11677525"/>
              <a:gd name="connsiteY10088" fmla="*/ 75614 h 4078220"/>
              <a:gd name="connsiteX10089" fmla="*/ 5436059 w 11677525"/>
              <a:gd name="connsiteY10089" fmla="*/ 79805 h 4078220"/>
              <a:gd name="connsiteX10090" fmla="*/ 5416080 w 11677525"/>
              <a:gd name="connsiteY10090" fmla="*/ 78269 h 4078220"/>
              <a:gd name="connsiteX10091" fmla="*/ 5425250 w 11677525"/>
              <a:gd name="connsiteY10091" fmla="*/ 74052 h 4078220"/>
              <a:gd name="connsiteX10092" fmla="*/ 5518530 w 11677525"/>
              <a:gd name="connsiteY10092" fmla="*/ 74026 h 4078220"/>
              <a:gd name="connsiteX10093" fmla="*/ 5528921 w 11677525"/>
              <a:gd name="connsiteY10093" fmla="*/ 74833 h 4078220"/>
              <a:gd name="connsiteX10094" fmla="*/ 5524337 w 11677525"/>
              <a:gd name="connsiteY10094" fmla="*/ 77045 h 4078220"/>
              <a:gd name="connsiteX10095" fmla="*/ 5513889 w 11677525"/>
              <a:gd name="connsiteY10095" fmla="*/ 76264 h 4078220"/>
              <a:gd name="connsiteX10096" fmla="*/ 5518530 w 11677525"/>
              <a:gd name="connsiteY10096" fmla="*/ 74026 h 4078220"/>
              <a:gd name="connsiteX10097" fmla="*/ 5609864 w 11677525"/>
              <a:gd name="connsiteY10097" fmla="*/ 73739 h 4078220"/>
              <a:gd name="connsiteX10098" fmla="*/ 5617340 w 11677525"/>
              <a:gd name="connsiteY10098" fmla="*/ 74312 h 4078220"/>
              <a:gd name="connsiteX10099" fmla="*/ 5614227 w 11677525"/>
              <a:gd name="connsiteY10099" fmla="*/ 75874 h 4078220"/>
              <a:gd name="connsiteX10100" fmla="*/ 5606752 w 11677525"/>
              <a:gd name="connsiteY10100" fmla="*/ 75301 h 4078220"/>
              <a:gd name="connsiteX10101" fmla="*/ 5609864 w 11677525"/>
              <a:gd name="connsiteY10101" fmla="*/ 73739 h 4078220"/>
              <a:gd name="connsiteX10102" fmla="*/ 5984511 w 11677525"/>
              <a:gd name="connsiteY10102" fmla="*/ 72373 h 4078220"/>
              <a:gd name="connsiteX10103" fmla="*/ 6003656 w 11677525"/>
              <a:gd name="connsiteY10103" fmla="*/ 75927 h 4078220"/>
              <a:gd name="connsiteX10104" fmla="*/ 5987956 w 11677525"/>
              <a:gd name="connsiteY10104" fmla="*/ 85169 h 4078220"/>
              <a:gd name="connsiteX10105" fmla="*/ 5942914 w 11677525"/>
              <a:gd name="connsiteY10105" fmla="*/ 81758 h 4078220"/>
              <a:gd name="connsiteX10106" fmla="*/ 5958863 w 11677525"/>
              <a:gd name="connsiteY10106" fmla="*/ 72568 h 4078220"/>
              <a:gd name="connsiteX10107" fmla="*/ 5984511 w 11677525"/>
              <a:gd name="connsiteY10107" fmla="*/ 72373 h 4078220"/>
              <a:gd name="connsiteX10108" fmla="*/ 5785781 w 11677525"/>
              <a:gd name="connsiteY10108" fmla="*/ 72177 h 4078220"/>
              <a:gd name="connsiteX10109" fmla="*/ 5808788 w 11677525"/>
              <a:gd name="connsiteY10109" fmla="*/ 73922 h 4078220"/>
              <a:gd name="connsiteX10110" fmla="*/ 5799952 w 11677525"/>
              <a:gd name="connsiteY10110" fmla="*/ 78686 h 4078220"/>
              <a:gd name="connsiteX10111" fmla="*/ 5776861 w 11677525"/>
              <a:gd name="connsiteY10111" fmla="*/ 76967 h 4078220"/>
              <a:gd name="connsiteX10112" fmla="*/ 5785781 w 11677525"/>
              <a:gd name="connsiteY10112" fmla="*/ 72177 h 4078220"/>
              <a:gd name="connsiteX10113" fmla="*/ 6881153 w 11677525"/>
              <a:gd name="connsiteY10113" fmla="*/ 71917 h 4078220"/>
              <a:gd name="connsiteX10114" fmla="*/ 6882070 w 11677525"/>
              <a:gd name="connsiteY10114" fmla="*/ 71995 h 4078220"/>
              <a:gd name="connsiteX10115" fmla="*/ 6881931 w 11677525"/>
              <a:gd name="connsiteY10115" fmla="*/ 72151 h 4078220"/>
              <a:gd name="connsiteX10116" fmla="*/ 6880931 w 11677525"/>
              <a:gd name="connsiteY10116" fmla="*/ 72099 h 4078220"/>
              <a:gd name="connsiteX10117" fmla="*/ 6881153 w 11677525"/>
              <a:gd name="connsiteY10117" fmla="*/ 71917 h 4078220"/>
              <a:gd name="connsiteX10118" fmla="*/ 5034461 w 11677525"/>
              <a:gd name="connsiteY10118" fmla="*/ 69860 h 4078220"/>
              <a:gd name="connsiteX10119" fmla="*/ 5038239 w 11677525"/>
              <a:gd name="connsiteY10119" fmla="*/ 70173 h 4078220"/>
              <a:gd name="connsiteX10120" fmla="*/ 5036211 w 11677525"/>
              <a:gd name="connsiteY10120" fmla="*/ 70980 h 4078220"/>
              <a:gd name="connsiteX10121" fmla="*/ 5032460 w 11677525"/>
              <a:gd name="connsiteY10121" fmla="*/ 70668 h 4078220"/>
              <a:gd name="connsiteX10122" fmla="*/ 5034461 w 11677525"/>
              <a:gd name="connsiteY10122" fmla="*/ 69860 h 4078220"/>
              <a:gd name="connsiteX10123" fmla="*/ 6282076 w 11677525"/>
              <a:gd name="connsiteY10123" fmla="*/ 69236 h 4078220"/>
              <a:gd name="connsiteX10124" fmla="*/ 6288328 w 11677525"/>
              <a:gd name="connsiteY10124" fmla="*/ 69704 h 4078220"/>
              <a:gd name="connsiteX10125" fmla="*/ 6286494 w 11677525"/>
              <a:gd name="connsiteY10125" fmla="*/ 70980 h 4078220"/>
              <a:gd name="connsiteX10126" fmla="*/ 6280131 w 11677525"/>
              <a:gd name="connsiteY10126" fmla="*/ 70512 h 4078220"/>
              <a:gd name="connsiteX10127" fmla="*/ 6282076 w 11677525"/>
              <a:gd name="connsiteY10127" fmla="*/ 69236 h 4078220"/>
              <a:gd name="connsiteX10128" fmla="*/ 5713502 w 11677525"/>
              <a:gd name="connsiteY10128" fmla="*/ 69087 h 4078220"/>
              <a:gd name="connsiteX10129" fmla="*/ 5729652 w 11677525"/>
              <a:gd name="connsiteY10129" fmla="*/ 72229 h 4078220"/>
              <a:gd name="connsiteX10130" fmla="*/ 5714091 w 11677525"/>
              <a:gd name="connsiteY10130" fmla="*/ 80275 h 4078220"/>
              <a:gd name="connsiteX10131" fmla="*/ 5675301 w 11677525"/>
              <a:gd name="connsiteY10131" fmla="*/ 77306 h 4078220"/>
              <a:gd name="connsiteX10132" fmla="*/ 5690972 w 11677525"/>
              <a:gd name="connsiteY10132" fmla="*/ 69262 h 4078220"/>
              <a:gd name="connsiteX10133" fmla="*/ 5713502 w 11677525"/>
              <a:gd name="connsiteY10133" fmla="*/ 69087 h 4078220"/>
              <a:gd name="connsiteX10134" fmla="*/ 6586061 w 11677525"/>
              <a:gd name="connsiteY10134" fmla="*/ 68039 h 4078220"/>
              <a:gd name="connsiteX10135" fmla="*/ 6586922 w 11677525"/>
              <a:gd name="connsiteY10135" fmla="*/ 68117 h 4078220"/>
              <a:gd name="connsiteX10136" fmla="*/ 6586727 w 11677525"/>
              <a:gd name="connsiteY10136" fmla="*/ 68325 h 4078220"/>
              <a:gd name="connsiteX10137" fmla="*/ 6585782 w 11677525"/>
              <a:gd name="connsiteY10137" fmla="*/ 68246 h 4078220"/>
              <a:gd name="connsiteX10138" fmla="*/ 6586061 w 11677525"/>
              <a:gd name="connsiteY10138" fmla="*/ 68039 h 4078220"/>
              <a:gd name="connsiteX10139" fmla="*/ 5124877 w 11677525"/>
              <a:gd name="connsiteY10139" fmla="*/ 65721 h 4078220"/>
              <a:gd name="connsiteX10140" fmla="*/ 5127796 w 11677525"/>
              <a:gd name="connsiteY10140" fmla="*/ 65929 h 4078220"/>
              <a:gd name="connsiteX10141" fmla="*/ 5126350 w 11677525"/>
              <a:gd name="connsiteY10141" fmla="*/ 66580 h 4078220"/>
              <a:gd name="connsiteX10142" fmla="*/ 5123377 w 11677525"/>
              <a:gd name="connsiteY10142" fmla="*/ 66320 h 4078220"/>
              <a:gd name="connsiteX10143" fmla="*/ 5124877 w 11677525"/>
              <a:gd name="connsiteY10143" fmla="*/ 65721 h 4078220"/>
              <a:gd name="connsiteX10144" fmla="*/ 6194714 w 11677525"/>
              <a:gd name="connsiteY10144" fmla="*/ 65538 h 4078220"/>
              <a:gd name="connsiteX10145" fmla="*/ 6196937 w 11677525"/>
              <a:gd name="connsiteY10145" fmla="*/ 65720 h 4078220"/>
              <a:gd name="connsiteX10146" fmla="*/ 6196243 w 11677525"/>
              <a:gd name="connsiteY10146" fmla="*/ 66190 h 4078220"/>
              <a:gd name="connsiteX10147" fmla="*/ 6193992 w 11677525"/>
              <a:gd name="connsiteY10147" fmla="*/ 66007 h 4078220"/>
              <a:gd name="connsiteX10148" fmla="*/ 6194714 w 11677525"/>
              <a:gd name="connsiteY10148" fmla="*/ 65538 h 4078220"/>
              <a:gd name="connsiteX10149" fmla="*/ 6794015 w 11677525"/>
              <a:gd name="connsiteY10149" fmla="*/ 63951 h 4078220"/>
              <a:gd name="connsiteX10150" fmla="*/ 6795016 w 11677525"/>
              <a:gd name="connsiteY10150" fmla="*/ 64028 h 4078220"/>
              <a:gd name="connsiteX10151" fmla="*/ 6794793 w 11677525"/>
              <a:gd name="connsiteY10151" fmla="*/ 64211 h 4078220"/>
              <a:gd name="connsiteX10152" fmla="*/ 6793876 w 11677525"/>
              <a:gd name="connsiteY10152" fmla="*/ 64132 h 4078220"/>
              <a:gd name="connsiteX10153" fmla="*/ 6794015 w 11677525"/>
              <a:gd name="connsiteY10153" fmla="*/ 63951 h 4078220"/>
              <a:gd name="connsiteX10154" fmla="*/ 5215157 w 11677525"/>
              <a:gd name="connsiteY10154" fmla="*/ 62259 h 4078220"/>
              <a:gd name="connsiteX10155" fmla="*/ 5216907 w 11677525"/>
              <a:gd name="connsiteY10155" fmla="*/ 62415 h 4078220"/>
              <a:gd name="connsiteX10156" fmla="*/ 5216073 w 11677525"/>
              <a:gd name="connsiteY10156" fmla="*/ 62779 h 4078220"/>
              <a:gd name="connsiteX10157" fmla="*/ 5214322 w 11677525"/>
              <a:gd name="connsiteY10157" fmla="*/ 62649 h 4078220"/>
              <a:gd name="connsiteX10158" fmla="*/ 5215157 w 11677525"/>
              <a:gd name="connsiteY10158" fmla="*/ 62259 h 4078220"/>
              <a:gd name="connsiteX10159" fmla="*/ 6997635 w 11677525"/>
              <a:gd name="connsiteY10159" fmla="*/ 62129 h 4078220"/>
              <a:gd name="connsiteX10160" fmla="*/ 6998580 w 11677525"/>
              <a:gd name="connsiteY10160" fmla="*/ 62206 h 4078220"/>
              <a:gd name="connsiteX10161" fmla="*/ 6998358 w 11677525"/>
              <a:gd name="connsiteY10161" fmla="*/ 62389 h 4078220"/>
              <a:gd name="connsiteX10162" fmla="*/ 6997468 w 11677525"/>
              <a:gd name="connsiteY10162" fmla="*/ 62337 h 4078220"/>
              <a:gd name="connsiteX10163" fmla="*/ 6997635 w 11677525"/>
              <a:gd name="connsiteY10163" fmla="*/ 62129 h 4078220"/>
              <a:gd name="connsiteX10164" fmla="*/ 6101658 w 11677525"/>
              <a:gd name="connsiteY10164" fmla="*/ 60202 h 4078220"/>
              <a:gd name="connsiteX10165" fmla="*/ 6116857 w 11677525"/>
              <a:gd name="connsiteY10165" fmla="*/ 61321 h 4078220"/>
              <a:gd name="connsiteX10166" fmla="*/ 6111828 w 11677525"/>
              <a:gd name="connsiteY10166" fmla="*/ 64367 h 4078220"/>
              <a:gd name="connsiteX10167" fmla="*/ 6096657 w 11677525"/>
              <a:gd name="connsiteY10167" fmla="*/ 63274 h 4078220"/>
              <a:gd name="connsiteX10168" fmla="*/ 6101658 w 11677525"/>
              <a:gd name="connsiteY10168" fmla="*/ 60202 h 4078220"/>
              <a:gd name="connsiteX10169" fmla="*/ 5304962 w 11677525"/>
              <a:gd name="connsiteY10169" fmla="*/ 59316 h 4078220"/>
              <a:gd name="connsiteX10170" fmla="*/ 5306658 w 11677525"/>
              <a:gd name="connsiteY10170" fmla="*/ 59446 h 4078220"/>
              <a:gd name="connsiteX10171" fmla="*/ 5305878 w 11677525"/>
              <a:gd name="connsiteY10171" fmla="*/ 59811 h 4078220"/>
              <a:gd name="connsiteX10172" fmla="*/ 5304184 w 11677525"/>
              <a:gd name="connsiteY10172" fmla="*/ 59707 h 4078220"/>
              <a:gd name="connsiteX10173" fmla="*/ 5304962 w 11677525"/>
              <a:gd name="connsiteY10173" fmla="*/ 59316 h 4078220"/>
              <a:gd name="connsiteX10174" fmla="*/ 6017243 w 11677525"/>
              <a:gd name="connsiteY10174" fmla="*/ 59082 h 4078220"/>
              <a:gd name="connsiteX10175" fmla="*/ 6019549 w 11677525"/>
              <a:gd name="connsiteY10175" fmla="*/ 59264 h 4078220"/>
              <a:gd name="connsiteX10176" fmla="*/ 6018743 w 11677525"/>
              <a:gd name="connsiteY10176" fmla="*/ 59707 h 4078220"/>
              <a:gd name="connsiteX10177" fmla="*/ 6016548 w 11677525"/>
              <a:gd name="connsiteY10177" fmla="*/ 59524 h 4078220"/>
              <a:gd name="connsiteX10178" fmla="*/ 6017243 w 11677525"/>
              <a:gd name="connsiteY10178" fmla="*/ 59082 h 4078220"/>
              <a:gd name="connsiteX10179" fmla="*/ 5394518 w 11677525"/>
              <a:gd name="connsiteY10179" fmla="*/ 57025 h 4078220"/>
              <a:gd name="connsiteX10180" fmla="*/ 5396241 w 11677525"/>
              <a:gd name="connsiteY10180" fmla="*/ 57181 h 4078220"/>
              <a:gd name="connsiteX10181" fmla="*/ 5395464 w 11677525"/>
              <a:gd name="connsiteY10181" fmla="*/ 57546 h 4078220"/>
              <a:gd name="connsiteX10182" fmla="*/ 5393740 w 11677525"/>
              <a:gd name="connsiteY10182" fmla="*/ 57390 h 4078220"/>
              <a:gd name="connsiteX10183" fmla="*/ 5394518 w 11677525"/>
              <a:gd name="connsiteY10183" fmla="*/ 57025 h 4078220"/>
              <a:gd name="connsiteX10184" fmla="*/ 6707238 w 11677525"/>
              <a:gd name="connsiteY10184" fmla="*/ 56635 h 4078220"/>
              <a:gd name="connsiteX10185" fmla="*/ 6708072 w 11677525"/>
              <a:gd name="connsiteY10185" fmla="*/ 56687 h 4078220"/>
              <a:gd name="connsiteX10186" fmla="*/ 6707932 w 11677525"/>
              <a:gd name="connsiteY10186" fmla="*/ 56869 h 4078220"/>
              <a:gd name="connsiteX10187" fmla="*/ 6706960 w 11677525"/>
              <a:gd name="connsiteY10187" fmla="*/ 56818 h 4078220"/>
              <a:gd name="connsiteX10188" fmla="*/ 6707238 w 11677525"/>
              <a:gd name="connsiteY10188" fmla="*/ 56635 h 4078220"/>
              <a:gd name="connsiteX10189" fmla="*/ 5928020 w 11677525"/>
              <a:gd name="connsiteY10189" fmla="*/ 56583 h 4078220"/>
              <a:gd name="connsiteX10190" fmla="*/ 5931992 w 11677525"/>
              <a:gd name="connsiteY10190" fmla="*/ 56895 h 4078220"/>
              <a:gd name="connsiteX10191" fmla="*/ 5930549 w 11677525"/>
              <a:gd name="connsiteY10191" fmla="*/ 57677 h 4078220"/>
              <a:gd name="connsiteX10192" fmla="*/ 5926575 w 11677525"/>
              <a:gd name="connsiteY10192" fmla="*/ 57364 h 4078220"/>
              <a:gd name="connsiteX10193" fmla="*/ 5928020 w 11677525"/>
              <a:gd name="connsiteY10193" fmla="*/ 56583 h 4078220"/>
              <a:gd name="connsiteX10194" fmla="*/ 6410700 w 11677525"/>
              <a:gd name="connsiteY10194" fmla="*/ 56348 h 4078220"/>
              <a:gd name="connsiteX10195" fmla="*/ 6411645 w 11677525"/>
              <a:gd name="connsiteY10195" fmla="*/ 56400 h 4078220"/>
              <a:gd name="connsiteX10196" fmla="*/ 6411283 w 11677525"/>
              <a:gd name="connsiteY10196" fmla="*/ 56583 h 4078220"/>
              <a:gd name="connsiteX10197" fmla="*/ 6410450 w 11677525"/>
              <a:gd name="connsiteY10197" fmla="*/ 56531 h 4078220"/>
              <a:gd name="connsiteX10198" fmla="*/ 6410700 w 11677525"/>
              <a:gd name="connsiteY10198" fmla="*/ 56348 h 4078220"/>
              <a:gd name="connsiteX10199" fmla="*/ 5484102 w 11677525"/>
              <a:gd name="connsiteY10199" fmla="*/ 55515 h 4078220"/>
              <a:gd name="connsiteX10200" fmla="*/ 5484964 w 11677525"/>
              <a:gd name="connsiteY10200" fmla="*/ 55567 h 4078220"/>
              <a:gd name="connsiteX10201" fmla="*/ 5484547 w 11677525"/>
              <a:gd name="connsiteY10201" fmla="*/ 55750 h 4078220"/>
              <a:gd name="connsiteX10202" fmla="*/ 5483769 w 11677525"/>
              <a:gd name="connsiteY10202" fmla="*/ 55698 h 4078220"/>
              <a:gd name="connsiteX10203" fmla="*/ 5484102 w 11677525"/>
              <a:gd name="connsiteY10203" fmla="*/ 55515 h 4078220"/>
              <a:gd name="connsiteX10204" fmla="*/ 5839741 w 11677525"/>
              <a:gd name="connsiteY10204" fmla="*/ 55255 h 4078220"/>
              <a:gd name="connsiteX10205" fmla="*/ 5841965 w 11677525"/>
              <a:gd name="connsiteY10205" fmla="*/ 55438 h 4078220"/>
              <a:gd name="connsiteX10206" fmla="*/ 5841158 w 11677525"/>
              <a:gd name="connsiteY10206" fmla="*/ 55881 h 4078220"/>
              <a:gd name="connsiteX10207" fmla="*/ 5839046 w 11677525"/>
              <a:gd name="connsiteY10207" fmla="*/ 55724 h 4078220"/>
              <a:gd name="connsiteX10208" fmla="*/ 5839741 w 11677525"/>
              <a:gd name="connsiteY10208" fmla="*/ 55255 h 4078220"/>
              <a:gd name="connsiteX10209" fmla="*/ 5573353 w 11677525"/>
              <a:gd name="connsiteY10209" fmla="*/ 54500 h 4078220"/>
              <a:gd name="connsiteX10210" fmla="*/ 5574215 w 11677525"/>
              <a:gd name="connsiteY10210" fmla="*/ 54578 h 4078220"/>
              <a:gd name="connsiteX10211" fmla="*/ 5573797 w 11677525"/>
              <a:gd name="connsiteY10211" fmla="*/ 54786 h 4078220"/>
              <a:gd name="connsiteX10212" fmla="*/ 5572935 w 11677525"/>
              <a:gd name="connsiteY10212" fmla="*/ 54709 h 4078220"/>
              <a:gd name="connsiteX10213" fmla="*/ 5573353 w 11677525"/>
              <a:gd name="connsiteY10213" fmla="*/ 54500 h 4078220"/>
              <a:gd name="connsiteX10214" fmla="*/ 5750714 w 11677525"/>
              <a:gd name="connsiteY10214" fmla="*/ 54188 h 4078220"/>
              <a:gd name="connsiteX10215" fmla="*/ 5753715 w 11677525"/>
              <a:gd name="connsiteY10215" fmla="*/ 54422 h 4078220"/>
              <a:gd name="connsiteX10216" fmla="*/ 5752520 w 11677525"/>
              <a:gd name="connsiteY10216" fmla="*/ 55021 h 4078220"/>
              <a:gd name="connsiteX10217" fmla="*/ 5749491 w 11677525"/>
              <a:gd name="connsiteY10217" fmla="*/ 54813 h 4078220"/>
              <a:gd name="connsiteX10218" fmla="*/ 5750714 w 11677525"/>
              <a:gd name="connsiteY10218" fmla="*/ 54188 h 4078220"/>
              <a:gd name="connsiteX10219" fmla="*/ 6911357 w 11677525"/>
              <a:gd name="connsiteY10219" fmla="*/ 53771 h 4078220"/>
              <a:gd name="connsiteX10220" fmla="*/ 6912274 w 11677525"/>
              <a:gd name="connsiteY10220" fmla="*/ 53823 h 4078220"/>
              <a:gd name="connsiteX10221" fmla="*/ 6911969 w 11677525"/>
              <a:gd name="connsiteY10221" fmla="*/ 54006 h 4078220"/>
              <a:gd name="connsiteX10222" fmla="*/ 6911135 w 11677525"/>
              <a:gd name="connsiteY10222" fmla="*/ 53928 h 4078220"/>
              <a:gd name="connsiteX10223" fmla="*/ 6911357 w 11677525"/>
              <a:gd name="connsiteY10223" fmla="*/ 53771 h 4078220"/>
              <a:gd name="connsiteX10224" fmla="*/ 5660491 w 11677525"/>
              <a:gd name="connsiteY10224" fmla="*/ 53277 h 4078220"/>
              <a:gd name="connsiteX10225" fmla="*/ 5667827 w 11677525"/>
              <a:gd name="connsiteY10225" fmla="*/ 53822 h 4078220"/>
              <a:gd name="connsiteX10226" fmla="*/ 5664854 w 11677525"/>
              <a:gd name="connsiteY10226" fmla="*/ 55333 h 4078220"/>
              <a:gd name="connsiteX10227" fmla="*/ 5657490 w 11677525"/>
              <a:gd name="connsiteY10227" fmla="*/ 54786 h 4078220"/>
              <a:gd name="connsiteX10228" fmla="*/ 5660491 w 11677525"/>
              <a:gd name="connsiteY10228" fmla="*/ 53277 h 4078220"/>
              <a:gd name="connsiteX10229" fmla="*/ 5005896 w 11677525"/>
              <a:gd name="connsiteY10229" fmla="*/ 51584 h 4078220"/>
              <a:gd name="connsiteX10230" fmla="*/ 5006702 w 11677525"/>
              <a:gd name="connsiteY10230" fmla="*/ 51637 h 4078220"/>
              <a:gd name="connsiteX10231" fmla="*/ 5006201 w 11677525"/>
              <a:gd name="connsiteY10231" fmla="*/ 51846 h 4078220"/>
              <a:gd name="connsiteX10232" fmla="*/ 5005423 w 11677525"/>
              <a:gd name="connsiteY10232" fmla="*/ 51767 h 4078220"/>
              <a:gd name="connsiteX10233" fmla="*/ 5005896 w 11677525"/>
              <a:gd name="connsiteY10233" fmla="*/ 51584 h 4078220"/>
              <a:gd name="connsiteX10234" fmla="*/ 6323144 w 11677525"/>
              <a:gd name="connsiteY10234" fmla="*/ 51454 h 4078220"/>
              <a:gd name="connsiteX10235" fmla="*/ 6324061 w 11677525"/>
              <a:gd name="connsiteY10235" fmla="*/ 51506 h 4078220"/>
              <a:gd name="connsiteX10236" fmla="*/ 6323839 w 11677525"/>
              <a:gd name="connsiteY10236" fmla="*/ 51688 h 4078220"/>
              <a:gd name="connsiteX10237" fmla="*/ 6322950 w 11677525"/>
              <a:gd name="connsiteY10237" fmla="*/ 51610 h 4078220"/>
              <a:gd name="connsiteX10238" fmla="*/ 6323144 w 11677525"/>
              <a:gd name="connsiteY10238" fmla="*/ 51454 h 4078220"/>
              <a:gd name="connsiteX10239" fmla="*/ 5094813 w 11677525"/>
              <a:gd name="connsiteY10239" fmla="*/ 47289 h 4078220"/>
              <a:gd name="connsiteX10240" fmla="*/ 5095619 w 11677525"/>
              <a:gd name="connsiteY10240" fmla="*/ 47367 h 4078220"/>
              <a:gd name="connsiteX10241" fmla="*/ 5095230 w 11677525"/>
              <a:gd name="connsiteY10241" fmla="*/ 47549 h 4078220"/>
              <a:gd name="connsiteX10242" fmla="*/ 5094396 w 11677525"/>
              <a:gd name="connsiteY10242" fmla="*/ 47497 h 4078220"/>
              <a:gd name="connsiteX10243" fmla="*/ 5094813 w 11677525"/>
              <a:gd name="connsiteY10243" fmla="*/ 47289 h 4078220"/>
              <a:gd name="connsiteX10244" fmla="*/ 6235311 w 11677525"/>
              <a:gd name="connsiteY10244" fmla="*/ 46976 h 4078220"/>
              <a:gd name="connsiteX10245" fmla="*/ 6237506 w 11677525"/>
              <a:gd name="connsiteY10245" fmla="*/ 47159 h 4078220"/>
              <a:gd name="connsiteX10246" fmla="*/ 6236867 w 11677525"/>
              <a:gd name="connsiteY10246" fmla="*/ 47601 h 4078220"/>
              <a:gd name="connsiteX10247" fmla="*/ 6234616 w 11677525"/>
              <a:gd name="connsiteY10247" fmla="*/ 47445 h 4078220"/>
              <a:gd name="connsiteX10248" fmla="*/ 6235311 w 11677525"/>
              <a:gd name="connsiteY10248" fmla="*/ 46976 h 4078220"/>
              <a:gd name="connsiteX10249" fmla="*/ 6825302 w 11677525"/>
              <a:gd name="connsiteY10249" fmla="*/ 45987 h 4078220"/>
              <a:gd name="connsiteX10250" fmla="*/ 6826247 w 11677525"/>
              <a:gd name="connsiteY10250" fmla="*/ 46066 h 4078220"/>
              <a:gd name="connsiteX10251" fmla="*/ 6826080 w 11677525"/>
              <a:gd name="connsiteY10251" fmla="*/ 46248 h 4078220"/>
              <a:gd name="connsiteX10252" fmla="*/ 6825080 w 11677525"/>
              <a:gd name="connsiteY10252" fmla="*/ 46169 h 4078220"/>
              <a:gd name="connsiteX10253" fmla="*/ 6825302 w 11677525"/>
              <a:gd name="connsiteY10253" fmla="*/ 45987 h 4078220"/>
              <a:gd name="connsiteX10254" fmla="*/ 6148367 w 11677525"/>
              <a:gd name="connsiteY10254" fmla="*/ 43540 h 4078220"/>
              <a:gd name="connsiteX10255" fmla="*/ 6149257 w 11677525"/>
              <a:gd name="connsiteY10255" fmla="*/ 43592 h 4078220"/>
              <a:gd name="connsiteX10256" fmla="*/ 6148978 w 11677525"/>
              <a:gd name="connsiteY10256" fmla="*/ 43748 h 4078220"/>
              <a:gd name="connsiteX10257" fmla="*/ 6148062 w 11677525"/>
              <a:gd name="connsiteY10257" fmla="*/ 43696 h 4078220"/>
              <a:gd name="connsiteX10258" fmla="*/ 6148367 w 11677525"/>
              <a:gd name="connsiteY10258" fmla="*/ 43540 h 4078220"/>
              <a:gd name="connsiteX10259" fmla="*/ 5183284 w 11677525"/>
              <a:gd name="connsiteY10259" fmla="*/ 43540 h 4078220"/>
              <a:gd name="connsiteX10260" fmla="*/ 5184980 w 11677525"/>
              <a:gd name="connsiteY10260" fmla="*/ 43670 h 4078220"/>
              <a:gd name="connsiteX10261" fmla="*/ 5184146 w 11677525"/>
              <a:gd name="connsiteY10261" fmla="*/ 44035 h 4078220"/>
              <a:gd name="connsiteX10262" fmla="*/ 5182451 w 11677525"/>
              <a:gd name="connsiteY10262" fmla="*/ 43930 h 4078220"/>
              <a:gd name="connsiteX10263" fmla="*/ 5183284 w 11677525"/>
              <a:gd name="connsiteY10263" fmla="*/ 43540 h 4078220"/>
              <a:gd name="connsiteX10264" fmla="*/ 5272036 w 11677525"/>
              <a:gd name="connsiteY10264" fmla="*/ 40598 h 4078220"/>
              <a:gd name="connsiteX10265" fmla="*/ 5272758 w 11677525"/>
              <a:gd name="connsiteY10265" fmla="*/ 40676 h 4078220"/>
              <a:gd name="connsiteX10266" fmla="*/ 5272424 w 11677525"/>
              <a:gd name="connsiteY10266" fmla="*/ 40833 h 4078220"/>
              <a:gd name="connsiteX10267" fmla="*/ 5271591 w 11677525"/>
              <a:gd name="connsiteY10267" fmla="*/ 40780 h 4078220"/>
              <a:gd name="connsiteX10268" fmla="*/ 5272036 w 11677525"/>
              <a:gd name="connsiteY10268" fmla="*/ 40598 h 4078220"/>
              <a:gd name="connsiteX10269" fmla="*/ 6060561 w 11677525"/>
              <a:gd name="connsiteY10269" fmla="*/ 40337 h 4078220"/>
              <a:gd name="connsiteX10270" fmla="*/ 6062785 w 11677525"/>
              <a:gd name="connsiteY10270" fmla="*/ 40467 h 4078220"/>
              <a:gd name="connsiteX10271" fmla="*/ 6062034 w 11677525"/>
              <a:gd name="connsiteY10271" fmla="*/ 40936 h 4078220"/>
              <a:gd name="connsiteX10272" fmla="*/ 6059840 w 11677525"/>
              <a:gd name="connsiteY10272" fmla="*/ 40754 h 4078220"/>
              <a:gd name="connsiteX10273" fmla="*/ 6060561 w 11677525"/>
              <a:gd name="connsiteY10273" fmla="*/ 40337 h 4078220"/>
              <a:gd name="connsiteX10274" fmla="*/ 6447572 w 11677525"/>
              <a:gd name="connsiteY10274" fmla="*/ 38333 h 4078220"/>
              <a:gd name="connsiteX10275" fmla="*/ 6448461 w 11677525"/>
              <a:gd name="connsiteY10275" fmla="*/ 38411 h 4078220"/>
              <a:gd name="connsiteX10276" fmla="*/ 6448184 w 11677525"/>
              <a:gd name="connsiteY10276" fmla="*/ 38568 h 4078220"/>
              <a:gd name="connsiteX10277" fmla="*/ 6447294 w 11677525"/>
              <a:gd name="connsiteY10277" fmla="*/ 38515 h 4078220"/>
              <a:gd name="connsiteX10278" fmla="*/ 6447572 w 11677525"/>
              <a:gd name="connsiteY10278" fmla="*/ 38333 h 4078220"/>
              <a:gd name="connsiteX10279" fmla="*/ 5360174 w 11677525"/>
              <a:gd name="connsiteY10279" fmla="*/ 38177 h 4078220"/>
              <a:gd name="connsiteX10280" fmla="*/ 5361008 w 11677525"/>
              <a:gd name="connsiteY10280" fmla="*/ 38228 h 4078220"/>
              <a:gd name="connsiteX10281" fmla="*/ 5360563 w 11677525"/>
              <a:gd name="connsiteY10281" fmla="*/ 38411 h 4078220"/>
              <a:gd name="connsiteX10282" fmla="*/ 5359730 w 11677525"/>
              <a:gd name="connsiteY10282" fmla="*/ 38333 h 4078220"/>
              <a:gd name="connsiteX10283" fmla="*/ 5360174 w 11677525"/>
              <a:gd name="connsiteY10283" fmla="*/ 38177 h 4078220"/>
              <a:gd name="connsiteX10284" fmla="*/ 5973394 w 11677525"/>
              <a:gd name="connsiteY10284" fmla="*/ 38021 h 4078220"/>
              <a:gd name="connsiteX10285" fmla="*/ 5975145 w 11677525"/>
              <a:gd name="connsiteY10285" fmla="*/ 38125 h 4078220"/>
              <a:gd name="connsiteX10286" fmla="*/ 5974506 w 11677525"/>
              <a:gd name="connsiteY10286" fmla="*/ 38489 h 4078220"/>
              <a:gd name="connsiteX10287" fmla="*/ 5972812 w 11677525"/>
              <a:gd name="connsiteY10287" fmla="*/ 38359 h 4078220"/>
              <a:gd name="connsiteX10288" fmla="*/ 5973394 w 11677525"/>
              <a:gd name="connsiteY10288" fmla="*/ 38021 h 4078220"/>
              <a:gd name="connsiteX10289" fmla="*/ 5448202 w 11677525"/>
              <a:gd name="connsiteY10289" fmla="*/ 36354 h 4078220"/>
              <a:gd name="connsiteX10290" fmla="*/ 5449063 w 11677525"/>
              <a:gd name="connsiteY10290" fmla="*/ 36432 h 4078220"/>
              <a:gd name="connsiteX10291" fmla="*/ 5448646 w 11677525"/>
              <a:gd name="connsiteY10291" fmla="*/ 36615 h 4078220"/>
              <a:gd name="connsiteX10292" fmla="*/ 5447840 w 11677525"/>
              <a:gd name="connsiteY10292" fmla="*/ 36510 h 4078220"/>
              <a:gd name="connsiteX10293" fmla="*/ 5448202 w 11677525"/>
              <a:gd name="connsiteY10293" fmla="*/ 36354 h 4078220"/>
              <a:gd name="connsiteX10294" fmla="*/ 5885979 w 11677525"/>
              <a:gd name="connsiteY10294" fmla="*/ 36198 h 4078220"/>
              <a:gd name="connsiteX10295" fmla="*/ 5887702 w 11677525"/>
              <a:gd name="connsiteY10295" fmla="*/ 36328 h 4078220"/>
              <a:gd name="connsiteX10296" fmla="*/ 5887091 w 11677525"/>
              <a:gd name="connsiteY10296" fmla="*/ 36667 h 4078220"/>
              <a:gd name="connsiteX10297" fmla="*/ 5885395 w 11677525"/>
              <a:gd name="connsiteY10297" fmla="*/ 36510 h 4078220"/>
              <a:gd name="connsiteX10298" fmla="*/ 5885979 w 11677525"/>
              <a:gd name="connsiteY10298" fmla="*/ 36198 h 4078220"/>
              <a:gd name="connsiteX10299" fmla="*/ 5536090 w 11677525"/>
              <a:gd name="connsiteY10299" fmla="*/ 35130 h 4078220"/>
              <a:gd name="connsiteX10300" fmla="*/ 5536897 w 11677525"/>
              <a:gd name="connsiteY10300" fmla="*/ 35208 h 4078220"/>
              <a:gd name="connsiteX10301" fmla="*/ 5536535 w 11677525"/>
              <a:gd name="connsiteY10301" fmla="*/ 35365 h 4078220"/>
              <a:gd name="connsiteX10302" fmla="*/ 5535646 w 11677525"/>
              <a:gd name="connsiteY10302" fmla="*/ 35312 h 4078220"/>
              <a:gd name="connsiteX10303" fmla="*/ 5536090 w 11677525"/>
              <a:gd name="connsiteY10303" fmla="*/ 35130 h 4078220"/>
              <a:gd name="connsiteX10304" fmla="*/ 5623757 w 11677525"/>
              <a:gd name="connsiteY10304" fmla="*/ 34532 h 4078220"/>
              <a:gd name="connsiteX10305" fmla="*/ 5624619 w 11677525"/>
              <a:gd name="connsiteY10305" fmla="*/ 34610 h 4078220"/>
              <a:gd name="connsiteX10306" fmla="*/ 5624203 w 11677525"/>
              <a:gd name="connsiteY10306" fmla="*/ 34793 h 4078220"/>
              <a:gd name="connsiteX10307" fmla="*/ 5623425 w 11677525"/>
              <a:gd name="connsiteY10307" fmla="*/ 34688 h 4078220"/>
              <a:gd name="connsiteX10308" fmla="*/ 5623757 w 11677525"/>
              <a:gd name="connsiteY10308" fmla="*/ 34532 h 4078220"/>
              <a:gd name="connsiteX10309" fmla="*/ 6361267 w 11677525"/>
              <a:gd name="connsiteY10309" fmla="*/ 33491 h 4078220"/>
              <a:gd name="connsiteX10310" fmla="*/ 6362185 w 11677525"/>
              <a:gd name="connsiteY10310" fmla="*/ 33569 h 4078220"/>
              <a:gd name="connsiteX10311" fmla="*/ 6361935 w 11677525"/>
              <a:gd name="connsiteY10311" fmla="*/ 33725 h 4078220"/>
              <a:gd name="connsiteX10312" fmla="*/ 6360989 w 11677525"/>
              <a:gd name="connsiteY10312" fmla="*/ 33647 h 4078220"/>
              <a:gd name="connsiteX10313" fmla="*/ 6361267 w 11677525"/>
              <a:gd name="connsiteY10313" fmla="*/ 33491 h 4078220"/>
              <a:gd name="connsiteX10314" fmla="*/ 6275157 w 11677525"/>
              <a:gd name="connsiteY10314" fmla="*/ 29195 h 4078220"/>
              <a:gd name="connsiteX10315" fmla="*/ 6276046 w 11677525"/>
              <a:gd name="connsiteY10315" fmla="*/ 29273 h 4078220"/>
              <a:gd name="connsiteX10316" fmla="*/ 6275712 w 11677525"/>
              <a:gd name="connsiteY10316" fmla="*/ 29456 h 4078220"/>
              <a:gd name="connsiteX10317" fmla="*/ 6274851 w 11677525"/>
              <a:gd name="connsiteY10317" fmla="*/ 29377 h 4078220"/>
              <a:gd name="connsiteX10318" fmla="*/ 6275157 w 11677525"/>
              <a:gd name="connsiteY10318" fmla="*/ 29195 h 4078220"/>
              <a:gd name="connsiteX10319" fmla="*/ 6189019 w 11677525"/>
              <a:gd name="connsiteY10319" fmla="*/ 25497 h 4078220"/>
              <a:gd name="connsiteX10320" fmla="*/ 6189908 w 11677525"/>
              <a:gd name="connsiteY10320" fmla="*/ 25550 h 4078220"/>
              <a:gd name="connsiteX10321" fmla="*/ 6189602 w 11677525"/>
              <a:gd name="connsiteY10321" fmla="*/ 25732 h 4078220"/>
              <a:gd name="connsiteX10322" fmla="*/ 6188741 w 11677525"/>
              <a:gd name="connsiteY10322" fmla="*/ 25680 h 4078220"/>
              <a:gd name="connsiteX10323" fmla="*/ 6189019 w 11677525"/>
              <a:gd name="connsiteY10323" fmla="*/ 25497 h 4078220"/>
              <a:gd name="connsiteX10324" fmla="*/ 6102964 w 11677525"/>
              <a:gd name="connsiteY10324" fmla="*/ 22374 h 4078220"/>
              <a:gd name="connsiteX10325" fmla="*/ 6103797 w 11677525"/>
              <a:gd name="connsiteY10325" fmla="*/ 22452 h 4078220"/>
              <a:gd name="connsiteX10326" fmla="*/ 6103547 w 11677525"/>
              <a:gd name="connsiteY10326" fmla="*/ 22634 h 4078220"/>
              <a:gd name="connsiteX10327" fmla="*/ 6102603 w 11677525"/>
              <a:gd name="connsiteY10327" fmla="*/ 22556 h 4078220"/>
              <a:gd name="connsiteX10328" fmla="*/ 6102964 w 11677525"/>
              <a:gd name="connsiteY10328" fmla="*/ 22374 h 4078220"/>
              <a:gd name="connsiteX10329" fmla="*/ 5239775 w 11677525"/>
              <a:gd name="connsiteY10329" fmla="*/ 22374 h 4078220"/>
              <a:gd name="connsiteX10330" fmla="*/ 5240581 w 11677525"/>
              <a:gd name="connsiteY10330" fmla="*/ 22452 h 4078220"/>
              <a:gd name="connsiteX10331" fmla="*/ 5240109 w 11677525"/>
              <a:gd name="connsiteY10331" fmla="*/ 22608 h 4078220"/>
              <a:gd name="connsiteX10332" fmla="*/ 5239359 w 11677525"/>
              <a:gd name="connsiteY10332" fmla="*/ 22556 h 4078220"/>
              <a:gd name="connsiteX10333" fmla="*/ 5239775 w 11677525"/>
              <a:gd name="connsiteY10333" fmla="*/ 22374 h 4078220"/>
              <a:gd name="connsiteX10334" fmla="*/ 5326663 w 11677525"/>
              <a:gd name="connsiteY10334" fmla="*/ 19822 h 4078220"/>
              <a:gd name="connsiteX10335" fmla="*/ 5327497 w 11677525"/>
              <a:gd name="connsiteY10335" fmla="*/ 19875 h 4078220"/>
              <a:gd name="connsiteX10336" fmla="*/ 5327052 w 11677525"/>
              <a:gd name="connsiteY10336" fmla="*/ 20057 h 4078220"/>
              <a:gd name="connsiteX10337" fmla="*/ 5326302 w 11677525"/>
              <a:gd name="connsiteY10337" fmla="*/ 20005 h 4078220"/>
              <a:gd name="connsiteX10338" fmla="*/ 5326663 w 11677525"/>
              <a:gd name="connsiteY10338" fmla="*/ 19822 h 4078220"/>
              <a:gd name="connsiteX10339" fmla="*/ 5413357 w 11677525"/>
              <a:gd name="connsiteY10339" fmla="*/ 17844 h 4078220"/>
              <a:gd name="connsiteX10340" fmla="*/ 5414190 w 11677525"/>
              <a:gd name="connsiteY10340" fmla="*/ 17922 h 4078220"/>
              <a:gd name="connsiteX10341" fmla="*/ 5413830 w 11677525"/>
              <a:gd name="connsiteY10341" fmla="*/ 18105 h 4078220"/>
              <a:gd name="connsiteX10342" fmla="*/ 5413024 w 11677525"/>
              <a:gd name="connsiteY10342" fmla="*/ 18026 h 4078220"/>
              <a:gd name="connsiteX10343" fmla="*/ 5413357 w 11677525"/>
              <a:gd name="connsiteY10343" fmla="*/ 17844 h 4078220"/>
              <a:gd name="connsiteX10344" fmla="*/ 5499940 w 11677525"/>
              <a:gd name="connsiteY10344" fmla="*/ 16464 h 4078220"/>
              <a:gd name="connsiteX10345" fmla="*/ 5500718 w 11677525"/>
              <a:gd name="connsiteY10345" fmla="*/ 16516 h 4078220"/>
              <a:gd name="connsiteX10346" fmla="*/ 5500385 w 11677525"/>
              <a:gd name="connsiteY10346" fmla="*/ 16698 h 4078220"/>
              <a:gd name="connsiteX10347" fmla="*/ 5499552 w 11677525"/>
              <a:gd name="connsiteY10347" fmla="*/ 16594 h 4078220"/>
              <a:gd name="connsiteX10348" fmla="*/ 5499940 w 11677525"/>
              <a:gd name="connsiteY10348" fmla="*/ 16464 h 4078220"/>
              <a:gd name="connsiteX10349" fmla="*/ 6398223 w 11677525"/>
              <a:gd name="connsiteY10349" fmla="*/ 16048 h 4078220"/>
              <a:gd name="connsiteX10350" fmla="*/ 6399169 w 11677525"/>
              <a:gd name="connsiteY10350" fmla="*/ 16126 h 4078220"/>
              <a:gd name="connsiteX10351" fmla="*/ 6398891 w 11677525"/>
              <a:gd name="connsiteY10351" fmla="*/ 16281 h 4078220"/>
              <a:gd name="connsiteX10352" fmla="*/ 6398029 w 11677525"/>
              <a:gd name="connsiteY10352" fmla="*/ 16230 h 4078220"/>
              <a:gd name="connsiteX10353" fmla="*/ 6398223 w 11677525"/>
              <a:gd name="connsiteY10353" fmla="*/ 16048 h 4078220"/>
              <a:gd name="connsiteX10354" fmla="*/ 5586383 w 11677525"/>
              <a:gd name="connsiteY10354" fmla="*/ 15605 h 4078220"/>
              <a:gd name="connsiteX10355" fmla="*/ 5587162 w 11677525"/>
              <a:gd name="connsiteY10355" fmla="*/ 15683 h 4078220"/>
              <a:gd name="connsiteX10356" fmla="*/ 5586745 w 11677525"/>
              <a:gd name="connsiteY10356" fmla="*/ 15840 h 4078220"/>
              <a:gd name="connsiteX10357" fmla="*/ 5585967 w 11677525"/>
              <a:gd name="connsiteY10357" fmla="*/ 15787 h 4078220"/>
              <a:gd name="connsiteX10358" fmla="*/ 5586383 w 11677525"/>
              <a:gd name="connsiteY10358" fmla="*/ 15605 h 4078220"/>
              <a:gd name="connsiteX10359" fmla="*/ 6313308 w 11677525"/>
              <a:gd name="connsiteY10359" fmla="*/ 11779 h 4078220"/>
              <a:gd name="connsiteX10360" fmla="*/ 6314142 w 11677525"/>
              <a:gd name="connsiteY10360" fmla="*/ 11830 h 4078220"/>
              <a:gd name="connsiteX10361" fmla="*/ 6313947 w 11677525"/>
              <a:gd name="connsiteY10361" fmla="*/ 12013 h 4078220"/>
              <a:gd name="connsiteX10362" fmla="*/ 6313058 w 11677525"/>
              <a:gd name="connsiteY10362" fmla="*/ 11935 h 4078220"/>
              <a:gd name="connsiteX10363" fmla="*/ 6313308 w 11677525"/>
              <a:gd name="connsiteY10363" fmla="*/ 11779 h 4078220"/>
              <a:gd name="connsiteX10364" fmla="*/ 6228448 w 11677525"/>
              <a:gd name="connsiteY10364" fmla="*/ 8029 h 4078220"/>
              <a:gd name="connsiteX10365" fmla="*/ 6229337 w 11677525"/>
              <a:gd name="connsiteY10365" fmla="*/ 8081 h 4078220"/>
              <a:gd name="connsiteX10366" fmla="*/ 6229059 w 11677525"/>
              <a:gd name="connsiteY10366" fmla="*/ 8264 h 4078220"/>
              <a:gd name="connsiteX10367" fmla="*/ 6228169 w 11677525"/>
              <a:gd name="connsiteY10367" fmla="*/ 8185 h 4078220"/>
              <a:gd name="connsiteX10368" fmla="*/ 6228448 w 11677525"/>
              <a:gd name="connsiteY10368" fmla="*/ 8029 h 4078220"/>
              <a:gd name="connsiteX10369" fmla="*/ 5379597 w 11677525"/>
              <a:gd name="connsiteY10369" fmla="*/ 10 h 4078220"/>
              <a:gd name="connsiteX10370" fmla="*/ 5380486 w 11677525"/>
              <a:gd name="connsiteY10370" fmla="*/ 63 h 4078220"/>
              <a:gd name="connsiteX10371" fmla="*/ 5380041 w 11677525"/>
              <a:gd name="connsiteY10371" fmla="*/ 219 h 4078220"/>
              <a:gd name="connsiteX10372" fmla="*/ 5379207 w 11677525"/>
              <a:gd name="connsiteY10372" fmla="*/ 167 h 4078220"/>
              <a:gd name="connsiteX10373" fmla="*/ 5379597 w 11677525"/>
              <a:gd name="connsiteY10373" fmla="*/ 10 h 407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</a:cxnLst>
            <a:rect l="l" t="t" r="r" b="b"/>
            <a:pathLst>
              <a:path w="11677525" h="4078220">
                <a:moveTo>
                  <a:pt x="10520190" y="4073636"/>
                </a:moveTo>
                <a:cubicBezTo>
                  <a:pt x="10521550" y="4073063"/>
                  <a:pt x="10523523" y="4073583"/>
                  <a:pt x="10525135" y="4074729"/>
                </a:cubicBezTo>
                <a:cubicBezTo>
                  <a:pt x="10527054" y="4076031"/>
                  <a:pt x="10527609" y="4077488"/>
                  <a:pt x="10526748" y="4078009"/>
                </a:cubicBezTo>
                <a:cubicBezTo>
                  <a:pt x="10525580" y="4078556"/>
                  <a:pt x="10523718" y="4078009"/>
                  <a:pt x="10521856" y="4076759"/>
                </a:cubicBezTo>
                <a:cubicBezTo>
                  <a:pt x="10520078" y="4075614"/>
                  <a:pt x="10519688" y="4074183"/>
                  <a:pt x="10520190" y="4073636"/>
                </a:cubicBezTo>
                <a:close/>
                <a:moveTo>
                  <a:pt x="2571572" y="4045830"/>
                </a:moveTo>
                <a:cubicBezTo>
                  <a:pt x="2573295" y="4045310"/>
                  <a:pt x="2574545" y="4045830"/>
                  <a:pt x="2574545" y="4047080"/>
                </a:cubicBezTo>
                <a:cubicBezTo>
                  <a:pt x="2574324" y="4048278"/>
                  <a:pt x="2572739" y="4049710"/>
                  <a:pt x="2571266" y="4050231"/>
                </a:cubicBezTo>
                <a:cubicBezTo>
                  <a:pt x="2569516" y="4050777"/>
                  <a:pt x="2568044" y="4050231"/>
                  <a:pt x="2567960" y="4049085"/>
                </a:cubicBezTo>
                <a:cubicBezTo>
                  <a:pt x="2568210" y="4047887"/>
                  <a:pt x="2569599" y="4046456"/>
                  <a:pt x="2571572" y="4045830"/>
                </a:cubicBezTo>
                <a:close/>
                <a:moveTo>
                  <a:pt x="7392367" y="4018810"/>
                </a:moveTo>
                <a:cubicBezTo>
                  <a:pt x="7398170" y="4020474"/>
                  <a:pt x="7403735" y="4023858"/>
                  <a:pt x="7407709" y="4028570"/>
                </a:cubicBezTo>
                <a:cubicBezTo>
                  <a:pt x="7415433" y="4037969"/>
                  <a:pt x="7413738" y="4049215"/>
                  <a:pt x="7403818" y="4053589"/>
                </a:cubicBezTo>
                <a:cubicBezTo>
                  <a:pt x="7394176" y="4057989"/>
                  <a:pt x="7379755" y="4053797"/>
                  <a:pt x="7371808" y="4044373"/>
                </a:cubicBezTo>
                <a:cubicBezTo>
                  <a:pt x="7364001" y="4034871"/>
                  <a:pt x="7365695" y="4023728"/>
                  <a:pt x="7375587" y="4019380"/>
                </a:cubicBezTo>
                <a:cubicBezTo>
                  <a:pt x="7380519" y="4017207"/>
                  <a:pt x="7386563" y="4017147"/>
                  <a:pt x="7392367" y="4018810"/>
                </a:cubicBezTo>
                <a:close/>
                <a:moveTo>
                  <a:pt x="8783697" y="4001703"/>
                </a:moveTo>
                <a:cubicBezTo>
                  <a:pt x="8784755" y="4001130"/>
                  <a:pt x="8786616" y="4001573"/>
                  <a:pt x="8787809" y="4002771"/>
                </a:cubicBezTo>
                <a:cubicBezTo>
                  <a:pt x="8789254" y="4003968"/>
                  <a:pt x="8789172" y="4005296"/>
                  <a:pt x="8788282" y="4005790"/>
                </a:cubicBezTo>
                <a:cubicBezTo>
                  <a:pt x="8787172" y="4006337"/>
                  <a:pt x="8785365" y="4005869"/>
                  <a:pt x="8783893" y="4004671"/>
                </a:cubicBezTo>
                <a:cubicBezTo>
                  <a:pt x="8782725" y="4003474"/>
                  <a:pt x="8782615" y="4002250"/>
                  <a:pt x="8783697" y="4001703"/>
                </a:cubicBezTo>
                <a:close/>
                <a:moveTo>
                  <a:pt x="159702" y="3994882"/>
                </a:moveTo>
                <a:cubicBezTo>
                  <a:pt x="161674" y="3994334"/>
                  <a:pt x="162786" y="3994803"/>
                  <a:pt x="162398" y="3995845"/>
                </a:cubicBezTo>
                <a:cubicBezTo>
                  <a:pt x="161508" y="3997121"/>
                  <a:pt x="159341" y="3998526"/>
                  <a:pt x="157367" y="3999047"/>
                </a:cubicBezTo>
                <a:cubicBezTo>
                  <a:pt x="155424" y="3999542"/>
                  <a:pt x="154227" y="3999047"/>
                  <a:pt x="155005" y="3997823"/>
                </a:cubicBezTo>
                <a:cubicBezTo>
                  <a:pt x="155727" y="3996783"/>
                  <a:pt x="157979" y="3995376"/>
                  <a:pt x="159702" y="3994882"/>
                </a:cubicBezTo>
                <a:close/>
                <a:moveTo>
                  <a:pt x="9784014" y="3984546"/>
                </a:moveTo>
                <a:cubicBezTo>
                  <a:pt x="9785236" y="3984052"/>
                  <a:pt x="9787153" y="3984494"/>
                  <a:pt x="9788598" y="3985691"/>
                </a:cubicBezTo>
                <a:cubicBezTo>
                  <a:pt x="9790182" y="3986811"/>
                  <a:pt x="9790599" y="3988191"/>
                  <a:pt x="9789404" y="3988737"/>
                </a:cubicBezTo>
                <a:cubicBezTo>
                  <a:pt x="9788404" y="3989284"/>
                  <a:pt x="9786293" y="3988737"/>
                  <a:pt x="9785292" y="3987671"/>
                </a:cubicBezTo>
                <a:cubicBezTo>
                  <a:pt x="9783374" y="3986447"/>
                  <a:pt x="9783014" y="3985093"/>
                  <a:pt x="9784014" y="3984546"/>
                </a:cubicBezTo>
                <a:close/>
                <a:moveTo>
                  <a:pt x="2269282" y="3962001"/>
                </a:moveTo>
                <a:cubicBezTo>
                  <a:pt x="2270838" y="3961480"/>
                  <a:pt x="2272144" y="3962053"/>
                  <a:pt x="2272061" y="3963121"/>
                </a:cubicBezTo>
                <a:cubicBezTo>
                  <a:pt x="2271894" y="3964369"/>
                  <a:pt x="2270283" y="3965672"/>
                  <a:pt x="2268588" y="3966166"/>
                </a:cubicBezTo>
                <a:cubicBezTo>
                  <a:pt x="2266837" y="3966713"/>
                  <a:pt x="2265503" y="3966322"/>
                  <a:pt x="2265642" y="3965073"/>
                </a:cubicBezTo>
                <a:cubicBezTo>
                  <a:pt x="2265865" y="3963953"/>
                  <a:pt x="2267588" y="3962521"/>
                  <a:pt x="2269282" y="3962001"/>
                </a:cubicBezTo>
                <a:close/>
                <a:moveTo>
                  <a:pt x="7720495" y="3934135"/>
                </a:moveTo>
                <a:cubicBezTo>
                  <a:pt x="7726303" y="3935739"/>
                  <a:pt x="7731978" y="3939000"/>
                  <a:pt x="7736174" y="3943569"/>
                </a:cubicBezTo>
                <a:cubicBezTo>
                  <a:pt x="7744537" y="3952758"/>
                  <a:pt x="7743814" y="3963641"/>
                  <a:pt x="7734367" y="3967833"/>
                </a:cubicBezTo>
                <a:cubicBezTo>
                  <a:pt x="7724892" y="3972154"/>
                  <a:pt x="7710443" y="3968067"/>
                  <a:pt x="7702107" y="3958876"/>
                </a:cubicBezTo>
                <a:cubicBezTo>
                  <a:pt x="7694022" y="3949686"/>
                  <a:pt x="7694771" y="3938934"/>
                  <a:pt x="7704024" y="3934638"/>
                </a:cubicBezTo>
                <a:cubicBezTo>
                  <a:pt x="7708748" y="3932582"/>
                  <a:pt x="7714687" y="3932530"/>
                  <a:pt x="7720495" y="3934135"/>
                </a:cubicBezTo>
                <a:close/>
                <a:moveTo>
                  <a:pt x="4842987" y="3918371"/>
                </a:moveTo>
                <a:cubicBezTo>
                  <a:pt x="4851840" y="3921270"/>
                  <a:pt x="4858766" y="3927168"/>
                  <a:pt x="4861740" y="3935395"/>
                </a:cubicBezTo>
                <a:cubicBezTo>
                  <a:pt x="4867686" y="3951925"/>
                  <a:pt x="4855098" y="3971581"/>
                  <a:pt x="4833452" y="3979340"/>
                </a:cubicBezTo>
                <a:cubicBezTo>
                  <a:pt x="4811724" y="3987125"/>
                  <a:pt x="4789717" y="3979782"/>
                  <a:pt x="4784215" y="3963068"/>
                </a:cubicBezTo>
                <a:cubicBezTo>
                  <a:pt x="4778630" y="3946433"/>
                  <a:pt x="4791522" y="3926907"/>
                  <a:pt x="4812668" y="3919331"/>
                </a:cubicBezTo>
                <a:cubicBezTo>
                  <a:pt x="4823353" y="3915569"/>
                  <a:pt x="4834134" y="3915472"/>
                  <a:pt x="4842987" y="3918371"/>
                </a:cubicBezTo>
                <a:close/>
                <a:moveTo>
                  <a:pt x="4480807" y="3907137"/>
                </a:moveTo>
                <a:cubicBezTo>
                  <a:pt x="4489455" y="3910043"/>
                  <a:pt x="4495985" y="3915921"/>
                  <a:pt x="4498374" y="3924070"/>
                </a:cubicBezTo>
                <a:cubicBezTo>
                  <a:pt x="4502876" y="3940600"/>
                  <a:pt x="4488900" y="3960179"/>
                  <a:pt x="4466948" y="3967885"/>
                </a:cubicBezTo>
                <a:cubicBezTo>
                  <a:pt x="4445024" y="3975566"/>
                  <a:pt x="4423324" y="3968328"/>
                  <a:pt x="4418794" y="3951639"/>
                </a:cubicBezTo>
                <a:cubicBezTo>
                  <a:pt x="4414486" y="3935108"/>
                  <a:pt x="4428603" y="3915582"/>
                  <a:pt x="4450526" y="3908032"/>
                </a:cubicBezTo>
                <a:cubicBezTo>
                  <a:pt x="4461391" y="3904296"/>
                  <a:pt x="4472158" y="3904231"/>
                  <a:pt x="4480807" y="3907137"/>
                </a:cubicBezTo>
                <a:close/>
                <a:moveTo>
                  <a:pt x="5574804" y="3903732"/>
                </a:moveTo>
                <a:cubicBezTo>
                  <a:pt x="5584043" y="3906593"/>
                  <a:pt x="5591803" y="3912431"/>
                  <a:pt x="5596026" y="3920606"/>
                </a:cubicBezTo>
                <a:cubicBezTo>
                  <a:pt x="5603917" y="3937033"/>
                  <a:pt x="5594275" y="3956768"/>
                  <a:pt x="5573963" y="3964422"/>
                </a:cubicBezTo>
                <a:cubicBezTo>
                  <a:pt x="5553680" y="3972153"/>
                  <a:pt x="5530533" y="3964812"/>
                  <a:pt x="5522447" y="3948124"/>
                </a:cubicBezTo>
                <a:cubicBezTo>
                  <a:pt x="5514556" y="3931697"/>
                  <a:pt x="5524559" y="3912249"/>
                  <a:pt x="5544704" y="3904726"/>
                </a:cubicBezTo>
                <a:cubicBezTo>
                  <a:pt x="5554846" y="3900990"/>
                  <a:pt x="5565565" y="3900872"/>
                  <a:pt x="5574804" y="3903732"/>
                </a:cubicBezTo>
                <a:close/>
                <a:moveTo>
                  <a:pt x="5196132" y="3896146"/>
                </a:moveTo>
                <a:cubicBezTo>
                  <a:pt x="5220462" y="3895505"/>
                  <a:pt x="5242464" y="3906717"/>
                  <a:pt x="5250695" y="3926204"/>
                </a:cubicBezTo>
                <a:cubicBezTo>
                  <a:pt x="5261977" y="3952367"/>
                  <a:pt x="5244610" y="3983713"/>
                  <a:pt x="5211016" y="3996053"/>
                </a:cubicBezTo>
                <a:cubicBezTo>
                  <a:pt x="5177533" y="4008471"/>
                  <a:pt x="5141494" y="3996653"/>
                  <a:pt x="5130713" y="3970045"/>
                </a:cubicBezTo>
                <a:cubicBezTo>
                  <a:pt x="5120293" y="3943698"/>
                  <a:pt x="5138716" y="3912769"/>
                  <a:pt x="5171448" y="3900872"/>
                </a:cubicBezTo>
                <a:cubicBezTo>
                  <a:pt x="5179652" y="3897891"/>
                  <a:pt x="5188022" y="3896360"/>
                  <a:pt x="5196132" y="3896146"/>
                </a:cubicBezTo>
                <a:close/>
                <a:moveTo>
                  <a:pt x="9044862" y="3876583"/>
                </a:moveTo>
                <a:cubicBezTo>
                  <a:pt x="9046724" y="3875568"/>
                  <a:pt x="9050783" y="3876583"/>
                  <a:pt x="9053282" y="3878795"/>
                </a:cubicBezTo>
                <a:cubicBezTo>
                  <a:pt x="9055923" y="3880930"/>
                  <a:pt x="9056561" y="3883689"/>
                  <a:pt x="9054311" y="3884758"/>
                </a:cubicBezTo>
                <a:cubicBezTo>
                  <a:pt x="9052449" y="3885772"/>
                  <a:pt x="9048337" y="3884705"/>
                  <a:pt x="9046059" y="3882519"/>
                </a:cubicBezTo>
                <a:cubicBezTo>
                  <a:pt x="9043364" y="3880306"/>
                  <a:pt x="9042612" y="3877598"/>
                  <a:pt x="9044862" y="3876583"/>
                </a:cubicBezTo>
                <a:close/>
                <a:moveTo>
                  <a:pt x="1988945" y="3869710"/>
                </a:moveTo>
                <a:cubicBezTo>
                  <a:pt x="1990889" y="3869214"/>
                  <a:pt x="1992390" y="3869579"/>
                  <a:pt x="1992001" y="3870724"/>
                </a:cubicBezTo>
                <a:cubicBezTo>
                  <a:pt x="1991917" y="3871818"/>
                  <a:pt x="1990223" y="3873172"/>
                  <a:pt x="1988527" y="3873692"/>
                </a:cubicBezTo>
                <a:cubicBezTo>
                  <a:pt x="1986555" y="3874187"/>
                  <a:pt x="1985443" y="3873692"/>
                  <a:pt x="1985499" y="3872599"/>
                </a:cubicBezTo>
                <a:cubicBezTo>
                  <a:pt x="1985860" y="3871453"/>
                  <a:pt x="1987388" y="3870230"/>
                  <a:pt x="1988945" y="3869710"/>
                </a:cubicBezTo>
                <a:close/>
                <a:moveTo>
                  <a:pt x="4115230" y="3868437"/>
                </a:moveTo>
                <a:cubicBezTo>
                  <a:pt x="4136823" y="3867896"/>
                  <a:pt x="4154329" y="3877781"/>
                  <a:pt x="4158017" y="3894885"/>
                </a:cubicBezTo>
                <a:cubicBezTo>
                  <a:pt x="4162879" y="3917900"/>
                  <a:pt x="4141567" y="3945547"/>
                  <a:pt x="4109612" y="3956326"/>
                </a:cubicBezTo>
                <a:cubicBezTo>
                  <a:pt x="4077853" y="3967156"/>
                  <a:pt x="4048343" y="3956821"/>
                  <a:pt x="4043703" y="3933467"/>
                </a:cubicBezTo>
                <a:cubicBezTo>
                  <a:pt x="4039258" y="3910297"/>
                  <a:pt x="4060847" y="3883092"/>
                  <a:pt x="4092635" y="3872573"/>
                </a:cubicBezTo>
                <a:cubicBezTo>
                  <a:pt x="4100380" y="3869956"/>
                  <a:pt x="4108032" y="3868618"/>
                  <a:pt x="4115230" y="3868437"/>
                </a:cubicBezTo>
                <a:close/>
                <a:moveTo>
                  <a:pt x="3762334" y="3868046"/>
                </a:moveTo>
                <a:cubicBezTo>
                  <a:pt x="3765123" y="3869038"/>
                  <a:pt x="3767061" y="3871050"/>
                  <a:pt x="3767449" y="3873848"/>
                </a:cubicBezTo>
                <a:cubicBezTo>
                  <a:pt x="3768339" y="3879419"/>
                  <a:pt x="3762587" y="3885850"/>
                  <a:pt x="3754696" y="3888453"/>
                </a:cubicBezTo>
                <a:cubicBezTo>
                  <a:pt x="3746804" y="3891058"/>
                  <a:pt x="3739803" y="3888662"/>
                  <a:pt x="3738996" y="3883091"/>
                </a:cubicBezTo>
                <a:cubicBezTo>
                  <a:pt x="3738412" y="3877519"/>
                  <a:pt x="3743970" y="3870959"/>
                  <a:pt x="3752111" y="3868355"/>
                </a:cubicBezTo>
                <a:cubicBezTo>
                  <a:pt x="3755904" y="3867080"/>
                  <a:pt x="3759544" y="3867054"/>
                  <a:pt x="3762334" y="3868046"/>
                </a:cubicBezTo>
                <a:close/>
                <a:moveTo>
                  <a:pt x="5922202" y="3859611"/>
                </a:moveTo>
                <a:cubicBezTo>
                  <a:pt x="5945152" y="3859021"/>
                  <a:pt x="5967601" y="3869618"/>
                  <a:pt x="5978062" y="3887934"/>
                </a:cubicBezTo>
                <a:cubicBezTo>
                  <a:pt x="5992456" y="3912510"/>
                  <a:pt x="5979813" y="3942032"/>
                  <a:pt x="5949832" y="3953696"/>
                </a:cubicBezTo>
                <a:cubicBezTo>
                  <a:pt x="5920045" y="3965307"/>
                  <a:pt x="5884283" y="3954268"/>
                  <a:pt x="5870418" y="3929224"/>
                </a:cubicBezTo>
                <a:cubicBezTo>
                  <a:pt x="5856803" y="3904413"/>
                  <a:pt x="5869834" y="3875281"/>
                  <a:pt x="5899511" y="3864060"/>
                </a:cubicBezTo>
                <a:cubicBezTo>
                  <a:pt x="5906846" y="3861248"/>
                  <a:pt x="5914551" y="3859808"/>
                  <a:pt x="5922202" y="3859611"/>
                </a:cubicBezTo>
                <a:close/>
                <a:moveTo>
                  <a:pt x="4958" y="3848673"/>
                </a:moveTo>
                <a:cubicBezTo>
                  <a:pt x="6875" y="3848179"/>
                  <a:pt x="7985" y="3848673"/>
                  <a:pt x="7126" y="3849767"/>
                </a:cubicBezTo>
                <a:cubicBezTo>
                  <a:pt x="6596" y="3850861"/>
                  <a:pt x="4570" y="3852188"/>
                  <a:pt x="2568" y="3852735"/>
                </a:cubicBezTo>
                <a:cubicBezTo>
                  <a:pt x="457" y="3853256"/>
                  <a:pt x="-405" y="3852684"/>
                  <a:pt x="177" y="3851564"/>
                </a:cubicBezTo>
                <a:cubicBezTo>
                  <a:pt x="846" y="3850496"/>
                  <a:pt x="2846" y="3849221"/>
                  <a:pt x="4958" y="3848673"/>
                </a:cubicBezTo>
                <a:close/>
                <a:moveTo>
                  <a:pt x="8029648" y="3840176"/>
                </a:moveTo>
                <a:cubicBezTo>
                  <a:pt x="8035838" y="3841833"/>
                  <a:pt x="8042020" y="3845185"/>
                  <a:pt x="8046716" y="3849819"/>
                </a:cubicBezTo>
                <a:cubicBezTo>
                  <a:pt x="8055718" y="3859192"/>
                  <a:pt x="8055857" y="3870333"/>
                  <a:pt x="8046299" y="3874707"/>
                </a:cubicBezTo>
                <a:cubicBezTo>
                  <a:pt x="8036851" y="3879030"/>
                  <a:pt x="8021069" y="3874864"/>
                  <a:pt x="8011954" y="3865413"/>
                </a:cubicBezTo>
                <a:cubicBezTo>
                  <a:pt x="8002841" y="3856146"/>
                  <a:pt x="8003063" y="3845003"/>
                  <a:pt x="8012538" y="3840707"/>
                </a:cubicBezTo>
                <a:cubicBezTo>
                  <a:pt x="8017262" y="3838559"/>
                  <a:pt x="8023459" y="3838520"/>
                  <a:pt x="8029648" y="3840176"/>
                </a:cubicBezTo>
                <a:close/>
                <a:moveTo>
                  <a:pt x="9989078" y="3838260"/>
                </a:moveTo>
                <a:cubicBezTo>
                  <a:pt x="9989968" y="3837766"/>
                  <a:pt x="9991911" y="3838260"/>
                  <a:pt x="9993328" y="3839353"/>
                </a:cubicBezTo>
                <a:cubicBezTo>
                  <a:pt x="9995025" y="3840526"/>
                  <a:pt x="9995357" y="3841697"/>
                  <a:pt x="9994247" y="3842192"/>
                </a:cubicBezTo>
                <a:cubicBezTo>
                  <a:pt x="9993524" y="3842713"/>
                  <a:pt x="9991691" y="3842295"/>
                  <a:pt x="9989968" y="3841124"/>
                </a:cubicBezTo>
                <a:cubicBezTo>
                  <a:pt x="9988828" y="3840109"/>
                  <a:pt x="9988161" y="3838781"/>
                  <a:pt x="9989078" y="3838260"/>
                </a:cubicBezTo>
                <a:close/>
                <a:moveTo>
                  <a:pt x="6277016" y="3816097"/>
                </a:moveTo>
                <a:cubicBezTo>
                  <a:pt x="6302911" y="3815439"/>
                  <a:pt x="6329028" y="3827248"/>
                  <a:pt x="6342345" y="3847711"/>
                </a:cubicBezTo>
                <a:cubicBezTo>
                  <a:pt x="6360406" y="3875307"/>
                  <a:pt x="6348931" y="3908345"/>
                  <a:pt x="6315809" y="3921414"/>
                </a:cubicBezTo>
                <a:cubicBezTo>
                  <a:pt x="6282937" y="3934483"/>
                  <a:pt x="6241535" y="3922169"/>
                  <a:pt x="6223919" y="3894052"/>
                </a:cubicBezTo>
                <a:cubicBezTo>
                  <a:pt x="6206886" y="3866170"/>
                  <a:pt x="6219306" y="3833548"/>
                  <a:pt x="6251678" y="3821052"/>
                </a:cubicBezTo>
                <a:cubicBezTo>
                  <a:pt x="6259778" y="3817921"/>
                  <a:pt x="6268384" y="3816317"/>
                  <a:pt x="6277016" y="3816097"/>
                </a:cubicBezTo>
                <a:close/>
                <a:moveTo>
                  <a:pt x="3440493" y="3808041"/>
                </a:moveTo>
                <a:cubicBezTo>
                  <a:pt x="3446718" y="3810241"/>
                  <a:pt x="3450781" y="3814726"/>
                  <a:pt x="3451295" y="3820973"/>
                </a:cubicBezTo>
                <a:cubicBezTo>
                  <a:pt x="3452045" y="3833444"/>
                  <a:pt x="3438346" y="3848440"/>
                  <a:pt x="3419979" y="3854245"/>
                </a:cubicBezTo>
                <a:cubicBezTo>
                  <a:pt x="3401696" y="3860155"/>
                  <a:pt x="3386052" y="3854506"/>
                  <a:pt x="3385469" y="3841932"/>
                </a:cubicBezTo>
                <a:cubicBezTo>
                  <a:pt x="3384607" y="3829304"/>
                  <a:pt x="3398528" y="3814543"/>
                  <a:pt x="3416728" y="3808816"/>
                </a:cubicBezTo>
                <a:cubicBezTo>
                  <a:pt x="3425884" y="3805926"/>
                  <a:pt x="3434269" y="3805842"/>
                  <a:pt x="3440493" y="3808041"/>
                </a:cubicBezTo>
                <a:close/>
                <a:moveTo>
                  <a:pt x="6643502" y="3788339"/>
                </a:moveTo>
                <a:cubicBezTo>
                  <a:pt x="6654512" y="3791470"/>
                  <a:pt x="6664529" y="3797829"/>
                  <a:pt x="6670864" y="3806680"/>
                </a:cubicBezTo>
                <a:cubicBezTo>
                  <a:pt x="6683980" y="3824618"/>
                  <a:pt x="6677755" y="3845992"/>
                  <a:pt x="6656749" y="3854349"/>
                </a:cubicBezTo>
                <a:cubicBezTo>
                  <a:pt x="6635742" y="3862758"/>
                  <a:pt x="6608595" y="3854739"/>
                  <a:pt x="6595619" y="3836646"/>
                </a:cubicBezTo>
                <a:cubicBezTo>
                  <a:pt x="6582948" y="3818760"/>
                  <a:pt x="6589589" y="3797569"/>
                  <a:pt x="6610179" y="3789368"/>
                </a:cubicBezTo>
                <a:cubicBezTo>
                  <a:pt x="6620488" y="3785306"/>
                  <a:pt x="6632491" y="3785208"/>
                  <a:pt x="6643502" y="3788339"/>
                </a:cubicBezTo>
                <a:close/>
                <a:moveTo>
                  <a:pt x="3121875" y="3750860"/>
                </a:moveTo>
                <a:cubicBezTo>
                  <a:pt x="3127866" y="3753017"/>
                  <a:pt x="3131596" y="3757398"/>
                  <a:pt x="3131749" y="3763490"/>
                </a:cubicBezTo>
                <a:cubicBezTo>
                  <a:pt x="3131721" y="3775725"/>
                  <a:pt x="3117161" y="3790279"/>
                  <a:pt x="3098766" y="3795954"/>
                </a:cubicBezTo>
                <a:cubicBezTo>
                  <a:pt x="3080232" y="3801656"/>
                  <a:pt x="3065394" y="3796319"/>
                  <a:pt x="3065200" y="3783979"/>
                </a:cubicBezTo>
                <a:cubicBezTo>
                  <a:pt x="3065089" y="3771639"/>
                  <a:pt x="3079955" y="3757215"/>
                  <a:pt x="3098433" y="3751566"/>
                </a:cubicBezTo>
                <a:cubicBezTo>
                  <a:pt x="3107630" y="3748767"/>
                  <a:pt x="3115883" y="3748702"/>
                  <a:pt x="3121875" y="3750860"/>
                </a:cubicBezTo>
                <a:close/>
                <a:moveTo>
                  <a:pt x="9283827" y="3749639"/>
                </a:moveTo>
                <a:cubicBezTo>
                  <a:pt x="9285828" y="3748702"/>
                  <a:pt x="9289609" y="3749639"/>
                  <a:pt x="9292108" y="3751697"/>
                </a:cubicBezTo>
                <a:cubicBezTo>
                  <a:pt x="9295025" y="3753856"/>
                  <a:pt x="9295497" y="3756382"/>
                  <a:pt x="9293582" y="3757371"/>
                </a:cubicBezTo>
                <a:cubicBezTo>
                  <a:pt x="9291775" y="3758309"/>
                  <a:pt x="9287829" y="3757371"/>
                  <a:pt x="9285052" y="3755210"/>
                </a:cubicBezTo>
                <a:cubicBezTo>
                  <a:pt x="9282549" y="3753128"/>
                  <a:pt x="9281855" y="3750628"/>
                  <a:pt x="9283827" y="3749639"/>
                </a:cubicBezTo>
                <a:close/>
                <a:moveTo>
                  <a:pt x="8318020" y="3741071"/>
                </a:moveTo>
                <a:cubicBezTo>
                  <a:pt x="8323768" y="3742565"/>
                  <a:pt x="8329597" y="3745604"/>
                  <a:pt x="8334112" y="3749822"/>
                </a:cubicBezTo>
                <a:cubicBezTo>
                  <a:pt x="8343448" y="3758310"/>
                  <a:pt x="8343560" y="3768306"/>
                  <a:pt x="8334862" y="3772238"/>
                </a:cubicBezTo>
                <a:cubicBezTo>
                  <a:pt x="8326192" y="3776169"/>
                  <a:pt x="8312078" y="3772524"/>
                  <a:pt x="8303046" y="3764011"/>
                </a:cubicBezTo>
                <a:cubicBezTo>
                  <a:pt x="8293822" y="3755446"/>
                  <a:pt x="8293822" y="3745448"/>
                  <a:pt x="8302408" y="3741596"/>
                </a:cubicBezTo>
                <a:cubicBezTo>
                  <a:pt x="8306603" y="3739630"/>
                  <a:pt x="8312272" y="3739578"/>
                  <a:pt x="8318020" y="3741071"/>
                </a:cubicBezTo>
                <a:close/>
                <a:moveTo>
                  <a:pt x="6958549" y="3712911"/>
                </a:moveTo>
                <a:cubicBezTo>
                  <a:pt x="6982330" y="3712299"/>
                  <a:pt x="7007916" y="3722896"/>
                  <a:pt x="7022671" y="3741387"/>
                </a:cubicBezTo>
                <a:cubicBezTo>
                  <a:pt x="7042593" y="3766223"/>
                  <a:pt x="7035924" y="3795954"/>
                  <a:pt x="7007416" y="3807669"/>
                </a:cubicBezTo>
                <a:cubicBezTo>
                  <a:pt x="6978823" y="3819437"/>
                  <a:pt x="6939394" y="3808268"/>
                  <a:pt x="6919777" y="3783016"/>
                </a:cubicBezTo>
                <a:cubicBezTo>
                  <a:pt x="6900243" y="3757971"/>
                  <a:pt x="6907578" y="3728734"/>
                  <a:pt x="6935838" y="3717383"/>
                </a:cubicBezTo>
                <a:cubicBezTo>
                  <a:pt x="6942895" y="3714564"/>
                  <a:pt x="6950621" y="3713115"/>
                  <a:pt x="6958549" y="3712911"/>
                </a:cubicBezTo>
                <a:close/>
                <a:moveTo>
                  <a:pt x="2811044" y="3692602"/>
                </a:moveTo>
                <a:cubicBezTo>
                  <a:pt x="2814628" y="3693875"/>
                  <a:pt x="2816789" y="3696465"/>
                  <a:pt x="2816594" y="3700071"/>
                </a:cubicBezTo>
                <a:cubicBezTo>
                  <a:pt x="2816121" y="3707385"/>
                  <a:pt x="2806897" y="3716029"/>
                  <a:pt x="2795476" y="3719310"/>
                </a:cubicBezTo>
                <a:cubicBezTo>
                  <a:pt x="2784084" y="3722772"/>
                  <a:pt x="2775442" y="3719544"/>
                  <a:pt x="2775998" y="3712203"/>
                </a:cubicBezTo>
                <a:cubicBezTo>
                  <a:pt x="2776304" y="3704913"/>
                  <a:pt x="2785779" y="3696322"/>
                  <a:pt x="2796949" y="3693041"/>
                </a:cubicBezTo>
                <a:cubicBezTo>
                  <a:pt x="2802451" y="3691375"/>
                  <a:pt x="2807460" y="3691330"/>
                  <a:pt x="2811044" y="3692602"/>
                </a:cubicBezTo>
                <a:close/>
                <a:moveTo>
                  <a:pt x="10168745" y="3691402"/>
                </a:moveTo>
                <a:cubicBezTo>
                  <a:pt x="10169829" y="3690906"/>
                  <a:pt x="10171496" y="3691402"/>
                  <a:pt x="10173165" y="3692495"/>
                </a:cubicBezTo>
                <a:cubicBezTo>
                  <a:pt x="10174803" y="3693562"/>
                  <a:pt x="10175219" y="3694682"/>
                  <a:pt x="10174331" y="3695124"/>
                </a:cubicBezTo>
                <a:cubicBezTo>
                  <a:pt x="10173441" y="3695593"/>
                  <a:pt x="10171634" y="3695255"/>
                  <a:pt x="10170164" y="3694187"/>
                </a:cubicBezTo>
                <a:cubicBezTo>
                  <a:pt x="10168523" y="3693145"/>
                  <a:pt x="10167886" y="3691922"/>
                  <a:pt x="10168745" y="3691402"/>
                </a:cubicBezTo>
                <a:close/>
                <a:moveTo>
                  <a:pt x="7279096" y="3644994"/>
                </a:moveTo>
                <a:cubicBezTo>
                  <a:pt x="7302426" y="3644434"/>
                  <a:pt x="7328225" y="3654758"/>
                  <a:pt x="7344022" y="3672683"/>
                </a:cubicBezTo>
                <a:cubicBezTo>
                  <a:pt x="7365445" y="3696921"/>
                  <a:pt x="7360805" y="3725818"/>
                  <a:pt x="7333435" y="3737222"/>
                </a:cubicBezTo>
                <a:cubicBezTo>
                  <a:pt x="7305926" y="3748572"/>
                  <a:pt x="7266303" y="3737795"/>
                  <a:pt x="7245186" y="3713192"/>
                </a:cubicBezTo>
                <a:cubicBezTo>
                  <a:pt x="7224457" y="3688928"/>
                  <a:pt x="7229903" y="3660368"/>
                  <a:pt x="7257050" y="3649304"/>
                </a:cubicBezTo>
                <a:cubicBezTo>
                  <a:pt x="7263816" y="3646578"/>
                  <a:pt x="7271319" y="3645181"/>
                  <a:pt x="7279096" y="3644994"/>
                </a:cubicBezTo>
                <a:close/>
                <a:moveTo>
                  <a:pt x="576916" y="3635792"/>
                </a:moveTo>
                <a:cubicBezTo>
                  <a:pt x="578694" y="3635324"/>
                  <a:pt x="579807" y="3635792"/>
                  <a:pt x="579335" y="3636755"/>
                </a:cubicBezTo>
                <a:cubicBezTo>
                  <a:pt x="578721" y="3637797"/>
                  <a:pt x="576833" y="3639046"/>
                  <a:pt x="575278" y="3639515"/>
                </a:cubicBezTo>
                <a:cubicBezTo>
                  <a:pt x="573330" y="3639983"/>
                  <a:pt x="572359" y="3639515"/>
                  <a:pt x="572776" y="3638474"/>
                </a:cubicBezTo>
                <a:cubicBezTo>
                  <a:pt x="573388" y="3637458"/>
                  <a:pt x="575053" y="3636314"/>
                  <a:pt x="576916" y="3635792"/>
                </a:cubicBezTo>
                <a:close/>
                <a:moveTo>
                  <a:pt x="8584830" y="3635050"/>
                </a:moveTo>
                <a:cubicBezTo>
                  <a:pt x="8590560" y="3636489"/>
                  <a:pt x="8596431" y="3639398"/>
                  <a:pt x="8601085" y="3643421"/>
                </a:cubicBezTo>
                <a:cubicBezTo>
                  <a:pt x="8610364" y="3651517"/>
                  <a:pt x="8611087" y="3661098"/>
                  <a:pt x="8603031" y="3664847"/>
                </a:cubicBezTo>
                <a:cubicBezTo>
                  <a:pt x="8594805" y="3668621"/>
                  <a:pt x="8580523" y="3665055"/>
                  <a:pt x="8571215" y="3656906"/>
                </a:cubicBezTo>
                <a:cubicBezTo>
                  <a:pt x="8562073" y="3648835"/>
                  <a:pt x="8561405" y="3639229"/>
                  <a:pt x="8569408" y="3635505"/>
                </a:cubicBezTo>
                <a:cubicBezTo>
                  <a:pt x="8573506" y="3633644"/>
                  <a:pt x="8579099" y="3633612"/>
                  <a:pt x="8584830" y="3635050"/>
                </a:cubicBezTo>
                <a:close/>
                <a:moveTo>
                  <a:pt x="2513359" y="3627931"/>
                </a:moveTo>
                <a:cubicBezTo>
                  <a:pt x="2514971" y="3627514"/>
                  <a:pt x="2516305" y="3627931"/>
                  <a:pt x="2515916" y="3628920"/>
                </a:cubicBezTo>
                <a:cubicBezTo>
                  <a:pt x="2515805" y="3629909"/>
                  <a:pt x="2514527" y="3631159"/>
                  <a:pt x="2512859" y="3631627"/>
                </a:cubicBezTo>
                <a:cubicBezTo>
                  <a:pt x="2511248" y="3632070"/>
                  <a:pt x="2510164" y="3631627"/>
                  <a:pt x="2510164" y="3630586"/>
                </a:cubicBezTo>
                <a:cubicBezTo>
                  <a:pt x="2510470" y="3629597"/>
                  <a:pt x="2511526" y="3628398"/>
                  <a:pt x="2513359" y="3627931"/>
                </a:cubicBezTo>
                <a:close/>
                <a:moveTo>
                  <a:pt x="9497506" y="3619000"/>
                </a:moveTo>
                <a:cubicBezTo>
                  <a:pt x="9500007" y="3617854"/>
                  <a:pt x="9504453" y="3618922"/>
                  <a:pt x="9507648" y="3621447"/>
                </a:cubicBezTo>
                <a:cubicBezTo>
                  <a:pt x="9511121" y="3623973"/>
                  <a:pt x="9512121" y="3626915"/>
                  <a:pt x="9509620" y="3628060"/>
                </a:cubicBezTo>
                <a:cubicBezTo>
                  <a:pt x="9507399" y="3629283"/>
                  <a:pt x="9502536" y="3628138"/>
                  <a:pt x="9499284" y="3625639"/>
                </a:cubicBezTo>
                <a:cubicBezTo>
                  <a:pt x="9495754" y="3623087"/>
                  <a:pt x="9495088" y="3620197"/>
                  <a:pt x="9497506" y="3619000"/>
                </a:cubicBezTo>
                <a:close/>
                <a:moveTo>
                  <a:pt x="11551848" y="3618088"/>
                </a:moveTo>
                <a:cubicBezTo>
                  <a:pt x="11552793" y="3617620"/>
                  <a:pt x="11554684" y="3618037"/>
                  <a:pt x="11556489" y="3619130"/>
                </a:cubicBezTo>
                <a:cubicBezTo>
                  <a:pt x="11558350" y="3620093"/>
                  <a:pt x="11559155" y="3621265"/>
                  <a:pt x="11558379" y="3621733"/>
                </a:cubicBezTo>
                <a:cubicBezTo>
                  <a:pt x="11557848" y="3622203"/>
                  <a:pt x="11555711" y="3621812"/>
                  <a:pt x="11553794" y="3620796"/>
                </a:cubicBezTo>
                <a:cubicBezTo>
                  <a:pt x="11552099" y="3619780"/>
                  <a:pt x="11551181" y="3618610"/>
                  <a:pt x="11551848" y="3618088"/>
                </a:cubicBezTo>
                <a:close/>
                <a:moveTo>
                  <a:pt x="10945463" y="3587187"/>
                </a:moveTo>
                <a:cubicBezTo>
                  <a:pt x="10946296" y="3586718"/>
                  <a:pt x="10948409" y="3587187"/>
                  <a:pt x="10950187" y="3588202"/>
                </a:cubicBezTo>
                <a:cubicBezTo>
                  <a:pt x="10951324" y="3589087"/>
                  <a:pt x="10952159" y="3590310"/>
                  <a:pt x="10951575" y="3590805"/>
                </a:cubicBezTo>
                <a:cubicBezTo>
                  <a:pt x="10950577" y="3591247"/>
                  <a:pt x="10948658" y="3590805"/>
                  <a:pt x="10946963" y="3589894"/>
                </a:cubicBezTo>
                <a:cubicBezTo>
                  <a:pt x="10945379" y="3588879"/>
                  <a:pt x="10944713" y="3587655"/>
                  <a:pt x="10945463" y="3587187"/>
                </a:cubicBezTo>
                <a:close/>
                <a:moveTo>
                  <a:pt x="4903359" y="3582521"/>
                </a:moveTo>
                <a:cubicBezTo>
                  <a:pt x="4926242" y="3581963"/>
                  <a:pt x="4946342" y="3591814"/>
                  <a:pt x="4953156" y="3608899"/>
                </a:cubicBezTo>
                <a:cubicBezTo>
                  <a:pt x="4962048" y="3631966"/>
                  <a:pt x="4943932" y="3659458"/>
                  <a:pt x="4911948" y="3670314"/>
                </a:cubicBezTo>
                <a:cubicBezTo>
                  <a:pt x="4879855" y="3681196"/>
                  <a:pt x="4846956" y="3670938"/>
                  <a:pt x="4838287" y="3647507"/>
                </a:cubicBezTo>
                <a:cubicBezTo>
                  <a:pt x="4829840" y="3624337"/>
                  <a:pt x="4848596" y="3597184"/>
                  <a:pt x="4879939" y="3586666"/>
                </a:cubicBezTo>
                <a:cubicBezTo>
                  <a:pt x="4887796" y="3584050"/>
                  <a:pt x="4895732" y="3582707"/>
                  <a:pt x="4903359" y="3582521"/>
                </a:cubicBezTo>
                <a:close/>
                <a:moveTo>
                  <a:pt x="5245564" y="3578326"/>
                </a:moveTo>
                <a:cubicBezTo>
                  <a:pt x="5269832" y="3577727"/>
                  <a:pt x="5291708" y="3588188"/>
                  <a:pt x="5300128" y="3606425"/>
                </a:cubicBezTo>
                <a:cubicBezTo>
                  <a:pt x="5311853" y="3630923"/>
                  <a:pt x="5294486" y="3660263"/>
                  <a:pt x="5261281" y="3671797"/>
                </a:cubicBezTo>
                <a:cubicBezTo>
                  <a:pt x="5228022" y="3683434"/>
                  <a:pt x="5191815" y="3672395"/>
                  <a:pt x="5180951" y="3647507"/>
                </a:cubicBezTo>
                <a:cubicBezTo>
                  <a:pt x="5170113" y="3622853"/>
                  <a:pt x="5188009" y="3593929"/>
                  <a:pt x="5220908" y="3582734"/>
                </a:cubicBezTo>
                <a:cubicBezTo>
                  <a:pt x="5229119" y="3579955"/>
                  <a:pt x="5237474" y="3578526"/>
                  <a:pt x="5245564" y="3578326"/>
                </a:cubicBezTo>
                <a:close/>
                <a:moveTo>
                  <a:pt x="5587020" y="3567745"/>
                </a:moveTo>
                <a:cubicBezTo>
                  <a:pt x="5610166" y="3567187"/>
                  <a:pt x="5631996" y="3577229"/>
                  <a:pt x="5641290" y="3594607"/>
                </a:cubicBezTo>
                <a:cubicBezTo>
                  <a:pt x="5654100" y="3617907"/>
                  <a:pt x="5639790" y="3645946"/>
                  <a:pt x="5608502" y="3656932"/>
                </a:cubicBezTo>
                <a:cubicBezTo>
                  <a:pt x="5577576" y="3667997"/>
                  <a:pt x="5542315" y="3657505"/>
                  <a:pt x="5530144" y="3633787"/>
                </a:cubicBezTo>
                <a:cubicBezTo>
                  <a:pt x="5518391" y="3610252"/>
                  <a:pt x="5533284" y="3582579"/>
                  <a:pt x="5563849" y="3571956"/>
                </a:cubicBezTo>
                <a:cubicBezTo>
                  <a:pt x="5571442" y="3569294"/>
                  <a:pt x="5579304" y="3567931"/>
                  <a:pt x="5587020" y="3567745"/>
                </a:cubicBezTo>
                <a:close/>
                <a:moveTo>
                  <a:pt x="7582813" y="3566616"/>
                </a:moveTo>
                <a:cubicBezTo>
                  <a:pt x="7606736" y="3566036"/>
                  <a:pt x="7633760" y="3576467"/>
                  <a:pt x="7651203" y="3594528"/>
                </a:cubicBezTo>
                <a:cubicBezTo>
                  <a:pt x="7674654" y="3618949"/>
                  <a:pt x="7671737" y="3648159"/>
                  <a:pt x="7644173" y="3659666"/>
                </a:cubicBezTo>
                <a:cubicBezTo>
                  <a:pt x="7616719" y="3671199"/>
                  <a:pt x="7575623" y="3660291"/>
                  <a:pt x="7552254" y="3635480"/>
                </a:cubicBezTo>
                <a:cubicBezTo>
                  <a:pt x="7529497" y="3610956"/>
                  <a:pt x="7533248" y="3582136"/>
                  <a:pt x="7560396" y="3570993"/>
                </a:cubicBezTo>
                <a:cubicBezTo>
                  <a:pt x="7567211" y="3568227"/>
                  <a:pt x="7574840" y="3566810"/>
                  <a:pt x="7582813" y="3566616"/>
                </a:cubicBezTo>
                <a:close/>
                <a:moveTo>
                  <a:pt x="4566254" y="3566534"/>
                </a:moveTo>
                <a:cubicBezTo>
                  <a:pt x="4592003" y="3565939"/>
                  <a:pt x="4613932" y="3577019"/>
                  <a:pt x="4620247" y="3596273"/>
                </a:cubicBezTo>
                <a:cubicBezTo>
                  <a:pt x="4628582" y="3622150"/>
                  <a:pt x="4606076" y="3653288"/>
                  <a:pt x="4568981" y="3665471"/>
                </a:cubicBezTo>
                <a:cubicBezTo>
                  <a:pt x="4532163" y="3677760"/>
                  <a:pt x="4495374" y="3666070"/>
                  <a:pt x="4487621" y="3639723"/>
                </a:cubicBezTo>
                <a:cubicBezTo>
                  <a:pt x="4479702" y="3613585"/>
                  <a:pt x="4503183" y="3583021"/>
                  <a:pt x="4539666" y="3571150"/>
                </a:cubicBezTo>
                <a:cubicBezTo>
                  <a:pt x="4548662" y="3568227"/>
                  <a:pt x="4557670" y="3566732"/>
                  <a:pt x="4566254" y="3566534"/>
                </a:cubicBezTo>
                <a:close/>
                <a:moveTo>
                  <a:pt x="4234295" y="3545410"/>
                </a:moveTo>
                <a:cubicBezTo>
                  <a:pt x="4260102" y="3544793"/>
                  <a:pt x="4281035" y="3555737"/>
                  <a:pt x="4285808" y="3574794"/>
                </a:cubicBezTo>
                <a:cubicBezTo>
                  <a:pt x="4292504" y="3600489"/>
                  <a:pt x="4267775" y="3631263"/>
                  <a:pt x="4230179" y="3643395"/>
                </a:cubicBezTo>
                <a:cubicBezTo>
                  <a:pt x="4192695" y="3655500"/>
                  <a:pt x="4156850" y="3643993"/>
                  <a:pt x="4151070" y="3617803"/>
                </a:cubicBezTo>
                <a:cubicBezTo>
                  <a:pt x="4145125" y="3592003"/>
                  <a:pt x="4170577" y="3561699"/>
                  <a:pt x="4207283" y="3550009"/>
                </a:cubicBezTo>
                <a:cubicBezTo>
                  <a:pt x="4216550" y="3547107"/>
                  <a:pt x="4225693" y="3545616"/>
                  <a:pt x="4234295" y="3545410"/>
                </a:cubicBezTo>
                <a:close/>
                <a:moveTo>
                  <a:pt x="10324519" y="3545010"/>
                </a:moveTo>
                <a:cubicBezTo>
                  <a:pt x="10325546" y="3544542"/>
                  <a:pt x="10327324" y="3544907"/>
                  <a:pt x="10328741" y="3545870"/>
                </a:cubicBezTo>
                <a:cubicBezTo>
                  <a:pt x="10330409" y="3546937"/>
                  <a:pt x="10331103" y="3548083"/>
                  <a:pt x="10330074" y="3548552"/>
                </a:cubicBezTo>
                <a:cubicBezTo>
                  <a:pt x="10329241" y="3548994"/>
                  <a:pt x="10327408" y="3548552"/>
                  <a:pt x="10325935" y="3547536"/>
                </a:cubicBezTo>
                <a:cubicBezTo>
                  <a:pt x="10324100" y="3546599"/>
                  <a:pt x="10323878" y="3545506"/>
                  <a:pt x="10324519" y="3545010"/>
                </a:cubicBezTo>
                <a:close/>
                <a:moveTo>
                  <a:pt x="5925973" y="3544112"/>
                </a:moveTo>
                <a:cubicBezTo>
                  <a:pt x="5949020" y="3543544"/>
                  <a:pt x="5971339" y="3553458"/>
                  <a:pt x="5981843" y="3570681"/>
                </a:cubicBezTo>
                <a:cubicBezTo>
                  <a:pt x="5996347" y="3593851"/>
                  <a:pt x="5983898" y="3621551"/>
                  <a:pt x="5953834" y="3632486"/>
                </a:cubicBezTo>
                <a:cubicBezTo>
                  <a:pt x="5923742" y="3643446"/>
                  <a:pt x="5888120" y="3633110"/>
                  <a:pt x="5874003" y="3609575"/>
                </a:cubicBezTo>
                <a:cubicBezTo>
                  <a:pt x="5860610" y="3586171"/>
                  <a:pt x="5873475" y="3558809"/>
                  <a:pt x="5903096" y="3548291"/>
                </a:cubicBezTo>
                <a:cubicBezTo>
                  <a:pt x="5910530" y="3545655"/>
                  <a:pt x="5918292" y="3544301"/>
                  <a:pt x="5925973" y="3544112"/>
                </a:cubicBezTo>
                <a:close/>
                <a:moveTo>
                  <a:pt x="2264212" y="3534675"/>
                </a:moveTo>
                <a:cubicBezTo>
                  <a:pt x="2267081" y="3535698"/>
                  <a:pt x="2268630" y="3537786"/>
                  <a:pt x="2268227" y="3540716"/>
                </a:cubicBezTo>
                <a:cubicBezTo>
                  <a:pt x="2267310" y="3546469"/>
                  <a:pt x="2258335" y="3553421"/>
                  <a:pt x="2248943" y="3556049"/>
                </a:cubicBezTo>
                <a:cubicBezTo>
                  <a:pt x="2239357" y="3558705"/>
                  <a:pt x="2232188" y="3556310"/>
                  <a:pt x="2233188" y="3550478"/>
                </a:cubicBezTo>
                <a:cubicBezTo>
                  <a:pt x="2234355" y="3544542"/>
                  <a:pt x="2242802" y="3537721"/>
                  <a:pt x="2252277" y="3535040"/>
                </a:cubicBezTo>
                <a:cubicBezTo>
                  <a:pt x="2257154" y="3533699"/>
                  <a:pt x="2261343" y="3533653"/>
                  <a:pt x="2264212" y="3534675"/>
                </a:cubicBezTo>
                <a:close/>
                <a:moveTo>
                  <a:pt x="8829288" y="3524164"/>
                </a:moveTo>
                <a:cubicBezTo>
                  <a:pt x="8834929" y="3525518"/>
                  <a:pt x="8840757" y="3528284"/>
                  <a:pt x="8845438" y="3532124"/>
                </a:cubicBezTo>
                <a:cubicBezTo>
                  <a:pt x="8854776" y="3539830"/>
                  <a:pt x="8856248" y="3549020"/>
                  <a:pt x="8848439" y="3552639"/>
                </a:cubicBezTo>
                <a:cubicBezTo>
                  <a:pt x="8840549" y="3556232"/>
                  <a:pt x="8826433" y="3552848"/>
                  <a:pt x="8817097" y="3545115"/>
                </a:cubicBezTo>
                <a:cubicBezTo>
                  <a:pt x="8807622" y="3537383"/>
                  <a:pt x="8806205" y="3528193"/>
                  <a:pt x="8814263" y="3524679"/>
                </a:cubicBezTo>
                <a:cubicBezTo>
                  <a:pt x="8818195" y="3522869"/>
                  <a:pt x="8823648" y="3522811"/>
                  <a:pt x="8829288" y="3524164"/>
                </a:cubicBezTo>
                <a:close/>
                <a:moveTo>
                  <a:pt x="3911481" y="3513508"/>
                </a:moveTo>
                <a:cubicBezTo>
                  <a:pt x="3937020" y="3512896"/>
                  <a:pt x="3956995" y="3523728"/>
                  <a:pt x="3960621" y="3542512"/>
                </a:cubicBezTo>
                <a:cubicBezTo>
                  <a:pt x="3965512" y="3567843"/>
                  <a:pt x="3938864" y="3598225"/>
                  <a:pt x="3900741" y="3610148"/>
                </a:cubicBezTo>
                <a:cubicBezTo>
                  <a:pt x="3862424" y="3622150"/>
                  <a:pt x="3827830" y="3610773"/>
                  <a:pt x="3823967" y="3584999"/>
                </a:cubicBezTo>
                <a:cubicBezTo>
                  <a:pt x="3819660" y="3559485"/>
                  <a:pt x="3846863" y="3529599"/>
                  <a:pt x="3884486" y="3518065"/>
                </a:cubicBezTo>
                <a:cubicBezTo>
                  <a:pt x="3893837" y="3515188"/>
                  <a:pt x="3902968" y="3513712"/>
                  <a:pt x="3911481" y="3513508"/>
                </a:cubicBezTo>
                <a:close/>
                <a:moveTo>
                  <a:pt x="6259176" y="3510740"/>
                </a:moveTo>
                <a:cubicBezTo>
                  <a:pt x="6281504" y="3510219"/>
                  <a:pt x="6304110" y="3519777"/>
                  <a:pt x="6315447" y="3536393"/>
                </a:cubicBezTo>
                <a:cubicBezTo>
                  <a:pt x="6330842" y="3558757"/>
                  <a:pt x="6320643" y="3585468"/>
                  <a:pt x="6292523" y="3595986"/>
                </a:cubicBezTo>
                <a:cubicBezTo>
                  <a:pt x="6263737" y="3606503"/>
                  <a:pt x="6228364" y="3596610"/>
                  <a:pt x="6213332" y="3573856"/>
                </a:cubicBezTo>
                <a:cubicBezTo>
                  <a:pt x="6198578" y="3551337"/>
                  <a:pt x="6208969" y="3524964"/>
                  <a:pt x="6237367" y="3514732"/>
                </a:cubicBezTo>
                <a:cubicBezTo>
                  <a:pt x="6244321" y="3512207"/>
                  <a:pt x="6251733" y="3510914"/>
                  <a:pt x="6259176" y="3510740"/>
                </a:cubicBezTo>
                <a:close/>
                <a:moveTo>
                  <a:pt x="9688290" y="3487631"/>
                </a:moveTo>
                <a:cubicBezTo>
                  <a:pt x="9690817" y="3486564"/>
                  <a:pt x="9695346" y="3487580"/>
                  <a:pt x="9698404" y="3489975"/>
                </a:cubicBezTo>
                <a:cubicBezTo>
                  <a:pt x="9701932" y="3492266"/>
                  <a:pt x="9702877" y="3495155"/>
                  <a:pt x="9700598" y="3496275"/>
                </a:cubicBezTo>
                <a:cubicBezTo>
                  <a:pt x="9698653" y="3497369"/>
                  <a:pt x="9693679" y="3496275"/>
                  <a:pt x="9690401" y="3493880"/>
                </a:cubicBezTo>
                <a:cubicBezTo>
                  <a:pt x="9686873" y="3491511"/>
                  <a:pt x="9686344" y="3488699"/>
                  <a:pt x="9688290" y="3487631"/>
                </a:cubicBezTo>
                <a:close/>
                <a:moveTo>
                  <a:pt x="7869218" y="3482818"/>
                </a:moveTo>
                <a:cubicBezTo>
                  <a:pt x="7892662" y="3482242"/>
                  <a:pt x="7919884" y="3492298"/>
                  <a:pt x="7937931" y="3509735"/>
                </a:cubicBezTo>
                <a:cubicBezTo>
                  <a:pt x="7962578" y="3533296"/>
                  <a:pt x="7961439" y="3561438"/>
                  <a:pt x="7935097" y="3572529"/>
                </a:cubicBezTo>
                <a:cubicBezTo>
                  <a:pt x="7908978" y="3583645"/>
                  <a:pt x="7867576" y="3573179"/>
                  <a:pt x="7843346" y="3549202"/>
                </a:cubicBezTo>
                <a:cubicBezTo>
                  <a:pt x="7819366" y="3525485"/>
                  <a:pt x="7821340" y="3497811"/>
                  <a:pt x="7847514" y="3487059"/>
                </a:cubicBezTo>
                <a:cubicBezTo>
                  <a:pt x="7854009" y="3484384"/>
                  <a:pt x="7861404" y="3483010"/>
                  <a:pt x="7869218" y="3482818"/>
                </a:cubicBezTo>
                <a:close/>
                <a:moveTo>
                  <a:pt x="3596828" y="3478741"/>
                </a:moveTo>
                <a:cubicBezTo>
                  <a:pt x="3618312" y="3478243"/>
                  <a:pt x="3634588" y="3487293"/>
                  <a:pt x="3636547" y="3502992"/>
                </a:cubicBezTo>
                <a:cubicBezTo>
                  <a:pt x="3639131" y="3524002"/>
                  <a:pt x="3615179" y="3549125"/>
                  <a:pt x="3582530" y="3559044"/>
                </a:cubicBezTo>
                <a:cubicBezTo>
                  <a:pt x="3549715" y="3568937"/>
                  <a:pt x="3521344" y="3559591"/>
                  <a:pt x="3519288" y="3538268"/>
                </a:cubicBezTo>
                <a:cubicBezTo>
                  <a:pt x="3517370" y="3516998"/>
                  <a:pt x="3541544" y="3492136"/>
                  <a:pt x="3573944" y="3482529"/>
                </a:cubicBezTo>
                <a:cubicBezTo>
                  <a:pt x="3581925" y="3480134"/>
                  <a:pt x="3589666" y="3478907"/>
                  <a:pt x="3596828" y="3478741"/>
                </a:cubicBezTo>
                <a:close/>
                <a:moveTo>
                  <a:pt x="6582675" y="3460609"/>
                </a:moveTo>
                <a:cubicBezTo>
                  <a:pt x="6607653" y="3460031"/>
                  <a:pt x="6633541" y="3470619"/>
                  <a:pt x="6647691" y="3489012"/>
                </a:cubicBezTo>
                <a:cubicBezTo>
                  <a:pt x="6666503" y="3513744"/>
                  <a:pt x="6657472" y="3543448"/>
                  <a:pt x="6626491" y="3555087"/>
                </a:cubicBezTo>
                <a:cubicBezTo>
                  <a:pt x="6595147" y="3566854"/>
                  <a:pt x="6554940" y="3555737"/>
                  <a:pt x="6536156" y="3530536"/>
                </a:cubicBezTo>
                <a:cubicBezTo>
                  <a:pt x="6517483" y="3505621"/>
                  <a:pt x="6527792" y="3476358"/>
                  <a:pt x="6558469" y="3465033"/>
                </a:cubicBezTo>
                <a:cubicBezTo>
                  <a:pt x="6566125" y="3462235"/>
                  <a:pt x="6574349" y="3460802"/>
                  <a:pt x="6582675" y="3460609"/>
                </a:cubicBezTo>
                <a:close/>
                <a:moveTo>
                  <a:pt x="11609700" y="3451184"/>
                </a:moveTo>
                <a:cubicBezTo>
                  <a:pt x="11610423" y="3450741"/>
                  <a:pt x="11612284" y="3451184"/>
                  <a:pt x="11613951" y="3452069"/>
                </a:cubicBezTo>
                <a:cubicBezTo>
                  <a:pt x="11615980" y="3453032"/>
                  <a:pt x="11616645" y="3454204"/>
                  <a:pt x="11616119" y="3454620"/>
                </a:cubicBezTo>
                <a:cubicBezTo>
                  <a:pt x="11615424" y="3455036"/>
                  <a:pt x="11613285" y="3454620"/>
                  <a:pt x="11611617" y="3453657"/>
                </a:cubicBezTo>
                <a:cubicBezTo>
                  <a:pt x="11609728" y="3452720"/>
                  <a:pt x="11608977" y="3451600"/>
                  <a:pt x="11609700" y="3451184"/>
                </a:cubicBezTo>
                <a:close/>
                <a:moveTo>
                  <a:pt x="2011785" y="3446080"/>
                </a:moveTo>
                <a:cubicBezTo>
                  <a:pt x="2019732" y="3443972"/>
                  <a:pt x="2025234" y="3445976"/>
                  <a:pt x="2024456" y="3450636"/>
                </a:cubicBezTo>
                <a:cubicBezTo>
                  <a:pt x="2023455" y="3455271"/>
                  <a:pt x="2016230" y="3460867"/>
                  <a:pt x="2008006" y="3463029"/>
                </a:cubicBezTo>
                <a:cubicBezTo>
                  <a:pt x="2000003" y="3465241"/>
                  <a:pt x="1994362" y="3463133"/>
                  <a:pt x="1995419" y="3458473"/>
                </a:cubicBezTo>
                <a:cubicBezTo>
                  <a:pt x="1996391" y="3453760"/>
                  <a:pt x="2003809" y="3448268"/>
                  <a:pt x="2011785" y="3446080"/>
                </a:cubicBezTo>
                <a:close/>
                <a:moveTo>
                  <a:pt x="1105666" y="3438531"/>
                </a:moveTo>
                <a:cubicBezTo>
                  <a:pt x="1107360" y="3438088"/>
                  <a:pt x="1108333" y="3438531"/>
                  <a:pt x="1107861" y="3439468"/>
                </a:cubicBezTo>
                <a:cubicBezTo>
                  <a:pt x="1107527" y="3440458"/>
                  <a:pt x="1105999" y="3441525"/>
                  <a:pt x="1104609" y="3441889"/>
                </a:cubicBezTo>
                <a:cubicBezTo>
                  <a:pt x="1102442" y="3442410"/>
                  <a:pt x="1101498" y="3441993"/>
                  <a:pt x="1101803" y="3441030"/>
                </a:cubicBezTo>
                <a:cubicBezTo>
                  <a:pt x="1102165" y="3440119"/>
                  <a:pt x="1103998" y="3438973"/>
                  <a:pt x="1105666" y="3438531"/>
                </a:cubicBezTo>
                <a:close/>
                <a:moveTo>
                  <a:pt x="3313789" y="3433506"/>
                </a:moveTo>
                <a:cubicBezTo>
                  <a:pt x="3323525" y="3436696"/>
                  <a:pt x="3329784" y="3443204"/>
                  <a:pt x="3330200" y="3452304"/>
                </a:cubicBezTo>
                <a:cubicBezTo>
                  <a:pt x="3331312" y="3470475"/>
                  <a:pt x="3308777" y="3492344"/>
                  <a:pt x="3279490" y="3500908"/>
                </a:cubicBezTo>
                <a:cubicBezTo>
                  <a:pt x="3250592" y="3509474"/>
                  <a:pt x="3226056" y="3501299"/>
                  <a:pt x="3225584" y="3482841"/>
                </a:cubicBezTo>
                <a:cubicBezTo>
                  <a:pt x="3225001" y="3464436"/>
                  <a:pt x="3247702" y="3442957"/>
                  <a:pt x="3276517" y="3434625"/>
                </a:cubicBezTo>
                <a:cubicBezTo>
                  <a:pt x="3290841" y="3430448"/>
                  <a:pt x="3304053" y="3430318"/>
                  <a:pt x="3313789" y="3433506"/>
                </a:cubicBezTo>
                <a:close/>
                <a:moveTo>
                  <a:pt x="11041355" y="3430409"/>
                </a:moveTo>
                <a:cubicBezTo>
                  <a:pt x="11042049" y="3429940"/>
                  <a:pt x="11044076" y="3430356"/>
                  <a:pt x="11045661" y="3431267"/>
                </a:cubicBezTo>
                <a:cubicBezTo>
                  <a:pt x="11047190" y="3432231"/>
                  <a:pt x="11047967" y="3433298"/>
                  <a:pt x="11047245" y="3433793"/>
                </a:cubicBezTo>
                <a:cubicBezTo>
                  <a:pt x="11046467" y="3434209"/>
                  <a:pt x="11044411" y="3433741"/>
                  <a:pt x="11042884" y="3432803"/>
                </a:cubicBezTo>
                <a:cubicBezTo>
                  <a:pt x="11041381" y="3431893"/>
                  <a:pt x="11040744" y="3430851"/>
                  <a:pt x="11041355" y="3430409"/>
                </a:cubicBezTo>
                <a:close/>
                <a:moveTo>
                  <a:pt x="9051445" y="3411325"/>
                </a:moveTo>
                <a:cubicBezTo>
                  <a:pt x="9056318" y="3412458"/>
                  <a:pt x="9061383" y="3414762"/>
                  <a:pt x="9065425" y="3417964"/>
                </a:cubicBezTo>
                <a:cubicBezTo>
                  <a:pt x="9073983" y="3424368"/>
                  <a:pt x="9075651" y="3431996"/>
                  <a:pt x="9069120" y="3435042"/>
                </a:cubicBezTo>
                <a:cubicBezTo>
                  <a:pt x="9062313" y="3437983"/>
                  <a:pt x="9050087" y="3435172"/>
                  <a:pt x="9041973" y="3428768"/>
                </a:cubicBezTo>
                <a:cubicBezTo>
                  <a:pt x="9033470" y="3422259"/>
                  <a:pt x="9032053" y="3414683"/>
                  <a:pt x="9038611" y="3411715"/>
                </a:cubicBezTo>
                <a:cubicBezTo>
                  <a:pt x="9041890" y="3410231"/>
                  <a:pt x="9046571" y="3410193"/>
                  <a:pt x="9051445" y="3411325"/>
                </a:cubicBezTo>
                <a:close/>
                <a:moveTo>
                  <a:pt x="6895053" y="3404006"/>
                </a:moveTo>
                <a:cubicBezTo>
                  <a:pt x="6921077" y="3403393"/>
                  <a:pt x="6948946" y="3414312"/>
                  <a:pt x="6965013" y="3433272"/>
                </a:cubicBezTo>
                <a:cubicBezTo>
                  <a:pt x="6986687" y="3458864"/>
                  <a:pt x="6978990" y="3489479"/>
                  <a:pt x="6947341" y="3501560"/>
                </a:cubicBezTo>
                <a:cubicBezTo>
                  <a:pt x="6915859" y="3513639"/>
                  <a:pt x="6872595" y="3502237"/>
                  <a:pt x="6851338" y="3476202"/>
                </a:cubicBezTo>
                <a:cubicBezTo>
                  <a:pt x="6830332" y="3450377"/>
                  <a:pt x="6838890" y="3420281"/>
                  <a:pt x="6870150" y="3408591"/>
                </a:cubicBezTo>
                <a:cubicBezTo>
                  <a:pt x="6877909" y="3405695"/>
                  <a:pt x="6886379" y="3404210"/>
                  <a:pt x="6895053" y="3404006"/>
                </a:cubicBezTo>
                <a:close/>
                <a:moveTo>
                  <a:pt x="10457559" y="3399766"/>
                </a:moveTo>
                <a:cubicBezTo>
                  <a:pt x="10458198" y="3399323"/>
                  <a:pt x="10459893" y="3399688"/>
                  <a:pt x="10461504" y="3400678"/>
                </a:cubicBezTo>
                <a:cubicBezTo>
                  <a:pt x="10463143" y="3401614"/>
                  <a:pt x="10463449" y="3402656"/>
                  <a:pt x="10462588" y="3403073"/>
                </a:cubicBezTo>
                <a:cubicBezTo>
                  <a:pt x="10461949" y="3403489"/>
                  <a:pt x="10460254" y="3403125"/>
                  <a:pt x="10458642" y="3402187"/>
                </a:cubicBezTo>
                <a:cubicBezTo>
                  <a:pt x="10457004" y="3401198"/>
                  <a:pt x="10456530" y="3400209"/>
                  <a:pt x="10457559" y="3399766"/>
                </a:cubicBezTo>
                <a:close/>
                <a:moveTo>
                  <a:pt x="8137471" y="3394273"/>
                </a:moveTo>
                <a:cubicBezTo>
                  <a:pt x="8159540" y="3393751"/>
                  <a:pt x="8185870" y="3403040"/>
                  <a:pt x="8203793" y="3419109"/>
                </a:cubicBezTo>
                <a:cubicBezTo>
                  <a:pt x="8227994" y="3440848"/>
                  <a:pt x="8228606" y="3466856"/>
                  <a:pt x="8204626" y="3477061"/>
                </a:cubicBezTo>
                <a:cubicBezTo>
                  <a:pt x="8180119" y="3487267"/>
                  <a:pt x="8140745" y="3477557"/>
                  <a:pt x="8116821" y="3455453"/>
                </a:cubicBezTo>
                <a:cubicBezTo>
                  <a:pt x="8093119" y="3433689"/>
                  <a:pt x="8093425" y="3408045"/>
                  <a:pt x="8117293" y="3398178"/>
                </a:cubicBezTo>
                <a:cubicBezTo>
                  <a:pt x="8123233" y="3395711"/>
                  <a:pt x="8130115" y="3394447"/>
                  <a:pt x="8137471" y="3394273"/>
                </a:cubicBezTo>
                <a:close/>
                <a:moveTo>
                  <a:pt x="3030551" y="3373215"/>
                </a:moveTo>
                <a:cubicBezTo>
                  <a:pt x="3039735" y="3376258"/>
                  <a:pt x="3045445" y="3382428"/>
                  <a:pt x="3045389" y="3391019"/>
                </a:cubicBezTo>
                <a:cubicBezTo>
                  <a:pt x="3045110" y="3408279"/>
                  <a:pt x="3022187" y="3429029"/>
                  <a:pt x="2993956" y="3437099"/>
                </a:cubicBezTo>
                <a:cubicBezTo>
                  <a:pt x="2965364" y="3445247"/>
                  <a:pt x="2942550" y="3437515"/>
                  <a:pt x="2943023" y="3419995"/>
                </a:cubicBezTo>
                <a:cubicBezTo>
                  <a:pt x="2943357" y="3402604"/>
                  <a:pt x="2966642" y="3382141"/>
                  <a:pt x="2994873" y="3374175"/>
                </a:cubicBezTo>
                <a:cubicBezTo>
                  <a:pt x="3008710" y="3370256"/>
                  <a:pt x="3021367" y="3370172"/>
                  <a:pt x="3030551" y="3373215"/>
                </a:cubicBezTo>
                <a:close/>
                <a:moveTo>
                  <a:pt x="1791715" y="3356211"/>
                </a:moveTo>
                <a:cubicBezTo>
                  <a:pt x="1793300" y="3355794"/>
                  <a:pt x="1794494" y="3356211"/>
                  <a:pt x="1794327" y="3357122"/>
                </a:cubicBezTo>
                <a:cubicBezTo>
                  <a:pt x="1793882" y="3357929"/>
                  <a:pt x="1792716" y="3359048"/>
                  <a:pt x="1790910" y="3359465"/>
                </a:cubicBezTo>
                <a:cubicBezTo>
                  <a:pt x="1789326" y="3359881"/>
                  <a:pt x="1788186" y="3359465"/>
                  <a:pt x="1788603" y="3358606"/>
                </a:cubicBezTo>
                <a:cubicBezTo>
                  <a:pt x="1788825" y="3357695"/>
                  <a:pt x="1790381" y="3356627"/>
                  <a:pt x="1791715" y="3356211"/>
                </a:cubicBezTo>
                <a:close/>
                <a:moveTo>
                  <a:pt x="9856090" y="3355611"/>
                </a:moveTo>
                <a:cubicBezTo>
                  <a:pt x="9858369" y="3354570"/>
                  <a:pt x="9862815" y="3355481"/>
                  <a:pt x="9866094" y="3357798"/>
                </a:cubicBezTo>
                <a:cubicBezTo>
                  <a:pt x="9869540" y="3359960"/>
                  <a:pt x="9870430" y="3362693"/>
                  <a:pt x="9868346" y="3363708"/>
                </a:cubicBezTo>
                <a:cubicBezTo>
                  <a:pt x="9866122" y="3364697"/>
                  <a:pt x="9861676" y="3363760"/>
                  <a:pt x="9858397" y="3361547"/>
                </a:cubicBezTo>
                <a:cubicBezTo>
                  <a:pt x="9855063" y="3359204"/>
                  <a:pt x="9854285" y="3356601"/>
                  <a:pt x="9856090" y="3355611"/>
                </a:cubicBezTo>
                <a:close/>
                <a:moveTo>
                  <a:pt x="7194338" y="3340553"/>
                </a:moveTo>
                <a:cubicBezTo>
                  <a:pt x="7220447" y="3339951"/>
                  <a:pt x="7249200" y="3350783"/>
                  <a:pt x="7266498" y="3369567"/>
                </a:cubicBezTo>
                <a:cubicBezTo>
                  <a:pt x="7289783" y="3394871"/>
                  <a:pt x="7284087" y="3425305"/>
                  <a:pt x="7253410" y="3437177"/>
                </a:cubicBezTo>
                <a:cubicBezTo>
                  <a:pt x="7222095" y="3449205"/>
                  <a:pt x="7178025" y="3437854"/>
                  <a:pt x="7155157" y="3412003"/>
                </a:cubicBezTo>
                <a:cubicBezTo>
                  <a:pt x="7132122" y="3386541"/>
                  <a:pt x="7139124" y="3356601"/>
                  <a:pt x="7169634" y="3345094"/>
                </a:cubicBezTo>
                <a:cubicBezTo>
                  <a:pt x="7177226" y="3342224"/>
                  <a:pt x="7185636" y="3340753"/>
                  <a:pt x="7194338" y="3340553"/>
                </a:cubicBezTo>
                <a:close/>
                <a:moveTo>
                  <a:pt x="944337" y="3321142"/>
                </a:moveTo>
                <a:cubicBezTo>
                  <a:pt x="945781" y="3320726"/>
                  <a:pt x="947170" y="3321064"/>
                  <a:pt x="946587" y="3321872"/>
                </a:cubicBezTo>
                <a:cubicBezTo>
                  <a:pt x="946254" y="3322861"/>
                  <a:pt x="944475" y="3323876"/>
                  <a:pt x="942836" y="3324292"/>
                </a:cubicBezTo>
                <a:cubicBezTo>
                  <a:pt x="941391" y="3324683"/>
                  <a:pt x="940252" y="3324292"/>
                  <a:pt x="940780" y="3323381"/>
                </a:cubicBezTo>
                <a:cubicBezTo>
                  <a:pt x="941252" y="3322549"/>
                  <a:pt x="942669" y="3321533"/>
                  <a:pt x="944337" y="3321142"/>
                </a:cubicBezTo>
                <a:close/>
                <a:moveTo>
                  <a:pt x="4966286" y="3306123"/>
                </a:moveTo>
                <a:cubicBezTo>
                  <a:pt x="4986910" y="3305655"/>
                  <a:pt x="5005124" y="3314022"/>
                  <a:pt x="5011397" y="3328510"/>
                </a:cubicBezTo>
                <a:cubicBezTo>
                  <a:pt x="5019678" y="3348088"/>
                  <a:pt x="5003895" y="3371414"/>
                  <a:pt x="4975303" y="3380579"/>
                </a:cubicBezTo>
                <a:cubicBezTo>
                  <a:pt x="4946599" y="3389795"/>
                  <a:pt x="4916784" y="3381047"/>
                  <a:pt x="4908671" y="3361157"/>
                </a:cubicBezTo>
                <a:cubicBezTo>
                  <a:pt x="4900502" y="3341605"/>
                  <a:pt x="4916867" y="3318565"/>
                  <a:pt x="4945209" y="3309635"/>
                </a:cubicBezTo>
                <a:cubicBezTo>
                  <a:pt x="4952267" y="3307416"/>
                  <a:pt x="4959410" y="3306278"/>
                  <a:pt x="4966286" y="3306123"/>
                </a:cubicBezTo>
                <a:close/>
                <a:moveTo>
                  <a:pt x="8407718" y="3305880"/>
                </a:moveTo>
                <a:cubicBezTo>
                  <a:pt x="8421307" y="3309069"/>
                  <a:pt x="8435088" y="3315532"/>
                  <a:pt x="8445869" y="3324501"/>
                </a:cubicBezTo>
                <a:cubicBezTo>
                  <a:pt x="8467459" y="3342647"/>
                  <a:pt x="8468988" y="3364359"/>
                  <a:pt x="8448954" y="3372820"/>
                </a:cubicBezTo>
                <a:cubicBezTo>
                  <a:pt x="8428641" y="3381386"/>
                  <a:pt x="8394853" y="3373263"/>
                  <a:pt x="8373180" y="3354909"/>
                </a:cubicBezTo>
                <a:cubicBezTo>
                  <a:pt x="8351840" y="3336659"/>
                  <a:pt x="8350728" y="3315181"/>
                  <a:pt x="8370734" y="3306901"/>
                </a:cubicBezTo>
                <a:cubicBezTo>
                  <a:pt x="8380738" y="3302775"/>
                  <a:pt x="8394132" y="3302691"/>
                  <a:pt x="8407718" y="3305880"/>
                </a:cubicBezTo>
                <a:close/>
                <a:moveTo>
                  <a:pt x="2766120" y="3303940"/>
                </a:moveTo>
                <a:cubicBezTo>
                  <a:pt x="2774935" y="3306882"/>
                  <a:pt x="2780124" y="3312863"/>
                  <a:pt x="2779665" y="3321195"/>
                </a:cubicBezTo>
                <a:cubicBezTo>
                  <a:pt x="2778693" y="3337986"/>
                  <a:pt x="2754824" y="3358033"/>
                  <a:pt x="2726316" y="3365895"/>
                </a:cubicBezTo>
                <a:cubicBezTo>
                  <a:pt x="2697751" y="3373758"/>
                  <a:pt x="2675716" y="3366312"/>
                  <a:pt x="2677216" y="3349311"/>
                </a:cubicBezTo>
                <a:cubicBezTo>
                  <a:pt x="2678523" y="3332442"/>
                  <a:pt x="2702586" y="3312577"/>
                  <a:pt x="2730817" y="3304923"/>
                </a:cubicBezTo>
                <a:cubicBezTo>
                  <a:pt x="2744864" y="3301097"/>
                  <a:pt x="2757305" y="3300999"/>
                  <a:pt x="2766120" y="3303940"/>
                </a:cubicBezTo>
                <a:close/>
                <a:moveTo>
                  <a:pt x="5288531" y="3303023"/>
                </a:moveTo>
                <a:cubicBezTo>
                  <a:pt x="5309971" y="3302530"/>
                  <a:pt x="5329477" y="3311263"/>
                  <a:pt x="5337168" y="3326453"/>
                </a:cubicBezTo>
                <a:cubicBezTo>
                  <a:pt x="5347504" y="3346812"/>
                  <a:pt x="5332471" y="3371284"/>
                  <a:pt x="5303462" y="3380813"/>
                </a:cubicBezTo>
                <a:cubicBezTo>
                  <a:pt x="5273980" y="3390419"/>
                  <a:pt x="5242470" y="3381256"/>
                  <a:pt x="5232051" y="3360558"/>
                </a:cubicBezTo>
                <a:cubicBezTo>
                  <a:pt x="5222269" y="3340017"/>
                  <a:pt x="5238136" y="3315962"/>
                  <a:pt x="5266812" y="3306694"/>
                </a:cubicBezTo>
                <a:cubicBezTo>
                  <a:pt x="5274023" y="3304377"/>
                  <a:pt x="5281384" y="3303187"/>
                  <a:pt x="5288531" y="3303023"/>
                </a:cubicBezTo>
                <a:close/>
                <a:moveTo>
                  <a:pt x="5610354" y="3292908"/>
                </a:moveTo>
                <a:cubicBezTo>
                  <a:pt x="5630798" y="3292454"/>
                  <a:pt x="5650085" y="3300777"/>
                  <a:pt x="5658463" y="3315207"/>
                </a:cubicBezTo>
                <a:cubicBezTo>
                  <a:pt x="5669606" y="3334602"/>
                  <a:pt x="5656796" y="3357799"/>
                  <a:pt x="5629759" y="3366911"/>
                </a:cubicBezTo>
                <a:cubicBezTo>
                  <a:pt x="5602723" y="3376048"/>
                  <a:pt x="5571268" y="3367405"/>
                  <a:pt x="5560543" y="3347672"/>
                </a:cubicBezTo>
                <a:cubicBezTo>
                  <a:pt x="5549678" y="3328172"/>
                  <a:pt x="5562877" y="3305288"/>
                  <a:pt x="5589885" y="3296384"/>
                </a:cubicBezTo>
                <a:cubicBezTo>
                  <a:pt x="5596596" y="3294185"/>
                  <a:pt x="5603539" y="3293059"/>
                  <a:pt x="5610354" y="3292908"/>
                </a:cubicBezTo>
                <a:close/>
                <a:moveTo>
                  <a:pt x="4648366" y="3292631"/>
                </a:moveTo>
                <a:cubicBezTo>
                  <a:pt x="4671288" y="3292116"/>
                  <a:pt x="4690831" y="3301376"/>
                  <a:pt x="4696853" y="3317445"/>
                </a:cubicBezTo>
                <a:cubicBezTo>
                  <a:pt x="4704578" y="3339080"/>
                  <a:pt x="4684627" y="3364984"/>
                  <a:pt x="4652423" y="3375137"/>
                </a:cubicBezTo>
                <a:cubicBezTo>
                  <a:pt x="4619663" y="3385394"/>
                  <a:pt x="4587374" y="3375658"/>
                  <a:pt x="4579900" y="3353711"/>
                </a:cubicBezTo>
                <a:cubicBezTo>
                  <a:pt x="4572620" y="3331895"/>
                  <a:pt x="4592626" y="3306407"/>
                  <a:pt x="4624692" y="3296514"/>
                </a:cubicBezTo>
                <a:cubicBezTo>
                  <a:pt x="4632709" y="3294060"/>
                  <a:pt x="4640726" y="3292803"/>
                  <a:pt x="4648366" y="3292631"/>
                </a:cubicBezTo>
                <a:close/>
                <a:moveTo>
                  <a:pt x="9250397" y="3292398"/>
                </a:moveTo>
                <a:cubicBezTo>
                  <a:pt x="9255901" y="3293624"/>
                  <a:pt x="9261723" y="3296123"/>
                  <a:pt x="9266572" y="3299612"/>
                </a:cubicBezTo>
                <a:cubicBezTo>
                  <a:pt x="9276075" y="3306615"/>
                  <a:pt x="9278299" y="3314921"/>
                  <a:pt x="9271184" y="3318174"/>
                </a:cubicBezTo>
                <a:cubicBezTo>
                  <a:pt x="9263959" y="3321403"/>
                  <a:pt x="9250317" y="3318330"/>
                  <a:pt x="9240563" y="3311276"/>
                </a:cubicBezTo>
                <a:cubicBezTo>
                  <a:pt x="9230894" y="3304246"/>
                  <a:pt x="9228977" y="3296046"/>
                  <a:pt x="9236118" y="3292817"/>
                </a:cubicBezTo>
                <a:cubicBezTo>
                  <a:pt x="9239703" y="3291216"/>
                  <a:pt x="9244892" y="3291171"/>
                  <a:pt x="9250397" y="3292398"/>
                </a:cubicBezTo>
                <a:close/>
                <a:moveTo>
                  <a:pt x="11649073" y="3289563"/>
                </a:moveTo>
                <a:cubicBezTo>
                  <a:pt x="11649600" y="3289146"/>
                  <a:pt x="11651768" y="3289563"/>
                  <a:pt x="11653381" y="3290448"/>
                </a:cubicBezTo>
                <a:cubicBezTo>
                  <a:pt x="11654741" y="3291255"/>
                  <a:pt x="11655574" y="3292323"/>
                  <a:pt x="11654880" y="3292739"/>
                </a:cubicBezTo>
                <a:cubicBezTo>
                  <a:pt x="11654408" y="3293130"/>
                  <a:pt x="11652409" y="3292739"/>
                  <a:pt x="11650825" y="3291880"/>
                </a:cubicBezTo>
                <a:cubicBezTo>
                  <a:pt x="11649212" y="3290995"/>
                  <a:pt x="11648434" y="3289953"/>
                  <a:pt x="11649073" y="3289563"/>
                </a:cubicBezTo>
                <a:close/>
                <a:moveTo>
                  <a:pt x="4346271" y="3287816"/>
                </a:moveTo>
                <a:cubicBezTo>
                  <a:pt x="4355072" y="3290429"/>
                  <a:pt x="4361581" y="3295734"/>
                  <a:pt x="4363637" y="3303127"/>
                </a:cubicBezTo>
                <a:cubicBezTo>
                  <a:pt x="4368194" y="3318098"/>
                  <a:pt x="4353134" y="3335827"/>
                  <a:pt x="4330266" y="3342778"/>
                </a:cubicBezTo>
                <a:cubicBezTo>
                  <a:pt x="4307258" y="3349729"/>
                  <a:pt x="4285307" y="3343194"/>
                  <a:pt x="4281277" y="3328120"/>
                </a:cubicBezTo>
                <a:cubicBezTo>
                  <a:pt x="4277333" y="3313098"/>
                  <a:pt x="4292420" y="3295500"/>
                  <a:pt x="4315149" y="3288653"/>
                </a:cubicBezTo>
                <a:cubicBezTo>
                  <a:pt x="4326376" y="3285281"/>
                  <a:pt x="4337469" y="3285203"/>
                  <a:pt x="4346271" y="3287816"/>
                </a:cubicBezTo>
                <a:close/>
                <a:moveTo>
                  <a:pt x="11116935" y="3277274"/>
                </a:moveTo>
                <a:cubicBezTo>
                  <a:pt x="11117434" y="3276884"/>
                  <a:pt x="11119378" y="3277274"/>
                  <a:pt x="11120962" y="3278160"/>
                </a:cubicBezTo>
                <a:cubicBezTo>
                  <a:pt x="11122630" y="3279019"/>
                  <a:pt x="11123213" y="3280009"/>
                  <a:pt x="11122685" y="3280425"/>
                </a:cubicBezTo>
                <a:cubicBezTo>
                  <a:pt x="11121768" y="3280816"/>
                  <a:pt x="11120018" y="3280503"/>
                  <a:pt x="11118491" y="3279592"/>
                </a:cubicBezTo>
                <a:cubicBezTo>
                  <a:pt x="11116795" y="3278681"/>
                  <a:pt x="11116213" y="3277666"/>
                  <a:pt x="11116935" y="3277274"/>
                </a:cubicBezTo>
                <a:close/>
                <a:moveTo>
                  <a:pt x="5947367" y="3277096"/>
                </a:moveTo>
                <a:cubicBezTo>
                  <a:pt x="5958544" y="3280074"/>
                  <a:pt x="5968172" y="3286127"/>
                  <a:pt x="5973590" y="3294561"/>
                </a:cubicBezTo>
                <a:cubicBezTo>
                  <a:pt x="5984621" y="3311666"/>
                  <a:pt x="5974896" y="3331973"/>
                  <a:pt x="5951611" y="3339913"/>
                </a:cubicBezTo>
                <a:cubicBezTo>
                  <a:pt x="5928242" y="3347932"/>
                  <a:pt x="5899984" y="3340382"/>
                  <a:pt x="5889203" y="3323069"/>
                </a:cubicBezTo>
                <a:cubicBezTo>
                  <a:pt x="5878643" y="3306016"/>
                  <a:pt x="5888730" y="3285867"/>
                  <a:pt x="5911849" y="3278082"/>
                </a:cubicBezTo>
                <a:cubicBezTo>
                  <a:pt x="5923464" y="3274216"/>
                  <a:pt x="5936190" y="3274118"/>
                  <a:pt x="5947367" y="3277096"/>
                </a:cubicBezTo>
                <a:close/>
                <a:moveTo>
                  <a:pt x="7479060" y="3271053"/>
                </a:moveTo>
                <a:cubicBezTo>
                  <a:pt x="7504175" y="3270498"/>
                  <a:pt x="7532595" y="3280803"/>
                  <a:pt x="7550559" y="3298649"/>
                </a:cubicBezTo>
                <a:cubicBezTo>
                  <a:pt x="7574705" y="3322861"/>
                  <a:pt x="7570843" y="3351629"/>
                  <a:pt x="7541751" y="3362980"/>
                </a:cubicBezTo>
                <a:cubicBezTo>
                  <a:pt x="7512575" y="3374356"/>
                  <a:pt x="7469256" y="3363631"/>
                  <a:pt x="7445470" y="3339054"/>
                </a:cubicBezTo>
                <a:cubicBezTo>
                  <a:pt x="7421852" y="3314790"/>
                  <a:pt x="7426298" y="3286335"/>
                  <a:pt x="7455557" y="3275349"/>
                </a:cubicBezTo>
                <a:cubicBezTo>
                  <a:pt x="7462684" y="3272629"/>
                  <a:pt x="7470689" y="3271237"/>
                  <a:pt x="7479060" y="3271053"/>
                </a:cubicBezTo>
                <a:close/>
                <a:moveTo>
                  <a:pt x="10568565" y="3256499"/>
                </a:moveTo>
                <a:cubicBezTo>
                  <a:pt x="10569427" y="3256082"/>
                  <a:pt x="10571289" y="3256499"/>
                  <a:pt x="10572679" y="3257306"/>
                </a:cubicBezTo>
                <a:cubicBezTo>
                  <a:pt x="10574039" y="3258191"/>
                  <a:pt x="10574568" y="3259155"/>
                  <a:pt x="10573790" y="3259571"/>
                </a:cubicBezTo>
                <a:cubicBezTo>
                  <a:pt x="10573012" y="3259987"/>
                  <a:pt x="10571095" y="3259597"/>
                  <a:pt x="10569731" y="3258790"/>
                </a:cubicBezTo>
                <a:cubicBezTo>
                  <a:pt x="10568539" y="3257905"/>
                  <a:pt x="10567649" y="3256890"/>
                  <a:pt x="10568565" y="3256499"/>
                </a:cubicBezTo>
                <a:close/>
                <a:moveTo>
                  <a:pt x="1596375" y="3253376"/>
                </a:moveTo>
                <a:cubicBezTo>
                  <a:pt x="1599738" y="3252543"/>
                  <a:pt x="1601684" y="3253324"/>
                  <a:pt x="1601072" y="3255068"/>
                </a:cubicBezTo>
                <a:cubicBezTo>
                  <a:pt x="1600488" y="3256709"/>
                  <a:pt x="1597598" y="3258791"/>
                  <a:pt x="1594347" y="3259598"/>
                </a:cubicBezTo>
                <a:cubicBezTo>
                  <a:pt x="1591096" y="3260405"/>
                  <a:pt x="1589179" y="3259598"/>
                  <a:pt x="1590013" y="3257906"/>
                </a:cubicBezTo>
                <a:cubicBezTo>
                  <a:pt x="1590346" y="3256187"/>
                  <a:pt x="1593264" y="3254157"/>
                  <a:pt x="1596375" y="3253376"/>
                </a:cubicBezTo>
                <a:close/>
                <a:moveTo>
                  <a:pt x="4046736" y="3251638"/>
                </a:moveTo>
                <a:cubicBezTo>
                  <a:pt x="4057297" y="3254814"/>
                  <a:pt x="4064808" y="3261277"/>
                  <a:pt x="4066738" y="3270298"/>
                </a:cubicBezTo>
                <a:cubicBezTo>
                  <a:pt x="4071017" y="3288418"/>
                  <a:pt x="4051428" y="3310157"/>
                  <a:pt x="4022669" y="3318670"/>
                </a:cubicBezTo>
                <a:cubicBezTo>
                  <a:pt x="3994076" y="3327208"/>
                  <a:pt x="3967624" y="3319087"/>
                  <a:pt x="3963568" y="3300654"/>
                </a:cubicBezTo>
                <a:cubicBezTo>
                  <a:pt x="3960121" y="3282404"/>
                  <a:pt x="3980016" y="3260952"/>
                  <a:pt x="4008415" y="3252699"/>
                </a:cubicBezTo>
                <a:cubicBezTo>
                  <a:pt x="4022558" y="3248573"/>
                  <a:pt x="4036173" y="3248462"/>
                  <a:pt x="4046736" y="3251638"/>
                </a:cubicBezTo>
                <a:close/>
                <a:moveTo>
                  <a:pt x="6242664" y="3236014"/>
                </a:moveTo>
                <a:cubicBezTo>
                  <a:pt x="6264123" y="3235519"/>
                  <a:pt x="6285827" y="3244160"/>
                  <a:pt x="6296747" y="3259155"/>
                </a:cubicBezTo>
                <a:cubicBezTo>
                  <a:pt x="6311529" y="3279410"/>
                  <a:pt x="6301638" y="3303622"/>
                  <a:pt x="6274185" y="3313072"/>
                </a:cubicBezTo>
                <a:cubicBezTo>
                  <a:pt x="6246871" y="3322653"/>
                  <a:pt x="6212832" y="3313645"/>
                  <a:pt x="6198216" y="3293078"/>
                </a:cubicBezTo>
                <a:cubicBezTo>
                  <a:pt x="6183795" y="3272771"/>
                  <a:pt x="6194660" y="3248898"/>
                  <a:pt x="6221696" y="3239656"/>
                </a:cubicBezTo>
                <a:cubicBezTo>
                  <a:pt x="6228386" y="3237359"/>
                  <a:pt x="6235511" y="3236179"/>
                  <a:pt x="6242664" y="3236014"/>
                </a:cubicBezTo>
                <a:close/>
                <a:moveTo>
                  <a:pt x="2513808" y="3232991"/>
                </a:moveTo>
                <a:cubicBezTo>
                  <a:pt x="2520758" y="3235315"/>
                  <a:pt x="2524627" y="3240046"/>
                  <a:pt x="2523835" y="3246632"/>
                </a:cubicBezTo>
                <a:cubicBezTo>
                  <a:pt x="2522251" y="3259883"/>
                  <a:pt x="2502383" y="3275687"/>
                  <a:pt x="2479182" y="3281857"/>
                </a:cubicBezTo>
                <a:cubicBezTo>
                  <a:pt x="2456035" y="3288052"/>
                  <a:pt x="2438669" y="3282195"/>
                  <a:pt x="2440558" y="3268840"/>
                </a:cubicBezTo>
                <a:cubicBezTo>
                  <a:pt x="2442281" y="3255458"/>
                  <a:pt x="2462370" y="3239864"/>
                  <a:pt x="2485295" y="3233797"/>
                </a:cubicBezTo>
                <a:cubicBezTo>
                  <a:pt x="2496827" y="3230752"/>
                  <a:pt x="2506857" y="3230668"/>
                  <a:pt x="2513808" y="3232991"/>
                </a:cubicBezTo>
                <a:close/>
                <a:moveTo>
                  <a:pt x="10001582" y="3223592"/>
                </a:moveTo>
                <a:cubicBezTo>
                  <a:pt x="10003556" y="3222629"/>
                  <a:pt x="10007946" y="3223592"/>
                  <a:pt x="10011114" y="3225649"/>
                </a:cubicBezTo>
                <a:cubicBezTo>
                  <a:pt x="10014587" y="3227810"/>
                  <a:pt x="10015724" y="3230336"/>
                  <a:pt x="10013586" y="3231272"/>
                </a:cubicBezTo>
                <a:cubicBezTo>
                  <a:pt x="10011586" y="3232236"/>
                  <a:pt x="10007305" y="3231325"/>
                  <a:pt x="10003999" y="3229216"/>
                </a:cubicBezTo>
                <a:cubicBezTo>
                  <a:pt x="10000747" y="3227081"/>
                  <a:pt x="9999248" y="3224530"/>
                  <a:pt x="10001582" y="3223592"/>
                </a:cubicBezTo>
                <a:close/>
                <a:moveTo>
                  <a:pt x="3749569" y="3215418"/>
                </a:moveTo>
                <a:cubicBezTo>
                  <a:pt x="3758829" y="3218242"/>
                  <a:pt x="3765185" y="3223982"/>
                  <a:pt x="3766339" y="3231975"/>
                </a:cubicBezTo>
                <a:cubicBezTo>
                  <a:pt x="3769034" y="3248116"/>
                  <a:pt x="3750084" y="3267460"/>
                  <a:pt x="3723798" y="3274984"/>
                </a:cubicBezTo>
                <a:cubicBezTo>
                  <a:pt x="3697706" y="3282533"/>
                  <a:pt x="3674477" y="3275348"/>
                  <a:pt x="3671976" y="3258998"/>
                </a:cubicBezTo>
                <a:cubicBezTo>
                  <a:pt x="3669975" y="3242806"/>
                  <a:pt x="3689203" y="3223722"/>
                  <a:pt x="3715378" y="3216354"/>
                </a:cubicBezTo>
                <a:cubicBezTo>
                  <a:pt x="3728146" y="3212684"/>
                  <a:pt x="3740310" y="3212593"/>
                  <a:pt x="3749569" y="3215418"/>
                </a:cubicBezTo>
                <a:close/>
                <a:moveTo>
                  <a:pt x="8634596" y="3209212"/>
                </a:moveTo>
                <a:cubicBezTo>
                  <a:pt x="8646322" y="3211871"/>
                  <a:pt x="8658394" y="3217280"/>
                  <a:pt x="8668106" y="3224816"/>
                </a:cubicBezTo>
                <a:cubicBezTo>
                  <a:pt x="8687445" y="3240124"/>
                  <a:pt x="8689834" y="3258322"/>
                  <a:pt x="8672857" y="3265456"/>
                </a:cubicBezTo>
                <a:cubicBezTo>
                  <a:pt x="8656157" y="3272537"/>
                  <a:pt x="8626593" y="3265795"/>
                  <a:pt x="8607143" y="3250382"/>
                </a:cubicBezTo>
                <a:cubicBezTo>
                  <a:pt x="8588054" y="3235074"/>
                  <a:pt x="8586331" y="3217085"/>
                  <a:pt x="8603170" y="3210107"/>
                </a:cubicBezTo>
                <a:cubicBezTo>
                  <a:pt x="8611491" y="3206645"/>
                  <a:pt x="8622869" y="3206554"/>
                  <a:pt x="8634596" y="3209212"/>
                </a:cubicBezTo>
                <a:close/>
                <a:moveTo>
                  <a:pt x="805988" y="3201828"/>
                </a:moveTo>
                <a:cubicBezTo>
                  <a:pt x="807767" y="3201464"/>
                  <a:pt x="808657" y="3201828"/>
                  <a:pt x="808183" y="3202661"/>
                </a:cubicBezTo>
                <a:cubicBezTo>
                  <a:pt x="807739" y="3203494"/>
                  <a:pt x="806128" y="3204536"/>
                  <a:pt x="804516" y="3204874"/>
                </a:cubicBezTo>
                <a:cubicBezTo>
                  <a:pt x="802876" y="3205265"/>
                  <a:pt x="801876" y="3204874"/>
                  <a:pt x="802209" y="3204015"/>
                </a:cubicBezTo>
                <a:cubicBezTo>
                  <a:pt x="802903" y="3203207"/>
                  <a:pt x="804405" y="3202245"/>
                  <a:pt x="805988" y="3201828"/>
                </a:cubicBezTo>
                <a:close/>
                <a:moveTo>
                  <a:pt x="6547267" y="3191928"/>
                </a:moveTo>
                <a:cubicBezTo>
                  <a:pt x="6569917" y="3191426"/>
                  <a:pt x="6593383" y="3200442"/>
                  <a:pt x="6606095" y="3216121"/>
                </a:cubicBezTo>
                <a:cubicBezTo>
                  <a:pt x="6622822" y="3237234"/>
                  <a:pt x="6614236" y="3262462"/>
                  <a:pt x="6586117" y="3272355"/>
                </a:cubicBezTo>
                <a:cubicBezTo>
                  <a:pt x="6557886" y="3282378"/>
                  <a:pt x="6521318" y="3272953"/>
                  <a:pt x="6504591" y="3251501"/>
                </a:cubicBezTo>
                <a:cubicBezTo>
                  <a:pt x="6488030" y="3230283"/>
                  <a:pt x="6497561" y="3205342"/>
                  <a:pt x="6525319" y="3195710"/>
                </a:cubicBezTo>
                <a:cubicBezTo>
                  <a:pt x="6532259" y="3193322"/>
                  <a:pt x="6539717" y="3192096"/>
                  <a:pt x="6547267" y="3191928"/>
                </a:cubicBezTo>
                <a:close/>
                <a:moveTo>
                  <a:pt x="7745218" y="3191273"/>
                </a:moveTo>
                <a:cubicBezTo>
                  <a:pt x="7771331" y="3190652"/>
                  <a:pt x="7801451" y="3201113"/>
                  <a:pt x="7821145" y="3219349"/>
                </a:cubicBezTo>
                <a:cubicBezTo>
                  <a:pt x="7847514" y="3243795"/>
                  <a:pt x="7845430" y="3273214"/>
                  <a:pt x="7815949" y="3284825"/>
                </a:cubicBezTo>
                <a:cubicBezTo>
                  <a:pt x="7786467" y="3296462"/>
                  <a:pt x="7740842" y="3285424"/>
                  <a:pt x="7714833" y="3260457"/>
                </a:cubicBezTo>
                <a:cubicBezTo>
                  <a:pt x="7688742" y="3235725"/>
                  <a:pt x="7691798" y="3206853"/>
                  <a:pt x="7720974" y="3195710"/>
                </a:cubicBezTo>
                <a:cubicBezTo>
                  <a:pt x="7728254" y="3192918"/>
                  <a:pt x="7736514" y="3191480"/>
                  <a:pt x="7745218" y="3191273"/>
                </a:cubicBezTo>
                <a:close/>
                <a:moveTo>
                  <a:pt x="9427933" y="3175113"/>
                </a:moveTo>
                <a:cubicBezTo>
                  <a:pt x="9432639" y="3176145"/>
                  <a:pt x="9437669" y="3178228"/>
                  <a:pt x="9441961" y="3181131"/>
                </a:cubicBezTo>
                <a:cubicBezTo>
                  <a:pt x="9450186" y="3186911"/>
                  <a:pt x="9452575" y="3193810"/>
                  <a:pt x="9446601" y="3196439"/>
                </a:cubicBezTo>
                <a:cubicBezTo>
                  <a:pt x="9440571" y="3199121"/>
                  <a:pt x="9428791" y="3196647"/>
                  <a:pt x="9420204" y="3190816"/>
                </a:cubicBezTo>
                <a:cubicBezTo>
                  <a:pt x="9411813" y="3185011"/>
                  <a:pt x="9409867" y="3178111"/>
                  <a:pt x="9415843" y="3175404"/>
                </a:cubicBezTo>
                <a:cubicBezTo>
                  <a:pt x="9418844" y="3174102"/>
                  <a:pt x="9423226" y="3174082"/>
                  <a:pt x="9427933" y="3175113"/>
                </a:cubicBezTo>
                <a:close/>
                <a:moveTo>
                  <a:pt x="3468693" y="3166978"/>
                </a:moveTo>
                <a:cubicBezTo>
                  <a:pt x="3477713" y="3169727"/>
                  <a:pt x="3483652" y="3175339"/>
                  <a:pt x="3484360" y="3183188"/>
                </a:cubicBezTo>
                <a:cubicBezTo>
                  <a:pt x="3486083" y="3198964"/>
                  <a:pt x="3466048" y="3217839"/>
                  <a:pt x="3439484" y="3225232"/>
                </a:cubicBezTo>
                <a:cubicBezTo>
                  <a:pt x="3413310" y="3232652"/>
                  <a:pt x="3390692" y="3225544"/>
                  <a:pt x="3389358" y="3209587"/>
                </a:cubicBezTo>
                <a:cubicBezTo>
                  <a:pt x="3388052" y="3193731"/>
                  <a:pt x="3408698" y="3175117"/>
                  <a:pt x="3434539" y="3167931"/>
                </a:cubicBezTo>
                <a:cubicBezTo>
                  <a:pt x="3447571" y="3164339"/>
                  <a:pt x="3459671" y="3164228"/>
                  <a:pt x="3468693" y="3166978"/>
                </a:cubicBezTo>
                <a:close/>
                <a:moveTo>
                  <a:pt x="2281234" y="3155486"/>
                </a:moveTo>
                <a:cubicBezTo>
                  <a:pt x="2286455" y="3157224"/>
                  <a:pt x="2289303" y="3160746"/>
                  <a:pt x="2288538" y="3165640"/>
                </a:cubicBezTo>
                <a:cubicBezTo>
                  <a:pt x="2286621" y="3175507"/>
                  <a:pt x="2270921" y="3187300"/>
                  <a:pt x="2253305" y="3191908"/>
                </a:cubicBezTo>
                <a:cubicBezTo>
                  <a:pt x="2235467" y="3196491"/>
                  <a:pt x="2222407" y="3192090"/>
                  <a:pt x="2224074" y="3182198"/>
                </a:cubicBezTo>
                <a:cubicBezTo>
                  <a:pt x="2225991" y="3172305"/>
                  <a:pt x="2242218" y="3160563"/>
                  <a:pt x="2259696" y="3156034"/>
                </a:cubicBezTo>
                <a:cubicBezTo>
                  <a:pt x="2268422" y="3153795"/>
                  <a:pt x="2276014" y="3153750"/>
                  <a:pt x="2281234" y="3155486"/>
                </a:cubicBezTo>
                <a:close/>
                <a:moveTo>
                  <a:pt x="1423071" y="3148614"/>
                </a:moveTo>
                <a:cubicBezTo>
                  <a:pt x="1425933" y="3147911"/>
                  <a:pt x="1428045" y="3148614"/>
                  <a:pt x="1427406" y="3150280"/>
                </a:cubicBezTo>
                <a:cubicBezTo>
                  <a:pt x="1426906" y="3151868"/>
                  <a:pt x="1423905" y="3153821"/>
                  <a:pt x="1421015" y="3154549"/>
                </a:cubicBezTo>
                <a:cubicBezTo>
                  <a:pt x="1417736" y="3155356"/>
                  <a:pt x="1415541" y="3154602"/>
                  <a:pt x="1416320" y="3152935"/>
                </a:cubicBezTo>
                <a:cubicBezTo>
                  <a:pt x="1416820" y="3151321"/>
                  <a:pt x="1419737" y="3149421"/>
                  <a:pt x="1423071" y="3148614"/>
                </a:cubicBezTo>
                <a:close/>
                <a:moveTo>
                  <a:pt x="6841430" y="3141532"/>
                </a:moveTo>
                <a:cubicBezTo>
                  <a:pt x="6863749" y="3141012"/>
                  <a:pt x="6887455" y="3149799"/>
                  <a:pt x="6901187" y="3165146"/>
                </a:cubicBezTo>
                <a:cubicBezTo>
                  <a:pt x="6919304" y="3185765"/>
                  <a:pt x="6912274" y="3210497"/>
                  <a:pt x="6885321" y="3220130"/>
                </a:cubicBezTo>
                <a:cubicBezTo>
                  <a:pt x="6858091" y="3229893"/>
                  <a:pt x="6821162" y="3220677"/>
                  <a:pt x="6803407" y="3199641"/>
                </a:cubicBezTo>
                <a:cubicBezTo>
                  <a:pt x="6785595" y="3178944"/>
                  <a:pt x="6793237" y="3154603"/>
                  <a:pt x="6819995" y="3145256"/>
                </a:cubicBezTo>
                <a:cubicBezTo>
                  <a:pt x="6826706" y="3142913"/>
                  <a:pt x="6833991" y="3141705"/>
                  <a:pt x="6841430" y="3141532"/>
                </a:cubicBezTo>
                <a:close/>
                <a:moveTo>
                  <a:pt x="11671525" y="3133541"/>
                </a:moveTo>
                <a:cubicBezTo>
                  <a:pt x="11672386" y="3133150"/>
                  <a:pt x="11673942" y="3133541"/>
                  <a:pt x="11675638" y="3134321"/>
                </a:cubicBezTo>
                <a:cubicBezTo>
                  <a:pt x="11677388" y="3135128"/>
                  <a:pt x="11677888" y="3136091"/>
                  <a:pt x="11677276" y="3136430"/>
                </a:cubicBezTo>
                <a:cubicBezTo>
                  <a:pt x="11676692" y="3136847"/>
                  <a:pt x="11675054" y="3136456"/>
                  <a:pt x="11673303" y="3135649"/>
                </a:cubicBezTo>
                <a:cubicBezTo>
                  <a:pt x="11671580" y="3134894"/>
                  <a:pt x="11670886" y="3133931"/>
                  <a:pt x="11671525" y="3133541"/>
                </a:cubicBezTo>
                <a:close/>
                <a:moveTo>
                  <a:pt x="11173728" y="3128281"/>
                </a:moveTo>
                <a:cubicBezTo>
                  <a:pt x="11174451" y="3127943"/>
                  <a:pt x="11176119" y="3128281"/>
                  <a:pt x="11177815" y="3129114"/>
                </a:cubicBezTo>
                <a:cubicBezTo>
                  <a:pt x="11179232" y="3129896"/>
                  <a:pt x="11179842" y="3130885"/>
                  <a:pt x="11179232" y="3131249"/>
                </a:cubicBezTo>
                <a:cubicBezTo>
                  <a:pt x="11178481" y="3131614"/>
                  <a:pt x="11176815" y="3131249"/>
                  <a:pt x="11175341" y="3130469"/>
                </a:cubicBezTo>
                <a:cubicBezTo>
                  <a:pt x="11173703" y="3129635"/>
                  <a:pt x="11173201" y="3128672"/>
                  <a:pt x="11173728" y="3128281"/>
                </a:cubicBezTo>
                <a:close/>
                <a:moveTo>
                  <a:pt x="3190201" y="3121411"/>
                </a:moveTo>
                <a:cubicBezTo>
                  <a:pt x="3195471" y="3123068"/>
                  <a:pt x="3198770" y="3126419"/>
                  <a:pt x="3198909" y="3131041"/>
                </a:cubicBezTo>
                <a:cubicBezTo>
                  <a:pt x="3199131" y="3140360"/>
                  <a:pt x="3186627" y="3151399"/>
                  <a:pt x="3170705" y="3155695"/>
                </a:cubicBezTo>
                <a:cubicBezTo>
                  <a:pt x="3154673" y="3160069"/>
                  <a:pt x="3141585" y="3155955"/>
                  <a:pt x="3141307" y="3146557"/>
                </a:cubicBezTo>
                <a:cubicBezTo>
                  <a:pt x="3140946" y="3137289"/>
                  <a:pt x="3153673" y="3126224"/>
                  <a:pt x="3169677" y="3121954"/>
                </a:cubicBezTo>
                <a:cubicBezTo>
                  <a:pt x="3177694" y="3119793"/>
                  <a:pt x="3184932" y="3119754"/>
                  <a:pt x="3190201" y="3121411"/>
                </a:cubicBezTo>
                <a:close/>
                <a:moveTo>
                  <a:pt x="10655316" y="3113599"/>
                </a:moveTo>
                <a:cubicBezTo>
                  <a:pt x="10657316" y="3112687"/>
                  <a:pt x="10661651" y="3113546"/>
                  <a:pt x="10665152" y="3115551"/>
                </a:cubicBezTo>
                <a:cubicBezTo>
                  <a:pt x="10668820" y="3117581"/>
                  <a:pt x="10670237" y="3119977"/>
                  <a:pt x="10668347" y="3120940"/>
                </a:cubicBezTo>
                <a:cubicBezTo>
                  <a:pt x="10666624" y="3121851"/>
                  <a:pt x="10662206" y="3120992"/>
                  <a:pt x="10658511" y="3118884"/>
                </a:cubicBezTo>
                <a:cubicBezTo>
                  <a:pt x="10654787" y="3116879"/>
                  <a:pt x="10653592" y="3114510"/>
                  <a:pt x="10655316" y="3113599"/>
                </a:cubicBezTo>
                <a:close/>
                <a:moveTo>
                  <a:pt x="7994566" y="3108094"/>
                </a:moveTo>
                <a:cubicBezTo>
                  <a:pt x="8020164" y="3107527"/>
                  <a:pt x="8050063" y="3117588"/>
                  <a:pt x="8070445" y="3135102"/>
                </a:cubicBezTo>
                <a:cubicBezTo>
                  <a:pt x="8097593" y="3158638"/>
                  <a:pt x="8097398" y="3186963"/>
                  <a:pt x="8069084" y="3198079"/>
                </a:cubicBezTo>
                <a:cubicBezTo>
                  <a:pt x="8040798" y="3209248"/>
                  <a:pt x="7995477" y="3198652"/>
                  <a:pt x="7968330" y="3174700"/>
                </a:cubicBezTo>
                <a:cubicBezTo>
                  <a:pt x="7941571" y="3150853"/>
                  <a:pt x="7943044" y="3123022"/>
                  <a:pt x="7970914" y="3112322"/>
                </a:cubicBezTo>
                <a:cubicBezTo>
                  <a:pt x="7977979" y="3109653"/>
                  <a:pt x="7986033" y="3108283"/>
                  <a:pt x="7994566" y="3108094"/>
                </a:cubicBezTo>
                <a:close/>
                <a:moveTo>
                  <a:pt x="8840776" y="3107336"/>
                </a:moveTo>
                <a:cubicBezTo>
                  <a:pt x="8851442" y="3109647"/>
                  <a:pt x="8862501" y="3114379"/>
                  <a:pt x="8871476" y="3121018"/>
                </a:cubicBezTo>
                <a:cubicBezTo>
                  <a:pt x="8889258" y="3134320"/>
                  <a:pt x="8891955" y="3150228"/>
                  <a:pt x="8877117" y="3156450"/>
                </a:cubicBezTo>
                <a:cubicBezTo>
                  <a:pt x="8862334" y="3162698"/>
                  <a:pt x="8835769" y="3156762"/>
                  <a:pt x="8817875" y="3143329"/>
                </a:cubicBezTo>
                <a:cubicBezTo>
                  <a:pt x="8799899" y="3129921"/>
                  <a:pt x="8797731" y="3114275"/>
                  <a:pt x="8812430" y="3108183"/>
                </a:cubicBezTo>
                <a:cubicBezTo>
                  <a:pt x="8819835" y="3105136"/>
                  <a:pt x="8830109" y="3105025"/>
                  <a:pt x="8840776" y="3107336"/>
                </a:cubicBezTo>
                <a:close/>
                <a:moveTo>
                  <a:pt x="10123231" y="3091235"/>
                </a:moveTo>
                <a:cubicBezTo>
                  <a:pt x="10125871" y="3089933"/>
                  <a:pt x="10132122" y="3091157"/>
                  <a:pt x="10136568" y="3093942"/>
                </a:cubicBezTo>
                <a:cubicBezTo>
                  <a:pt x="10141043" y="3096703"/>
                  <a:pt x="10142793" y="3099982"/>
                  <a:pt x="10139957" y="3101310"/>
                </a:cubicBezTo>
                <a:cubicBezTo>
                  <a:pt x="10137320" y="3102560"/>
                  <a:pt x="10131095" y="3101336"/>
                  <a:pt x="10126761" y="3098603"/>
                </a:cubicBezTo>
                <a:cubicBezTo>
                  <a:pt x="10121926" y="3095791"/>
                  <a:pt x="10120620" y="3092537"/>
                  <a:pt x="10123231" y="3091235"/>
                </a:cubicBezTo>
                <a:close/>
                <a:moveTo>
                  <a:pt x="7144601" y="3087674"/>
                </a:moveTo>
                <a:cubicBezTo>
                  <a:pt x="7158388" y="3090948"/>
                  <a:pt x="7171413" y="3097639"/>
                  <a:pt x="7180499" y="3107011"/>
                </a:cubicBezTo>
                <a:cubicBezTo>
                  <a:pt x="7198365" y="3125886"/>
                  <a:pt x="7193586" y="3148484"/>
                  <a:pt x="7168911" y="3157309"/>
                </a:cubicBezTo>
                <a:cubicBezTo>
                  <a:pt x="7144348" y="3166213"/>
                  <a:pt x="7109698" y="3157751"/>
                  <a:pt x="7092082" y="3138616"/>
                </a:cubicBezTo>
                <a:cubicBezTo>
                  <a:pt x="7074104" y="3119664"/>
                  <a:pt x="7079633" y="3097404"/>
                  <a:pt x="7104141" y="3088839"/>
                </a:cubicBezTo>
                <a:cubicBezTo>
                  <a:pt x="7116270" y="3084544"/>
                  <a:pt x="7130816" y="3084400"/>
                  <a:pt x="7144601" y="3087674"/>
                </a:cubicBezTo>
                <a:close/>
                <a:moveTo>
                  <a:pt x="689757" y="3081654"/>
                </a:moveTo>
                <a:cubicBezTo>
                  <a:pt x="691314" y="3081263"/>
                  <a:pt x="692453" y="3081680"/>
                  <a:pt x="691731" y="3082487"/>
                </a:cubicBezTo>
                <a:cubicBezTo>
                  <a:pt x="691398" y="3083294"/>
                  <a:pt x="689869" y="3084153"/>
                  <a:pt x="688091" y="3084517"/>
                </a:cubicBezTo>
                <a:cubicBezTo>
                  <a:pt x="686508" y="3084882"/>
                  <a:pt x="685645" y="3084595"/>
                  <a:pt x="686034" y="3083788"/>
                </a:cubicBezTo>
                <a:cubicBezTo>
                  <a:pt x="686508" y="3083060"/>
                  <a:pt x="688284" y="3082044"/>
                  <a:pt x="689757" y="3081654"/>
                </a:cubicBezTo>
                <a:close/>
                <a:moveTo>
                  <a:pt x="5034169" y="3070117"/>
                </a:moveTo>
                <a:cubicBezTo>
                  <a:pt x="5042144" y="3072288"/>
                  <a:pt x="5048521" y="3076681"/>
                  <a:pt x="5051410" y="3082774"/>
                </a:cubicBezTo>
                <a:cubicBezTo>
                  <a:pt x="5057218" y="3095035"/>
                  <a:pt x="5046548" y="3109640"/>
                  <a:pt x="5027708" y="3115421"/>
                </a:cubicBezTo>
                <a:cubicBezTo>
                  <a:pt x="5008868" y="3121148"/>
                  <a:pt x="4988668" y="3115732"/>
                  <a:pt x="4983084" y="3103289"/>
                </a:cubicBezTo>
                <a:cubicBezTo>
                  <a:pt x="4977664" y="3091000"/>
                  <a:pt x="4988307" y="3076447"/>
                  <a:pt x="5007341" y="3070798"/>
                </a:cubicBezTo>
                <a:cubicBezTo>
                  <a:pt x="5016622" y="3067999"/>
                  <a:pt x="5026194" y="3067947"/>
                  <a:pt x="5034169" y="3070117"/>
                </a:cubicBezTo>
                <a:close/>
                <a:moveTo>
                  <a:pt x="2076795" y="3067163"/>
                </a:moveTo>
                <a:cubicBezTo>
                  <a:pt x="2081814" y="3068825"/>
                  <a:pt x="2084363" y="3072217"/>
                  <a:pt x="2083197" y="3076942"/>
                </a:cubicBezTo>
                <a:cubicBezTo>
                  <a:pt x="2081223" y="3086418"/>
                  <a:pt x="2065135" y="3097665"/>
                  <a:pt x="2047573" y="3102117"/>
                </a:cubicBezTo>
                <a:cubicBezTo>
                  <a:pt x="2029901" y="3106516"/>
                  <a:pt x="2017342" y="3102351"/>
                  <a:pt x="2019676" y="3092823"/>
                </a:cubicBezTo>
                <a:cubicBezTo>
                  <a:pt x="2021843" y="3083268"/>
                  <a:pt x="2037848" y="3072073"/>
                  <a:pt x="2055576" y="3067751"/>
                </a:cubicBezTo>
                <a:cubicBezTo>
                  <a:pt x="2064288" y="3065565"/>
                  <a:pt x="2071776" y="3065500"/>
                  <a:pt x="2076795" y="3067163"/>
                </a:cubicBezTo>
                <a:close/>
                <a:moveTo>
                  <a:pt x="5340612" y="3066464"/>
                </a:moveTo>
                <a:cubicBezTo>
                  <a:pt x="5349566" y="3068826"/>
                  <a:pt x="5356923" y="3073623"/>
                  <a:pt x="5360479" y="3080300"/>
                </a:cubicBezTo>
                <a:cubicBezTo>
                  <a:pt x="5367732" y="3093812"/>
                  <a:pt x="5357368" y="3109797"/>
                  <a:pt x="5337111" y="3116072"/>
                </a:cubicBezTo>
                <a:cubicBezTo>
                  <a:pt x="5316938" y="3122372"/>
                  <a:pt x="5294709" y="3116410"/>
                  <a:pt x="5287373" y="3102847"/>
                </a:cubicBezTo>
                <a:cubicBezTo>
                  <a:pt x="5280399" y="3089283"/>
                  <a:pt x="5291013" y="3073401"/>
                  <a:pt x="5311158" y="3067231"/>
                </a:cubicBezTo>
                <a:cubicBezTo>
                  <a:pt x="5321106" y="3064172"/>
                  <a:pt x="5331658" y="3064102"/>
                  <a:pt x="5340612" y="3066464"/>
                </a:cubicBezTo>
                <a:close/>
                <a:moveTo>
                  <a:pt x="4733672" y="3059450"/>
                </a:moveTo>
                <a:cubicBezTo>
                  <a:pt x="4742236" y="3061797"/>
                  <a:pt x="4748843" y="3066581"/>
                  <a:pt x="4751483" y="3073271"/>
                </a:cubicBezTo>
                <a:cubicBezTo>
                  <a:pt x="4756678" y="3086679"/>
                  <a:pt x="4744174" y="3102689"/>
                  <a:pt x="4722862" y="3108937"/>
                </a:cubicBezTo>
                <a:cubicBezTo>
                  <a:pt x="4701828" y="3115212"/>
                  <a:pt x="4680349" y="3109250"/>
                  <a:pt x="4675375" y="3095712"/>
                </a:cubicBezTo>
                <a:cubicBezTo>
                  <a:pt x="4670041" y="3082201"/>
                  <a:pt x="4682906" y="3066398"/>
                  <a:pt x="4704106" y="3060253"/>
                </a:cubicBezTo>
                <a:cubicBezTo>
                  <a:pt x="4714582" y="3057195"/>
                  <a:pt x="4725106" y="3057104"/>
                  <a:pt x="4733672" y="3059450"/>
                </a:cubicBezTo>
                <a:close/>
                <a:moveTo>
                  <a:pt x="9583708" y="3055448"/>
                </a:moveTo>
                <a:cubicBezTo>
                  <a:pt x="9588319" y="3056407"/>
                  <a:pt x="9593273" y="3058367"/>
                  <a:pt x="9597538" y="3061113"/>
                </a:cubicBezTo>
                <a:cubicBezTo>
                  <a:pt x="9605708" y="3066581"/>
                  <a:pt x="9607930" y="3073036"/>
                  <a:pt x="9602373" y="3075588"/>
                </a:cubicBezTo>
                <a:cubicBezTo>
                  <a:pt x="9596456" y="3078166"/>
                  <a:pt x="9585091" y="3075797"/>
                  <a:pt x="9576726" y="3070330"/>
                </a:cubicBezTo>
                <a:cubicBezTo>
                  <a:pt x="9568168" y="3064810"/>
                  <a:pt x="9566223" y="3058302"/>
                  <a:pt x="9571920" y="3055776"/>
                </a:cubicBezTo>
                <a:cubicBezTo>
                  <a:pt x="9574824" y="3054526"/>
                  <a:pt x="9579096" y="3054488"/>
                  <a:pt x="9583708" y="3055448"/>
                </a:cubicBezTo>
                <a:close/>
                <a:moveTo>
                  <a:pt x="5645497" y="3055070"/>
                </a:moveTo>
                <a:cubicBezTo>
                  <a:pt x="5654558" y="3057403"/>
                  <a:pt x="5662185" y="3062167"/>
                  <a:pt x="5666243" y="3068845"/>
                </a:cubicBezTo>
                <a:cubicBezTo>
                  <a:pt x="5674718" y="3082201"/>
                  <a:pt x="5665299" y="3098211"/>
                  <a:pt x="5645459" y="3104382"/>
                </a:cubicBezTo>
                <a:cubicBezTo>
                  <a:pt x="5625675" y="3110682"/>
                  <a:pt x="5602862" y="3104798"/>
                  <a:pt x="5594971" y="3091260"/>
                </a:cubicBezTo>
                <a:cubicBezTo>
                  <a:pt x="5586941" y="3077800"/>
                  <a:pt x="5596638" y="3061972"/>
                  <a:pt x="5616144" y="3055880"/>
                </a:cubicBezTo>
                <a:cubicBezTo>
                  <a:pt x="5625939" y="3052834"/>
                  <a:pt x="5636434" y="3052737"/>
                  <a:pt x="5645497" y="3055070"/>
                </a:cubicBezTo>
                <a:close/>
                <a:moveTo>
                  <a:pt x="4429905" y="3049134"/>
                </a:moveTo>
                <a:cubicBezTo>
                  <a:pt x="4435570" y="3050706"/>
                  <a:pt x="4439772" y="3053915"/>
                  <a:pt x="4441189" y="3058405"/>
                </a:cubicBezTo>
                <a:cubicBezTo>
                  <a:pt x="4444218" y="3067414"/>
                  <a:pt x="4434770" y="3078140"/>
                  <a:pt x="4420211" y="3082305"/>
                </a:cubicBezTo>
                <a:cubicBezTo>
                  <a:pt x="4405706" y="3086496"/>
                  <a:pt x="4391868" y="3082539"/>
                  <a:pt x="4388896" y="3073453"/>
                </a:cubicBezTo>
                <a:cubicBezTo>
                  <a:pt x="4386172" y="3064419"/>
                  <a:pt x="4395647" y="3053797"/>
                  <a:pt x="4409846" y="3049685"/>
                </a:cubicBezTo>
                <a:cubicBezTo>
                  <a:pt x="4417113" y="3047628"/>
                  <a:pt x="4424240" y="3047562"/>
                  <a:pt x="4429905" y="3049134"/>
                </a:cubicBezTo>
                <a:close/>
                <a:moveTo>
                  <a:pt x="2950831" y="3048763"/>
                </a:moveTo>
                <a:cubicBezTo>
                  <a:pt x="2958445" y="3051096"/>
                  <a:pt x="2963099" y="3055854"/>
                  <a:pt x="2962890" y="3062492"/>
                </a:cubicBezTo>
                <a:cubicBezTo>
                  <a:pt x="2962640" y="3075822"/>
                  <a:pt x="2943245" y="3091729"/>
                  <a:pt x="2919543" y="3097977"/>
                </a:cubicBezTo>
                <a:cubicBezTo>
                  <a:pt x="2895869" y="3104225"/>
                  <a:pt x="2876947" y="3098289"/>
                  <a:pt x="2877668" y="3084804"/>
                </a:cubicBezTo>
                <a:cubicBezTo>
                  <a:pt x="2878141" y="3071449"/>
                  <a:pt x="2897481" y="3055672"/>
                  <a:pt x="2921016" y="3049580"/>
                </a:cubicBezTo>
                <a:cubicBezTo>
                  <a:pt x="2932645" y="3046521"/>
                  <a:pt x="2943218" y="3046430"/>
                  <a:pt x="2950831" y="3048763"/>
                </a:cubicBezTo>
                <a:close/>
                <a:moveTo>
                  <a:pt x="1272051" y="3040546"/>
                </a:moveTo>
                <a:cubicBezTo>
                  <a:pt x="1275998" y="3039635"/>
                  <a:pt x="1278192" y="3040494"/>
                  <a:pt x="1277442" y="3042447"/>
                </a:cubicBezTo>
                <a:cubicBezTo>
                  <a:pt x="1276553" y="3044400"/>
                  <a:pt x="1272997" y="3046612"/>
                  <a:pt x="1269106" y="3047523"/>
                </a:cubicBezTo>
                <a:cubicBezTo>
                  <a:pt x="1265383" y="3048409"/>
                  <a:pt x="1262827" y="3047654"/>
                  <a:pt x="1263604" y="3045675"/>
                </a:cubicBezTo>
                <a:cubicBezTo>
                  <a:pt x="1264494" y="3043722"/>
                  <a:pt x="1268190" y="3041431"/>
                  <a:pt x="1272051" y="3040546"/>
                </a:cubicBezTo>
                <a:close/>
                <a:moveTo>
                  <a:pt x="5945609" y="3037562"/>
                </a:moveTo>
                <a:cubicBezTo>
                  <a:pt x="5953445" y="3039524"/>
                  <a:pt x="5960197" y="3043540"/>
                  <a:pt x="5964115" y="3049163"/>
                </a:cubicBezTo>
                <a:cubicBezTo>
                  <a:pt x="5971645" y="3060462"/>
                  <a:pt x="5964837" y="3073922"/>
                  <a:pt x="5948582" y="3079259"/>
                </a:cubicBezTo>
                <a:cubicBezTo>
                  <a:pt x="5932021" y="3084544"/>
                  <a:pt x="5912515" y="3079519"/>
                  <a:pt x="5904818" y="3068090"/>
                </a:cubicBezTo>
                <a:cubicBezTo>
                  <a:pt x="5897288" y="3056687"/>
                  <a:pt x="5904402" y="3043409"/>
                  <a:pt x="5920600" y="3038281"/>
                </a:cubicBezTo>
                <a:cubicBezTo>
                  <a:pt x="5928853" y="3035691"/>
                  <a:pt x="5937774" y="3035600"/>
                  <a:pt x="5945609" y="3037562"/>
                </a:cubicBezTo>
                <a:close/>
                <a:moveTo>
                  <a:pt x="4136751" y="3025538"/>
                </a:moveTo>
                <a:cubicBezTo>
                  <a:pt x="4140852" y="3026683"/>
                  <a:pt x="4143847" y="3029026"/>
                  <a:pt x="4144680" y="3032293"/>
                </a:cubicBezTo>
                <a:cubicBezTo>
                  <a:pt x="4146235" y="3038880"/>
                  <a:pt x="4139095" y="3046716"/>
                  <a:pt x="4127952" y="3049789"/>
                </a:cubicBezTo>
                <a:cubicBezTo>
                  <a:pt x="4117199" y="3052783"/>
                  <a:pt x="4107056" y="3049918"/>
                  <a:pt x="4105528" y="3043281"/>
                </a:cubicBezTo>
                <a:cubicBezTo>
                  <a:pt x="4103778" y="3036720"/>
                  <a:pt x="4111280" y="3028935"/>
                  <a:pt x="4122172" y="3025967"/>
                </a:cubicBezTo>
                <a:cubicBezTo>
                  <a:pt x="4127439" y="3024444"/>
                  <a:pt x="4132648" y="3024392"/>
                  <a:pt x="4136751" y="3025538"/>
                </a:cubicBezTo>
                <a:close/>
                <a:moveTo>
                  <a:pt x="7411428" y="3021747"/>
                </a:moveTo>
                <a:cubicBezTo>
                  <a:pt x="7425262" y="3024945"/>
                  <a:pt x="7438495" y="3031460"/>
                  <a:pt x="7447943" y="3040546"/>
                </a:cubicBezTo>
                <a:cubicBezTo>
                  <a:pt x="7466810" y="3058771"/>
                  <a:pt x="7463170" y="3080665"/>
                  <a:pt x="7439579" y="3089230"/>
                </a:cubicBezTo>
                <a:cubicBezTo>
                  <a:pt x="7416099" y="3097822"/>
                  <a:pt x="7381284" y="3089621"/>
                  <a:pt x="7362667" y="3071163"/>
                </a:cubicBezTo>
                <a:cubicBezTo>
                  <a:pt x="7343966" y="3052730"/>
                  <a:pt x="7348022" y="3031122"/>
                  <a:pt x="7371308" y="3022843"/>
                </a:cubicBezTo>
                <a:cubicBezTo>
                  <a:pt x="7383159" y="3018665"/>
                  <a:pt x="7397594" y="3018548"/>
                  <a:pt x="7411428" y="3021747"/>
                </a:cubicBezTo>
                <a:close/>
                <a:moveTo>
                  <a:pt x="8224782" y="3019903"/>
                </a:moveTo>
                <a:cubicBezTo>
                  <a:pt x="8249795" y="3019333"/>
                  <a:pt x="8279747" y="3028974"/>
                  <a:pt x="8300712" y="3045805"/>
                </a:cubicBezTo>
                <a:cubicBezTo>
                  <a:pt x="8328610" y="3068350"/>
                  <a:pt x="8329666" y="3095504"/>
                  <a:pt x="8302629" y="3106178"/>
                </a:cubicBezTo>
                <a:cubicBezTo>
                  <a:pt x="8275398" y="3116852"/>
                  <a:pt x="8230440" y="3106698"/>
                  <a:pt x="8202709" y="3083763"/>
                </a:cubicBezTo>
                <a:cubicBezTo>
                  <a:pt x="8175367" y="3060879"/>
                  <a:pt x="8175172" y="3034246"/>
                  <a:pt x="8201931" y="3023988"/>
                </a:cubicBezTo>
                <a:cubicBezTo>
                  <a:pt x="8208655" y="3021417"/>
                  <a:pt x="8216444" y="3020093"/>
                  <a:pt x="8224782" y="3019903"/>
                </a:cubicBezTo>
                <a:close/>
                <a:moveTo>
                  <a:pt x="6245039" y="3000561"/>
                </a:moveTo>
                <a:cubicBezTo>
                  <a:pt x="6255421" y="3003115"/>
                  <a:pt x="6264653" y="3008315"/>
                  <a:pt x="6270210" y="3015578"/>
                </a:cubicBezTo>
                <a:cubicBezTo>
                  <a:pt x="6281297" y="3030185"/>
                  <a:pt x="6273656" y="3047601"/>
                  <a:pt x="6252816" y="3054449"/>
                </a:cubicBezTo>
                <a:cubicBezTo>
                  <a:pt x="6231866" y="3061269"/>
                  <a:pt x="6206107" y="3054786"/>
                  <a:pt x="6194714" y="3039999"/>
                </a:cubicBezTo>
                <a:cubicBezTo>
                  <a:pt x="6184100" y="3025290"/>
                  <a:pt x="6192047" y="3008107"/>
                  <a:pt x="6212970" y="3001417"/>
                </a:cubicBezTo>
                <a:cubicBezTo>
                  <a:pt x="6223126" y="2998098"/>
                  <a:pt x="6234657" y="2998006"/>
                  <a:pt x="6245039" y="3000561"/>
                </a:cubicBezTo>
                <a:close/>
                <a:moveTo>
                  <a:pt x="9025103" y="2998462"/>
                </a:moveTo>
                <a:cubicBezTo>
                  <a:pt x="9036541" y="3000876"/>
                  <a:pt x="9048447" y="3005790"/>
                  <a:pt x="9058116" y="3012637"/>
                </a:cubicBezTo>
                <a:cubicBezTo>
                  <a:pt x="9077958" y="3026514"/>
                  <a:pt x="9081792" y="3042967"/>
                  <a:pt x="9066148" y="3049398"/>
                </a:cubicBezTo>
                <a:cubicBezTo>
                  <a:pt x="9050615" y="3055855"/>
                  <a:pt x="9021940" y="3049685"/>
                  <a:pt x="9002322" y="3035730"/>
                </a:cubicBezTo>
                <a:cubicBezTo>
                  <a:pt x="8982815" y="3021905"/>
                  <a:pt x="8979622" y="3005608"/>
                  <a:pt x="8994903" y="2999282"/>
                </a:cubicBezTo>
                <a:cubicBezTo>
                  <a:pt x="9002696" y="2996132"/>
                  <a:pt x="9013666" y="2996047"/>
                  <a:pt x="9025103" y="2998462"/>
                </a:cubicBezTo>
                <a:close/>
                <a:moveTo>
                  <a:pt x="3859580" y="2987007"/>
                </a:moveTo>
                <a:cubicBezTo>
                  <a:pt x="3864022" y="2988269"/>
                  <a:pt x="3867064" y="2990847"/>
                  <a:pt x="3867704" y="2994466"/>
                </a:cubicBezTo>
                <a:cubicBezTo>
                  <a:pt x="3869176" y="3001651"/>
                  <a:pt x="3860396" y="3010242"/>
                  <a:pt x="3848086" y="3013549"/>
                </a:cubicBezTo>
                <a:cubicBezTo>
                  <a:pt x="3835721" y="3016881"/>
                  <a:pt x="3824690" y="3013731"/>
                  <a:pt x="3823328" y="3006493"/>
                </a:cubicBezTo>
                <a:cubicBezTo>
                  <a:pt x="3821966" y="2999282"/>
                  <a:pt x="3830914" y="2990743"/>
                  <a:pt x="3843057" y="2987436"/>
                </a:cubicBezTo>
                <a:cubicBezTo>
                  <a:pt x="3849295" y="2985796"/>
                  <a:pt x="3855137" y="2985744"/>
                  <a:pt x="3859580" y="2987007"/>
                </a:cubicBezTo>
                <a:close/>
                <a:moveTo>
                  <a:pt x="1882821" y="2981598"/>
                </a:moveTo>
                <a:cubicBezTo>
                  <a:pt x="1885641" y="2982516"/>
                  <a:pt x="1886982" y="2984391"/>
                  <a:pt x="1886134" y="2986993"/>
                </a:cubicBezTo>
                <a:cubicBezTo>
                  <a:pt x="1884828" y="2992357"/>
                  <a:pt x="1875464" y="2998631"/>
                  <a:pt x="1865294" y="3001130"/>
                </a:cubicBezTo>
                <a:cubicBezTo>
                  <a:pt x="1855097" y="3003603"/>
                  <a:pt x="1847983" y="3001234"/>
                  <a:pt x="1849511" y="2995845"/>
                </a:cubicBezTo>
                <a:cubicBezTo>
                  <a:pt x="1851012" y="2990639"/>
                  <a:pt x="1860487" y="2984390"/>
                  <a:pt x="1870629" y="2981943"/>
                </a:cubicBezTo>
                <a:cubicBezTo>
                  <a:pt x="1875700" y="2980719"/>
                  <a:pt x="1880001" y="2980681"/>
                  <a:pt x="1882821" y="2981598"/>
                </a:cubicBezTo>
                <a:close/>
                <a:moveTo>
                  <a:pt x="2717573" y="2979730"/>
                </a:moveTo>
                <a:cubicBezTo>
                  <a:pt x="2724259" y="2981794"/>
                  <a:pt x="2728177" y="2985992"/>
                  <a:pt x="2727732" y="2991836"/>
                </a:cubicBezTo>
                <a:cubicBezTo>
                  <a:pt x="2726788" y="3003630"/>
                  <a:pt x="2708616" y="3017610"/>
                  <a:pt x="2687136" y="3023077"/>
                </a:cubicBezTo>
                <a:cubicBezTo>
                  <a:pt x="2665491" y="3028596"/>
                  <a:pt x="2648986" y="3023390"/>
                  <a:pt x="2649902" y="3011518"/>
                </a:cubicBezTo>
                <a:cubicBezTo>
                  <a:pt x="2651264" y="2999672"/>
                  <a:pt x="2669325" y="2985823"/>
                  <a:pt x="2690804" y="2980433"/>
                </a:cubicBezTo>
                <a:cubicBezTo>
                  <a:pt x="2701432" y="2977739"/>
                  <a:pt x="2710887" y="2977667"/>
                  <a:pt x="2717573" y="2979730"/>
                </a:cubicBezTo>
                <a:close/>
                <a:moveTo>
                  <a:pt x="10727532" y="2976137"/>
                </a:moveTo>
                <a:cubicBezTo>
                  <a:pt x="10729032" y="2975278"/>
                  <a:pt x="10733285" y="2976085"/>
                  <a:pt x="10736619" y="2977907"/>
                </a:cubicBezTo>
                <a:cubicBezTo>
                  <a:pt x="10740369" y="2979781"/>
                  <a:pt x="10741815" y="2982020"/>
                  <a:pt x="10739787" y="2982880"/>
                </a:cubicBezTo>
                <a:cubicBezTo>
                  <a:pt x="10738119" y="2983765"/>
                  <a:pt x="10733897" y="2982958"/>
                  <a:pt x="10730451" y="2981031"/>
                </a:cubicBezTo>
                <a:cubicBezTo>
                  <a:pt x="10727089" y="2979261"/>
                  <a:pt x="10725866" y="2977022"/>
                  <a:pt x="10727532" y="2976137"/>
                </a:cubicBezTo>
                <a:close/>
                <a:moveTo>
                  <a:pt x="594311" y="2961584"/>
                </a:moveTo>
                <a:cubicBezTo>
                  <a:pt x="595978" y="2961193"/>
                  <a:pt x="596979" y="2961506"/>
                  <a:pt x="596506" y="2962286"/>
                </a:cubicBezTo>
                <a:cubicBezTo>
                  <a:pt x="596062" y="2962989"/>
                  <a:pt x="594535" y="2963875"/>
                  <a:pt x="592756" y="2964266"/>
                </a:cubicBezTo>
                <a:cubicBezTo>
                  <a:pt x="591283" y="2964630"/>
                  <a:pt x="590448" y="2964266"/>
                  <a:pt x="591032" y="2963485"/>
                </a:cubicBezTo>
                <a:cubicBezTo>
                  <a:pt x="591338" y="2962755"/>
                  <a:pt x="592866" y="2961923"/>
                  <a:pt x="594311" y="2961584"/>
                </a:cubicBezTo>
                <a:close/>
                <a:moveTo>
                  <a:pt x="6533017" y="2961128"/>
                </a:moveTo>
                <a:cubicBezTo>
                  <a:pt x="6543464" y="2963627"/>
                  <a:pt x="6552925" y="2968730"/>
                  <a:pt x="6558885" y="2975850"/>
                </a:cubicBezTo>
                <a:cubicBezTo>
                  <a:pt x="6571056" y="2990144"/>
                  <a:pt x="6564332" y="3007248"/>
                  <a:pt x="6544436" y="3013991"/>
                </a:cubicBezTo>
                <a:cubicBezTo>
                  <a:pt x="6523986" y="3020655"/>
                  <a:pt x="6498089" y="3014277"/>
                  <a:pt x="6486085" y="2999802"/>
                </a:cubicBezTo>
                <a:cubicBezTo>
                  <a:pt x="6474221" y="2985431"/>
                  <a:pt x="6481138" y="2968509"/>
                  <a:pt x="6501228" y="2962027"/>
                </a:cubicBezTo>
                <a:cubicBezTo>
                  <a:pt x="6511134" y="2958733"/>
                  <a:pt x="6522569" y="2958629"/>
                  <a:pt x="6533017" y="2961128"/>
                </a:cubicBezTo>
                <a:close/>
                <a:moveTo>
                  <a:pt x="10221485" y="2958538"/>
                </a:moveTo>
                <a:cubicBezTo>
                  <a:pt x="10226070" y="2956507"/>
                  <a:pt x="10235682" y="2958407"/>
                  <a:pt x="10243464" y="2962964"/>
                </a:cubicBezTo>
                <a:cubicBezTo>
                  <a:pt x="10251161" y="2967416"/>
                  <a:pt x="10253885" y="2972675"/>
                  <a:pt x="10249381" y="2974705"/>
                </a:cubicBezTo>
                <a:cubicBezTo>
                  <a:pt x="10244881" y="2976840"/>
                  <a:pt x="10235072" y="2974914"/>
                  <a:pt x="10227320" y="2970436"/>
                </a:cubicBezTo>
                <a:cubicBezTo>
                  <a:pt x="10219566" y="2965879"/>
                  <a:pt x="10216843" y="2960620"/>
                  <a:pt x="10221485" y="2958538"/>
                </a:cubicBezTo>
                <a:close/>
                <a:moveTo>
                  <a:pt x="7662098" y="2947282"/>
                </a:moveTo>
                <a:cubicBezTo>
                  <a:pt x="7676647" y="2950566"/>
                  <a:pt x="7690853" y="2957237"/>
                  <a:pt x="7701385" y="2966532"/>
                </a:cubicBezTo>
                <a:cubicBezTo>
                  <a:pt x="7722336" y="2985354"/>
                  <a:pt x="7719946" y="3007769"/>
                  <a:pt x="7695716" y="3016621"/>
                </a:cubicBezTo>
                <a:cubicBezTo>
                  <a:pt x="7671820" y="3025472"/>
                  <a:pt x="7635031" y="3017089"/>
                  <a:pt x="7614163" y="2997954"/>
                </a:cubicBezTo>
                <a:cubicBezTo>
                  <a:pt x="7593517" y="2979105"/>
                  <a:pt x="7596518" y="2956951"/>
                  <a:pt x="7620748" y="2948359"/>
                </a:cubicBezTo>
                <a:cubicBezTo>
                  <a:pt x="7632654" y="2944102"/>
                  <a:pt x="7647548" y="2943998"/>
                  <a:pt x="7662098" y="2947282"/>
                </a:cubicBezTo>
                <a:close/>
                <a:moveTo>
                  <a:pt x="3592210" y="2942745"/>
                </a:moveTo>
                <a:cubicBezTo>
                  <a:pt x="3596131" y="2943861"/>
                  <a:pt x="3598786" y="2946133"/>
                  <a:pt x="3599230" y="2949296"/>
                </a:cubicBezTo>
                <a:cubicBezTo>
                  <a:pt x="3600036" y="2955544"/>
                  <a:pt x="3591755" y="2963042"/>
                  <a:pt x="3580752" y="2965983"/>
                </a:cubicBezTo>
                <a:cubicBezTo>
                  <a:pt x="3569582" y="2968952"/>
                  <a:pt x="3559967" y="2966192"/>
                  <a:pt x="3559244" y="2959839"/>
                </a:cubicBezTo>
                <a:cubicBezTo>
                  <a:pt x="3558467" y="2953461"/>
                  <a:pt x="3566664" y="2946015"/>
                  <a:pt x="3577584" y="2943126"/>
                </a:cubicBezTo>
                <a:cubicBezTo>
                  <a:pt x="3583100" y="2941668"/>
                  <a:pt x="3588289" y="2941629"/>
                  <a:pt x="3592210" y="2942745"/>
                </a:cubicBezTo>
                <a:close/>
                <a:moveTo>
                  <a:pt x="9709183" y="2937451"/>
                </a:moveTo>
                <a:cubicBezTo>
                  <a:pt x="9713850" y="2935394"/>
                  <a:pt x="9723605" y="2937347"/>
                  <a:pt x="9730524" y="2941772"/>
                </a:cubicBezTo>
                <a:cubicBezTo>
                  <a:pt x="9737692" y="2946199"/>
                  <a:pt x="9739970" y="2951484"/>
                  <a:pt x="9735274" y="2953514"/>
                </a:cubicBezTo>
                <a:cubicBezTo>
                  <a:pt x="9730358" y="2955596"/>
                  <a:pt x="9720771" y="2953618"/>
                  <a:pt x="9713601" y="2949166"/>
                </a:cubicBezTo>
                <a:cubicBezTo>
                  <a:pt x="9706460" y="2944714"/>
                  <a:pt x="9704432" y="2939482"/>
                  <a:pt x="9709183" y="2937451"/>
                </a:cubicBezTo>
                <a:close/>
                <a:moveTo>
                  <a:pt x="1142039" y="2932165"/>
                </a:moveTo>
                <a:cubicBezTo>
                  <a:pt x="1144928" y="2931488"/>
                  <a:pt x="1146845" y="2932061"/>
                  <a:pt x="1146262" y="2933520"/>
                </a:cubicBezTo>
                <a:cubicBezTo>
                  <a:pt x="1145400" y="2935107"/>
                  <a:pt x="1142566" y="2936747"/>
                  <a:pt x="1139538" y="2937475"/>
                </a:cubicBezTo>
                <a:cubicBezTo>
                  <a:pt x="1136675" y="2938127"/>
                  <a:pt x="1134619" y="2937502"/>
                  <a:pt x="1135425" y="2935993"/>
                </a:cubicBezTo>
                <a:cubicBezTo>
                  <a:pt x="1136314" y="2934534"/>
                  <a:pt x="1139121" y="2932816"/>
                  <a:pt x="1142039" y="2932165"/>
                </a:cubicBezTo>
                <a:close/>
                <a:moveTo>
                  <a:pt x="8436629" y="2929032"/>
                </a:moveTo>
                <a:cubicBezTo>
                  <a:pt x="8460241" y="2928535"/>
                  <a:pt x="8489036" y="2937503"/>
                  <a:pt x="8509499" y="2953045"/>
                </a:cubicBezTo>
                <a:cubicBezTo>
                  <a:pt x="8536897" y="2973925"/>
                  <a:pt x="8539036" y="2998918"/>
                  <a:pt x="8514251" y="3008732"/>
                </a:cubicBezTo>
                <a:cubicBezTo>
                  <a:pt x="8488854" y="3018651"/>
                  <a:pt x="8446147" y="3009357"/>
                  <a:pt x="8418722" y="2988086"/>
                </a:cubicBezTo>
                <a:cubicBezTo>
                  <a:pt x="8391935" y="2967025"/>
                  <a:pt x="8390241" y="2942294"/>
                  <a:pt x="8415248" y="2932790"/>
                </a:cubicBezTo>
                <a:cubicBezTo>
                  <a:pt x="8421465" y="2930414"/>
                  <a:pt x="8428760" y="2929198"/>
                  <a:pt x="8436629" y="2929032"/>
                </a:cubicBezTo>
                <a:close/>
                <a:moveTo>
                  <a:pt x="6810277" y="2914820"/>
                </a:moveTo>
                <a:cubicBezTo>
                  <a:pt x="6820232" y="2917144"/>
                  <a:pt x="6829402" y="2921869"/>
                  <a:pt x="6835528" y="2928443"/>
                </a:cubicBezTo>
                <a:cubicBezTo>
                  <a:pt x="6847532" y="2941746"/>
                  <a:pt x="6842503" y="2957445"/>
                  <a:pt x="6824192" y="2963615"/>
                </a:cubicBezTo>
                <a:cubicBezTo>
                  <a:pt x="6805491" y="2969864"/>
                  <a:pt x="6780705" y="2964058"/>
                  <a:pt x="6768674" y="2950597"/>
                </a:cubicBezTo>
                <a:cubicBezTo>
                  <a:pt x="6756587" y="2937320"/>
                  <a:pt x="6762088" y="2921648"/>
                  <a:pt x="6780316" y="2915608"/>
                </a:cubicBezTo>
                <a:cubicBezTo>
                  <a:pt x="6789583" y="2912575"/>
                  <a:pt x="6800323" y="2912497"/>
                  <a:pt x="6810277" y="2914820"/>
                </a:cubicBezTo>
                <a:close/>
                <a:moveTo>
                  <a:pt x="2503353" y="2904726"/>
                </a:moveTo>
                <a:cubicBezTo>
                  <a:pt x="2509157" y="2906522"/>
                  <a:pt x="2512387" y="2910180"/>
                  <a:pt x="2511664" y="2915295"/>
                </a:cubicBezTo>
                <a:cubicBezTo>
                  <a:pt x="2510386" y="2925554"/>
                  <a:pt x="2493714" y="2937711"/>
                  <a:pt x="2474291" y="2942475"/>
                </a:cubicBezTo>
                <a:cubicBezTo>
                  <a:pt x="2455091" y="2947239"/>
                  <a:pt x="2440419" y="2942710"/>
                  <a:pt x="2442031" y="2932400"/>
                </a:cubicBezTo>
                <a:cubicBezTo>
                  <a:pt x="2443587" y="2922143"/>
                  <a:pt x="2460315" y="2910037"/>
                  <a:pt x="2479599" y="2905325"/>
                </a:cubicBezTo>
                <a:cubicBezTo>
                  <a:pt x="2489172" y="2902995"/>
                  <a:pt x="2497549" y="2902930"/>
                  <a:pt x="2503353" y="2904726"/>
                </a:cubicBezTo>
                <a:close/>
                <a:moveTo>
                  <a:pt x="3338793" y="2891210"/>
                </a:moveTo>
                <a:cubicBezTo>
                  <a:pt x="3341871" y="2892112"/>
                  <a:pt x="3343830" y="2893935"/>
                  <a:pt x="3343927" y="2896446"/>
                </a:cubicBezTo>
                <a:cubicBezTo>
                  <a:pt x="3344400" y="2901497"/>
                  <a:pt x="3337231" y="2907511"/>
                  <a:pt x="3328256" y="2909880"/>
                </a:cubicBezTo>
                <a:cubicBezTo>
                  <a:pt x="3319086" y="2912249"/>
                  <a:pt x="3311445" y="2910036"/>
                  <a:pt x="3311056" y="2904908"/>
                </a:cubicBezTo>
                <a:cubicBezTo>
                  <a:pt x="3310778" y="2899857"/>
                  <a:pt x="3317836" y="2893843"/>
                  <a:pt x="3326949" y="2891500"/>
                </a:cubicBezTo>
                <a:cubicBezTo>
                  <a:pt x="3331520" y="2890328"/>
                  <a:pt x="3335717" y="2890309"/>
                  <a:pt x="3338793" y="2891210"/>
                </a:cubicBezTo>
                <a:close/>
                <a:moveTo>
                  <a:pt x="9188709" y="2888975"/>
                </a:moveTo>
                <a:cubicBezTo>
                  <a:pt x="9200523" y="2891402"/>
                  <a:pt x="9212985" y="2896330"/>
                  <a:pt x="9223307" y="2903189"/>
                </a:cubicBezTo>
                <a:cubicBezTo>
                  <a:pt x="9244205" y="2917014"/>
                  <a:pt x="9248676" y="2933520"/>
                  <a:pt x="9233033" y="2939975"/>
                </a:cubicBezTo>
                <a:cubicBezTo>
                  <a:pt x="9217305" y="2946432"/>
                  <a:pt x="9187629" y="2940262"/>
                  <a:pt x="9166817" y="2926307"/>
                </a:cubicBezTo>
                <a:cubicBezTo>
                  <a:pt x="9146118" y="2912432"/>
                  <a:pt x="9142255" y="2896082"/>
                  <a:pt x="9158010" y="2889756"/>
                </a:cubicBezTo>
                <a:cubicBezTo>
                  <a:pt x="9165733" y="2886619"/>
                  <a:pt x="9176897" y="2886547"/>
                  <a:pt x="9188709" y="2888975"/>
                </a:cubicBezTo>
                <a:close/>
                <a:moveTo>
                  <a:pt x="1735239" y="2875900"/>
                </a:moveTo>
                <a:cubicBezTo>
                  <a:pt x="1740651" y="2877689"/>
                  <a:pt x="1743186" y="2881321"/>
                  <a:pt x="1741560" y="2886371"/>
                </a:cubicBezTo>
                <a:cubicBezTo>
                  <a:pt x="1738531" y="2896369"/>
                  <a:pt x="1719608" y="2908371"/>
                  <a:pt x="1699519" y="2913109"/>
                </a:cubicBezTo>
                <a:cubicBezTo>
                  <a:pt x="1679346" y="2917847"/>
                  <a:pt x="1665703" y="2913369"/>
                  <a:pt x="1669315" y="2903216"/>
                </a:cubicBezTo>
                <a:cubicBezTo>
                  <a:pt x="1672510" y="2893088"/>
                  <a:pt x="1691573" y="2881138"/>
                  <a:pt x="1711662" y="2876478"/>
                </a:cubicBezTo>
                <a:cubicBezTo>
                  <a:pt x="1721540" y="2874162"/>
                  <a:pt x="1729828" y="2874109"/>
                  <a:pt x="1735239" y="2875900"/>
                </a:cubicBezTo>
                <a:close/>
                <a:moveTo>
                  <a:pt x="7895186" y="2869442"/>
                </a:moveTo>
                <a:cubicBezTo>
                  <a:pt x="7909693" y="2872593"/>
                  <a:pt x="7923996" y="2879003"/>
                  <a:pt x="7934708" y="2887933"/>
                </a:cubicBezTo>
                <a:cubicBezTo>
                  <a:pt x="7956437" y="2906001"/>
                  <a:pt x="7955354" y="2927662"/>
                  <a:pt x="7932097" y="2936097"/>
                </a:cubicBezTo>
                <a:cubicBezTo>
                  <a:pt x="7908978" y="2944662"/>
                  <a:pt x="7872383" y="2936566"/>
                  <a:pt x="7850848" y="2918185"/>
                </a:cubicBezTo>
                <a:cubicBezTo>
                  <a:pt x="7829564" y="2900065"/>
                  <a:pt x="7831315" y="2878743"/>
                  <a:pt x="7854432" y="2870516"/>
                </a:cubicBezTo>
                <a:cubicBezTo>
                  <a:pt x="7865964" y="2866403"/>
                  <a:pt x="7880677" y="2866293"/>
                  <a:pt x="7895186" y="2869442"/>
                </a:cubicBezTo>
                <a:close/>
                <a:moveTo>
                  <a:pt x="7075816" y="2858079"/>
                </a:moveTo>
                <a:cubicBezTo>
                  <a:pt x="7086357" y="2860455"/>
                  <a:pt x="7096277" y="2865297"/>
                  <a:pt x="7103057" y="2872079"/>
                </a:cubicBezTo>
                <a:cubicBezTo>
                  <a:pt x="7116617" y="2885695"/>
                  <a:pt x="7112421" y="2901940"/>
                  <a:pt x="7093581" y="2908318"/>
                </a:cubicBezTo>
                <a:cubicBezTo>
                  <a:pt x="7074687" y="2914696"/>
                  <a:pt x="7048428" y="2908631"/>
                  <a:pt x="7034980" y="2894884"/>
                </a:cubicBezTo>
                <a:cubicBezTo>
                  <a:pt x="7021504" y="2881138"/>
                  <a:pt x="7026004" y="2865128"/>
                  <a:pt x="7044844" y="2858880"/>
                </a:cubicBezTo>
                <a:cubicBezTo>
                  <a:pt x="7054111" y="2855795"/>
                  <a:pt x="7065274" y="2855704"/>
                  <a:pt x="7075816" y="2858079"/>
                </a:cubicBezTo>
                <a:close/>
                <a:moveTo>
                  <a:pt x="5371883" y="2847551"/>
                </a:moveTo>
                <a:cubicBezTo>
                  <a:pt x="5378853" y="2849312"/>
                  <a:pt x="5384626" y="2852879"/>
                  <a:pt x="5387571" y="2857838"/>
                </a:cubicBezTo>
                <a:cubicBezTo>
                  <a:pt x="5393323" y="2867757"/>
                  <a:pt x="5385071" y="2879629"/>
                  <a:pt x="5369455" y="2884237"/>
                </a:cubicBezTo>
                <a:cubicBezTo>
                  <a:pt x="5353644" y="2888922"/>
                  <a:pt x="5336111" y="2884497"/>
                  <a:pt x="5330525" y="2874500"/>
                </a:cubicBezTo>
                <a:cubicBezTo>
                  <a:pt x="5325163" y="2864476"/>
                  <a:pt x="5333137" y="2852709"/>
                  <a:pt x="5349004" y="2848101"/>
                </a:cubicBezTo>
                <a:cubicBezTo>
                  <a:pt x="5356742" y="2845836"/>
                  <a:pt x="5364911" y="2845790"/>
                  <a:pt x="5371883" y="2847551"/>
                </a:cubicBezTo>
                <a:close/>
                <a:moveTo>
                  <a:pt x="5085195" y="2845824"/>
                </a:moveTo>
                <a:cubicBezTo>
                  <a:pt x="5093277" y="2847893"/>
                  <a:pt x="5099730" y="2852084"/>
                  <a:pt x="5102648" y="2857890"/>
                </a:cubicBezTo>
                <a:cubicBezTo>
                  <a:pt x="5108594" y="2869631"/>
                  <a:pt x="5098147" y="2883638"/>
                  <a:pt x="5079224" y="2889105"/>
                </a:cubicBezTo>
                <a:cubicBezTo>
                  <a:pt x="5060273" y="2894547"/>
                  <a:pt x="5039934" y="2889418"/>
                  <a:pt x="5034348" y="2877520"/>
                </a:cubicBezTo>
                <a:cubicBezTo>
                  <a:pt x="5028541" y="2865752"/>
                  <a:pt x="5039211" y="2851876"/>
                  <a:pt x="5057968" y="2846487"/>
                </a:cubicBezTo>
                <a:cubicBezTo>
                  <a:pt x="5067402" y="2843806"/>
                  <a:pt x="5077112" y="2843754"/>
                  <a:pt x="5085195" y="2845824"/>
                </a:cubicBezTo>
                <a:close/>
                <a:moveTo>
                  <a:pt x="11236943" y="2843962"/>
                </a:moveTo>
                <a:cubicBezTo>
                  <a:pt x="11237776" y="2843623"/>
                  <a:pt x="11239166" y="2843857"/>
                  <a:pt x="11240750" y="2844664"/>
                </a:cubicBezTo>
                <a:cubicBezTo>
                  <a:pt x="11242335" y="2845367"/>
                  <a:pt x="11242723" y="2846200"/>
                  <a:pt x="11242251" y="2846487"/>
                </a:cubicBezTo>
                <a:cubicBezTo>
                  <a:pt x="11241583" y="2846825"/>
                  <a:pt x="11239777" y="2846487"/>
                  <a:pt x="11238611" y="2845810"/>
                </a:cubicBezTo>
                <a:cubicBezTo>
                  <a:pt x="11236971" y="2845081"/>
                  <a:pt x="11236471" y="2844326"/>
                  <a:pt x="11236943" y="2843962"/>
                </a:cubicBezTo>
                <a:close/>
                <a:moveTo>
                  <a:pt x="4793801" y="2843855"/>
                </a:moveTo>
                <a:cubicBezTo>
                  <a:pt x="4799567" y="2845362"/>
                  <a:pt x="4804054" y="2848414"/>
                  <a:pt x="4805944" y="2852631"/>
                </a:cubicBezTo>
                <a:cubicBezTo>
                  <a:pt x="4809528" y="2861144"/>
                  <a:pt x="4801248" y="2871298"/>
                  <a:pt x="4787160" y="2875255"/>
                </a:cubicBezTo>
                <a:cubicBezTo>
                  <a:pt x="4772988" y="2879264"/>
                  <a:pt x="4758845" y="2875411"/>
                  <a:pt x="4754983" y="2866871"/>
                </a:cubicBezTo>
                <a:cubicBezTo>
                  <a:pt x="4751677" y="2858358"/>
                  <a:pt x="4759957" y="2848284"/>
                  <a:pt x="4773989" y="2844353"/>
                </a:cubicBezTo>
                <a:cubicBezTo>
                  <a:pt x="4780992" y="2842387"/>
                  <a:pt x="4788036" y="2842348"/>
                  <a:pt x="4793801" y="2843855"/>
                </a:cubicBezTo>
                <a:close/>
                <a:moveTo>
                  <a:pt x="10782940" y="2842764"/>
                </a:moveTo>
                <a:cubicBezTo>
                  <a:pt x="10784328" y="2842139"/>
                  <a:pt x="10787664" y="2842686"/>
                  <a:pt x="10790414" y="2844117"/>
                </a:cubicBezTo>
                <a:cubicBezTo>
                  <a:pt x="10793248" y="2845523"/>
                  <a:pt x="10793999" y="2847164"/>
                  <a:pt x="10792805" y="2847840"/>
                </a:cubicBezTo>
                <a:cubicBezTo>
                  <a:pt x="10791220" y="2848491"/>
                  <a:pt x="10788248" y="2847892"/>
                  <a:pt x="10785329" y="2846461"/>
                </a:cubicBezTo>
                <a:cubicBezTo>
                  <a:pt x="10782578" y="2845055"/>
                  <a:pt x="10781413" y="2843389"/>
                  <a:pt x="10782940" y="2842764"/>
                </a:cubicBezTo>
                <a:close/>
                <a:moveTo>
                  <a:pt x="10309844" y="2833496"/>
                </a:moveTo>
                <a:cubicBezTo>
                  <a:pt x="10313237" y="2832064"/>
                  <a:pt x="10320460" y="2833470"/>
                  <a:pt x="10326185" y="2836593"/>
                </a:cubicBezTo>
                <a:cubicBezTo>
                  <a:pt x="10331881" y="2839718"/>
                  <a:pt x="10333853" y="2843493"/>
                  <a:pt x="10330574" y="2845003"/>
                </a:cubicBezTo>
                <a:cubicBezTo>
                  <a:pt x="10327408" y="2846461"/>
                  <a:pt x="10320044" y="2845003"/>
                  <a:pt x="10314403" y="2841879"/>
                </a:cubicBezTo>
                <a:cubicBezTo>
                  <a:pt x="10308872" y="2838702"/>
                  <a:pt x="10306790" y="2834980"/>
                  <a:pt x="10309844" y="2833496"/>
                </a:cubicBezTo>
                <a:close/>
                <a:moveTo>
                  <a:pt x="8626810" y="2832221"/>
                </a:moveTo>
                <a:cubicBezTo>
                  <a:pt x="8650628" y="2831734"/>
                  <a:pt x="8680180" y="2840564"/>
                  <a:pt x="8701477" y="2855912"/>
                </a:cubicBezTo>
                <a:cubicBezTo>
                  <a:pt x="8730347" y="2876556"/>
                  <a:pt x="8733822" y="2901340"/>
                  <a:pt x="8709062" y="2911026"/>
                </a:cubicBezTo>
                <a:cubicBezTo>
                  <a:pt x="8683942" y="2920789"/>
                  <a:pt x="8640347" y="2911520"/>
                  <a:pt x="8611728" y="2890537"/>
                </a:cubicBezTo>
                <a:cubicBezTo>
                  <a:pt x="8583162" y="2869710"/>
                  <a:pt x="8580496" y="2845315"/>
                  <a:pt x="8605420" y="2835917"/>
                </a:cubicBezTo>
                <a:cubicBezTo>
                  <a:pt x="8611568" y="2833581"/>
                  <a:pt x="8618869" y="2832383"/>
                  <a:pt x="8626810" y="2832221"/>
                </a:cubicBezTo>
                <a:close/>
                <a:moveTo>
                  <a:pt x="5664232" y="2831328"/>
                </a:moveTo>
                <a:cubicBezTo>
                  <a:pt x="5673357" y="2833561"/>
                  <a:pt x="5681067" y="2838104"/>
                  <a:pt x="5685221" y="2844456"/>
                </a:cubicBezTo>
                <a:cubicBezTo>
                  <a:pt x="5693391" y="2857135"/>
                  <a:pt x="5684277" y="2872339"/>
                  <a:pt x="5664465" y="2878248"/>
                </a:cubicBezTo>
                <a:cubicBezTo>
                  <a:pt x="5644708" y="2884237"/>
                  <a:pt x="5621868" y="2878561"/>
                  <a:pt x="5613810" y="2865726"/>
                </a:cubicBezTo>
                <a:cubicBezTo>
                  <a:pt x="5605613" y="2852891"/>
                  <a:pt x="5615227" y="2837896"/>
                  <a:pt x="5634761" y="2832064"/>
                </a:cubicBezTo>
                <a:cubicBezTo>
                  <a:pt x="5644570" y="2829174"/>
                  <a:pt x="5655108" y="2829096"/>
                  <a:pt x="5664232" y="2831328"/>
                </a:cubicBezTo>
                <a:close/>
                <a:moveTo>
                  <a:pt x="3103851" y="2830485"/>
                </a:moveTo>
                <a:cubicBezTo>
                  <a:pt x="3106832" y="2831361"/>
                  <a:pt x="3108700" y="2833131"/>
                  <a:pt x="3108769" y="2835579"/>
                </a:cubicBezTo>
                <a:cubicBezTo>
                  <a:pt x="3108769" y="2840473"/>
                  <a:pt x="3101573" y="2846278"/>
                  <a:pt x="3092403" y="2848570"/>
                </a:cubicBezTo>
                <a:cubicBezTo>
                  <a:pt x="3083345" y="2850834"/>
                  <a:pt x="3075843" y="2848674"/>
                  <a:pt x="3075759" y="2843779"/>
                </a:cubicBezTo>
                <a:cubicBezTo>
                  <a:pt x="3075982" y="2838885"/>
                  <a:pt x="3083151" y="2833027"/>
                  <a:pt x="3092264" y="2830762"/>
                </a:cubicBezTo>
                <a:cubicBezTo>
                  <a:pt x="3096780" y="2829630"/>
                  <a:pt x="3100872" y="2829610"/>
                  <a:pt x="3103851" y="2830485"/>
                </a:cubicBezTo>
                <a:close/>
                <a:moveTo>
                  <a:pt x="4512129" y="2826655"/>
                </a:moveTo>
                <a:cubicBezTo>
                  <a:pt x="4517777" y="2828145"/>
                  <a:pt x="4522049" y="2831166"/>
                  <a:pt x="4523633" y="2835344"/>
                </a:cubicBezTo>
                <a:cubicBezTo>
                  <a:pt x="4526773" y="2843780"/>
                  <a:pt x="4517825" y="2853829"/>
                  <a:pt x="4503543" y="2857734"/>
                </a:cubicBezTo>
                <a:cubicBezTo>
                  <a:pt x="4489177" y="2861639"/>
                  <a:pt x="4475145" y="2857942"/>
                  <a:pt x="4472117" y="2849481"/>
                </a:cubicBezTo>
                <a:cubicBezTo>
                  <a:pt x="4469171" y="2840994"/>
                  <a:pt x="4478452" y="2830971"/>
                  <a:pt x="4492373" y="2827143"/>
                </a:cubicBezTo>
                <a:cubicBezTo>
                  <a:pt x="4499459" y="2825204"/>
                  <a:pt x="4506481" y="2825165"/>
                  <a:pt x="4512129" y="2826655"/>
                </a:cubicBezTo>
                <a:close/>
                <a:moveTo>
                  <a:pt x="1032976" y="2822145"/>
                </a:moveTo>
                <a:cubicBezTo>
                  <a:pt x="1036005" y="2821495"/>
                  <a:pt x="1037588" y="2822145"/>
                  <a:pt x="1036977" y="2823498"/>
                </a:cubicBezTo>
                <a:cubicBezTo>
                  <a:pt x="1036449" y="2824931"/>
                  <a:pt x="1033532" y="2826493"/>
                  <a:pt x="1030447" y="2827196"/>
                </a:cubicBezTo>
                <a:cubicBezTo>
                  <a:pt x="1027669" y="2827794"/>
                  <a:pt x="1025696" y="2827274"/>
                  <a:pt x="1026669" y="2825790"/>
                </a:cubicBezTo>
                <a:cubicBezTo>
                  <a:pt x="1027224" y="2824436"/>
                  <a:pt x="1030253" y="2822744"/>
                  <a:pt x="1032976" y="2822145"/>
                </a:cubicBezTo>
                <a:close/>
                <a:moveTo>
                  <a:pt x="2316381" y="2819509"/>
                </a:moveTo>
                <a:cubicBezTo>
                  <a:pt x="2323015" y="2821546"/>
                  <a:pt x="2326606" y="2825686"/>
                  <a:pt x="2325467" y="2831439"/>
                </a:cubicBezTo>
                <a:cubicBezTo>
                  <a:pt x="2323439" y="2842998"/>
                  <a:pt x="2303627" y="2856822"/>
                  <a:pt x="2281036" y="2862263"/>
                </a:cubicBezTo>
                <a:cubicBezTo>
                  <a:pt x="2258335" y="2867679"/>
                  <a:pt x="2241774" y="2862498"/>
                  <a:pt x="2244191" y="2850783"/>
                </a:cubicBezTo>
                <a:cubicBezTo>
                  <a:pt x="2246526" y="2839172"/>
                  <a:pt x="2266560" y="2825504"/>
                  <a:pt x="2289039" y="2820192"/>
                </a:cubicBezTo>
                <a:cubicBezTo>
                  <a:pt x="2300071" y="2817537"/>
                  <a:pt x="2309747" y="2817472"/>
                  <a:pt x="2316381" y="2819509"/>
                </a:cubicBezTo>
                <a:close/>
                <a:moveTo>
                  <a:pt x="5950799" y="2809879"/>
                </a:moveTo>
                <a:cubicBezTo>
                  <a:pt x="5960545" y="2812193"/>
                  <a:pt x="5968964" y="2816912"/>
                  <a:pt x="5973702" y="2823498"/>
                </a:cubicBezTo>
                <a:cubicBezTo>
                  <a:pt x="5983288" y="2836776"/>
                  <a:pt x="5974896" y="2852657"/>
                  <a:pt x="5954556" y="2858905"/>
                </a:cubicBezTo>
                <a:cubicBezTo>
                  <a:pt x="5934022" y="2865101"/>
                  <a:pt x="5909764" y="2859217"/>
                  <a:pt x="5900150" y="2845732"/>
                </a:cubicBezTo>
                <a:cubicBezTo>
                  <a:pt x="5890786" y="2832480"/>
                  <a:pt x="5899734" y="2816756"/>
                  <a:pt x="5919934" y="2810690"/>
                </a:cubicBezTo>
                <a:cubicBezTo>
                  <a:pt x="5929980" y="2807657"/>
                  <a:pt x="5941052" y="2807565"/>
                  <a:pt x="5950799" y="2809879"/>
                </a:cubicBezTo>
                <a:close/>
                <a:moveTo>
                  <a:pt x="4236539" y="2802323"/>
                </a:moveTo>
                <a:cubicBezTo>
                  <a:pt x="4241335" y="2803602"/>
                  <a:pt x="4244837" y="2806199"/>
                  <a:pt x="4245878" y="2809804"/>
                </a:cubicBezTo>
                <a:cubicBezTo>
                  <a:pt x="4248212" y="2817120"/>
                  <a:pt x="4239820" y="2825790"/>
                  <a:pt x="4227040" y="2829149"/>
                </a:cubicBezTo>
                <a:cubicBezTo>
                  <a:pt x="4214508" y="2832558"/>
                  <a:pt x="4202586" y="2829330"/>
                  <a:pt x="4200419" y="2822015"/>
                </a:cubicBezTo>
                <a:cubicBezTo>
                  <a:pt x="4198224" y="2814725"/>
                  <a:pt x="4206894" y="2806108"/>
                  <a:pt x="4219426" y="2802749"/>
                </a:cubicBezTo>
                <a:cubicBezTo>
                  <a:pt x="4225650" y="2801083"/>
                  <a:pt x="4231742" y="2801045"/>
                  <a:pt x="4236539" y="2802323"/>
                </a:cubicBezTo>
                <a:close/>
                <a:moveTo>
                  <a:pt x="9826996" y="2801372"/>
                </a:moveTo>
                <a:cubicBezTo>
                  <a:pt x="9838976" y="2803693"/>
                  <a:pt x="9851993" y="2808424"/>
                  <a:pt x="9863260" y="2815037"/>
                </a:cubicBezTo>
                <a:cubicBezTo>
                  <a:pt x="9885517" y="2828185"/>
                  <a:pt x="9892491" y="2843962"/>
                  <a:pt x="9878127" y="2850184"/>
                </a:cubicBezTo>
                <a:cubicBezTo>
                  <a:pt x="9863650" y="2856354"/>
                  <a:pt x="9833890" y="2850522"/>
                  <a:pt x="9811466" y="2837166"/>
                </a:cubicBezTo>
                <a:cubicBezTo>
                  <a:pt x="9788931" y="2823837"/>
                  <a:pt x="9782622" y="2808217"/>
                  <a:pt x="9796962" y="2802176"/>
                </a:cubicBezTo>
                <a:cubicBezTo>
                  <a:pt x="9804075" y="2799143"/>
                  <a:pt x="9815015" y="2799052"/>
                  <a:pt x="9826996" y="2801372"/>
                </a:cubicBezTo>
                <a:close/>
                <a:moveTo>
                  <a:pt x="7326201" y="2798464"/>
                </a:moveTo>
                <a:cubicBezTo>
                  <a:pt x="7335581" y="2800543"/>
                  <a:pt x="7344535" y="2804767"/>
                  <a:pt x="7350941" y="2810637"/>
                </a:cubicBezTo>
                <a:cubicBezTo>
                  <a:pt x="7363583" y="2822458"/>
                  <a:pt x="7360805" y="2836438"/>
                  <a:pt x="7344411" y="2841983"/>
                </a:cubicBezTo>
                <a:cubicBezTo>
                  <a:pt x="7328156" y="2847502"/>
                  <a:pt x="7304815" y="2842321"/>
                  <a:pt x="7292200" y="2830398"/>
                </a:cubicBezTo>
                <a:cubicBezTo>
                  <a:pt x="7279668" y="2818552"/>
                  <a:pt x="7282696" y="2804546"/>
                  <a:pt x="7298896" y="2799157"/>
                </a:cubicBezTo>
                <a:cubicBezTo>
                  <a:pt x="7307010" y="2796449"/>
                  <a:pt x="7316819" y="2796384"/>
                  <a:pt x="7326201" y="2798464"/>
                </a:cubicBezTo>
                <a:close/>
                <a:moveTo>
                  <a:pt x="1566449" y="2789342"/>
                </a:moveTo>
                <a:cubicBezTo>
                  <a:pt x="1573340" y="2787780"/>
                  <a:pt x="1578065" y="2789238"/>
                  <a:pt x="1576647" y="2792674"/>
                </a:cubicBezTo>
                <a:cubicBezTo>
                  <a:pt x="1575536" y="2796162"/>
                  <a:pt x="1568811" y="2800172"/>
                  <a:pt x="1561753" y="2801813"/>
                </a:cubicBezTo>
                <a:cubicBezTo>
                  <a:pt x="1554835" y="2803348"/>
                  <a:pt x="1550000" y="2801943"/>
                  <a:pt x="1551417" y="2798428"/>
                </a:cubicBezTo>
                <a:cubicBezTo>
                  <a:pt x="1552611" y="2794966"/>
                  <a:pt x="1559309" y="2790930"/>
                  <a:pt x="1566449" y="2789342"/>
                </a:cubicBezTo>
                <a:close/>
                <a:moveTo>
                  <a:pt x="8110048" y="2785645"/>
                </a:moveTo>
                <a:cubicBezTo>
                  <a:pt x="8124998" y="2788788"/>
                  <a:pt x="8139940" y="2795199"/>
                  <a:pt x="8151360" y="2804155"/>
                </a:cubicBezTo>
                <a:cubicBezTo>
                  <a:pt x="8174284" y="2822144"/>
                  <a:pt x="8174589" y="2843753"/>
                  <a:pt x="8151360" y="2852240"/>
                </a:cubicBezTo>
                <a:cubicBezTo>
                  <a:pt x="8128131" y="2860727"/>
                  <a:pt x="8090563" y="2852630"/>
                  <a:pt x="8067584" y="2834380"/>
                </a:cubicBezTo>
                <a:cubicBezTo>
                  <a:pt x="8044993" y="2816209"/>
                  <a:pt x="8045687" y="2794886"/>
                  <a:pt x="8068695" y="2786738"/>
                </a:cubicBezTo>
                <a:cubicBezTo>
                  <a:pt x="8080143" y="2782625"/>
                  <a:pt x="8095099" y="2782501"/>
                  <a:pt x="8110048" y="2785645"/>
                </a:cubicBezTo>
                <a:close/>
                <a:moveTo>
                  <a:pt x="6228743" y="2785297"/>
                </a:moveTo>
                <a:cubicBezTo>
                  <a:pt x="6236777" y="2787161"/>
                  <a:pt x="6243841" y="2790956"/>
                  <a:pt x="6248009" y="2796241"/>
                </a:cubicBezTo>
                <a:cubicBezTo>
                  <a:pt x="6256624" y="2806993"/>
                  <a:pt x="6250677" y="2819749"/>
                  <a:pt x="6234366" y="2824722"/>
                </a:cubicBezTo>
                <a:cubicBezTo>
                  <a:pt x="6218389" y="2829747"/>
                  <a:pt x="6198438" y="2824956"/>
                  <a:pt x="6190019" y="2814152"/>
                </a:cubicBezTo>
                <a:cubicBezTo>
                  <a:pt x="6181322" y="2803478"/>
                  <a:pt x="6187824" y="2790851"/>
                  <a:pt x="6203662" y="2785931"/>
                </a:cubicBezTo>
                <a:cubicBezTo>
                  <a:pt x="6211707" y="2783497"/>
                  <a:pt x="6220709" y="2783432"/>
                  <a:pt x="6228743" y="2785297"/>
                </a:cubicBezTo>
                <a:close/>
                <a:moveTo>
                  <a:pt x="9332523" y="2780126"/>
                </a:moveTo>
                <a:cubicBezTo>
                  <a:pt x="9344125" y="2782430"/>
                  <a:pt x="9356448" y="2787116"/>
                  <a:pt x="9366854" y="2793664"/>
                </a:cubicBezTo>
                <a:cubicBezTo>
                  <a:pt x="9387359" y="2806681"/>
                  <a:pt x="9392528" y="2822353"/>
                  <a:pt x="9377384" y="2828472"/>
                </a:cubicBezTo>
                <a:cubicBezTo>
                  <a:pt x="9362352" y="2834590"/>
                  <a:pt x="9333343" y="2828784"/>
                  <a:pt x="9312726" y="2815558"/>
                </a:cubicBezTo>
                <a:cubicBezTo>
                  <a:pt x="9291998" y="2802333"/>
                  <a:pt x="9287580" y="2786869"/>
                  <a:pt x="9302528" y="2780881"/>
                </a:cubicBezTo>
                <a:cubicBezTo>
                  <a:pt x="9310043" y="2777900"/>
                  <a:pt x="9320923" y="2777822"/>
                  <a:pt x="9332523" y="2780126"/>
                </a:cubicBezTo>
                <a:close/>
                <a:moveTo>
                  <a:pt x="3971680" y="2768641"/>
                </a:moveTo>
                <a:cubicBezTo>
                  <a:pt x="3975932" y="2769784"/>
                  <a:pt x="3978960" y="2772107"/>
                  <a:pt x="3979767" y="2775309"/>
                </a:cubicBezTo>
                <a:cubicBezTo>
                  <a:pt x="3981128" y="2781740"/>
                  <a:pt x="3973069" y="2789472"/>
                  <a:pt x="3961649" y="2792466"/>
                </a:cubicBezTo>
                <a:cubicBezTo>
                  <a:pt x="3950062" y="2795512"/>
                  <a:pt x="3939588" y="2792622"/>
                  <a:pt x="3938058" y="2786166"/>
                </a:cubicBezTo>
                <a:cubicBezTo>
                  <a:pt x="3936558" y="2779682"/>
                  <a:pt x="3944838" y="2771977"/>
                  <a:pt x="3956258" y="2769061"/>
                </a:cubicBezTo>
                <a:cubicBezTo>
                  <a:pt x="3961955" y="2767538"/>
                  <a:pt x="3967429" y="2767500"/>
                  <a:pt x="3971680" y="2768641"/>
                </a:cubicBezTo>
                <a:close/>
                <a:moveTo>
                  <a:pt x="2886641" y="2763409"/>
                </a:moveTo>
                <a:cubicBezTo>
                  <a:pt x="2889492" y="2764238"/>
                  <a:pt x="2891173" y="2765937"/>
                  <a:pt x="2891006" y="2768306"/>
                </a:cubicBezTo>
                <a:cubicBezTo>
                  <a:pt x="2890978" y="2773071"/>
                  <a:pt x="2883588" y="2778693"/>
                  <a:pt x="2874584" y="2780958"/>
                </a:cubicBezTo>
                <a:cubicBezTo>
                  <a:pt x="2865276" y="2783146"/>
                  <a:pt x="2858218" y="2781089"/>
                  <a:pt x="2858441" y="2776194"/>
                </a:cubicBezTo>
                <a:cubicBezTo>
                  <a:pt x="2858746" y="2771534"/>
                  <a:pt x="2865999" y="2765911"/>
                  <a:pt x="2875251" y="2763725"/>
                </a:cubicBezTo>
                <a:cubicBezTo>
                  <a:pt x="2879767" y="2762618"/>
                  <a:pt x="2883789" y="2762579"/>
                  <a:pt x="2886641" y="2763409"/>
                </a:cubicBezTo>
                <a:close/>
                <a:moveTo>
                  <a:pt x="6501228" y="2747700"/>
                </a:moveTo>
                <a:cubicBezTo>
                  <a:pt x="6509300" y="2749542"/>
                  <a:pt x="6516594" y="2753285"/>
                  <a:pt x="6521318" y="2758517"/>
                </a:cubicBezTo>
                <a:cubicBezTo>
                  <a:pt x="6530321" y="2768983"/>
                  <a:pt x="6525291" y="2781505"/>
                  <a:pt x="6509508" y="2786348"/>
                </a:cubicBezTo>
                <a:cubicBezTo>
                  <a:pt x="6493921" y="2791268"/>
                  <a:pt x="6473858" y="2786582"/>
                  <a:pt x="6464689" y="2776064"/>
                </a:cubicBezTo>
                <a:cubicBezTo>
                  <a:pt x="6455659" y="2765494"/>
                  <a:pt x="6461105" y="2753076"/>
                  <a:pt x="6476470" y="2748285"/>
                </a:cubicBezTo>
                <a:cubicBezTo>
                  <a:pt x="6484306" y="2745916"/>
                  <a:pt x="6493156" y="2745858"/>
                  <a:pt x="6501228" y="2747700"/>
                </a:cubicBezTo>
                <a:close/>
                <a:moveTo>
                  <a:pt x="8823473" y="2740134"/>
                </a:moveTo>
                <a:cubicBezTo>
                  <a:pt x="8839082" y="2743268"/>
                  <a:pt x="8855248" y="2749640"/>
                  <a:pt x="8868336" y="2758517"/>
                </a:cubicBezTo>
                <a:cubicBezTo>
                  <a:pt x="8894815" y="2776507"/>
                  <a:pt x="8898762" y="2797933"/>
                  <a:pt x="8876976" y="2806395"/>
                </a:cubicBezTo>
                <a:cubicBezTo>
                  <a:pt x="8855054" y="2814855"/>
                  <a:pt x="8815680" y="2806889"/>
                  <a:pt x="8789532" y="2788613"/>
                </a:cubicBezTo>
                <a:cubicBezTo>
                  <a:pt x="8763441" y="2770624"/>
                  <a:pt x="8760274" y="2749379"/>
                  <a:pt x="8781947" y="2741178"/>
                </a:cubicBezTo>
                <a:cubicBezTo>
                  <a:pt x="8792813" y="2737105"/>
                  <a:pt x="8807864" y="2737001"/>
                  <a:pt x="8823473" y="2740134"/>
                </a:cubicBezTo>
                <a:close/>
                <a:moveTo>
                  <a:pt x="2138130" y="2738064"/>
                </a:moveTo>
                <a:cubicBezTo>
                  <a:pt x="2143222" y="2739591"/>
                  <a:pt x="2145883" y="2742702"/>
                  <a:pt x="2144854" y="2747036"/>
                </a:cubicBezTo>
                <a:cubicBezTo>
                  <a:pt x="2142632" y="2755809"/>
                  <a:pt x="2126821" y="2766223"/>
                  <a:pt x="2109315" y="2770259"/>
                </a:cubicBezTo>
                <a:cubicBezTo>
                  <a:pt x="2091726" y="2774346"/>
                  <a:pt x="2079250" y="2770466"/>
                  <a:pt x="2081334" y="2761667"/>
                </a:cubicBezTo>
                <a:cubicBezTo>
                  <a:pt x="2083585" y="2752920"/>
                  <a:pt x="2099507" y="2742610"/>
                  <a:pt x="2116817" y="2738601"/>
                </a:cubicBezTo>
                <a:cubicBezTo>
                  <a:pt x="2125515" y="2736596"/>
                  <a:pt x="2133038" y="2736538"/>
                  <a:pt x="2138130" y="2738064"/>
                </a:cubicBezTo>
                <a:close/>
                <a:moveTo>
                  <a:pt x="7561545" y="2730134"/>
                </a:moveTo>
                <a:cubicBezTo>
                  <a:pt x="7570906" y="2732132"/>
                  <a:pt x="7579971" y="2736206"/>
                  <a:pt x="7586542" y="2741907"/>
                </a:cubicBezTo>
                <a:cubicBezTo>
                  <a:pt x="7599630" y="2753336"/>
                  <a:pt x="7597657" y="2766900"/>
                  <a:pt x="7582041" y="2772211"/>
                </a:cubicBezTo>
                <a:cubicBezTo>
                  <a:pt x="7566453" y="2777549"/>
                  <a:pt x="7542973" y="2772472"/>
                  <a:pt x="7530025" y="2760964"/>
                </a:cubicBezTo>
                <a:cubicBezTo>
                  <a:pt x="7516965" y="2749483"/>
                  <a:pt x="7519161" y="2736050"/>
                  <a:pt x="7534777" y="2730817"/>
                </a:cubicBezTo>
                <a:cubicBezTo>
                  <a:pt x="7542528" y="2728213"/>
                  <a:pt x="7552185" y="2728136"/>
                  <a:pt x="7561545" y="2730134"/>
                </a:cubicBezTo>
                <a:close/>
                <a:moveTo>
                  <a:pt x="3719010" y="2726834"/>
                </a:moveTo>
                <a:cubicBezTo>
                  <a:pt x="3722692" y="2727842"/>
                  <a:pt x="3725214" y="2729879"/>
                  <a:pt x="3725686" y="2732691"/>
                </a:cubicBezTo>
                <a:cubicBezTo>
                  <a:pt x="3726825" y="2738367"/>
                  <a:pt x="3719017" y="2745057"/>
                  <a:pt x="3708736" y="2747687"/>
                </a:cubicBezTo>
                <a:cubicBezTo>
                  <a:pt x="3698427" y="2750342"/>
                  <a:pt x="3689036" y="2747895"/>
                  <a:pt x="3688396" y="2742167"/>
                </a:cubicBezTo>
                <a:cubicBezTo>
                  <a:pt x="3687424" y="2736466"/>
                  <a:pt x="3695010" y="2729723"/>
                  <a:pt x="3705374" y="2727146"/>
                </a:cubicBezTo>
                <a:cubicBezTo>
                  <a:pt x="3710487" y="2725844"/>
                  <a:pt x="3715328" y="2725825"/>
                  <a:pt x="3719010" y="2726834"/>
                </a:cubicBezTo>
                <a:close/>
                <a:moveTo>
                  <a:pt x="943142" y="2713270"/>
                </a:moveTo>
                <a:cubicBezTo>
                  <a:pt x="944588" y="2712958"/>
                  <a:pt x="945504" y="2713192"/>
                  <a:pt x="945032" y="2713843"/>
                </a:cubicBezTo>
                <a:cubicBezTo>
                  <a:pt x="944782" y="2714519"/>
                  <a:pt x="943365" y="2715301"/>
                  <a:pt x="941892" y="2715587"/>
                </a:cubicBezTo>
                <a:cubicBezTo>
                  <a:pt x="940531" y="2715925"/>
                  <a:pt x="939586" y="2715639"/>
                  <a:pt x="939975" y="2714936"/>
                </a:cubicBezTo>
                <a:cubicBezTo>
                  <a:pt x="940364" y="2714259"/>
                  <a:pt x="941892" y="2713556"/>
                  <a:pt x="943142" y="2713270"/>
                </a:cubicBezTo>
                <a:close/>
                <a:moveTo>
                  <a:pt x="10817618" y="2710693"/>
                </a:moveTo>
                <a:cubicBezTo>
                  <a:pt x="10819896" y="2709625"/>
                  <a:pt x="10825564" y="2710641"/>
                  <a:pt x="10830039" y="2712958"/>
                </a:cubicBezTo>
                <a:cubicBezTo>
                  <a:pt x="10834677" y="2715275"/>
                  <a:pt x="10836484" y="2717983"/>
                  <a:pt x="10834206" y="2719023"/>
                </a:cubicBezTo>
                <a:cubicBezTo>
                  <a:pt x="10831872" y="2720066"/>
                  <a:pt x="10826286" y="2719127"/>
                  <a:pt x="10821646" y="2716811"/>
                </a:cubicBezTo>
                <a:cubicBezTo>
                  <a:pt x="10817144" y="2714520"/>
                  <a:pt x="10815368" y="2711734"/>
                  <a:pt x="10817618" y="2710693"/>
                </a:cubicBezTo>
                <a:close/>
                <a:moveTo>
                  <a:pt x="10377228" y="2709053"/>
                </a:moveTo>
                <a:cubicBezTo>
                  <a:pt x="10380368" y="2707698"/>
                  <a:pt x="10387454" y="2708974"/>
                  <a:pt x="10392872" y="2711942"/>
                </a:cubicBezTo>
                <a:cubicBezTo>
                  <a:pt x="10398513" y="2714936"/>
                  <a:pt x="10400653" y="2718477"/>
                  <a:pt x="10397484" y="2719830"/>
                </a:cubicBezTo>
                <a:cubicBezTo>
                  <a:pt x="10394344" y="2721236"/>
                  <a:pt x="10387481" y="2719908"/>
                  <a:pt x="10381758" y="2716888"/>
                </a:cubicBezTo>
                <a:cubicBezTo>
                  <a:pt x="10376285" y="2713895"/>
                  <a:pt x="10374088" y="2710458"/>
                  <a:pt x="10377228" y="2709053"/>
                </a:cubicBezTo>
                <a:close/>
                <a:moveTo>
                  <a:pt x="11246420" y="2709001"/>
                </a:moveTo>
                <a:cubicBezTo>
                  <a:pt x="11247057" y="2708714"/>
                  <a:pt x="11248670" y="2709001"/>
                  <a:pt x="11250058" y="2709625"/>
                </a:cubicBezTo>
                <a:cubicBezTo>
                  <a:pt x="11251532" y="2710303"/>
                  <a:pt x="11252032" y="2711057"/>
                  <a:pt x="11251421" y="2711343"/>
                </a:cubicBezTo>
                <a:cubicBezTo>
                  <a:pt x="11250809" y="2711656"/>
                  <a:pt x="11249196" y="2711447"/>
                  <a:pt x="11247808" y="2710693"/>
                </a:cubicBezTo>
                <a:cubicBezTo>
                  <a:pt x="11246446" y="2710120"/>
                  <a:pt x="11245779" y="2709313"/>
                  <a:pt x="11246420" y="2709001"/>
                </a:cubicBezTo>
                <a:close/>
                <a:moveTo>
                  <a:pt x="8306286" y="2700709"/>
                </a:moveTo>
                <a:cubicBezTo>
                  <a:pt x="8320551" y="2703612"/>
                  <a:pt x="8334945" y="2709508"/>
                  <a:pt x="8346114" y="2717722"/>
                </a:cubicBezTo>
                <a:cubicBezTo>
                  <a:pt x="8368484" y="2734331"/>
                  <a:pt x="8369512" y="2754170"/>
                  <a:pt x="8348115" y="2761928"/>
                </a:cubicBezTo>
                <a:cubicBezTo>
                  <a:pt x="8326637" y="2769764"/>
                  <a:pt x="8291014" y="2762345"/>
                  <a:pt x="8268646" y="2745552"/>
                </a:cubicBezTo>
                <a:cubicBezTo>
                  <a:pt x="8246639" y="2728890"/>
                  <a:pt x="8246056" y="2709235"/>
                  <a:pt x="8267230" y="2701659"/>
                </a:cubicBezTo>
                <a:cubicBezTo>
                  <a:pt x="8277886" y="2697897"/>
                  <a:pt x="8292022" y="2697806"/>
                  <a:pt x="8306286" y="2700709"/>
                </a:cubicBezTo>
                <a:close/>
                <a:moveTo>
                  <a:pt x="6764610" y="2699215"/>
                </a:moveTo>
                <a:cubicBezTo>
                  <a:pt x="6774002" y="2701308"/>
                  <a:pt x="6782595" y="2705551"/>
                  <a:pt x="6788180" y="2711447"/>
                </a:cubicBezTo>
                <a:cubicBezTo>
                  <a:pt x="6799795" y="2723397"/>
                  <a:pt x="6794709" y="2737482"/>
                  <a:pt x="6777259" y="2743027"/>
                </a:cubicBezTo>
                <a:cubicBezTo>
                  <a:pt x="6759476" y="2748625"/>
                  <a:pt x="6736191" y="2743391"/>
                  <a:pt x="6724938" y="2731312"/>
                </a:cubicBezTo>
                <a:cubicBezTo>
                  <a:pt x="6713656" y="2719414"/>
                  <a:pt x="6718825" y="2705356"/>
                  <a:pt x="6736246" y="2699888"/>
                </a:cubicBezTo>
                <a:cubicBezTo>
                  <a:pt x="6745027" y="2697181"/>
                  <a:pt x="6755218" y="2697122"/>
                  <a:pt x="6764610" y="2699215"/>
                </a:cubicBezTo>
                <a:close/>
                <a:moveTo>
                  <a:pt x="1445439" y="2688876"/>
                </a:moveTo>
                <a:cubicBezTo>
                  <a:pt x="1452331" y="2687340"/>
                  <a:pt x="1456916" y="2688719"/>
                  <a:pt x="1455471" y="2692027"/>
                </a:cubicBezTo>
                <a:cubicBezTo>
                  <a:pt x="1454276" y="2695280"/>
                  <a:pt x="1447385" y="2699159"/>
                  <a:pt x="1440605" y="2700695"/>
                </a:cubicBezTo>
                <a:cubicBezTo>
                  <a:pt x="1433630" y="2702180"/>
                  <a:pt x="1429101" y="2700748"/>
                  <a:pt x="1430490" y="2697493"/>
                </a:cubicBezTo>
                <a:cubicBezTo>
                  <a:pt x="1431824" y="2694187"/>
                  <a:pt x="1438521" y="2690360"/>
                  <a:pt x="1445439" y="2688876"/>
                </a:cubicBezTo>
                <a:close/>
                <a:moveTo>
                  <a:pt x="2692235" y="2687834"/>
                </a:moveTo>
                <a:cubicBezTo>
                  <a:pt x="2696056" y="2688921"/>
                  <a:pt x="2698307" y="2691141"/>
                  <a:pt x="2698028" y="2694239"/>
                </a:cubicBezTo>
                <a:cubicBezTo>
                  <a:pt x="2697334" y="2700434"/>
                  <a:pt x="2687025" y="2707802"/>
                  <a:pt x="2674688" y="2710744"/>
                </a:cubicBezTo>
                <a:cubicBezTo>
                  <a:pt x="2662545" y="2713634"/>
                  <a:pt x="2653097" y="2710900"/>
                  <a:pt x="2653681" y="2704652"/>
                </a:cubicBezTo>
                <a:cubicBezTo>
                  <a:pt x="2654487" y="2698404"/>
                  <a:pt x="2664934" y="2691010"/>
                  <a:pt x="2677022" y="2688224"/>
                </a:cubicBezTo>
                <a:cubicBezTo>
                  <a:pt x="2683024" y="2686792"/>
                  <a:pt x="2688414" y="2686747"/>
                  <a:pt x="2692235" y="2687834"/>
                </a:cubicBezTo>
                <a:close/>
                <a:moveTo>
                  <a:pt x="9922933" y="2684688"/>
                </a:moveTo>
                <a:cubicBezTo>
                  <a:pt x="9934610" y="2686872"/>
                  <a:pt x="9947287" y="2691324"/>
                  <a:pt x="9958262" y="2697545"/>
                </a:cubicBezTo>
                <a:cubicBezTo>
                  <a:pt x="9980464" y="2709990"/>
                  <a:pt x="9987355" y="2724881"/>
                  <a:pt x="9973766" y="2730687"/>
                </a:cubicBezTo>
                <a:cubicBezTo>
                  <a:pt x="9960069" y="2736545"/>
                  <a:pt x="9930615" y="2730973"/>
                  <a:pt x="9908581" y="2718399"/>
                </a:cubicBezTo>
                <a:cubicBezTo>
                  <a:pt x="9886656" y="2705850"/>
                  <a:pt x="9879988" y="2691167"/>
                  <a:pt x="9893604" y="2685440"/>
                </a:cubicBezTo>
                <a:cubicBezTo>
                  <a:pt x="9900578" y="2682589"/>
                  <a:pt x="9911254" y="2682505"/>
                  <a:pt x="9922933" y="2684688"/>
                </a:cubicBezTo>
                <a:close/>
                <a:moveTo>
                  <a:pt x="3481989" y="2676256"/>
                </a:moveTo>
                <a:cubicBezTo>
                  <a:pt x="3485556" y="2677232"/>
                  <a:pt x="3487904" y="2679217"/>
                  <a:pt x="3488195" y="2681977"/>
                </a:cubicBezTo>
                <a:cubicBezTo>
                  <a:pt x="3488723" y="2687470"/>
                  <a:pt x="3480915" y="2694056"/>
                  <a:pt x="3470384" y="2696582"/>
                </a:cubicBezTo>
                <a:cubicBezTo>
                  <a:pt x="3460047" y="2699159"/>
                  <a:pt x="3451267" y="2696738"/>
                  <a:pt x="3450545" y="2691167"/>
                </a:cubicBezTo>
                <a:cubicBezTo>
                  <a:pt x="3449988" y="2685700"/>
                  <a:pt x="3458214" y="2679113"/>
                  <a:pt x="3468466" y="2676588"/>
                </a:cubicBezTo>
                <a:cubicBezTo>
                  <a:pt x="3473636" y="2675312"/>
                  <a:pt x="3478422" y="2675280"/>
                  <a:pt x="3481989" y="2676256"/>
                </a:cubicBezTo>
                <a:close/>
                <a:moveTo>
                  <a:pt x="9456833" y="2671245"/>
                </a:moveTo>
                <a:cubicBezTo>
                  <a:pt x="9468198" y="2673405"/>
                  <a:pt x="9480322" y="2677812"/>
                  <a:pt x="9490589" y="2683981"/>
                </a:cubicBezTo>
                <a:cubicBezTo>
                  <a:pt x="9511123" y="2696374"/>
                  <a:pt x="9516206" y="2711136"/>
                  <a:pt x="9502119" y="2716915"/>
                </a:cubicBezTo>
                <a:cubicBezTo>
                  <a:pt x="9487531" y="2722695"/>
                  <a:pt x="9458912" y="2717201"/>
                  <a:pt x="9438515" y="2704705"/>
                </a:cubicBezTo>
                <a:cubicBezTo>
                  <a:pt x="9417925" y="2692234"/>
                  <a:pt x="9413536" y="2677656"/>
                  <a:pt x="9427623" y="2671979"/>
                </a:cubicBezTo>
                <a:cubicBezTo>
                  <a:pt x="9434860" y="2669168"/>
                  <a:pt x="9445469" y="2669084"/>
                  <a:pt x="9456833" y="2671245"/>
                </a:cubicBezTo>
                <a:close/>
                <a:moveTo>
                  <a:pt x="7780083" y="2656626"/>
                </a:moveTo>
                <a:cubicBezTo>
                  <a:pt x="7789364" y="2658546"/>
                  <a:pt x="7798458" y="2662464"/>
                  <a:pt x="7805223" y="2667944"/>
                </a:cubicBezTo>
                <a:cubicBezTo>
                  <a:pt x="7818671" y="2678905"/>
                  <a:pt x="7817532" y="2692026"/>
                  <a:pt x="7802639" y="2697128"/>
                </a:cubicBezTo>
                <a:cubicBezTo>
                  <a:pt x="7787606" y="2702257"/>
                  <a:pt x="7764266" y="2697415"/>
                  <a:pt x="7750844" y="2686376"/>
                </a:cubicBezTo>
                <a:cubicBezTo>
                  <a:pt x="7737313" y="2675286"/>
                  <a:pt x="7738896" y="2662321"/>
                  <a:pt x="7753818" y="2657296"/>
                </a:cubicBezTo>
                <a:cubicBezTo>
                  <a:pt x="7761334" y="2654784"/>
                  <a:pt x="7770802" y="2654706"/>
                  <a:pt x="7780083" y="2656626"/>
                </a:cubicBezTo>
                <a:close/>
                <a:moveTo>
                  <a:pt x="1991313" y="2645955"/>
                </a:moveTo>
                <a:cubicBezTo>
                  <a:pt x="1997127" y="2647703"/>
                  <a:pt x="2000059" y="2651256"/>
                  <a:pt x="1998725" y="2656203"/>
                </a:cubicBezTo>
                <a:cubicBezTo>
                  <a:pt x="1996002" y="2666121"/>
                  <a:pt x="1977079" y="2677993"/>
                  <a:pt x="1956545" y="2682601"/>
                </a:cubicBezTo>
                <a:cubicBezTo>
                  <a:pt x="1935817" y="2687262"/>
                  <a:pt x="1921145" y="2682914"/>
                  <a:pt x="1924146" y="2672891"/>
                </a:cubicBezTo>
                <a:cubicBezTo>
                  <a:pt x="1926925" y="2662868"/>
                  <a:pt x="1945875" y="2651152"/>
                  <a:pt x="1966604" y="2646544"/>
                </a:cubicBezTo>
                <a:cubicBezTo>
                  <a:pt x="1976802" y="2644266"/>
                  <a:pt x="1985499" y="2644207"/>
                  <a:pt x="1991313" y="2645955"/>
                </a:cubicBezTo>
                <a:close/>
                <a:moveTo>
                  <a:pt x="7015008" y="2644836"/>
                </a:moveTo>
                <a:cubicBezTo>
                  <a:pt x="7025178" y="2647032"/>
                  <a:pt x="7034674" y="2651504"/>
                  <a:pt x="7041120" y="2657739"/>
                </a:cubicBezTo>
                <a:cubicBezTo>
                  <a:pt x="7054152" y="2670313"/>
                  <a:pt x="7049845" y="2685205"/>
                  <a:pt x="7031451" y="2691063"/>
                </a:cubicBezTo>
                <a:cubicBezTo>
                  <a:pt x="7013083" y="2696947"/>
                  <a:pt x="6987715" y="2691375"/>
                  <a:pt x="6974739" y="2678723"/>
                </a:cubicBezTo>
                <a:cubicBezTo>
                  <a:pt x="6962068" y="2666122"/>
                  <a:pt x="6966486" y="2651361"/>
                  <a:pt x="6984853" y="2645581"/>
                </a:cubicBezTo>
                <a:cubicBezTo>
                  <a:pt x="6993994" y="2642718"/>
                  <a:pt x="7004838" y="2642640"/>
                  <a:pt x="7015008" y="2644836"/>
                </a:cubicBezTo>
                <a:close/>
                <a:moveTo>
                  <a:pt x="5132495" y="2642187"/>
                </a:moveTo>
                <a:cubicBezTo>
                  <a:pt x="5141348" y="2644319"/>
                  <a:pt x="5148469" y="2648653"/>
                  <a:pt x="5151802" y="2654693"/>
                </a:cubicBezTo>
                <a:cubicBezTo>
                  <a:pt x="5158499" y="2666903"/>
                  <a:pt x="5147162" y="2681456"/>
                  <a:pt x="5126572" y="2687132"/>
                </a:cubicBezTo>
                <a:cubicBezTo>
                  <a:pt x="5105817" y="2692885"/>
                  <a:pt x="5083531" y="2687419"/>
                  <a:pt x="5077112" y="2675131"/>
                </a:cubicBezTo>
                <a:cubicBezTo>
                  <a:pt x="5070666" y="2662920"/>
                  <a:pt x="5082142" y="2648497"/>
                  <a:pt x="5102787" y="2642900"/>
                </a:cubicBezTo>
                <a:cubicBezTo>
                  <a:pt x="5113055" y="2640127"/>
                  <a:pt x="5123642" y="2640055"/>
                  <a:pt x="5132495" y="2642187"/>
                </a:cubicBezTo>
                <a:close/>
                <a:moveTo>
                  <a:pt x="8974855" y="2640765"/>
                </a:moveTo>
                <a:cubicBezTo>
                  <a:pt x="8990215" y="2643739"/>
                  <a:pt x="9006268" y="2649786"/>
                  <a:pt x="9019412" y="2658208"/>
                </a:cubicBezTo>
                <a:cubicBezTo>
                  <a:pt x="9045781" y="2675312"/>
                  <a:pt x="9050476" y="2695671"/>
                  <a:pt x="9029608" y="2703637"/>
                </a:cubicBezTo>
                <a:cubicBezTo>
                  <a:pt x="9008547" y="2711682"/>
                  <a:pt x="8970117" y="2704132"/>
                  <a:pt x="8943721" y="2686767"/>
                </a:cubicBezTo>
                <a:cubicBezTo>
                  <a:pt x="8917518" y="2669636"/>
                  <a:pt x="8913545" y="2649564"/>
                  <a:pt x="8934467" y="2641754"/>
                </a:cubicBezTo>
                <a:cubicBezTo>
                  <a:pt x="8944832" y="2637888"/>
                  <a:pt x="8959497" y="2637791"/>
                  <a:pt x="8974855" y="2640765"/>
                </a:cubicBezTo>
                <a:close/>
                <a:moveTo>
                  <a:pt x="5406910" y="2640504"/>
                </a:moveTo>
                <a:cubicBezTo>
                  <a:pt x="5415941" y="2642645"/>
                  <a:pt x="5423402" y="2647000"/>
                  <a:pt x="5427195" y="2653053"/>
                </a:cubicBezTo>
                <a:cubicBezTo>
                  <a:pt x="5434586" y="2665263"/>
                  <a:pt x="5424472" y="2679790"/>
                  <a:pt x="5404216" y="2685465"/>
                </a:cubicBezTo>
                <a:cubicBezTo>
                  <a:pt x="5383654" y="2691167"/>
                  <a:pt x="5361313" y="2685778"/>
                  <a:pt x="5353977" y="2673411"/>
                </a:cubicBezTo>
                <a:cubicBezTo>
                  <a:pt x="5346725" y="2661202"/>
                  <a:pt x="5357117" y="2646831"/>
                  <a:pt x="5377207" y="2641233"/>
                </a:cubicBezTo>
                <a:cubicBezTo>
                  <a:pt x="5387280" y="2638434"/>
                  <a:pt x="5397880" y="2638363"/>
                  <a:pt x="5406910" y="2640504"/>
                </a:cubicBezTo>
                <a:close/>
                <a:moveTo>
                  <a:pt x="4855925" y="2640192"/>
                </a:moveTo>
                <a:cubicBezTo>
                  <a:pt x="4862586" y="2641820"/>
                  <a:pt x="4867811" y="2645126"/>
                  <a:pt x="4870047" y="2649747"/>
                </a:cubicBezTo>
                <a:cubicBezTo>
                  <a:pt x="4874160" y="2659041"/>
                  <a:pt x="4864934" y="2670080"/>
                  <a:pt x="4848790" y="2674401"/>
                </a:cubicBezTo>
                <a:cubicBezTo>
                  <a:pt x="4832786" y="2678723"/>
                  <a:pt x="4816142" y="2674583"/>
                  <a:pt x="4811835" y="2665237"/>
                </a:cubicBezTo>
                <a:cubicBezTo>
                  <a:pt x="4807667" y="2655917"/>
                  <a:pt x="4817281" y="2644983"/>
                  <a:pt x="4833175" y="2640713"/>
                </a:cubicBezTo>
                <a:cubicBezTo>
                  <a:pt x="4841163" y="2638617"/>
                  <a:pt x="4849263" y="2638565"/>
                  <a:pt x="4855925" y="2640192"/>
                </a:cubicBezTo>
                <a:close/>
                <a:moveTo>
                  <a:pt x="4569314" y="2633007"/>
                </a:moveTo>
                <a:cubicBezTo>
                  <a:pt x="4577011" y="2630950"/>
                  <a:pt x="4584958" y="2632902"/>
                  <a:pt x="4586735" y="2637354"/>
                </a:cubicBezTo>
                <a:cubicBezTo>
                  <a:pt x="4588431" y="2641754"/>
                  <a:pt x="4583429" y="2647091"/>
                  <a:pt x="4575649" y="2649070"/>
                </a:cubicBezTo>
                <a:cubicBezTo>
                  <a:pt x="4567841" y="2651127"/>
                  <a:pt x="4560144" y="2649200"/>
                  <a:pt x="4558338" y="2644774"/>
                </a:cubicBezTo>
                <a:cubicBezTo>
                  <a:pt x="4556727" y="2640296"/>
                  <a:pt x="4561422" y="2635064"/>
                  <a:pt x="4569314" y="2633007"/>
                </a:cubicBezTo>
                <a:close/>
                <a:moveTo>
                  <a:pt x="5683422" y="2626322"/>
                </a:moveTo>
                <a:cubicBezTo>
                  <a:pt x="5694030" y="2628782"/>
                  <a:pt x="5703019" y="2633787"/>
                  <a:pt x="5707923" y="2640764"/>
                </a:cubicBezTo>
                <a:cubicBezTo>
                  <a:pt x="5717676" y="2654771"/>
                  <a:pt x="5706895" y="2671537"/>
                  <a:pt x="5683832" y="2678098"/>
                </a:cubicBezTo>
                <a:cubicBezTo>
                  <a:pt x="5660769" y="2684658"/>
                  <a:pt x="5634511" y="2678436"/>
                  <a:pt x="5625008" y="2664247"/>
                </a:cubicBezTo>
                <a:cubicBezTo>
                  <a:pt x="5615478" y="2650137"/>
                  <a:pt x="5626536" y="2633553"/>
                  <a:pt x="5649210" y="2627149"/>
                </a:cubicBezTo>
                <a:cubicBezTo>
                  <a:pt x="5660588" y="2623947"/>
                  <a:pt x="5672814" y="2623862"/>
                  <a:pt x="5683422" y="2626322"/>
                </a:cubicBezTo>
                <a:close/>
                <a:moveTo>
                  <a:pt x="3259869" y="2619616"/>
                </a:moveTo>
                <a:cubicBezTo>
                  <a:pt x="3263138" y="2620504"/>
                  <a:pt x="3265208" y="2622306"/>
                  <a:pt x="3265263" y="2624806"/>
                </a:cubicBezTo>
                <a:cubicBezTo>
                  <a:pt x="3265763" y="2629804"/>
                  <a:pt x="3257955" y="2635870"/>
                  <a:pt x="3248313" y="2638161"/>
                </a:cubicBezTo>
                <a:cubicBezTo>
                  <a:pt x="3238644" y="2640478"/>
                  <a:pt x="3230474" y="2638266"/>
                  <a:pt x="3230113" y="2633241"/>
                </a:cubicBezTo>
                <a:cubicBezTo>
                  <a:pt x="3229835" y="2628164"/>
                  <a:pt x="3237504" y="2622228"/>
                  <a:pt x="3247285" y="2619912"/>
                </a:cubicBezTo>
                <a:cubicBezTo>
                  <a:pt x="3252134" y="2618753"/>
                  <a:pt x="3256601" y="2618727"/>
                  <a:pt x="3259869" y="2619616"/>
                </a:cubicBezTo>
                <a:close/>
                <a:moveTo>
                  <a:pt x="8483561" y="2611561"/>
                </a:moveTo>
                <a:cubicBezTo>
                  <a:pt x="8497566" y="2614320"/>
                  <a:pt x="8511848" y="2619937"/>
                  <a:pt x="8523144" y="2627799"/>
                </a:cubicBezTo>
                <a:cubicBezTo>
                  <a:pt x="8545706" y="2643680"/>
                  <a:pt x="8547790" y="2662608"/>
                  <a:pt x="8527173" y="2670001"/>
                </a:cubicBezTo>
                <a:cubicBezTo>
                  <a:pt x="8506555" y="2677446"/>
                  <a:pt x="8471321" y="2670365"/>
                  <a:pt x="8448897" y="2654328"/>
                </a:cubicBezTo>
                <a:cubicBezTo>
                  <a:pt x="8426501" y="2638369"/>
                  <a:pt x="8425223" y="2619703"/>
                  <a:pt x="8445647" y="2612465"/>
                </a:cubicBezTo>
                <a:cubicBezTo>
                  <a:pt x="8455830" y="2608899"/>
                  <a:pt x="8469556" y="2608801"/>
                  <a:pt x="8483561" y="2611561"/>
                </a:cubicBezTo>
                <a:close/>
                <a:moveTo>
                  <a:pt x="2512554" y="2610842"/>
                </a:moveTo>
                <a:cubicBezTo>
                  <a:pt x="2516249" y="2611893"/>
                  <a:pt x="2518361" y="2614028"/>
                  <a:pt x="2517972" y="2616995"/>
                </a:cubicBezTo>
                <a:cubicBezTo>
                  <a:pt x="2517000" y="2622984"/>
                  <a:pt x="2506441" y="2630117"/>
                  <a:pt x="2494492" y="2632851"/>
                </a:cubicBezTo>
                <a:cubicBezTo>
                  <a:pt x="2482378" y="2635610"/>
                  <a:pt x="2473208" y="2632981"/>
                  <a:pt x="2474236" y="2626940"/>
                </a:cubicBezTo>
                <a:cubicBezTo>
                  <a:pt x="2475070" y="2621005"/>
                  <a:pt x="2485462" y="2613923"/>
                  <a:pt x="2497632" y="2611190"/>
                </a:cubicBezTo>
                <a:cubicBezTo>
                  <a:pt x="2503579" y="2609823"/>
                  <a:pt x="2508859" y="2609791"/>
                  <a:pt x="2512554" y="2610842"/>
                </a:cubicBezTo>
                <a:close/>
                <a:moveTo>
                  <a:pt x="5952325" y="2610480"/>
                </a:moveTo>
                <a:cubicBezTo>
                  <a:pt x="5961558" y="2612576"/>
                  <a:pt x="5969505" y="2616840"/>
                  <a:pt x="5974006" y="2622775"/>
                </a:cubicBezTo>
                <a:cubicBezTo>
                  <a:pt x="5983426" y="2634750"/>
                  <a:pt x="5975202" y="2649095"/>
                  <a:pt x="5955861" y="2654692"/>
                </a:cubicBezTo>
                <a:cubicBezTo>
                  <a:pt x="5936523" y="2660316"/>
                  <a:pt x="5913237" y="2654953"/>
                  <a:pt x="5904262" y="2642847"/>
                </a:cubicBezTo>
                <a:cubicBezTo>
                  <a:pt x="5895509" y="2630871"/>
                  <a:pt x="5903762" y="2616657"/>
                  <a:pt x="5922934" y="2611189"/>
                </a:cubicBezTo>
                <a:cubicBezTo>
                  <a:pt x="5932575" y="2608456"/>
                  <a:pt x="5943094" y="2608385"/>
                  <a:pt x="5952325" y="2610480"/>
                </a:cubicBezTo>
                <a:close/>
                <a:moveTo>
                  <a:pt x="4309788" y="2610253"/>
                </a:moveTo>
                <a:cubicBezTo>
                  <a:pt x="4315623" y="2608820"/>
                  <a:pt x="4321096" y="2610174"/>
                  <a:pt x="4321931" y="2613325"/>
                </a:cubicBezTo>
                <a:cubicBezTo>
                  <a:pt x="4322986" y="2616448"/>
                  <a:pt x="4319263" y="2620146"/>
                  <a:pt x="4313677" y="2621629"/>
                </a:cubicBezTo>
                <a:cubicBezTo>
                  <a:pt x="4307926" y="2623088"/>
                  <a:pt x="4302536" y="2621656"/>
                  <a:pt x="4301562" y="2618531"/>
                </a:cubicBezTo>
                <a:cubicBezTo>
                  <a:pt x="4300480" y="2615381"/>
                  <a:pt x="4304369" y="2611736"/>
                  <a:pt x="4309788" y="2610253"/>
                </a:cubicBezTo>
                <a:close/>
                <a:moveTo>
                  <a:pt x="873510" y="2601896"/>
                </a:moveTo>
                <a:cubicBezTo>
                  <a:pt x="877068" y="2601167"/>
                  <a:pt x="879346" y="2601791"/>
                  <a:pt x="878429" y="2603379"/>
                </a:cubicBezTo>
                <a:cubicBezTo>
                  <a:pt x="877428" y="2604915"/>
                  <a:pt x="873927" y="2606816"/>
                  <a:pt x="870482" y="2607519"/>
                </a:cubicBezTo>
                <a:cubicBezTo>
                  <a:pt x="867036" y="2608248"/>
                  <a:pt x="864786" y="2607545"/>
                  <a:pt x="865646" y="2605983"/>
                </a:cubicBezTo>
                <a:cubicBezTo>
                  <a:pt x="866673" y="2604421"/>
                  <a:pt x="870260" y="2602573"/>
                  <a:pt x="873510" y="2601896"/>
                </a:cubicBezTo>
                <a:close/>
                <a:moveTo>
                  <a:pt x="1343268" y="2589191"/>
                </a:moveTo>
                <a:cubicBezTo>
                  <a:pt x="1348019" y="2588175"/>
                  <a:pt x="1351048" y="2589087"/>
                  <a:pt x="1350131" y="2591273"/>
                </a:cubicBezTo>
                <a:cubicBezTo>
                  <a:pt x="1349076" y="2593486"/>
                  <a:pt x="1344435" y="2596064"/>
                  <a:pt x="1339767" y="2597053"/>
                </a:cubicBezTo>
                <a:cubicBezTo>
                  <a:pt x="1334959" y="2598068"/>
                  <a:pt x="1331987" y="2597157"/>
                  <a:pt x="1332903" y="2594918"/>
                </a:cubicBezTo>
                <a:cubicBezTo>
                  <a:pt x="1333904" y="2592731"/>
                  <a:pt x="1338517" y="2590180"/>
                  <a:pt x="1343268" y="2589191"/>
                </a:cubicBezTo>
                <a:close/>
                <a:moveTo>
                  <a:pt x="10430357" y="2588696"/>
                </a:moveTo>
                <a:cubicBezTo>
                  <a:pt x="10432607" y="2587707"/>
                  <a:pt x="10437915" y="2588617"/>
                  <a:pt x="10442221" y="2590804"/>
                </a:cubicBezTo>
                <a:cubicBezTo>
                  <a:pt x="10446417" y="2592992"/>
                  <a:pt x="10447833" y="2595542"/>
                  <a:pt x="10445612" y="2596558"/>
                </a:cubicBezTo>
                <a:cubicBezTo>
                  <a:pt x="10443362" y="2597521"/>
                  <a:pt x="10437970" y="2596558"/>
                  <a:pt x="10433802" y="2594449"/>
                </a:cubicBezTo>
                <a:cubicBezTo>
                  <a:pt x="10429551" y="2592262"/>
                  <a:pt x="10427912" y="2589659"/>
                  <a:pt x="10430357" y="2588696"/>
                </a:cubicBezTo>
                <a:close/>
                <a:moveTo>
                  <a:pt x="10843374" y="2585676"/>
                </a:moveTo>
                <a:cubicBezTo>
                  <a:pt x="10844791" y="2584973"/>
                  <a:pt x="10848821" y="2585676"/>
                  <a:pt x="10851961" y="2587238"/>
                </a:cubicBezTo>
                <a:cubicBezTo>
                  <a:pt x="10855017" y="2588775"/>
                  <a:pt x="10856351" y="2590597"/>
                  <a:pt x="10854823" y="2591300"/>
                </a:cubicBezTo>
                <a:cubicBezTo>
                  <a:pt x="10853268" y="2592028"/>
                  <a:pt x="10849350" y="2591326"/>
                  <a:pt x="10846210" y="2589764"/>
                </a:cubicBezTo>
                <a:cubicBezTo>
                  <a:pt x="10843041" y="2588228"/>
                  <a:pt x="10841708" y="2586405"/>
                  <a:pt x="10843374" y="2585676"/>
                </a:cubicBezTo>
                <a:close/>
                <a:moveTo>
                  <a:pt x="7251514" y="2583040"/>
                </a:moveTo>
                <a:cubicBezTo>
                  <a:pt x="7262969" y="2585448"/>
                  <a:pt x="7273834" y="2590337"/>
                  <a:pt x="7281447" y="2597131"/>
                </a:cubicBezTo>
                <a:cubicBezTo>
                  <a:pt x="7296619" y="2610851"/>
                  <a:pt x="7293034" y="2627200"/>
                  <a:pt x="7273028" y="2633605"/>
                </a:cubicBezTo>
                <a:cubicBezTo>
                  <a:pt x="7252855" y="2640035"/>
                  <a:pt x="7224151" y="2633943"/>
                  <a:pt x="7209035" y="2620067"/>
                </a:cubicBezTo>
                <a:cubicBezTo>
                  <a:pt x="7194141" y="2606269"/>
                  <a:pt x="7198059" y="2590076"/>
                  <a:pt x="7218038" y="2583827"/>
                </a:cubicBezTo>
                <a:cubicBezTo>
                  <a:pt x="7228014" y="2580704"/>
                  <a:pt x="7240059" y="2580632"/>
                  <a:pt x="7251514" y="2583040"/>
                </a:cubicBezTo>
                <a:close/>
                <a:moveTo>
                  <a:pt x="6218362" y="2581979"/>
                </a:moveTo>
                <a:cubicBezTo>
                  <a:pt x="6227927" y="2584102"/>
                  <a:pt x="6236340" y="2588423"/>
                  <a:pt x="6241368" y="2594450"/>
                </a:cubicBezTo>
                <a:cubicBezTo>
                  <a:pt x="6251567" y="2606555"/>
                  <a:pt x="6244203" y="2621056"/>
                  <a:pt x="6225058" y="2626732"/>
                </a:cubicBezTo>
                <a:cubicBezTo>
                  <a:pt x="6205691" y="2632408"/>
                  <a:pt x="6181822" y="2626940"/>
                  <a:pt x="6171652" y="2614731"/>
                </a:cubicBezTo>
                <a:cubicBezTo>
                  <a:pt x="6161871" y="2602599"/>
                  <a:pt x="6169373" y="2588228"/>
                  <a:pt x="6188435" y="2582708"/>
                </a:cubicBezTo>
                <a:cubicBezTo>
                  <a:pt x="6198078" y="2579936"/>
                  <a:pt x="6208796" y="2579857"/>
                  <a:pt x="6218362" y="2581979"/>
                </a:cubicBezTo>
                <a:close/>
                <a:moveTo>
                  <a:pt x="7981119" y="2577739"/>
                </a:moveTo>
                <a:cubicBezTo>
                  <a:pt x="7990837" y="2579689"/>
                  <a:pt x="8000451" y="2583659"/>
                  <a:pt x="8007703" y="2589191"/>
                </a:cubicBezTo>
                <a:cubicBezTo>
                  <a:pt x="8022457" y="2600334"/>
                  <a:pt x="8022124" y="2613637"/>
                  <a:pt x="8006591" y="2618896"/>
                </a:cubicBezTo>
                <a:cubicBezTo>
                  <a:pt x="7991282" y="2624077"/>
                  <a:pt x="7966912" y="2619131"/>
                  <a:pt x="7952408" y="2607884"/>
                </a:cubicBezTo>
                <a:cubicBezTo>
                  <a:pt x="7937848" y="2596663"/>
                  <a:pt x="7938848" y="2583490"/>
                  <a:pt x="7953909" y="2578413"/>
                </a:cubicBezTo>
                <a:cubicBezTo>
                  <a:pt x="7961578" y="2575862"/>
                  <a:pt x="7971401" y="2575790"/>
                  <a:pt x="7981119" y="2577739"/>
                </a:cubicBezTo>
                <a:close/>
                <a:moveTo>
                  <a:pt x="4059737" y="2576929"/>
                </a:moveTo>
                <a:cubicBezTo>
                  <a:pt x="4065349" y="2575496"/>
                  <a:pt x="4070628" y="2576876"/>
                  <a:pt x="4071434" y="2579922"/>
                </a:cubicBezTo>
                <a:cubicBezTo>
                  <a:pt x="4072408" y="2582994"/>
                  <a:pt x="4068349" y="2586613"/>
                  <a:pt x="4062543" y="2588071"/>
                </a:cubicBezTo>
                <a:cubicBezTo>
                  <a:pt x="4057040" y="2589477"/>
                  <a:pt x="4051539" y="2588175"/>
                  <a:pt x="4050900" y="2585077"/>
                </a:cubicBezTo>
                <a:cubicBezTo>
                  <a:pt x="4049900" y="2581953"/>
                  <a:pt x="4053984" y="2578335"/>
                  <a:pt x="4059737" y="2576929"/>
                </a:cubicBezTo>
                <a:close/>
                <a:moveTo>
                  <a:pt x="10001134" y="2569851"/>
                </a:moveTo>
                <a:cubicBezTo>
                  <a:pt x="10012517" y="2571905"/>
                  <a:pt x="10024937" y="2576083"/>
                  <a:pt x="10035648" y="2581875"/>
                </a:cubicBezTo>
                <a:cubicBezTo>
                  <a:pt x="10057515" y="2593669"/>
                  <a:pt x="10064462" y="2607624"/>
                  <a:pt x="10051208" y="2613090"/>
                </a:cubicBezTo>
                <a:cubicBezTo>
                  <a:pt x="10037953" y="2618583"/>
                  <a:pt x="10009530" y="2613403"/>
                  <a:pt x="9987910" y="2601505"/>
                </a:cubicBezTo>
                <a:cubicBezTo>
                  <a:pt x="9966459" y="2589764"/>
                  <a:pt x="9959736" y="2575913"/>
                  <a:pt x="9972851" y="2570576"/>
                </a:cubicBezTo>
                <a:cubicBezTo>
                  <a:pt x="9979409" y="2567869"/>
                  <a:pt x="9989752" y="2567798"/>
                  <a:pt x="10001134" y="2569851"/>
                </a:cubicBezTo>
                <a:close/>
                <a:moveTo>
                  <a:pt x="3043248" y="2558809"/>
                </a:moveTo>
                <a:cubicBezTo>
                  <a:pt x="3050501" y="2557143"/>
                  <a:pt x="3056420" y="2558731"/>
                  <a:pt x="3056281" y="2562402"/>
                </a:cubicBezTo>
                <a:cubicBezTo>
                  <a:pt x="3056308" y="2566073"/>
                  <a:pt x="3050501" y="2570394"/>
                  <a:pt x="3043248" y="2572139"/>
                </a:cubicBezTo>
                <a:cubicBezTo>
                  <a:pt x="3035997" y="2573779"/>
                  <a:pt x="3030078" y="2572191"/>
                  <a:pt x="3029995" y="2568520"/>
                </a:cubicBezTo>
                <a:cubicBezTo>
                  <a:pt x="3030078" y="2564797"/>
                  <a:pt x="3035941" y="2560476"/>
                  <a:pt x="3043248" y="2558809"/>
                </a:cubicBezTo>
                <a:close/>
                <a:moveTo>
                  <a:pt x="1854771" y="2557511"/>
                </a:moveTo>
                <a:cubicBezTo>
                  <a:pt x="1859474" y="2558914"/>
                  <a:pt x="1861738" y="2561764"/>
                  <a:pt x="1860487" y="2565734"/>
                </a:cubicBezTo>
                <a:cubicBezTo>
                  <a:pt x="1858098" y="2573675"/>
                  <a:pt x="1842176" y="2583099"/>
                  <a:pt x="1825059" y="2586848"/>
                </a:cubicBezTo>
                <a:cubicBezTo>
                  <a:pt x="1808026" y="2590544"/>
                  <a:pt x="1796328" y="2587056"/>
                  <a:pt x="1798940" y="2579038"/>
                </a:cubicBezTo>
                <a:cubicBezTo>
                  <a:pt x="1801691" y="2570993"/>
                  <a:pt x="1817557" y="2561646"/>
                  <a:pt x="1834424" y="2557976"/>
                </a:cubicBezTo>
                <a:cubicBezTo>
                  <a:pt x="1842927" y="2556154"/>
                  <a:pt x="1850067" y="2556109"/>
                  <a:pt x="1854771" y="2557511"/>
                </a:cubicBezTo>
                <a:close/>
                <a:moveTo>
                  <a:pt x="9559501" y="2554426"/>
                </a:moveTo>
                <a:cubicBezTo>
                  <a:pt x="9574968" y="2557267"/>
                  <a:pt x="9591522" y="2563053"/>
                  <a:pt x="9605513" y="2571123"/>
                </a:cubicBezTo>
                <a:cubicBezTo>
                  <a:pt x="9633993" y="2587446"/>
                  <a:pt x="9641718" y="2606972"/>
                  <a:pt x="9622294" y="2614626"/>
                </a:cubicBezTo>
                <a:cubicBezTo>
                  <a:pt x="9602983" y="2622280"/>
                  <a:pt x="9564026" y="2614991"/>
                  <a:pt x="9535712" y="2598407"/>
                </a:cubicBezTo>
                <a:cubicBezTo>
                  <a:pt x="9507648" y="2582031"/>
                  <a:pt x="9500813" y="2562844"/>
                  <a:pt x="9520012" y="2555398"/>
                </a:cubicBezTo>
                <a:cubicBezTo>
                  <a:pt x="9529654" y="2551688"/>
                  <a:pt x="9544033" y="2551585"/>
                  <a:pt x="9559501" y="2554426"/>
                </a:cubicBezTo>
                <a:close/>
                <a:moveTo>
                  <a:pt x="6475973" y="2546030"/>
                </a:moveTo>
                <a:cubicBezTo>
                  <a:pt x="6485577" y="2548122"/>
                  <a:pt x="6494212" y="2552379"/>
                  <a:pt x="6499672" y="2558314"/>
                </a:cubicBezTo>
                <a:cubicBezTo>
                  <a:pt x="6510676" y="2570160"/>
                  <a:pt x="6504424" y="2584349"/>
                  <a:pt x="6485779" y="2589894"/>
                </a:cubicBezTo>
                <a:cubicBezTo>
                  <a:pt x="6466995" y="2595465"/>
                  <a:pt x="6443015" y="2590206"/>
                  <a:pt x="6432179" y="2578179"/>
                </a:cubicBezTo>
                <a:cubicBezTo>
                  <a:pt x="6421508" y="2566203"/>
                  <a:pt x="6427732" y="2552170"/>
                  <a:pt x="6446461" y="2546729"/>
                </a:cubicBezTo>
                <a:cubicBezTo>
                  <a:pt x="6455797" y="2544009"/>
                  <a:pt x="6466369" y="2543937"/>
                  <a:pt x="6475973" y="2546030"/>
                </a:cubicBezTo>
                <a:close/>
                <a:moveTo>
                  <a:pt x="9107002" y="2538965"/>
                </a:moveTo>
                <a:cubicBezTo>
                  <a:pt x="9122924" y="2541952"/>
                  <a:pt x="9139658" y="2548018"/>
                  <a:pt x="9153426" y="2556465"/>
                </a:cubicBezTo>
                <a:cubicBezTo>
                  <a:pt x="9181047" y="2573571"/>
                  <a:pt x="9186743" y="2594007"/>
                  <a:pt x="9165402" y="2602000"/>
                </a:cubicBezTo>
                <a:cubicBezTo>
                  <a:pt x="9144172" y="2610044"/>
                  <a:pt x="9104243" y="2602469"/>
                  <a:pt x="9076486" y="2585130"/>
                </a:cubicBezTo>
                <a:cubicBezTo>
                  <a:pt x="9048921" y="2567895"/>
                  <a:pt x="9044307" y="2547770"/>
                  <a:pt x="9065453" y="2539934"/>
                </a:cubicBezTo>
                <a:cubicBezTo>
                  <a:pt x="9075971" y="2536068"/>
                  <a:pt x="9091080" y="2535977"/>
                  <a:pt x="9107002" y="2538965"/>
                </a:cubicBezTo>
                <a:close/>
                <a:moveTo>
                  <a:pt x="3833053" y="2532293"/>
                </a:moveTo>
                <a:cubicBezTo>
                  <a:pt x="3836326" y="2533146"/>
                  <a:pt x="3838611" y="2534871"/>
                  <a:pt x="3839167" y="2537279"/>
                </a:cubicBezTo>
                <a:cubicBezTo>
                  <a:pt x="3840278" y="2542069"/>
                  <a:pt x="3833692" y="2547771"/>
                  <a:pt x="3824523" y="2549984"/>
                </a:cubicBezTo>
                <a:cubicBezTo>
                  <a:pt x="3815215" y="2552223"/>
                  <a:pt x="3807101" y="2550114"/>
                  <a:pt x="3805961" y="2545323"/>
                </a:cubicBezTo>
                <a:cubicBezTo>
                  <a:pt x="3805045" y="2540507"/>
                  <a:pt x="3811602" y="2534806"/>
                  <a:pt x="3821022" y="2532541"/>
                </a:cubicBezTo>
                <a:cubicBezTo>
                  <a:pt x="3825524" y="2531460"/>
                  <a:pt x="3829782" y="2531441"/>
                  <a:pt x="3833053" y="2532293"/>
                </a:cubicBezTo>
                <a:close/>
                <a:moveTo>
                  <a:pt x="2353949" y="2529019"/>
                </a:moveTo>
                <a:cubicBezTo>
                  <a:pt x="2357874" y="2530133"/>
                  <a:pt x="2360048" y="2532384"/>
                  <a:pt x="2359589" y="2535482"/>
                </a:cubicBezTo>
                <a:cubicBezTo>
                  <a:pt x="2358256" y="2541886"/>
                  <a:pt x="2346696" y="2549358"/>
                  <a:pt x="2333275" y="2552300"/>
                </a:cubicBezTo>
                <a:cubicBezTo>
                  <a:pt x="2320188" y="2555268"/>
                  <a:pt x="2310463" y="2552456"/>
                  <a:pt x="2311602" y="2546078"/>
                </a:cubicBezTo>
                <a:cubicBezTo>
                  <a:pt x="2312852" y="2539778"/>
                  <a:pt x="2324606" y="2532280"/>
                  <a:pt x="2337804" y="2529390"/>
                </a:cubicBezTo>
                <a:cubicBezTo>
                  <a:pt x="2344348" y="2527932"/>
                  <a:pt x="2350024" y="2527906"/>
                  <a:pt x="2353949" y="2529019"/>
                </a:cubicBezTo>
                <a:close/>
                <a:moveTo>
                  <a:pt x="7471506" y="2520223"/>
                </a:moveTo>
                <a:cubicBezTo>
                  <a:pt x="7482128" y="2522380"/>
                  <a:pt x="7492332" y="2526774"/>
                  <a:pt x="7499682" y="2532904"/>
                </a:cubicBezTo>
                <a:cubicBezTo>
                  <a:pt x="7514409" y="2545244"/>
                  <a:pt x="7512102" y="2560006"/>
                  <a:pt x="7493986" y="2565812"/>
                </a:cubicBezTo>
                <a:cubicBezTo>
                  <a:pt x="7475786" y="2571565"/>
                  <a:pt x="7449361" y="2566020"/>
                  <a:pt x="7434578" y="2553549"/>
                </a:cubicBezTo>
                <a:cubicBezTo>
                  <a:pt x="7420128" y="2541157"/>
                  <a:pt x="7423019" y="2526578"/>
                  <a:pt x="7440830" y="2520954"/>
                </a:cubicBezTo>
                <a:cubicBezTo>
                  <a:pt x="7449846" y="2518143"/>
                  <a:pt x="7460884" y="2518065"/>
                  <a:pt x="7471506" y="2520223"/>
                </a:cubicBezTo>
                <a:close/>
                <a:moveTo>
                  <a:pt x="8641824" y="2519246"/>
                </a:moveTo>
                <a:cubicBezTo>
                  <a:pt x="8656158" y="2521977"/>
                  <a:pt x="8670858" y="2527542"/>
                  <a:pt x="8682499" y="2535300"/>
                </a:cubicBezTo>
                <a:cubicBezTo>
                  <a:pt x="8706367" y="2551024"/>
                  <a:pt x="8709062" y="2569743"/>
                  <a:pt x="8688556" y="2577136"/>
                </a:cubicBezTo>
                <a:cubicBezTo>
                  <a:pt x="8667855" y="2584504"/>
                  <a:pt x="8631984" y="2577527"/>
                  <a:pt x="8608225" y="2561595"/>
                </a:cubicBezTo>
                <a:cubicBezTo>
                  <a:pt x="8584941" y="2545844"/>
                  <a:pt x="8582774" y="2527333"/>
                  <a:pt x="8603335" y="2520200"/>
                </a:cubicBezTo>
                <a:cubicBezTo>
                  <a:pt x="8613519" y="2516621"/>
                  <a:pt x="8627490" y="2516516"/>
                  <a:pt x="8641824" y="2519246"/>
                </a:cubicBezTo>
                <a:close/>
                <a:moveTo>
                  <a:pt x="6724976" y="2498771"/>
                </a:moveTo>
                <a:cubicBezTo>
                  <a:pt x="6736358" y="2501170"/>
                  <a:pt x="6746791" y="2506051"/>
                  <a:pt x="6753613" y="2512859"/>
                </a:cubicBezTo>
                <a:cubicBezTo>
                  <a:pt x="6767340" y="2526500"/>
                  <a:pt x="6761143" y="2542876"/>
                  <a:pt x="6739831" y="2549333"/>
                </a:cubicBezTo>
                <a:cubicBezTo>
                  <a:pt x="6718408" y="2555711"/>
                  <a:pt x="6689816" y="2549593"/>
                  <a:pt x="6676283" y="2535795"/>
                </a:cubicBezTo>
                <a:cubicBezTo>
                  <a:pt x="6663001" y="2521997"/>
                  <a:pt x="6669586" y="2505829"/>
                  <a:pt x="6690649" y="2499581"/>
                </a:cubicBezTo>
                <a:cubicBezTo>
                  <a:pt x="6701263" y="2496457"/>
                  <a:pt x="6713594" y="2496372"/>
                  <a:pt x="6724976" y="2498771"/>
                </a:cubicBezTo>
                <a:close/>
                <a:moveTo>
                  <a:pt x="8164009" y="2497570"/>
                </a:moveTo>
                <a:cubicBezTo>
                  <a:pt x="8173080" y="2499334"/>
                  <a:pt x="8182202" y="2502926"/>
                  <a:pt x="8189315" y="2507937"/>
                </a:cubicBezTo>
                <a:cubicBezTo>
                  <a:pt x="8203236" y="2518013"/>
                  <a:pt x="8203376" y="2530015"/>
                  <a:pt x="8189343" y="2534727"/>
                </a:cubicBezTo>
                <a:cubicBezTo>
                  <a:pt x="8175478" y="2539465"/>
                  <a:pt x="8152692" y="2534987"/>
                  <a:pt x="8138882" y="2524808"/>
                </a:cubicBezTo>
                <a:cubicBezTo>
                  <a:pt x="8124935" y="2514681"/>
                  <a:pt x="8124962" y="2502783"/>
                  <a:pt x="8138994" y="2498175"/>
                </a:cubicBezTo>
                <a:cubicBezTo>
                  <a:pt x="8145912" y="2495871"/>
                  <a:pt x="8154936" y="2495806"/>
                  <a:pt x="8164009" y="2497570"/>
                </a:cubicBezTo>
                <a:close/>
                <a:moveTo>
                  <a:pt x="820937" y="2493385"/>
                </a:moveTo>
                <a:cubicBezTo>
                  <a:pt x="824161" y="2492708"/>
                  <a:pt x="826244" y="2493281"/>
                  <a:pt x="825299" y="2494791"/>
                </a:cubicBezTo>
                <a:cubicBezTo>
                  <a:pt x="824440" y="2496275"/>
                  <a:pt x="821105" y="2497967"/>
                  <a:pt x="817548" y="2498671"/>
                </a:cubicBezTo>
                <a:cubicBezTo>
                  <a:pt x="814103" y="2499347"/>
                  <a:pt x="812158" y="2498722"/>
                  <a:pt x="813075" y="2497212"/>
                </a:cubicBezTo>
                <a:cubicBezTo>
                  <a:pt x="814047" y="2495755"/>
                  <a:pt x="817411" y="2494062"/>
                  <a:pt x="820937" y="2493385"/>
                </a:cubicBezTo>
                <a:close/>
                <a:moveTo>
                  <a:pt x="2857079" y="2489297"/>
                </a:moveTo>
                <a:cubicBezTo>
                  <a:pt x="2865248" y="2487371"/>
                  <a:pt x="2872000" y="2489193"/>
                  <a:pt x="2871834" y="2493280"/>
                </a:cubicBezTo>
                <a:cubicBezTo>
                  <a:pt x="2871666" y="2497420"/>
                  <a:pt x="2864720" y="2502340"/>
                  <a:pt x="2856273" y="2504215"/>
                </a:cubicBezTo>
                <a:cubicBezTo>
                  <a:pt x="2847798" y="2506167"/>
                  <a:pt x="2840991" y="2504345"/>
                  <a:pt x="2841296" y="2500180"/>
                </a:cubicBezTo>
                <a:cubicBezTo>
                  <a:pt x="2841574" y="2496040"/>
                  <a:pt x="2848631" y="2491146"/>
                  <a:pt x="2857079" y="2489297"/>
                </a:cubicBezTo>
                <a:close/>
                <a:moveTo>
                  <a:pt x="1261604" y="2485992"/>
                </a:moveTo>
                <a:cubicBezTo>
                  <a:pt x="1268106" y="2484611"/>
                  <a:pt x="1272358" y="2485887"/>
                  <a:pt x="1270912" y="2488855"/>
                </a:cubicBezTo>
                <a:cubicBezTo>
                  <a:pt x="1269356" y="2491771"/>
                  <a:pt x="1262882" y="2495233"/>
                  <a:pt x="1256408" y="2496613"/>
                </a:cubicBezTo>
                <a:cubicBezTo>
                  <a:pt x="1249683" y="2497967"/>
                  <a:pt x="1245599" y="2496665"/>
                  <a:pt x="1246988" y="2493749"/>
                </a:cubicBezTo>
                <a:cubicBezTo>
                  <a:pt x="1248377" y="2490781"/>
                  <a:pt x="1254880" y="2487371"/>
                  <a:pt x="1261604" y="2485992"/>
                </a:cubicBezTo>
                <a:close/>
                <a:moveTo>
                  <a:pt x="3609716" y="2483635"/>
                </a:moveTo>
                <a:cubicBezTo>
                  <a:pt x="3613179" y="2484507"/>
                  <a:pt x="3615527" y="2486278"/>
                  <a:pt x="3615902" y="2488725"/>
                </a:cubicBezTo>
                <a:cubicBezTo>
                  <a:pt x="3616596" y="2493749"/>
                  <a:pt x="3609427" y="2499659"/>
                  <a:pt x="3599591" y="2502002"/>
                </a:cubicBezTo>
                <a:cubicBezTo>
                  <a:pt x="3589700" y="2504293"/>
                  <a:pt x="3581057" y="2502132"/>
                  <a:pt x="3580446" y="2497107"/>
                </a:cubicBezTo>
                <a:cubicBezTo>
                  <a:pt x="3579751" y="2492109"/>
                  <a:pt x="3587115" y="2486252"/>
                  <a:pt x="3596840" y="2483934"/>
                </a:cubicBezTo>
                <a:cubicBezTo>
                  <a:pt x="3601675" y="2482789"/>
                  <a:pt x="3606253" y="2482763"/>
                  <a:pt x="3609716" y="2483635"/>
                </a:cubicBezTo>
                <a:close/>
                <a:moveTo>
                  <a:pt x="1737591" y="2467234"/>
                </a:moveTo>
                <a:cubicBezTo>
                  <a:pt x="1741269" y="2468321"/>
                  <a:pt x="1743033" y="2470514"/>
                  <a:pt x="1742005" y="2473547"/>
                </a:cubicBezTo>
                <a:cubicBezTo>
                  <a:pt x="1739616" y="2479743"/>
                  <a:pt x="1727056" y="2486929"/>
                  <a:pt x="1713552" y="2489715"/>
                </a:cubicBezTo>
                <a:cubicBezTo>
                  <a:pt x="1700076" y="2492578"/>
                  <a:pt x="1690906" y="2489949"/>
                  <a:pt x="1693157" y="2483778"/>
                </a:cubicBezTo>
                <a:cubicBezTo>
                  <a:pt x="1695435" y="2477660"/>
                  <a:pt x="1708078" y="2470371"/>
                  <a:pt x="1721694" y="2467560"/>
                </a:cubicBezTo>
                <a:cubicBezTo>
                  <a:pt x="1728321" y="2466167"/>
                  <a:pt x="1733913" y="2466147"/>
                  <a:pt x="1737591" y="2467234"/>
                </a:cubicBezTo>
                <a:close/>
                <a:moveTo>
                  <a:pt x="10458474" y="2466804"/>
                </a:moveTo>
                <a:cubicBezTo>
                  <a:pt x="10463033" y="2464930"/>
                  <a:pt x="10473202" y="2466726"/>
                  <a:pt x="10481454" y="2470813"/>
                </a:cubicBezTo>
                <a:cubicBezTo>
                  <a:pt x="10489708" y="2474823"/>
                  <a:pt x="10492931" y="2479639"/>
                  <a:pt x="10488346" y="2481565"/>
                </a:cubicBezTo>
                <a:cubicBezTo>
                  <a:pt x="10483871" y="2483466"/>
                  <a:pt x="10473563" y="2481643"/>
                  <a:pt x="10465228" y="2477582"/>
                </a:cubicBezTo>
                <a:cubicBezTo>
                  <a:pt x="10457031" y="2473521"/>
                  <a:pt x="10454142" y="2468678"/>
                  <a:pt x="10458474" y="2466804"/>
                </a:cubicBezTo>
                <a:close/>
                <a:moveTo>
                  <a:pt x="10856628" y="2465321"/>
                </a:moveTo>
                <a:cubicBezTo>
                  <a:pt x="10857073" y="2465060"/>
                  <a:pt x="10858576" y="2465294"/>
                  <a:pt x="10859658" y="2465841"/>
                </a:cubicBezTo>
                <a:cubicBezTo>
                  <a:pt x="10861019" y="2466466"/>
                  <a:pt x="10861438" y="2467090"/>
                  <a:pt x="10861103" y="2467403"/>
                </a:cubicBezTo>
                <a:cubicBezTo>
                  <a:pt x="10860380" y="2467637"/>
                  <a:pt x="10858992" y="2467455"/>
                  <a:pt x="10857657" y="2466857"/>
                </a:cubicBezTo>
                <a:cubicBezTo>
                  <a:pt x="10856463" y="2466231"/>
                  <a:pt x="10856018" y="2465581"/>
                  <a:pt x="10856628" y="2465321"/>
                </a:cubicBezTo>
                <a:close/>
                <a:moveTo>
                  <a:pt x="10065397" y="2462073"/>
                </a:moveTo>
                <a:cubicBezTo>
                  <a:pt x="10073861" y="2463550"/>
                  <a:pt x="10083135" y="2466557"/>
                  <a:pt x="10091221" y="2470735"/>
                </a:cubicBezTo>
                <a:cubicBezTo>
                  <a:pt x="10107394" y="2479170"/>
                  <a:pt x="10112535" y="2489219"/>
                  <a:pt x="10103030" y="2493099"/>
                </a:cubicBezTo>
                <a:cubicBezTo>
                  <a:pt x="10093140" y="2497082"/>
                  <a:pt x="10072020" y="2493333"/>
                  <a:pt x="10055906" y="2484872"/>
                </a:cubicBezTo>
                <a:cubicBezTo>
                  <a:pt x="10039900" y="2476411"/>
                  <a:pt x="10034621" y="2466466"/>
                  <a:pt x="10044428" y="2462587"/>
                </a:cubicBezTo>
                <a:cubicBezTo>
                  <a:pt x="10049277" y="2460648"/>
                  <a:pt x="10056933" y="2460596"/>
                  <a:pt x="10065397" y="2462073"/>
                </a:cubicBezTo>
                <a:close/>
                <a:moveTo>
                  <a:pt x="5175647" y="2457576"/>
                </a:moveTo>
                <a:cubicBezTo>
                  <a:pt x="5185466" y="2459827"/>
                  <a:pt x="5193427" y="2464397"/>
                  <a:pt x="5197150" y="2470762"/>
                </a:cubicBezTo>
                <a:cubicBezTo>
                  <a:pt x="5204570" y="2483544"/>
                  <a:pt x="5192399" y="2498827"/>
                  <a:pt x="5169558" y="2504788"/>
                </a:cubicBezTo>
                <a:cubicBezTo>
                  <a:pt x="5146801" y="2510828"/>
                  <a:pt x="5122376" y="2505126"/>
                  <a:pt x="5114957" y="2492240"/>
                </a:cubicBezTo>
                <a:cubicBezTo>
                  <a:pt x="5107927" y="2479326"/>
                  <a:pt x="5120403" y="2464174"/>
                  <a:pt x="5142994" y="2458291"/>
                </a:cubicBezTo>
                <a:cubicBezTo>
                  <a:pt x="5154150" y="2455388"/>
                  <a:pt x="5165828" y="2455323"/>
                  <a:pt x="5175647" y="2457576"/>
                </a:cubicBezTo>
                <a:close/>
                <a:moveTo>
                  <a:pt x="5436927" y="2455860"/>
                </a:moveTo>
                <a:cubicBezTo>
                  <a:pt x="5446861" y="2458096"/>
                  <a:pt x="5455037" y="2462639"/>
                  <a:pt x="5459177" y="2468965"/>
                </a:cubicBezTo>
                <a:cubicBezTo>
                  <a:pt x="5467736" y="2481800"/>
                  <a:pt x="5456538" y="2497055"/>
                  <a:pt x="5434142" y="2502992"/>
                </a:cubicBezTo>
                <a:cubicBezTo>
                  <a:pt x="5411857" y="2508980"/>
                  <a:pt x="5386822" y="2503330"/>
                  <a:pt x="5378846" y="2490365"/>
                </a:cubicBezTo>
                <a:cubicBezTo>
                  <a:pt x="5370760" y="2477556"/>
                  <a:pt x="5382125" y="2462456"/>
                  <a:pt x="5404133" y="2456598"/>
                </a:cubicBezTo>
                <a:cubicBezTo>
                  <a:pt x="5415303" y="2453696"/>
                  <a:pt x="5426994" y="2453625"/>
                  <a:pt x="5436927" y="2455860"/>
                </a:cubicBezTo>
                <a:close/>
                <a:moveTo>
                  <a:pt x="7675526" y="2451945"/>
                </a:moveTo>
                <a:cubicBezTo>
                  <a:pt x="7685553" y="2453924"/>
                  <a:pt x="7695327" y="2457953"/>
                  <a:pt x="7702524" y="2463576"/>
                </a:cubicBezTo>
                <a:cubicBezTo>
                  <a:pt x="7716917" y="2474848"/>
                  <a:pt x="7715278" y="2488335"/>
                  <a:pt x="7698661" y="2493593"/>
                </a:cubicBezTo>
                <a:cubicBezTo>
                  <a:pt x="7682240" y="2498878"/>
                  <a:pt x="7657065" y="2493906"/>
                  <a:pt x="7642782" y="2482477"/>
                </a:cubicBezTo>
                <a:cubicBezTo>
                  <a:pt x="7628722" y="2471125"/>
                  <a:pt x="7630474" y="2457797"/>
                  <a:pt x="7647006" y="2452615"/>
                </a:cubicBezTo>
                <a:cubicBezTo>
                  <a:pt x="7655217" y="2450038"/>
                  <a:pt x="7665498" y="2449967"/>
                  <a:pt x="7675526" y="2451945"/>
                </a:cubicBezTo>
                <a:close/>
                <a:moveTo>
                  <a:pt x="4915819" y="2451740"/>
                </a:moveTo>
                <a:cubicBezTo>
                  <a:pt x="4924995" y="2453865"/>
                  <a:pt x="4932206" y="2458199"/>
                  <a:pt x="4935373" y="2464252"/>
                </a:cubicBezTo>
                <a:cubicBezTo>
                  <a:pt x="4941571" y="2476489"/>
                  <a:pt x="4928983" y="2490989"/>
                  <a:pt x="4906947" y="2496665"/>
                </a:cubicBezTo>
                <a:cubicBezTo>
                  <a:pt x="4884663" y="2502392"/>
                  <a:pt x="4861823" y="2496978"/>
                  <a:pt x="4855793" y="2484611"/>
                </a:cubicBezTo>
                <a:cubicBezTo>
                  <a:pt x="4849652" y="2472401"/>
                  <a:pt x="4862684" y="2458030"/>
                  <a:pt x="4884469" y="2452485"/>
                </a:cubicBezTo>
                <a:cubicBezTo>
                  <a:pt x="4895501" y="2449700"/>
                  <a:pt x="4906642" y="2449615"/>
                  <a:pt x="4915819" y="2451740"/>
                </a:cubicBezTo>
                <a:close/>
                <a:moveTo>
                  <a:pt x="4649905" y="2448548"/>
                </a:moveTo>
                <a:cubicBezTo>
                  <a:pt x="4653986" y="2449511"/>
                  <a:pt x="4657148" y="2451470"/>
                  <a:pt x="4658481" y="2454203"/>
                </a:cubicBezTo>
                <a:cubicBezTo>
                  <a:pt x="4660760" y="2459644"/>
                  <a:pt x="4654564" y="2466180"/>
                  <a:pt x="4644365" y="2468730"/>
                </a:cubicBezTo>
                <a:cubicBezTo>
                  <a:pt x="4634307" y="2471282"/>
                  <a:pt x="4624276" y="2468809"/>
                  <a:pt x="4621858" y="2463368"/>
                </a:cubicBezTo>
                <a:cubicBezTo>
                  <a:pt x="4619469" y="2457848"/>
                  <a:pt x="4625776" y="2451392"/>
                  <a:pt x="4635807" y="2448867"/>
                </a:cubicBezTo>
                <a:cubicBezTo>
                  <a:pt x="4640822" y="2447618"/>
                  <a:pt x="4645825" y="2447585"/>
                  <a:pt x="4649905" y="2448548"/>
                </a:cubicBezTo>
                <a:close/>
                <a:moveTo>
                  <a:pt x="2196565" y="2448371"/>
                </a:moveTo>
                <a:cubicBezTo>
                  <a:pt x="2206402" y="2446315"/>
                  <a:pt x="2213571" y="2448320"/>
                  <a:pt x="2212404" y="2452876"/>
                </a:cubicBezTo>
                <a:cubicBezTo>
                  <a:pt x="2211320" y="2457484"/>
                  <a:pt x="2202428" y="2462925"/>
                  <a:pt x="2192481" y="2465086"/>
                </a:cubicBezTo>
                <a:cubicBezTo>
                  <a:pt x="2182756" y="2467220"/>
                  <a:pt x="2175475" y="2465190"/>
                  <a:pt x="2176615" y="2460556"/>
                </a:cubicBezTo>
                <a:cubicBezTo>
                  <a:pt x="2177726" y="2455974"/>
                  <a:pt x="2186673" y="2450533"/>
                  <a:pt x="2196565" y="2448371"/>
                </a:cubicBezTo>
                <a:close/>
                <a:moveTo>
                  <a:pt x="9647588" y="2448310"/>
                </a:moveTo>
                <a:cubicBezTo>
                  <a:pt x="9662371" y="2450956"/>
                  <a:pt x="9678286" y="2456325"/>
                  <a:pt x="9691928" y="2463810"/>
                </a:cubicBezTo>
                <a:cubicBezTo>
                  <a:pt x="9719297" y="2478858"/>
                  <a:pt x="9727079" y="2496899"/>
                  <a:pt x="9708712" y="2503928"/>
                </a:cubicBezTo>
                <a:cubicBezTo>
                  <a:pt x="9690540" y="2511035"/>
                  <a:pt x="9653306" y="2504319"/>
                  <a:pt x="9626047" y="2489011"/>
                </a:cubicBezTo>
                <a:cubicBezTo>
                  <a:pt x="9599039" y="2473885"/>
                  <a:pt x="9592036" y="2456051"/>
                  <a:pt x="9610041" y="2449153"/>
                </a:cubicBezTo>
                <a:cubicBezTo>
                  <a:pt x="9619156" y="2445742"/>
                  <a:pt x="9632805" y="2445664"/>
                  <a:pt x="9647588" y="2448310"/>
                </a:cubicBezTo>
                <a:close/>
                <a:moveTo>
                  <a:pt x="6961009" y="2446563"/>
                </a:moveTo>
                <a:cubicBezTo>
                  <a:pt x="6973370" y="2449108"/>
                  <a:pt x="6984909" y="2454269"/>
                  <a:pt x="6992662" y="2461441"/>
                </a:cubicBezTo>
                <a:cubicBezTo>
                  <a:pt x="7008222" y="2475916"/>
                  <a:pt x="7002859" y="2493230"/>
                  <a:pt x="6980268" y="2499998"/>
                </a:cubicBezTo>
                <a:cubicBezTo>
                  <a:pt x="6957817" y="2506818"/>
                  <a:pt x="6926807" y="2500414"/>
                  <a:pt x="6911441" y="2485706"/>
                </a:cubicBezTo>
                <a:cubicBezTo>
                  <a:pt x="6896075" y="2471126"/>
                  <a:pt x="6902021" y="2453996"/>
                  <a:pt x="6924417" y="2447383"/>
                </a:cubicBezTo>
                <a:cubicBezTo>
                  <a:pt x="6935462" y="2444090"/>
                  <a:pt x="6948647" y="2444019"/>
                  <a:pt x="6961009" y="2446563"/>
                </a:cubicBezTo>
                <a:close/>
                <a:moveTo>
                  <a:pt x="5697701" y="2445433"/>
                </a:moveTo>
                <a:cubicBezTo>
                  <a:pt x="5707791" y="2447668"/>
                  <a:pt x="5716356" y="2452199"/>
                  <a:pt x="5721038" y="2458500"/>
                </a:cubicBezTo>
                <a:cubicBezTo>
                  <a:pt x="5730291" y="2471255"/>
                  <a:pt x="5720399" y="2486408"/>
                  <a:pt x="5698308" y="2492291"/>
                </a:cubicBezTo>
                <a:cubicBezTo>
                  <a:pt x="5676441" y="2498305"/>
                  <a:pt x="5651488" y="2492630"/>
                  <a:pt x="5642263" y="2479769"/>
                </a:cubicBezTo>
                <a:cubicBezTo>
                  <a:pt x="5633260" y="2466986"/>
                  <a:pt x="5643402" y="2451990"/>
                  <a:pt x="5665215" y="2446132"/>
                </a:cubicBezTo>
                <a:cubicBezTo>
                  <a:pt x="5675996" y="2443256"/>
                  <a:pt x="5687611" y="2443197"/>
                  <a:pt x="5697701" y="2445433"/>
                </a:cubicBezTo>
                <a:close/>
                <a:moveTo>
                  <a:pt x="9220539" y="2437311"/>
                </a:moveTo>
                <a:cubicBezTo>
                  <a:pt x="9236882" y="2440282"/>
                  <a:pt x="9254180" y="2446328"/>
                  <a:pt x="9268630" y="2454750"/>
                </a:cubicBezTo>
                <a:cubicBezTo>
                  <a:pt x="9297861" y="2471854"/>
                  <a:pt x="9304280" y="2492161"/>
                  <a:pt x="9282549" y="2500180"/>
                </a:cubicBezTo>
                <a:cubicBezTo>
                  <a:pt x="9261015" y="2508250"/>
                  <a:pt x="9219808" y="2500649"/>
                  <a:pt x="9190744" y="2483336"/>
                </a:cubicBezTo>
                <a:cubicBezTo>
                  <a:pt x="9162068" y="2466153"/>
                  <a:pt x="9156511" y="2446054"/>
                  <a:pt x="9178184" y="2438322"/>
                </a:cubicBezTo>
                <a:cubicBezTo>
                  <a:pt x="9188811" y="2434443"/>
                  <a:pt x="9204197" y="2434339"/>
                  <a:pt x="9220539" y="2437311"/>
                </a:cubicBezTo>
                <a:close/>
                <a:moveTo>
                  <a:pt x="3401028" y="2429146"/>
                </a:moveTo>
                <a:cubicBezTo>
                  <a:pt x="3404362" y="2429999"/>
                  <a:pt x="3406530" y="2431736"/>
                  <a:pt x="3406724" y="2434157"/>
                </a:cubicBezTo>
                <a:cubicBezTo>
                  <a:pt x="3407252" y="2438947"/>
                  <a:pt x="3399750" y="2444779"/>
                  <a:pt x="3390025" y="2446992"/>
                </a:cubicBezTo>
                <a:cubicBezTo>
                  <a:pt x="3380243" y="2449257"/>
                  <a:pt x="3371991" y="2447096"/>
                  <a:pt x="3371407" y="2442227"/>
                </a:cubicBezTo>
                <a:cubicBezTo>
                  <a:pt x="3371213" y="2437411"/>
                  <a:pt x="3378715" y="2431658"/>
                  <a:pt x="3388330" y="2429445"/>
                </a:cubicBezTo>
                <a:cubicBezTo>
                  <a:pt x="3393193" y="2428326"/>
                  <a:pt x="3397694" y="2428293"/>
                  <a:pt x="3401028" y="2429146"/>
                </a:cubicBezTo>
                <a:close/>
                <a:moveTo>
                  <a:pt x="8781572" y="2426757"/>
                </a:moveTo>
                <a:cubicBezTo>
                  <a:pt x="8795652" y="2429367"/>
                  <a:pt x="8810233" y="2434677"/>
                  <a:pt x="8822070" y="2442071"/>
                </a:cubicBezTo>
                <a:cubicBezTo>
                  <a:pt x="8845689" y="2456936"/>
                  <a:pt x="8849219" y="2474744"/>
                  <a:pt x="8829267" y="2481747"/>
                </a:cubicBezTo>
                <a:cubicBezTo>
                  <a:pt x="8809511" y="2488750"/>
                  <a:pt x="8774167" y="2482137"/>
                  <a:pt x="8750548" y="2467012"/>
                </a:cubicBezTo>
                <a:cubicBezTo>
                  <a:pt x="8727152" y="2452016"/>
                  <a:pt x="8724373" y="2434469"/>
                  <a:pt x="8744074" y="2427648"/>
                </a:cubicBezTo>
                <a:cubicBezTo>
                  <a:pt x="8753911" y="2424237"/>
                  <a:pt x="8767492" y="2424147"/>
                  <a:pt x="8781572" y="2426757"/>
                </a:cubicBezTo>
                <a:close/>
                <a:moveTo>
                  <a:pt x="5955582" y="2426578"/>
                </a:moveTo>
                <a:cubicBezTo>
                  <a:pt x="5965796" y="2428781"/>
                  <a:pt x="5974646" y="2433259"/>
                  <a:pt x="5979675" y="2439494"/>
                </a:cubicBezTo>
                <a:cubicBezTo>
                  <a:pt x="5989707" y="2452095"/>
                  <a:pt x="5980759" y="2467091"/>
                  <a:pt x="5959614" y="2472975"/>
                </a:cubicBezTo>
                <a:cubicBezTo>
                  <a:pt x="5938134" y="2478859"/>
                  <a:pt x="5912710" y="2473287"/>
                  <a:pt x="5902762" y="2460530"/>
                </a:cubicBezTo>
                <a:cubicBezTo>
                  <a:pt x="5892842" y="2447929"/>
                  <a:pt x="5902234" y="2433090"/>
                  <a:pt x="5923296" y="2427310"/>
                </a:cubicBezTo>
                <a:cubicBezTo>
                  <a:pt x="5933786" y="2424447"/>
                  <a:pt x="5945366" y="2424375"/>
                  <a:pt x="5955582" y="2426578"/>
                </a:cubicBezTo>
                <a:close/>
                <a:moveTo>
                  <a:pt x="2689082" y="2418589"/>
                </a:moveTo>
                <a:cubicBezTo>
                  <a:pt x="2694945" y="2417313"/>
                  <a:pt x="2699613" y="2418562"/>
                  <a:pt x="2699252" y="2421374"/>
                </a:cubicBezTo>
                <a:cubicBezTo>
                  <a:pt x="2699002" y="2424186"/>
                  <a:pt x="2694000" y="2427492"/>
                  <a:pt x="2687970" y="2428794"/>
                </a:cubicBezTo>
                <a:cubicBezTo>
                  <a:pt x="2682052" y="2430095"/>
                  <a:pt x="2677411" y="2428898"/>
                  <a:pt x="2677773" y="2426060"/>
                </a:cubicBezTo>
                <a:cubicBezTo>
                  <a:pt x="2678079" y="2423248"/>
                  <a:pt x="2683108" y="2419890"/>
                  <a:pt x="2689082" y="2418589"/>
                </a:cubicBezTo>
                <a:close/>
                <a:moveTo>
                  <a:pt x="8328840" y="2415202"/>
                </a:moveTo>
                <a:cubicBezTo>
                  <a:pt x="8336982" y="2416741"/>
                  <a:pt x="8345198" y="2419878"/>
                  <a:pt x="8351645" y="2424264"/>
                </a:cubicBezTo>
                <a:cubicBezTo>
                  <a:pt x="8364566" y="2433011"/>
                  <a:pt x="8365288" y="2443503"/>
                  <a:pt x="8353006" y="2447565"/>
                </a:cubicBezTo>
                <a:cubicBezTo>
                  <a:pt x="8340724" y="2451678"/>
                  <a:pt x="8320274" y="2447825"/>
                  <a:pt x="8307604" y="2438948"/>
                </a:cubicBezTo>
                <a:cubicBezTo>
                  <a:pt x="8294711" y="2430122"/>
                  <a:pt x="8294322" y="2419760"/>
                  <a:pt x="8306492" y="2415725"/>
                </a:cubicBezTo>
                <a:cubicBezTo>
                  <a:pt x="8312632" y="2413721"/>
                  <a:pt x="8320698" y="2413662"/>
                  <a:pt x="8328840" y="2415202"/>
                </a:cubicBezTo>
                <a:close/>
                <a:moveTo>
                  <a:pt x="4414592" y="2413057"/>
                </a:moveTo>
                <a:cubicBezTo>
                  <a:pt x="4423157" y="2415094"/>
                  <a:pt x="4429520" y="2419227"/>
                  <a:pt x="4431716" y="2424967"/>
                </a:cubicBezTo>
                <a:cubicBezTo>
                  <a:pt x="4436244" y="2436630"/>
                  <a:pt x="4422101" y="2450533"/>
                  <a:pt x="4399843" y="2455922"/>
                </a:cubicBezTo>
                <a:cubicBezTo>
                  <a:pt x="4377726" y="2461363"/>
                  <a:pt x="4356441" y="2456208"/>
                  <a:pt x="4352300" y="2444441"/>
                </a:cubicBezTo>
                <a:cubicBezTo>
                  <a:pt x="4347939" y="2432804"/>
                  <a:pt x="4362415" y="2419032"/>
                  <a:pt x="4384255" y="2413721"/>
                </a:cubicBezTo>
                <a:cubicBezTo>
                  <a:pt x="4395259" y="2411078"/>
                  <a:pt x="4406026" y="2411020"/>
                  <a:pt x="4414592" y="2413057"/>
                </a:cubicBezTo>
                <a:close/>
                <a:moveTo>
                  <a:pt x="6207722" y="2399561"/>
                </a:moveTo>
                <a:cubicBezTo>
                  <a:pt x="6218014" y="2401732"/>
                  <a:pt x="6227100" y="2406157"/>
                  <a:pt x="6232533" y="2412341"/>
                </a:cubicBezTo>
                <a:cubicBezTo>
                  <a:pt x="6243647" y="2424680"/>
                  <a:pt x="6235756" y="2439520"/>
                  <a:pt x="6214888" y="2445352"/>
                </a:cubicBezTo>
                <a:cubicBezTo>
                  <a:pt x="6194187" y="2451105"/>
                  <a:pt x="6168595" y="2445586"/>
                  <a:pt x="6157815" y="2433089"/>
                </a:cubicBezTo>
                <a:cubicBezTo>
                  <a:pt x="6147006" y="2420593"/>
                  <a:pt x="6155230" y="2405962"/>
                  <a:pt x="6175682" y="2400313"/>
                </a:cubicBezTo>
                <a:cubicBezTo>
                  <a:pt x="6185935" y="2397475"/>
                  <a:pt x="6197431" y="2397391"/>
                  <a:pt x="6207722" y="2399561"/>
                </a:cubicBezTo>
                <a:close/>
                <a:moveTo>
                  <a:pt x="7182290" y="2390973"/>
                </a:moveTo>
                <a:cubicBezTo>
                  <a:pt x="7194371" y="2393375"/>
                  <a:pt x="7205784" y="2398269"/>
                  <a:pt x="7213648" y="2405103"/>
                </a:cubicBezTo>
                <a:cubicBezTo>
                  <a:pt x="7229541" y="2418823"/>
                  <a:pt x="7225541" y="2435303"/>
                  <a:pt x="7204144" y="2441733"/>
                </a:cubicBezTo>
                <a:cubicBezTo>
                  <a:pt x="7182777" y="2448190"/>
                  <a:pt x="7152489" y="2442071"/>
                  <a:pt x="7136706" y="2428143"/>
                </a:cubicBezTo>
                <a:cubicBezTo>
                  <a:pt x="7120924" y="2414293"/>
                  <a:pt x="7125898" y="2398021"/>
                  <a:pt x="7146931" y="2391800"/>
                </a:cubicBezTo>
                <a:cubicBezTo>
                  <a:pt x="7157463" y="2388663"/>
                  <a:pt x="7170210" y="2388571"/>
                  <a:pt x="7182290" y="2390973"/>
                </a:cubicBezTo>
                <a:close/>
                <a:moveTo>
                  <a:pt x="783453" y="2387998"/>
                </a:moveTo>
                <a:cubicBezTo>
                  <a:pt x="784817" y="2387712"/>
                  <a:pt x="785538" y="2387998"/>
                  <a:pt x="785121" y="2388545"/>
                </a:cubicBezTo>
                <a:cubicBezTo>
                  <a:pt x="784955" y="2389065"/>
                  <a:pt x="783426" y="2389743"/>
                  <a:pt x="782092" y="2390003"/>
                </a:cubicBezTo>
                <a:cubicBezTo>
                  <a:pt x="780842" y="2390264"/>
                  <a:pt x="780010" y="2390029"/>
                  <a:pt x="780480" y="2389482"/>
                </a:cubicBezTo>
                <a:cubicBezTo>
                  <a:pt x="780730" y="2388884"/>
                  <a:pt x="782122" y="2388258"/>
                  <a:pt x="783453" y="2387998"/>
                </a:cubicBezTo>
                <a:close/>
                <a:moveTo>
                  <a:pt x="4174891" y="2383986"/>
                </a:moveTo>
                <a:cubicBezTo>
                  <a:pt x="4182241" y="2385740"/>
                  <a:pt x="4187596" y="2389313"/>
                  <a:pt x="4189222" y="2394299"/>
                </a:cubicBezTo>
                <a:cubicBezTo>
                  <a:pt x="4192361" y="2404374"/>
                  <a:pt x="4179191" y="2416324"/>
                  <a:pt x="4159684" y="2421036"/>
                </a:cubicBezTo>
                <a:cubicBezTo>
                  <a:pt x="4140122" y="2425748"/>
                  <a:pt x="4121644" y="2421270"/>
                  <a:pt x="4118782" y="2411091"/>
                </a:cubicBezTo>
                <a:cubicBezTo>
                  <a:pt x="4115865" y="2401016"/>
                  <a:pt x="4129119" y="2389196"/>
                  <a:pt x="4148598" y="2384588"/>
                </a:cubicBezTo>
                <a:cubicBezTo>
                  <a:pt x="4158197" y="2382297"/>
                  <a:pt x="4167541" y="2382232"/>
                  <a:pt x="4174891" y="2383986"/>
                </a:cubicBezTo>
                <a:close/>
                <a:moveTo>
                  <a:pt x="1197751" y="2382948"/>
                </a:moveTo>
                <a:cubicBezTo>
                  <a:pt x="1206753" y="2381152"/>
                  <a:pt x="1212449" y="2382844"/>
                  <a:pt x="1210421" y="2386671"/>
                </a:cubicBezTo>
                <a:cubicBezTo>
                  <a:pt x="1208476" y="2390576"/>
                  <a:pt x="1199418" y="2395210"/>
                  <a:pt x="1190526" y="2396981"/>
                </a:cubicBezTo>
                <a:cubicBezTo>
                  <a:pt x="1181356" y="2398803"/>
                  <a:pt x="1175826" y="2397085"/>
                  <a:pt x="1177744" y="2393180"/>
                </a:cubicBezTo>
                <a:cubicBezTo>
                  <a:pt x="1179855" y="2389301"/>
                  <a:pt x="1188609" y="2384693"/>
                  <a:pt x="1197751" y="2382948"/>
                </a:cubicBezTo>
                <a:close/>
                <a:moveTo>
                  <a:pt x="390497" y="2381541"/>
                </a:moveTo>
                <a:cubicBezTo>
                  <a:pt x="392024" y="2381281"/>
                  <a:pt x="392607" y="2381541"/>
                  <a:pt x="392358" y="2382063"/>
                </a:cubicBezTo>
                <a:cubicBezTo>
                  <a:pt x="391857" y="2382584"/>
                  <a:pt x="390386" y="2383286"/>
                  <a:pt x="389135" y="2383520"/>
                </a:cubicBezTo>
                <a:cubicBezTo>
                  <a:pt x="387967" y="2383780"/>
                  <a:pt x="386995" y="2383520"/>
                  <a:pt x="387384" y="2383026"/>
                </a:cubicBezTo>
                <a:cubicBezTo>
                  <a:pt x="387775" y="2382427"/>
                  <a:pt x="389162" y="2381776"/>
                  <a:pt x="390497" y="2381541"/>
                </a:cubicBezTo>
                <a:close/>
                <a:moveTo>
                  <a:pt x="7862677" y="2378503"/>
                </a:moveTo>
                <a:cubicBezTo>
                  <a:pt x="7872597" y="2380397"/>
                  <a:pt x="7882344" y="2384262"/>
                  <a:pt x="7889610" y="2389664"/>
                </a:cubicBezTo>
                <a:cubicBezTo>
                  <a:pt x="7904337" y="2400520"/>
                  <a:pt x="7903531" y="2413460"/>
                  <a:pt x="7887526" y="2418510"/>
                </a:cubicBezTo>
                <a:cubicBezTo>
                  <a:pt x="7871549" y="2423561"/>
                  <a:pt x="7846819" y="2418796"/>
                  <a:pt x="7832175" y="2407810"/>
                </a:cubicBezTo>
                <a:cubicBezTo>
                  <a:pt x="7817782" y="2396928"/>
                  <a:pt x="7818893" y="2384093"/>
                  <a:pt x="7834704" y="2379172"/>
                </a:cubicBezTo>
                <a:cubicBezTo>
                  <a:pt x="7842665" y="2376687"/>
                  <a:pt x="7852758" y="2376608"/>
                  <a:pt x="7862677" y="2378503"/>
                </a:cubicBezTo>
                <a:close/>
                <a:moveTo>
                  <a:pt x="1651327" y="2369306"/>
                </a:moveTo>
                <a:cubicBezTo>
                  <a:pt x="1656248" y="2370705"/>
                  <a:pt x="1658521" y="2373563"/>
                  <a:pt x="1657006" y="2377559"/>
                </a:cubicBezTo>
                <a:cubicBezTo>
                  <a:pt x="1653893" y="2385577"/>
                  <a:pt x="1636527" y="2395054"/>
                  <a:pt x="1618216" y="2398803"/>
                </a:cubicBezTo>
                <a:cubicBezTo>
                  <a:pt x="1599988" y="2402525"/>
                  <a:pt x="1587706" y="2399037"/>
                  <a:pt x="1590985" y="2390966"/>
                </a:cubicBezTo>
                <a:cubicBezTo>
                  <a:pt x="1594153" y="2382921"/>
                  <a:pt x="1611714" y="2373445"/>
                  <a:pt x="1629748" y="2369801"/>
                </a:cubicBezTo>
                <a:cubicBezTo>
                  <a:pt x="1638834" y="2367965"/>
                  <a:pt x="1646406" y="2367907"/>
                  <a:pt x="1651327" y="2369306"/>
                </a:cubicBezTo>
                <a:close/>
                <a:moveTo>
                  <a:pt x="3211871" y="2367019"/>
                </a:moveTo>
                <a:cubicBezTo>
                  <a:pt x="3215886" y="2368037"/>
                  <a:pt x="3218471" y="2370100"/>
                  <a:pt x="3218610" y="2372977"/>
                </a:cubicBezTo>
                <a:cubicBezTo>
                  <a:pt x="3218860" y="2378756"/>
                  <a:pt x="3209162" y="2385604"/>
                  <a:pt x="3197297" y="2388285"/>
                </a:cubicBezTo>
                <a:cubicBezTo>
                  <a:pt x="3185349" y="2390967"/>
                  <a:pt x="3175429" y="2388415"/>
                  <a:pt x="3175262" y="2382635"/>
                </a:cubicBezTo>
                <a:cubicBezTo>
                  <a:pt x="3174957" y="2376830"/>
                  <a:pt x="3184404" y="2369983"/>
                  <a:pt x="3196547" y="2367327"/>
                </a:cubicBezTo>
                <a:cubicBezTo>
                  <a:pt x="3202410" y="2366026"/>
                  <a:pt x="3207856" y="2366000"/>
                  <a:pt x="3211871" y="2367019"/>
                </a:cubicBezTo>
                <a:close/>
                <a:moveTo>
                  <a:pt x="6452049" y="2364884"/>
                </a:moveTo>
                <a:cubicBezTo>
                  <a:pt x="6462354" y="2367009"/>
                  <a:pt x="6471579" y="2371336"/>
                  <a:pt x="6477359" y="2377376"/>
                </a:cubicBezTo>
                <a:cubicBezTo>
                  <a:pt x="6489168" y="2389535"/>
                  <a:pt x="6482360" y="2404062"/>
                  <a:pt x="6462271" y="2409711"/>
                </a:cubicBezTo>
                <a:cubicBezTo>
                  <a:pt x="6442098" y="2415413"/>
                  <a:pt x="6416257" y="2410023"/>
                  <a:pt x="6404809" y="2397683"/>
                </a:cubicBezTo>
                <a:cubicBezTo>
                  <a:pt x="6393388" y="2385499"/>
                  <a:pt x="6400363" y="2371181"/>
                  <a:pt x="6420258" y="2365609"/>
                </a:cubicBezTo>
                <a:cubicBezTo>
                  <a:pt x="6430359" y="2362837"/>
                  <a:pt x="6441744" y="2362758"/>
                  <a:pt x="6452049" y="2364884"/>
                </a:cubicBezTo>
                <a:close/>
                <a:moveTo>
                  <a:pt x="2093633" y="2358238"/>
                </a:moveTo>
                <a:cubicBezTo>
                  <a:pt x="2097804" y="2359393"/>
                  <a:pt x="2099938" y="2361743"/>
                  <a:pt x="2099034" y="2365010"/>
                </a:cubicBezTo>
                <a:cubicBezTo>
                  <a:pt x="2097256" y="2371571"/>
                  <a:pt x="2084057" y="2379433"/>
                  <a:pt x="2069358" y="2382479"/>
                </a:cubicBezTo>
                <a:cubicBezTo>
                  <a:pt x="2054548" y="2385525"/>
                  <a:pt x="2044322" y="2382661"/>
                  <a:pt x="2046157" y="2376022"/>
                </a:cubicBezTo>
                <a:cubicBezTo>
                  <a:pt x="2048018" y="2369435"/>
                  <a:pt x="2061411" y="2361652"/>
                  <a:pt x="2075999" y="2358632"/>
                </a:cubicBezTo>
                <a:cubicBezTo>
                  <a:pt x="2083252" y="2357121"/>
                  <a:pt x="2089461" y="2357082"/>
                  <a:pt x="2093633" y="2358238"/>
                </a:cubicBezTo>
                <a:close/>
                <a:moveTo>
                  <a:pt x="10480398" y="2352358"/>
                </a:moveTo>
                <a:cubicBezTo>
                  <a:pt x="10484594" y="2350613"/>
                  <a:pt x="10494542" y="2352306"/>
                  <a:pt x="10502462" y="2356081"/>
                </a:cubicBezTo>
                <a:cubicBezTo>
                  <a:pt x="10510603" y="2359882"/>
                  <a:pt x="10513604" y="2364438"/>
                  <a:pt x="10509268" y="2366207"/>
                </a:cubicBezTo>
                <a:cubicBezTo>
                  <a:pt x="10505018" y="2367926"/>
                  <a:pt x="10494820" y="2366286"/>
                  <a:pt x="10486846" y="2362433"/>
                </a:cubicBezTo>
                <a:cubicBezTo>
                  <a:pt x="10478788" y="2358632"/>
                  <a:pt x="10476036" y="2354076"/>
                  <a:pt x="10480398" y="2352358"/>
                </a:cubicBezTo>
                <a:close/>
                <a:moveTo>
                  <a:pt x="10848515" y="2345068"/>
                </a:moveTo>
                <a:cubicBezTo>
                  <a:pt x="10850655" y="2344157"/>
                  <a:pt x="10855517" y="2345042"/>
                  <a:pt x="10859854" y="2346943"/>
                </a:cubicBezTo>
                <a:cubicBezTo>
                  <a:pt x="10863994" y="2348791"/>
                  <a:pt x="10865856" y="2351056"/>
                  <a:pt x="10863659" y="2351967"/>
                </a:cubicBezTo>
                <a:cubicBezTo>
                  <a:pt x="10861464" y="2352852"/>
                  <a:pt x="10856575" y="2351967"/>
                  <a:pt x="10852463" y="2350119"/>
                </a:cubicBezTo>
                <a:cubicBezTo>
                  <a:pt x="10848045" y="2348167"/>
                  <a:pt x="10846461" y="2345953"/>
                  <a:pt x="10848515" y="2345068"/>
                </a:cubicBezTo>
                <a:close/>
                <a:moveTo>
                  <a:pt x="3950958" y="2343881"/>
                </a:moveTo>
                <a:cubicBezTo>
                  <a:pt x="3958530" y="2345700"/>
                  <a:pt x="3963886" y="2349403"/>
                  <a:pt x="3965262" y="2354571"/>
                </a:cubicBezTo>
                <a:cubicBezTo>
                  <a:pt x="3967957" y="2364932"/>
                  <a:pt x="3953425" y="2377194"/>
                  <a:pt x="3932696" y="2382063"/>
                </a:cubicBezTo>
                <a:cubicBezTo>
                  <a:pt x="3911884" y="2386906"/>
                  <a:pt x="3893044" y="2382324"/>
                  <a:pt x="3890738" y="2371909"/>
                </a:cubicBezTo>
                <a:cubicBezTo>
                  <a:pt x="3888126" y="2361470"/>
                  <a:pt x="3902826" y="2349208"/>
                  <a:pt x="3923360" y="2344496"/>
                </a:cubicBezTo>
                <a:cubicBezTo>
                  <a:pt x="3933599" y="2342127"/>
                  <a:pt x="3943388" y="2342062"/>
                  <a:pt x="3950958" y="2343881"/>
                </a:cubicBezTo>
                <a:close/>
                <a:moveTo>
                  <a:pt x="2539951" y="2342283"/>
                </a:moveTo>
                <a:cubicBezTo>
                  <a:pt x="2545814" y="2341059"/>
                  <a:pt x="2550260" y="2342256"/>
                  <a:pt x="2549954" y="2344990"/>
                </a:cubicBezTo>
                <a:cubicBezTo>
                  <a:pt x="2549399" y="2347697"/>
                  <a:pt x="2544397" y="2350874"/>
                  <a:pt x="2538618" y="2352097"/>
                </a:cubicBezTo>
                <a:cubicBezTo>
                  <a:pt x="2532699" y="2353295"/>
                  <a:pt x="2528114" y="2352149"/>
                  <a:pt x="2528642" y="2349441"/>
                </a:cubicBezTo>
                <a:cubicBezTo>
                  <a:pt x="2528893" y="2346734"/>
                  <a:pt x="2533950" y="2343558"/>
                  <a:pt x="2539951" y="2342283"/>
                </a:cubicBezTo>
                <a:close/>
                <a:moveTo>
                  <a:pt x="9718201" y="2341713"/>
                </a:moveTo>
                <a:cubicBezTo>
                  <a:pt x="9733448" y="2344346"/>
                  <a:pt x="9749945" y="2349689"/>
                  <a:pt x="9764089" y="2357121"/>
                </a:cubicBezTo>
                <a:cubicBezTo>
                  <a:pt x="9792571" y="2372196"/>
                  <a:pt x="9800796" y="2390160"/>
                  <a:pt x="9782124" y="2397162"/>
                </a:cubicBezTo>
                <a:cubicBezTo>
                  <a:pt x="9763534" y="2404270"/>
                  <a:pt x="9725273" y="2397605"/>
                  <a:pt x="9696875" y="2382297"/>
                </a:cubicBezTo>
                <a:cubicBezTo>
                  <a:pt x="9668783" y="2367223"/>
                  <a:pt x="9661196" y="2349441"/>
                  <a:pt x="9679813" y="2342569"/>
                </a:cubicBezTo>
                <a:cubicBezTo>
                  <a:pt x="9688955" y="2339158"/>
                  <a:pt x="9702953" y="2339080"/>
                  <a:pt x="9718201" y="2341713"/>
                </a:cubicBezTo>
                <a:close/>
                <a:moveTo>
                  <a:pt x="10105166" y="2340125"/>
                </a:moveTo>
                <a:cubicBezTo>
                  <a:pt x="10119840" y="2342608"/>
                  <a:pt x="10135956" y="2347659"/>
                  <a:pt x="10150128" y="2354675"/>
                </a:cubicBezTo>
                <a:cubicBezTo>
                  <a:pt x="10178555" y="2368890"/>
                  <a:pt x="10188252" y="2385863"/>
                  <a:pt x="10171357" y="2392503"/>
                </a:cubicBezTo>
                <a:cubicBezTo>
                  <a:pt x="10154628" y="2399220"/>
                  <a:pt x="10117618" y="2392867"/>
                  <a:pt x="10089276" y="2378444"/>
                </a:cubicBezTo>
                <a:cubicBezTo>
                  <a:pt x="10061184" y="2364255"/>
                  <a:pt x="10052070" y="2347437"/>
                  <a:pt x="10068854" y="2340981"/>
                </a:cubicBezTo>
                <a:cubicBezTo>
                  <a:pt x="10077259" y="2337726"/>
                  <a:pt x="10090491" y="2337642"/>
                  <a:pt x="10105166" y="2340125"/>
                </a:cubicBezTo>
                <a:close/>
                <a:moveTo>
                  <a:pt x="9317115" y="2337851"/>
                </a:moveTo>
                <a:cubicBezTo>
                  <a:pt x="9333114" y="2340662"/>
                  <a:pt x="9350084" y="2346384"/>
                  <a:pt x="9364298" y="2354363"/>
                </a:cubicBezTo>
                <a:cubicBezTo>
                  <a:pt x="9392945" y="2370478"/>
                  <a:pt x="9399641" y="2389743"/>
                  <a:pt x="9378997" y="2397292"/>
                </a:cubicBezTo>
                <a:cubicBezTo>
                  <a:pt x="9358128" y="2404895"/>
                  <a:pt x="9317811" y="2397684"/>
                  <a:pt x="9289135" y="2381334"/>
                </a:cubicBezTo>
                <a:cubicBezTo>
                  <a:pt x="9260903" y="2365167"/>
                  <a:pt x="9254845" y="2346109"/>
                  <a:pt x="9275769" y="2338794"/>
                </a:cubicBezTo>
                <a:cubicBezTo>
                  <a:pt x="9286093" y="2335136"/>
                  <a:pt x="9301118" y="2335039"/>
                  <a:pt x="9317115" y="2337851"/>
                </a:cubicBezTo>
                <a:close/>
                <a:moveTo>
                  <a:pt x="8902667" y="2330603"/>
                </a:moveTo>
                <a:cubicBezTo>
                  <a:pt x="8918073" y="2333353"/>
                  <a:pt x="8934093" y="2338951"/>
                  <a:pt x="8947083" y="2346761"/>
                </a:cubicBezTo>
                <a:cubicBezTo>
                  <a:pt x="8973508" y="2362562"/>
                  <a:pt x="8977787" y="2381386"/>
                  <a:pt x="8956642" y="2388779"/>
                </a:cubicBezTo>
                <a:cubicBezTo>
                  <a:pt x="8935273" y="2396199"/>
                  <a:pt x="8896483" y="2389170"/>
                  <a:pt x="8870392" y="2373185"/>
                </a:cubicBezTo>
                <a:cubicBezTo>
                  <a:pt x="8844577" y="2357356"/>
                  <a:pt x="8840828" y="2338690"/>
                  <a:pt x="8861918" y="2331530"/>
                </a:cubicBezTo>
                <a:cubicBezTo>
                  <a:pt x="8872462" y="2327951"/>
                  <a:pt x="8887258" y="2327853"/>
                  <a:pt x="8902667" y="2330603"/>
                </a:cubicBezTo>
                <a:close/>
                <a:moveTo>
                  <a:pt x="7388761" y="2329561"/>
                </a:moveTo>
                <a:cubicBezTo>
                  <a:pt x="7400748" y="2331881"/>
                  <a:pt x="7412210" y="2336607"/>
                  <a:pt x="7420352" y="2343193"/>
                </a:cubicBezTo>
                <a:cubicBezTo>
                  <a:pt x="7436940" y="2356471"/>
                  <a:pt x="7433633" y="2372377"/>
                  <a:pt x="7413071" y="2378600"/>
                </a:cubicBezTo>
                <a:cubicBezTo>
                  <a:pt x="7392482" y="2384848"/>
                  <a:pt x="7362250" y="2378886"/>
                  <a:pt x="7346161" y="2365453"/>
                </a:cubicBezTo>
                <a:cubicBezTo>
                  <a:pt x="7329934" y="2352097"/>
                  <a:pt x="7333546" y="2336398"/>
                  <a:pt x="7354025" y="2330358"/>
                </a:cubicBezTo>
                <a:cubicBezTo>
                  <a:pt x="7364264" y="2327326"/>
                  <a:pt x="7376775" y="2327240"/>
                  <a:pt x="7388761" y="2329561"/>
                </a:cubicBezTo>
                <a:close/>
                <a:moveTo>
                  <a:pt x="8475268" y="2328247"/>
                </a:moveTo>
                <a:cubicBezTo>
                  <a:pt x="8483776" y="2329805"/>
                  <a:pt x="8492452" y="2332988"/>
                  <a:pt x="8499358" y="2337440"/>
                </a:cubicBezTo>
                <a:cubicBezTo>
                  <a:pt x="8513251" y="2346291"/>
                  <a:pt x="8514308" y="2356940"/>
                  <a:pt x="8501749" y="2361079"/>
                </a:cubicBezTo>
                <a:cubicBezTo>
                  <a:pt x="8489328" y="2365244"/>
                  <a:pt x="8467793" y="2361287"/>
                  <a:pt x="8454205" y="2352331"/>
                </a:cubicBezTo>
                <a:cubicBezTo>
                  <a:pt x="8440451" y="2343402"/>
                  <a:pt x="8439645" y="2332857"/>
                  <a:pt x="8452176" y="2328796"/>
                </a:cubicBezTo>
                <a:cubicBezTo>
                  <a:pt x="8458415" y="2326753"/>
                  <a:pt x="8466758" y="2326688"/>
                  <a:pt x="8475268" y="2328247"/>
                </a:cubicBezTo>
                <a:close/>
                <a:moveTo>
                  <a:pt x="6686599" y="2322067"/>
                </a:moveTo>
                <a:cubicBezTo>
                  <a:pt x="6697373" y="2324229"/>
                  <a:pt x="6707210" y="2328641"/>
                  <a:pt x="6713600" y="2334811"/>
                </a:cubicBezTo>
                <a:cubicBezTo>
                  <a:pt x="6726576" y="2347255"/>
                  <a:pt x="6720658" y="2362069"/>
                  <a:pt x="6700096" y="2367900"/>
                </a:cubicBezTo>
                <a:cubicBezTo>
                  <a:pt x="6679784" y="2373706"/>
                  <a:pt x="6652692" y="2368161"/>
                  <a:pt x="6639966" y="2355586"/>
                </a:cubicBezTo>
                <a:cubicBezTo>
                  <a:pt x="6627351" y="2343116"/>
                  <a:pt x="6633686" y="2328510"/>
                  <a:pt x="6653970" y="2322835"/>
                </a:cubicBezTo>
                <a:cubicBezTo>
                  <a:pt x="6664112" y="2319997"/>
                  <a:pt x="6675824" y="2319907"/>
                  <a:pt x="6686599" y="2322067"/>
                </a:cubicBezTo>
                <a:close/>
                <a:moveTo>
                  <a:pt x="8032381" y="2303358"/>
                </a:moveTo>
                <a:cubicBezTo>
                  <a:pt x="8041436" y="2305040"/>
                  <a:pt x="8050439" y="2308464"/>
                  <a:pt x="8057247" y="2313228"/>
                </a:cubicBezTo>
                <a:cubicBezTo>
                  <a:pt x="8070973" y="2322834"/>
                  <a:pt x="8070640" y="2334212"/>
                  <a:pt x="8056552" y="2338690"/>
                </a:cubicBezTo>
                <a:cubicBezTo>
                  <a:pt x="8042298" y="2343167"/>
                  <a:pt x="8019762" y="2339001"/>
                  <a:pt x="8006036" y="2329291"/>
                </a:cubicBezTo>
                <a:cubicBezTo>
                  <a:pt x="7992560" y="2319685"/>
                  <a:pt x="7993005" y="2308333"/>
                  <a:pt x="8007204" y="2303934"/>
                </a:cubicBezTo>
                <a:cubicBezTo>
                  <a:pt x="8014219" y="2301734"/>
                  <a:pt x="8023326" y="2301676"/>
                  <a:pt x="8032381" y="2303358"/>
                </a:cubicBezTo>
                <a:close/>
                <a:moveTo>
                  <a:pt x="3035854" y="2303133"/>
                </a:moveTo>
                <a:cubicBezTo>
                  <a:pt x="3039358" y="2304012"/>
                  <a:pt x="3041540" y="2305795"/>
                  <a:pt x="3041582" y="2308282"/>
                </a:cubicBezTo>
                <a:cubicBezTo>
                  <a:pt x="3041554" y="2313332"/>
                  <a:pt x="3032746" y="2319346"/>
                  <a:pt x="3022131" y="2321663"/>
                </a:cubicBezTo>
                <a:cubicBezTo>
                  <a:pt x="3011322" y="2323980"/>
                  <a:pt x="3002653" y="2321819"/>
                  <a:pt x="3002569" y="2316742"/>
                </a:cubicBezTo>
                <a:cubicBezTo>
                  <a:pt x="3002653" y="2311665"/>
                  <a:pt x="3011516" y="2305756"/>
                  <a:pt x="3022187" y="2303413"/>
                </a:cubicBezTo>
                <a:cubicBezTo>
                  <a:pt x="3027522" y="2302281"/>
                  <a:pt x="3032350" y="2302254"/>
                  <a:pt x="3035854" y="2303133"/>
                </a:cubicBezTo>
                <a:close/>
                <a:moveTo>
                  <a:pt x="3739535" y="2298070"/>
                </a:moveTo>
                <a:cubicBezTo>
                  <a:pt x="3746888" y="2299840"/>
                  <a:pt x="3751945" y="2303439"/>
                  <a:pt x="3753028" y="2308437"/>
                </a:cubicBezTo>
                <a:cubicBezTo>
                  <a:pt x="3755001" y="2318486"/>
                  <a:pt x="3739830" y="2330540"/>
                  <a:pt x="3719295" y="2335252"/>
                </a:cubicBezTo>
                <a:cubicBezTo>
                  <a:pt x="3698483" y="2339965"/>
                  <a:pt x="3680116" y="2335512"/>
                  <a:pt x="3678338" y="2325308"/>
                </a:cubicBezTo>
                <a:cubicBezTo>
                  <a:pt x="3676504" y="2315233"/>
                  <a:pt x="3691870" y="2303257"/>
                  <a:pt x="3712266" y="2298674"/>
                </a:cubicBezTo>
                <a:cubicBezTo>
                  <a:pt x="3722533" y="2296358"/>
                  <a:pt x="3732181" y="2296300"/>
                  <a:pt x="3739535" y="2298070"/>
                </a:cubicBezTo>
                <a:close/>
                <a:moveTo>
                  <a:pt x="5211585" y="2293898"/>
                </a:moveTo>
                <a:cubicBezTo>
                  <a:pt x="5220533" y="2295863"/>
                  <a:pt x="5227771" y="2299847"/>
                  <a:pt x="5231216" y="2305365"/>
                </a:cubicBezTo>
                <a:cubicBezTo>
                  <a:pt x="5238108" y="2316483"/>
                  <a:pt x="5227187" y="2329786"/>
                  <a:pt x="5206514" y="2334993"/>
                </a:cubicBezTo>
                <a:cubicBezTo>
                  <a:pt x="5185870" y="2340226"/>
                  <a:pt x="5163417" y="2335253"/>
                  <a:pt x="5156694" y="2324007"/>
                </a:cubicBezTo>
                <a:cubicBezTo>
                  <a:pt x="5149997" y="2312812"/>
                  <a:pt x="5161195" y="2299612"/>
                  <a:pt x="5181701" y="2294536"/>
                </a:cubicBezTo>
                <a:cubicBezTo>
                  <a:pt x="5191982" y="2291984"/>
                  <a:pt x="5202638" y="2291933"/>
                  <a:pt x="5211585" y="2293898"/>
                </a:cubicBezTo>
                <a:close/>
                <a:moveTo>
                  <a:pt x="5461828" y="2291025"/>
                </a:moveTo>
                <a:cubicBezTo>
                  <a:pt x="5471369" y="2293072"/>
                  <a:pt x="5479309" y="2297231"/>
                  <a:pt x="5483408" y="2303023"/>
                </a:cubicBezTo>
                <a:cubicBezTo>
                  <a:pt x="5491494" y="2314687"/>
                  <a:pt x="5480795" y="2328562"/>
                  <a:pt x="5459567" y="2334003"/>
                </a:cubicBezTo>
                <a:cubicBezTo>
                  <a:pt x="5438199" y="2339471"/>
                  <a:pt x="5414497" y="2334316"/>
                  <a:pt x="5406468" y="2322522"/>
                </a:cubicBezTo>
                <a:cubicBezTo>
                  <a:pt x="5398575" y="2310807"/>
                  <a:pt x="5409607" y="2297035"/>
                  <a:pt x="5430642" y="2291698"/>
                </a:cubicBezTo>
                <a:cubicBezTo>
                  <a:pt x="5441144" y="2289043"/>
                  <a:pt x="5452287" y="2288978"/>
                  <a:pt x="5461828" y="2291025"/>
                </a:cubicBezTo>
                <a:close/>
                <a:moveTo>
                  <a:pt x="4962587" y="2289263"/>
                </a:moveTo>
                <a:cubicBezTo>
                  <a:pt x="4970566" y="2291027"/>
                  <a:pt x="4976859" y="2294614"/>
                  <a:pt x="4979554" y="2299612"/>
                </a:cubicBezTo>
                <a:cubicBezTo>
                  <a:pt x="4985112" y="2309687"/>
                  <a:pt x="4974358" y="2321585"/>
                  <a:pt x="4955269" y="2326297"/>
                </a:cubicBezTo>
                <a:cubicBezTo>
                  <a:pt x="4936096" y="2331010"/>
                  <a:pt x="4916285" y="2326558"/>
                  <a:pt x="4911005" y="2316430"/>
                </a:cubicBezTo>
                <a:cubicBezTo>
                  <a:pt x="4905558" y="2306354"/>
                  <a:pt x="4916673" y="2294457"/>
                  <a:pt x="4935512" y="2289849"/>
                </a:cubicBezTo>
                <a:cubicBezTo>
                  <a:pt x="4944946" y="2287558"/>
                  <a:pt x="4954609" y="2287500"/>
                  <a:pt x="4962587" y="2289263"/>
                </a:cubicBezTo>
                <a:close/>
                <a:moveTo>
                  <a:pt x="1147345" y="2287194"/>
                </a:moveTo>
                <a:cubicBezTo>
                  <a:pt x="1150485" y="2286621"/>
                  <a:pt x="1152264" y="2287168"/>
                  <a:pt x="1151625" y="2288521"/>
                </a:cubicBezTo>
                <a:cubicBezTo>
                  <a:pt x="1150874" y="2289797"/>
                  <a:pt x="1147652" y="2291386"/>
                  <a:pt x="1144706" y="2291984"/>
                </a:cubicBezTo>
                <a:cubicBezTo>
                  <a:pt x="1141511" y="2292609"/>
                  <a:pt x="1139676" y="2291984"/>
                  <a:pt x="1140260" y="2290708"/>
                </a:cubicBezTo>
                <a:cubicBezTo>
                  <a:pt x="1141011" y="2289354"/>
                  <a:pt x="1144150" y="2287819"/>
                  <a:pt x="1147345" y="2287194"/>
                </a:cubicBezTo>
                <a:close/>
                <a:moveTo>
                  <a:pt x="762169" y="2283081"/>
                </a:moveTo>
                <a:cubicBezTo>
                  <a:pt x="763502" y="2282847"/>
                  <a:pt x="764143" y="2283029"/>
                  <a:pt x="763837" y="2283550"/>
                </a:cubicBezTo>
                <a:cubicBezTo>
                  <a:pt x="763502" y="2284044"/>
                  <a:pt x="762169" y="2284721"/>
                  <a:pt x="760917" y="2284981"/>
                </a:cubicBezTo>
                <a:cubicBezTo>
                  <a:pt x="759639" y="2285216"/>
                  <a:pt x="758946" y="2284929"/>
                  <a:pt x="759195" y="2284460"/>
                </a:cubicBezTo>
                <a:cubicBezTo>
                  <a:pt x="759475" y="2283862"/>
                  <a:pt x="760891" y="2283315"/>
                  <a:pt x="762169" y="2283081"/>
                </a:cubicBezTo>
                <a:close/>
                <a:moveTo>
                  <a:pt x="5709774" y="2282230"/>
                </a:moveTo>
                <a:cubicBezTo>
                  <a:pt x="5718717" y="2284122"/>
                  <a:pt x="5726316" y="2287975"/>
                  <a:pt x="5730429" y="2293364"/>
                </a:cubicBezTo>
                <a:cubicBezTo>
                  <a:pt x="5738765" y="2304168"/>
                  <a:pt x="5729874" y="2317055"/>
                  <a:pt x="5710452" y="2322105"/>
                </a:cubicBezTo>
                <a:cubicBezTo>
                  <a:pt x="5691112" y="2327156"/>
                  <a:pt x="5668688" y="2322366"/>
                  <a:pt x="5660713" y="2311432"/>
                </a:cubicBezTo>
                <a:cubicBezTo>
                  <a:pt x="5652461" y="2300549"/>
                  <a:pt x="5661602" y="2287792"/>
                  <a:pt x="5681053" y="2282872"/>
                </a:cubicBezTo>
                <a:cubicBezTo>
                  <a:pt x="5690542" y="2280412"/>
                  <a:pt x="5700829" y="2280340"/>
                  <a:pt x="5709774" y="2282230"/>
                </a:cubicBezTo>
                <a:close/>
                <a:moveTo>
                  <a:pt x="1574300" y="2275990"/>
                </a:moveTo>
                <a:cubicBezTo>
                  <a:pt x="1578884" y="2277275"/>
                  <a:pt x="1580954" y="2279891"/>
                  <a:pt x="1579426" y="2283549"/>
                </a:cubicBezTo>
                <a:cubicBezTo>
                  <a:pt x="1576341" y="2290839"/>
                  <a:pt x="1559893" y="2299534"/>
                  <a:pt x="1542665" y="2302971"/>
                </a:cubicBezTo>
                <a:cubicBezTo>
                  <a:pt x="1525381" y="2306354"/>
                  <a:pt x="1514128" y="2303179"/>
                  <a:pt x="1517351" y="2295759"/>
                </a:cubicBezTo>
                <a:cubicBezTo>
                  <a:pt x="1520519" y="2288443"/>
                  <a:pt x="1537108" y="2279774"/>
                  <a:pt x="1554084" y="2276416"/>
                </a:cubicBezTo>
                <a:cubicBezTo>
                  <a:pt x="1562615" y="2274750"/>
                  <a:pt x="1569715" y="2274704"/>
                  <a:pt x="1574300" y="2275990"/>
                </a:cubicBezTo>
                <a:close/>
                <a:moveTo>
                  <a:pt x="6907877" y="2275759"/>
                </a:moveTo>
                <a:cubicBezTo>
                  <a:pt x="6917707" y="2277693"/>
                  <a:pt x="6926821" y="2281623"/>
                  <a:pt x="6932948" y="2287090"/>
                </a:cubicBezTo>
                <a:cubicBezTo>
                  <a:pt x="6945313" y="2298077"/>
                  <a:pt x="6940700" y="2311250"/>
                  <a:pt x="6922749" y="2316378"/>
                </a:cubicBezTo>
                <a:cubicBezTo>
                  <a:pt x="6904521" y="2321559"/>
                  <a:pt x="6879931" y="2316664"/>
                  <a:pt x="6867843" y="2305522"/>
                </a:cubicBezTo>
                <a:cubicBezTo>
                  <a:pt x="6855784" y="2294484"/>
                  <a:pt x="6860452" y="2281441"/>
                  <a:pt x="6878514" y="2276416"/>
                </a:cubicBezTo>
                <a:cubicBezTo>
                  <a:pt x="6887503" y="2273891"/>
                  <a:pt x="6898047" y="2273826"/>
                  <a:pt x="6907877" y="2275759"/>
                </a:cubicBezTo>
                <a:close/>
                <a:moveTo>
                  <a:pt x="4721424" y="2272894"/>
                </a:moveTo>
                <a:cubicBezTo>
                  <a:pt x="4729878" y="2274782"/>
                  <a:pt x="4736422" y="2278616"/>
                  <a:pt x="4739033" y="2283940"/>
                </a:cubicBezTo>
                <a:cubicBezTo>
                  <a:pt x="4744174" y="2294665"/>
                  <a:pt x="4731531" y="2307500"/>
                  <a:pt x="4710830" y="2312551"/>
                </a:cubicBezTo>
                <a:cubicBezTo>
                  <a:pt x="4689962" y="2317602"/>
                  <a:pt x="4668957" y="2312785"/>
                  <a:pt x="4663927" y="2301929"/>
                </a:cubicBezTo>
                <a:cubicBezTo>
                  <a:pt x="4659064" y="2291151"/>
                  <a:pt x="4671790" y="2278446"/>
                  <a:pt x="4692352" y="2273526"/>
                </a:cubicBezTo>
                <a:cubicBezTo>
                  <a:pt x="4702605" y="2271066"/>
                  <a:pt x="4712969" y="2271007"/>
                  <a:pt x="4721424" y="2272894"/>
                </a:cubicBezTo>
                <a:close/>
                <a:moveTo>
                  <a:pt x="395526" y="2272797"/>
                </a:moveTo>
                <a:cubicBezTo>
                  <a:pt x="396859" y="2272588"/>
                  <a:pt x="397360" y="2272849"/>
                  <a:pt x="396972" y="2273396"/>
                </a:cubicBezTo>
                <a:cubicBezTo>
                  <a:pt x="396583" y="2273916"/>
                  <a:pt x="395359" y="2274463"/>
                  <a:pt x="393998" y="2274697"/>
                </a:cubicBezTo>
                <a:cubicBezTo>
                  <a:pt x="392718" y="2274906"/>
                  <a:pt x="391943" y="2274749"/>
                  <a:pt x="392247" y="2274229"/>
                </a:cubicBezTo>
                <a:cubicBezTo>
                  <a:pt x="392747" y="2273656"/>
                  <a:pt x="393998" y="2273057"/>
                  <a:pt x="395526" y="2272797"/>
                </a:cubicBezTo>
                <a:close/>
                <a:moveTo>
                  <a:pt x="1990084" y="2271242"/>
                </a:moveTo>
                <a:cubicBezTo>
                  <a:pt x="1994148" y="2272342"/>
                  <a:pt x="1996183" y="2274581"/>
                  <a:pt x="1995224" y="2277692"/>
                </a:cubicBezTo>
                <a:cubicBezTo>
                  <a:pt x="1993279" y="2283966"/>
                  <a:pt x="1979969" y="2291386"/>
                  <a:pt x="1965687" y="2294275"/>
                </a:cubicBezTo>
                <a:cubicBezTo>
                  <a:pt x="1951404" y="2297218"/>
                  <a:pt x="1941373" y="2294458"/>
                  <a:pt x="1943208" y="2288184"/>
                </a:cubicBezTo>
                <a:cubicBezTo>
                  <a:pt x="1945263" y="2281883"/>
                  <a:pt x="1958490" y="2274464"/>
                  <a:pt x="1972772" y="2271626"/>
                </a:cubicBezTo>
                <a:cubicBezTo>
                  <a:pt x="1979928" y="2270181"/>
                  <a:pt x="1986020" y="2270142"/>
                  <a:pt x="1990084" y="2271242"/>
                </a:cubicBezTo>
                <a:close/>
                <a:moveTo>
                  <a:pt x="7579145" y="2264545"/>
                </a:moveTo>
                <a:cubicBezTo>
                  <a:pt x="7590586" y="2266692"/>
                  <a:pt x="7601659" y="2271066"/>
                  <a:pt x="7609690" y="2277171"/>
                </a:cubicBezTo>
                <a:cubicBezTo>
                  <a:pt x="7625777" y="2289459"/>
                  <a:pt x="7623638" y="2304116"/>
                  <a:pt x="7604493" y="2309844"/>
                </a:cubicBezTo>
                <a:cubicBezTo>
                  <a:pt x="7585432" y="2315571"/>
                  <a:pt x="7556727" y="2310156"/>
                  <a:pt x="7540945" y="2297712"/>
                </a:cubicBezTo>
                <a:cubicBezTo>
                  <a:pt x="7524940" y="2285372"/>
                  <a:pt x="7527635" y="2270871"/>
                  <a:pt x="7546391" y="2265273"/>
                </a:cubicBezTo>
                <a:cubicBezTo>
                  <a:pt x="7555894" y="2262474"/>
                  <a:pt x="7567703" y="2262397"/>
                  <a:pt x="7579145" y="2264545"/>
                </a:cubicBezTo>
                <a:close/>
                <a:moveTo>
                  <a:pt x="5956636" y="2262283"/>
                </a:moveTo>
                <a:cubicBezTo>
                  <a:pt x="5966379" y="2264278"/>
                  <a:pt x="5974826" y="2268346"/>
                  <a:pt x="5979674" y="2274021"/>
                </a:cubicBezTo>
                <a:cubicBezTo>
                  <a:pt x="5989288" y="2285554"/>
                  <a:pt x="5980786" y="2299248"/>
                  <a:pt x="5960474" y="2304585"/>
                </a:cubicBezTo>
                <a:cubicBezTo>
                  <a:pt x="5940052" y="2309948"/>
                  <a:pt x="5915821" y="2304819"/>
                  <a:pt x="5906124" y="2293208"/>
                </a:cubicBezTo>
                <a:cubicBezTo>
                  <a:pt x="5896871" y="2281727"/>
                  <a:pt x="5905735" y="2268189"/>
                  <a:pt x="5925824" y="2262982"/>
                </a:cubicBezTo>
                <a:cubicBezTo>
                  <a:pt x="5935855" y="2260366"/>
                  <a:pt x="5946894" y="2260288"/>
                  <a:pt x="5956636" y="2262283"/>
                </a:cubicBezTo>
                <a:close/>
                <a:moveTo>
                  <a:pt x="2409882" y="2260535"/>
                </a:moveTo>
                <a:cubicBezTo>
                  <a:pt x="2419163" y="2258583"/>
                  <a:pt x="2426193" y="2260456"/>
                  <a:pt x="2425304" y="2264544"/>
                </a:cubicBezTo>
                <a:cubicBezTo>
                  <a:pt x="2424470" y="2268683"/>
                  <a:pt x="2416329" y="2273630"/>
                  <a:pt x="2407187" y="2275530"/>
                </a:cubicBezTo>
                <a:cubicBezTo>
                  <a:pt x="2397851" y="2277457"/>
                  <a:pt x="2390904" y="2275609"/>
                  <a:pt x="2391682" y="2271469"/>
                </a:cubicBezTo>
                <a:cubicBezTo>
                  <a:pt x="2392460" y="2267356"/>
                  <a:pt x="2400823" y="2262409"/>
                  <a:pt x="2409882" y="2260535"/>
                </a:cubicBezTo>
                <a:close/>
                <a:moveTo>
                  <a:pt x="3534334" y="2252829"/>
                </a:moveTo>
                <a:cubicBezTo>
                  <a:pt x="3538871" y="2253922"/>
                  <a:pt x="3541920" y="2256135"/>
                  <a:pt x="3542378" y="2259207"/>
                </a:cubicBezTo>
                <a:cubicBezTo>
                  <a:pt x="3543045" y="2265404"/>
                  <a:pt x="3533292" y="2272771"/>
                  <a:pt x="3520260" y="2275661"/>
                </a:cubicBezTo>
                <a:cubicBezTo>
                  <a:pt x="3507311" y="2278525"/>
                  <a:pt x="3496086" y="2275765"/>
                  <a:pt x="3495252" y="2269569"/>
                </a:cubicBezTo>
                <a:cubicBezTo>
                  <a:pt x="3494308" y="2263399"/>
                  <a:pt x="3504311" y="2256005"/>
                  <a:pt x="3517370" y="2253168"/>
                </a:cubicBezTo>
                <a:cubicBezTo>
                  <a:pt x="3523775" y="2251762"/>
                  <a:pt x="3529798" y="2251736"/>
                  <a:pt x="3534334" y="2252829"/>
                </a:cubicBezTo>
                <a:close/>
                <a:moveTo>
                  <a:pt x="4484871" y="2251406"/>
                </a:moveTo>
                <a:cubicBezTo>
                  <a:pt x="4492505" y="2253122"/>
                  <a:pt x="4498236" y="2256616"/>
                  <a:pt x="4500320" y="2261498"/>
                </a:cubicBezTo>
                <a:cubicBezTo>
                  <a:pt x="4504376" y="2271338"/>
                  <a:pt x="4492067" y="2283054"/>
                  <a:pt x="4472616" y="2287636"/>
                </a:cubicBezTo>
                <a:cubicBezTo>
                  <a:pt x="4453110" y="2292219"/>
                  <a:pt x="4434132" y="2287871"/>
                  <a:pt x="4430297" y="2277925"/>
                </a:cubicBezTo>
                <a:cubicBezTo>
                  <a:pt x="4426296" y="2268059"/>
                  <a:pt x="4438717" y="2256551"/>
                  <a:pt x="4458000" y="2251995"/>
                </a:cubicBezTo>
                <a:cubicBezTo>
                  <a:pt x="4467698" y="2249757"/>
                  <a:pt x="4477236" y="2249692"/>
                  <a:pt x="4484871" y="2251406"/>
                </a:cubicBezTo>
                <a:close/>
                <a:moveTo>
                  <a:pt x="9009688" y="2249529"/>
                </a:moveTo>
                <a:cubicBezTo>
                  <a:pt x="9018292" y="2251019"/>
                  <a:pt x="9027287" y="2254052"/>
                  <a:pt x="9034720" y="2258270"/>
                </a:cubicBezTo>
                <a:cubicBezTo>
                  <a:pt x="9049503" y="2266809"/>
                  <a:pt x="9052089" y="2276963"/>
                  <a:pt x="9040501" y="2280920"/>
                </a:cubicBezTo>
                <a:cubicBezTo>
                  <a:pt x="9028858" y="2284903"/>
                  <a:pt x="9007130" y="2281102"/>
                  <a:pt x="8992513" y="2272511"/>
                </a:cubicBezTo>
                <a:cubicBezTo>
                  <a:pt x="8977952" y="2264050"/>
                  <a:pt x="8975396" y="2253948"/>
                  <a:pt x="8987012" y="2250043"/>
                </a:cubicBezTo>
                <a:cubicBezTo>
                  <a:pt x="8992876" y="2248091"/>
                  <a:pt x="9001085" y="2248038"/>
                  <a:pt x="9009688" y="2249529"/>
                </a:cubicBezTo>
                <a:close/>
                <a:moveTo>
                  <a:pt x="8604036" y="2241224"/>
                </a:moveTo>
                <a:cubicBezTo>
                  <a:pt x="8612470" y="2242701"/>
                  <a:pt x="8621119" y="2245721"/>
                  <a:pt x="8628010" y="2249939"/>
                </a:cubicBezTo>
                <a:cubicBezTo>
                  <a:pt x="8641653" y="2258426"/>
                  <a:pt x="8643042" y="2268527"/>
                  <a:pt x="8630955" y="2272458"/>
                </a:cubicBezTo>
                <a:cubicBezTo>
                  <a:pt x="8618896" y="2276442"/>
                  <a:pt x="8597890" y="2272640"/>
                  <a:pt x="8584079" y="2264127"/>
                </a:cubicBezTo>
                <a:cubicBezTo>
                  <a:pt x="8570548" y="2255614"/>
                  <a:pt x="8569380" y="2245617"/>
                  <a:pt x="8581356" y="2241763"/>
                </a:cubicBezTo>
                <a:cubicBezTo>
                  <a:pt x="8587386" y="2239811"/>
                  <a:pt x="8595603" y="2239746"/>
                  <a:pt x="8604036" y="2241224"/>
                </a:cubicBezTo>
                <a:close/>
                <a:moveTo>
                  <a:pt x="9396843" y="2239431"/>
                </a:moveTo>
                <a:cubicBezTo>
                  <a:pt x="9412466" y="2242096"/>
                  <a:pt x="9429111" y="2247518"/>
                  <a:pt x="9443100" y="2255068"/>
                </a:cubicBezTo>
                <a:cubicBezTo>
                  <a:pt x="9471331" y="2270298"/>
                  <a:pt x="9478360" y="2288444"/>
                  <a:pt x="9458271" y="2295629"/>
                </a:cubicBezTo>
                <a:cubicBezTo>
                  <a:pt x="9438210" y="2302763"/>
                  <a:pt x="9398919" y="2295994"/>
                  <a:pt x="9370798" y="2280581"/>
                </a:cubicBezTo>
                <a:cubicBezTo>
                  <a:pt x="9342929" y="2265248"/>
                  <a:pt x="9336704" y="2247232"/>
                  <a:pt x="9356711" y="2240333"/>
                </a:cubicBezTo>
                <a:cubicBezTo>
                  <a:pt x="9366617" y="2236857"/>
                  <a:pt x="9381218" y="2236766"/>
                  <a:pt x="9396843" y="2239431"/>
                </a:cubicBezTo>
                <a:close/>
                <a:moveTo>
                  <a:pt x="10138893" y="2236277"/>
                </a:moveTo>
                <a:cubicBezTo>
                  <a:pt x="10151476" y="2238335"/>
                  <a:pt x="10165328" y="2242532"/>
                  <a:pt x="10177526" y="2248403"/>
                </a:cubicBezTo>
                <a:cubicBezTo>
                  <a:pt x="10201894" y="2260196"/>
                  <a:pt x="10210314" y="2274307"/>
                  <a:pt x="10196004" y="2279826"/>
                </a:cubicBezTo>
                <a:cubicBezTo>
                  <a:pt x="10181609" y="2285346"/>
                  <a:pt x="10149933" y="2280087"/>
                  <a:pt x="10125538" y="2268163"/>
                </a:cubicBezTo>
                <a:cubicBezTo>
                  <a:pt x="10101253" y="2256291"/>
                  <a:pt x="10093389" y="2242416"/>
                  <a:pt x="10107866" y="2237000"/>
                </a:cubicBezTo>
                <a:cubicBezTo>
                  <a:pt x="10114993" y="2234305"/>
                  <a:pt x="10126308" y="2234221"/>
                  <a:pt x="10138893" y="2236277"/>
                </a:cubicBezTo>
                <a:close/>
                <a:moveTo>
                  <a:pt x="6196673" y="2235926"/>
                </a:moveTo>
                <a:cubicBezTo>
                  <a:pt x="6206489" y="2237904"/>
                  <a:pt x="6215166" y="2241920"/>
                  <a:pt x="6220417" y="2247518"/>
                </a:cubicBezTo>
                <a:cubicBezTo>
                  <a:pt x="6230754" y="2258790"/>
                  <a:pt x="6223251" y="2272277"/>
                  <a:pt x="6203329" y="2277535"/>
                </a:cubicBezTo>
                <a:cubicBezTo>
                  <a:pt x="6183600" y="2282846"/>
                  <a:pt x="6159092" y="2277822"/>
                  <a:pt x="6148951" y="2266393"/>
                </a:cubicBezTo>
                <a:cubicBezTo>
                  <a:pt x="6138808" y="2255094"/>
                  <a:pt x="6146533" y="2241738"/>
                  <a:pt x="6166095" y="2236558"/>
                </a:cubicBezTo>
                <a:cubicBezTo>
                  <a:pt x="6175903" y="2234006"/>
                  <a:pt x="6186858" y="2233948"/>
                  <a:pt x="6196673" y="2235926"/>
                </a:cubicBezTo>
                <a:close/>
                <a:moveTo>
                  <a:pt x="2879382" y="2234146"/>
                </a:moveTo>
                <a:cubicBezTo>
                  <a:pt x="2882768" y="2235002"/>
                  <a:pt x="2884782" y="2236740"/>
                  <a:pt x="2884643" y="2239161"/>
                </a:cubicBezTo>
                <a:cubicBezTo>
                  <a:pt x="2884448" y="2243977"/>
                  <a:pt x="2875751" y="2249783"/>
                  <a:pt x="2864970" y="2251996"/>
                </a:cubicBezTo>
                <a:cubicBezTo>
                  <a:pt x="2854217" y="2254287"/>
                  <a:pt x="2845825" y="2252126"/>
                  <a:pt x="2846075" y="2247231"/>
                </a:cubicBezTo>
                <a:cubicBezTo>
                  <a:pt x="2846437" y="2242441"/>
                  <a:pt x="2855356" y="2236661"/>
                  <a:pt x="2865887" y="2234422"/>
                </a:cubicBezTo>
                <a:cubicBezTo>
                  <a:pt x="2871236" y="2233316"/>
                  <a:pt x="2875994" y="2233290"/>
                  <a:pt x="2879382" y="2234146"/>
                </a:cubicBezTo>
                <a:close/>
                <a:moveTo>
                  <a:pt x="10493305" y="2233270"/>
                </a:moveTo>
                <a:cubicBezTo>
                  <a:pt x="10501940" y="2234657"/>
                  <a:pt x="10511561" y="2237482"/>
                  <a:pt x="10520078" y="2241426"/>
                </a:cubicBezTo>
                <a:cubicBezTo>
                  <a:pt x="10537474" y="2249340"/>
                  <a:pt x="10544003" y="2258790"/>
                  <a:pt x="10534777" y="2262461"/>
                </a:cubicBezTo>
                <a:cubicBezTo>
                  <a:pt x="10525303" y="2266158"/>
                  <a:pt x="10503713" y="2262670"/>
                  <a:pt x="10486623" y="2254677"/>
                </a:cubicBezTo>
                <a:cubicBezTo>
                  <a:pt x="10469478" y="2246737"/>
                  <a:pt x="10463227" y="2237416"/>
                  <a:pt x="10472453" y="2233746"/>
                </a:cubicBezTo>
                <a:cubicBezTo>
                  <a:pt x="10477022" y="2231936"/>
                  <a:pt x="10484670" y="2231885"/>
                  <a:pt x="10493305" y="2233270"/>
                </a:cubicBezTo>
                <a:close/>
                <a:moveTo>
                  <a:pt x="9771168" y="2233004"/>
                </a:moveTo>
                <a:cubicBezTo>
                  <a:pt x="9789201" y="2235998"/>
                  <a:pt x="9808742" y="2242104"/>
                  <a:pt x="9825581" y="2250643"/>
                </a:cubicBezTo>
                <a:cubicBezTo>
                  <a:pt x="9859536" y="2267929"/>
                  <a:pt x="9869762" y="2288600"/>
                  <a:pt x="9848061" y="2296723"/>
                </a:cubicBezTo>
                <a:cubicBezTo>
                  <a:pt x="9826081" y="2304845"/>
                  <a:pt x="9780511" y="2297139"/>
                  <a:pt x="9746752" y="2279540"/>
                </a:cubicBezTo>
                <a:cubicBezTo>
                  <a:pt x="9713130" y="2262176"/>
                  <a:pt x="9703987" y="2241869"/>
                  <a:pt x="9725801" y="2234033"/>
                </a:cubicBezTo>
                <a:cubicBezTo>
                  <a:pt x="9736609" y="2230128"/>
                  <a:pt x="9753135" y="2230010"/>
                  <a:pt x="9771168" y="2233004"/>
                </a:cubicBezTo>
                <a:close/>
                <a:moveTo>
                  <a:pt x="10835012" y="2231871"/>
                </a:moveTo>
                <a:cubicBezTo>
                  <a:pt x="10837041" y="2231012"/>
                  <a:pt x="10841931" y="2231793"/>
                  <a:pt x="10846043" y="2233563"/>
                </a:cubicBezTo>
                <a:cubicBezTo>
                  <a:pt x="10850128" y="2235333"/>
                  <a:pt x="10851740" y="2237442"/>
                  <a:pt x="10849654" y="2238275"/>
                </a:cubicBezTo>
                <a:cubicBezTo>
                  <a:pt x="10847682" y="2239134"/>
                  <a:pt x="10842709" y="2238328"/>
                  <a:pt x="10838679" y="2236583"/>
                </a:cubicBezTo>
                <a:cubicBezTo>
                  <a:pt x="10834677" y="2234761"/>
                  <a:pt x="10833040" y="2232678"/>
                  <a:pt x="10835012" y="2231871"/>
                </a:cubicBezTo>
                <a:close/>
                <a:moveTo>
                  <a:pt x="8184450" y="2224227"/>
                </a:moveTo>
                <a:cubicBezTo>
                  <a:pt x="8193394" y="2225838"/>
                  <a:pt x="8202334" y="2229112"/>
                  <a:pt x="8209155" y="2233667"/>
                </a:cubicBezTo>
                <a:cubicBezTo>
                  <a:pt x="8222938" y="2242806"/>
                  <a:pt x="8223216" y="2253714"/>
                  <a:pt x="8209684" y="2258036"/>
                </a:cubicBezTo>
                <a:cubicBezTo>
                  <a:pt x="8196040" y="2262279"/>
                  <a:pt x="8173562" y="2258217"/>
                  <a:pt x="8160029" y="2248976"/>
                </a:cubicBezTo>
                <a:cubicBezTo>
                  <a:pt x="8146275" y="2239811"/>
                  <a:pt x="8146302" y="2228955"/>
                  <a:pt x="8159724" y="2224763"/>
                </a:cubicBezTo>
                <a:cubicBezTo>
                  <a:pt x="8166559" y="2222668"/>
                  <a:pt x="8175506" y="2222616"/>
                  <a:pt x="8184450" y="2224227"/>
                </a:cubicBezTo>
                <a:close/>
                <a:moveTo>
                  <a:pt x="4259456" y="2220784"/>
                </a:moveTo>
                <a:cubicBezTo>
                  <a:pt x="4266920" y="2222460"/>
                  <a:pt x="4272401" y="2225884"/>
                  <a:pt x="4274082" y="2230674"/>
                </a:cubicBezTo>
                <a:cubicBezTo>
                  <a:pt x="4277611" y="2240358"/>
                  <a:pt x="4264412" y="2251839"/>
                  <a:pt x="4245045" y="2256343"/>
                </a:cubicBezTo>
                <a:cubicBezTo>
                  <a:pt x="4225344" y="2260847"/>
                  <a:pt x="4206866" y="2256630"/>
                  <a:pt x="4203559" y="2246841"/>
                </a:cubicBezTo>
                <a:cubicBezTo>
                  <a:pt x="4200280" y="2237182"/>
                  <a:pt x="4213647" y="2225806"/>
                  <a:pt x="4232931" y="2221379"/>
                </a:cubicBezTo>
                <a:cubicBezTo>
                  <a:pt x="4242545" y="2219180"/>
                  <a:pt x="4251992" y="2219109"/>
                  <a:pt x="4259456" y="2220784"/>
                </a:cubicBezTo>
                <a:close/>
                <a:moveTo>
                  <a:pt x="7117114" y="2219339"/>
                </a:moveTo>
                <a:cubicBezTo>
                  <a:pt x="7128100" y="2221425"/>
                  <a:pt x="7138444" y="2225676"/>
                  <a:pt x="7145571" y="2231611"/>
                </a:cubicBezTo>
                <a:cubicBezTo>
                  <a:pt x="7159853" y="2243560"/>
                  <a:pt x="7155741" y="2257776"/>
                  <a:pt x="7136123" y="2263398"/>
                </a:cubicBezTo>
                <a:cubicBezTo>
                  <a:pt x="7116700" y="2268996"/>
                  <a:pt x="7089024" y="2263711"/>
                  <a:pt x="7075076" y="2251631"/>
                </a:cubicBezTo>
                <a:cubicBezTo>
                  <a:pt x="7060821" y="2239604"/>
                  <a:pt x="7065462" y="2225493"/>
                  <a:pt x="7084801" y="2220052"/>
                </a:cubicBezTo>
                <a:cubicBezTo>
                  <a:pt x="7094499" y="2217331"/>
                  <a:pt x="7106128" y="2217253"/>
                  <a:pt x="7117114" y="2219339"/>
                </a:cubicBezTo>
                <a:close/>
                <a:moveTo>
                  <a:pt x="11166782" y="2218802"/>
                </a:moveTo>
                <a:cubicBezTo>
                  <a:pt x="11167171" y="2218619"/>
                  <a:pt x="11168728" y="2218802"/>
                  <a:pt x="11169922" y="2219349"/>
                </a:cubicBezTo>
                <a:cubicBezTo>
                  <a:pt x="11171006" y="2219817"/>
                  <a:pt x="11171729" y="2220468"/>
                  <a:pt x="11171145" y="2220702"/>
                </a:cubicBezTo>
                <a:cubicBezTo>
                  <a:pt x="11170590" y="2220884"/>
                  <a:pt x="11169171" y="2220702"/>
                  <a:pt x="11167867" y="2220155"/>
                </a:cubicBezTo>
                <a:cubicBezTo>
                  <a:pt x="11166672" y="2219635"/>
                  <a:pt x="11166199" y="2219036"/>
                  <a:pt x="11166782" y="2218802"/>
                </a:cubicBezTo>
                <a:close/>
                <a:moveTo>
                  <a:pt x="6428626" y="2202111"/>
                </a:moveTo>
                <a:cubicBezTo>
                  <a:pt x="6438417" y="2204047"/>
                  <a:pt x="6447197" y="2207985"/>
                  <a:pt x="6452685" y="2213465"/>
                </a:cubicBezTo>
                <a:cubicBezTo>
                  <a:pt x="6463827" y="2224582"/>
                  <a:pt x="6457297" y="2237781"/>
                  <a:pt x="6438097" y="2242909"/>
                </a:cubicBezTo>
                <a:cubicBezTo>
                  <a:pt x="6418897" y="2248117"/>
                  <a:pt x="6394222" y="2243222"/>
                  <a:pt x="6383329" y="2232001"/>
                </a:cubicBezTo>
                <a:cubicBezTo>
                  <a:pt x="6372521" y="2220884"/>
                  <a:pt x="6379301" y="2207842"/>
                  <a:pt x="6398501" y="2202765"/>
                </a:cubicBezTo>
                <a:cubicBezTo>
                  <a:pt x="6408032" y="2200240"/>
                  <a:pt x="6418834" y="2200175"/>
                  <a:pt x="6428626" y="2202111"/>
                </a:cubicBezTo>
                <a:close/>
                <a:moveTo>
                  <a:pt x="7753068" y="2193960"/>
                </a:moveTo>
                <a:cubicBezTo>
                  <a:pt x="7764808" y="2196107"/>
                  <a:pt x="7776283" y="2200475"/>
                  <a:pt x="7784800" y="2206567"/>
                </a:cubicBezTo>
                <a:cubicBezTo>
                  <a:pt x="7801916" y="2218854"/>
                  <a:pt x="7800443" y="2233511"/>
                  <a:pt x="7781355" y="2239187"/>
                </a:cubicBezTo>
                <a:cubicBezTo>
                  <a:pt x="7761987" y="2244993"/>
                  <a:pt x="7732616" y="2239604"/>
                  <a:pt x="7715750" y="2227107"/>
                </a:cubicBezTo>
                <a:cubicBezTo>
                  <a:pt x="7698801" y="2214741"/>
                  <a:pt x="7700663" y="2200292"/>
                  <a:pt x="7719751" y="2194669"/>
                </a:cubicBezTo>
                <a:cubicBezTo>
                  <a:pt x="7729323" y="2191884"/>
                  <a:pt x="7741328" y="2191812"/>
                  <a:pt x="7753068" y="2193960"/>
                </a:cubicBezTo>
                <a:close/>
                <a:moveTo>
                  <a:pt x="3356722" y="2193520"/>
                </a:moveTo>
                <a:cubicBezTo>
                  <a:pt x="3361836" y="2194746"/>
                  <a:pt x="3365170" y="2197245"/>
                  <a:pt x="3365545" y="2200734"/>
                </a:cubicBezTo>
                <a:cubicBezTo>
                  <a:pt x="3366212" y="2207686"/>
                  <a:pt x="3354402" y="2216016"/>
                  <a:pt x="3339481" y="2219218"/>
                </a:cubicBezTo>
                <a:cubicBezTo>
                  <a:pt x="3324059" y="2222473"/>
                  <a:pt x="3311500" y="2219375"/>
                  <a:pt x="3310888" y="2212398"/>
                </a:cubicBezTo>
                <a:cubicBezTo>
                  <a:pt x="3310417" y="2205368"/>
                  <a:pt x="3322142" y="2197141"/>
                  <a:pt x="3337231" y="2193939"/>
                </a:cubicBezTo>
                <a:cubicBezTo>
                  <a:pt x="3344719" y="2192338"/>
                  <a:pt x="3351610" y="2192293"/>
                  <a:pt x="3356722" y="2193520"/>
                </a:cubicBezTo>
                <a:close/>
                <a:moveTo>
                  <a:pt x="1114751" y="2188446"/>
                </a:moveTo>
                <a:cubicBezTo>
                  <a:pt x="1117863" y="2187874"/>
                  <a:pt x="1119669" y="2188420"/>
                  <a:pt x="1118919" y="2189670"/>
                </a:cubicBezTo>
                <a:cubicBezTo>
                  <a:pt x="1118225" y="2190841"/>
                  <a:pt x="1115335" y="2192377"/>
                  <a:pt x="1112168" y="2192924"/>
                </a:cubicBezTo>
                <a:cubicBezTo>
                  <a:pt x="1109194" y="2193471"/>
                  <a:pt x="1107277" y="2192924"/>
                  <a:pt x="1107860" y="2191726"/>
                </a:cubicBezTo>
                <a:cubicBezTo>
                  <a:pt x="1108638" y="2190477"/>
                  <a:pt x="1111806" y="2188993"/>
                  <a:pt x="1114751" y="2188446"/>
                </a:cubicBezTo>
                <a:close/>
                <a:moveTo>
                  <a:pt x="1886440" y="2187508"/>
                </a:moveTo>
                <a:cubicBezTo>
                  <a:pt x="1895860" y="2185608"/>
                  <a:pt x="1902167" y="2187327"/>
                  <a:pt x="1900917" y="2191310"/>
                </a:cubicBezTo>
                <a:cubicBezTo>
                  <a:pt x="1899555" y="2195241"/>
                  <a:pt x="1890858" y="2200006"/>
                  <a:pt x="1881383" y="2201828"/>
                </a:cubicBezTo>
                <a:cubicBezTo>
                  <a:pt x="1872047" y="2203676"/>
                  <a:pt x="1865433" y="2201906"/>
                  <a:pt x="1866989" y="2197948"/>
                </a:cubicBezTo>
                <a:cubicBezTo>
                  <a:pt x="1868351" y="2193965"/>
                  <a:pt x="1876965" y="2189280"/>
                  <a:pt x="1886440" y="2187508"/>
                </a:cubicBezTo>
                <a:close/>
                <a:moveTo>
                  <a:pt x="1510783" y="2184811"/>
                </a:moveTo>
                <a:cubicBezTo>
                  <a:pt x="1514420" y="2185830"/>
                  <a:pt x="1515990" y="2187886"/>
                  <a:pt x="1514628" y="2190737"/>
                </a:cubicBezTo>
                <a:cubicBezTo>
                  <a:pt x="1512072" y="2196412"/>
                  <a:pt x="1498901" y="2203208"/>
                  <a:pt x="1484952" y="2205837"/>
                </a:cubicBezTo>
                <a:cubicBezTo>
                  <a:pt x="1471087" y="2208466"/>
                  <a:pt x="1462056" y="2205967"/>
                  <a:pt x="1464751" y="2200239"/>
                </a:cubicBezTo>
                <a:cubicBezTo>
                  <a:pt x="1467363" y="2194538"/>
                  <a:pt x="1480868" y="2187743"/>
                  <a:pt x="1494538" y="2185113"/>
                </a:cubicBezTo>
                <a:cubicBezTo>
                  <a:pt x="1501444" y="2183812"/>
                  <a:pt x="1507147" y="2183793"/>
                  <a:pt x="1510783" y="2184811"/>
                </a:cubicBezTo>
                <a:close/>
                <a:moveTo>
                  <a:pt x="4044822" y="2183952"/>
                </a:moveTo>
                <a:cubicBezTo>
                  <a:pt x="4051692" y="2185505"/>
                  <a:pt x="4056582" y="2188681"/>
                  <a:pt x="4057902" y="2193132"/>
                </a:cubicBezTo>
                <a:cubicBezTo>
                  <a:pt x="4060541" y="2202114"/>
                  <a:pt x="4047761" y="2212736"/>
                  <a:pt x="4029254" y="2216902"/>
                </a:cubicBezTo>
                <a:cubicBezTo>
                  <a:pt x="4010582" y="2221093"/>
                  <a:pt x="3993465" y="2217136"/>
                  <a:pt x="3990936" y="2208102"/>
                </a:cubicBezTo>
                <a:cubicBezTo>
                  <a:pt x="3988353" y="2199146"/>
                  <a:pt x="4001329" y="2188576"/>
                  <a:pt x="4019863" y="2184515"/>
                </a:cubicBezTo>
                <a:cubicBezTo>
                  <a:pt x="4029101" y="2182472"/>
                  <a:pt x="4037952" y="2182400"/>
                  <a:pt x="4044822" y="2183952"/>
                </a:cubicBezTo>
                <a:close/>
                <a:moveTo>
                  <a:pt x="2297930" y="2179751"/>
                </a:moveTo>
                <a:cubicBezTo>
                  <a:pt x="2307155" y="2177929"/>
                  <a:pt x="2313658" y="2179647"/>
                  <a:pt x="2312935" y="2183526"/>
                </a:cubicBezTo>
                <a:cubicBezTo>
                  <a:pt x="2312073" y="2187483"/>
                  <a:pt x="2304071" y="2192169"/>
                  <a:pt x="2294818" y="2193992"/>
                </a:cubicBezTo>
                <a:cubicBezTo>
                  <a:pt x="2285648" y="2195814"/>
                  <a:pt x="2279036" y="2194069"/>
                  <a:pt x="2279925" y="2190138"/>
                </a:cubicBezTo>
                <a:cubicBezTo>
                  <a:pt x="2280814" y="2186182"/>
                  <a:pt x="2289011" y="2181548"/>
                  <a:pt x="2297930" y="2179751"/>
                </a:cubicBezTo>
                <a:close/>
                <a:moveTo>
                  <a:pt x="755999" y="2179048"/>
                </a:moveTo>
                <a:cubicBezTo>
                  <a:pt x="759002" y="2178502"/>
                  <a:pt x="760891" y="2179048"/>
                  <a:pt x="760140" y="2180272"/>
                </a:cubicBezTo>
                <a:cubicBezTo>
                  <a:pt x="759251" y="2181495"/>
                  <a:pt x="755945" y="2182980"/>
                  <a:pt x="752999" y="2183526"/>
                </a:cubicBezTo>
                <a:cubicBezTo>
                  <a:pt x="749776" y="2184099"/>
                  <a:pt x="747887" y="2183578"/>
                  <a:pt x="748775" y="2182328"/>
                </a:cubicBezTo>
                <a:cubicBezTo>
                  <a:pt x="749638" y="2181105"/>
                  <a:pt x="752888" y="2179621"/>
                  <a:pt x="755999" y="2179048"/>
                </a:cubicBezTo>
                <a:close/>
                <a:moveTo>
                  <a:pt x="412392" y="2167280"/>
                </a:moveTo>
                <a:cubicBezTo>
                  <a:pt x="413809" y="2167073"/>
                  <a:pt x="414392" y="2167280"/>
                  <a:pt x="414059" y="2167775"/>
                </a:cubicBezTo>
                <a:cubicBezTo>
                  <a:pt x="413753" y="2168296"/>
                  <a:pt x="412253" y="2168869"/>
                  <a:pt x="411086" y="2169102"/>
                </a:cubicBezTo>
                <a:cubicBezTo>
                  <a:pt x="409864" y="2169312"/>
                  <a:pt x="409223" y="2169102"/>
                  <a:pt x="409446" y="2168582"/>
                </a:cubicBezTo>
                <a:cubicBezTo>
                  <a:pt x="410003" y="2168062"/>
                  <a:pt x="411281" y="2167515"/>
                  <a:pt x="412392" y="2167280"/>
                </a:cubicBezTo>
                <a:close/>
                <a:moveTo>
                  <a:pt x="2727705" y="2164417"/>
                </a:moveTo>
                <a:cubicBezTo>
                  <a:pt x="2735318" y="2162855"/>
                  <a:pt x="2741348" y="2164313"/>
                  <a:pt x="2741098" y="2167749"/>
                </a:cubicBezTo>
                <a:cubicBezTo>
                  <a:pt x="2740625" y="2171185"/>
                  <a:pt x="2734124" y="2175220"/>
                  <a:pt x="2726371" y="2176835"/>
                </a:cubicBezTo>
                <a:cubicBezTo>
                  <a:pt x="2718563" y="2178422"/>
                  <a:pt x="2712672" y="2176939"/>
                  <a:pt x="2713089" y="2173450"/>
                </a:cubicBezTo>
                <a:cubicBezTo>
                  <a:pt x="2713256" y="2170066"/>
                  <a:pt x="2720036" y="2165979"/>
                  <a:pt x="2727705" y="2164417"/>
                </a:cubicBezTo>
                <a:close/>
                <a:moveTo>
                  <a:pt x="7310275" y="2161654"/>
                </a:moveTo>
                <a:cubicBezTo>
                  <a:pt x="7320473" y="2163545"/>
                  <a:pt x="7330183" y="2167398"/>
                  <a:pt x="7336992" y="2172774"/>
                </a:cubicBezTo>
                <a:cubicBezTo>
                  <a:pt x="7350829" y="2183526"/>
                  <a:pt x="7347717" y="2196439"/>
                  <a:pt x="7329933" y="2201516"/>
                </a:cubicBezTo>
                <a:cubicBezTo>
                  <a:pt x="7312373" y="2206567"/>
                  <a:pt x="7286809" y="2201750"/>
                  <a:pt x="7273221" y="2190867"/>
                </a:cubicBezTo>
                <a:cubicBezTo>
                  <a:pt x="7259578" y="2179985"/>
                  <a:pt x="7263052" y="2167229"/>
                  <a:pt x="7280641" y="2162308"/>
                </a:cubicBezTo>
                <a:cubicBezTo>
                  <a:pt x="7289393" y="2159835"/>
                  <a:pt x="7300077" y="2159764"/>
                  <a:pt x="7310275" y="2161654"/>
                </a:cubicBezTo>
                <a:close/>
                <a:moveTo>
                  <a:pt x="6650400" y="2161475"/>
                </a:moveTo>
                <a:cubicBezTo>
                  <a:pt x="6660230" y="2163363"/>
                  <a:pt x="6669211" y="2167203"/>
                  <a:pt x="6675061" y="2172540"/>
                </a:cubicBezTo>
                <a:cubicBezTo>
                  <a:pt x="6686509" y="2183370"/>
                  <a:pt x="6681063" y="2196231"/>
                  <a:pt x="6662306" y="2201307"/>
                </a:cubicBezTo>
                <a:cubicBezTo>
                  <a:pt x="6643550" y="2206384"/>
                  <a:pt x="6619042" y="2201567"/>
                  <a:pt x="6607567" y="2190659"/>
                </a:cubicBezTo>
                <a:cubicBezTo>
                  <a:pt x="6596202" y="2179829"/>
                  <a:pt x="6602037" y="2167098"/>
                  <a:pt x="6620654" y="2162126"/>
                </a:cubicBezTo>
                <a:cubicBezTo>
                  <a:pt x="6629893" y="2159653"/>
                  <a:pt x="6640570" y="2159588"/>
                  <a:pt x="6650400" y="2161475"/>
                </a:cubicBezTo>
                <a:close/>
                <a:moveTo>
                  <a:pt x="9097378" y="2156427"/>
                </a:moveTo>
                <a:cubicBezTo>
                  <a:pt x="9105772" y="2157843"/>
                  <a:pt x="9114580" y="2160720"/>
                  <a:pt x="9121831" y="2164729"/>
                </a:cubicBezTo>
                <a:cubicBezTo>
                  <a:pt x="9136281" y="2172774"/>
                  <a:pt x="9139087" y="2182354"/>
                  <a:pt x="9127889" y="2186077"/>
                </a:cubicBezTo>
                <a:cubicBezTo>
                  <a:pt x="9116607" y="2189827"/>
                  <a:pt x="9095713" y="2186312"/>
                  <a:pt x="9081181" y="2178189"/>
                </a:cubicBezTo>
                <a:cubicBezTo>
                  <a:pt x="9066787" y="2170092"/>
                  <a:pt x="9064229" y="2160564"/>
                  <a:pt x="9075400" y="2156893"/>
                </a:cubicBezTo>
                <a:cubicBezTo>
                  <a:pt x="9081000" y="2155057"/>
                  <a:pt x="9088981" y="2155012"/>
                  <a:pt x="9097378" y="2156427"/>
                </a:cubicBezTo>
                <a:close/>
                <a:moveTo>
                  <a:pt x="8714599" y="2150000"/>
                </a:moveTo>
                <a:cubicBezTo>
                  <a:pt x="8724811" y="2151744"/>
                  <a:pt x="8735336" y="2155305"/>
                  <a:pt x="8743768" y="2160277"/>
                </a:cubicBezTo>
                <a:cubicBezTo>
                  <a:pt x="8760746" y="2170301"/>
                  <a:pt x="8762830" y="2182146"/>
                  <a:pt x="8748297" y="2186858"/>
                </a:cubicBezTo>
                <a:cubicBezTo>
                  <a:pt x="8733960" y="2191518"/>
                  <a:pt x="8708341" y="2187118"/>
                  <a:pt x="8691475" y="2176965"/>
                </a:cubicBezTo>
                <a:cubicBezTo>
                  <a:pt x="8674608" y="2166968"/>
                  <a:pt x="8672775" y="2155175"/>
                  <a:pt x="8687307" y="2150619"/>
                </a:cubicBezTo>
                <a:cubicBezTo>
                  <a:pt x="8694489" y="2148328"/>
                  <a:pt x="8704388" y="2148256"/>
                  <a:pt x="8714599" y="2150000"/>
                </a:cubicBezTo>
                <a:close/>
                <a:moveTo>
                  <a:pt x="5240883" y="2148291"/>
                </a:moveTo>
                <a:cubicBezTo>
                  <a:pt x="5247215" y="2149616"/>
                  <a:pt x="5252349" y="2152311"/>
                  <a:pt x="5254808" y="2156060"/>
                </a:cubicBezTo>
                <a:cubicBezTo>
                  <a:pt x="5259755" y="2163557"/>
                  <a:pt x="5252251" y="2172539"/>
                  <a:pt x="5237663" y="2176053"/>
                </a:cubicBezTo>
                <a:cubicBezTo>
                  <a:pt x="5222853" y="2179568"/>
                  <a:pt x="5207098" y="2176236"/>
                  <a:pt x="5202403" y="2168634"/>
                </a:cubicBezTo>
                <a:cubicBezTo>
                  <a:pt x="5197429" y="2161084"/>
                  <a:pt x="5205293" y="2152206"/>
                  <a:pt x="5219770" y="2148744"/>
                </a:cubicBezTo>
                <a:cubicBezTo>
                  <a:pt x="5227022" y="2147013"/>
                  <a:pt x="5234552" y="2146967"/>
                  <a:pt x="5240883" y="2148291"/>
                </a:cubicBezTo>
                <a:close/>
                <a:moveTo>
                  <a:pt x="5478877" y="2147667"/>
                </a:moveTo>
                <a:cubicBezTo>
                  <a:pt x="5484686" y="2148862"/>
                  <a:pt x="5489521" y="2151282"/>
                  <a:pt x="5491993" y="2154654"/>
                </a:cubicBezTo>
                <a:cubicBezTo>
                  <a:pt x="5496968" y="2161371"/>
                  <a:pt x="5490604" y="2169493"/>
                  <a:pt x="5477545" y="2172670"/>
                </a:cubicBezTo>
                <a:cubicBezTo>
                  <a:pt x="5464679" y="2175793"/>
                  <a:pt x="5450314" y="2172852"/>
                  <a:pt x="5445451" y="2166005"/>
                </a:cubicBezTo>
                <a:cubicBezTo>
                  <a:pt x="5440533" y="2159210"/>
                  <a:pt x="5447146" y="2151140"/>
                  <a:pt x="5459928" y="2148041"/>
                </a:cubicBezTo>
                <a:cubicBezTo>
                  <a:pt x="5466291" y="2146505"/>
                  <a:pt x="5473071" y="2146473"/>
                  <a:pt x="5478877" y="2147667"/>
                </a:cubicBezTo>
                <a:close/>
                <a:moveTo>
                  <a:pt x="5000932" y="2145132"/>
                </a:moveTo>
                <a:cubicBezTo>
                  <a:pt x="5005765" y="2146160"/>
                  <a:pt x="5009633" y="2148250"/>
                  <a:pt x="5011453" y="2151165"/>
                </a:cubicBezTo>
                <a:cubicBezTo>
                  <a:pt x="5014843" y="2156919"/>
                  <a:pt x="5008229" y="2163870"/>
                  <a:pt x="4996837" y="2166551"/>
                </a:cubicBezTo>
                <a:cubicBezTo>
                  <a:pt x="4985417" y="2169259"/>
                  <a:pt x="4973441" y="2166707"/>
                  <a:pt x="4970135" y="2160849"/>
                </a:cubicBezTo>
                <a:cubicBezTo>
                  <a:pt x="4966717" y="2155018"/>
                  <a:pt x="4973302" y="2148145"/>
                  <a:pt x="4984639" y="2145464"/>
                </a:cubicBezTo>
                <a:cubicBezTo>
                  <a:pt x="4990308" y="2144136"/>
                  <a:pt x="4996102" y="2144104"/>
                  <a:pt x="5000932" y="2145132"/>
                </a:cubicBezTo>
                <a:close/>
                <a:moveTo>
                  <a:pt x="8318989" y="2143401"/>
                </a:moveTo>
                <a:cubicBezTo>
                  <a:pt x="8327742" y="2144931"/>
                  <a:pt x="8336598" y="2148042"/>
                  <a:pt x="8343448" y="2152363"/>
                </a:cubicBezTo>
                <a:cubicBezTo>
                  <a:pt x="8357424" y="2161136"/>
                  <a:pt x="8358119" y="2171551"/>
                  <a:pt x="8344920" y="2175637"/>
                </a:cubicBezTo>
                <a:cubicBezTo>
                  <a:pt x="8331805" y="2179698"/>
                  <a:pt x="8309770" y="2175820"/>
                  <a:pt x="8296044" y="2167020"/>
                </a:cubicBezTo>
                <a:cubicBezTo>
                  <a:pt x="8282234" y="2158273"/>
                  <a:pt x="8281984" y="2147937"/>
                  <a:pt x="8295155" y="2143928"/>
                </a:cubicBezTo>
                <a:cubicBezTo>
                  <a:pt x="8301587" y="2141923"/>
                  <a:pt x="8310236" y="2141871"/>
                  <a:pt x="8318989" y="2143401"/>
                </a:cubicBezTo>
                <a:close/>
                <a:moveTo>
                  <a:pt x="9460498" y="2141575"/>
                </a:moveTo>
                <a:cubicBezTo>
                  <a:pt x="9476277" y="2144169"/>
                  <a:pt x="9493129" y="2149448"/>
                  <a:pt x="9507370" y="2156789"/>
                </a:cubicBezTo>
                <a:cubicBezTo>
                  <a:pt x="9535769" y="2171681"/>
                  <a:pt x="9543382" y="2189410"/>
                  <a:pt x="9523125" y="2196362"/>
                </a:cubicBezTo>
                <a:cubicBezTo>
                  <a:pt x="9503175" y="2203364"/>
                  <a:pt x="9463636" y="2196725"/>
                  <a:pt x="9435042" y="2181678"/>
                </a:cubicBezTo>
                <a:cubicBezTo>
                  <a:pt x="9406644" y="2166787"/>
                  <a:pt x="9400225" y="2149213"/>
                  <a:pt x="9420065" y="2142470"/>
                </a:cubicBezTo>
                <a:cubicBezTo>
                  <a:pt x="9430012" y="2139073"/>
                  <a:pt x="9444718" y="2138982"/>
                  <a:pt x="9460498" y="2141575"/>
                </a:cubicBezTo>
                <a:close/>
                <a:moveTo>
                  <a:pt x="10161796" y="2139199"/>
                </a:moveTo>
                <a:cubicBezTo>
                  <a:pt x="10170073" y="2140510"/>
                  <a:pt x="10179166" y="2143186"/>
                  <a:pt x="10187113" y="2146921"/>
                </a:cubicBezTo>
                <a:cubicBezTo>
                  <a:pt x="10203146" y="2154394"/>
                  <a:pt x="10208509" y="2163271"/>
                  <a:pt x="10199061" y="2166786"/>
                </a:cubicBezTo>
                <a:cubicBezTo>
                  <a:pt x="10189753" y="2170274"/>
                  <a:pt x="10169274" y="2166993"/>
                  <a:pt x="10153213" y="2159418"/>
                </a:cubicBezTo>
                <a:cubicBezTo>
                  <a:pt x="10137348" y="2151920"/>
                  <a:pt x="10132122" y="2143068"/>
                  <a:pt x="10141376" y="2139657"/>
                </a:cubicBezTo>
                <a:cubicBezTo>
                  <a:pt x="10146058" y="2137940"/>
                  <a:pt x="10153519" y="2137887"/>
                  <a:pt x="10161796" y="2139199"/>
                </a:cubicBezTo>
                <a:close/>
                <a:moveTo>
                  <a:pt x="3847776" y="2137400"/>
                </a:moveTo>
                <a:cubicBezTo>
                  <a:pt x="3855400" y="2139138"/>
                  <a:pt x="3860687" y="2142665"/>
                  <a:pt x="3861868" y="2147573"/>
                </a:cubicBezTo>
                <a:cubicBezTo>
                  <a:pt x="3864396" y="2157491"/>
                  <a:pt x="3849281" y="2169337"/>
                  <a:pt x="3828051" y="2173920"/>
                </a:cubicBezTo>
                <a:cubicBezTo>
                  <a:pt x="3806823" y="2178605"/>
                  <a:pt x="3787816" y="2174153"/>
                  <a:pt x="3785566" y="2164182"/>
                </a:cubicBezTo>
                <a:cubicBezTo>
                  <a:pt x="3783426" y="2154237"/>
                  <a:pt x="3798709" y="2142496"/>
                  <a:pt x="3819660" y="2137965"/>
                </a:cubicBezTo>
                <a:cubicBezTo>
                  <a:pt x="3830191" y="2135714"/>
                  <a:pt x="3840153" y="2135662"/>
                  <a:pt x="3847776" y="2137400"/>
                </a:cubicBezTo>
                <a:close/>
                <a:moveTo>
                  <a:pt x="5720132" y="2133790"/>
                </a:moveTo>
                <a:cubicBezTo>
                  <a:pt x="5727679" y="2135310"/>
                  <a:pt x="5734070" y="2138408"/>
                  <a:pt x="5737515" y="2142730"/>
                </a:cubicBezTo>
                <a:cubicBezTo>
                  <a:pt x="5744546" y="2151399"/>
                  <a:pt x="5737044" y="2161735"/>
                  <a:pt x="5720899" y="2165796"/>
                </a:cubicBezTo>
                <a:cubicBezTo>
                  <a:pt x="5704476" y="2169831"/>
                  <a:pt x="5685777" y="2165979"/>
                  <a:pt x="5678803" y="2157257"/>
                </a:cubicBezTo>
                <a:cubicBezTo>
                  <a:pt x="5672050" y="2148510"/>
                  <a:pt x="5679720" y="2138278"/>
                  <a:pt x="5695808" y="2134321"/>
                </a:cubicBezTo>
                <a:cubicBezTo>
                  <a:pt x="5703881" y="2132329"/>
                  <a:pt x="5712584" y="2132271"/>
                  <a:pt x="5720132" y="2133790"/>
                </a:cubicBezTo>
                <a:close/>
                <a:moveTo>
                  <a:pt x="9812325" y="2132655"/>
                </a:moveTo>
                <a:cubicBezTo>
                  <a:pt x="9829876" y="2135493"/>
                  <a:pt x="9848895" y="2141259"/>
                  <a:pt x="9865261" y="2149290"/>
                </a:cubicBezTo>
                <a:cubicBezTo>
                  <a:pt x="9898493" y="2165562"/>
                  <a:pt x="9908607" y="2184983"/>
                  <a:pt x="9887602" y="2192611"/>
                </a:cubicBezTo>
                <a:cubicBezTo>
                  <a:pt x="9866484" y="2200292"/>
                  <a:pt x="9822192" y="2193028"/>
                  <a:pt x="9789182" y="2176496"/>
                </a:cubicBezTo>
                <a:cubicBezTo>
                  <a:pt x="9756478" y="2160172"/>
                  <a:pt x="9747140" y="2141012"/>
                  <a:pt x="9768204" y="2133592"/>
                </a:cubicBezTo>
                <a:cubicBezTo>
                  <a:pt x="9778694" y="2129909"/>
                  <a:pt x="9794775" y="2129817"/>
                  <a:pt x="9812325" y="2132655"/>
                </a:cubicBezTo>
                <a:close/>
                <a:moveTo>
                  <a:pt x="10481844" y="2132420"/>
                </a:moveTo>
                <a:cubicBezTo>
                  <a:pt x="10487317" y="2130312"/>
                  <a:pt x="10499989" y="2132343"/>
                  <a:pt x="10510269" y="2136872"/>
                </a:cubicBezTo>
                <a:cubicBezTo>
                  <a:pt x="10520497" y="2141429"/>
                  <a:pt x="10524245" y="2146844"/>
                  <a:pt x="10518884" y="2148978"/>
                </a:cubicBezTo>
                <a:cubicBezTo>
                  <a:pt x="10513270" y="2151087"/>
                  <a:pt x="10500516" y="2149083"/>
                  <a:pt x="10490375" y="2144501"/>
                </a:cubicBezTo>
                <a:cubicBezTo>
                  <a:pt x="10480066" y="2139918"/>
                  <a:pt x="10476342" y="2134503"/>
                  <a:pt x="10481844" y="2132420"/>
                </a:cubicBezTo>
                <a:close/>
                <a:moveTo>
                  <a:pt x="4771902" y="2127478"/>
                </a:moveTo>
                <a:cubicBezTo>
                  <a:pt x="4778011" y="2128789"/>
                  <a:pt x="4782742" y="2131458"/>
                  <a:pt x="4784659" y="2135180"/>
                </a:cubicBezTo>
                <a:cubicBezTo>
                  <a:pt x="4788605" y="2142600"/>
                  <a:pt x="4779741" y="2151425"/>
                  <a:pt x="4764764" y="2154914"/>
                </a:cubicBezTo>
                <a:cubicBezTo>
                  <a:pt x="4749732" y="2158377"/>
                  <a:pt x="4734532" y="2155070"/>
                  <a:pt x="4730808" y="2147573"/>
                </a:cubicBezTo>
                <a:cubicBezTo>
                  <a:pt x="4726975" y="2140074"/>
                  <a:pt x="4736060" y="2131327"/>
                  <a:pt x="4750871" y="2127916"/>
                </a:cubicBezTo>
                <a:cubicBezTo>
                  <a:pt x="4758304" y="2126211"/>
                  <a:pt x="4765793" y="2126166"/>
                  <a:pt x="4771902" y="2127478"/>
                </a:cubicBezTo>
                <a:close/>
                <a:moveTo>
                  <a:pt x="3202413" y="2125766"/>
                </a:moveTo>
                <a:cubicBezTo>
                  <a:pt x="3209697" y="2127487"/>
                  <a:pt x="3214316" y="2131002"/>
                  <a:pt x="3214525" y="2135909"/>
                </a:cubicBezTo>
                <a:cubicBezTo>
                  <a:pt x="3215052" y="2145750"/>
                  <a:pt x="3197714" y="2157491"/>
                  <a:pt x="3175707" y="2162099"/>
                </a:cubicBezTo>
                <a:cubicBezTo>
                  <a:pt x="3153644" y="2166707"/>
                  <a:pt x="3135444" y="2162360"/>
                  <a:pt x="3135222" y="2152362"/>
                </a:cubicBezTo>
                <a:cubicBezTo>
                  <a:pt x="3135083" y="2142496"/>
                  <a:pt x="3152561" y="2130884"/>
                  <a:pt x="3174318" y="2126380"/>
                </a:cubicBezTo>
                <a:cubicBezTo>
                  <a:pt x="3185182" y="2124116"/>
                  <a:pt x="3195130" y="2124044"/>
                  <a:pt x="3202413" y="2125766"/>
                </a:cubicBezTo>
                <a:close/>
                <a:moveTo>
                  <a:pt x="7909823" y="2122268"/>
                </a:moveTo>
                <a:cubicBezTo>
                  <a:pt x="7920955" y="2124233"/>
                  <a:pt x="7931944" y="2128243"/>
                  <a:pt x="7940266" y="2133853"/>
                </a:cubicBezTo>
                <a:cubicBezTo>
                  <a:pt x="7956716" y="2145126"/>
                  <a:pt x="7956077" y="2158533"/>
                  <a:pt x="7938237" y="2163844"/>
                </a:cubicBezTo>
                <a:cubicBezTo>
                  <a:pt x="7920398" y="2169103"/>
                  <a:pt x="7892639" y="2164157"/>
                  <a:pt x="7876162" y="2152753"/>
                </a:cubicBezTo>
                <a:cubicBezTo>
                  <a:pt x="7859824" y="2141377"/>
                  <a:pt x="7861130" y="2128099"/>
                  <a:pt x="7878524" y="2122944"/>
                </a:cubicBezTo>
                <a:cubicBezTo>
                  <a:pt x="7887416" y="2120380"/>
                  <a:pt x="7898690" y="2120302"/>
                  <a:pt x="7909823" y="2122268"/>
                </a:cubicBezTo>
                <a:close/>
                <a:moveTo>
                  <a:pt x="10804503" y="2119975"/>
                </a:moveTo>
                <a:cubicBezTo>
                  <a:pt x="10808253" y="2118414"/>
                  <a:pt x="10817783" y="2119845"/>
                  <a:pt x="10825425" y="2123204"/>
                </a:cubicBezTo>
                <a:cubicBezTo>
                  <a:pt x="10833317" y="2126536"/>
                  <a:pt x="10836372" y="2130467"/>
                  <a:pt x="10832650" y="2132004"/>
                </a:cubicBezTo>
                <a:cubicBezTo>
                  <a:pt x="10828732" y="2133566"/>
                  <a:pt x="10819367" y="2132082"/>
                  <a:pt x="10811309" y="2128775"/>
                </a:cubicBezTo>
                <a:cubicBezTo>
                  <a:pt x="10803613" y="2125417"/>
                  <a:pt x="10800501" y="2121512"/>
                  <a:pt x="10804503" y="2119975"/>
                </a:cubicBezTo>
                <a:close/>
                <a:moveTo>
                  <a:pt x="6859418" y="2115909"/>
                </a:moveTo>
                <a:cubicBezTo>
                  <a:pt x="6868566" y="2117614"/>
                  <a:pt x="6877042" y="2121096"/>
                  <a:pt x="6882682" y="2125964"/>
                </a:cubicBezTo>
                <a:cubicBezTo>
                  <a:pt x="6894074" y="2135806"/>
                  <a:pt x="6889489" y="2147417"/>
                  <a:pt x="6872623" y="2151999"/>
                </a:cubicBezTo>
                <a:cubicBezTo>
                  <a:pt x="6855840" y="2156581"/>
                  <a:pt x="6833028" y="2152259"/>
                  <a:pt x="6821746" y="2142366"/>
                </a:cubicBezTo>
                <a:cubicBezTo>
                  <a:pt x="6810715" y="2132499"/>
                  <a:pt x="6815216" y="2120992"/>
                  <a:pt x="6832110" y="2116514"/>
                </a:cubicBezTo>
                <a:cubicBezTo>
                  <a:pt x="6840446" y="2114275"/>
                  <a:pt x="6850269" y="2114203"/>
                  <a:pt x="6859418" y="2115909"/>
                </a:cubicBezTo>
                <a:close/>
                <a:moveTo>
                  <a:pt x="5955133" y="2115467"/>
                </a:moveTo>
                <a:cubicBezTo>
                  <a:pt x="5962746" y="2116976"/>
                  <a:pt x="5969338" y="2120042"/>
                  <a:pt x="5973062" y="2124298"/>
                </a:cubicBezTo>
                <a:cubicBezTo>
                  <a:pt x="5980676" y="2132916"/>
                  <a:pt x="5974007" y="2143147"/>
                  <a:pt x="5958057" y="2147156"/>
                </a:cubicBezTo>
                <a:cubicBezTo>
                  <a:pt x="5942135" y="2151140"/>
                  <a:pt x="5923158" y="2147338"/>
                  <a:pt x="5915739" y="2138669"/>
                </a:cubicBezTo>
                <a:cubicBezTo>
                  <a:pt x="5908402" y="2130078"/>
                  <a:pt x="5915183" y="2119925"/>
                  <a:pt x="5931077" y="2115967"/>
                </a:cubicBezTo>
                <a:cubicBezTo>
                  <a:pt x="5938885" y="2114002"/>
                  <a:pt x="5947520" y="2113957"/>
                  <a:pt x="5955133" y="2115467"/>
                </a:cubicBezTo>
                <a:close/>
                <a:moveTo>
                  <a:pt x="11123130" y="2108573"/>
                </a:moveTo>
                <a:cubicBezTo>
                  <a:pt x="11123657" y="2108390"/>
                  <a:pt x="11125020" y="2108573"/>
                  <a:pt x="11126213" y="2109068"/>
                </a:cubicBezTo>
                <a:cubicBezTo>
                  <a:pt x="11127380" y="2109536"/>
                  <a:pt x="11127936" y="2110109"/>
                  <a:pt x="11127380" y="2110318"/>
                </a:cubicBezTo>
                <a:cubicBezTo>
                  <a:pt x="11126909" y="2110500"/>
                  <a:pt x="11125351" y="2110318"/>
                  <a:pt x="11124353" y="2109849"/>
                </a:cubicBezTo>
                <a:cubicBezTo>
                  <a:pt x="11123212" y="2109354"/>
                  <a:pt x="11122546" y="2108807"/>
                  <a:pt x="11123130" y="2108573"/>
                </a:cubicBezTo>
                <a:close/>
                <a:moveTo>
                  <a:pt x="4544028" y="2108173"/>
                </a:moveTo>
                <a:cubicBezTo>
                  <a:pt x="4548669" y="2109172"/>
                  <a:pt x="4552155" y="2111202"/>
                  <a:pt x="4553448" y="2114014"/>
                </a:cubicBezTo>
                <a:cubicBezTo>
                  <a:pt x="4556004" y="2119716"/>
                  <a:pt x="4548612" y="2126458"/>
                  <a:pt x="4536915" y="2129114"/>
                </a:cubicBezTo>
                <a:cubicBezTo>
                  <a:pt x="4525272" y="2131743"/>
                  <a:pt x="4513796" y="2129218"/>
                  <a:pt x="4511268" y="2123517"/>
                </a:cubicBezTo>
                <a:cubicBezTo>
                  <a:pt x="4508740" y="2117841"/>
                  <a:pt x="4516242" y="2111125"/>
                  <a:pt x="4527689" y="2108521"/>
                </a:cubicBezTo>
                <a:cubicBezTo>
                  <a:pt x="4533595" y="2107206"/>
                  <a:pt x="4539387" y="2107174"/>
                  <a:pt x="4544028" y="2108173"/>
                </a:cubicBezTo>
                <a:close/>
                <a:moveTo>
                  <a:pt x="2203956" y="2097665"/>
                </a:moveTo>
                <a:cubicBezTo>
                  <a:pt x="2212821" y="2095947"/>
                  <a:pt x="2219295" y="2097587"/>
                  <a:pt x="2218378" y="2101309"/>
                </a:cubicBezTo>
                <a:cubicBezTo>
                  <a:pt x="2217461" y="2105084"/>
                  <a:pt x="2209347" y="2109536"/>
                  <a:pt x="2200345" y="2111307"/>
                </a:cubicBezTo>
                <a:cubicBezTo>
                  <a:pt x="2191508" y="2113051"/>
                  <a:pt x="2185034" y="2111358"/>
                  <a:pt x="2185951" y="2107636"/>
                </a:cubicBezTo>
                <a:cubicBezTo>
                  <a:pt x="2186951" y="2103861"/>
                  <a:pt x="2195065" y="2099383"/>
                  <a:pt x="2203956" y="2097665"/>
                </a:cubicBezTo>
                <a:close/>
                <a:moveTo>
                  <a:pt x="1833433" y="2097018"/>
                </a:moveTo>
                <a:cubicBezTo>
                  <a:pt x="1836757" y="2097887"/>
                  <a:pt x="1838369" y="2099644"/>
                  <a:pt x="1837480" y="2102091"/>
                </a:cubicBezTo>
                <a:cubicBezTo>
                  <a:pt x="1835729" y="2107038"/>
                  <a:pt x="1824364" y="2112895"/>
                  <a:pt x="1812388" y="2115187"/>
                </a:cubicBezTo>
                <a:cubicBezTo>
                  <a:pt x="1800246" y="2117477"/>
                  <a:pt x="1791965" y="2115290"/>
                  <a:pt x="1794021" y="2110344"/>
                </a:cubicBezTo>
                <a:cubicBezTo>
                  <a:pt x="1795855" y="2105398"/>
                  <a:pt x="1806998" y="2099566"/>
                  <a:pt x="1819113" y="2097275"/>
                </a:cubicBezTo>
                <a:cubicBezTo>
                  <a:pt x="1825073" y="2096168"/>
                  <a:pt x="1830109" y="2096149"/>
                  <a:pt x="1833433" y="2097018"/>
                </a:cubicBezTo>
                <a:close/>
                <a:moveTo>
                  <a:pt x="7488474" y="2096158"/>
                </a:moveTo>
                <a:cubicBezTo>
                  <a:pt x="7499718" y="2098192"/>
                  <a:pt x="7510575" y="2102312"/>
                  <a:pt x="7518410" y="2108026"/>
                </a:cubicBezTo>
                <a:cubicBezTo>
                  <a:pt x="7533915" y="2119611"/>
                  <a:pt x="7531609" y="2133462"/>
                  <a:pt x="7512492" y="2138851"/>
                </a:cubicBezTo>
                <a:cubicBezTo>
                  <a:pt x="7493375" y="2144266"/>
                  <a:pt x="7465171" y="2139111"/>
                  <a:pt x="7449750" y="2127369"/>
                </a:cubicBezTo>
                <a:cubicBezTo>
                  <a:pt x="7434245" y="2115784"/>
                  <a:pt x="7437273" y="2102091"/>
                  <a:pt x="7456224" y="2096806"/>
                </a:cubicBezTo>
                <a:cubicBezTo>
                  <a:pt x="7465602" y="2094176"/>
                  <a:pt x="7477231" y="2094125"/>
                  <a:pt x="7488474" y="2096158"/>
                </a:cubicBezTo>
                <a:close/>
                <a:moveTo>
                  <a:pt x="1097246" y="2090688"/>
                </a:moveTo>
                <a:cubicBezTo>
                  <a:pt x="1101414" y="2089907"/>
                  <a:pt x="1103915" y="2090636"/>
                  <a:pt x="1102999" y="2092276"/>
                </a:cubicBezTo>
                <a:cubicBezTo>
                  <a:pt x="1102026" y="2093916"/>
                  <a:pt x="1097942" y="2095869"/>
                  <a:pt x="1093802" y="2096572"/>
                </a:cubicBezTo>
                <a:cubicBezTo>
                  <a:pt x="1089605" y="2097379"/>
                  <a:pt x="1087049" y="2096624"/>
                  <a:pt x="1088022" y="2094984"/>
                </a:cubicBezTo>
                <a:cubicBezTo>
                  <a:pt x="1089050" y="2093369"/>
                  <a:pt x="1093162" y="2091417"/>
                  <a:pt x="1097246" y="2090688"/>
                </a:cubicBezTo>
                <a:close/>
                <a:moveTo>
                  <a:pt x="11419057" y="2090609"/>
                </a:moveTo>
                <a:cubicBezTo>
                  <a:pt x="11419612" y="2090427"/>
                  <a:pt x="11420974" y="2090609"/>
                  <a:pt x="11422309" y="2091078"/>
                </a:cubicBezTo>
                <a:cubicBezTo>
                  <a:pt x="11423419" y="2091573"/>
                  <a:pt x="11424058" y="2092119"/>
                  <a:pt x="11423558" y="2092328"/>
                </a:cubicBezTo>
                <a:cubicBezTo>
                  <a:pt x="11422919" y="2092536"/>
                  <a:pt x="11421586" y="2092328"/>
                  <a:pt x="11420473" y="2091859"/>
                </a:cubicBezTo>
                <a:cubicBezTo>
                  <a:pt x="11419279" y="2091390"/>
                  <a:pt x="11418695" y="2090843"/>
                  <a:pt x="11419057" y="2090609"/>
                </a:cubicBezTo>
                <a:close/>
                <a:moveTo>
                  <a:pt x="3658735" y="2090346"/>
                </a:moveTo>
                <a:cubicBezTo>
                  <a:pt x="3664890" y="2091742"/>
                  <a:pt x="3669100" y="2094592"/>
                  <a:pt x="3669975" y="2098576"/>
                </a:cubicBezTo>
                <a:cubicBezTo>
                  <a:pt x="3671337" y="2106543"/>
                  <a:pt x="3658554" y="2116045"/>
                  <a:pt x="3640938" y="2119768"/>
                </a:cubicBezTo>
                <a:cubicBezTo>
                  <a:pt x="3623515" y="2123464"/>
                  <a:pt x="3608149" y="2119976"/>
                  <a:pt x="3606955" y="2111905"/>
                </a:cubicBezTo>
                <a:cubicBezTo>
                  <a:pt x="3605482" y="2103887"/>
                  <a:pt x="3618486" y="2094515"/>
                  <a:pt x="3635825" y="2090843"/>
                </a:cubicBezTo>
                <a:cubicBezTo>
                  <a:pt x="3644481" y="2089009"/>
                  <a:pt x="3652581" y="2088950"/>
                  <a:pt x="3658735" y="2090346"/>
                </a:cubicBezTo>
                <a:close/>
                <a:moveTo>
                  <a:pt x="6183704" y="2090343"/>
                </a:moveTo>
                <a:cubicBezTo>
                  <a:pt x="6190929" y="2091756"/>
                  <a:pt x="6197285" y="2094619"/>
                  <a:pt x="6201079" y="2098602"/>
                </a:cubicBezTo>
                <a:cubicBezTo>
                  <a:pt x="6208774" y="2106543"/>
                  <a:pt x="6203246" y="2116045"/>
                  <a:pt x="6188408" y="2119768"/>
                </a:cubicBezTo>
                <a:cubicBezTo>
                  <a:pt x="6173847" y="2123465"/>
                  <a:pt x="6155815" y="2119976"/>
                  <a:pt x="6148367" y="2111958"/>
                </a:cubicBezTo>
                <a:cubicBezTo>
                  <a:pt x="6140809" y="2103939"/>
                  <a:pt x="6146506" y="2094463"/>
                  <a:pt x="6161121" y="2090792"/>
                </a:cubicBezTo>
                <a:cubicBezTo>
                  <a:pt x="6168388" y="2088970"/>
                  <a:pt x="6176480" y="2088930"/>
                  <a:pt x="6183704" y="2090343"/>
                </a:cubicBezTo>
                <a:close/>
                <a:moveTo>
                  <a:pt x="1472066" y="2090040"/>
                </a:moveTo>
                <a:cubicBezTo>
                  <a:pt x="1476359" y="2091196"/>
                  <a:pt x="1478241" y="2093538"/>
                  <a:pt x="1476671" y="2096806"/>
                </a:cubicBezTo>
                <a:cubicBezTo>
                  <a:pt x="1473559" y="2103341"/>
                  <a:pt x="1457610" y="2111176"/>
                  <a:pt x="1441272" y="2114197"/>
                </a:cubicBezTo>
                <a:cubicBezTo>
                  <a:pt x="1424794" y="2117243"/>
                  <a:pt x="1414124" y="2114353"/>
                  <a:pt x="1417430" y="2107767"/>
                </a:cubicBezTo>
                <a:cubicBezTo>
                  <a:pt x="1420626" y="2101206"/>
                  <a:pt x="1436436" y="2093448"/>
                  <a:pt x="1452997" y="2090401"/>
                </a:cubicBezTo>
                <a:cubicBezTo>
                  <a:pt x="1461070" y="2088918"/>
                  <a:pt x="1467773" y="2088885"/>
                  <a:pt x="1472066" y="2090040"/>
                </a:cubicBezTo>
                <a:close/>
                <a:moveTo>
                  <a:pt x="2607722" y="2088423"/>
                </a:moveTo>
                <a:cubicBezTo>
                  <a:pt x="2617031" y="2086574"/>
                  <a:pt x="2624200" y="2088318"/>
                  <a:pt x="2623616" y="2092198"/>
                </a:cubicBezTo>
                <a:cubicBezTo>
                  <a:pt x="2622950" y="2096207"/>
                  <a:pt x="2615142" y="2100945"/>
                  <a:pt x="2605916" y="2102715"/>
                </a:cubicBezTo>
                <a:cubicBezTo>
                  <a:pt x="2596496" y="2104590"/>
                  <a:pt x="2589383" y="2102819"/>
                  <a:pt x="2589967" y="2098836"/>
                </a:cubicBezTo>
                <a:cubicBezTo>
                  <a:pt x="2590606" y="2094905"/>
                  <a:pt x="2598442" y="2090219"/>
                  <a:pt x="2607722" y="2088423"/>
                </a:cubicBezTo>
                <a:close/>
                <a:moveTo>
                  <a:pt x="761362" y="2079597"/>
                </a:moveTo>
                <a:cubicBezTo>
                  <a:pt x="763781" y="2079154"/>
                  <a:pt x="765143" y="2079597"/>
                  <a:pt x="764586" y="2080482"/>
                </a:cubicBezTo>
                <a:cubicBezTo>
                  <a:pt x="763919" y="2081420"/>
                  <a:pt x="761362" y="2082539"/>
                  <a:pt x="758946" y="2082956"/>
                </a:cubicBezTo>
                <a:cubicBezTo>
                  <a:pt x="756584" y="2083424"/>
                  <a:pt x="755084" y="2082982"/>
                  <a:pt x="755695" y="2082044"/>
                </a:cubicBezTo>
                <a:cubicBezTo>
                  <a:pt x="756475" y="2081133"/>
                  <a:pt x="758835" y="2080066"/>
                  <a:pt x="761362" y="2079597"/>
                </a:cubicBezTo>
                <a:close/>
                <a:moveTo>
                  <a:pt x="4333702" y="2074354"/>
                </a:moveTo>
                <a:cubicBezTo>
                  <a:pt x="4339929" y="2075705"/>
                  <a:pt x="4344521" y="2078452"/>
                  <a:pt x="4346049" y="2082279"/>
                </a:cubicBezTo>
                <a:cubicBezTo>
                  <a:pt x="4349051" y="2089907"/>
                  <a:pt x="4338463" y="2099071"/>
                  <a:pt x="4322403" y="2102611"/>
                </a:cubicBezTo>
                <a:cubicBezTo>
                  <a:pt x="4306148" y="2106178"/>
                  <a:pt x="4290670" y="2102768"/>
                  <a:pt x="4287836" y="2095062"/>
                </a:cubicBezTo>
                <a:cubicBezTo>
                  <a:pt x="4284835" y="2087382"/>
                  <a:pt x="4295560" y="2078321"/>
                  <a:pt x="4311538" y="2074807"/>
                </a:cubicBezTo>
                <a:cubicBezTo>
                  <a:pt x="4319611" y="2073050"/>
                  <a:pt x="4327474" y="2073004"/>
                  <a:pt x="4333702" y="2074354"/>
                </a:cubicBezTo>
                <a:close/>
                <a:moveTo>
                  <a:pt x="3045718" y="2067582"/>
                </a:moveTo>
                <a:cubicBezTo>
                  <a:pt x="3049897" y="2068552"/>
                  <a:pt x="3052502" y="2070524"/>
                  <a:pt x="3052474" y="2073271"/>
                </a:cubicBezTo>
                <a:cubicBezTo>
                  <a:pt x="3052391" y="2078816"/>
                  <a:pt x="3042027" y="2085403"/>
                  <a:pt x="3029355" y="2088007"/>
                </a:cubicBezTo>
                <a:cubicBezTo>
                  <a:pt x="3016685" y="2090610"/>
                  <a:pt x="3006571" y="2088137"/>
                  <a:pt x="3006571" y="2082566"/>
                </a:cubicBezTo>
                <a:cubicBezTo>
                  <a:pt x="3006598" y="2077046"/>
                  <a:pt x="3016907" y="2070485"/>
                  <a:pt x="3029522" y="2067909"/>
                </a:cubicBezTo>
                <a:cubicBezTo>
                  <a:pt x="3035789" y="2066646"/>
                  <a:pt x="3041540" y="2066614"/>
                  <a:pt x="3045718" y="2067582"/>
                </a:cubicBezTo>
                <a:close/>
                <a:moveTo>
                  <a:pt x="8809075" y="2063525"/>
                </a:moveTo>
                <a:cubicBezTo>
                  <a:pt x="8818585" y="2065097"/>
                  <a:pt x="8828421" y="2068299"/>
                  <a:pt x="8836353" y="2072777"/>
                </a:cubicBezTo>
                <a:cubicBezTo>
                  <a:pt x="8852330" y="2081810"/>
                  <a:pt x="8854637" y="2092563"/>
                  <a:pt x="8841383" y="2096728"/>
                </a:cubicBezTo>
                <a:cubicBezTo>
                  <a:pt x="8828017" y="2100946"/>
                  <a:pt x="8804343" y="2097014"/>
                  <a:pt x="8788254" y="2087876"/>
                </a:cubicBezTo>
                <a:cubicBezTo>
                  <a:pt x="8772554" y="2078816"/>
                  <a:pt x="8770361" y="2068195"/>
                  <a:pt x="8783754" y="2064055"/>
                </a:cubicBezTo>
                <a:cubicBezTo>
                  <a:pt x="8790381" y="2062011"/>
                  <a:pt x="8799564" y="2061953"/>
                  <a:pt x="8809075" y="2063525"/>
                </a:cubicBezTo>
                <a:close/>
                <a:moveTo>
                  <a:pt x="7055444" y="2063508"/>
                </a:moveTo>
                <a:cubicBezTo>
                  <a:pt x="7064544" y="2065168"/>
                  <a:pt x="7073075" y="2068546"/>
                  <a:pt x="7078938" y="2073271"/>
                </a:cubicBezTo>
                <a:cubicBezTo>
                  <a:pt x="7090553" y="2082774"/>
                  <a:pt x="7086913" y="2094020"/>
                  <a:pt x="7070546" y="2098420"/>
                </a:cubicBezTo>
                <a:cubicBezTo>
                  <a:pt x="7054180" y="2102846"/>
                  <a:pt x="7031534" y="2098733"/>
                  <a:pt x="7019836" y="2089126"/>
                </a:cubicBezTo>
                <a:cubicBezTo>
                  <a:pt x="7008249" y="2079571"/>
                  <a:pt x="7012250" y="2068403"/>
                  <a:pt x="7028533" y="2064055"/>
                </a:cubicBezTo>
                <a:cubicBezTo>
                  <a:pt x="7036675" y="2061907"/>
                  <a:pt x="7046344" y="2061849"/>
                  <a:pt x="7055444" y="2063508"/>
                </a:cubicBezTo>
                <a:close/>
                <a:moveTo>
                  <a:pt x="9167195" y="2058760"/>
                </a:moveTo>
                <a:cubicBezTo>
                  <a:pt x="9178615" y="2060612"/>
                  <a:pt x="9190632" y="2064380"/>
                  <a:pt x="9200552" y="2069652"/>
                </a:cubicBezTo>
                <a:cubicBezTo>
                  <a:pt x="9220559" y="2080248"/>
                  <a:pt x="9224699" y="2092979"/>
                  <a:pt x="9209498" y="2097900"/>
                </a:cubicBezTo>
                <a:cubicBezTo>
                  <a:pt x="9194411" y="2102846"/>
                  <a:pt x="9165845" y="2098134"/>
                  <a:pt x="9146062" y="2087408"/>
                </a:cubicBezTo>
                <a:cubicBezTo>
                  <a:pt x="9126166" y="2076759"/>
                  <a:pt x="9122388" y="2064211"/>
                  <a:pt x="9137421" y="2059369"/>
                </a:cubicBezTo>
                <a:cubicBezTo>
                  <a:pt x="9144952" y="2056974"/>
                  <a:pt x="9155774" y="2056909"/>
                  <a:pt x="9167195" y="2058760"/>
                </a:cubicBezTo>
                <a:close/>
                <a:moveTo>
                  <a:pt x="6404355" y="2057536"/>
                </a:moveTo>
                <a:cubicBezTo>
                  <a:pt x="6411422" y="2058874"/>
                  <a:pt x="6417757" y="2061581"/>
                  <a:pt x="6421620" y="2065330"/>
                </a:cubicBezTo>
                <a:cubicBezTo>
                  <a:pt x="6429373" y="2072880"/>
                  <a:pt x="6424676" y="2081940"/>
                  <a:pt x="6410811" y="2085507"/>
                </a:cubicBezTo>
                <a:cubicBezTo>
                  <a:pt x="6397001" y="2089021"/>
                  <a:pt x="6379440" y="2085637"/>
                  <a:pt x="6371632" y="2078009"/>
                </a:cubicBezTo>
                <a:cubicBezTo>
                  <a:pt x="6363907" y="2070433"/>
                  <a:pt x="6368909" y="2061451"/>
                  <a:pt x="6382691" y="2057962"/>
                </a:cubicBezTo>
                <a:cubicBezTo>
                  <a:pt x="6389485" y="2056231"/>
                  <a:pt x="6397286" y="2056198"/>
                  <a:pt x="6404355" y="2057536"/>
                </a:cubicBezTo>
                <a:close/>
                <a:moveTo>
                  <a:pt x="8435700" y="2054712"/>
                </a:moveTo>
                <a:cubicBezTo>
                  <a:pt x="8448121" y="2056804"/>
                  <a:pt x="8460750" y="2061061"/>
                  <a:pt x="8470682" y="2066996"/>
                </a:cubicBezTo>
                <a:cubicBezTo>
                  <a:pt x="8490606" y="2078998"/>
                  <a:pt x="8492078" y="2093317"/>
                  <a:pt x="8473710" y="2098940"/>
                </a:cubicBezTo>
                <a:cubicBezTo>
                  <a:pt x="8455483" y="2104564"/>
                  <a:pt x="8424306" y="2099227"/>
                  <a:pt x="8404522" y="2087068"/>
                </a:cubicBezTo>
                <a:cubicBezTo>
                  <a:pt x="8384682" y="2075041"/>
                  <a:pt x="8383738" y="2060905"/>
                  <a:pt x="8401966" y="2055411"/>
                </a:cubicBezTo>
                <a:cubicBezTo>
                  <a:pt x="8411067" y="2052691"/>
                  <a:pt x="8423279" y="2052619"/>
                  <a:pt x="8435700" y="2054712"/>
                </a:cubicBezTo>
                <a:close/>
                <a:moveTo>
                  <a:pt x="8049414" y="2046137"/>
                </a:moveTo>
                <a:cubicBezTo>
                  <a:pt x="8061074" y="2048135"/>
                  <a:pt x="8072709" y="2052209"/>
                  <a:pt x="8081615" y="2057910"/>
                </a:cubicBezTo>
                <a:cubicBezTo>
                  <a:pt x="8099315" y="2069339"/>
                  <a:pt x="8099120" y="2083033"/>
                  <a:pt x="8080837" y="2088397"/>
                </a:cubicBezTo>
                <a:cubicBezTo>
                  <a:pt x="8062748" y="2093786"/>
                  <a:pt x="8033433" y="2088657"/>
                  <a:pt x="8015956" y="2077072"/>
                </a:cubicBezTo>
                <a:cubicBezTo>
                  <a:pt x="7998200" y="2065590"/>
                  <a:pt x="7998951" y="2052079"/>
                  <a:pt x="8017067" y="2046820"/>
                </a:cubicBezTo>
                <a:cubicBezTo>
                  <a:pt x="8026069" y="2044217"/>
                  <a:pt x="8037754" y="2044139"/>
                  <a:pt x="8049414" y="2046137"/>
                </a:cubicBezTo>
                <a:close/>
                <a:moveTo>
                  <a:pt x="9508634" y="2044002"/>
                </a:moveTo>
                <a:cubicBezTo>
                  <a:pt x="9525473" y="2046684"/>
                  <a:pt x="9543508" y="2052145"/>
                  <a:pt x="9558804" y="2059759"/>
                </a:cubicBezTo>
                <a:cubicBezTo>
                  <a:pt x="9589592" y="2075146"/>
                  <a:pt x="9597734" y="2093552"/>
                  <a:pt x="9576559" y="2100816"/>
                </a:cubicBezTo>
                <a:cubicBezTo>
                  <a:pt x="9555247" y="2108053"/>
                  <a:pt x="9512734" y="2101206"/>
                  <a:pt x="9482030" y="2085586"/>
                </a:cubicBezTo>
                <a:cubicBezTo>
                  <a:pt x="9451632" y="2070043"/>
                  <a:pt x="9444490" y="2051923"/>
                  <a:pt x="9465637" y="2044920"/>
                </a:cubicBezTo>
                <a:cubicBezTo>
                  <a:pt x="9476153" y="2041419"/>
                  <a:pt x="9491797" y="2041321"/>
                  <a:pt x="9508634" y="2044002"/>
                </a:cubicBezTo>
                <a:close/>
                <a:moveTo>
                  <a:pt x="4128779" y="2039202"/>
                </a:moveTo>
                <a:cubicBezTo>
                  <a:pt x="4134108" y="2040364"/>
                  <a:pt x="4137956" y="2042720"/>
                  <a:pt x="4139123" y="2045987"/>
                </a:cubicBezTo>
                <a:cubicBezTo>
                  <a:pt x="4141262" y="2052599"/>
                  <a:pt x="4131647" y="2060410"/>
                  <a:pt x="4117365" y="2063508"/>
                </a:cubicBezTo>
                <a:cubicBezTo>
                  <a:pt x="4103223" y="2066554"/>
                  <a:pt x="4089940" y="2063638"/>
                  <a:pt x="4087718" y="2056999"/>
                </a:cubicBezTo>
                <a:cubicBezTo>
                  <a:pt x="4085745" y="2050439"/>
                  <a:pt x="4095386" y="2042629"/>
                  <a:pt x="4109557" y="2039583"/>
                </a:cubicBezTo>
                <a:cubicBezTo>
                  <a:pt x="4116643" y="2038073"/>
                  <a:pt x="4123451" y="2038040"/>
                  <a:pt x="4128779" y="2039202"/>
                </a:cubicBezTo>
                <a:close/>
                <a:moveTo>
                  <a:pt x="9839981" y="2034878"/>
                </a:moveTo>
                <a:cubicBezTo>
                  <a:pt x="9857071" y="2037546"/>
                  <a:pt x="9875652" y="2042981"/>
                  <a:pt x="9891740" y="2050570"/>
                </a:cubicBezTo>
                <a:cubicBezTo>
                  <a:pt x="9923946" y="2065877"/>
                  <a:pt x="9933810" y="2084153"/>
                  <a:pt x="9913442" y="2091339"/>
                </a:cubicBezTo>
                <a:cubicBezTo>
                  <a:pt x="9893132" y="2098577"/>
                  <a:pt x="9850088" y="2091756"/>
                  <a:pt x="9817884" y="2076239"/>
                </a:cubicBezTo>
                <a:cubicBezTo>
                  <a:pt x="9785875" y="2060801"/>
                  <a:pt x="9776900" y="2042786"/>
                  <a:pt x="9797183" y="2035782"/>
                </a:cubicBezTo>
                <a:cubicBezTo>
                  <a:pt x="9807299" y="2032306"/>
                  <a:pt x="9822893" y="2032209"/>
                  <a:pt x="9839981" y="2034878"/>
                </a:cubicBezTo>
                <a:close/>
                <a:moveTo>
                  <a:pt x="3491272" y="2034278"/>
                </a:moveTo>
                <a:cubicBezTo>
                  <a:pt x="3497628" y="2035710"/>
                  <a:pt x="3501880" y="2038620"/>
                  <a:pt x="3502504" y="2042681"/>
                </a:cubicBezTo>
                <a:cubicBezTo>
                  <a:pt x="3503422" y="2050829"/>
                  <a:pt x="3489528" y="2060540"/>
                  <a:pt x="3471161" y="2064341"/>
                </a:cubicBezTo>
                <a:cubicBezTo>
                  <a:pt x="3452822" y="2068143"/>
                  <a:pt x="3436956" y="2064524"/>
                  <a:pt x="3436039" y="2056297"/>
                </a:cubicBezTo>
                <a:cubicBezTo>
                  <a:pt x="3435067" y="2048148"/>
                  <a:pt x="3449238" y="2038515"/>
                  <a:pt x="3467410" y="2034740"/>
                </a:cubicBezTo>
                <a:cubicBezTo>
                  <a:pt x="3476455" y="2032893"/>
                  <a:pt x="3484915" y="2032847"/>
                  <a:pt x="3491272" y="2034278"/>
                </a:cubicBezTo>
                <a:close/>
                <a:moveTo>
                  <a:pt x="10165018" y="2032755"/>
                </a:moveTo>
                <a:cubicBezTo>
                  <a:pt x="10176408" y="2034506"/>
                  <a:pt x="10188947" y="2038073"/>
                  <a:pt x="10199951" y="2043045"/>
                </a:cubicBezTo>
                <a:cubicBezTo>
                  <a:pt x="10222012" y="2052991"/>
                  <a:pt x="10229541" y="2064914"/>
                  <a:pt x="10216677" y="2069600"/>
                </a:cubicBezTo>
                <a:cubicBezTo>
                  <a:pt x="10203756" y="2074260"/>
                  <a:pt x="10175358" y="2069835"/>
                  <a:pt x="10153268" y="2059759"/>
                </a:cubicBezTo>
                <a:cubicBezTo>
                  <a:pt x="10131260" y="2049684"/>
                  <a:pt x="10124092" y="2037917"/>
                  <a:pt x="10136985" y="2033360"/>
                </a:cubicBezTo>
                <a:cubicBezTo>
                  <a:pt x="10143391" y="2031070"/>
                  <a:pt x="10153630" y="2031005"/>
                  <a:pt x="10165018" y="2032755"/>
                </a:cubicBezTo>
                <a:close/>
                <a:moveTo>
                  <a:pt x="10473537" y="2031512"/>
                </a:moveTo>
                <a:cubicBezTo>
                  <a:pt x="10477481" y="2030054"/>
                  <a:pt x="10486456" y="2031408"/>
                  <a:pt x="10493820" y="2034558"/>
                </a:cubicBezTo>
                <a:cubicBezTo>
                  <a:pt x="10501073" y="2037708"/>
                  <a:pt x="10503850" y="2041457"/>
                  <a:pt x="10499961" y="2042915"/>
                </a:cubicBezTo>
                <a:cubicBezTo>
                  <a:pt x="10496014" y="2044373"/>
                  <a:pt x="10486872" y="2042967"/>
                  <a:pt x="10479510" y="2039817"/>
                </a:cubicBezTo>
                <a:cubicBezTo>
                  <a:pt x="10472259" y="2036667"/>
                  <a:pt x="10469617" y="2032996"/>
                  <a:pt x="10473537" y="2031512"/>
                </a:cubicBezTo>
                <a:close/>
                <a:moveTo>
                  <a:pt x="7649743" y="2028215"/>
                </a:moveTo>
                <a:cubicBezTo>
                  <a:pt x="7661566" y="2030282"/>
                  <a:pt x="7673070" y="2034480"/>
                  <a:pt x="7681461" y="2040311"/>
                </a:cubicBezTo>
                <a:cubicBezTo>
                  <a:pt x="7698300" y="2052105"/>
                  <a:pt x="7696355" y="2066216"/>
                  <a:pt x="7676849" y="2071657"/>
                </a:cubicBezTo>
                <a:cubicBezTo>
                  <a:pt x="7657343" y="2077228"/>
                  <a:pt x="7627694" y="2071969"/>
                  <a:pt x="7611023" y="2060019"/>
                </a:cubicBezTo>
                <a:cubicBezTo>
                  <a:pt x="7594489" y="2048200"/>
                  <a:pt x="7596656" y="2034272"/>
                  <a:pt x="7616107" y="2028908"/>
                </a:cubicBezTo>
                <a:cubicBezTo>
                  <a:pt x="7625777" y="2026214"/>
                  <a:pt x="7637920" y="2026149"/>
                  <a:pt x="7649743" y="2028215"/>
                </a:cubicBezTo>
                <a:close/>
                <a:moveTo>
                  <a:pt x="10780717" y="2019250"/>
                </a:moveTo>
                <a:cubicBezTo>
                  <a:pt x="10782162" y="2018728"/>
                  <a:pt x="10785496" y="2019224"/>
                  <a:pt x="10788080" y="2020291"/>
                </a:cubicBezTo>
                <a:cubicBezTo>
                  <a:pt x="10790636" y="2021437"/>
                  <a:pt x="10791970" y="2022816"/>
                  <a:pt x="10790469" y="2023285"/>
                </a:cubicBezTo>
                <a:cubicBezTo>
                  <a:pt x="10789220" y="2023832"/>
                  <a:pt x="10785912" y="2023337"/>
                  <a:pt x="10783189" y="2022191"/>
                </a:cubicBezTo>
                <a:cubicBezTo>
                  <a:pt x="10780549" y="2021072"/>
                  <a:pt x="10779438" y="2019744"/>
                  <a:pt x="10780717" y="2019250"/>
                </a:cubicBezTo>
                <a:close/>
                <a:moveTo>
                  <a:pt x="6614170" y="2018368"/>
                </a:moveTo>
                <a:cubicBezTo>
                  <a:pt x="6620808" y="2019588"/>
                  <a:pt x="6626823" y="2022075"/>
                  <a:pt x="6630686" y="2025550"/>
                </a:cubicBezTo>
                <a:cubicBezTo>
                  <a:pt x="6638410" y="2032475"/>
                  <a:pt x="6634548" y="2040780"/>
                  <a:pt x="6621849" y="2043982"/>
                </a:cubicBezTo>
                <a:cubicBezTo>
                  <a:pt x="6609401" y="2047211"/>
                  <a:pt x="6592812" y="2044165"/>
                  <a:pt x="6585199" y="2037135"/>
                </a:cubicBezTo>
                <a:cubicBezTo>
                  <a:pt x="6577502" y="2030158"/>
                  <a:pt x="6581559" y="2021983"/>
                  <a:pt x="6593925" y="2018781"/>
                </a:cubicBezTo>
                <a:cubicBezTo>
                  <a:pt x="6600273" y="2017193"/>
                  <a:pt x="6607533" y="2017147"/>
                  <a:pt x="6614170" y="2018368"/>
                </a:cubicBezTo>
                <a:close/>
                <a:moveTo>
                  <a:pt x="2126404" y="2017453"/>
                </a:moveTo>
                <a:cubicBezTo>
                  <a:pt x="2131767" y="2016412"/>
                  <a:pt x="2135879" y="2017349"/>
                  <a:pt x="2135269" y="2019615"/>
                </a:cubicBezTo>
                <a:cubicBezTo>
                  <a:pt x="2134546" y="2021827"/>
                  <a:pt x="2129628" y="2024456"/>
                  <a:pt x="2124098" y="2025524"/>
                </a:cubicBezTo>
                <a:cubicBezTo>
                  <a:pt x="2118652" y="2026566"/>
                  <a:pt x="2114706" y="2025602"/>
                  <a:pt x="2115345" y="2023363"/>
                </a:cubicBezTo>
                <a:cubicBezTo>
                  <a:pt x="2116040" y="2021072"/>
                  <a:pt x="2120986" y="2018495"/>
                  <a:pt x="2126404" y="2017453"/>
                </a:cubicBezTo>
                <a:close/>
                <a:moveTo>
                  <a:pt x="5255835" y="2016256"/>
                </a:moveTo>
                <a:cubicBezTo>
                  <a:pt x="5263004" y="2014617"/>
                  <a:pt x="5270841" y="2016152"/>
                  <a:pt x="5273259" y="2019719"/>
                </a:cubicBezTo>
                <a:cubicBezTo>
                  <a:pt x="5275814" y="2023260"/>
                  <a:pt x="5272036" y="2027555"/>
                  <a:pt x="5264728" y="2029195"/>
                </a:cubicBezTo>
                <a:cubicBezTo>
                  <a:pt x="5257475" y="2030835"/>
                  <a:pt x="5249806" y="2029273"/>
                  <a:pt x="5247250" y="2025706"/>
                </a:cubicBezTo>
                <a:cubicBezTo>
                  <a:pt x="5244971" y="2022140"/>
                  <a:pt x="5248584" y="2017896"/>
                  <a:pt x="5255835" y="2016256"/>
                </a:cubicBezTo>
                <a:close/>
                <a:moveTo>
                  <a:pt x="5486798" y="2015709"/>
                </a:moveTo>
                <a:cubicBezTo>
                  <a:pt x="5491966" y="2014486"/>
                  <a:pt x="5497968" y="2015657"/>
                  <a:pt x="5499940" y="2018339"/>
                </a:cubicBezTo>
                <a:cubicBezTo>
                  <a:pt x="5501913" y="2021047"/>
                  <a:pt x="5499524" y="2024196"/>
                  <a:pt x="5494078" y="2025420"/>
                </a:cubicBezTo>
                <a:cubicBezTo>
                  <a:pt x="5488799" y="2026669"/>
                  <a:pt x="5482824" y="2025472"/>
                  <a:pt x="5480907" y="2022817"/>
                </a:cubicBezTo>
                <a:cubicBezTo>
                  <a:pt x="5478934" y="2020135"/>
                  <a:pt x="5481463" y="2016959"/>
                  <a:pt x="5486798" y="2015709"/>
                </a:cubicBezTo>
                <a:close/>
                <a:moveTo>
                  <a:pt x="1779572" y="2010398"/>
                </a:moveTo>
                <a:cubicBezTo>
                  <a:pt x="1782497" y="2011140"/>
                  <a:pt x="1783880" y="2012650"/>
                  <a:pt x="1783046" y="2014746"/>
                </a:cubicBezTo>
                <a:cubicBezTo>
                  <a:pt x="1781406" y="2018938"/>
                  <a:pt x="1771348" y="2023962"/>
                  <a:pt x="1760734" y="2025941"/>
                </a:cubicBezTo>
                <a:cubicBezTo>
                  <a:pt x="1749924" y="2027893"/>
                  <a:pt x="1742672" y="2026045"/>
                  <a:pt x="1744506" y="2021827"/>
                </a:cubicBezTo>
                <a:cubicBezTo>
                  <a:pt x="1746257" y="2017636"/>
                  <a:pt x="1756232" y="2012611"/>
                  <a:pt x="1766846" y="2010658"/>
                </a:cubicBezTo>
                <a:cubicBezTo>
                  <a:pt x="1772182" y="2009683"/>
                  <a:pt x="1776648" y="2009657"/>
                  <a:pt x="1779572" y="2010398"/>
                </a:cubicBezTo>
                <a:close/>
                <a:moveTo>
                  <a:pt x="5028431" y="2010138"/>
                </a:moveTo>
                <a:cubicBezTo>
                  <a:pt x="5035573" y="2008498"/>
                  <a:pt x="5043269" y="2010034"/>
                  <a:pt x="5045436" y="2013574"/>
                </a:cubicBezTo>
                <a:cubicBezTo>
                  <a:pt x="5047575" y="2017141"/>
                  <a:pt x="5043603" y="2021384"/>
                  <a:pt x="5036266" y="2023024"/>
                </a:cubicBezTo>
                <a:cubicBezTo>
                  <a:pt x="5029154" y="2024665"/>
                  <a:pt x="5021457" y="2023103"/>
                  <a:pt x="5019234" y="2019510"/>
                </a:cubicBezTo>
                <a:cubicBezTo>
                  <a:pt x="5017094" y="2015969"/>
                  <a:pt x="5021151" y="2011778"/>
                  <a:pt x="5028431" y="2010138"/>
                </a:cubicBezTo>
                <a:close/>
                <a:moveTo>
                  <a:pt x="2527131" y="2005881"/>
                </a:moveTo>
                <a:cubicBezTo>
                  <a:pt x="2532150" y="2007098"/>
                  <a:pt x="2534992" y="2009565"/>
                  <a:pt x="2534477" y="2012975"/>
                </a:cubicBezTo>
                <a:cubicBezTo>
                  <a:pt x="2533338" y="2019874"/>
                  <a:pt x="2519056" y="2028049"/>
                  <a:pt x="2502356" y="2031277"/>
                </a:cubicBezTo>
                <a:cubicBezTo>
                  <a:pt x="2485601" y="2034479"/>
                  <a:pt x="2473153" y="2031460"/>
                  <a:pt x="2474320" y="2024535"/>
                </a:cubicBezTo>
                <a:cubicBezTo>
                  <a:pt x="2475542" y="2017635"/>
                  <a:pt x="2489963" y="2009461"/>
                  <a:pt x="2506719" y="2006284"/>
                </a:cubicBezTo>
                <a:cubicBezTo>
                  <a:pt x="2514916" y="2004697"/>
                  <a:pt x="2522113" y="2004664"/>
                  <a:pt x="2527131" y="2005881"/>
                </a:cubicBezTo>
                <a:close/>
                <a:moveTo>
                  <a:pt x="7237154" y="2004268"/>
                </a:moveTo>
                <a:cubicBezTo>
                  <a:pt x="7247282" y="2006064"/>
                  <a:pt x="7256869" y="2009722"/>
                  <a:pt x="7263552" y="2014824"/>
                </a:cubicBezTo>
                <a:cubicBezTo>
                  <a:pt x="7277000" y="2025082"/>
                  <a:pt x="7273610" y="2037344"/>
                  <a:pt x="7256049" y="2042108"/>
                </a:cubicBezTo>
                <a:cubicBezTo>
                  <a:pt x="7238266" y="2046872"/>
                  <a:pt x="7212869" y="2042343"/>
                  <a:pt x="7199531" y="2031981"/>
                </a:cubicBezTo>
                <a:cubicBezTo>
                  <a:pt x="7186333" y="2021698"/>
                  <a:pt x="7189723" y="2009566"/>
                  <a:pt x="7207507" y="2004879"/>
                </a:cubicBezTo>
                <a:cubicBezTo>
                  <a:pt x="7216357" y="2002536"/>
                  <a:pt x="7227026" y="2002471"/>
                  <a:pt x="7237154" y="2004268"/>
                </a:cubicBezTo>
                <a:close/>
                <a:moveTo>
                  <a:pt x="11072030" y="2003109"/>
                </a:moveTo>
                <a:cubicBezTo>
                  <a:pt x="11072558" y="2002979"/>
                  <a:pt x="11073920" y="2003109"/>
                  <a:pt x="11075116" y="2003604"/>
                </a:cubicBezTo>
                <a:cubicBezTo>
                  <a:pt x="11076088" y="2003968"/>
                  <a:pt x="11076560" y="2004541"/>
                  <a:pt x="11076253" y="2004723"/>
                </a:cubicBezTo>
                <a:cubicBezTo>
                  <a:pt x="11075586" y="2004931"/>
                  <a:pt x="11074281" y="2004723"/>
                  <a:pt x="11073169" y="2004307"/>
                </a:cubicBezTo>
                <a:cubicBezTo>
                  <a:pt x="11071948" y="2003864"/>
                  <a:pt x="11071558" y="2003343"/>
                  <a:pt x="11072030" y="2003109"/>
                </a:cubicBezTo>
                <a:close/>
                <a:moveTo>
                  <a:pt x="5727072" y="2000701"/>
                </a:moveTo>
                <a:cubicBezTo>
                  <a:pt x="5731694" y="2001606"/>
                  <a:pt x="5735599" y="2003434"/>
                  <a:pt x="5737683" y="2005973"/>
                </a:cubicBezTo>
                <a:cubicBezTo>
                  <a:pt x="5742100" y="2011049"/>
                  <a:pt x="5737515" y="2017063"/>
                  <a:pt x="5727458" y="2019484"/>
                </a:cubicBezTo>
                <a:cubicBezTo>
                  <a:pt x="5717592" y="2021827"/>
                  <a:pt x="5706090" y="2019615"/>
                  <a:pt x="5701949" y="2014486"/>
                </a:cubicBezTo>
                <a:cubicBezTo>
                  <a:pt x="5697698" y="2009383"/>
                  <a:pt x="5702227" y="2003343"/>
                  <a:pt x="5712146" y="2000974"/>
                </a:cubicBezTo>
                <a:cubicBezTo>
                  <a:pt x="5717106" y="1999816"/>
                  <a:pt x="5722448" y="1999796"/>
                  <a:pt x="5727072" y="2000701"/>
                </a:cubicBezTo>
                <a:close/>
                <a:moveTo>
                  <a:pt x="1443689" y="1998830"/>
                </a:moveTo>
                <a:cubicBezTo>
                  <a:pt x="1447857" y="1999920"/>
                  <a:pt x="1449662" y="2002133"/>
                  <a:pt x="1448134" y="2005191"/>
                </a:cubicBezTo>
                <a:cubicBezTo>
                  <a:pt x="1444994" y="2011361"/>
                  <a:pt x="1429406" y="2018807"/>
                  <a:pt x="1413568" y="2021644"/>
                </a:cubicBezTo>
                <a:cubicBezTo>
                  <a:pt x="1397729" y="2024535"/>
                  <a:pt x="1387393" y="2021775"/>
                  <a:pt x="1390560" y="2015553"/>
                </a:cubicBezTo>
                <a:cubicBezTo>
                  <a:pt x="1393729" y="2009382"/>
                  <a:pt x="1409206" y="2002015"/>
                  <a:pt x="1425072" y="1999203"/>
                </a:cubicBezTo>
                <a:cubicBezTo>
                  <a:pt x="1432991" y="1997771"/>
                  <a:pt x="1439521" y="1997739"/>
                  <a:pt x="1443689" y="1998830"/>
                </a:cubicBezTo>
                <a:close/>
                <a:moveTo>
                  <a:pt x="1091966" y="1997121"/>
                </a:moveTo>
                <a:cubicBezTo>
                  <a:pt x="1094162" y="1996704"/>
                  <a:pt x="1095662" y="1997121"/>
                  <a:pt x="1095079" y="1997954"/>
                </a:cubicBezTo>
                <a:cubicBezTo>
                  <a:pt x="1094495" y="1998839"/>
                  <a:pt x="1092272" y="1999907"/>
                  <a:pt x="1089965" y="2000323"/>
                </a:cubicBezTo>
                <a:cubicBezTo>
                  <a:pt x="1087659" y="2000713"/>
                  <a:pt x="1086159" y="2000349"/>
                  <a:pt x="1086743" y="1999464"/>
                </a:cubicBezTo>
                <a:cubicBezTo>
                  <a:pt x="1087409" y="1998604"/>
                  <a:pt x="1089660" y="1997511"/>
                  <a:pt x="1091966" y="1997121"/>
                </a:cubicBezTo>
                <a:close/>
                <a:moveTo>
                  <a:pt x="2921568" y="1996705"/>
                </a:moveTo>
                <a:cubicBezTo>
                  <a:pt x="2926427" y="1997824"/>
                  <a:pt x="2929366" y="2000115"/>
                  <a:pt x="2929158" y="2003318"/>
                </a:cubicBezTo>
                <a:cubicBezTo>
                  <a:pt x="2928990" y="2009748"/>
                  <a:pt x="2916514" y="2017350"/>
                  <a:pt x="2901371" y="2020318"/>
                </a:cubicBezTo>
                <a:cubicBezTo>
                  <a:pt x="2886171" y="2023311"/>
                  <a:pt x="2874084" y="2020474"/>
                  <a:pt x="2874418" y="2014070"/>
                </a:cubicBezTo>
                <a:cubicBezTo>
                  <a:pt x="2874779" y="2007587"/>
                  <a:pt x="2887256" y="2000037"/>
                  <a:pt x="2902454" y="1997121"/>
                </a:cubicBezTo>
                <a:cubicBezTo>
                  <a:pt x="2909929" y="1995638"/>
                  <a:pt x="2916709" y="1995585"/>
                  <a:pt x="2921568" y="1996705"/>
                </a:cubicBezTo>
                <a:close/>
                <a:moveTo>
                  <a:pt x="3939716" y="1996018"/>
                </a:moveTo>
                <a:cubicBezTo>
                  <a:pt x="3944873" y="1997154"/>
                  <a:pt x="3948494" y="1999451"/>
                  <a:pt x="3949368" y="2002640"/>
                </a:cubicBezTo>
                <a:cubicBezTo>
                  <a:pt x="3951341" y="2009045"/>
                  <a:pt x="3941365" y="2016646"/>
                  <a:pt x="3927056" y="2019641"/>
                </a:cubicBezTo>
                <a:cubicBezTo>
                  <a:pt x="3912884" y="2022583"/>
                  <a:pt x="3899908" y="2019822"/>
                  <a:pt x="3898214" y="2013340"/>
                </a:cubicBezTo>
                <a:cubicBezTo>
                  <a:pt x="3896379" y="2006962"/>
                  <a:pt x="3906632" y="1999333"/>
                  <a:pt x="3920831" y="1996366"/>
                </a:cubicBezTo>
                <a:cubicBezTo>
                  <a:pt x="3927861" y="1994908"/>
                  <a:pt x="3934558" y="1994882"/>
                  <a:pt x="3939716" y="1996018"/>
                </a:cubicBezTo>
                <a:close/>
                <a:moveTo>
                  <a:pt x="4805944" y="1995924"/>
                </a:moveTo>
                <a:cubicBezTo>
                  <a:pt x="4813279" y="1994309"/>
                  <a:pt x="4820754" y="1995871"/>
                  <a:pt x="4822754" y="1999386"/>
                </a:cubicBezTo>
                <a:cubicBezTo>
                  <a:pt x="4824589" y="2002848"/>
                  <a:pt x="4820338" y="2007066"/>
                  <a:pt x="4813002" y="2008706"/>
                </a:cubicBezTo>
                <a:cubicBezTo>
                  <a:pt x="4805665" y="2010320"/>
                  <a:pt x="4798164" y="2008733"/>
                  <a:pt x="4796107" y="2005244"/>
                </a:cubicBezTo>
                <a:cubicBezTo>
                  <a:pt x="4794135" y="2001729"/>
                  <a:pt x="4798497" y="1997511"/>
                  <a:pt x="4805944" y="1995924"/>
                </a:cubicBezTo>
                <a:close/>
                <a:moveTo>
                  <a:pt x="5939941" y="1985432"/>
                </a:moveTo>
                <a:cubicBezTo>
                  <a:pt x="5946719" y="1983843"/>
                  <a:pt x="5954778" y="1985380"/>
                  <a:pt x="5957890" y="1988868"/>
                </a:cubicBezTo>
                <a:cubicBezTo>
                  <a:pt x="5961057" y="1992409"/>
                  <a:pt x="5958224" y="1996548"/>
                  <a:pt x="5951527" y="1998163"/>
                </a:cubicBezTo>
                <a:cubicBezTo>
                  <a:pt x="5944691" y="1999777"/>
                  <a:pt x="5936633" y="1998267"/>
                  <a:pt x="5933466" y="1994726"/>
                </a:cubicBezTo>
                <a:cubicBezTo>
                  <a:pt x="5930270" y="1991237"/>
                  <a:pt x="5933161" y="1987072"/>
                  <a:pt x="5939941" y="1985432"/>
                </a:cubicBezTo>
                <a:close/>
                <a:moveTo>
                  <a:pt x="11350813" y="1984676"/>
                </a:moveTo>
                <a:cubicBezTo>
                  <a:pt x="11351201" y="1984520"/>
                  <a:pt x="11352479" y="1984676"/>
                  <a:pt x="11353675" y="1985093"/>
                </a:cubicBezTo>
                <a:cubicBezTo>
                  <a:pt x="11354925" y="1985536"/>
                  <a:pt x="11355370" y="1986082"/>
                  <a:pt x="11354702" y="1986265"/>
                </a:cubicBezTo>
                <a:cubicBezTo>
                  <a:pt x="11354370" y="1986447"/>
                  <a:pt x="11353063" y="1986317"/>
                  <a:pt x="11351785" y="1985796"/>
                </a:cubicBezTo>
                <a:cubicBezTo>
                  <a:pt x="11350729" y="1985379"/>
                  <a:pt x="11350201" y="1984885"/>
                  <a:pt x="11350813" y="1984676"/>
                </a:cubicBezTo>
                <a:close/>
                <a:moveTo>
                  <a:pt x="778036" y="1983296"/>
                </a:moveTo>
                <a:cubicBezTo>
                  <a:pt x="779369" y="1983114"/>
                  <a:pt x="779841" y="1983296"/>
                  <a:pt x="779565" y="1983739"/>
                </a:cubicBezTo>
                <a:cubicBezTo>
                  <a:pt x="779481" y="1984156"/>
                  <a:pt x="778147" y="1984624"/>
                  <a:pt x="777008" y="1984832"/>
                </a:cubicBezTo>
                <a:cubicBezTo>
                  <a:pt x="775811" y="1985041"/>
                  <a:pt x="775173" y="1984858"/>
                  <a:pt x="775367" y="1984468"/>
                </a:cubicBezTo>
                <a:cubicBezTo>
                  <a:pt x="775785" y="1983999"/>
                  <a:pt x="776951" y="1983479"/>
                  <a:pt x="778036" y="1983296"/>
                </a:cubicBezTo>
                <a:close/>
                <a:moveTo>
                  <a:pt x="8887256" y="1976665"/>
                </a:moveTo>
                <a:cubicBezTo>
                  <a:pt x="8896526" y="1978155"/>
                  <a:pt x="8906168" y="1981202"/>
                  <a:pt x="8914018" y="1985458"/>
                </a:cubicBezTo>
                <a:cubicBezTo>
                  <a:pt x="8929855" y="1994023"/>
                  <a:pt x="8932217" y="2004151"/>
                  <a:pt x="8919461" y="2008133"/>
                </a:cubicBezTo>
                <a:cubicBezTo>
                  <a:pt x="8906652" y="2012143"/>
                  <a:pt x="8883452" y="2008342"/>
                  <a:pt x="8867863" y="1999750"/>
                </a:cubicBezTo>
                <a:cubicBezTo>
                  <a:pt x="8852053" y="1991160"/>
                  <a:pt x="8849831" y="1981084"/>
                  <a:pt x="8862722" y="1977205"/>
                </a:cubicBezTo>
                <a:cubicBezTo>
                  <a:pt x="8869086" y="1975239"/>
                  <a:pt x="8877984" y="1975174"/>
                  <a:pt x="8887256" y="1976665"/>
                </a:cubicBezTo>
                <a:close/>
                <a:moveTo>
                  <a:pt x="3340846" y="1973919"/>
                </a:moveTo>
                <a:cubicBezTo>
                  <a:pt x="3347337" y="1975376"/>
                  <a:pt x="3351541" y="1978338"/>
                  <a:pt x="3351985" y="1982464"/>
                </a:cubicBezTo>
                <a:cubicBezTo>
                  <a:pt x="3352790" y="1990794"/>
                  <a:pt x="3337897" y="2000662"/>
                  <a:pt x="3318530" y="2004515"/>
                </a:cubicBezTo>
                <a:cubicBezTo>
                  <a:pt x="3299301" y="2008394"/>
                  <a:pt x="3283213" y="2004698"/>
                  <a:pt x="3282463" y="1996340"/>
                </a:cubicBezTo>
                <a:cubicBezTo>
                  <a:pt x="3281935" y="1988009"/>
                  <a:pt x="3296857" y="1978168"/>
                  <a:pt x="3315974" y="1974394"/>
                </a:cubicBezTo>
                <a:cubicBezTo>
                  <a:pt x="3325574" y="1972506"/>
                  <a:pt x="3334354" y="1972460"/>
                  <a:pt x="3340846" y="1973919"/>
                </a:cubicBezTo>
                <a:close/>
                <a:moveTo>
                  <a:pt x="6812205" y="1972418"/>
                </a:moveTo>
                <a:cubicBezTo>
                  <a:pt x="6818808" y="1973599"/>
                  <a:pt x="6824887" y="1976007"/>
                  <a:pt x="6828805" y="1979365"/>
                </a:cubicBezTo>
                <a:cubicBezTo>
                  <a:pt x="6836890" y="1986134"/>
                  <a:pt x="6833500" y="1994152"/>
                  <a:pt x="6821302" y="1997329"/>
                </a:cubicBezTo>
                <a:cubicBezTo>
                  <a:pt x="6809103" y="2000479"/>
                  <a:pt x="6792737" y="1997485"/>
                  <a:pt x="6784596" y="1990664"/>
                </a:cubicBezTo>
                <a:cubicBezTo>
                  <a:pt x="6776731" y="1983895"/>
                  <a:pt x="6780233" y="1975903"/>
                  <a:pt x="6792460" y="1972830"/>
                </a:cubicBezTo>
                <a:cubicBezTo>
                  <a:pt x="6798475" y="1971282"/>
                  <a:pt x="6805602" y="1971236"/>
                  <a:pt x="6812205" y="1972418"/>
                </a:cubicBezTo>
                <a:close/>
                <a:moveTo>
                  <a:pt x="8535734" y="1971149"/>
                </a:moveTo>
                <a:cubicBezTo>
                  <a:pt x="8548839" y="1973294"/>
                  <a:pt x="8562210" y="1977661"/>
                  <a:pt x="8572742" y="1983766"/>
                </a:cubicBezTo>
                <a:cubicBezTo>
                  <a:pt x="8594166" y="1995975"/>
                  <a:pt x="8596139" y="2010633"/>
                  <a:pt x="8577050" y="2016386"/>
                </a:cubicBezTo>
                <a:cubicBezTo>
                  <a:pt x="8557876" y="2022114"/>
                  <a:pt x="8525143" y="2016647"/>
                  <a:pt x="8504027" y="2004254"/>
                </a:cubicBezTo>
                <a:cubicBezTo>
                  <a:pt x="8482936" y="1991940"/>
                  <a:pt x="8481380" y="1977491"/>
                  <a:pt x="8500330" y="1971868"/>
                </a:cubicBezTo>
                <a:cubicBezTo>
                  <a:pt x="8509793" y="1969083"/>
                  <a:pt x="8522630" y="1969005"/>
                  <a:pt x="8535734" y="1971149"/>
                </a:cubicBezTo>
                <a:close/>
                <a:moveTo>
                  <a:pt x="4605055" y="1970410"/>
                </a:moveTo>
                <a:cubicBezTo>
                  <a:pt x="4609521" y="1971320"/>
                  <a:pt x="4612924" y="1973182"/>
                  <a:pt x="4614217" y="1975772"/>
                </a:cubicBezTo>
                <a:cubicBezTo>
                  <a:pt x="4616746" y="1981006"/>
                  <a:pt x="4609826" y="1987175"/>
                  <a:pt x="4598628" y="1989570"/>
                </a:cubicBezTo>
                <a:cubicBezTo>
                  <a:pt x="4587597" y="1992018"/>
                  <a:pt x="4576539" y="1989726"/>
                  <a:pt x="4574011" y="1984494"/>
                </a:cubicBezTo>
                <a:cubicBezTo>
                  <a:pt x="4571426" y="1979313"/>
                  <a:pt x="4578456" y="1973117"/>
                  <a:pt x="4589515" y="1970748"/>
                </a:cubicBezTo>
                <a:cubicBezTo>
                  <a:pt x="4595059" y="1969537"/>
                  <a:pt x="4600588" y="1969498"/>
                  <a:pt x="4605055" y="1970410"/>
                </a:cubicBezTo>
                <a:close/>
                <a:moveTo>
                  <a:pt x="8171922" y="1969011"/>
                </a:moveTo>
                <a:cubicBezTo>
                  <a:pt x="8183836" y="1970989"/>
                  <a:pt x="8195790" y="1975018"/>
                  <a:pt x="8205016" y="1980641"/>
                </a:cubicBezTo>
                <a:cubicBezTo>
                  <a:pt x="8223494" y="1992044"/>
                  <a:pt x="8223688" y="2005582"/>
                  <a:pt x="8205488" y="2010867"/>
                </a:cubicBezTo>
                <a:cubicBezTo>
                  <a:pt x="8187066" y="2016178"/>
                  <a:pt x="8157334" y="2011179"/>
                  <a:pt x="8138994" y="1999647"/>
                </a:cubicBezTo>
                <a:cubicBezTo>
                  <a:pt x="8120712" y="1988269"/>
                  <a:pt x="8120906" y="1974862"/>
                  <a:pt x="8139078" y="1969682"/>
                </a:cubicBezTo>
                <a:cubicBezTo>
                  <a:pt x="8148136" y="1967104"/>
                  <a:pt x="8160008" y="1967032"/>
                  <a:pt x="8171922" y="1969011"/>
                </a:cubicBezTo>
                <a:close/>
                <a:moveTo>
                  <a:pt x="9222732" y="1965974"/>
                </a:moveTo>
                <a:cubicBezTo>
                  <a:pt x="9235271" y="1967962"/>
                  <a:pt x="9248553" y="1971998"/>
                  <a:pt x="9259653" y="1977621"/>
                </a:cubicBezTo>
                <a:cubicBezTo>
                  <a:pt x="9281910" y="1988920"/>
                  <a:pt x="9286747" y="2002484"/>
                  <a:pt x="9270047" y="2007769"/>
                </a:cubicBezTo>
                <a:cubicBezTo>
                  <a:pt x="9253706" y="2013106"/>
                  <a:pt x="9222168" y="2008029"/>
                  <a:pt x="9199968" y="1996548"/>
                </a:cubicBezTo>
                <a:cubicBezTo>
                  <a:pt x="9177989" y="1985197"/>
                  <a:pt x="9173599" y="1971815"/>
                  <a:pt x="9190271" y="1966609"/>
                </a:cubicBezTo>
                <a:cubicBezTo>
                  <a:pt x="9198398" y="1964045"/>
                  <a:pt x="9210194" y="1963985"/>
                  <a:pt x="9222732" y="1965974"/>
                </a:cubicBezTo>
                <a:close/>
                <a:moveTo>
                  <a:pt x="11620204" y="1965333"/>
                </a:moveTo>
                <a:cubicBezTo>
                  <a:pt x="11620537" y="1965177"/>
                  <a:pt x="11621953" y="1965333"/>
                  <a:pt x="11623094" y="1965802"/>
                </a:cubicBezTo>
                <a:cubicBezTo>
                  <a:pt x="11624232" y="1966193"/>
                  <a:pt x="11624762" y="1966739"/>
                  <a:pt x="11624371" y="1966921"/>
                </a:cubicBezTo>
                <a:cubicBezTo>
                  <a:pt x="11623927" y="1967103"/>
                  <a:pt x="11622621" y="1966921"/>
                  <a:pt x="11621398" y="1966479"/>
                </a:cubicBezTo>
                <a:cubicBezTo>
                  <a:pt x="11620259" y="1966062"/>
                  <a:pt x="11619703" y="1965567"/>
                  <a:pt x="11620204" y="1965333"/>
                </a:cubicBezTo>
                <a:close/>
                <a:moveTo>
                  <a:pt x="6159981" y="1960283"/>
                </a:moveTo>
                <a:cubicBezTo>
                  <a:pt x="6165706" y="1958903"/>
                  <a:pt x="6172624" y="1960179"/>
                  <a:pt x="6175764" y="1963225"/>
                </a:cubicBezTo>
                <a:cubicBezTo>
                  <a:pt x="6178765" y="1966193"/>
                  <a:pt x="6176597" y="1969811"/>
                  <a:pt x="6170708" y="1971217"/>
                </a:cubicBezTo>
                <a:cubicBezTo>
                  <a:pt x="6164956" y="1972623"/>
                  <a:pt x="6157814" y="1971295"/>
                  <a:pt x="6154952" y="1968327"/>
                </a:cubicBezTo>
                <a:cubicBezTo>
                  <a:pt x="6151895" y="1965230"/>
                  <a:pt x="6154202" y="1961689"/>
                  <a:pt x="6159981" y="1960283"/>
                </a:cubicBezTo>
                <a:close/>
                <a:moveTo>
                  <a:pt x="7794271" y="1957715"/>
                </a:moveTo>
                <a:cubicBezTo>
                  <a:pt x="7806591" y="1959801"/>
                  <a:pt x="7818713" y="1964045"/>
                  <a:pt x="7827702" y="1969967"/>
                </a:cubicBezTo>
                <a:cubicBezTo>
                  <a:pt x="7845513" y="1981864"/>
                  <a:pt x="7844319" y="1996131"/>
                  <a:pt x="7824256" y="2001728"/>
                </a:cubicBezTo>
                <a:cubicBezTo>
                  <a:pt x="7804361" y="2007274"/>
                  <a:pt x="7773407" y="2001989"/>
                  <a:pt x="7755624" y="1989936"/>
                </a:cubicBezTo>
                <a:cubicBezTo>
                  <a:pt x="7737785" y="1977959"/>
                  <a:pt x="7739729" y="1963875"/>
                  <a:pt x="7759653" y="1958408"/>
                </a:cubicBezTo>
                <a:cubicBezTo>
                  <a:pt x="7769434" y="1955700"/>
                  <a:pt x="7781952" y="1955629"/>
                  <a:pt x="7794271" y="1957715"/>
                </a:cubicBezTo>
                <a:close/>
                <a:moveTo>
                  <a:pt x="9542632" y="1948033"/>
                </a:moveTo>
                <a:cubicBezTo>
                  <a:pt x="9560936" y="1950871"/>
                  <a:pt x="9580573" y="1956637"/>
                  <a:pt x="9597342" y="1964682"/>
                </a:cubicBezTo>
                <a:cubicBezTo>
                  <a:pt x="9630967" y="1980901"/>
                  <a:pt x="9639968" y="2000349"/>
                  <a:pt x="9617155" y="2007977"/>
                </a:cubicBezTo>
                <a:cubicBezTo>
                  <a:pt x="9594092" y="2015605"/>
                  <a:pt x="9547855" y="2008367"/>
                  <a:pt x="9514263" y="1991862"/>
                </a:cubicBezTo>
                <a:cubicBezTo>
                  <a:pt x="9481002" y="1975538"/>
                  <a:pt x="9472999" y="1956325"/>
                  <a:pt x="9495921" y="1948957"/>
                </a:cubicBezTo>
                <a:cubicBezTo>
                  <a:pt x="9507356" y="1945287"/>
                  <a:pt x="9524327" y="1945196"/>
                  <a:pt x="9542632" y="1948033"/>
                </a:cubicBezTo>
                <a:close/>
                <a:moveTo>
                  <a:pt x="3767012" y="1946367"/>
                </a:moveTo>
                <a:cubicBezTo>
                  <a:pt x="3772437" y="1947526"/>
                  <a:pt x="3776174" y="1949882"/>
                  <a:pt x="3776924" y="1953175"/>
                </a:cubicBezTo>
                <a:cubicBezTo>
                  <a:pt x="3778314" y="1959839"/>
                  <a:pt x="3767449" y="1967754"/>
                  <a:pt x="3752222" y="1970826"/>
                </a:cubicBezTo>
                <a:cubicBezTo>
                  <a:pt x="3737107" y="1973924"/>
                  <a:pt x="3723658" y="1970982"/>
                  <a:pt x="3722407" y="1964291"/>
                </a:cubicBezTo>
                <a:cubicBezTo>
                  <a:pt x="3720851" y="1957678"/>
                  <a:pt x="3732021" y="1949816"/>
                  <a:pt x="3746971" y="1946744"/>
                </a:cubicBezTo>
                <a:cubicBezTo>
                  <a:pt x="3754473" y="1945247"/>
                  <a:pt x="3761586" y="1945209"/>
                  <a:pt x="3767012" y="1946367"/>
                </a:cubicBezTo>
                <a:close/>
                <a:moveTo>
                  <a:pt x="7401717" y="1945199"/>
                </a:moveTo>
                <a:cubicBezTo>
                  <a:pt x="7410654" y="1946745"/>
                  <a:pt x="7419212" y="1949882"/>
                  <a:pt x="7425269" y="1954242"/>
                </a:cubicBezTo>
                <a:cubicBezTo>
                  <a:pt x="7437467" y="1963094"/>
                  <a:pt x="7435272" y="1973534"/>
                  <a:pt x="7419851" y="1977648"/>
                </a:cubicBezTo>
                <a:cubicBezTo>
                  <a:pt x="7404457" y="1981787"/>
                  <a:pt x="7382339" y="1977882"/>
                  <a:pt x="7370057" y="1968978"/>
                </a:cubicBezTo>
                <a:cubicBezTo>
                  <a:pt x="7358136" y="1960179"/>
                  <a:pt x="7360693" y="1949739"/>
                  <a:pt x="7375893" y="1945704"/>
                </a:cubicBezTo>
                <a:cubicBezTo>
                  <a:pt x="7383465" y="1943699"/>
                  <a:pt x="7392780" y="1943654"/>
                  <a:pt x="7401717" y="1945199"/>
                </a:cubicBezTo>
                <a:close/>
                <a:moveTo>
                  <a:pt x="4399889" y="1941379"/>
                </a:moveTo>
                <a:cubicBezTo>
                  <a:pt x="4404095" y="1942241"/>
                  <a:pt x="4407235" y="1943998"/>
                  <a:pt x="4408319" y="1946458"/>
                </a:cubicBezTo>
                <a:cubicBezTo>
                  <a:pt x="4410347" y="1951353"/>
                  <a:pt x="4403456" y="1957184"/>
                  <a:pt x="4392869" y="1959450"/>
                </a:cubicBezTo>
                <a:cubicBezTo>
                  <a:pt x="4382033" y="1961689"/>
                  <a:pt x="4371585" y="1959553"/>
                  <a:pt x="4369667" y="1954659"/>
                </a:cubicBezTo>
                <a:cubicBezTo>
                  <a:pt x="4367639" y="1949687"/>
                  <a:pt x="4374446" y="1943907"/>
                  <a:pt x="4385061" y="1941668"/>
                </a:cubicBezTo>
                <a:cubicBezTo>
                  <a:pt x="4390410" y="1940549"/>
                  <a:pt x="4395683" y="1940517"/>
                  <a:pt x="4399889" y="1941379"/>
                </a:cubicBezTo>
                <a:close/>
                <a:moveTo>
                  <a:pt x="9853500" y="1936725"/>
                </a:moveTo>
                <a:cubicBezTo>
                  <a:pt x="9872062" y="1939534"/>
                  <a:pt x="9892228" y="1945248"/>
                  <a:pt x="9909608" y="1953228"/>
                </a:cubicBezTo>
                <a:cubicBezTo>
                  <a:pt x="9944759" y="1969343"/>
                  <a:pt x="9955735" y="1988608"/>
                  <a:pt x="9933616" y="1996210"/>
                </a:cubicBezTo>
                <a:cubicBezTo>
                  <a:pt x="9911359" y="2003838"/>
                  <a:pt x="9864624" y="1996627"/>
                  <a:pt x="9829582" y="1980225"/>
                </a:cubicBezTo>
                <a:cubicBezTo>
                  <a:pt x="9794851" y="1964005"/>
                  <a:pt x="9784903" y="1944975"/>
                  <a:pt x="9807021" y="1937659"/>
                </a:cubicBezTo>
                <a:cubicBezTo>
                  <a:pt x="9817984" y="1934014"/>
                  <a:pt x="9834940" y="1933917"/>
                  <a:pt x="9853500" y="1936725"/>
                </a:cubicBezTo>
                <a:close/>
                <a:moveTo>
                  <a:pt x="2420580" y="1936227"/>
                </a:moveTo>
                <a:cubicBezTo>
                  <a:pt x="2426777" y="1935056"/>
                  <a:pt x="2431445" y="1936175"/>
                  <a:pt x="2430972" y="1938726"/>
                </a:cubicBezTo>
                <a:cubicBezTo>
                  <a:pt x="2430472" y="1941252"/>
                  <a:pt x="2424942" y="1944271"/>
                  <a:pt x="2418691" y="1945469"/>
                </a:cubicBezTo>
                <a:cubicBezTo>
                  <a:pt x="2412384" y="1946641"/>
                  <a:pt x="2407576" y="1945521"/>
                  <a:pt x="2408160" y="1942996"/>
                </a:cubicBezTo>
                <a:cubicBezTo>
                  <a:pt x="2408826" y="1940393"/>
                  <a:pt x="2414301" y="1937372"/>
                  <a:pt x="2420580" y="1936227"/>
                </a:cubicBezTo>
                <a:close/>
                <a:moveTo>
                  <a:pt x="2065746" y="1935785"/>
                </a:moveTo>
                <a:cubicBezTo>
                  <a:pt x="2069470" y="1935108"/>
                  <a:pt x="2072165" y="1935759"/>
                  <a:pt x="2071581" y="1937242"/>
                </a:cubicBezTo>
                <a:cubicBezTo>
                  <a:pt x="2071137" y="1938727"/>
                  <a:pt x="2067719" y="1940445"/>
                  <a:pt x="2063912" y="1941121"/>
                </a:cubicBezTo>
                <a:cubicBezTo>
                  <a:pt x="2060412" y="1941799"/>
                  <a:pt x="2057661" y="1941174"/>
                  <a:pt x="2058132" y="1939664"/>
                </a:cubicBezTo>
                <a:cubicBezTo>
                  <a:pt x="2058577" y="1938206"/>
                  <a:pt x="2061995" y="1936435"/>
                  <a:pt x="2065746" y="1935785"/>
                </a:cubicBezTo>
                <a:close/>
                <a:moveTo>
                  <a:pt x="10160746" y="1935514"/>
                </a:moveTo>
                <a:cubicBezTo>
                  <a:pt x="10171761" y="1937165"/>
                  <a:pt x="10183890" y="1940509"/>
                  <a:pt x="10194532" y="1945157"/>
                </a:cubicBezTo>
                <a:cubicBezTo>
                  <a:pt x="10215871" y="1954555"/>
                  <a:pt x="10223261" y="1965750"/>
                  <a:pt x="10210842" y="1970124"/>
                </a:cubicBezTo>
                <a:cubicBezTo>
                  <a:pt x="10198366" y="1974523"/>
                  <a:pt x="10170691" y="1970305"/>
                  <a:pt x="10149295" y="1960829"/>
                </a:cubicBezTo>
                <a:cubicBezTo>
                  <a:pt x="10128233" y="1951457"/>
                  <a:pt x="10121120" y="1940367"/>
                  <a:pt x="10133651" y="1936045"/>
                </a:cubicBezTo>
                <a:cubicBezTo>
                  <a:pt x="10139835" y="1933910"/>
                  <a:pt x="10149733" y="1933865"/>
                  <a:pt x="10160746" y="1935514"/>
                </a:cubicBezTo>
                <a:close/>
                <a:moveTo>
                  <a:pt x="6371466" y="1927922"/>
                </a:moveTo>
                <a:cubicBezTo>
                  <a:pt x="6376245" y="1926776"/>
                  <a:pt x="6382107" y="1927844"/>
                  <a:pt x="6384913" y="1930395"/>
                </a:cubicBezTo>
                <a:cubicBezTo>
                  <a:pt x="6387664" y="1932920"/>
                  <a:pt x="6385914" y="1935914"/>
                  <a:pt x="6381163" y="1937086"/>
                </a:cubicBezTo>
                <a:cubicBezTo>
                  <a:pt x="6376245" y="1938283"/>
                  <a:pt x="6370243" y="1937164"/>
                  <a:pt x="6367547" y="1934613"/>
                </a:cubicBezTo>
                <a:cubicBezTo>
                  <a:pt x="6364852" y="1932087"/>
                  <a:pt x="6366519" y="1929094"/>
                  <a:pt x="6371466" y="1927922"/>
                </a:cubicBezTo>
                <a:close/>
                <a:moveTo>
                  <a:pt x="10454318" y="1925413"/>
                </a:moveTo>
                <a:cubicBezTo>
                  <a:pt x="10462166" y="1926555"/>
                  <a:pt x="10470911" y="1928885"/>
                  <a:pt x="10478677" y="1932139"/>
                </a:cubicBezTo>
                <a:cubicBezTo>
                  <a:pt x="10494348" y="1938726"/>
                  <a:pt x="10500073" y="1946484"/>
                  <a:pt x="10491653" y="1949556"/>
                </a:cubicBezTo>
                <a:cubicBezTo>
                  <a:pt x="10483150" y="1952628"/>
                  <a:pt x="10463533" y="1949738"/>
                  <a:pt x="10448083" y="1943125"/>
                </a:cubicBezTo>
                <a:cubicBezTo>
                  <a:pt x="10432607" y="1936565"/>
                  <a:pt x="10426801" y="1928807"/>
                  <a:pt x="10435357" y="1925812"/>
                </a:cubicBezTo>
                <a:cubicBezTo>
                  <a:pt x="10439524" y="1924316"/>
                  <a:pt x="10446472" y="1924271"/>
                  <a:pt x="10454318" y="1925413"/>
                </a:cubicBezTo>
                <a:close/>
                <a:moveTo>
                  <a:pt x="1742637" y="1923799"/>
                </a:moveTo>
                <a:cubicBezTo>
                  <a:pt x="1745472" y="1924505"/>
                  <a:pt x="1746799" y="1925931"/>
                  <a:pt x="1745923" y="1927896"/>
                </a:cubicBezTo>
                <a:cubicBezTo>
                  <a:pt x="1744200" y="1931931"/>
                  <a:pt x="1734391" y="1936695"/>
                  <a:pt x="1724000" y="1938491"/>
                </a:cubicBezTo>
                <a:cubicBezTo>
                  <a:pt x="1713691" y="1940367"/>
                  <a:pt x="1706716" y="1938622"/>
                  <a:pt x="1708355" y="1934587"/>
                </a:cubicBezTo>
                <a:cubicBezTo>
                  <a:pt x="1710245" y="1930604"/>
                  <a:pt x="1719942" y="1925813"/>
                  <a:pt x="1730307" y="1924017"/>
                </a:cubicBezTo>
                <a:cubicBezTo>
                  <a:pt x="1735462" y="1923106"/>
                  <a:pt x="1739803" y="1923093"/>
                  <a:pt x="1742637" y="1923799"/>
                </a:cubicBezTo>
                <a:close/>
                <a:moveTo>
                  <a:pt x="2817782" y="1922162"/>
                </a:moveTo>
                <a:cubicBezTo>
                  <a:pt x="2823951" y="1923568"/>
                  <a:pt x="2827640" y="1926425"/>
                  <a:pt x="2827348" y="1930395"/>
                </a:cubicBezTo>
                <a:cubicBezTo>
                  <a:pt x="2826764" y="1938466"/>
                  <a:pt x="2810370" y="1948047"/>
                  <a:pt x="2790919" y="1951769"/>
                </a:cubicBezTo>
                <a:cubicBezTo>
                  <a:pt x="2771219" y="1955492"/>
                  <a:pt x="2756131" y="1951925"/>
                  <a:pt x="2756714" y="1943829"/>
                </a:cubicBezTo>
                <a:cubicBezTo>
                  <a:pt x="2757493" y="1935836"/>
                  <a:pt x="2773859" y="1926360"/>
                  <a:pt x="2793336" y="1922637"/>
                </a:cubicBezTo>
                <a:cubicBezTo>
                  <a:pt x="2802965" y="1920802"/>
                  <a:pt x="2811613" y="1920756"/>
                  <a:pt x="2817782" y="1922162"/>
                </a:cubicBezTo>
                <a:close/>
                <a:moveTo>
                  <a:pt x="6995979" y="1921977"/>
                </a:moveTo>
                <a:cubicBezTo>
                  <a:pt x="7002123" y="1923047"/>
                  <a:pt x="7007861" y="1925228"/>
                  <a:pt x="7011750" y="1928261"/>
                </a:cubicBezTo>
                <a:cubicBezTo>
                  <a:pt x="7019392" y="1934379"/>
                  <a:pt x="7016724" y="1941694"/>
                  <a:pt x="7005693" y="1944480"/>
                </a:cubicBezTo>
                <a:cubicBezTo>
                  <a:pt x="6994579" y="1947344"/>
                  <a:pt x="6979295" y="1944662"/>
                  <a:pt x="6971544" y="1938492"/>
                </a:cubicBezTo>
                <a:cubicBezTo>
                  <a:pt x="6964013" y="1932348"/>
                  <a:pt x="6966736" y="1925136"/>
                  <a:pt x="6977767" y="1922351"/>
                </a:cubicBezTo>
                <a:cubicBezTo>
                  <a:pt x="6983283" y="1920945"/>
                  <a:pt x="6989834" y="1920907"/>
                  <a:pt x="6995979" y="1921977"/>
                </a:cubicBezTo>
                <a:close/>
                <a:moveTo>
                  <a:pt x="10738091" y="1918237"/>
                </a:moveTo>
                <a:cubicBezTo>
                  <a:pt x="10739899" y="1917560"/>
                  <a:pt x="10744399" y="1918185"/>
                  <a:pt x="10748066" y="1919669"/>
                </a:cubicBezTo>
                <a:cubicBezTo>
                  <a:pt x="10751708" y="1921101"/>
                  <a:pt x="10753041" y="1922820"/>
                  <a:pt x="10751124" y="1923470"/>
                </a:cubicBezTo>
                <a:cubicBezTo>
                  <a:pt x="10749317" y="1924173"/>
                  <a:pt x="10744928" y="1923574"/>
                  <a:pt x="10741259" y="1922064"/>
                </a:cubicBezTo>
                <a:cubicBezTo>
                  <a:pt x="10737760" y="1920632"/>
                  <a:pt x="10736176" y="1918888"/>
                  <a:pt x="10738091" y="1918237"/>
                </a:cubicBezTo>
                <a:close/>
                <a:moveTo>
                  <a:pt x="1407538" y="1916467"/>
                </a:moveTo>
                <a:cubicBezTo>
                  <a:pt x="1413012" y="1915477"/>
                  <a:pt x="1416541" y="1916389"/>
                  <a:pt x="1415346" y="1918524"/>
                </a:cubicBezTo>
                <a:cubicBezTo>
                  <a:pt x="1414429" y="1920581"/>
                  <a:pt x="1409095" y="1923106"/>
                  <a:pt x="1403454" y="1924069"/>
                </a:cubicBezTo>
                <a:cubicBezTo>
                  <a:pt x="1397785" y="1925006"/>
                  <a:pt x="1394284" y="1924069"/>
                  <a:pt x="1395478" y="1921987"/>
                </a:cubicBezTo>
                <a:cubicBezTo>
                  <a:pt x="1396535" y="1919877"/>
                  <a:pt x="1401814" y="1917456"/>
                  <a:pt x="1407538" y="1916467"/>
                </a:cubicBezTo>
                <a:close/>
                <a:moveTo>
                  <a:pt x="3206700" y="1910876"/>
                </a:moveTo>
                <a:cubicBezTo>
                  <a:pt x="3213025" y="1912269"/>
                  <a:pt x="3217054" y="1915113"/>
                  <a:pt x="3217276" y="1919096"/>
                </a:cubicBezTo>
                <a:cubicBezTo>
                  <a:pt x="3217637" y="1927062"/>
                  <a:pt x="3202494" y="1936513"/>
                  <a:pt x="3183654" y="1940262"/>
                </a:cubicBezTo>
                <a:cubicBezTo>
                  <a:pt x="3164482" y="1943985"/>
                  <a:pt x="3148726" y="1940496"/>
                  <a:pt x="3148532" y="1932452"/>
                </a:cubicBezTo>
                <a:cubicBezTo>
                  <a:pt x="3148309" y="1924406"/>
                  <a:pt x="3163370" y="1915035"/>
                  <a:pt x="3182347" y="1911364"/>
                </a:cubicBezTo>
                <a:cubicBezTo>
                  <a:pt x="3191754" y="1909542"/>
                  <a:pt x="3200374" y="1909483"/>
                  <a:pt x="3206700" y="1910876"/>
                </a:cubicBezTo>
                <a:close/>
                <a:moveTo>
                  <a:pt x="4194084" y="1908786"/>
                </a:moveTo>
                <a:cubicBezTo>
                  <a:pt x="4200559" y="1907433"/>
                  <a:pt x="4206588" y="1908682"/>
                  <a:pt x="4207893" y="1911651"/>
                </a:cubicBezTo>
                <a:cubicBezTo>
                  <a:pt x="4208922" y="1914566"/>
                  <a:pt x="4204559" y="1918002"/>
                  <a:pt x="4198002" y="1919331"/>
                </a:cubicBezTo>
                <a:cubicBezTo>
                  <a:pt x="4191500" y="1920684"/>
                  <a:pt x="4185332" y="1919434"/>
                  <a:pt x="4184247" y="1916493"/>
                </a:cubicBezTo>
                <a:cubicBezTo>
                  <a:pt x="4183165" y="1913551"/>
                  <a:pt x="4187499" y="1910114"/>
                  <a:pt x="4194084" y="1908786"/>
                </a:cubicBezTo>
                <a:close/>
                <a:moveTo>
                  <a:pt x="1099830" y="1904361"/>
                </a:moveTo>
                <a:cubicBezTo>
                  <a:pt x="1102415" y="1903892"/>
                  <a:pt x="1104359" y="1904334"/>
                  <a:pt x="1103776" y="1905376"/>
                </a:cubicBezTo>
                <a:cubicBezTo>
                  <a:pt x="1103081" y="1906417"/>
                  <a:pt x="1100358" y="1907641"/>
                  <a:pt x="1097358" y="1908109"/>
                </a:cubicBezTo>
                <a:cubicBezTo>
                  <a:pt x="1094578" y="1908605"/>
                  <a:pt x="1092911" y="1908109"/>
                  <a:pt x="1093468" y="1907094"/>
                </a:cubicBezTo>
                <a:cubicBezTo>
                  <a:pt x="1094218" y="1906053"/>
                  <a:pt x="1096885" y="1904829"/>
                  <a:pt x="1099830" y="1904361"/>
                </a:cubicBezTo>
                <a:close/>
                <a:moveTo>
                  <a:pt x="5288484" y="1892775"/>
                </a:moveTo>
                <a:cubicBezTo>
                  <a:pt x="5290152" y="1892412"/>
                  <a:pt x="5292013" y="1892749"/>
                  <a:pt x="5292597" y="1893582"/>
                </a:cubicBezTo>
                <a:cubicBezTo>
                  <a:pt x="5293236" y="1894415"/>
                  <a:pt x="5292236" y="1895353"/>
                  <a:pt x="5290513" y="1895718"/>
                </a:cubicBezTo>
                <a:cubicBezTo>
                  <a:pt x="5288791" y="1896108"/>
                  <a:pt x="5286929" y="1895770"/>
                  <a:pt x="5286428" y="1894962"/>
                </a:cubicBezTo>
                <a:cubicBezTo>
                  <a:pt x="5285789" y="1894129"/>
                  <a:pt x="5286678" y="1893166"/>
                  <a:pt x="5288484" y="1892775"/>
                </a:cubicBezTo>
                <a:close/>
                <a:moveTo>
                  <a:pt x="3611171" y="1891507"/>
                </a:moveTo>
                <a:cubicBezTo>
                  <a:pt x="3616937" y="1892737"/>
                  <a:pt x="3620834" y="1895249"/>
                  <a:pt x="3621570" y="1898764"/>
                </a:cubicBezTo>
                <a:cubicBezTo>
                  <a:pt x="3622681" y="1905793"/>
                  <a:pt x="3610428" y="1914177"/>
                  <a:pt x="3594005" y="1917456"/>
                </a:cubicBezTo>
                <a:cubicBezTo>
                  <a:pt x="3577529" y="1920711"/>
                  <a:pt x="3563219" y="1917613"/>
                  <a:pt x="3562079" y="1910505"/>
                </a:cubicBezTo>
                <a:cubicBezTo>
                  <a:pt x="3560829" y="1903450"/>
                  <a:pt x="3573055" y="1895145"/>
                  <a:pt x="3589560" y="1891943"/>
                </a:cubicBezTo>
                <a:cubicBezTo>
                  <a:pt x="3597771" y="1890329"/>
                  <a:pt x="3605405" y="1890277"/>
                  <a:pt x="3611171" y="1891507"/>
                </a:cubicBezTo>
                <a:close/>
                <a:moveTo>
                  <a:pt x="8277624" y="1889584"/>
                </a:moveTo>
                <a:cubicBezTo>
                  <a:pt x="8290653" y="1891689"/>
                  <a:pt x="8303782" y="1895979"/>
                  <a:pt x="8313966" y="1901966"/>
                </a:cubicBezTo>
                <a:cubicBezTo>
                  <a:pt x="8334472" y="1914021"/>
                  <a:pt x="8335306" y="1928391"/>
                  <a:pt x="8315494" y="1934014"/>
                </a:cubicBezTo>
                <a:cubicBezTo>
                  <a:pt x="8295849" y="1939690"/>
                  <a:pt x="8263089" y="1934353"/>
                  <a:pt x="8242722" y="1922143"/>
                </a:cubicBezTo>
                <a:cubicBezTo>
                  <a:pt x="8222659" y="1910010"/>
                  <a:pt x="8222215" y="1895770"/>
                  <a:pt x="8241888" y="1890303"/>
                </a:cubicBezTo>
                <a:cubicBezTo>
                  <a:pt x="8251668" y="1887556"/>
                  <a:pt x="8264596" y="1887478"/>
                  <a:pt x="8277624" y="1889584"/>
                </a:cubicBezTo>
                <a:close/>
                <a:moveTo>
                  <a:pt x="8619827" y="1889414"/>
                </a:moveTo>
                <a:cubicBezTo>
                  <a:pt x="8632609" y="1891448"/>
                  <a:pt x="8645710" y="1895587"/>
                  <a:pt x="8656157" y="1901367"/>
                </a:cubicBezTo>
                <a:cubicBezTo>
                  <a:pt x="8677193" y="1912978"/>
                  <a:pt x="8679638" y="1926828"/>
                  <a:pt x="8661215" y="1932269"/>
                </a:cubicBezTo>
                <a:cubicBezTo>
                  <a:pt x="8642764" y="1937737"/>
                  <a:pt x="8610642" y="1932582"/>
                  <a:pt x="8589691" y="1920840"/>
                </a:cubicBezTo>
                <a:cubicBezTo>
                  <a:pt x="8568908" y="1909125"/>
                  <a:pt x="8567046" y="1895404"/>
                  <a:pt x="8585412" y="1890094"/>
                </a:cubicBezTo>
                <a:cubicBezTo>
                  <a:pt x="8594581" y="1887452"/>
                  <a:pt x="8607045" y="1887380"/>
                  <a:pt x="8619827" y="1889414"/>
                </a:cubicBezTo>
                <a:close/>
                <a:moveTo>
                  <a:pt x="806100" y="1889183"/>
                </a:moveTo>
                <a:cubicBezTo>
                  <a:pt x="807295" y="1889000"/>
                  <a:pt x="807933" y="1889183"/>
                  <a:pt x="807739" y="1889547"/>
                </a:cubicBezTo>
                <a:cubicBezTo>
                  <a:pt x="807323" y="1889963"/>
                  <a:pt x="806128" y="1890432"/>
                  <a:pt x="805072" y="1890640"/>
                </a:cubicBezTo>
                <a:cubicBezTo>
                  <a:pt x="804016" y="1890797"/>
                  <a:pt x="803266" y="1890666"/>
                  <a:pt x="803628" y="1890250"/>
                </a:cubicBezTo>
                <a:cubicBezTo>
                  <a:pt x="803849" y="1889833"/>
                  <a:pt x="805015" y="1889339"/>
                  <a:pt x="806100" y="1889183"/>
                </a:cubicBezTo>
                <a:close/>
                <a:moveTo>
                  <a:pt x="6571056" y="1888272"/>
                </a:moveTo>
                <a:cubicBezTo>
                  <a:pt x="6575668" y="1887152"/>
                  <a:pt x="6581754" y="1888194"/>
                  <a:pt x="6584615" y="1890693"/>
                </a:cubicBezTo>
                <a:cubicBezTo>
                  <a:pt x="6587422" y="1893166"/>
                  <a:pt x="6586088" y="1896081"/>
                  <a:pt x="6581226" y="1897253"/>
                </a:cubicBezTo>
                <a:cubicBezTo>
                  <a:pt x="6576613" y="1898347"/>
                  <a:pt x="6570556" y="1897306"/>
                  <a:pt x="6567832" y="1894781"/>
                </a:cubicBezTo>
                <a:cubicBezTo>
                  <a:pt x="6564999" y="1892333"/>
                  <a:pt x="6566332" y="1889417"/>
                  <a:pt x="6571056" y="1888272"/>
                </a:cubicBezTo>
                <a:close/>
                <a:moveTo>
                  <a:pt x="7921544" y="1886459"/>
                </a:moveTo>
                <a:cubicBezTo>
                  <a:pt x="7933652" y="1888455"/>
                  <a:pt x="7945614" y="1892503"/>
                  <a:pt x="7954492" y="1898139"/>
                </a:cubicBezTo>
                <a:cubicBezTo>
                  <a:pt x="7972776" y="1909568"/>
                  <a:pt x="7971998" y="1923158"/>
                  <a:pt x="7952658" y="1928495"/>
                </a:cubicBezTo>
                <a:cubicBezTo>
                  <a:pt x="7933486" y="1933806"/>
                  <a:pt x="7903059" y="1928755"/>
                  <a:pt x="7885137" y="1917170"/>
                </a:cubicBezTo>
                <a:cubicBezTo>
                  <a:pt x="7867297" y="1905767"/>
                  <a:pt x="7868437" y="1892307"/>
                  <a:pt x="7887721" y="1887101"/>
                </a:cubicBezTo>
                <a:cubicBezTo>
                  <a:pt x="7897182" y="1884523"/>
                  <a:pt x="7909436" y="1884465"/>
                  <a:pt x="7921544" y="1886459"/>
                </a:cubicBezTo>
                <a:close/>
                <a:moveTo>
                  <a:pt x="5069026" y="1885695"/>
                </a:moveTo>
                <a:cubicBezTo>
                  <a:pt x="5072028" y="1885044"/>
                  <a:pt x="5075335" y="1885695"/>
                  <a:pt x="5076334" y="1887101"/>
                </a:cubicBezTo>
                <a:cubicBezTo>
                  <a:pt x="5077140" y="1888532"/>
                  <a:pt x="5075612" y="1890199"/>
                  <a:pt x="5072473" y="1890876"/>
                </a:cubicBezTo>
                <a:cubicBezTo>
                  <a:pt x="5069249" y="1891500"/>
                  <a:pt x="5066165" y="1890901"/>
                  <a:pt x="5065165" y="1889496"/>
                </a:cubicBezTo>
                <a:cubicBezTo>
                  <a:pt x="5064247" y="1888064"/>
                  <a:pt x="5066026" y="1886319"/>
                  <a:pt x="5069026" y="1885695"/>
                </a:cubicBezTo>
                <a:close/>
                <a:moveTo>
                  <a:pt x="8948545" y="1884341"/>
                </a:moveTo>
                <a:cubicBezTo>
                  <a:pt x="8961560" y="1886365"/>
                  <a:pt x="8975147" y="1890485"/>
                  <a:pt x="8986261" y="1896239"/>
                </a:cubicBezTo>
                <a:cubicBezTo>
                  <a:pt x="9008547" y="1907824"/>
                  <a:pt x="9012242" y="1921648"/>
                  <a:pt x="8994460" y="1927089"/>
                </a:cubicBezTo>
                <a:cubicBezTo>
                  <a:pt x="8976621" y="1932530"/>
                  <a:pt x="8944054" y="1927376"/>
                  <a:pt x="8921768" y="1915634"/>
                </a:cubicBezTo>
                <a:cubicBezTo>
                  <a:pt x="8899762" y="1903997"/>
                  <a:pt x="8896510" y="1890303"/>
                  <a:pt x="8914267" y="1885018"/>
                </a:cubicBezTo>
                <a:cubicBezTo>
                  <a:pt x="8923089" y="1882388"/>
                  <a:pt x="8935531" y="1882317"/>
                  <a:pt x="8948545" y="1884341"/>
                </a:cubicBezTo>
                <a:close/>
                <a:moveTo>
                  <a:pt x="7550789" y="1879739"/>
                </a:moveTo>
                <a:cubicBezTo>
                  <a:pt x="7560257" y="1881328"/>
                  <a:pt x="7569398" y="1884562"/>
                  <a:pt x="7575928" y="1889079"/>
                </a:cubicBezTo>
                <a:cubicBezTo>
                  <a:pt x="7589238" y="1898139"/>
                  <a:pt x="7587321" y="1908917"/>
                  <a:pt x="7571428" y="1913134"/>
                </a:cubicBezTo>
                <a:cubicBezTo>
                  <a:pt x="7555533" y="1917379"/>
                  <a:pt x="7531970" y="1913343"/>
                  <a:pt x="7518772" y="1904205"/>
                </a:cubicBezTo>
                <a:cubicBezTo>
                  <a:pt x="7505712" y="1895119"/>
                  <a:pt x="7507935" y="1884393"/>
                  <a:pt x="7523690" y="1880280"/>
                </a:cubicBezTo>
                <a:cubicBezTo>
                  <a:pt x="7531525" y="1878210"/>
                  <a:pt x="7541321" y="1878152"/>
                  <a:pt x="7550789" y="1879739"/>
                </a:cubicBezTo>
                <a:close/>
                <a:moveTo>
                  <a:pt x="5728929" y="1879628"/>
                </a:moveTo>
                <a:cubicBezTo>
                  <a:pt x="5730957" y="1879133"/>
                  <a:pt x="5733292" y="1879628"/>
                  <a:pt x="5734236" y="1880617"/>
                </a:cubicBezTo>
                <a:cubicBezTo>
                  <a:pt x="5735071" y="1881659"/>
                  <a:pt x="5734097" y="1882805"/>
                  <a:pt x="5731986" y="1883273"/>
                </a:cubicBezTo>
                <a:cubicBezTo>
                  <a:pt x="5730041" y="1883741"/>
                  <a:pt x="5727734" y="1883325"/>
                  <a:pt x="5726734" y="1882335"/>
                </a:cubicBezTo>
                <a:cubicBezTo>
                  <a:pt x="5725817" y="1881294"/>
                  <a:pt x="5726706" y="1880097"/>
                  <a:pt x="5728929" y="1879628"/>
                </a:cubicBezTo>
                <a:close/>
                <a:moveTo>
                  <a:pt x="9265038" y="1877507"/>
                </a:moveTo>
                <a:cubicBezTo>
                  <a:pt x="9277241" y="1879382"/>
                  <a:pt x="9290189" y="1883196"/>
                  <a:pt x="9301054" y="1888532"/>
                </a:cubicBezTo>
                <a:cubicBezTo>
                  <a:pt x="9322923" y="1899207"/>
                  <a:pt x="9327592" y="1911963"/>
                  <a:pt x="9311699" y="1916962"/>
                </a:cubicBezTo>
                <a:cubicBezTo>
                  <a:pt x="9295526" y="1922012"/>
                  <a:pt x="9264988" y="1917223"/>
                  <a:pt x="9243398" y="1906444"/>
                </a:cubicBezTo>
                <a:cubicBezTo>
                  <a:pt x="9221864" y="1895640"/>
                  <a:pt x="9217446" y="1883040"/>
                  <a:pt x="9233478" y="1878118"/>
                </a:cubicBezTo>
                <a:cubicBezTo>
                  <a:pt x="9241369" y="1875697"/>
                  <a:pt x="9252832" y="1875632"/>
                  <a:pt x="9265038" y="1877507"/>
                </a:cubicBezTo>
                <a:close/>
                <a:moveTo>
                  <a:pt x="4856071" y="1872730"/>
                </a:moveTo>
                <a:cubicBezTo>
                  <a:pt x="4857849" y="1872339"/>
                  <a:pt x="4859794" y="1872704"/>
                  <a:pt x="4860295" y="1873511"/>
                </a:cubicBezTo>
                <a:cubicBezTo>
                  <a:pt x="4860545" y="1874317"/>
                  <a:pt x="4859739" y="1875307"/>
                  <a:pt x="4857932" y="1875646"/>
                </a:cubicBezTo>
                <a:cubicBezTo>
                  <a:pt x="4856127" y="1876036"/>
                  <a:pt x="4854432" y="1875672"/>
                  <a:pt x="4853876" y="1874864"/>
                </a:cubicBezTo>
                <a:cubicBezTo>
                  <a:pt x="4853376" y="1874083"/>
                  <a:pt x="4854404" y="1873120"/>
                  <a:pt x="4856071" y="1872730"/>
                </a:cubicBezTo>
                <a:close/>
                <a:moveTo>
                  <a:pt x="7165132" y="1865392"/>
                </a:moveTo>
                <a:cubicBezTo>
                  <a:pt x="7171641" y="1866502"/>
                  <a:pt x="7177788" y="1868760"/>
                  <a:pt x="7182054" y="1871897"/>
                </a:cubicBezTo>
                <a:cubicBezTo>
                  <a:pt x="7190557" y="1878197"/>
                  <a:pt x="7188222" y="1885695"/>
                  <a:pt x="7176774" y="1888637"/>
                </a:cubicBezTo>
                <a:cubicBezTo>
                  <a:pt x="7165215" y="1891579"/>
                  <a:pt x="7149071" y="1888819"/>
                  <a:pt x="7140596" y="1882467"/>
                </a:cubicBezTo>
                <a:cubicBezTo>
                  <a:pt x="7132093" y="1876140"/>
                  <a:pt x="7134706" y="1868642"/>
                  <a:pt x="7146042" y="1865779"/>
                </a:cubicBezTo>
                <a:cubicBezTo>
                  <a:pt x="7151753" y="1864321"/>
                  <a:pt x="7158622" y="1864282"/>
                  <a:pt x="7165132" y="1865392"/>
                </a:cubicBezTo>
                <a:close/>
                <a:moveTo>
                  <a:pt x="4014805" y="1863721"/>
                </a:moveTo>
                <a:cubicBezTo>
                  <a:pt x="4024559" y="1861743"/>
                  <a:pt x="4033477" y="1863591"/>
                  <a:pt x="4034811" y="1867835"/>
                </a:cubicBezTo>
                <a:cubicBezTo>
                  <a:pt x="4036228" y="1872104"/>
                  <a:pt x="4029478" y="1877129"/>
                  <a:pt x="4019584" y="1879108"/>
                </a:cubicBezTo>
                <a:cubicBezTo>
                  <a:pt x="4010054" y="1881060"/>
                  <a:pt x="4000801" y="1879238"/>
                  <a:pt x="3999606" y="1874969"/>
                </a:cubicBezTo>
                <a:cubicBezTo>
                  <a:pt x="3998244" y="1870673"/>
                  <a:pt x="4005081" y="1865648"/>
                  <a:pt x="4014805" y="1863721"/>
                </a:cubicBezTo>
                <a:close/>
                <a:moveTo>
                  <a:pt x="9567529" y="1862729"/>
                </a:moveTo>
                <a:cubicBezTo>
                  <a:pt x="9582289" y="1864945"/>
                  <a:pt x="9598149" y="1869449"/>
                  <a:pt x="9611597" y="1875723"/>
                </a:cubicBezTo>
                <a:cubicBezTo>
                  <a:pt x="9638549" y="1888376"/>
                  <a:pt x="9645886" y="1903501"/>
                  <a:pt x="9627574" y="1909463"/>
                </a:cubicBezTo>
                <a:cubicBezTo>
                  <a:pt x="9609179" y="1915399"/>
                  <a:pt x="9572056" y="1909749"/>
                  <a:pt x="9545188" y="1896915"/>
                </a:cubicBezTo>
                <a:cubicBezTo>
                  <a:pt x="9518317" y="1884236"/>
                  <a:pt x="9511621" y="1869241"/>
                  <a:pt x="9530044" y="1863461"/>
                </a:cubicBezTo>
                <a:cubicBezTo>
                  <a:pt x="9539102" y="1860584"/>
                  <a:pt x="9552766" y="1860513"/>
                  <a:pt x="9567529" y="1862729"/>
                </a:cubicBezTo>
                <a:close/>
                <a:moveTo>
                  <a:pt x="5946026" y="1862211"/>
                </a:moveTo>
                <a:cubicBezTo>
                  <a:pt x="5946803" y="1862055"/>
                  <a:pt x="5947721" y="1862211"/>
                  <a:pt x="5948082" y="1862680"/>
                </a:cubicBezTo>
                <a:cubicBezTo>
                  <a:pt x="5948498" y="1863044"/>
                  <a:pt x="5948193" y="1863513"/>
                  <a:pt x="5947331" y="1863721"/>
                </a:cubicBezTo>
                <a:cubicBezTo>
                  <a:pt x="5946525" y="1863877"/>
                  <a:pt x="5945609" y="1863721"/>
                  <a:pt x="5945164" y="1863331"/>
                </a:cubicBezTo>
                <a:cubicBezTo>
                  <a:pt x="5944747" y="1862914"/>
                  <a:pt x="5945164" y="1862420"/>
                  <a:pt x="5946026" y="1862211"/>
                </a:cubicBezTo>
                <a:close/>
                <a:moveTo>
                  <a:pt x="2352920" y="1856224"/>
                </a:moveTo>
                <a:cubicBezTo>
                  <a:pt x="2361673" y="1854688"/>
                  <a:pt x="2368175" y="1856172"/>
                  <a:pt x="2367258" y="1859582"/>
                </a:cubicBezTo>
                <a:cubicBezTo>
                  <a:pt x="2366564" y="1863019"/>
                  <a:pt x="2358783" y="1867106"/>
                  <a:pt x="2350114" y="1868642"/>
                </a:cubicBezTo>
                <a:cubicBezTo>
                  <a:pt x="2341361" y="1870231"/>
                  <a:pt x="2334914" y="1868772"/>
                  <a:pt x="2335610" y="1865336"/>
                </a:cubicBezTo>
                <a:cubicBezTo>
                  <a:pt x="2336304" y="1861899"/>
                  <a:pt x="2344168" y="1857812"/>
                  <a:pt x="2352920" y="1856224"/>
                </a:cubicBezTo>
                <a:close/>
                <a:moveTo>
                  <a:pt x="2020898" y="1853412"/>
                </a:moveTo>
                <a:cubicBezTo>
                  <a:pt x="2024677" y="1852735"/>
                  <a:pt x="2027373" y="1853360"/>
                  <a:pt x="2026734" y="1854766"/>
                </a:cubicBezTo>
                <a:cubicBezTo>
                  <a:pt x="2026428" y="1856197"/>
                  <a:pt x="2023010" y="1857838"/>
                  <a:pt x="2019204" y="1858488"/>
                </a:cubicBezTo>
                <a:cubicBezTo>
                  <a:pt x="2015591" y="1859139"/>
                  <a:pt x="2012979" y="1858541"/>
                  <a:pt x="2013535" y="1857109"/>
                </a:cubicBezTo>
                <a:cubicBezTo>
                  <a:pt x="2014036" y="1855703"/>
                  <a:pt x="2017426" y="1854037"/>
                  <a:pt x="2020898" y="1853412"/>
                </a:cubicBezTo>
                <a:close/>
                <a:moveTo>
                  <a:pt x="2724072" y="1850499"/>
                </a:moveTo>
                <a:cubicBezTo>
                  <a:pt x="2729713" y="1851772"/>
                  <a:pt x="2732999" y="1854363"/>
                  <a:pt x="2732623" y="1857968"/>
                </a:cubicBezTo>
                <a:cubicBezTo>
                  <a:pt x="2731873" y="1865232"/>
                  <a:pt x="2716562" y="1873850"/>
                  <a:pt x="2698390" y="1877259"/>
                </a:cubicBezTo>
                <a:cubicBezTo>
                  <a:pt x="2680217" y="1880618"/>
                  <a:pt x="2666102" y="1877416"/>
                  <a:pt x="2667019" y="1870126"/>
                </a:cubicBezTo>
                <a:cubicBezTo>
                  <a:pt x="2667853" y="1862837"/>
                  <a:pt x="2683330" y="1854271"/>
                  <a:pt x="2701391" y="1850939"/>
                </a:cubicBezTo>
                <a:cubicBezTo>
                  <a:pt x="2710436" y="1849273"/>
                  <a:pt x="2718431" y="1849228"/>
                  <a:pt x="2724072" y="1850499"/>
                </a:cubicBezTo>
                <a:close/>
                <a:moveTo>
                  <a:pt x="4648978" y="1847919"/>
                </a:moveTo>
                <a:cubicBezTo>
                  <a:pt x="4654340" y="1846800"/>
                  <a:pt x="4659592" y="1847867"/>
                  <a:pt x="4660870" y="1850236"/>
                </a:cubicBezTo>
                <a:cubicBezTo>
                  <a:pt x="4662120" y="1852658"/>
                  <a:pt x="4658841" y="1855495"/>
                  <a:pt x="4653562" y="1856588"/>
                </a:cubicBezTo>
                <a:cubicBezTo>
                  <a:pt x="4648255" y="1857734"/>
                  <a:pt x="4642836" y="1856667"/>
                  <a:pt x="4641559" y="1854245"/>
                </a:cubicBezTo>
                <a:cubicBezTo>
                  <a:pt x="4640308" y="1851876"/>
                  <a:pt x="4643614" y="1849039"/>
                  <a:pt x="4648978" y="1847919"/>
                </a:cubicBezTo>
                <a:close/>
                <a:moveTo>
                  <a:pt x="3087572" y="1846543"/>
                </a:moveTo>
                <a:cubicBezTo>
                  <a:pt x="3093036" y="1847737"/>
                  <a:pt x="3096405" y="1850171"/>
                  <a:pt x="3096405" y="1853568"/>
                </a:cubicBezTo>
                <a:cubicBezTo>
                  <a:pt x="3096599" y="1860389"/>
                  <a:pt x="3083122" y="1868512"/>
                  <a:pt x="3066395" y="1871688"/>
                </a:cubicBezTo>
                <a:cubicBezTo>
                  <a:pt x="3049473" y="1874864"/>
                  <a:pt x="3035802" y="1871870"/>
                  <a:pt x="3035941" y="1864971"/>
                </a:cubicBezTo>
                <a:cubicBezTo>
                  <a:pt x="3036024" y="1858150"/>
                  <a:pt x="3049584" y="1850079"/>
                  <a:pt x="3066172" y="1846956"/>
                </a:cubicBezTo>
                <a:cubicBezTo>
                  <a:pt x="3074551" y="1845394"/>
                  <a:pt x="3082109" y="1845349"/>
                  <a:pt x="3087572" y="1846543"/>
                </a:cubicBezTo>
                <a:close/>
                <a:moveTo>
                  <a:pt x="9857929" y="1845943"/>
                </a:moveTo>
                <a:cubicBezTo>
                  <a:pt x="9875195" y="1848485"/>
                  <a:pt x="9893992" y="1853659"/>
                  <a:pt x="9910275" y="1860884"/>
                </a:cubicBezTo>
                <a:cubicBezTo>
                  <a:pt x="9943036" y="1875462"/>
                  <a:pt x="9953205" y="1892905"/>
                  <a:pt x="9932532" y="1899752"/>
                </a:cubicBezTo>
                <a:cubicBezTo>
                  <a:pt x="9911915" y="1906625"/>
                  <a:pt x="9868346" y="1900091"/>
                  <a:pt x="9835695" y="1885304"/>
                </a:cubicBezTo>
                <a:cubicBezTo>
                  <a:pt x="9803381" y="1870620"/>
                  <a:pt x="9794100" y="1853437"/>
                  <a:pt x="9814773" y="1846799"/>
                </a:cubicBezTo>
                <a:cubicBezTo>
                  <a:pt x="9824930" y="1843492"/>
                  <a:pt x="9840663" y="1843402"/>
                  <a:pt x="9857929" y="1845943"/>
                </a:cubicBezTo>
                <a:close/>
                <a:moveTo>
                  <a:pt x="6758003" y="1842816"/>
                </a:moveTo>
                <a:cubicBezTo>
                  <a:pt x="6762505" y="1841696"/>
                  <a:pt x="6768535" y="1842738"/>
                  <a:pt x="6771368" y="1845133"/>
                </a:cubicBezTo>
                <a:cubicBezTo>
                  <a:pt x="6774508" y="1847528"/>
                  <a:pt x="6773091" y="1850366"/>
                  <a:pt x="6768618" y="1851485"/>
                </a:cubicBezTo>
                <a:cubicBezTo>
                  <a:pt x="6764033" y="1852605"/>
                  <a:pt x="6758003" y="1851564"/>
                  <a:pt x="6755113" y="1849142"/>
                </a:cubicBezTo>
                <a:cubicBezTo>
                  <a:pt x="6752251" y="1846695"/>
                  <a:pt x="6753558" y="1843909"/>
                  <a:pt x="6758003" y="1842816"/>
                </a:cubicBezTo>
                <a:close/>
                <a:moveTo>
                  <a:pt x="1707355" y="1839796"/>
                </a:moveTo>
                <a:cubicBezTo>
                  <a:pt x="1715913" y="1838338"/>
                  <a:pt x="1721470" y="1839718"/>
                  <a:pt x="1720026" y="1842895"/>
                </a:cubicBezTo>
                <a:cubicBezTo>
                  <a:pt x="1718887" y="1846045"/>
                  <a:pt x="1710856" y="1849820"/>
                  <a:pt x="1702298" y="1851303"/>
                </a:cubicBezTo>
                <a:cubicBezTo>
                  <a:pt x="1693740" y="1852813"/>
                  <a:pt x="1688015" y="1851382"/>
                  <a:pt x="1689404" y="1848231"/>
                </a:cubicBezTo>
                <a:cubicBezTo>
                  <a:pt x="1690877" y="1845003"/>
                  <a:pt x="1698797" y="1841280"/>
                  <a:pt x="1707355" y="1839796"/>
                </a:cubicBezTo>
                <a:close/>
                <a:moveTo>
                  <a:pt x="10417520" y="1836178"/>
                </a:moveTo>
                <a:cubicBezTo>
                  <a:pt x="10421826" y="1834720"/>
                  <a:pt x="10431411" y="1836126"/>
                  <a:pt x="10439193" y="1839301"/>
                </a:cubicBezTo>
                <a:cubicBezTo>
                  <a:pt x="10446862" y="1842478"/>
                  <a:pt x="10449667" y="1846253"/>
                  <a:pt x="10445527" y="1847737"/>
                </a:cubicBezTo>
                <a:cubicBezTo>
                  <a:pt x="10441415" y="1849194"/>
                  <a:pt x="10431578" y="1847763"/>
                  <a:pt x="10423771" y="1844613"/>
                </a:cubicBezTo>
                <a:cubicBezTo>
                  <a:pt x="10415936" y="1841436"/>
                  <a:pt x="10413241" y="1837662"/>
                  <a:pt x="10417520" y="1836178"/>
                </a:cubicBezTo>
                <a:close/>
                <a:moveTo>
                  <a:pt x="6155508" y="1836151"/>
                </a:moveTo>
                <a:cubicBezTo>
                  <a:pt x="6156259" y="1835995"/>
                  <a:pt x="6157343" y="1836151"/>
                  <a:pt x="6157759" y="1836541"/>
                </a:cubicBezTo>
                <a:cubicBezTo>
                  <a:pt x="6158093" y="1836958"/>
                  <a:pt x="6157814" y="1837453"/>
                  <a:pt x="6157036" y="1837635"/>
                </a:cubicBezTo>
                <a:cubicBezTo>
                  <a:pt x="6156314" y="1837791"/>
                  <a:pt x="6155203" y="1837609"/>
                  <a:pt x="6154842" y="1837218"/>
                </a:cubicBezTo>
                <a:cubicBezTo>
                  <a:pt x="6154591" y="1836802"/>
                  <a:pt x="6154842" y="1836359"/>
                  <a:pt x="6155508" y="1836151"/>
                </a:cubicBezTo>
                <a:close/>
                <a:moveTo>
                  <a:pt x="10142816" y="1836139"/>
                </a:moveTo>
                <a:cubicBezTo>
                  <a:pt x="10157131" y="1838208"/>
                  <a:pt x="10172886" y="1842413"/>
                  <a:pt x="10186697" y="1848283"/>
                </a:cubicBezTo>
                <a:cubicBezTo>
                  <a:pt x="10214454" y="1860102"/>
                  <a:pt x="10224041" y="1874265"/>
                  <a:pt x="10207729" y="1879784"/>
                </a:cubicBezTo>
                <a:cubicBezTo>
                  <a:pt x="10191252" y="1885355"/>
                  <a:pt x="10155575" y="1880044"/>
                  <a:pt x="10127843" y="1868095"/>
                </a:cubicBezTo>
                <a:cubicBezTo>
                  <a:pt x="10100251" y="1856171"/>
                  <a:pt x="10091164" y="1842243"/>
                  <a:pt x="10107586" y="1836802"/>
                </a:cubicBezTo>
                <a:cubicBezTo>
                  <a:pt x="10115632" y="1834134"/>
                  <a:pt x="10128503" y="1834069"/>
                  <a:pt x="10142816" y="1836139"/>
                </a:cubicBezTo>
                <a:close/>
                <a:moveTo>
                  <a:pt x="3468966" y="1834895"/>
                </a:moveTo>
                <a:cubicBezTo>
                  <a:pt x="3474093" y="1835975"/>
                  <a:pt x="3477483" y="1838182"/>
                  <a:pt x="3477858" y="1841253"/>
                </a:cubicBezTo>
                <a:cubicBezTo>
                  <a:pt x="3478803" y="1847476"/>
                  <a:pt x="3467521" y="1854766"/>
                  <a:pt x="3452572" y="1857655"/>
                </a:cubicBezTo>
                <a:cubicBezTo>
                  <a:pt x="3437706" y="1860518"/>
                  <a:pt x="3424924" y="1857811"/>
                  <a:pt x="3424202" y="1851589"/>
                </a:cubicBezTo>
                <a:cubicBezTo>
                  <a:pt x="3423591" y="1845419"/>
                  <a:pt x="3434816" y="1838104"/>
                  <a:pt x="3449655" y="1835292"/>
                </a:cubicBezTo>
                <a:cubicBezTo>
                  <a:pt x="3456977" y="1833860"/>
                  <a:pt x="3463839" y="1833815"/>
                  <a:pt x="3468966" y="1834895"/>
                </a:cubicBezTo>
                <a:close/>
                <a:moveTo>
                  <a:pt x="1406594" y="1827846"/>
                </a:moveTo>
                <a:cubicBezTo>
                  <a:pt x="1413096" y="1826727"/>
                  <a:pt x="1417236" y="1827794"/>
                  <a:pt x="1415986" y="1830137"/>
                </a:cubicBezTo>
                <a:cubicBezTo>
                  <a:pt x="1414735" y="1832506"/>
                  <a:pt x="1408428" y="1835318"/>
                  <a:pt x="1401787" y="1836437"/>
                </a:cubicBezTo>
                <a:cubicBezTo>
                  <a:pt x="1395452" y="1837531"/>
                  <a:pt x="1391311" y="1836490"/>
                  <a:pt x="1392478" y="1834121"/>
                </a:cubicBezTo>
                <a:cubicBezTo>
                  <a:pt x="1393924" y="1831752"/>
                  <a:pt x="1400203" y="1828913"/>
                  <a:pt x="1406594" y="1827846"/>
                </a:cubicBezTo>
                <a:close/>
                <a:moveTo>
                  <a:pt x="10690188" y="1822224"/>
                </a:moveTo>
                <a:cubicBezTo>
                  <a:pt x="10691968" y="1821624"/>
                  <a:pt x="10696106" y="1822197"/>
                  <a:pt x="10699664" y="1823603"/>
                </a:cubicBezTo>
                <a:cubicBezTo>
                  <a:pt x="10703221" y="1824957"/>
                  <a:pt x="10704499" y="1826597"/>
                  <a:pt x="10702747" y="1827222"/>
                </a:cubicBezTo>
                <a:cubicBezTo>
                  <a:pt x="10700859" y="1827846"/>
                  <a:pt x="10696690" y="1827274"/>
                  <a:pt x="10693189" y="1825869"/>
                </a:cubicBezTo>
                <a:cubicBezTo>
                  <a:pt x="10689689" y="1824488"/>
                  <a:pt x="10688297" y="1822848"/>
                  <a:pt x="10690188" y="1822224"/>
                </a:cubicBezTo>
                <a:close/>
                <a:moveTo>
                  <a:pt x="4455194" y="1821547"/>
                </a:moveTo>
                <a:cubicBezTo>
                  <a:pt x="4457028" y="1821181"/>
                  <a:pt x="4458724" y="1821520"/>
                  <a:pt x="4458973" y="1822275"/>
                </a:cubicBezTo>
                <a:cubicBezTo>
                  <a:pt x="4459528" y="1823082"/>
                  <a:pt x="4458334" y="1823993"/>
                  <a:pt x="4456555" y="1824384"/>
                </a:cubicBezTo>
                <a:cubicBezTo>
                  <a:pt x="4454861" y="1824722"/>
                  <a:pt x="4453027" y="1824384"/>
                  <a:pt x="4452692" y="1823603"/>
                </a:cubicBezTo>
                <a:cubicBezTo>
                  <a:pt x="4452221" y="1822874"/>
                  <a:pt x="4453415" y="1821910"/>
                  <a:pt x="4455194" y="1821547"/>
                </a:cubicBezTo>
                <a:close/>
                <a:moveTo>
                  <a:pt x="3852671" y="1818214"/>
                </a:moveTo>
                <a:cubicBezTo>
                  <a:pt x="3859173" y="1816964"/>
                  <a:pt x="3864896" y="1818162"/>
                  <a:pt x="3865647" y="1820921"/>
                </a:cubicBezTo>
                <a:cubicBezTo>
                  <a:pt x="3866536" y="1823681"/>
                  <a:pt x="3861729" y="1826935"/>
                  <a:pt x="3855394" y="1828184"/>
                </a:cubicBezTo>
                <a:cubicBezTo>
                  <a:pt x="3848864" y="1829461"/>
                  <a:pt x="3842973" y="1828237"/>
                  <a:pt x="3842223" y="1825503"/>
                </a:cubicBezTo>
                <a:cubicBezTo>
                  <a:pt x="3841584" y="1822743"/>
                  <a:pt x="3846224" y="1819489"/>
                  <a:pt x="3852671" y="1818214"/>
                </a:cubicBezTo>
                <a:close/>
                <a:moveTo>
                  <a:pt x="1118753" y="1814620"/>
                </a:moveTo>
                <a:cubicBezTo>
                  <a:pt x="1121337" y="1814178"/>
                  <a:pt x="1123115" y="1814569"/>
                  <a:pt x="1122365" y="1815584"/>
                </a:cubicBezTo>
                <a:cubicBezTo>
                  <a:pt x="1121837" y="1816573"/>
                  <a:pt x="1119115" y="1817719"/>
                  <a:pt x="1116335" y="1818161"/>
                </a:cubicBezTo>
                <a:cubicBezTo>
                  <a:pt x="1113585" y="1818656"/>
                  <a:pt x="1111945" y="1818214"/>
                  <a:pt x="1112612" y="1817250"/>
                </a:cubicBezTo>
                <a:cubicBezTo>
                  <a:pt x="1113140" y="1816209"/>
                  <a:pt x="1115780" y="1815090"/>
                  <a:pt x="1118753" y="1814620"/>
                </a:cubicBezTo>
                <a:close/>
                <a:moveTo>
                  <a:pt x="8032263" y="1813892"/>
                </a:moveTo>
                <a:cubicBezTo>
                  <a:pt x="8044180" y="1815793"/>
                  <a:pt x="8056039" y="1819659"/>
                  <a:pt x="8064999" y="1825035"/>
                </a:cubicBezTo>
                <a:cubicBezTo>
                  <a:pt x="8082894" y="1835865"/>
                  <a:pt x="8082672" y="1848883"/>
                  <a:pt x="8064083" y="1853958"/>
                </a:cubicBezTo>
                <a:cubicBezTo>
                  <a:pt x="8045437" y="1859009"/>
                  <a:pt x="8015651" y="1854194"/>
                  <a:pt x="7997700" y="1843232"/>
                </a:cubicBezTo>
                <a:cubicBezTo>
                  <a:pt x="7979917" y="1832324"/>
                  <a:pt x="7980611" y="1819489"/>
                  <a:pt x="7999173" y="1814543"/>
                </a:cubicBezTo>
                <a:cubicBezTo>
                  <a:pt x="8008370" y="1812057"/>
                  <a:pt x="8020346" y="1811992"/>
                  <a:pt x="8032263" y="1813892"/>
                </a:cubicBezTo>
                <a:close/>
                <a:moveTo>
                  <a:pt x="7682948" y="1811934"/>
                </a:moveTo>
                <a:cubicBezTo>
                  <a:pt x="7692896" y="1813541"/>
                  <a:pt x="7702593" y="1816822"/>
                  <a:pt x="7709748" y="1821416"/>
                </a:cubicBezTo>
                <a:cubicBezTo>
                  <a:pt x="7724142" y="1830710"/>
                  <a:pt x="7722474" y="1841749"/>
                  <a:pt x="7706108" y="1846044"/>
                </a:cubicBezTo>
                <a:cubicBezTo>
                  <a:pt x="7689742" y="1850393"/>
                  <a:pt x="7664845" y="1846253"/>
                  <a:pt x="7650618" y="1836907"/>
                </a:cubicBezTo>
                <a:cubicBezTo>
                  <a:pt x="7636447" y="1827638"/>
                  <a:pt x="7638309" y="1816704"/>
                  <a:pt x="7654647" y="1812487"/>
                </a:cubicBezTo>
                <a:cubicBezTo>
                  <a:pt x="7662802" y="1810391"/>
                  <a:pt x="7673001" y="1810326"/>
                  <a:pt x="7682948" y="1811934"/>
                </a:cubicBezTo>
                <a:close/>
                <a:moveTo>
                  <a:pt x="8366914" y="1811198"/>
                </a:moveTo>
                <a:cubicBezTo>
                  <a:pt x="8380342" y="1813307"/>
                  <a:pt x="8393936" y="1817590"/>
                  <a:pt x="8404522" y="1823551"/>
                </a:cubicBezTo>
                <a:cubicBezTo>
                  <a:pt x="8425835" y="1835605"/>
                  <a:pt x="8427140" y="1849950"/>
                  <a:pt x="8407135" y="1855599"/>
                </a:cubicBezTo>
                <a:cubicBezTo>
                  <a:pt x="8386934" y="1861275"/>
                  <a:pt x="8353423" y="1855911"/>
                  <a:pt x="8332166" y="1843727"/>
                </a:cubicBezTo>
                <a:cubicBezTo>
                  <a:pt x="8311132" y="1831621"/>
                  <a:pt x="8310382" y="1817407"/>
                  <a:pt x="8330304" y="1811888"/>
                </a:cubicBezTo>
                <a:cubicBezTo>
                  <a:pt x="8340224" y="1809154"/>
                  <a:pt x="8353486" y="1809089"/>
                  <a:pt x="8366914" y="1811198"/>
                </a:cubicBezTo>
                <a:close/>
                <a:moveTo>
                  <a:pt x="8687994" y="1806097"/>
                </a:moveTo>
                <a:cubicBezTo>
                  <a:pt x="8701846" y="1808229"/>
                  <a:pt x="8716121" y="1812564"/>
                  <a:pt x="8727513" y="1818604"/>
                </a:cubicBezTo>
                <a:cubicBezTo>
                  <a:pt x="8750603" y="1830814"/>
                  <a:pt x="8753355" y="1845393"/>
                  <a:pt x="8733793" y="1851095"/>
                </a:cubicBezTo>
                <a:cubicBezTo>
                  <a:pt x="8713870" y="1856822"/>
                  <a:pt x="8679055" y="1851381"/>
                  <a:pt x="8656379" y="1839015"/>
                </a:cubicBezTo>
                <a:cubicBezTo>
                  <a:pt x="8633706" y="1826805"/>
                  <a:pt x="8631315" y="1812356"/>
                  <a:pt x="8651016" y="1806810"/>
                </a:cubicBezTo>
                <a:cubicBezTo>
                  <a:pt x="8660713" y="1804038"/>
                  <a:pt x="8674142" y="1803966"/>
                  <a:pt x="8687994" y="1806097"/>
                </a:cubicBezTo>
                <a:close/>
                <a:moveTo>
                  <a:pt x="10950771" y="1806004"/>
                </a:moveTo>
                <a:cubicBezTo>
                  <a:pt x="10951187" y="1805796"/>
                  <a:pt x="10952604" y="1806004"/>
                  <a:pt x="10953631" y="1806343"/>
                </a:cubicBezTo>
                <a:cubicBezTo>
                  <a:pt x="10954660" y="1806785"/>
                  <a:pt x="10955023" y="1807176"/>
                  <a:pt x="10954605" y="1807384"/>
                </a:cubicBezTo>
                <a:cubicBezTo>
                  <a:pt x="10953994" y="1807566"/>
                  <a:pt x="10952770" y="1807436"/>
                  <a:pt x="10951659" y="1807020"/>
                </a:cubicBezTo>
                <a:cubicBezTo>
                  <a:pt x="10950715" y="1806603"/>
                  <a:pt x="10950270" y="1806160"/>
                  <a:pt x="10950771" y="1806004"/>
                </a:cubicBezTo>
                <a:close/>
                <a:moveTo>
                  <a:pt x="7318881" y="1803427"/>
                </a:moveTo>
                <a:cubicBezTo>
                  <a:pt x="7326787" y="1804735"/>
                  <a:pt x="7334310" y="1807384"/>
                  <a:pt x="7339548" y="1811055"/>
                </a:cubicBezTo>
                <a:cubicBezTo>
                  <a:pt x="7350079" y="1818449"/>
                  <a:pt x="7347745" y="1827299"/>
                  <a:pt x="7334130" y="1830788"/>
                </a:cubicBezTo>
                <a:cubicBezTo>
                  <a:pt x="7320542" y="1834251"/>
                  <a:pt x="7300980" y="1830971"/>
                  <a:pt x="7290421" y="1823499"/>
                </a:cubicBezTo>
                <a:cubicBezTo>
                  <a:pt x="7279779" y="1816053"/>
                  <a:pt x="7282446" y="1807280"/>
                  <a:pt x="7295923" y="1803843"/>
                </a:cubicBezTo>
                <a:cubicBezTo>
                  <a:pt x="7302689" y="1802151"/>
                  <a:pt x="7310976" y="1802118"/>
                  <a:pt x="7318881" y="1803427"/>
                </a:cubicBezTo>
                <a:close/>
                <a:moveTo>
                  <a:pt x="8997377" y="1801360"/>
                </a:moveTo>
                <a:cubicBezTo>
                  <a:pt x="9009367" y="1803173"/>
                  <a:pt x="9021884" y="1806863"/>
                  <a:pt x="9032110" y="1812018"/>
                </a:cubicBezTo>
                <a:cubicBezTo>
                  <a:pt x="9052894" y="1822380"/>
                  <a:pt x="9056450" y="1834720"/>
                  <a:pt x="9040224" y="1839588"/>
                </a:cubicBezTo>
                <a:cubicBezTo>
                  <a:pt x="9023773" y="1844456"/>
                  <a:pt x="8993848" y="1839823"/>
                  <a:pt x="8973228" y="1829357"/>
                </a:cubicBezTo>
                <a:cubicBezTo>
                  <a:pt x="8952696" y="1818917"/>
                  <a:pt x="8949554" y="1806707"/>
                  <a:pt x="8965809" y="1801969"/>
                </a:cubicBezTo>
                <a:cubicBezTo>
                  <a:pt x="8973924" y="1799613"/>
                  <a:pt x="8985385" y="1799547"/>
                  <a:pt x="8997377" y="1801360"/>
                </a:cubicBezTo>
                <a:close/>
                <a:moveTo>
                  <a:pt x="843779" y="1798141"/>
                </a:moveTo>
                <a:cubicBezTo>
                  <a:pt x="844916" y="1797960"/>
                  <a:pt x="845500" y="1798090"/>
                  <a:pt x="845278" y="1798506"/>
                </a:cubicBezTo>
                <a:cubicBezTo>
                  <a:pt x="844944" y="1798897"/>
                  <a:pt x="844056" y="1799340"/>
                  <a:pt x="842695" y="1799521"/>
                </a:cubicBezTo>
                <a:cubicBezTo>
                  <a:pt x="841694" y="1799704"/>
                  <a:pt x="841000" y="1799547"/>
                  <a:pt x="841277" y="1799157"/>
                </a:cubicBezTo>
                <a:cubicBezTo>
                  <a:pt x="841694" y="1798767"/>
                  <a:pt x="842586" y="1798324"/>
                  <a:pt x="843779" y="1798141"/>
                </a:cubicBezTo>
                <a:close/>
                <a:moveTo>
                  <a:pt x="6930642" y="1792205"/>
                </a:moveTo>
                <a:cubicBezTo>
                  <a:pt x="6935032" y="1791138"/>
                  <a:pt x="6940978" y="1792153"/>
                  <a:pt x="6943952" y="1794497"/>
                </a:cubicBezTo>
                <a:cubicBezTo>
                  <a:pt x="6947063" y="1796787"/>
                  <a:pt x="6945869" y="1799521"/>
                  <a:pt x="6941506" y="1800615"/>
                </a:cubicBezTo>
                <a:cubicBezTo>
                  <a:pt x="6937116" y="1801655"/>
                  <a:pt x="6931142" y="1800641"/>
                  <a:pt x="6928113" y="1798349"/>
                </a:cubicBezTo>
                <a:cubicBezTo>
                  <a:pt x="6925029" y="1796007"/>
                  <a:pt x="6926251" y="1793298"/>
                  <a:pt x="6930642" y="1792205"/>
                </a:cubicBezTo>
                <a:close/>
                <a:moveTo>
                  <a:pt x="9294299" y="1791034"/>
                </a:moveTo>
                <a:cubicBezTo>
                  <a:pt x="9306216" y="1792805"/>
                  <a:pt x="9318838" y="1796410"/>
                  <a:pt x="9329342" y="1801448"/>
                </a:cubicBezTo>
                <a:cubicBezTo>
                  <a:pt x="9350544" y="1811548"/>
                  <a:pt x="9355378" y="1823629"/>
                  <a:pt x="9339872" y="1828315"/>
                </a:cubicBezTo>
                <a:cubicBezTo>
                  <a:pt x="9324312" y="1833027"/>
                  <a:pt x="9294554" y="1828575"/>
                  <a:pt x="9273436" y="1818370"/>
                </a:cubicBezTo>
                <a:cubicBezTo>
                  <a:pt x="9252289" y="1808216"/>
                  <a:pt x="9248010" y="1796267"/>
                  <a:pt x="9263489" y="1791633"/>
                </a:cubicBezTo>
                <a:cubicBezTo>
                  <a:pt x="9271172" y="1789329"/>
                  <a:pt x="9282382" y="1789264"/>
                  <a:pt x="9294299" y="1791034"/>
                </a:cubicBezTo>
                <a:close/>
                <a:moveTo>
                  <a:pt x="4272248" y="1784421"/>
                </a:moveTo>
                <a:cubicBezTo>
                  <a:pt x="4275222" y="1783770"/>
                  <a:pt x="4278361" y="1784343"/>
                  <a:pt x="4278916" y="1785697"/>
                </a:cubicBezTo>
                <a:cubicBezTo>
                  <a:pt x="4279361" y="1787051"/>
                  <a:pt x="4277250" y="1788639"/>
                  <a:pt x="4274276" y="1789237"/>
                </a:cubicBezTo>
                <a:cubicBezTo>
                  <a:pt x="4271054" y="1789862"/>
                  <a:pt x="4268135" y="1789290"/>
                  <a:pt x="4267635" y="1787936"/>
                </a:cubicBezTo>
                <a:cubicBezTo>
                  <a:pt x="4267023" y="1786608"/>
                  <a:pt x="4268996" y="1785020"/>
                  <a:pt x="4272248" y="1784421"/>
                </a:cubicBezTo>
                <a:close/>
                <a:moveTo>
                  <a:pt x="2990851" y="1777152"/>
                </a:moveTo>
                <a:cubicBezTo>
                  <a:pt x="2996769" y="1778421"/>
                  <a:pt x="3000375" y="1781011"/>
                  <a:pt x="3000291" y="1784630"/>
                </a:cubicBezTo>
                <a:cubicBezTo>
                  <a:pt x="3000291" y="1791972"/>
                  <a:pt x="2985285" y="1800641"/>
                  <a:pt x="2966725" y="1804052"/>
                </a:cubicBezTo>
                <a:cubicBezTo>
                  <a:pt x="2948440" y="1807436"/>
                  <a:pt x="2933603" y="1804208"/>
                  <a:pt x="2933852" y="1796866"/>
                </a:cubicBezTo>
                <a:cubicBezTo>
                  <a:pt x="2934131" y="1789524"/>
                  <a:pt x="2949302" y="1780933"/>
                  <a:pt x="2967530" y="1777601"/>
                </a:cubicBezTo>
                <a:cubicBezTo>
                  <a:pt x="2976700" y="1775935"/>
                  <a:pt x="2984931" y="1775883"/>
                  <a:pt x="2990851" y="1777152"/>
                </a:cubicBezTo>
                <a:close/>
                <a:moveTo>
                  <a:pt x="2648607" y="1777129"/>
                </a:moveTo>
                <a:cubicBezTo>
                  <a:pt x="2654078" y="1778343"/>
                  <a:pt x="2657239" y="1780816"/>
                  <a:pt x="2656822" y="1784265"/>
                </a:cubicBezTo>
                <a:cubicBezTo>
                  <a:pt x="2655877" y="1791139"/>
                  <a:pt x="2640761" y="1799391"/>
                  <a:pt x="2622839" y="1802619"/>
                </a:cubicBezTo>
                <a:cubicBezTo>
                  <a:pt x="2604944" y="1805848"/>
                  <a:pt x="2591356" y="1802775"/>
                  <a:pt x="2592357" y="1795824"/>
                </a:cubicBezTo>
                <a:cubicBezTo>
                  <a:pt x="2593496" y="1788873"/>
                  <a:pt x="2608751" y="1780698"/>
                  <a:pt x="2626534" y="1777548"/>
                </a:cubicBezTo>
                <a:cubicBezTo>
                  <a:pt x="2635357" y="1775960"/>
                  <a:pt x="2643137" y="1775915"/>
                  <a:pt x="2648607" y="1777129"/>
                </a:cubicBezTo>
                <a:close/>
                <a:moveTo>
                  <a:pt x="2315527" y="1775931"/>
                </a:moveTo>
                <a:cubicBezTo>
                  <a:pt x="2318931" y="1776709"/>
                  <a:pt x="2320771" y="1778290"/>
                  <a:pt x="2320299" y="1780490"/>
                </a:cubicBezTo>
                <a:cubicBezTo>
                  <a:pt x="2319187" y="1784890"/>
                  <a:pt x="2308962" y="1790097"/>
                  <a:pt x="2297320" y="1792128"/>
                </a:cubicBezTo>
                <a:cubicBezTo>
                  <a:pt x="2285677" y="1794184"/>
                  <a:pt x="2277341" y="1792232"/>
                  <a:pt x="2278424" y="1787806"/>
                </a:cubicBezTo>
                <a:cubicBezTo>
                  <a:pt x="2279564" y="1783406"/>
                  <a:pt x="2289817" y="1778225"/>
                  <a:pt x="2301377" y="1776195"/>
                </a:cubicBezTo>
                <a:cubicBezTo>
                  <a:pt x="2307156" y="1775179"/>
                  <a:pt x="2312123" y="1775153"/>
                  <a:pt x="2315527" y="1775931"/>
                </a:cubicBezTo>
                <a:close/>
                <a:moveTo>
                  <a:pt x="9578359" y="1774826"/>
                </a:moveTo>
                <a:cubicBezTo>
                  <a:pt x="9592648" y="1776904"/>
                  <a:pt x="9607985" y="1781141"/>
                  <a:pt x="9621073" y="1787051"/>
                </a:cubicBezTo>
                <a:cubicBezTo>
                  <a:pt x="9647414" y="1799001"/>
                  <a:pt x="9654528" y="1813268"/>
                  <a:pt x="9636744" y="1818839"/>
                </a:cubicBezTo>
                <a:cubicBezTo>
                  <a:pt x="9618934" y="1824488"/>
                  <a:pt x="9582867" y="1819151"/>
                  <a:pt x="9556580" y="1807046"/>
                </a:cubicBezTo>
                <a:cubicBezTo>
                  <a:pt x="9530599" y="1795069"/>
                  <a:pt x="9524070" y="1780985"/>
                  <a:pt x="9541938" y="1775544"/>
                </a:cubicBezTo>
                <a:cubicBezTo>
                  <a:pt x="9550829" y="1772824"/>
                  <a:pt x="9564069" y="1772746"/>
                  <a:pt x="9578359" y="1774826"/>
                </a:cubicBezTo>
                <a:close/>
                <a:moveTo>
                  <a:pt x="3345990" y="1773816"/>
                </a:moveTo>
                <a:cubicBezTo>
                  <a:pt x="3350943" y="1774854"/>
                  <a:pt x="3354139" y="1776963"/>
                  <a:pt x="3354402" y="1779891"/>
                </a:cubicBezTo>
                <a:cubicBezTo>
                  <a:pt x="3355014" y="1785827"/>
                  <a:pt x="3343621" y="1792882"/>
                  <a:pt x="3328978" y="1795668"/>
                </a:cubicBezTo>
                <a:cubicBezTo>
                  <a:pt x="3314306" y="1798427"/>
                  <a:pt x="3301914" y="1795772"/>
                  <a:pt x="3301580" y="1789836"/>
                </a:cubicBezTo>
                <a:cubicBezTo>
                  <a:pt x="3300968" y="1783875"/>
                  <a:pt x="3312500" y="1776898"/>
                  <a:pt x="3327032" y="1774163"/>
                </a:cubicBezTo>
                <a:cubicBezTo>
                  <a:pt x="3334327" y="1772810"/>
                  <a:pt x="3341037" y="1772778"/>
                  <a:pt x="3345990" y="1773816"/>
                </a:cubicBezTo>
                <a:close/>
                <a:moveTo>
                  <a:pt x="1991001" y="1771924"/>
                </a:moveTo>
                <a:cubicBezTo>
                  <a:pt x="1994612" y="1771326"/>
                  <a:pt x="1997169" y="1771899"/>
                  <a:pt x="1996640" y="1773226"/>
                </a:cubicBezTo>
                <a:cubicBezTo>
                  <a:pt x="1996140" y="1774554"/>
                  <a:pt x="1992945" y="1776142"/>
                  <a:pt x="1989389" y="1776767"/>
                </a:cubicBezTo>
                <a:cubicBezTo>
                  <a:pt x="1985776" y="1777365"/>
                  <a:pt x="1983109" y="1776793"/>
                  <a:pt x="1983776" y="1775439"/>
                </a:cubicBezTo>
                <a:cubicBezTo>
                  <a:pt x="1984164" y="1774138"/>
                  <a:pt x="1987554" y="1772523"/>
                  <a:pt x="1991001" y="1771924"/>
                </a:cubicBezTo>
                <a:close/>
                <a:moveTo>
                  <a:pt x="3706014" y="1763854"/>
                </a:moveTo>
                <a:cubicBezTo>
                  <a:pt x="3714656" y="1762214"/>
                  <a:pt x="3722325" y="1763724"/>
                  <a:pt x="3723130" y="1767369"/>
                </a:cubicBezTo>
                <a:cubicBezTo>
                  <a:pt x="3723853" y="1770910"/>
                  <a:pt x="3717573" y="1775206"/>
                  <a:pt x="3708876" y="1776872"/>
                </a:cubicBezTo>
                <a:cubicBezTo>
                  <a:pt x="3700150" y="1778538"/>
                  <a:pt x="3692315" y="1776975"/>
                  <a:pt x="3691676" y="1773357"/>
                </a:cubicBezTo>
                <a:cubicBezTo>
                  <a:pt x="3690814" y="1769738"/>
                  <a:pt x="3697317" y="1765494"/>
                  <a:pt x="3706014" y="1763854"/>
                </a:cubicBezTo>
                <a:close/>
                <a:moveTo>
                  <a:pt x="1698130" y="1756017"/>
                </a:moveTo>
                <a:cubicBezTo>
                  <a:pt x="1706438" y="1754637"/>
                  <a:pt x="1711995" y="1755939"/>
                  <a:pt x="1710606" y="1758985"/>
                </a:cubicBezTo>
                <a:cubicBezTo>
                  <a:pt x="1709494" y="1761954"/>
                  <a:pt x="1701409" y="1765546"/>
                  <a:pt x="1693184" y="1766952"/>
                </a:cubicBezTo>
                <a:cubicBezTo>
                  <a:pt x="1684931" y="1768384"/>
                  <a:pt x="1679402" y="1767004"/>
                  <a:pt x="1680791" y="1764036"/>
                </a:cubicBezTo>
                <a:cubicBezTo>
                  <a:pt x="1682236" y="1760990"/>
                  <a:pt x="1690016" y="1757423"/>
                  <a:pt x="1698130" y="1756017"/>
                </a:cubicBezTo>
                <a:close/>
                <a:moveTo>
                  <a:pt x="9850740" y="1755995"/>
                </a:moveTo>
                <a:cubicBezTo>
                  <a:pt x="9868200" y="1758491"/>
                  <a:pt x="9887157" y="1763567"/>
                  <a:pt x="9903524" y="1770649"/>
                </a:cubicBezTo>
                <a:cubicBezTo>
                  <a:pt x="9936617" y="1784942"/>
                  <a:pt x="9946952" y="1802046"/>
                  <a:pt x="9926030" y="1808763"/>
                </a:cubicBezTo>
                <a:cubicBezTo>
                  <a:pt x="9905079" y="1815506"/>
                  <a:pt x="9861316" y="1809128"/>
                  <a:pt x="9828166" y="1794574"/>
                </a:cubicBezTo>
                <a:cubicBezTo>
                  <a:pt x="9795600" y="1780204"/>
                  <a:pt x="9786181" y="1763333"/>
                  <a:pt x="9806937" y="1756825"/>
                </a:cubicBezTo>
                <a:cubicBezTo>
                  <a:pt x="9817315" y="1753583"/>
                  <a:pt x="9833278" y="1753499"/>
                  <a:pt x="9850740" y="1755995"/>
                </a:cubicBezTo>
                <a:close/>
                <a:moveTo>
                  <a:pt x="10122581" y="1750681"/>
                </a:moveTo>
                <a:cubicBezTo>
                  <a:pt x="10133395" y="1752204"/>
                  <a:pt x="10145251" y="1755302"/>
                  <a:pt x="10155602" y="1759611"/>
                </a:cubicBezTo>
                <a:cubicBezTo>
                  <a:pt x="10176581" y="1768280"/>
                  <a:pt x="10183749" y="1778641"/>
                  <a:pt x="10171385" y="1782676"/>
                </a:cubicBezTo>
                <a:cubicBezTo>
                  <a:pt x="10158964" y="1786764"/>
                  <a:pt x="10131930" y="1782911"/>
                  <a:pt x="10111006" y="1774163"/>
                </a:cubicBezTo>
                <a:cubicBezTo>
                  <a:pt x="10090331" y="1765442"/>
                  <a:pt x="10083524" y="1755159"/>
                  <a:pt x="10095833" y="1751201"/>
                </a:cubicBezTo>
                <a:cubicBezTo>
                  <a:pt x="10102003" y="1749210"/>
                  <a:pt x="10111769" y="1749158"/>
                  <a:pt x="10122581" y="1750681"/>
                </a:cubicBezTo>
                <a:close/>
                <a:moveTo>
                  <a:pt x="7798196" y="1743496"/>
                </a:moveTo>
                <a:cubicBezTo>
                  <a:pt x="7807981" y="1745039"/>
                  <a:pt x="7817615" y="1748182"/>
                  <a:pt x="7824840" y="1752582"/>
                </a:cubicBezTo>
                <a:cubicBezTo>
                  <a:pt x="7839150" y="1761434"/>
                  <a:pt x="7838039" y="1771951"/>
                  <a:pt x="7822200" y="1776090"/>
                </a:cubicBezTo>
                <a:cubicBezTo>
                  <a:pt x="7806389" y="1780204"/>
                  <a:pt x="7781910" y="1776299"/>
                  <a:pt x="7767683" y="1767369"/>
                </a:cubicBezTo>
                <a:cubicBezTo>
                  <a:pt x="7753373" y="1758517"/>
                  <a:pt x="7754817" y="1748026"/>
                  <a:pt x="7770657" y="1744016"/>
                </a:cubicBezTo>
                <a:cubicBezTo>
                  <a:pt x="7778478" y="1742012"/>
                  <a:pt x="7788412" y="1741953"/>
                  <a:pt x="7798196" y="1743496"/>
                </a:cubicBezTo>
                <a:close/>
                <a:moveTo>
                  <a:pt x="1416764" y="1742922"/>
                </a:moveTo>
                <a:cubicBezTo>
                  <a:pt x="1422016" y="1742038"/>
                  <a:pt x="1425461" y="1742844"/>
                  <a:pt x="1424321" y="1744745"/>
                </a:cubicBezTo>
                <a:cubicBezTo>
                  <a:pt x="1423266" y="1746594"/>
                  <a:pt x="1418153" y="1748833"/>
                  <a:pt x="1413096" y="1749666"/>
                </a:cubicBezTo>
                <a:cubicBezTo>
                  <a:pt x="1407844" y="1750525"/>
                  <a:pt x="1404538" y="1749666"/>
                  <a:pt x="1405427" y="1747869"/>
                </a:cubicBezTo>
                <a:cubicBezTo>
                  <a:pt x="1406511" y="1745943"/>
                  <a:pt x="1411595" y="1743782"/>
                  <a:pt x="1416764" y="1742922"/>
                </a:cubicBezTo>
                <a:close/>
                <a:moveTo>
                  <a:pt x="10372422" y="1742402"/>
                </a:moveTo>
                <a:cubicBezTo>
                  <a:pt x="10378312" y="1740423"/>
                  <a:pt x="10391705" y="1742298"/>
                  <a:pt x="10402541" y="1746567"/>
                </a:cubicBezTo>
                <a:cubicBezTo>
                  <a:pt x="10413323" y="1750863"/>
                  <a:pt x="10417214" y="1755940"/>
                  <a:pt x="10411267" y="1757945"/>
                </a:cubicBezTo>
                <a:cubicBezTo>
                  <a:pt x="10405265" y="1759923"/>
                  <a:pt x="10391649" y="1758075"/>
                  <a:pt x="10381035" y="1753753"/>
                </a:cubicBezTo>
                <a:cubicBezTo>
                  <a:pt x="10370225" y="1749431"/>
                  <a:pt x="10366309" y="1744355"/>
                  <a:pt x="10372422" y="1742402"/>
                </a:cubicBezTo>
                <a:close/>
                <a:moveTo>
                  <a:pt x="4104278" y="1742272"/>
                </a:moveTo>
                <a:cubicBezTo>
                  <a:pt x="4107251" y="1741673"/>
                  <a:pt x="4110085" y="1742272"/>
                  <a:pt x="4110614" y="1743548"/>
                </a:cubicBezTo>
                <a:cubicBezTo>
                  <a:pt x="4111142" y="1744823"/>
                  <a:pt x="4108918" y="1746411"/>
                  <a:pt x="4105973" y="1746984"/>
                </a:cubicBezTo>
                <a:cubicBezTo>
                  <a:pt x="4102806" y="1747609"/>
                  <a:pt x="4099971" y="1747036"/>
                  <a:pt x="4099416" y="1745734"/>
                </a:cubicBezTo>
                <a:cubicBezTo>
                  <a:pt x="4098915" y="1744407"/>
                  <a:pt x="4101083" y="1742897"/>
                  <a:pt x="4104278" y="1742272"/>
                </a:cubicBezTo>
                <a:close/>
                <a:moveTo>
                  <a:pt x="7455203" y="1740749"/>
                </a:moveTo>
                <a:cubicBezTo>
                  <a:pt x="7463178" y="1742024"/>
                  <a:pt x="7470826" y="1744628"/>
                  <a:pt x="7476231" y="1748260"/>
                </a:cubicBezTo>
                <a:cubicBezTo>
                  <a:pt x="7487372" y="1755601"/>
                  <a:pt x="7485428" y="1764244"/>
                  <a:pt x="7471923" y="1767681"/>
                </a:cubicBezTo>
                <a:cubicBezTo>
                  <a:pt x="7458308" y="1771091"/>
                  <a:pt x="7438357" y="1767889"/>
                  <a:pt x="7427521" y="1760470"/>
                </a:cubicBezTo>
                <a:cubicBezTo>
                  <a:pt x="7416573" y="1753180"/>
                  <a:pt x="7418795" y="1744563"/>
                  <a:pt x="7432216" y="1741205"/>
                </a:cubicBezTo>
                <a:cubicBezTo>
                  <a:pt x="7438927" y="1739525"/>
                  <a:pt x="7447228" y="1739473"/>
                  <a:pt x="7455203" y="1740749"/>
                </a:cubicBezTo>
                <a:close/>
                <a:moveTo>
                  <a:pt x="8126480" y="1740306"/>
                </a:moveTo>
                <a:cubicBezTo>
                  <a:pt x="8138348" y="1742149"/>
                  <a:pt x="8150206" y="1745890"/>
                  <a:pt x="8159278" y="1751097"/>
                </a:cubicBezTo>
                <a:cubicBezTo>
                  <a:pt x="8177562" y="1761641"/>
                  <a:pt x="8177700" y="1774163"/>
                  <a:pt x="8159251" y="1779058"/>
                </a:cubicBezTo>
                <a:cubicBezTo>
                  <a:pt x="8140996" y="1784031"/>
                  <a:pt x="8111236" y="1779318"/>
                  <a:pt x="8093091" y="1768697"/>
                </a:cubicBezTo>
                <a:cubicBezTo>
                  <a:pt x="8075086" y="1758179"/>
                  <a:pt x="8075419" y="1745734"/>
                  <a:pt x="8093619" y="1740918"/>
                </a:cubicBezTo>
                <a:cubicBezTo>
                  <a:pt x="8102733" y="1738523"/>
                  <a:pt x="8114611" y="1738464"/>
                  <a:pt x="8126480" y="1740306"/>
                </a:cubicBezTo>
                <a:close/>
                <a:moveTo>
                  <a:pt x="7086856" y="1736727"/>
                </a:moveTo>
                <a:cubicBezTo>
                  <a:pt x="7091748" y="1735503"/>
                  <a:pt x="7098694" y="1736649"/>
                  <a:pt x="7102362" y="1739278"/>
                </a:cubicBezTo>
                <a:cubicBezTo>
                  <a:pt x="7105863" y="1741882"/>
                  <a:pt x="7104752" y="1744928"/>
                  <a:pt x="7099805" y="1746151"/>
                </a:cubicBezTo>
                <a:cubicBezTo>
                  <a:pt x="7094804" y="1747349"/>
                  <a:pt x="7087829" y="1746204"/>
                  <a:pt x="7084329" y="1743626"/>
                </a:cubicBezTo>
                <a:cubicBezTo>
                  <a:pt x="7080688" y="1740970"/>
                  <a:pt x="7081799" y="1737898"/>
                  <a:pt x="7086856" y="1736727"/>
                </a:cubicBezTo>
                <a:close/>
                <a:moveTo>
                  <a:pt x="8440611" y="1734159"/>
                </a:moveTo>
                <a:cubicBezTo>
                  <a:pt x="8453712" y="1736154"/>
                  <a:pt x="8467057" y="1740215"/>
                  <a:pt x="8477573" y="1745890"/>
                </a:cubicBezTo>
                <a:cubicBezTo>
                  <a:pt x="8498637" y="1757372"/>
                  <a:pt x="8500385" y="1770961"/>
                  <a:pt x="8480880" y="1776325"/>
                </a:cubicBezTo>
                <a:cubicBezTo>
                  <a:pt x="8461596" y="1781662"/>
                  <a:pt x="8428726" y="1776559"/>
                  <a:pt x="8407663" y="1765000"/>
                </a:cubicBezTo>
                <a:cubicBezTo>
                  <a:pt x="8386684" y="1753518"/>
                  <a:pt x="8385657" y="1740059"/>
                  <a:pt x="8405105" y="1734825"/>
                </a:cubicBezTo>
                <a:cubicBezTo>
                  <a:pt x="8414652" y="1732235"/>
                  <a:pt x="8427510" y="1732164"/>
                  <a:pt x="8440611" y="1734159"/>
                </a:cubicBezTo>
                <a:close/>
                <a:moveTo>
                  <a:pt x="10633058" y="1729359"/>
                </a:moveTo>
                <a:cubicBezTo>
                  <a:pt x="10635477" y="1728474"/>
                  <a:pt x="10641451" y="1729333"/>
                  <a:pt x="10646229" y="1731156"/>
                </a:cubicBezTo>
                <a:cubicBezTo>
                  <a:pt x="10651092" y="1733004"/>
                  <a:pt x="10652815" y="1735165"/>
                  <a:pt x="10650340" y="1736050"/>
                </a:cubicBezTo>
                <a:cubicBezTo>
                  <a:pt x="10647925" y="1736909"/>
                  <a:pt x="10641978" y="1736102"/>
                  <a:pt x="10637254" y="1734279"/>
                </a:cubicBezTo>
                <a:cubicBezTo>
                  <a:pt x="10632476" y="1732405"/>
                  <a:pt x="10630586" y="1730192"/>
                  <a:pt x="10633058" y="1729359"/>
                </a:cubicBezTo>
                <a:close/>
                <a:moveTo>
                  <a:pt x="1147484" y="1728005"/>
                </a:moveTo>
                <a:cubicBezTo>
                  <a:pt x="1149596" y="1727641"/>
                  <a:pt x="1150791" y="1727954"/>
                  <a:pt x="1150402" y="1728682"/>
                </a:cubicBezTo>
                <a:cubicBezTo>
                  <a:pt x="1149846" y="1729411"/>
                  <a:pt x="1147651" y="1730323"/>
                  <a:pt x="1145761" y="1730634"/>
                </a:cubicBezTo>
                <a:cubicBezTo>
                  <a:pt x="1143678" y="1731000"/>
                  <a:pt x="1142260" y="1730661"/>
                  <a:pt x="1142705" y="1729958"/>
                </a:cubicBezTo>
                <a:cubicBezTo>
                  <a:pt x="1143289" y="1729203"/>
                  <a:pt x="1145345" y="1728318"/>
                  <a:pt x="1147484" y="1728005"/>
                </a:cubicBezTo>
                <a:close/>
                <a:moveTo>
                  <a:pt x="8741869" y="1725776"/>
                </a:moveTo>
                <a:cubicBezTo>
                  <a:pt x="8755571" y="1727823"/>
                  <a:pt x="8769694" y="1731989"/>
                  <a:pt x="8781059" y="1737794"/>
                </a:cubicBezTo>
                <a:cubicBezTo>
                  <a:pt x="8804176" y="1749510"/>
                  <a:pt x="8807206" y="1763568"/>
                  <a:pt x="8787894" y="1769009"/>
                </a:cubicBezTo>
                <a:cubicBezTo>
                  <a:pt x="8768500" y="1774554"/>
                  <a:pt x="8734042" y="1769322"/>
                  <a:pt x="8711230" y="1757424"/>
                </a:cubicBezTo>
                <a:cubicBezTo>
                  <a:pt x="8688417" y="1745657"/>
                  <a:pt x="8685945" y="1731833"/>
                  <a:pt x="8705201" y="1726469"/>
                </a:cubicBezTo>
                <a:cubicBezTo>
                  <a:pt x="8714886" y="1723801"/>
                  <a:pt x="8728167" y="1723730"/>
                  <a:pt x="8741869" y="1725776"/>
                </a:cubicBezTo>
                <a:close/>
                <a:moveTo>
                  <a:pt x="9031717" y="1716837"/>
                </a:moveTo>
                <a:cubicBezTo>
                  <a:pt x="9044738" y="1718751"/>
                  <a:pt x="9058355" y="1722643"/>
                  <a:pt x="9069510" y="1728058"/>
                </a:cubicBezTo>
                <a:cubicBezTo>
                  <a:pt x="9092016" y="1738940"/>
                  <a:pt x="9096212" y="1752009"/>
                  <a:pt x="9078652" y="1757086"/>
                </a:cubicBezTo>
                <a:cubicBezTo>
                  <a:pt x="9060980" y="1762214"/>
                  <a:pt x="9028440" y="1757320"/>
                  <a:pt x="9006017" y="1746308"/>
                </a:cubicBezTo>
                <a:cubicBezTo>
                  <a:pt x="8983815" y="1735399"/>
                  <a:pt x="8979926" y="1722460"/>
                  <a:pt x="8997488" y="1717488"/>
                </a:cubicBezTo>
                <a:cubicBezTo>
                  <a:pt x="9006267" y="1714988"/>
                  <a:pt x="9018695" y="1714923"/>
                  <a:pt x="9031717" y="1716837"/>
                </a:cubicBezTo>
                <a:close/>
                <a:moveTo>
                  <a:pt x="10882111" y="1713947"/>
                </a:moveTo>
                <a:cubicBezTo>
                  <a:pt x="10882693" y="1713817"/>
                  <a:pt x="10883887" y="1713947"/>
                  <a:pt x="10884944" y="1714364"/>
                </a:cubicBezTo>
                <a:cubicBezTo>
                  <a:pt x="10885833" y="1714728"/>
                  <a:pt x="10886055" y="1715171"/>
                  <a:pt x="10885722" y="1715300"/>
                </a:cubicBezTo>
                <a:cubicBezTo>
                  <a:pt x="10885165" y="1715457"/>
                  <a:pt x="10884193" y="1715327"/>
                  <a:pt x="10883138" y="1714937"/>
                </a:cubicBezTo>
                <a:cubicBezTo>
                  <a:pt x="10882054" y="1714572"/>
                  <a:pt x="10881666" y="1714155"/>
                  <a:pt x="10882111" y="1713947"/>
                </a:cubicBezTo>
                <a:close/>
                <a:moveTo>
                  <a:pt x="890101" y="1710302"/>
                </a:moveTo>
                <a:cubicBezTo>
                  <a:pt x="891155" y="1710172"/>
                  <a:pt x="891904" y="1710302"/>
                  <a:pt x="891460" y="1710719"/>
                </a:cubicBezTo>
                <a:cubicBezTo>
                  <a:pt x="891210" y="1711031"/>
                  <a:pt x="890153" y="1711421"/>
                  <a:pt x="888959" y="1711630"/>
                </a:cubicBezTo>
                <a:cubicBezTo>
                  <a:pt x="887931" y="1711786"/>
                  <a:pt x="887375" y="1711655"/>
                  <a:pt x="887626" y="1711292"/>
                </a:cubicBezTo>
                <a:cubicBezTo>
                  <a:pt x="887988" y="1710901"/>
                  <a:pt x="889099" y="1710485"/>
                  <a:pt x="890101" y="1710302"/>
                </a:cubicBezTo>
                <a:close/>
                <a:moveTo>
                  <a:pt x="3240488" y="1710149"/>
                </a:moveTo>
                <a:cubicBezTo>
                  <a:pt x="3245306" y="1711148"/>
                  <a:pt x="3248383" y="1713179"/>
                  <a:pt x="3248591" y="1716003"/>
                </a:cubicBezTo>
                <a:cubicBezTo>
                  <a:pt x="3248814" y="1721731"/>
                  <a:pt x="3237533" y="1728448"/>
                  <a:pt x="3223056" y="1731051"/>
                </a:cubicBezTo>
                <a:cubicBezTo>
                  <a:pt x="3208690" y="1733706"/>
                  <a:pt x="3196741" y="1731207"/>
                  <a:pt x="3196436" y="1725505"/>
                </a:cubicBezTo>
                <a:cubicBezTo>
                  <a:pt x="3196102" y="1719804"/>
                  <a:pt x="3207550" y="1713113"/>
                  <a:pt x="3221944" y="1710484"/>
                </a:cubicBezTo>
                <a:cubicBezTo>
                  <a:pt x="3229113" y="1709182"/>
                  <a:pt x="3235671" y="1709150"/>
                  <a:pt x="3240488" y="1710149"/>
                </a:cubicBezTo>
                <a:close/>
                <a:moveTo>
                  <a:pt x="3577334" y="1708923"/>
                </a:moveTo>
                <a:cubicBezTo>
                  <a:pt x="3583669" y="1707751"/>
                  <a:pt x="3589227" y="1708896"/>
                  <a:pt x="3589643" y="1711421"/>
                </a:cubicBezTo>
                <a:cubicBezTo>
                  <a:pt x="3590171" y="1714051"/>
                  <a:pt x="3585337" y="1717045"/>
                  <a:pt x="3579057" y="1718191"/>
                </a:cubicBezTo>
                <a:cubicBezTo>
                  <a:pt x="3572611" y="1719414"/>
                  <a:pt x="3567248" y="1718295"/>
                  <a:pt x="3566720" y="1715691"/>
                </a:cubicBezTo>
                <a:cubicBezTo>
                  <a:pt x="3566275" y="1713114"/>
                  <a:pt x="3570971" y="1710146"/>
                  <a:pt x="3577334" y="1708923"/>
                </a:cubicBezTo>
                <a:close/>
                <a:moveTo>
                  <a:pt x="2908915" y="1707911"/>
                </a:moveTo>
                <a:cubicBezTo>
                  <a:pt x="2914667" y="1709130"/>
                  <a:pt x="2918112" y="1711617"/>
                  <a:pt x="2917904" y="1715093"/>
                </a:cubicBezTo>
                <a:cubicBezTo>
                  <a:pt x="2917598" y="1722018"/>
                  <a:pt x="2902788" y="1730348"/>
                  <a:pt x="2884726" y="1733577"/>
                </a:cubicBezTo>
                <a:cubicBezTo>
                  <a:pt x="2866609" y="1736805"/>
                  <a:pt x="2852300" y="1733706"/>
                  <a:pt x="2852716" y="1726678"/>
                </a:cubicBezTo>
                <a:cubicBezTo>
                  <a:pt x="2853217" y="1719727"/>
                  <a:pt x="2868110" y="1711500"/>
                  <a:pt x="2886088" y="1708323"/>
                </a:cubicBezTo>
                <a:cubicBezTo>
                  <a:pt x="2895104" y="1706736"/>
                  <a:pt x="2903162" y="1706690"/>
                  <a:pt x="2908915" y="1707911"/>
                </a:cubicBezTo>
                <a:close/>
                <a:moveTo>
                  <a:pt x="9311602" y="1707897"/>
                </a:moveTo>
                <a:cubicBezTo>
                  <a:pt x="9322533" y="1709476"/>
                  <a:pt x="9334121" y="1712684"/>
                  <a:pt x="9343790" y="1717149"/>
                </a:cubicBezTo>
                <a:cubicBezTo>
                  <a:pt x="9363214" y="1726131"/>
                  <a:pt x="9367715" y="1736883"/>
                  <a:pt x="9353571" y="1741074"/>
                </a:cubicBezTo>
                <a:cubicBezTo>
                  <a:pt x="9339401" y="1745266"/>
                  <a:pt x="9312169" y="1741283"/>
                  <a:pt x="9292663" y="1732171"/>
                </a:cubicBezTo>
                <a:cubicBezTo>
                  <a:pt x="9273462" y="1723163"/>
                  <a:pt x="9269185" y="1712541"/>
                  <a:pt x="9283356" y="1708428"/>
                </a:cubicBezTo>
                <a:cubicBezTo>
                  <a:pt x="9290399" y="1706371"/>
                  <a:pt x="9300673" y="1706319"/>
                  <a:pt x="9311602" y="1707897"/>
                </a:cubicBezTo>
                <a:close/>
                <a:moveTo>
                  <a:pt x="2263197" y="1703454"/>
                </a:moveTo>
                <a:cubicBezTo>
                  <a:pt x="2267588" y="1702726"/>
                  <a:pt x="2270921" y="1703351"/>
                  <a:pt x="2270421" y="1704991"/>
                </a:cubicBezTo>
                <a:cubicBezTo>
                  <a:pt x="2270005" y="1706657"/>
                  <a:pt x="2266060" y="1708635"/>
                  <a:pt x="2261586" y="1709365"/>
                </a:cubicBezTo>
                <a:cubicBezTo>
                  <a:pt x="2257195" y="1710145"/>
                  <a:pt x="2253945" y="1709391"/>
                  <a:pt x="2254417" y="1707750"/>
                </a:cubicBezTo>
                <a:cubicBezTo>
                  <a:pt x="2254917" y="1706110"/>
                  <a:pt x="2258835" y="1704184"/>
                  <a:pt x="2263197" y="1703454"/>
                </a:cubicBezTo>
                <a:close/>
                <a:moveTo>
                  <a:pt x="2590662" y="1702704"/>
                </a:moveTo>
                <a:cubicBezTo>
                  <a:pt x="2596260" y="1703924"/>
                  <a:pt x="2599442" y="1706410"/>
                  <a:pt x="2598914" y="1709886"/>
                </a:cubicBezTo>
                <a:cubicBezTo>
                  <a:pt x="2597830" y="1716837"/>
                  <a:pt x="2582075" y="1725012"/>
                  <a:pt x="2563597" y="1728266"/>
                </a:cubicBezTo>
                <a:cubicBezTo>
                  <a:pt x="2545314" y="1731494"/>
                  <a:pt x="2531337" y="1728448"/>
                  <a:pt x="2532477" y="1721445"/>
                </a:cubicBezTo>
                <a:cubicBezTo>
                  <a:pt x="2533782" y="1714520"/>
                  <a:pt x="2549648" y="1706293"/>
                  <a:pt x="2567905" y="1703117"/>
                </a:cubicBezTo>
                <a:cubicBezTo>
                  <a:pt x="2577047" y="1701529"/>
                  <a:pt x="2585063" y="1701483"/>
                  <a:pt x="2590662" y="1702704"/>
                </a:cubicBezTo>
                <a:close/>
                <a:moveTo>
                  <a:pt x="3952146" y="1694864"/>
                </a:moveTo>
                <a:cubicBezTo>
                  <a:pt x="3955231" y="1694291"/>
                  <a:pt x="3958037" y="1694811"/>
                  <a:pt x="3958455" y="1696087"/>
                </a:cubicBezTo>
                <a:cubicBezTo>
                  <a:pt x="3958926" y="1697336"/>
                  <a:pt x="3956703" y="1698899"/>
                  <a:pt x="3953675" y="1699445"/>
                </a:cubicBezTo>
                <a:cubicBezTo>
                  <a:pt x="3950617" y="1700018"/>
                  <a:pt x="3947784" y="1699445"/>
                  <a:pt x="3947312" y="1698170"/>
                </a:cubicBezTo>
                <a:cubicBezTo>
                  <a:pt x="3946950" y="1696920"/>
                  <a:pt x="3949174" y="1695436"/>
                  <a:pt x="3952146" y="1694864"/>
                </a:cubicBezTo>
                <a:close/>
                <a:moveTo>
                  <a:pt x="1974717" y="1691766"/>
                </a:moveTo>
                <a:cubicBezTo>
                  <a:pt x="1978163" y="1691219"/>
                  <a:pt x="1980497" y="1691766"/>
                  <a:pt x="1980219" y="1693015"/>
                </a:cubicBezTo>
                <a:cubicBezTo>
                  <a:pt x="1979664" y="1694239"/>
                  <a:pt x="1976385" y="1695723"/>
                  <a:pt x="1972884" y="1696347"/>
                </a:cubicBezTo>
                <a:cubicBezTo>
                  <a:pt x="1969577" y="1696920"/>
                  <a:pt x="1966993" y="1696347"/>
                  <a:pt x="1967521" y="1695124"/>
                </a:cubicBezTo>
                <a:cubicBezTo>
                  <a:pt x="1968048" y="1693848"/>
                  <a:pt x="1971300" y="1692365"/>
                  <a:pt x="1974717" y="1691766"/>
                </a:cubicBezTo>
                <a:close/>
                <a:moveTo>
                  <a:pt x="9579154" y="1691643"/>
                </a:moveTo>
                <a:cubicBezTo>
                  <a:pt x="9591709" y="1693426"/>
                  <a:pt x="9605178" y="1697051"/>
                  <a:pt x="9616627" y="1702102"/>
                </a:cubicBezTo>
                <a:cubicBezTo>
                  <a:pt x="9639801" y="1712255"/>
                  <a:pt x="9645997" y="1724386"/>
                  <a:pt x="9630381" y="1729125"/>
                </a:cubicBezTo>
                <a:cubicBezTo>
                  <a:pt x="9614681" y="1733889"/>
                  <a:pt x="9583145" y="1729411"/>
                  <a:pt x="9560165" y="1719128"/>
                </a:cubicBezTo>
                <a:cubicBezTo>
                  <a:pt x="9537353" y="1708922"/>
                  <a:pt x="9531489" y="1696894"/>
                  <a:pt x="9547161" y="1692235"/>
                </a:cubicBezTo>
                <a:cubicBezTo>
                  <a:pt x="9554955" y="1689917"/>
                  <a:pt x="9566598" y="1689859"/>
                  <a:pt x="9579154" y="1691643"/>
                </a:cubicBezTo>
                <a:close/>
                <a:moveTo>
                  <a:pt x="7574880" y="1676259"/>
                </a:moveTo>
                <a:cubicBezTo>
                  <a:pt x="7582736" y="1677493"/>
                  <a:pt x="7590337" y="1679998"/>
                  <a:pt x="7595852" y="1683486"/>
                </a:cubicBezTo>
                <a:cubicBezTo>
                  <a:pt x="7606855" y="1690464"/>
                  <a:pt x="7605327" y="1698769"/>
                  <a:pt x="7592128" y="1702023"/>
                </a:cubicBezTo>
                <a:cubicBezTo>
                  <a:pt x="7578957" y="1705277"/>
                  <a:pt x="7559451" y="1702205"/>
                  <a:pt x="7548447" y="1695150"/>
                </a:cubicBezTo>
                <a:cubicBezTo>
                  <a:pt x="7537666" y="1688121"/>
                  <a:pt x="7539417" y="1679868"/>
                  <a:pt x="7552366" y="1676666"/>
                </a:cubicBezTo>
                <a:cubicBezTo>
                  <a:pt x="7558909" y="1675065"/>
                  <a:pt x="7567023" y="1675026"/>
                  <a:pt x="7574880" y="1676259"/>
                </a:cubicBezTo>
                <a:close/>
                <a:moveTo>
                  <a:pt x="7224345" y="1676198"/>
                </a:moveTo>
                <a:cubicBezTo>
                  <a:pt x="7231570" y="1674505"/>
                  <a:pt x="7241823" y="1676093"/>
                  <a:pt x="7247297" y="1679842"/>
                </a:cubicBezTo>
                <a:cubicBezTo>
                  <a:pt x="7252687" y="1683617"/>
                  <a:pt x="7251354" y="1688069"/>
                  <a:pt x="7244074" y="1689814"/>
                </a:cubicBezTo>
                <a:cubicBezTo>
                  <a:pt x="7236960" y="1691532"/>
                  <a:pt x="7226596" y="1689866"/>
                  <a:pt x="7221177" y="1686091"/>
                </a:cubicBezTo>
                <a:cubicBezTo>
                  <a:pt x="7215704" y="1682341"/>
                  <a:pt x="7217093" y="1677916"/>
                  <a:pt x="7224345" y="1676198"/>
                </a:cubicBezTo>
                <a:close/>
                <a:moveTo>
                  <a:pt x="1701186" y="1674219"/>
                </a:moveTo>
                <a:cubicBezTo>
                  <a:pt x="1709300" y="1672917"/>
                  <a:pt x="1714719" y="1674166"/>
                  <a:pt x="1713496" y="1677005"/>
                </a:cubicBezTo>
                <a:cubicBezTo>
                  <a:pt x="1712079" y="1679842"/>
                  <a:pt x="1704494" y="1683226"/>
                  <a:pt x="1696408" y="1684528"/>
                </a:cubicBezTo>
                <a:cubicBezTo>
                  <a:pt x="1688544" y="1685830"/>
                  <a:pt x="1682875" y="1684580"/>
                  <a:pt x="1684320" y="1681717"/>
                </a:cubicBezTo>
                <a:cubicBezTo>
                  <a:pt x="1685709" y="1678905"/>
                  <a:pt x="1693407" y="1675520"/>
                  <a:pt x="1701186" y="1674219"/>
                </a:cubicBezTo>
                <a:close/>
                <a:moveTo>
                  <a:pt x="7897283" y="1671355"/>
                </a:moveTo>
                <a:cubicBezTo>
                  <a:pt x="7908506" y="1673080"/>
                  <a:pt x="7919551" y="1676588"/>
                  <a:pt x="7927817" y="1681482"/>
                </a:cubicBezTo>
                <a:cubicBezTo>
                  <a:pt x="7944684" y="1691297"/>
                  <a:pt x="7943711" y="1703038"/>
                  <a:pt x="7925956" y="1707646"/>
                </a:cubicBezTo>
                <a:cubicBezTo>
                  <a:pt x="7907784" y="1712281"/>
                  <a:pt x="7879663" y="1707906"/>
                  <a:pt x="7863103" y="1697962"/>
                </a:cubicBezTo>
                <a:cubicBezTo>
                  <a:pt x="7846653" y="1688094"/>
                  <a:pt x="7847820" y="1676458"/>
                  <a:pt x="7865687" y="1671927"/>
                </a:cubicBezTo>
                <a:cubicBezTo>
                  <a:pt x="7874661" y="1669688"/>
                  <a:pt x="7886061" y="1669630"/>
                  <a:pt x="7897283" y="1671355"/>
                </a:cubicBezTo>
                <a:close/>
                <a:moveTo>
                  <a:pt x="9834533" y="1670242"/>
                </a:moveTo>
                <a:cubicBezTo>
                  <a:pt x="9851444" y="1672585"/>
                  <a:pt x="9869803" y="1677356"/>
                  <a:pt x="9885684" y="1684033"/>
                </a:cubicBezTo>
                <a:cubicBezTo>
                  <a:pt x="9917778" y="1697519"/>
                  <a:pt x="9927557" y="1713634"/>
                  <a:pt x="9907386" y="1719960"/>
                </a:cubicBezTo>
                <a:cubicBezTo>
                  <a:pt x="9887044" y="1726312"/>
                  <a:pt x="9844365" y="1720273"/>
                  <a:pt x="9812523" y="1706631"/>
                </a:cubicBezTo>
                <a:cubicBezTo>
                  <a:pt x="9780818" y="1693041"/>
                  <a:pt x="9771786" y="1677134"/>
                  <a:pt x="9792071" y="1671017"/>
                </a:cubicBezTo>
                <a:cubicBezTo>
                  <a:pt x="9802158" y="1667984"/>
                  <a:pt x="9817621" y="1667899"/>
                  <a:pt x="9834533" y="1670242"/>
                </a:cubicBezTo>
                <a:close/>
                <a:moveTo>
                  <a:pt x="6880626" y="1668179"/>
                </a:moveTo>
                <a:cubicBezTo>
                  <a:pt x="6881460" y="1668023"/>
                  <a:pt x="6882432" y="1668205"/>
                  <a:pt x="6882988" y="1668543"/>
                </a:cubicBezTo>
                <a:cubicBezTo>
                  <a:pt x="6883433" y="1668856"/>
                  <a:pt x="6883238" y="1669325"/>
                  <a:pt x="6882460" y="1669481"/>
                </a:cubicBezTo>
                <a:cubicBezTo>
                  <a:pt x="6881765" y="1669663"/>
                  <a:pt x="6880848" y="1669481"/>
                  <a:pt x="6880264" y="1669116"/>
                </a:cubicBezTo>
                <a:cubicBezTo>
                  <a:pt x="6879931" y="1668752"/>
                  <a:pt x="6880098" y="1668335"/>
                  <a:pt x="6880626" y="1668179"/>
                </a:cubicBezTo>
                <a:close/>
                <a:moveTo>
                  <a:pt x="8204876" y="1665963"/>
                </a:moveTo>
                <a:cubicBezTo>
                  <a:pt x="8217123" y="1667815"/>
                  <a:pt x="8229426" y="1671564"/>
                  <a:pt x="8238888" y="1676770"/>
                </a:cubicBezTo>
                <a:cubicBezTo>
                  <a:pt x="8258004" y="1687314"/>
                  <a:pt x="8258448" y="1699862"/>
                  <a:pt x="8239720" y="1704757"/>
                </a:cubicBezTo>
                <a:cubicBezTo>
                  <a:pt x="8220992" y="1709703"/>
                  <a:pt x="8190233" y="1705043"/>
                  <a:pt x="8171310" y="1694421"/>
                </a:cubicBezTo>
                <a:cubicBezTo>
                  <a:pt x="8152498" y="1683799"/>
                  <a:pt x="8152554" y="1671355"/>
                  <a:pt x="8171198" y="1666539"/>
                </a:cubicBezTo>
                <a:cubicBezTo>
                  <a:pt x="8180438" y="1664156"/>
                  <a:pt x="8192630" y="1664111"/>
                  <a:pt x="8204876" y="1665963"/>
                </a:cubicBezTo>
                <a:close/>
                <a:moveTo>
                  <a:pt x="1438104" y="1659744"/>
                </a:moveTo>
                <a:cubicBezTo>
                  <a:pt x="1443078" y="1658910"/>
                  <a:pt x="1446467" y="1659692"/>
                  <a:pt x="1445356" y="1661436"/>
                </a:cubicBezTo>
                <a:cubicBezTo>
                  <a:pt x="1444412" y="1663180"/>
                  <a:pt x="1439437" y="1665290"/>
                  <a:pt x="1434380" y="1666096"/>
                </a:cubicBezTo>
                <a:cubicBezTo>
                  <a:pt x="1429267" y="1666929"/>
                  <a:pt x="1425933" y="1666148"/>
                  <a:pt x="1427100" y="1664378"/>
                </a:cubicBezTo>
                <a:cubicBezTo>
                  <a:pt x="1428045" y="1662634"/>
                  <a:pt x="1432991" y="1660525"/>
                  <a:pt x="1438104" y="1659744"/>
                </a:cubicBezTo>
                <a:close/>
                <a:moveTo>
                  <a:pt x="8499522" y="1658504"/>
                </a:moveTo>
                <a:cubicBezTo>
                  <a:pt x="8511930" y="1660342"/>
                  <a:pt x="8524574" y="1664079"/>
                  <a:pt x="8534479" y="1669272"/>
                </a:cubicBezTo>
                <a:cubicBezTo>
                  <a:pt x="8554544" y="1679712"/>
                  <a:pt x="8556459" y="1692260"/>
                  <a:pt x="8538342" y="1697129"/>
                </a:cubicBezTo>
                <a:cubicBezTo>
                  <a:pt x="8520143" y="1702075"/>
                  <a:pt x="8488965" y="1697363"/>
                  <a:pt x="8468988" y="1686767"/>
                </a:cubicBezTo>
                <a:cubicBezTo>
                  <a:pt x="8449175" y="1676275"/>
                  <a:pt x="8447843" y="1663909"/>
                  <a:pt x="8465958" y="1659119"/>
                </a:cubicBezTo>
                <a:cubicBezTo>
                  <a:pt x="8474933" y="1656724"/>
                  <a:pt x="8487112" y="1656665"/>
                  <a:pt x="8499522" y="1658504"/>
                </a:cubicBezTo>
                <a:close/>
                <a:moveTo>
                  <a:pt x="10085803" y="1656275"/>
                </a:moveTo>
                <a:cubicBezTo>
                  <a:pt x="10101467" y="1658410"/>
                  <a:pt x="10118688" y="1662764"/>
                  <a:pt x="10133818" y="1668856"/>
                </a:cubicBezTo>
                <a:cubicBezTo>
                  <a:pt x="10164023" y="1681118"/>
                  <a:pt x="10174386" y="1695775"/>
                  <a:pt x="10156465" y="1701529"/>
                </a:cubicBezTo>
                <a:cubicBezTo>
                  <a:pt x="10138236" y="1707282"/>
                  <a:pt x="10098889" y="1701815"/>
                  <a:pt x="10068466" y="1689370"/>
                </a:cubicBezTo>
                <a:cubicBezTo>
                  <a:pt x="10038510" y="1677031"/>
                  <a:pt x="10028925" y="1662607"/>
                  <a:pt x="10047123" y="1657010"/>
                </a:cubicBezTo>
                <a:cubicBezTo>
                  <a:pt x="10056029" y="1654225"/>
                  <a:pt x="10070137" y="1654140"/>
                  <a:pt x="10085803" y="1656275"/>
                </a:cubicBezTo>
                <a:close/>
                <a:moveTo>
                  <a:pt x="10335991" y="1650352"/>
                </a:moveTo>
                <a:cubicBezTo>
                  <a:pt x="10344268" y="1651465"/>
                  <a:pt x="10353444" y="1653730"/>
                  <a:pt x="10361585" y="1656880"/>
                </a:cubicBezTo>
                <a:cubicBezTo>
                  <a:pt x="10377783" y="1663180"/>
                  <a:pt x="10383675" y="1670782"/>
                  <a:pt x="10374561" y="1673698"/>
                </a:cubicBezTo>
                <a:cubicBezTo>
                  <a:pt x="10365391" y="1676614"/>
                  <a:pt x="10344857" y="1673853"/>
                  <a:pt x="10328545" y="1667449"/>
                </a:cubicBezTo>
                <a:cubicBezTo>
                  <a:pt x="10312290" y="1661071"/>
                  <a:pt x="10306790" y="1653573"/>
                  <a:pt x="10315793" y="1650735"/>
                </a:cubicBezTo>
                <a:cubicBezTo>
                  <a:pt x="10320336" y="1649278"/>
                  <a:pt x="10327714" y="1649239"/>
                  <a:pt x="10335991" y="1650352"/>
                </a:cubicBezTo>
                <a:close/>
                <a:moveTo>
                  <a:pt x="8781967" y="1647150"/>
                </a:moveTo>
                <a:cubicBezTo>
                  <a:pt x="8795367" y="1649096"/>
                  <a:pt x="8809233" y="1653053"/>
                  <a:pt x="8820404" y="1658572"/>
                </a:cubicBezTo>
                <a:cubicBezTo>
                  <a:pt x="8842939" y="1669663"/>
                  <a:pt x="8846106" y="1682940"/>
                  <a:pt x="8827434" y="1688147"/>
                </a:cubicBezTo>
                <a:cubicBezTo>
                  <a:pt x="8808539" y="1693328"/>
                  <a:pt x="8774833" y="1688381"/>
                  <a:pt x="8752521" y="1677161"/>
                </a:cubicBezTo>
                <a:cubicBezTo>
                  <a:pt x="8730402" y="1665992"/>
                  <a:pt x="8727595" y="1652871"/>
                  <a:pt x="8746324" y="1647794"/>
                </a:cubicBezTo>
                <a:cubicBezTo>
                  <a:pt x="8755632" y="1645269"/>
                  <a:pt x="8768567" y="1645204"/>
                  <a:pt x="8781967" y="1647150"/>
                </a:cubicBezTo>
                <a:close/>
                <a:moveTo>
                  <a:pt x="3152373" y="1644657"/>
                </a:moveTo>
                <a:cubicBezTo>
                  <a:pt x="3157034" y="1645614"/>
                  <a:pt x="3159938" y="1647560"/>
                  <a:pt x="3159980" y="1650267"/>
                </a:cubicBezTo>
                <a:cubicBezTo>
                  <a:pt x="3160341" y="1655683"/>
                  <a:pt x="3149005" y="1662138"/>
                  <a:pt x="3134749" y="1664664"/>
                </a:cubicBezTo>
                <a:cubicBezTo>
                  <a:pt x="3120606" y="1667163"/>
                  <a:pt x="3108963" y="1664768"/>
                  <a:pt x="3108852" y="1659301"/>
                </a:cubicBezTo>
                <a:cubicBezTo>
                  <a:pt x="3108713" y="1653911"/>
                  <a:pt x="3120106" y="1647507"/>
                  <a:pt x="3134222" y="1644982"/>
                </a:cubicBezTo>
                <a:cubicBezTo>
                  <a:pt x="3141294" y="1643733"/>
                  <a:pt x="3147712" y="1643701"/>
                  <a:pt x="3152373" y="1644657"/>
                </a:cubicBezTo>
                <a:close/>
                <a:moveTo>
                  <a:pt x="3481669" y="1644582"/>
                </a:moveTo>
                <a:cubicBezTo>
                  <a:pt x="3485993" y="1645444"/>
                  <a:pt x="3488848" y="1647195"/>
                  <a:pt x="3489195" y="1649616"/>
                </a:cubicBezTo>
                <a:cubicBezTo>
                  <a:pt x="3490056" y="1654536"/>
                  <a:pt x="3480386" y="1660368"/>
                  <a:pt x="3467994" y="1662660"/>
                </a:cubicBezTo>
                <a:cubicBezTo>
                  <a:pt x="3455268" y="1664899"/>
                  <a:pt x="3444542" y="1662737"/>
                  <a:pt x="3443959" y="1657791"/>
                </a:cubicBezTo>
                <a:cubicBezTo>
                  <a:pt x="3443292" y="1652922"/>
                  <a:pt x="3452851" y="1647117"/>
                  <a:pt x="3465327" y="1644877"/>
                </a:cubicBezTo>
                <a:cubicBezTo>
                  <a:pt x="3471551" y="1643745"/>
                  <a:pt x="3477344" y="1643719"/>
                  <a:pt x="3481669" y="1644582"/>
                </a:cubicBezTo>
                <a:close/>
                <a:moveTo>
                  <a:pt x="1185135" y="1644487"/>
                </a:moveTo>
                <a:cubicBezTo>
                  <a:pt x="1186163" y="1644331"/>
                  <a:pt x="1186802" y="1644487"/>
                  <a:pt x="1186607" y="1644852"/>
                </a:cubicBezTo>
                <a:cubicBezTo>
                  <a:pt x="1186357" y="1645190"/>
                  <a:pt x="1185385" y="1645607"/>
                  <a:pt x="1184301" y="1645763"/>
                </a:cubicBezTo>
                <a:cubicBezTo>
                  <a:pt x="1183440" y="1645893"/>
                  <a:pt x="1182689" y="1645763"/>
                  <a:pt x="1182884" y="1645398"/>
                </a:cubicBezTo>
                <a:cubicBezTo>
                  <a:pt x="1183162" y="1645087"/>
                  <a:pt x="1184023" y="1644644"/>
                  <a:pt x="1185135" y="1644487"/>
                </a:cubicBezTo>
                <a:close/>
                <a:moveTo>
                  <a:pt x="3817327" y="1643888"/>
                </a:moveTo>
                <a:cubicBezTo>
                  <a:pt x="3819133" y="1643550"/>
                  <a:pt x="3820856" y="1643862"/>
                  <a:pt x="3820995" y="1644565"/>
                </a:cubicBezTo>
                <a:cubicBezTo>
                  <a:pt x="3821245" y="1645216"/>
                  <a:pt x="3819994" y="1646076"/>
                  <a:pt x="3818132" y="1646414"/>
                </a:cubicBezTo>
                <a:cubicBezTo>
                  <a:pt x="3816493" y="1646753"/>
                  <a:pt x="3814798" y="1646388"/>
                  <a:pt x="3814603" y="1645737"/>
                </a:cubicBezTo>
                <a:cubicBezTo>
                  <a:pt x="3814437" y="1645034"/>
                  <a:pt x="3815660" y="1644227"/>
                  <a:pt x="3817327" y="1643888"/>
                </a:cubicBezTo>
                <a:close/>
                <a:moveTo>
                  <a:pt x="10578069" y="1643446"/>
                </a:moveTo>
                <a:cubicBezTo>
                  <a:pt x="10578986" y="1643108"/>
                  <a:pt x="10581292" y="1643446"/>
                  <a:pt x="10583042" y="1644097"/>
                </a:cubicBezTo>
                <a:cubicBezTo>
                  <a:pt x="10584933" y="1644800"/>
                  <a:pt x="10585737" y="1645659"/>
                  <a:pt x="10584708" y="1645971"/>
                </a:cubicBezTo>
                <a:cubicBezTo>
                  <a:pt x="10583793" y="1646258"/>
                  <a:pt x="10581319" y="1645971"/>
                  <a:pt x="10579625" y="1645268"/>
                </a:cubicBezTo>
                <a:cubicBezTo>
                  <a:pt x="10577763" y="1644592"/>
                  <a:pt x="10577069" y="1643758"/>
                  <a:pt x="10578069" y="1643446"/>
                </a:cubicBezTo>
                <a:close/>
                <a:moveTo>
                  <a:pt x="2842286" y="1638545"/>
                </a:moveTo>
                <a:cubicBezTo>
                  <a:pt x="2847548" y="1639651"/>
                  <a:pt x="2850660" y="1641897"/>
                  <a:pt x="2850466" y="1645008"/>
                </a:cubicBezTo>
                <a:cubicBezTo>
                  <a:pt x="2850049" y="1651282"/>
                  <a:pt x="2836183" y="1658728"/>
                  <a:pt x="2819373" y="1661670"/>
                </a:cubicBezTo>
                <a:cubicBezTo>
                  <a:pt x="2802395" y="1664612"/>
                  <a:pt x="2789363" y="1661826"/>
                  <a:pt x="2790002" y="1655526"/>
                </a:cubicBezTo>
                <a:cubicBezTo>
                  <a:pt x="2790502" y="1649225"/>
                  <a:pt x="2804451" y="1641779"/>
                  <a:pt x="2821206" y="1638916"/>
                </a:cubicBezTo>
                <a:cubicBezTo>
                  <a:pt x="2829612" y="1637471"/>
                  <a:pt x="2837024" y="1637438"/>
                  <a:pt x="2842286" y="1638545"/>
                </a:cubicBezTo>
                <a:close/>
                <a:moveTo>
                  <a:pt x="9054606" y="1637745"/>
                </a:moveTo>
                <a:cubicBezTo>
                  <a:pt x="9066413" y="1639431"/>
                  <a:pt x="9078762" y="1642861"/>
                  <a:pt x="9088903" y="1647637"/>
                </a:cubicBezTo>
                <a:cubicBezTo>
                  <a:pt x="9109439" y="1657244"/>
                  <a:pt x="9113079" y="1668699"/>
                  <a:pt x="9097212" y="1673203"/>
                </a:cubicBezTo>
                <a:cubicBezTo>
                  <a:pt x="9081320" y="1677707"/>
                  <a:pt x="9051836" y="1673490"/>
                  <a:pt x="9031413" y="1663727"/>
                </a:cubicBezTo>
                <a:cubicBezTo>
                  <a:pt x="9011297" y="1654068"/>
                  <a:pt x="9007740" y="1642691"/>
                  <a:pt x="9023579" y="1638317"/>
                </a:cubicBezTo>
                <a:cubicBezTo>
                  <a:pt x="9031539" y="1636117"/>
                  <a:pt x="9042801" y="1636059"/>
                  <a:pt x="9054606" y="1637745"/>
                </a:cubicBezTo>
                <a:close/>
                <a:moveTo>
                  <a:pt x="2537267" y="1634061"/>
                </a:moveTo>
                <a:cubicBezTo>
                  <a:pt x="2540562" y="1634764"/>
                  <a:pt x="2542411" y="1636196"/>
                  <a:pt x="2542008" y="1638187"/>
                </a:cubicBezTo>
                <a:cubicBezTo>
                  <a:pt x="2541285" y="1642170"/>
                  <a:pt x="2531949" y="1646883"/>
                  <a:pt x="2521196" y="1648731"/>
                </a:cubicBezTo>
                <a:cubicBezTo>
                  <a:pt x="2510358" y="1650579"/>
                  <a:pt x="2501940" y="1648809"/>
                  <a:pt x="2502857" y="1644826"/>
                </a:cubicBezTo>
                <a:cubicBezTo>
                  <a:pt x="2503579" y="1640842"/>
                  <a:pt x="2512943" y="1636130"/>
                  <a:pt x="2523836" y="1634308"/>
                </a:cubicBezTo>
                <a:cubicBezTo>
                  <a:pt x="2529226" y="1633384"/>
                  <a:pt x="2533970" y="1633358"/>
                  <a:pt x="2537267" y="1634061"/>
                </a:cubicBezTo>
                <a:close/>
                <a:moveTo>
                  <a:pt x="2240330" y="1627435"/>
                </a:moveTo>
                <a:cubicBezTo>
                  <a:pt x="2243552" y="1626863"/>
                  <a:pt x="2245998" y="1627409"/>
                  <a:pt x="2245664" y="1628633"/>
                </a:cubicBezTo>
                <a:cubicBezTo>
                  <a:pt x="2245387" y="1629857"/>
                  <a:pt x="2242274" y="1631263"/>
                  <a:pt x="2238940" y="1631809"/>
                </a:cubicBezTo>
                <a:cubicBezTo>
                  <a:pt x="2235606" y="1632356"/>
                  <a:pt x="2233132" y="1631860"/>
                  <a:pt x="2233632" y="1630637"/>
                </a:cubicBezTo>
                <a:cubicBezTo>
                  <a:pt x="2233966" y="1629388"/>
                  <a:pt x="2236856" y="1627956"/>
                  <a:pt x="2240330" y="1627435"/>
                </a:cubicBezTo>
                <a:close/>
                <a:moveTo>
                  <a:pt x="4188138" y="1625821"/>
                </a:moveTo>
                <a:cubicBezTo>
                  <a:pt x="4189082" y="1625665"/>
                  <a:pt x="4189804" y="1625821"/>
                  <a:pt x="4190000" y="1626186"/>
                </a:cubicBezTo>
                <a:cubicBezTo>
                  <a:pt x="4190138" y="1626498"/>
                  <a:pt x="4189721" y="1626915"/>
                  <a:pt x="4188692" y="1627071"/>
                </a:cubicBezTo>
                <a:cubicBezTo>
                  <a:pt x="4187942" y="1627227"/>
                  <a:pt x="4187192" y="1627097"/>
                  <a:pt x="4186998" y="1626732"/>
                </a:cubicBezTo>
                <a:cubicBezTo>
                  <a:pt x="4186748" y="1626368"/>
                  <a:pt x="4187471" y="1625978"/>
                  <a:pt x="4188138" y="1625821"/>
                </a:cubicBezTo>
                <a:close/>
                <a:moveTo>
                  <a:pt x="944087" y="1625691"/>
                </a:moveTo>
                <a:cubicBezTo>
                  <a:pt x="945143" y="1625534"/>
                  <a:pt x="945671" y="1625742"/>
                  <a:pt x="945476" y="1626055"/>
                </a:cubicBezTo>
                <a:cubicBezTo>
                  <a:pt x="945282" y="1626367"/>
                  <a:pt x="944198" y="1626810"/>
                  <a:pt x="943142" y="1626992"/>
                </a:cubicBezTo>
                <a:cubicBezTo>
                  <a:pt x="942058" y="1627097"/>
                  <a:pt x="941419" y="1626992"/>
                  <a:pt x="941836" y="1626628"/>
                </a:cubicBezTo>
                <a:cubicBezTo>
                  <a:pt x="942031" y="1626289"/>
                  <a:pt x="943142" y="1625872"/>
                  <a:pt x="944087" y="1625691"/>
                </a:cubicBezTo>
                <a:close/>
                <a:moveTo>
                  <a:pt x="9316789" y="1624816"/>
                </a:moveTo>
                <a:cubicBezTo>
                  <a:pt x="9328224" y="1626427"/>
                  <a:pt x="9340358" y="1629701"/>
                  <a:pt x="9350515" y="1634256"/>
                </a:cubicBezTo>
                <a:cubicBezTo>
                  <a:pt x="9371076" y="1643446"/>
                  <a:pt x="9375718" y="1654407"/>
                  <a:pt x="9360964" y="1658676"/>
                </a:cubicBezTo>
                <a:cubicBezTo>
                  <a:pt x="9345987" y="1662972"/>
                  <a:pt x="9317366" y="1658859"/>
                  <a:pt x="9297028" y="1649616"/>
                </a:cubicBezTo>
                <a:cubicBezTo>
                  <a:pt x="9276686" y="1640427"/>
                  <a:pt x="9272378" y="1629544"/>
                  <a:pt x="9287273" y="1625352"/>
                </a:cubicBezTo>
                <a:cubicBezTo>
                  <a:pt x="9294623" y="1623257"/>
                  <a:pt x="9305355" y="1623205"/>
                  <a:pt x="9316789" y="1624816"/>
                </a:cubicBezTo>
                <a:close/>
                <a:moveTo>
                  <a:pt x="7346967" y="1614443"/>
                </a:moveTo>
                <a:cubicBezTo>
                  <a:pt x="7354886" y="1612569"/>
                  <a:pt x="7366584" y="1614313"/>
                  <a:pt x="7372725" y="1618427"/>
                </a:cubicBezTo>
                <a:cubicBezTo>
                  <a:pt x="7379172" y="1622514"/>
                  <a:pt x="7377727" y="1627434"/>
                  <a:pt x="7369752" y="1629309"/>
                </a:cubicBezTo>
                <a:cubicBezTo>
                  <a:pt x="7361750" y="1631262"/>
                  <a:pt x="7350191" y="1629413"/>
                  <a:pt x="7343911" y="1625300"/>
                </a:cubicBezTo>
                <a:cubicBezTo>
                  <a:pt x="7337603" y="1621187"/>
                  <a:pt x="7338993" y="1616344"/>
                  <a:pt x="7346967" y="1614443"/>
                </a:cubicBezTo>
                <a:close/>
                <a:moveTo>
                  <a:pt x="7025338" y="1614079"/>
                </a:moveTo>
                <a:cubicBezTo>
                  <a:pt x="7026088" y="1613897"/>
                  <a:pt x="7026977" y="1614079"/>
                  <a:pt x="7027505" y="1614418"/>
                </a:cubicBezTo>
                <a:cubicBezTo>
                  <a:pt x="7028033" y="1614756"/>
                  <a:pt x="7027755" y="1615146"/>
                  <a:pt x="7027088" y="1615303"/>
                </a:cubicBezTo>
                <a:cubicBezTo>
                  <a:pt x="7026311" y="1615459"/>
                  <a:pt x="7025449" y="1615303"/>
                  <a:pt x="7024977" y="1614965"/>
                </a:cubicBezTo>
                <a:cubicBezTo>
                  <a:pt x="7024532" y="1614626"/>
                  <a:pt x="7024671" y="1614209"/>
                  <a:pt x="7025338" y="1614079"/>
                </a:cubicBezTo>
                <a:close/>
                <a:moveTo>
                  <a:pt x="1971244" y="1613220"/>
                </a:moveTo>
                <a:cubicBezTo>
                  <a:pt x="1974551" y="1612673"/>
                  <a:pt x="1976885" y="1613220"/>
                  <a:pt x="1976469" y="1614418"/>
                </a:cubicBezTo>
                <a:cubicBezTo>
                  <a:pt x="1976080" y="1615589"/>
                  <a:pt x="1972829" y="1617021"/>
                  <a:pt x="1969521" y="1617568"/>
                </a:cubicBezTo>
                <a:cubicBezTo>
                  <a:pt x="1966160" y="1618088"/>
                  <a:pt x="1963743" y="1617568"/>
                  <a:pt x="1964214" y="1616396"/>
                </a:cubicBezTo>
                <a:cubicBezTo>
                  <a:pt x="1964687" y="1615198"/>
                  <a:pt x="1967827" y="1613767"/>
                  <a:pt x="1971244" y="1613220"/>
                </a:cubicBezTo>
                <a:close/>
                <a:moveTo>
                  <a:pt x="7677338" y="1612834"/>
                </a:moveTo>
                <a:cubicBezTo>
                  <a:pt x="7683470" y="1613755"/>
                  <a:pt x="7689409" y="1615642"/>
                  <a:pt x="7693716" y="1618298"/>
                </a:cubicBezTo>
                <a:cubicBezTo>
                  <a:pt x="7702525" y="1623582"/>
                  <a:pt x="7701441" y="1629883"/>
                  <a:pt x="7691465" y="1632330"/>
                </a:cubicBezTo>
                <a:cubicBezTo>
                  <a:pt x="7681351" y="1634803"/>
                  <a:pt x="7666207" y="1632512"/>
                  <a:pt x="7657343" y="1627175"/>
                </a:cubicBezTo>
                <a:cubicBezTo>
                  <a:pt x="7648729" y="1621864"/>
                  <a:pt x="7649869" y="1615616"/>
                  <a:pt x="7659816" y="1613168"/>
                </a:cubicBezTo>
                <a:cubicBezTo>
                  <a:pt x="7664887" y="1611958"/>
                  <a:pt x="7671208" y="1611913"/>
                  <a:pt x="7677338" y="1612834"/>
                </a:cubicBezTo>
                <a:close/>
                <a:moveTo>
                  <a:pt x="11031600" y="1608066"/>
                </a:moveTo>
                <a:cubicBezTo>
                  <a:pt x="11032129" y="1607936"/>
                  <a:pt x="11033213" y="1608066"/>
                  <a:pt x="11034158" y="1608430"/>
                </a:cubicBezTo>
                <a:cubicBezTo>
                  <a:pt x="11035157" y="1608742"/>
                  <a:pt x="11035575" y="1609133"/>
                  <a:pt x="11035185" y="1609315"/>
                </a:cubicBezTo>
                <a:cubicBezTo>
                  <a:pt x="11034601" y="1609446"/>
                  <a:pt x="11033464" y="1609315"/>
                  <a:pt x="11032462" y="1608977"/>
                </a:cubicBezTo>
                <a:cubicBezTo>
                  <a:pt x="11031545" y="1608613"/>
                  <a:pt x="11031129" y="1608248"/>
                  <a:pt x="11031600" y="1608066"/>
                </a:cubicBezTo>
                <a:close/>
                <a:moveTo>
                  <a:pt x="9566723" y="1604428"/>
                </a:moveTo>
                <a:cubicBezTo>
                  <a:pt x="9582157" y="1606557"/>
                  <a:pt x="9598718" y="1610878"/>
                  <a:pt x="9612764" y="1616892"/>
                </a:cubicBezTo>
                <a:cubicBezTo>
                  <a:pt x="9641191" y="1629049"/>
                  <a:pt x="9648969" y="1643602"/>
                  <a:pt x="9629658" y="1649278"/>
                </a:cubicBezTo>
                <a:cubicBezTo>
                  <a:pt x="9610347" y="1655005"/>
                  <a:pt x="9571447" y="1649564"/>
                  <a:pt x="9543131" y="1637224"/>
                </a:cubicBezTo>
                <a:cubicBezTo>
                  <a:pt x="9515096" y="1625040"/>
                  <a:pt x="9508120" y="1610669"/>
                  <a:pt x="9527431" y="1605124"/>
                </a:cubicBezTo>
                <a:cubicBezTo>
                  <a:pt x="9536975" y="1602365"/>
                  <a:pt x="9551287" y="1602300"/>
                  <a:pt x="9566723" y="1604428"/>
                </a:cubicBezTo>
                <a:close/>
                <a:moveTo>
                  <a:pt x="7979861" y="1601450"/>
                </a:moveTo>
                <a:cubicBezTo>
                  <a:pt x="7990900" y="1603100"/>
                  <a:pt x="8001855" y="1606452"/>
                  <a:pt x="8010121" y="1611112"/>
                </a:cubicBezTo>
                <a:cubicBezTo>
                  <a:pt x="8026542" y="1620484"/>
                  <a:pt x="8026097" y="1631627"/>
                  <a:pt x="8008731" y="1635975"/>
                </a:cubicBezTo>
                <a:cubicBezTo>
                  <a:pt x="7991226" y="1640348"/>
                  <a:pt x="7963856" y="1636209"/>
                  <a:pt x="7947267" y="1626758"/>
                </a:cubicBezTo>
                <a:cubicBezTo>
                  <a:pt x="7930846" y="1617334"/>
                  <a:pt x="7931790" y="1606243"/>
                  <a:pt x="7949102" y="1602000"/>
                </a:cubicBezTo>
                <a:cubicBezTo>
                  <a:pt x="7957702" y="1599852"/>
                  <a:pt x="7968823" y="1599800"/>
                  <a:pt x="7979861" y="1601450"/>
                </a:cubicBezTo>
                <a:close/>
                <a:moveTo>
                  <a:pt x="1715579" y="1594528"/>
                </a:moveTo>
                <a:cubicBezTo>
                  <a:pt x="1723332" y="1593305"/>
                  <a:pt x="1728723" y="1594476"/>
                  <a:pt x="1727389" y="1597158"/>
                </a:cubicBezTo>
                <a:cubicBezTo>
                  <a:pt x="1726138" y="1599839"/>
                  <a:pt x="1718831" y="1603041"/>
                  <a:pt x="1710940" y="1604265"/>
                </a:cubicBezTo>
                <a:cubicBezTo>
                  <a:pt x="1703131" y="1605488"/>
                  <a:pt x="1697824" y="1604291"/>
                  <a:pt x="1699102" y="1601635"/>
                </a:cubicBezTo>
                <a:cubicBezTo>
                  <a:pt x="1700408" y="1598980"/>
                  <a:pt x="1707855" y="1595778"/>
                  <a:pt x="1715579" y="1594528"/>
                </a:cubicBezTo>
                <a:close/>
                <a:moveTo>
                  <a:pt x="8267994" y="1592995"/>
                </a:moveTo>
                <a:cubicBezTo>
                  <a:pt x="8279948" y="1594742"/>
                  <a:pt x="8291988" y="1598303"/>
                  <a:pt x="8301296" y="1603275"/>
                </a:cubicBezTo>
                <a:cubicBezTo>
                  <a:pt x="8320163" y="1613273"/>
                  <a:pt x="8320913" y="1625222"/>
                  <a:pt x="8302879" y="1629882"/>
                </a:cubicBezTo>
                <a:cubicBezTo>
                  <a:pt x="8284734" y="1634594"/>
                  <a:pt x="8254670" y="1630117"/>
                  <a:pt x="8235998" y="1620015"/>
                </a:cubicBezTo>
                <a:cubicBezTo>
                  <a:pt x="8217326" y="1609966"/>
                  <a:pt x="8217103" y="1598146"/>
                  <a:pt x="8235192" y="1593591"/>
                </a:cubicBezTo>
                <a:cubicBezTo>
                  <a:pt x="8244167" y="1591313"/>
                  <a:pt x="8256038" y="1591248"/>
                  <a:pt x="8267994" y="1592995"/>
                </a:cubicBezTo>
                <a:close/>
                <a:moveTo>
                  <a:pt x="9809597" y="1587322"/>
                </a:moveTo>
                <a:cubicBezTo>
                  <a:pt x="9826234" y="1589568"/>
                  <a:pt x="9844269" y="1594137"/>
                  <a:pt x="9859787" y="1600515"/>
                </a:cubicBezTo>
                <a:cubicBezTo>
                  <a:pt x="9891158" y="1613376"/>
                  <a:pt x="9900690" y="1628788"/>
                  <a:pt x="9880850" y="1634802"/>
                </a:cubicBezTo>
                <a:cubicBezTo>
                  <a:pt x="9860732" y="1640895"/>
                  <a:pt x="9818885" y="1635115"/>
                  <a:pt x="9787487" y="1622046"/>
                </a:cubicBezTo>
                <a:cubicBezTo>
                  <a:pt x="9756531" y="1609133"/>
                  <a:pt x="9747834" y="1593928"/>
                  <a:pt x="9767784" y="1588071"/>
                </a:cubicBezTo>
                <a:cubicBezTo>
                  <a:pt x="9777719" y="1585155"/>
                  <a:pt x="9792961" y="1585078"/>
                  <a:pt x="9809597" y="1587322"/>
                </a:cubicBezTo>
                <a:close/>
                <a:moveTo>
                  <a:pt x="3699761" y="1586483"/>
                </a:moveTo>
                <a:cubicBezTo>
                  <a:pt x="3704068" y="1585702"/>
                  <a:pt x="3707819" y="1586431"/>
                  <a:pt x="3708292" y="1588097"/>
                </a:cubicBezTo>
                <a:cubicBezTo>
                  <a:pt x="3708681" y="1589763"/>
                  <a:pt x="3705402" y="1591742"/>
                  <a:pt x="3701179" y="1592523"/>
                </a:cubicBezTo>
                <a:cubicBezTo>
                  <a:pt x="3696816" y="1593278"/>
                  <a:pt x="3692926" y="1592549"/>
                  <a:pt x="3692621" y="1590856"/>
                </a:cubicBezTo>
                <a:cubicBezTo>
                  <a:pt x="3692231" y="1589190"/>
                  <a:pt x="3695371" y="1587264"/>
                  <a:pt x="3699761" y="1586483"/>
                </a:cubicBezTo>
                <a:close/>
                <a:moveTo>
                  <a:pt x="3385732" y="1584099"/>
                </a:moveTo>
                <a:cubicBezTo>
                  <a:pt x="3389345" y="1584798"/>
                  <a:pt x="3391678" y="1586223"/>
                  <a:pt x="3391886" y="1588202"/>
                </a:cubicBezTo>
                <a:cubicBezTo>
                  <a:pt x="3392387" y="1592237"/>
                  <a:pt x="3384162" y="1597001"/>
                  <a:pt x="3373603" y="1598876"/>
                </a:cubicBezTo>
                <a:cubicBezTo>
                  <a:pt x="3363072" y="1600750"/>
                  <a:pt x="3354263" y="1598980"/>
                  <a:pt x="3353708" y="1594919"/>
                </a:cubicBezTo>
                <a:cubicBezTo>
                  <a:pt x="3353235" y="1590962"/>
                  <a:pt x="3361405" y="1586171"/>
                  <a:pt x="3371909" y="1584349"/>
                </a:cubicBezTo>
                <a:cubicBezTo>
                  <a:pt x="3377230" y="1583425"/>
                  <a:pt x="3382120" y="1583399"/>
                  <a:pt x="3385732" y="1584099"/>
                </a:cubicBezTo>
                <a:close/>
                <a:moveTo>
                  <a:pt x="8544107" y="1581934"/>
                </a:moveTo>
                <a:cubicBezTo>
                  <a:pt x="8557036" y="1583789"/>
                  <a:pt x="8570227" y="1587564"/>
                  <a:pt x="8580633" y="1592836"/>
                </a:cubicBezTo>
                <a:cubicBezTo>
                  <a:pt x="8601751" y="1603458"/>
                  <a:pt x="8603696" y="1616084"/>
                  <a:pt x="8584967" y="1621005"/>
                </a:cubicBezTo>
                <a:cubicBezTo>
                  <a:pt x="8566128" y="1626003"/>
                  <a:pt x="8533675" y="1621265"/>
                  <a:pt x="8512778" y="1610565"/>
                </a:cubicBezTo>
                <a:cubicBezTo>
                  <a:pt x="8492133" y="1599891"/>
                  <a:pt x="8490467" y="1587394"/>
                  <a:pt x="8509168" y="1582552"/>
                </a:cubicBezTo>
                <a:cubicBezTo>
                  <a:pt x="8518516" y="1580144"/>
                  <a:pt x="8531181" y="1580079"/>
                  <a:pt x="8544107" y="1581934"/>
                </a:cubicBezTo>
                <a:close/>
                <a:moveTo>
                  <a:pt x="3078427" y="1579591"/>
                </a:moveTo>
                <a:cubicBezTo>
                  <a:pt x="3082240" y="1580352"/>
                  <a:pt x="3084609" y="1581901"/>
                  <a:pt x="3084651" y="1584062"/>
                </a:cubicBezTo>
                <a:cubicBezTo>
                  <a:pt x="3084762" y="1588410"/>
                  <a:pt x="3075204" y="1593617"/>
                  <a:pt x="3063645" y="1595569"/>
                </a:cubicBezTo>
                <a:cubicBezTo>
                  <a:pt x="3051863" y="1597600"/>
                  <a:pt x="3042443" y="1595674"/>
                  <a:pt x="3042415" y="1591299"/>
                </a:cubicBezTo>
                <a:cubicBezTo>
                  <a:pt x="3042582" y="1586952"/>
                  <a:pt x="3051779" y="1581823"/>
                  <a:pt x="3063533" y="1579845"/>
                </a:cubicBezTo>
                <a:cubicBezTo>
                  <a:pt x="3069355" y="1578856"/>
                  <a:pt x="3074613" y="1578829"/>
                  <a:pt x="3078427" y="1579591"/>
                </a:cubicBezTo>
                <a:close/>
                <a:moveTo>
                  <a:pt x="1468919" y="1579402"/>
                </a:moveTo>
                <a:cubicBezTo>
                  <a:pt x="1473225" y="1578699"/>
                  <a:pt x="1476088" y="1579402"/>
                  <a:pt x="1475337" y="1580860"/>
                </a:cubicBezTo>
                <a:cubicBezTo>
                  <a:pt x="1474420" y="1582370"/>
                  <a:pt x="1470169" y="1584114"/>
                  <a:pt x="1465751" y="1584843"/>
                </a:cubicBezTo>
                <a:cubicBezTo>
                  <a:pt x="1461388" y="1585494"/>
                  <a:pt x="1458332" y="1584869"/>
                  <a:pt x="1459305" y="1583359"/>
                </a:cubicBezTo>
                <a:cubicBezTo>
                  <a:pt x="1460055" y="1581901"/>
                  <a:pt x="1464473" y="1580079"/>
                  <a:pt x="1468919" y="1579402"/>
                </a:cubicBezTo>
                <a:close/>
                <a:moveTo>
                  <a:pt x="10047501" y="1574277"/>
                </a:moveTo>
                <a:cubicBezTo>
                  <a:pt x="10062018" y="1576200"/>
                  <a:pt x="10077926" y="1580118"/>
                  <a:pt x="10091833" y="1585598"/>
                </a:cubicBezTo>
                <a:cubicBezTo>
                  <a:pt x="10119868" y="1596637"/>
                  <a:pt x="10129345" y="1609888"/>
                  <a:pt x="10112645" y="1615043"/>
                </a:cubicBezTo>
                <a:cubicBezTo>
                  <a:pt x="10095668" y="1620224"/>
                  <a:pt x="10058989" y="1615277"/>
                  <a:pt x="10031064" y="1604083"/>
                </a:cubicBezTo>
                <a:cubicBezTo>
                  <a:pt x="10003389" y="1592992"/>
                  <a:pt x="9994745" y="1579974"/>
                  <a:pt x="10011502" y="1574924"/>
                </a:cubicBezTo>
                <a:cubicBezTo>
                  <a:pt x="10019852" y="1572425"/>
                  <a:pt x="10032981" y="1572354"/>
                  <a:pt x="10047501" y="1574277"/>
                </a:cubicBezTo>
                <a:close/>
                <a:moveTo>
                  <a:pt x="8809101" y="1569607"/>
                </a:moveTo>
                <a:cubicBezTo>
                  <a:pt x="8822556" y="1571507"/>
                  <a:pt x="8836492" y="1575367"/>
                  <a:pt x="8847774" y="1580730"/>
                </a:cubicBezTo>
                <a:cubicBezTo>
                  <a:pt x="8870447" y="1591560"/>
                  <a:pt x="8873698" y="1604525"/>
                  <a:pt x="8854915" y="1609601"/>
                </a:cubicBezTo>
                <a:cubicBezTo>
                  <a:pt x="8836186" y="1614679"/>
                  <a:pt x="8802288" y="1609862"/>
                  <a:pt x="8779696" y="1598902"/>
                </a:cubicBezTo>
                <a:cubicBezTo>
                  <a:pt x="8757439" y="1587993"/>
                  <a:pt x="8754576" y="1575185"/>
                  <a:pt x="8773306" y="1570238"/>
                </a:cubicBezTo>
                <a:cubicBezTo>
                  <a:pt x="8782670" y="1567765"/>
                  <a:pt x="8795646" y="1567706"/>
                  <a:pt x="8809101" y="1569607"/>
                </a:cubicBezTo>
                <a:close/>
                <a:moveTo>
                  <a:pt x="2792746" y="1568340"/>
                </a:moveTo>
                <a:cubicBezTo>
                  <a:pt x="2797901" y="1569385"/>
                  <a:pt x="2800979" y="1571513"/>
                  <a:pt x="2800700" y="1574481"/>
                </a:cubicBezTo>
                <a:cubicBezTo>
                  <a:pt x="2800173" y="1580443"/>
                  <a:pt x="2786419" y="1587550"/>
                  <a:pt x="2770080" y="1590310"/>
                </a:cubicBezTo>
                <a:cubicBezTo>
                  <a:pt x="2753546" y="1593095"/>
                  <a:pt x="2740876" y="1590466"/>
                  <a:pt x="2741404" y="1584452"/>
                </a:cubicBezTo>
                <a:cubicBezTo>
                  <a:pt x="2742182" y="1578464"/>
                  <a:pt x="2755908" y="1571436"/>
                  <a:pt x="2772330" y="1568701"/>
                </a:cubicBezTo>
                <a:cubicBezTo>
                  <a:pt x="2780361" y="1567335"/>
                  <a:pt x="2787592" y="1567295"/>
                  <a:pt x="2792746" y="1568340"/>
                </a:cubicBezTo>
                <a:close/>
                <a:moveTo>
                  <a:pt x="10283559" y="1566786"/>
                </a:moveTo>
                <a:cubicBezTo>
                  <a:pt x="10291567" y="1567837"/>
                  <a:pt x="10300439" y="1569965"/>
                  <a:pt x="10308289" y="1572920"/>
                </a:cubicBezTo>
                <a:cubicBezTo>
                  <a:pt x="10323767" y="1578855"/>
                  <a:pt x="10329406" y="1585962"/>
                  <a:pt x="10320405" y="1588723"/>
                </a:cubicBezTo>
                <a:cubicBezTo>
                  <a:pt x="10311596" y="1591509"/>
                  <a:pt x="10291702" y="1588878"/>
                  <a:pt x="10276113" y="1582839"/>
                </a:cubicBezTo>
                <a:cubicBezTo>
                  <a:pt x="10260442" y="1576903"/>
                  <a:pt x="10255079" y="1569874"/>
                  <a:pt x="10263999" y="1567114"/>
                </a:cubicBezTo>
                <a:cubicBezTo>
                  <a:pt x="10268402" y="1565760"/>
                  <a:pt x="10275549" y="1565734"/>
                  <a:pt x="10283559" y="1566786"/>
                </a:cubicBezTo>
                <a:close/>
                <a:moveTo>
                  <a:pt x="2494632" y="1563833"/>
                </a:moveTo>
                <a:cubicBezTo>
                  <a:pt x="2500995" y="1562766"/>
                  <a:pt x="2506024" y="1563755"/>
                  <a:pt x="2505413" y="1566098"/>
                </a:cubicBezTo>
                <a:cubicBezTo>
                  <a:pt x="2505107" y="1568363"/>
                  <a:pt x="2499467" y="1571123"/>
                  <a:pt x="2492964" y="1572190"/>
                </a:cubicBezTo>
                <a:cubicBezTo>
                  <a:pt x="2486518" y="1573232"/>
                  <a:pt x="2481627" y="1572242"/>
                  <a:pt x="2482016" y="1569951"/>
                </a:cubicBezTo>
                <a:cubicBezTo>
                  <a:pt x="2482600" y="1567608"/>
                  <a:pt x="2488185" y="1564900"/>
                  <a:pt x="2494632" y="1563833"/>
                </a:cubicBezTo>
                <a:close/>
                <a:moveTo>
                  <a:pt x="1232233" y="1562427"/>
                </a:moveTo>
                <a:cubicBezTo>
                  <a:pt x="1234984" y="1562037"/>
                  <a:pt x="1236373" y="1562401"/>
                  <a:pt x="1235790" y="1563234"/>
                </a:cubicBezTo>
                <a:cubicBezTo>
                  <a:pt x="1235317" y="1564042"/>
                  <a:pt x="1232872" y="1565005"/>
                  <a:pt x="1230399" y="1565395"/>
                </a:cubicBezTo>
                <a:cubicBezTo>
                  <a:pt x="1227787" y="1565786"/>
                  <a:pt x="1226232" y="1565422"/>
                  <a:pt x="1226787" y="1564614"/>
                </a:cubicBezTo>
                <a:cubicBezTo>
                  <a:pt x="1227426" y="1563781"/>
                  <a:pt x="1229872" y="1562817"/>
                  <a:pt x="1232233" y="1562427"/>
                </a:cubicBezTo>
                <a:close/>
                <a:moveTo>
                  <a:pt x="10504712" y="1556466"/>
                </a:moveTo>
                <a:cubicBezTo>
                  <a:pt x="10507935" y="1555398"/>
                  <a:pt x="10515715" y="1556414"/>
                  <a:pt x="10521938" y="1558679"/>
                </a:cubicBezTo>
                <a:cubicBezTo>
                  <a:pt x="10528165" y="1560970"/>
                  <a:pt x="10530582" y="1563704"/>
                  <a:pt x="10527164" y="1564745"/>
                </a:cubicBezTo>
                <a:cubicBezTo>
                  <a:pt x="10523914" y="1565813"/>
                  <a:pt x="10516104" y="1564823"/>
                  <a:pt x="10509881" y="1562532"/>
                </a:cubicBezTo>
                <a:cubicBezTo>
                  <a:pt x="10503572" y="1560241"/>
                  <a:pt x="10501406" y="1557507"/>
                  <a:pt x="10504712" y="1556466"/>
                </a:cubicBezTo>
                <a:close/>
                <a:moveTo>
                  <a:pt x="9064344" y="1556381"/>
                </a:moveTo>
                <a:cubicBezTo>
                  <a:pt x="9077901" y="1558262"/>
                  <a:pt x="9092114" y="1562089"/>
                  <a:pt x="9103827" y="1567426"/>
                </a:cubicBezTo>
                <a:cubicBezTo>
                  <a:pt x="9127333" y="1578101"/>
                  <a:pt x="9131835" y="1590935"/>
                  <a:pt x="9113745" y="1596011"/>
                </a:cubicBezTo>
                <a:cubicBezTo>
                  <a:pt x="9095436" y="1601062"/>
                  <a:pt x="9061285" y="1596272"/>
                  <a:pt x="9037833" y="1585415"/>
                </a:cubicBezTo>
                <a:cubicBezTo>
                  <a:pt x="9014576" y="1574612"/>
                  <a:pt x="9010658" y="1561933"/>
                  <a:pt x="9028803" y="1557012"/>
                </a:cubicBezTo>
                <a:cubicBezTo>
                  <a:pt x="9037888" y="1554565"/>
                  <a:pt x="9050788" y="1554500"/>
                  <a:pt x="9064344" y="1556381"/>
                </a:cubicBezTo>
                <a:close/>
                <a:moveTo>
                  <a:pt x="7151850" y="1555893"/>
                </a:moveTo>
                <a:cubicBezTo>
                  <a:pt x="7153517" y="1555529"/>
                  <a:pt x="7155823" y="1555893"/>
                  <a:pt x="7157157" y="1556727"/>
                </a:cubicBezTo>
                <a:cubicBezTo>
                  <a:pt x="7158324" y="1557507"/>
                  <a:pt x="7157907" y="1558445"/>
                  <a:pt x="7156212" y="1558862"/>
                </a:cubicBezTo>
                <a:cubicBezTo>
                  <a:pt x="7154656" y="1559199"/>
                  <a:pt x="7152322" y="1558887"/>
                  <a:pt x="7151016" y="1558106"/>
                </a:cubicBezTo>
                <a:cubicBezTo>
                  <a:pt x="7149905" y="1557273"/>
                  <a:pt x="7150238" y="1556283"/>
                  <a:pt x="7151850" y="1555893"/>
                </a:cubicBezTo>
                <a:close/>
                <a:moveTo>
                  <a:pt x="7460780" y="1555815"/>
                </a:moveTo>
                <a:cubicBezTo>
                  <a:pt x="7463949" y="1555060"/>
                  <a:pt x="7468644" y="1555763"/>
                  <a:pt x="7471423" y="1557403"/>
                </a:cubicBezTo>
                <a:cubicBezTo>
                  <a:pt x="7473924" y="1559043"/>
                  <a:pt x="7473451" y="1560970"/>
                  <a:pt x="7470256" y="1561724"/>
                </a:cubicBezTo>
                <a:cubicBezTo>
                  <a:pt x="7467005" y="1562506"/>
                  <a:pt x="7462225" y="1561803"/>
                  <a:pt x="7459586" y="1560162"/>
                </a:cubicBezTo>
                <a:cubicBezTo>
                  <a:pt x="7457057" y="1558523"/>
                  <a:pt x="7457419" y="1556570"/>
                  <a:pt x="7460780" y="1555815"/>
                </a:cubicBezTo>
                <a:close/>
                <a:moveTo>
                  <a:pt x="2230854" y="1551546"/>
                </a:moveTo>
                <a:cubicBezTo>
                  <a:pt x="2235188" y="1550869"/>
                  <a:pt x="2238078" y="1551493"/>
                  <a:pt x="2237605" y="1552978"/>
                </a:cubicBezTo>
                <a:cubicBezTo>
                  <a:pt x="2237078" y="1554461"/>
                  <a:pt x="2233465" y="1556180"/>
                  <a:pt x="2229186" y="1556831"/>
                </a:cubicBezTo>
                <a:cubicBezTo>
                  <a:pt x="2224991" y="1557507"/>
                  <a:pt x="2222101" y="1556883"/>
                  <a:pt x="2222546" y="1555398"/>
                </a:cubicBezTo>
                <a:cubicBezTo>
                  <a:pt x="2222935" y="1553941"/>
                  <a:pt x="2226741" y="1552222"/>
                  <a:pt x="2230854" y="1551546"/>
                </a:cubicBezTo>
                <a:close/>
                <a:moveTo>
                  <a:pt x="9312024" y="1545695"/>
                </a:moveTo>
                <a:cubicBezTo>
                  <a:pt x="9323174" y="1547212"/>
                  <a:pt x="9335011" y="1550297"/>
                  <a:pt x="9344960" y="1554592"/>
                </a:cubicBezTo>
                <a:cubicBezTo>
                  <a:pt x="9364714" y="1563261"/>
                  <a:pt x="9369356" y="1573597"/>
                  <a:pt x="9354906" y="1577658"/>
                </a:cubicBezTo>
                <a:cubicBezTo>
                  <a:pt x="9340513" y="1581694"/>
                  <a:pt x="9312448" y="1577840"/>
                  <a:pt x="9292692" y="1569119"/>
                </a:cubicBezTo>
                <a:cubicBezTo>
                  <a:pt x="9273101" y="1560398"/>
                  <a:pt x="9268795" y="1550166"/>
                  <a:pt x="9283217" y="1546208"/>
                </a:cubicBezTo>
                <a:cubicBezTo>
                  <a:pt x="9290413" y="1544230"/>
                  <a:pt x="9300874" y="1544179"/>
                  <a:pt x="9312024" y="1545695"/>
                </a:cubicBezTo>
                <a:close/>
                <a:moveTo>
                  <a:pt x="1004939" y="1544386"/>
                </a:moveTo>
                <a:cubicBezTo>
                  <a:pt x="1005940" y="1544204"/>
                  <a:pt x="1006579" y="1544386"/>
                  <a:pt x="1006217" y="1544724"/>
                </a:cubicBezTo>
                <a:cubicBezTo>
                  <a:pt x="1005995" y="1545011"/>
                  <a:pt x="1005162" y="1545401"/>
                  <a:pt x="1004105" y="1545531"/>
                </a:cubicBezTo>
                <a:cubicBezTo>
                  <a:pt x="1003105" y="1545687"/>
                  <a:pt x="1002466" y="1545558"/>
                  <a:pt x="1002633" y="1545219"/>
                </a:cubicBezTo>
                <a:cubicBezTo>
                  <a:pt x="1002939" y="1544933"/>
                  <a:pt x="1003994" y="1544516"/>
                  <a:pt x="1004939" y="1544386"/>
                </a:cubicBezTo>
                <a:close/>
                <a:moveTo>
                  <a:pt x="7764311" y="1542528"/>
                </a:moveTo>
                <a:cubicBezTo>
                  <a:pt x="7772428" y="1543729"/>
                  <a:pt x="7780368" y="1546170"/>
                  <a:pt x="7786273" y="1549567"/>
                </a:cubicBezTo>
                <a:cubicBezTo>
                  <a:pt x="7798110" y="1556362"/>
                  <a:pt x="7797193" y="1564563"/>
                  <a:pt x="7783883" y="1567713"/>
                </a:cubicBezTo>
                <a:cubicBezTo>
                  <a:pt x="7770768" y="1570915"/>
                  <a:pt x="7750289" y="1567869"/>
                  <a:pt x="7738563" y="1561022"/>
                </a:cubicBezTo>
                <a:cubicBezTo>
                  <a:pt x="7726893" y="1554149"/>
                  <a:pt x="7728198" y="1546078"/>
                  <a:pt x="7741286" y="1542928"/>
                </a:cubicBezTo>
                <a:cubicBezTo>
                  <a:pt x="7747899" y="1541366"/>
                  <a:pt x="7756193" y="1541327"/>
                  <a:pt x="7764311" y="1542528"/>
                </a:cubicBezTo>
                <a:close/>
                <a:moveTo>
                  <a:pt x="10730090" y="1541913"/>
                </a:moveTo>
                <a:cubicBezTo>
                  <a:pt x="10730896" y="1541600"/>
                  <a:pt x="10733203" y="1541887"/>
                  <a:pt x="10734951" y="1542538"/>
                </a:cubicBezTo>
                <a:cubicBezTo>
                  <a:pt x="10736898" y="1543189"/>
                  <a:pt x="10737592" y="1543918"/>
                  <a:pt x="10736674" y="1544230"/>
                </a:cubicBezTo>
                <a:cubicBezTo>
                  <a:pt x="10735674" y="1544542"/>
                  <a:pt x="10733452" y="1544256"/>
                  <a:pt x="10731619" y="1543605"/>
                </a:cubicBezTo>
                <a:cubicBezTo>
                  <a:pt x="10729810" y="1542955"/>
                  <a:pt x="10729089" y="1542226"/>
                  <a:pt x="10730090" y="1541913"/>
                </a:cubicBezTo>
                <a:close/>
                <a:moveTo>
                  <a:pt x="1979330" y="1536601"/>
                </a:moveTo>
                <a:cubicBezTo>
                  <a:pt x="1982554" y="1536081"/>
                  <a:pt x="1984887" y="1536601"/>
                  <a:pt x="1984415" y="1537721"/>
                </a:cubicBezTo>
                <a:cubicBezTo>
                  <a:pt x="1984027" y="1538814"/>
                  <a:pt x="1980969" y="1540142"/>
                  <a:pt x="1977691" y="1540636"/>
                </a:cubicBezTo>
                <a:cubicBezTo>
                  <a:pt x="1974412" y="1541209"/>
                  <a:pt x="1972022" y="1540715"/>
                  <a:pt x="1972606" y="1539569"/>
                </a:cubicBezTo>
                <a:cubicBezTo>
                  <a:pt x="1973050" y="1538450"/>
                  <a:pt x="1976162" y="1537122"/>
                  <a:pt x="1979330" y="1536601"/>
                </a:cubicBezTo>
                <a:close/>
                <a:moveTo>
                  <a:pt x="8046733" y="1533436"/>
                </a:moveTo>
                <a:cubicBezTo>
                  <a:pt x="8056350" y="1534832"/>
                  <a:pt x="8065930" y="1537670"/>
                  <a:pt x="8073196" y="1541626"/>
                </a:cubicBezTo>
                <a:cubicBezTo>
                  <a:pt x="8087757" y="1549515"/>
                  <a:pt x="8087562" y="1558991"/>
                  <a:pt x="8072557" y="1562688"/>
                </a:cubicBezTo>
                <a:cubicBezTo>
                  <a:pt x="8057580" y="1566385"/>
                  <a:pt x="8033516" y="1562923"/>
                  <a:pt x="8019012" y="1554877"/>
                </a:cubicBezTo>
                <a:cubicBezTo>
                  <a:pt x="8004535" y="1546911"/>
                  <a:pt x="8005091" y="1537539"/>
                  <a:pt x="8020040" y="1533894"/>
                </a:cubicBezTo>
                <a:cubicBezTo>
                  <a:pt x="8027459" y="1532085"/>
                  <a:pt x="8037115" y="1532039"/>
                  <a:pt x="8046733" y="1533436"/>
                </a:cubicBezTo>
                <a:close/>
                <a:moveTo>
                  <a:pt x="3600425" y="1528114"/>
                </a:moveTo>
                <a:cubicBezTo>
                  <a:pt x="3604759" y="1527385"/>
                  <a:pt x="3608455" y="1528037"/>
                  <a:pt x="3608761" y="1529650"/>
                </a:cubicBezTo>
                <a:cubicBezTo>
                  <a:pt x="3609122" y="1531239"/>
                  <a:pt x="3605926" y="1533139"/>
                  <a:pt x="3601537" y="1533894"/>
                </a:cubicBezTo>
                <a:cubicBezTo>
                  <a:pt x="3597340" y="1534649"/>
                  <a:pt x="3593729" y="1533920"/>
                  <a:pt x="3593367" y="1532332"/>
                </a:cubicBezTo>
                <a:cubicBezTo>
                  <a:pt x="3593145" y="1530744"/>
                  <a:pt x="3596229" y="1528843"/>
                  <a:pt x="3600425" y="1528114"/>
                </a:cubicBezTo>
                <a:close/>
                <a:moveTo>
                  <a:pt x="3924526" y="1527204"/>
                </a:moveTo>
                <a:cubicBezTo>
                  <a:pt x="3925443" y="1527047"/>
                  <a:pt x="3926138" y="1527177"/>
                  <a:pt x="3926332" y="1527515"/>
                </a:cubicBezTo>
                <a:cubicBezTo>
                  <a:pt x="3926360" y="1527802"/>
                  <a:pt x="3925749" y="1528218"/>
                  <a:pt x="3924915" y="1528348"/>
                </a:cubicBezTo>
                <a:cubicBezTo>
                  <a:pt x="3923999" y="1528505"/>
                  <a:pt x="3923332" y="1528348"/>
                  <a:pt x="3923332" y="1528010"/>
                </a:cubicBezTo>
                <a:cubicBezTo>
                  <a:pt x="3923081" y="1527750"/>
                  <a:pt x="3923665" y="1527360"/>
                  <a:pt x="3924526" y="1527204"/>
                </a:cubicBezTo>
                <a:close/>
                <a:moveTo>
                  <a:pt x="9548164" y="1526299"/>
                </a:moveTo>
                <a:cubicBezTo>
                  <a:pt x="9562324" y="1528193"/>
                  <a:pt x="9577504" y="1532046"/>
                  <a:pt x="9590368" y="1537409"/>
                </a:cubicBezTo>
                <a:cubicBezTo>
                  <a:pt x="9616321" y="1548239"/>
                  <a:pt x="9623184" y="1561152"/>
                  <a:pt x="9605541" y="1566255"/>
                </a:cubicBezTo>
                <a:cubicBezTo>
                  <a:pt x="9587812" y="1571331"/>
                  <a:pt x="9552246" y="1566515"/>
                  <a:pt x="9526459" y="1555580"/>
                </a:cubicBezTo>
                <a:cubicBezTo>
                  <a:pt x="9500813" y="1544672"/>
                  <a:pt x="9494366" y="1531863"/>
                  <a:pt x="9512066" y="1526943"/>
                </a:cubicBezTo>
                <a:cubicBezTo>
                  <a:pt x="9520861" y="1524470"/>
                  <a:pt x="9534003" y="1524405"/>
                  <a:pt x="9548164" y="1526299"/>
                </a:cubicBezTo>
                <a:close/>
                <a:moveTo>
                  <a:pt x="3295884" y="1522361"/>
                </a:moveTo>
                <a:cubicBezTo>
                  <a:pt x="3304220" y="1520930"/>
                  <a:pt x="3311027" y="1522257"/>
                  <a:pt x="3311306" y="1525303"/>
                </a:cubicBezTo>
                <a:cubicBezTo>
                  <a:pt x="3311527" y="1528323"/>
                  <a:pt x="3305165" y="1531942"/>
                  <a:pt x="3296995" y="1533348"/>
                </a:cubicBezTo>
                <a:cubicBezTo>
                  <a:pt x="3288687" y="1534753"/>
                  <a:pt x="3281880" y="1533426"/>
                  <a:pt x="3281546" y="1530432"/>
                </a:cubicBezTo>
                <a:cubicBezTo>
                  <a:pt x="3281296" y="1527360"/>
                  <a:pt x="3287659" y="1523741"/>
                  <a:pt x="3295884" y="1522361"/>
                </a:cubicBezTo>
                <a:close/>
                <a:moveTo>
                  <a:pt x="8316758" y="1520861"/>
                </a:moveTo>
                <a:cubicBezTo>
                  <a:pt x="8328478" y="1522531"/>
                  <a:pt x="8340307" y="1525915"/>
                  <a:pt x="8349477" y="1530614"/>
                </a:cubicBezTo>
                <a:cubicBezTo>
                  <a:pt x="8367843" y="1540064"/>
                  <a:pt x="8368678" y="1551389"/>
                  <a:pt x="8351284" y="1555815"/>
                </a:cubicBezTo>
                <a:cubicBezTo>
                  <a:pt x="8333667" y="1560267"/>
                  <a:pt x="8304435" y="1556050"/>
                  <a:pt x="8285956" y="1546495"/>
                </a:cubicBezTo>
                <a:cubicBezTo>
                  <a:pt x="8267701" y="1536992"/>
                  <a:pt x="8267257" y="1525746"/>
                  <a:pt x="8284707" y="1521397"/>
                </a:cubicBezTo>
                <a:cubicBezTo>
                  <a:pt x="8293432" y="1519237"/>
                  <a:pt x="8305040" y="1519192"/>
                  <a:pt x="8316758" y="1520861"/>
                </a:cubicBezTo>
                <a:close/>
                <a:moveTo>
                  <a:pt x="1740310" y="1516919"/>
                </a:moveTo>
                <a:cubicBezTo>
                  <a:pt x="1748313" y="1515696"/>
                  <a:pt x="1753814" y="1516868"/>
                  <a:pt x="1752508" y="1519549"/>
                </a:cubicBezTo>
                <a:cubicBezTo>
                  <a:pt x="1751119" y="1522283"/>
                  <a:pt x="1743589" y="1525459"/>
                  <a:pt x="1735531" y="1526734"/>
                </a:cubicBezTo>
                <a:cubicBezTo>
                  <a:pt x="1727445" y="1527958"/>
                  <a:pt x="1721999" y="1526787"/>
                  <a:pt x="1723360" y="1524053"/>
                </a:cubicBezTo>
                <a:cubicBezTo>
                  <a:pt x="1724666" y="1521371"/>
                  <a:pt x="1732279" y="1518169"/>
                  <a:pt x="1740310" y="1516919"/>
                </a:cubicBezTo>
                <a:close/>
                <a:moveTo>
                  <a:pt x="9778562" y="1510838"/>
                </a:moveTo>
                <a:cubicBezTo>
                  <a:pt x="9792585" y="1512683"/>
                  <a:pt x="9807756" y="1516438"/>
                  <a:pt x="9820803" y="1521684"/>
                </a:cubicBezTo>
                <a:cubicBezTo>
                  <a:pt x="9847228" y="1532202"/>
                  <a:pt x="9855118" y="1544802"/>
                  <a:pt x="9838226" y="1549697"/>
                </a:cubicBezTo>
                <a:cubicBezTo>
                  <a:pt x="9821248" y="1554670"/>
                  <a:pt x="9786042" y="1549983"/>
                  <a:pt x="9759589" y="1539309"/>
                </a:cubicBezTo>
                <a:cubicBezTo>
                  <a:pt x="9733608" y="1528687"/>
                  <a:pt x="9726439" y="1516243"/>
                  <a:pt x="9743222" y="1511453"/>
                </a:cubicBezTo>
                <a:cubicBezTo>
                  <a:pt x="9751668" y="1509058"/>
                  <a:pt x="9764541" y="1508993"/>
                  <a:pt x="9778562" y="1510838"/>
                </a:cubicBezTo>
                <a:close/>
                <a:moveTo>
                  <a:pt x="3028237" y="1510024"/>
                </a:moveTo>
                <a:cubicBezTo>
                  <a:pt x="3033093" y="1510977"/>
                  <a:pt x="3036094" y="1512910"/>
                  <a:pt x="3036024" y="1515592"/>
                </a:cubicBezTo>
                <a:cubicBezTo>
                  <a:pt x="3036107" y="1521007"/>
                  <a:pt x="3023965" y="1527411"/>
                  <a:pt x="3008960" y="1529937"/>
                </a:cubicBezTo>
                <a:cubicBezTo>
                  <a:pt x="2994039" y="1532436"/>
                  <a:pt x="2981924" y="1530067"/>
                  <a:pt x="2982090" y="1524626"/>
                </a:cubicBezTo>
                <a:cubicBezTo>
                  <a:pt x="2982229" y="1519210"/>
                  <a:pt x="2994428" y="1512806"/>
                  <a:pt x="3009321" y="1510333"/>
                </a:cubicBezTo>
                <a:cubicBezTo>
                  <a:pt x="3016670" y="1509096"/>
                  <a:pt x="3023381" y="1509070"/>
                  <a:pt x="3028237" y="1510024"/>
                </a:cubicBezTo>
                <a:close/>
                <a:moveTo>
                  <a:pt x="8575524" y="1508426"/>
                </a:moveTo>
                <a:cubicBezTo>
                  <a:pt x="8587892" y="1510158"/>
                  <a:pt x="8600542" y="1513678"/>
                  <a:pt x="8610642" y="1518586"/>
                </a:cubicBezTo>
                <a:cubicBezTo>
                  <a:pt x="8630955" y="1528479"/>
                  <a:pt x="8633011" y="1540273"/>
                  <a:pt x="8615088" y="1544881"/>
                </a:cubicBezTo>
                <a:cubicBezTo>
                  <a:pt x="8597249" y="1549515"/>
                  <a:pt x="8566128" y="1545141"/>
                  <a:pt x="8545873" y="1535118"/>
                </a:cubicBezTo>
                <a:cubicBezTo>
                  <a:pt x="8525839" y="1525198"/>
                  <a:pt x="8524255" y="1513561"/>
                  <a:pt x="8542094" y="1509005"/>
                </a:cubicBezTo>
                <a:cubicBezTo>
                  <a:pt x="8551069" y="1506754"/>
                  <a:pt x="8563155" y="1506695"/>
                  <a:pt x="8575524" y="1508426"/>
                </a:cubicBezTo>
                <a:close/>
                <a:moveTo>
                  <a:pt x="1508765" y="1501169"/>
                </a:moveTo>
                <a:cubicBezTo>
                  <a:pt x="1513516" y="1500492"/>
                  <a:pt x="1516655" y="1501169"/>
                  <a:pt x="1515823" y="1502757"/>
                </a:cubicBezTo>
                <a:cubicBezTo>
                  <a:pt x="1514906" y="1504294"/>
                  <a:pt x="1510320" y="1506168"/>
                  <a:pt x="1505430" y="1506897"/>
                </a:cubicBezTo>
                <a:cubicBezTo>
                  <a:pt x="1500707" y="1507600"/>
                  <a:pt x="1497705" y="1506897"/>
                  <a:pt x="1498456" y="1505361"/>
                </a:cubicBezTo>
                <a:cubicBezTo>
                  <a:pt x="1499317" y="1503799"/>
                  <a:pt x="1504013" y="1501898"/>
                  <a:pt x="1508765" y="1501169"/>
                </a:cubicBezTo>
                <a:close/>
                <a:moveTo>
                  <a:pt x="2758395" y="1498446"/>
                </a:moveTo>
                <a:cubicBezTo>
                  <a:pt x="2763417" y="1499438"/>
                  <a:pt x="2766356" y="1501456"/>
                  <a:pt x="2765995" y="1504267"/>
                </a:cubicBezTo>
                <a:cubicBezTo>
                  <a:pt x="2765439" y="1509969"/>
                  <a:pt x="2752017" y="1516712"/>
                  <a:pt x="2736040" y="1519315"/>
                </a:cubicBezTo>
                <a:cubicBezTo>
                  <a:pt x="2719952" y="1521944"/>
                  <a:pt x="2707420" y="1519497"/>
                  <a:pt x="2708226" y="1513744"/>
                </a:cubicBezTo>
                <a:cubicBezTo>
                  <a:pt x="2708921" y="1508068"/>
                  <a:pt x="2722397" y="1501378"/>
                  <a:pt x="2738291" y="1498774"/>
                </a:cubicBezTo>
                <a:cubicBezTo>
                  <a:pt x="2746266" y="1497485"/>
                  <a:pt x="2753372" y="1497453"/>
                  <a:pt x="2758395" y="1498446"/>
                </a:cubicBezTo>
                <a:close/>
                <a:moveTo>
                  <a:pt x="10003357" y="1496672"/>
                </a:moveTo>
                <a:cubicBezTo>
                  <a:pt x="10015961" y="1498306"/>
                  <a:pt x="10029729" y="1501625"/>
                  <a:pt x="10041677" y="1506246"/>
                </a:cubicBezTo>
                <a:cubicBezTo>
                  <a:pt x="10065824" y="1515566"/>
                  <a:pt x="10073770" y="1526682"/>
                  <a:pt x="10059099" y="1531004"/>
                </a:cubicBezTo>
                <a:cubicBezTo>
                  <a:pt x="10044400" y="1535404"/>
                  <a:pt x="10012862" y="1531213"/>
                  <a:pt x="9988604" y="1521788"/>
                </a:cubicBezTo>
                <a:cubicBezTo>
                  <a:pt x="9964599" y="1512494"/>
                  <a:pt x="9957458" y="1501481"/>
                  <a:pt x="9972018" y="1497212"/>
                </a:cubicBezTo>
                <a:cubicBezTo>
                  <a:pt x="9979311" y="1495090"/>
                  <a:pt x="9990751" y="1495039"/>
                  <a:pt x="10003357" y="1496672"/>
                </a:cubicBezTo>
                <a:close/>
                <a:moveTo>
                  <a:pt x="8824367" y="1494586"/>
                </a:moveTo>
                <a:cubicBezTo>
                  <a:pt x="8837478" y="1496379"/>
                  <a:pt x="8851052" y="1500023"/>
                  <a:pt x="8861973" y="1505100"/>
                </a:cubicBezTo>
                <a:cubicBezTo>
                  <a:pt x="8883924" y="1515383"/>
                  <a:pt x="8887341" y="1527646"/>
                  <a:pt x="8869169" y="1532436"/>
                </a:cubicBezTo>
                <a:cubicBezTo>
                  <a:pt x="8850942" y="1537227"/>
                  <a:pt x="8817987" y="1532645"/>
                  <a:pt x="8795951" y="1522283"/>
                </a:cubicBezTo>
                <a:cubicBezTo>
                  <a:pt x="8774224" y="1512000"/>
                  <a:pt x="8771333" y="1499893"/>
                  <a:pt x="8789532" y="1495181"/>
                </a:cubicBezTo>
                <a:cubicBezTo>
                  <a:pt x="8798605" y="1492851"/>
                  <a:pt x="8811255" y="1492793"/>
                  <a:pt x="8824367" y="1494586"/>
                </a:cubicBezTo>
                <a:close/>
                <a:moveTo>
                  <a:pt x="2479515" y="1492188"/>
                </a:moveTo>
                <a:cubicBezTo>
                  <a:pt x="2484879" y="1491328"/>
                  <a:pt x="2489019" y="1492135"/>
                  <a:pt x="2488601" y="1494010"/>
                </a:cubicBezTo>
                <a:cubicBezTo>
                  <a:pt x="2488241" y="1495884"/>
                  <a:pt x="2483517" y="1498123"/>
                  <a:pt x="2478126" y="1498982"/>
                </a:cubicBezTo>
                <a:cubicBezTo>
                  <a:pt x="2472708" y="1499815"/>
                  <a:pt x="2468651" y="1499008"/>
                  <a:pt x="2469207" y="1497160"/>
                </a:cubicBezTo>
                <a:cubicBezTo>
                  <a:pt x="2469512" y="1495260"/>
                  <a:pt x="2474236" y="1493046"/>
                  <a:pt x="2479515" y="1492188"/>
                </a:cubicBezTo>
                <a:close/>
                <a:moveTo>
                  <a:pt x="7546030" y="1488594"/>
                </a:moveTo>
                <a:cubicBezTo>
                  <a:pt x="7552532" y="1487084"/>
                  <a:pt x="7562285" y="1488516"/>
                  <a:pt x="7567759" y="1491745"/>
                </a:cubicBezTo>
                <a:cubicBezTo>
                  <a:pt x="7573205" y="1494999"/>
                  <a:pt x="7572343" y="1498904"/>
                  <a:pt x="7565897" y="1500440"/>
                </a:cubicBezTo>
                <a:cubicBezTo>
                  <a:pt x="7559312" y="1501976"/>
                  <a:pt x="7549503" y="1500518"/>
                  <a:pt x="7543974" y="1497238"/>
                </a:cubicBezTo>
                <a:cubicBezTo>
                  <a:pt x="7538528" y="1493958"/>
                  <a:pt x="7539361" y="1490105"/>
                  <a:pt x="7546030" y="1488594"/>
                </a:cubicBezTo>
                <a:close/>
                <a:moveTo>
                  <a:pt x="1286112" y="1484299"/>
                </a:moveTo>
                <a:cubicBezTo>
                  <a:pt x="1288640" y="1483935"/>
                  <a:pt x="1290168" y="1484247"/>
                  <a:pt x="1289697" y="1485028"/>
                </a:cubicBezTo>
                <a:cubicBezTo>
                  <a:pt x="1289057" y="1485783"/>
                  <a:pt x="1286723" y="1486720"/>
                  <a:pt x="1284306" y="1487085"/>
                </a:cubicBezTo>
                <a:cubicBezTo>
                  <a:pt x="1281999" y="1487449"/>
                  <a:pt x="1280471" y="1487085"/>
                  <a:pt x="1281027" y="1486330"/>
                </a:cubicBezTo>
                <a:cubicBezTo>
                  <a:pt x="1281416" y="1485575"/>
                  <a:pt x="1283944" y="1484664"/>
                  <a:pt x="1286112" y="1484299"/>
                </a:cubicBezTo>
                <a:close/>
                <a:moveTo>
                  <a:pt x="10223359" y="1483899"/>
                </a:moveTo>
                <a:cubicBezTo>
                  <a:pt x="10233244" y="1485165"/>
                  <a:pt x="10244144" y="1487736"/>
                  <a:pt x="10253746" y="1491302"/>
                </a:cubicBezTo>
                <a:cubicBezTo>
                  <a:pt x="10273002" y="1498435"/>
                  <a:pt x="10279698" y="1507026"/>
                  <a:pt x="10268584" y="1510359"/>
                </a:cubicBezTo>
                <a:cubicBezTo>
                  <a:pt x="10257494" y="1513666"/>
                  <a:pt x="10232738" y="1510489"/>
                  <a:pt x="10213536" y="1503330"/>
                </a:cubicBezTo>
                <a:cubicBezTo>
                  <a:pt x="10194392" y="1496092"/>
                  <a:pt x="10187946" y="1487605"/>
                  <a:pt x="10199061" y="1484325"/>
                </a:cubicBezTo>
                <a:cubicBezTo>
                  <a:pt x="10204604" y="1482672"/>
                  <a:pt x="10213473" y="1482633"/>
                  <a:pt x="10223359" y="1483899"/>
                </a:cubicBezTo>
                <a:close/>
                <a:moveTo>
                  <a:pt x="9064709" y="1481475"/>
                </a:moveTo>
                <a:cubicBezTo>
                  <a:pt x="9077264" y="1483167"/>
                  <a:pt x="9090434" y="1486616"/>
                  <a:pt x="9101299" y="1491432"/>
                </a:cubicBezTo>
                <a:cubicBezTo>
                  <a:pt x="9123193" y="1501065"/>
                  <a:pt x="9127390" y="1512624"/>
                  <a:pt x="9110468" y="1517180"/>
                </a:cubicBezTo>
                <a:cubicBezTo>
                  <a:pt x="9093490" y="1521710"/>
                  <a:pt x="9061815" y="1517389"/>
                  <a:pt x="9040195" y="1507599"/>
                </a:cubicBezTo>
                <a:cubicBezTo>
                  <a:pt x="9018550" y="1497863"/>
                  <a:pt x="9014909" y="1486486"/>
                  <a:pt x="9031833" y="1482060"/>
                </a:cubicBezTo>
                <a:cubicBezTo>
                  <a:pt x="9040224" y="1479847"/>
                  <a:pt x="9052157" y="1479782"/>
                  <a:pt x="9064709" y="1481475"/>
                </a:cubicBezTo>
                <a:close/>
                <a:moveTo>
                  <a:pt x="7819394" y="1479769"/>
                </a:moveTo>
                <a:cubicBezTo>
                  <a:pt x="7827813" y="1477817"/>
                  <a:pt x="7841067" y="1479665"/>
                  <a:pt x="7848793" y="1484013"/>
                </a:cubicBezTo>
                <a:cubicBezTo>
                  <a:pt x="7856601" y="1488360"/>
                  <a:pt x="7855961" y="1493515"/>
                  <a:pt x="7847597" y="1495494"/>
                </a:cubicBezTo>
                <a:cubicBezTo>
                  <a:pt x="7838873" y="1497524"/>
                  <a:pt x="7825674" y="1495624"/>
                  <a:pt x="7817950" y="1491276"/>
                </a:cubicBezTo>
                <a:cubicBezTo>
                  <a:pt x="7810086" y="1486902"/>
                  <a:pt x="7810863" y="1481773"/>
                  <a:pt x="7819394" y="1479769"/>
                </a:cubicBezTo>
                <a:close/>
                <a:moveTo>
                  <a:pt x="2233715" y="1477061"/>
                </a:moveTo>
                <a:cubicBezTo>
                  <a:pt x="2239273" y="1476176"/>
                  <a:pt x="2243135" y="1476984"/>
                  <a:pt x="2242607" y="1478832"/>
                </a:cubicBezTo>
                <a:cubicBezTo>
                  <a:pt x="2242079" y="1480706"/>
                  <a:pt x="2237134" y="1482893"/>
                  <a:pt x="2231687" y="1483752"/>
                </a:cubicBezTo>
                <a:cubicBezTo>
                  <a:pt x="2226296" y="1484612"/>
                  <a:pt x="2222378" y="1483779"/>
                  <a:pt x="2222907" y="1481956"/>
                </a:cubicBezTo>
                <a:cubicBezTo>
                  <a:pt x="2223435" y="1480081"/>
                  <a:pt x="2228381" y="1477895"/>
                  <a:pt x="2233715" y="1477061"/>
                </a:cubicBezTo>
                <a:close/>
                <a:moveTo>
                  <a:pt x="10433579" y="1475838"/>
                </a:moveTo>
                <a:cubicBezTo>
                  <a:pt x="10437385" y="1474693"/>
                  <a:pt x="10446027" y="1475734"/>
                  <a:pt x="10452919" y="1478234"/>
                </a:cubicBezTo>
                <a:cubicBezTo>
                  <a:pt x="10459727" y="1480707"/>
                  <a:pt x="10462088" y="1483596"/>
                  <a:pt x="10458282" y="1484742"/>
                </a:cubicBezTo>
                <a:cubicBezTo>
                  <a:pt x="10454587" y="1485888"/>
                  <a:pt x="10446082" y="1484846"/>
                  <a:pt x="10439275" y="1482347"/>
                </a:cubicBezTo>
                <a:cubicBezTo>
                  <a:pt x="10432440" y="1479848"/>
                  <a:pt x="10429912" y="1476958"/>
                  <a:pt x="10433579" y="1475838"/>
                </a:cubicBezTo>
                <a:close/>
                <a:moveTo>
                  <a:pt x="9297498" y="1468360"/>
                </a:moveTo>
                <a:cubicBezTo>
                  <a:pt x="9308925" y="1469882"/>
                  <a:pt x="9321033" y="1472974"/>
                  <a:pt x="9331149" y="1477270"/>
                </a:cubicBezTo>
                <a:cubicBezTo>
                  <a:pt x="9351628" y="1485887"/>
                  <a:pt x="9356099" y="1496223"/>
                  <a:pt x="9341289" y="1500258"/>
                </a:cubicBezTo>
                <a:cubicBezTo>
                  <a:pt x="9326535" y="1504293"/>
                  <a:pt x="9297888" y="1500466"/>
                  <a:pt x="9277631" y="1491745"/>
                </a:cubicBezTo>
                <a:cubicBezTo>
                  <a:pt x="9257403" y="1483049"/>
                  <a:pt x="9253069" y="1472844"/>
                  <a:pt x="9267934" y="1468861"/>
                </a:cubicBezTo>
                <a:cubicBezTo>
                  <a:pt x="9275326" y="1466882"/>
                  <a:pt x="9286072" y="1466837"/>
                  <a:pt x="9297498" y="1468360"/>
                </a:cubicBezTo>
                <a:close/>
                <a:moveTo>
                  <a:pt x="1071960" y="1466283"/>
                </a:moveTo>
                <a:cubicBezTo>
                  <a:pt x="1072905" y="1466101"/>
                  <a:pt x="1073628" y="1466257"/>
                  <a:pt x="1073433" y="1466543"/>
                </a:cubicBezTo>
                <a:cubicBezTo>
                  <a:pt x="1073128" y="1466856"/>
                  <a:pt x="1072127" y="1467221"/>
                  <a:pt x="1071266" y="1467351"/>
                </a:cubicBezTo>
                <a:cubicBezTo>
                  <a:pt x="1070293" y="1467507"/>
                  <a:pt x="1069709" y="1467351"/>
                  <a:pt x="1069876" y="1467065"/>
                </a:cubicBezTo>
                <a:cubicBezTo>
                  <a:pt x="1070154" y="1466752"/>
                  <a:pt x="1070932" y="1466413"/>
                  <a:pt x="1071960" y="1466283"/>
                </a:cubicBezTo>
                <a:close/>
                <a:moveTo>
                  <a:pt x="3518538" y="1465190"/>
                </a:moveTo>
                <a:cubicBezTo>
                  <a:pt x="3526596" y="1463863"/>
                  <a:pt x="3533375" y="1465138"/>
                  <a:pt x="3533792" y="1468002"/>
                </a:cubicBezTo>
                <a:cubicBezTo>
                  <a:pt x="3534404" y="1470943"/>
                  <a:pt x="3528346" y="1474380"/>
                  <a:pt x="3520538" y="1475708"/>
                </a:cubicBezTo>
                <a:cubicBezTo>
                  <a:pt x="3512591" y="1477061"/>
                  <a:pt x="3505783" y="1475786"/>
                  <a:pt x="3505200" y="1472870"/>
                </a:cubicBezTo>
                <a:cubicBezTo>
                  <a:pt x="3504755" y="1470007"/>
                  <a:pt x="3510646" y="1466543"/>
                  <a:pt x="3518538" y="1465190"/>
                </a:cubicBezTo>
                <a:close/>
                <a:moveTo>
                  <a:pt x="8099010" y="1462060"/>
                </a:moveTo>
                <a:cubicBezTo>
                  <a:pt x="8109763" y="1463570"/>
                  <a:pt x="8120517" y="1466635"/>
                  <a:pt x="8128714" y="1470891"/>
                </a:cubicBezTo>
                <a:cubicBezTo>
                  <a:pt x="8145024" y="1479509"/>
                  <a:pt x="8144996" y="1489766"/>
                  <a:pt x="8128269" y="1493801"/>
                </a:cubicBezTo>
                <a:cubicBezTo>
                  <a:pt x="8111791" y="1497810"/>
                  <a:pt x="8084894" y="1494010"/>
                  <a:pt x="8068445" y="1485314"/>
                </a:cubicBezTo>
                <a:cubicBezTo>
                  <a:pt x="8052301" y="1476671"/>
                  <a:pt x="8052800" y="1466518"/>
                  <a:pt x="8069306" y="1462560"/>
                </a:cubicBezTo>
                <a:cubicBezTo>
                  <a:pt x="8077503" y="1460595"/>
                  <a:pt x="8088256" y="1460550"/>
                  <a:pt x="8099010" y="1462060"/>
                </a:cubicBezTo>
                <a:close/>
                <a:moveTo>
                  <a:pt x="10649426" y="1462040"/>
                </a:moveTo>
                <a:cubicBezTo>
                  <a:pt x="10650454" y="1461780"/>
                  <a:pt x="10652537" y="1462040"/>
                  <a:pt x="10654372" y="1462664"/>
                </a:cubicBezTo>
                <a:cubicBezTo>
                  <a:pt x="10656150" y="1463290"/>
                  <a:pt x="10656622" y="1463993"/>
                  <a:pt x="10655873" y="1464279"/>
                </a:cubicBezTo>
                <a:cubicBezTo>
                  <a:pt x="10655011" y="1464566"/>
                  <a:pt x="10652788" y="1464279"/>
                  <a:pt x="10651092" y="1463680"/>
                </a:cubicBezTo>
                <a:cubicBezTo>
                  <a:pt x="10649344" y="1463081"/>
                  <a:pt x="10648621" y="1462378"/>
                  <a:pt x="10649426" y="1462040"/>
                </a:cubicBezTo>
                <a:close/>
                <a:moveTo>
                  <a:pt x="1998531" y="1461207"/>
                </a:moveTo>
                <a:cubicBezTo>
                  <a:pt x="2003088" y="1460530"/>
                  <a:pt x="2006339" y="1461207"/>
                  <a:pt x="2005644" y="1462717"/>
                </a:cubicBezTo>
                <a:cubicBezTo>
                  <a:pt x="2005005" y="1464253"/>
                  <a:pt x="2000976" y="1466049"/>
                  <a:pt x="1996446" y="1466726"/>
                </a:cubicBezTo>
                <a:cubicBezTo>
                  <a:pt x="1991695" y="1467429"/>
                  <a:pt x="1988583" y="1466778"/>
                  <a:pt x="1989250" y="1465242"/>
                </a:cubicBezTo>
                <a:cubicBezTo>
                  <a:pt x="1989694" y="1463758"/>
                  <a:pt x="1994029" y="1461884"/>
                  <a:pt x="1998531" y="1461207"/>
                </a:cubicBezTo>
                <a:close/>
                <a:moveTo>
                  <a:pt x="3236588" y="1456573"/>
                </a:moveTo>
                <a:cubicBezTo>
                  <a:pt x="3246785" y="1454933"/>
                  <a:pt x="3255260" y="1456469"/>
                  <a:pt x="3255399" y="1460139"/>
                </a:cubicBezTo>
                <a:cubicBezTo>
                  <a:pt x="3255704" y="1463784"/>
                  <a:pt x="3247757" y="1468105"/>
                  <a:pt x="3237643" y="1469824"/>
                </a:cubicBezTo>
                <a:cubicBezTo>
                  <a:pt x="3227334" y="1471490"/>
                  <a:pt x="3218887" y="1469902"/>
                  <a:pt x="3218637" y="1466231"/>
                </a:cubicBezTo>
                <a:cubicBezTo>
                  <a:pt x="3218471" y="1462587"/>
                  <a:pt x="3226473" y="1458265"/>
                  <a:pt x="3236588" y="1456573"/>
                </a:cubicBezTo>
                <a:close/>
                <a:moveTo>
                  <a:pt x="9520767" y="1449843"/>
                </a:moveTo>
                <a:cubicBezTo>
                  <a:pt x="9534512" y="1451633"/>
                  <a:pt x="9549245" y="1455271"/>
                  <a:pt x="9561749" y="1460348"/>
                </a:cubicBezTo>
                <a:cubicBezTo>
                  <a:pt x="9586758" y="1470579"/>
                  <a:pt x="9593343" y="1482815"/>
                  <a:pt x="9576143" y="1487553"/>
                </a:cubicBezTo>
                <a:cubicBezTo>
                  <a:pt x="9558859" y="1492369"/>
                  <a:pt x="9524458" y="1487814"/>
                  <a:pt x="9499314" y="1477452"/>
                </a:cubicBezTo>
                <a:cubicBezTo>
                  <a:pt x="9474416" y="1467195"/>
                  <a:pt x="9468387" y="1455140"/>
                  <a:pt x="9485726" y="1450428"/>
                </a:cubicBezTo>
                <a:cubicBezTo>
                  <a:pt x="9494270" y="1448112"/>
                  <a:pt x="9507023" y="1448053"/>
                  <a:pt x="9520767" y="1449843"/>
                </a:cubicBezTo>
                <a:close/>
                <a:moveTo>
                  <a:pt x="8351669" y="1449000"/>
                </a:moveTo>
                <a:cubicBezTo>
                  <a:pt x="8363621" y="1450650"/>
                  <a:pt x="8375680" y="1454008"/>
                  <a:pt x="8385045" y="1458681"/>
                </a:cubicBezTo>
                <a:cubicBezTo>
                  <a:pt x="8404105" y="1468158"/>
                  <a:pt x="8405244" y="1479404"/>
                  <a:pt x="8387378" y="1483831"/>
                </a:cubicBezTo>
                <a:cubicBezTo>
                  <a:pt x="8369427" y="1488256"/>
                  <a:pt x="8339363" y="1484065"/>
                  <a:pt x="8320358" y="1474510"/>
                </a:cubicBezTo>
                <a:cubicBezTo>
                  <a:pt x="8301712" y="1465033"/>
                  <a:pt x="8301212" y="1453890"/>
                  <a:pt x="8318940" y="1449569"/>
                </a:cubicBezTo>
                <a:cubicBezTo>
                  <a:pt x="8327874" y="1447409"/>
                  <a:pt x="8339717" y="1447349"/>
                  <a:pt x="8351669" y="1449000"/>
                </a:cubicBezTo>
                <a:close/>
                <a:moveTo>
                  <a:pt x="10852684" y="1445457"/>
                </a:moveTo>
                <a:cubicBezTo>
                  <a:pt x="10853074" y="1445300"/>
                  <a:pt x="10854129" y="1445457"/>
                  <a:pt x="10855129" y="1445768"/>
                </a:cubicBezTo>
                <a:cubicBezTo>
                  <a:pt x="10855962" y="1446081"/>
                  <a:pt x="10856269" y="1446420"/>
                  <a:pt x="10855852" y="1446550"/>
                </a:cubicBezTo>
                <a:cubicBezTo>
                  <a:pt x="10855379" y="1446680"/>
                  <a:pt x="10854323" y="1446550"/>
                  <a:pt x="10853462" y="1446237"/>
                </a:cubicBezTo>
                <a:cubicBezTo>
                  <a:pt x="10852545" y="1445977"/>
                  <a:pt x="10852239" y="1445586"/>
                  <a:pt x="10852684" y="1445457"/>
                </a:cubicBezTo>
                <a:close/>
                <a:moveTo>
                  <a:pt x="2988569" y="1443208"/>
                </a:moveTo>
                <a:cubicBezTo>
                  <a:pt x="2993136" y="1444083"/>
                  <a:pt x="2995942" y="1445860"/>
                  <a:pt x="2995900" y="1448346"/>
                </a:cubicBezTo>
                <a:cubicBezTo>
                  <a:pt x="2995762" y="1453319"/>
                  <a:pt x="2984230" y="1459203"/>
                  <a:pt x="2970142" y="1461571"/>
                </a:cubicBezTo>
                <a:cubicBezTo>
                  <a:pt x="2955944" y="1463863"/>
                  <a:pt x="2944635" y="1461649"/>
                  <a:pt x="2944690" y="1456677"/>
                </a:cubicBezTo>
                <a:cubicBezTo>
                  <a:pt x="2944885" y="1451705"/>
                  <a:pt x="2956444" y="1445768"/>
                  <a:pt x="2970671" y="1443478"/>
                </a:cubicBezTo>
                <a:cubicBezTo>
                  <a:pt x="2977673" y="1442359"/>
                  <a:pt x="2984001" y="1442332"/>
                  <a:pt x="2988569" y="1443208"/>
                </a:cubicBezTo>
                <a:close/>
                <a:moveTo>
                  <a:pt x="1774210" y="1442072"/>
                </a:moveTo>
                <a:cubicBezTo>
                  <a:pt x="1781907" y="1440849"/>
                  <a:pt x="1787158" y="1441993"/>
                  <a:pt x="1785880" y="1444545"/>
                </a:cubicBezTo>
                <a:cubicBezTo>
                  <a:pt x="1784685" y="1447148"/>
                  <a:pt x="1777461" y="1450169"/>
                  <a:pt x="1769431" y="1451366"/>
                </a:cubicBezTo>
                <a:cubicBezTo>
                  <a:pt x="1761789" y="1452512"/>
                  <a:pt x="1756482" y="1451392"/>
                  <a:pt x="1757705" y="1448815"/>
                </a:cubicBezTo>
                <a:cubicBezTo>
                  <a:pt x="1758899" y="1446263"/>
                  <a:pt x="1766429" y="1443218"/>
                  <a:pt x="1774210" y="1442072"/>
                </a:cubicBezTo>
                <a:close/>
                <a:moveTo>
                  <a:pt x="8594480" y="1436273"/>
                </a:moveTo>
                <a:cubicBezTo>
                  <a:pt x="8606553" y="1437919"/>
                  <a:pt x="8618924" y="1441252"/>
                  <a:pt x="8628816" y="1445873"/>
                </a:cubicBezTo>
                <a:cubicBezTo>
                  <a:pt x="8648517" y="1455219"/>
                  <a:pt x="8650628" y="1466413"/>
                  <a:pt x="8633373" y="1470762"/>
                </a:cubicBezTo>
                <a:cubicBezTo>
                  <a:pt x="8615811" y="1475136"/>
                  <a:pt x="8585551" y="1470996"/>
                  <a:pt x="8565962" y="1461545"/>
                </a:cubicBezTo>
                <a:cubicBezTo>
                  <a:pt x="8546290" y="1452173"/>
                  <a:pt x="8544595" y="1441056"/>
                  <a:pt x="8561934" y="1436787"/>
                </a:cubicBezTo>
                <a:cubicBezTo>
                  <a:pt x="8570631" y="1434665"/>
                  <a:pt x="8582406" y="1434626"/>
                  <a:pt x="8594480" y="1436273"/>
                </a:cubicBezTo>
                <a:close/>
                <a:moveTo>
                  <a:pt x="7356498" y="1435251"/>
                </a:moveTo>
                <a:cubicBezTo>
                  <a:pt x="7357637" y="1434964"/>
                  <a:pt x="7359415" y="1435224"/>
                  <a:pt x="7360416" y="1435797"/>
                </a:cubicBezTo>
                <a:cubicBezTo>
                  <a:pt x="7361388" y="1436421"/>
                  <a:pt x="7361138" y="1437151"/>
                  <a:pt x="7359888" y="1437411"/>
                </a:cubicBezTo>
                <a:cubicBezTo>
                  <a:pt x="7358776" y="1437671"/>
                  <a:pt x="7356831" y="1437437"/>
                  <a:pt x="7355998" y="1436838"/>
                </a:cubicBezTo>
                <a:cubicBezTo>
                  <a:pt x="7354969" y="1436213"/>
                  <a:pt x="7355164" y="1435537"/>
                  <a:pt x="7356498" y="1435251"/>
                </a:cubicBezTo>
                <a:close/>
                <a:moveTo>
                  <a:pt x="2736986" y="1429895"/>
                </a:moveTo>
                <a:cubicBezTo>
                  <a:pt x="2741612" y="1430786"/>
                  <a:pt x="2744336" y="1432596"/>
                  <a:pt x="2744044" y="1435121"/>
                </a:cubicBezTo>
                <a:cubicBezTo>
                  <a:pt x="2743544" y="1440223"/>
                  <a:pt x="2731150" y="1446237"/>
                  <a:pt x="2716313" y="1448633"/>
                </a:cubicBezTo>
                <a:cubicBezTo>
                  <a:pt x="2701530" y="1450975"/>
                  <a:pt x="2690137" y="1448763"/>
                  <a:pt x="2690749" y="1443686"/>
                </a:cubicBezTo>
                <a:cubicBezTo>
                  <a:pt x="2691444" y="1438505"/>
                  <a:pt x="2703920" y="1432517"/>
                  <a:pt x="2718508" y="1430174"/>
                </a:cubicBezTo>
                <a:cubicBezTo>
                  <a:pt x="2725830" y="1429029"/>
                  <a:pt x="2732360" y="1429003"/>
                  <a:pt x="2736986" y="1429895"/>
                </a:cubicBezTo>
                <a:close/>
                <a:moveTo>
                  <a:pt x="9735914" y="1429637"/>
                </a:moveTo>
                <a:cubicBezTo>
                  <a:pt x="9753003" y="1431820"/>
                  <a:pt x="9771467" y="1436266"/>
                  <a:pt x="9787265" y="1442462"/>
                </a:cubicBezTo>
                <a:cubicBezTo>
                  <a:pt x="9819274" y="1454958"/>
                  <a:pt x="9828806" y="1469954"/>
                  <a:pt x="9808076" y="1475838"/>
                </a:cubicBezTo>
                <a:cubicBezTo>
                  <a:pt x="9787208" y="1481721"/>
                  <a:pt x="9744167" y="1476124"/>
                  <a:pt x="9712213" y="1463420"/>
                </a:cubicBezTo>
                <a:cubicBezTo>
                  <a:pt x="9680703" y="1450845"/>
                  <a:pt x="9672145" y="1436110"/>
                  <a:pt x="9692818" y="1430382"/>
                </a:cubicBezTo>
                <a:cubicBezTo>
                  <a:pt x="9703112" y="1427532"/>
                  <a:pt x="9718826" y="1427453"/>
                  <a:pt x="9735914" y="1429637"/>
                </a:cubicBezTo>
                <a:close/>
                <a:moveTo>
                  <a:pt x="11047494" y="1427753"/>
                </a:moveTo>
                <a:cubicBezTo>
                  <a:pt x="11048412" y="1427466"/>
                  <a:pt x="11050495" y="1427700"/>
                  <a:pt x="11052330" y="1428299"/>
                </a:cubicBezTo>
                <a:cubicBezTo>
                  <a:pt x="11054219" y="1428924"/>
                  <a:pt x="11054942" y="1429600"/>
                  <a:pt x="11054027" y="1429913"/>
                </a:cubicBezTo>
                <a:cubicBezTo>
                  <a:pt x="11053275" y="1430173"/>
                  <a:pt x="11051052" y="1429913"/>
                  <a:pt x="11049356" y="1429314"/>
                </a:cubicBezTo>
                <a:cubicBezTo>
                  <a:pt x="11047357" y="1428690"/>
                  <a:pt x="11046608" y="1428013"/>
                  <a:pt x="11047494" y="1427753"/>
                </a:cubicBezTo>
                <a:close/>
                <a:moveTo>
                  <a:pt x="1556308" y="1426321"/>
                </a:moveTo>
                <a:cubicBezTo>
                  <a:pt x="1560504" y="1425748"/>
                  <a:pt x="1563227" y="1426321"/>
                  <a:pt x="1562532" y="1427649"/>
                </a:cubicBezTo>
                <a:cubicBezTo>
                  <a:pt x="1561782" y="1428977"/>
                  <a:pt x="1557697" y="1430591"/>
                  <a:pt x="1553529" y="1431216"/>
                </a:cubicBezTo>
                <a:cubicBezTo>
                  <a:pt x="1549334" y="1431814"/>
                  <a:pt x="1546583" y="1431241"/>
                  <a:pt x="1547388" y="1429887"/>
                </a:cubicBezTo>
                <a:cubicBezTo>
                  <a:pt x="1548194" y="1428560"/>
                  <a:pt x="1552140" y="1426946"/>
                  <a:pt x="1556308" y="1426321"/>
                </a:cubicBezTo>
                <a:close/>
                <a:moveTo>
                  <a:pt x="7619914" y="1423978"/>
                </a:moveTo>
                <a:cubicBezTo>
                  <a:pt x="7626221" y="1422546"/>
                  <a:pt x="7635697" y="1423899"/>
                  <a:pt x="7641254" y="1426998"/>
                </a:cubicBezTo>
                <a:cubicBezTo>
                  <a:pt x="7646700" y="1430122"/>
                  <a:pt x="7645922" y="1433871"/>
                  <a:pt x="7639699" y="1435277"/>
                </a:cubicBezTo>
                <a:cubicBezTo>
                  <a:pt x="7633279" y="1436734"/>
                  <a:pt x="7623609" y="1435328"/>
                  <a:pt x="7618163" y="1432205"/>
                </a:cubicBezTo>
                <a:cubicBezTo>
                  <a:pt x="7612829" y="1429106"/>
                  <a:pt x="7613579" y="1425409"/>
                  <a:pt x="7619914" y="1423978"/>
                </a:cubicBezTo>
                <a:close/>
                <a:moveTo>
                  <a:pt x="8828379" y="1421439"/>
                </a:moveTo>
                <a:cubicBezTo>
                  <a:pt x="8841298" y="1423164"/>
                  <a:pt x="8854693" y="1426672"/>
                  <a:pt x="8865502" y="1431553"/>
                </a:cubicBezTo>
                <a:cubicBezTo>
                  <a:pt x="8887341" y="1441395"/>
                  <a:pt x="8890649" y="1453161"/>
                  <a:pt x="8872615" y="1457744"/>
                </a:cubicBezTo>
                <a:cubicBezTo>
                  <a:pt x="8854525" y="1462404"/>
                  <a:pt x="8822099" y="1458030"/>
                  <a:pt x="8800509" y="1448059"/>
                </a:cubicBezTo>
                <a:cubicBezTo>
                  <a:pt x="8778863" y="1438166"/>
                  <a:pt x="8776139" y="1426529"/>
                  <a:pt x="8794091" y="1422025"/>
                </a:cubicBezTo>
                <a:cubicBezTo>
                  <a:pt x="8803008" y="1419773"/>
                  <a:pt x="8815458" y="1419715"/>
                  <a:pt x="8828379" y="1421439"/>
                </a:cubicBezTo>
                <a:close/>
                <a:moveTo>
                  <a:pt x="2477820" y="1419448"/>
                </a:moveTo>
                <a:cubicBezTo>
                  <a:pt x="2486073" y="1418172"/>
                  <a:pt x="2492353" y="1419395"/>
                  <a:pt x="2491769" y="1422181"/>
                </a:cubicBezTo>
                <a:cubicBezTo>
                  <a:pt x="2491019" y="1424993"/>
                  <a:pt x="2483906" y="1428300"/>
                  <a:pt x="2475598" y="1429627"/>
                </a:cubicBezTo>
                <a:cubicBezTo>
                  <a:pt x="2467317" y="1430929"/>
                  <a:pt x="2461037" y="1429680"/>
                  <a:pt x="2461760" y="1426894"/>
                </a:cubicBezTo>
                <a:cubicBezTo>
                  <a:pt x="2462315" y="1424108"/>
                  <a:pt x="2469429" y="1420776"/>
                  <a:pt x="2477820" y="1419448"/>
                </a:cubicBezTo>
                <a:close/>
                <a:moveTo>
                  <a:pt x="10158605" y="1415907"/>
                </a:moveTo>
                <a:cubicBezTo>
                  <a:pt x="10162382" y="1414814"/>
                  <a:pt x="10170719" y="1415829"/>
                  <a:pt x="10176999" y="1418198"/>
                </a:cubicBezTo>
                <a:cubicBezTo>
                  <a:pt x="10183528" y="1420567"/>
                  <a:pt x="10185725" y="1423379"/>
                  <a:pt x="10181862" y="1424446"/>
                </a:cubicBezTo>
                <a:cubicBezTo>
                  <a:pt x="10178082" y="1425540"/>
                  <a:pt x="10169801" y="1424499"/>
                  <a:pt x="10163439" y="1422130"/>
                </a:cubicBezTo>
                <a:cubicBezTo>
                  <a:pt x="10157021" y="1419787"/>
                  <a:pt x="10154909" y="1417001"/>
                  <a:pt x="10158605" y="1415907"/>
                </a:cubicBezTo>
                <a:close/>
                <a:moveTo>
                  <a:pt x="3733106" y="1413590"/>
                </a:moveTo>
                <a:cubicBezTo>
                  <a:pt x="3735968" y="1413096"/>
                  <a:pt x="3738357" y="1413590"/>
                  <a:pt x="3738663" y="1414606"/>
                </a:cubicBezTo>
                <a:cubicBezTo>
                  <a:pt x="3738941" y="1415595"/>
                  <a:pt x="3736913" y="1416818"/>
                  <a:pt x="3734106" y="1417313"/>
                </a:cubicBezTo>
                <a:cubicBezTo>
                  <a:pt x="3731356" y="1417808"/>
                  <a:pt x="3728827" y="1417339"/>
                  <a:pt x="3728493" y="1416323"/>
                </a:cubicBezTo>
                <a:cubicBezTo>
                  <a:pt x="3728216" y="1415282"/>
                  <a:pt x="3730216" y="1414059"/>
                  <a:pt x="3733106" y="1413590"/>
                </a:cubicBezTo>
                <a:close/>
                <a:moveTo>
                  <a:pt x="9946096" y="1412038"/>
                </a:moveTo>
                <a:cubicBezTo>
                  <a:pt x="9964446" y="1414345"/>
                  <a:pt x="9984451" y="1419044"/>
                  <a:pt x="10001860" y="1425592"/>
                </a:cubicBezTo>
                <a:cubicBezTo>
                  <a:pt x="10037095" y="1438817"/>
                  <a:pt x="10048487" y="1454697"/>
                  <a:pt x="10026838" y="1460920"/>
                </a:cubicBezTo>
                <a:cubicBezTo>
                  <a:pt x="10005112" y="1467194"/>
                  <a:pt x="9958818" y="1461258"/>
                  <a:pt x="9923752" y="1447799"/>
                </a:cubicBezTo>
                <a:cubicBezTo>
                  <a:pt x="9889047" y="1434444"/>
                  <a:pt x="9878627" y="1418823"/>
                  <a:pt x="9900273" y="1412835"/>
                </a:cubicBezTo>
                <a:cubicBezTo>
                  <a:pt x="9911053" y="1409815"/>
                  <a:pt x="9927746" y="1409730"/>
                  <a:pt x="9946096" y="1412038"/>
                </a:cubicBezTo>
                <a:close/>
                <a:moveTo>
                  <a:pt x="1346741" y="1409112"/>
                </a:moveTo>
                <a:cubicBezTo>
                  <a:pt x="1349020" y="1408799"/>
                  <a:pt x="1350604" y="1409112"/>
                  <a:pt x="1350131" y="1409841"/>
                </a:cubicBezTo>
                <a:cubicBezTo>
                  <a:pt x="1349715" y="1410544"/>
                  <a:pt x="1347297" y="1411455"/>
                  <a:pt x="1345019" y="1411794"/>
                </a:cubicBezTo>
                <a:cubicBezTo>
                  <a:pt x="1342712" y="1412132"/>
                  <a:pt x="1341184" y="1411794"/>
                  <a:pt x="1341712" y="1411090"/>
                </a:cubicBezTo>
                <a:cubicBezTo>
                  <a:pt x="1342240" y="1410335"/>
                  <a:pt x="1344435" y="1409503"/>
                  <a:pt x="1346741" y="1409112"/>
                </a:cubicBezTo>
                <a:close/>
                <a:moveTo>
                  <a:pt x="7889976" y="1408686"/>
                </a:moveTo>
                <a:cubicBezTo>
                  <a:pt x="7897773" y="1409776"/>
                  <a:pt x="7905477" y="1411989"/>
                  <a:pt x="7911229" y="1415048"/>
                </a:cubicBezTo>
                <a:cubicBezTo>
                  <a:pt x="7922816" y="1421270"/>
                  <a:pt x="7922232" y="1428586"/>
                  <a:pt x="7909617" y="1431449"/>
                </a:cubicBezTo>
                <a:cubicBezTo>
                  <a:pt x="7897141" y="1434365"/>
                  <a:pt x="7877662" y="1431632"/>
                  <a:pt x="7866409" y="1425409"/>
                </a:cubicBezTo>
                <a:cubicBezTo>
                  <a:pt x="7854961" y="1419213"/>
                  <a:pt x="7855767" y="1411872"/>
                  <a:pt x="7868160" y="1409060"/>
                </a:cubicBezTo>
                <a:cubicBezTo>
                  <a:pt x="7874287" y="1407628"/>
                  <a:pt x="7882178" y="1407595"/>
                  <a:pt x="7889976" y="1408686"/>
                </a:cubicBezTo>
                <a:close/>
                <a:moveTo>
                  <a:pt x="9054720" y="1407775"/>
                </a:moveTo>
                <a:cubicBezTo>
                  <a:pt x="9067119" y="1409399"/>
                  <a:pt x="9080137" y="1412705"/>
                  <a:pt x="9090906" y="1417313"/>
                </a:cubicBezTo>
                <a:cubicBezTo>
                  <a:pt x="9112440" y="1426633"/>
                  <a:pt x="9116468" y="1437724"/>
                  <a:pt x="9099825" y="1442098"/>
                </a:cubicBezTo>
                <a:cubicBezTo>
                  <a:pt x="9083042" y="1446420"/>
                  <a:pt x="9051922" y="1442279"/>
                  <a:pt x="9030443" y="1432882"/>
                </a:cubicBezTo>
                <a:cubicBezTo>
                  <a:pt x="9009157" y="1423562"/>
                  <a:pt x="9005546" y="1412575"/>
                  <a:pt x="9022246" y="1408331"/>
                </a:cubicBezTo>
                <a:cubicBezTo>
                  <a:pt x="9030539" y="1406209"/>
                  <a:pt x="9042319" y="1406151"/>
                  <a:pt x="9054720" y="1407775"/>
                </a:cubicBezTo>
                <a:close/>
                <a:moveTo>
                  <a:pt x="3455128" y="1404374"/>
                </a:moveTo>
                <a:cubicBezTo>
                  <a:pt x="3461658" y="1403333"/>
                  <a:pt x="3467244" y="1404348"/>
                  <a:pt x="3467660" y="1406666"/>
                </a:cubicBezTo>
                <a:cubicBezTo>
                  <a:pt x="3467938" y="1409008"/>
                  <a:pt x="3462964" y="1411794"/>
                  <a:pt x="3456462" y="1412861"/>
                </a:cubicBezTo>
                <a:cubicBezTo>
                  <a:pt x="3449877" y="1413954"/>
                  <a:pt x="3444236" y="1412914"/>
                  <a:pt x="3443875" y="1410571"/>
                </a:cubicBezTo>
                <a:cubicBezTo>
                  <a:pt x="3443570" y="1408227"/>
                  <a:pt x="3448515" y="1405467"/>
                  <a:pt x="3455128" y="1404374"/>
                </a:cubicBezTo>
                <a:close/>
                <a:moveTo>
                  <a:pt x="2248220" y="1403463"/>
                </a:moveTo>
                <a:cubicBezTo>
                  <a:pt x="2256639" y="1402188"/>
                  <a:pt x="2262669" y="1403411"/>
                  <a:pt x="2261863" y="1406170"/>
                </a:cubicBezTo>
                <a:cubicBezTo>
                  <a:pt x="2261001" y="1408956"/>
                  <a:pt x="2253500" y="1412263"/>
                  <a:pt x="2245191" y="1413512"/>
                </a:cubicBezTo>
                <a:cubicBezTo>
                  <a:pt x="2236800" y="1414787"/>
                  <a:pt x="2230714" y="1413564"/>
                  <a:pt x="2231576" y="1410805"/>
                </a:cubicBezTo>
                <a:cubicBezTo>
                  <a:pt x="2232493" y="1408045"/>
                  <a:pt x="2239940" y="1404738"/>
                  <a:pt x="2248220" y="1403463"/>
                </a:cubicBezTo>
                <a:close/>
                <a:moveTo>
                  <a:pt x="10365558" y="1401250"/>
                </a:moveTo>
                <a:cubicBezTo>
                  <a:pt x="10367614" y="1400678"/>
                  <a:pt x="10372198" y="1401224"/>
                  <a:pt x="10375866" y="1402525"/>
                </a:cubicBezTo>
                <a:cubicBezTo>
                  <a:pt x="10379645" y="1403853"/>
                  <a:pt x="10380895" y="1405363"/>
                  <a:pt x="10378867" y="1405988"/>
                </a:cubicBezTo>
                <a:cubicBezTo>
                  <a:pt x="10376893" y="1406613"/>
                  <a:pt x="10372226" y="1406014"/>
                  <a:pt x="10368392" y="1404713"/>
                </a:cubicBezTo>
                <a:cubicBezTo>
                  <a:pt x="10364752" y="1403411"/>
                  <a:pt x="10363390" y="1401848"/>
                  <a:pt x="10365558" y="1401250"/>
                </a:cubicBezTo>
                <a:close/>
                <a:moveTo>
                  <a:pt x="9274627" y="1394669"/>
                </a:moveTo>
                <a:cubicBezTo>
                  <a:pt x="9285737" y="1396102"/>
                  <a:pt x="9297526" y="1399011"/>
                  <a:pt x="9307391" y="1403072"/>
                </a:cubicBezTo>
                <a:cubicBezTo>
                  <a:pt x="9327008" y="1411247"/>
                  <a:pt x="9331482" y="1421009"/>
                  <a:pt x="9316921" y="1424811"/>
                </a:cubicBezTo>
                <a:cubicBezTo>
                  <a:pt x="9302389" y="1428637"/>
                  <a:pt x="9274659" y="1424992"/>
                  <a:pt x="9254931" y="1416740"/>
                </a:cubicBezTo>
                <a:cubicBezTo>
                  <a:pt x="9235452" y="1408565"/>
                  <a:pt x="9231396" y="1398907"/>
                  <a:pt x="9245928" y="1395131"/>
                </a:cubicBezTo>
                <a:cubicBezTo>
                  <a:pt x="9253083" y="1393284"/>
                  <a:pt x="9263516" y="1393238"/>
                  <a:pt x="9274627" y="1394669"/>
                </a:cubicBezTo>
                <a:close/>
                <a:moveTo>
                  <a:pt x="8137035" y="1393954"/>
                </a:moveTo>
                <a:cubicBezTo>
                  <a:pt x="8147302" y="1395353"/>
                  <a:pt x="8157596" y="1398204"/>
                  <a:pt x="8165502" y="1402187"/>
                </a:cubicBezTo>
                <a:cubicBezTo>
                  <a:pt x="8181341" y="1410231"/>
                  <a:pt x="8181341" y="1419812"/>
                  <a:pt x="8165614" y="1423535"/>
                </a:cubicBezTo>
                <a:cubicBezTo>
                  <a:pt x="8149664" y="1427284"/>
                  <a:pt x="8123934" y="1423717"/>
                  <a:pt x="8108262" y="1415621"/>
                </a:cubicBezTo>
                <a:cubicBezTo>
                  <a:pt x="8092563" y="1407550"/>
                  <a:pt x="8092841" y="1398100"/>
                  <a:pt x="8108735" y="1394429"/>
                </a:cubicBezTo>
                <a:cubicBezTo>
                  <a:pt x="8116529" y="1392606"/>
                  <a:pt x="8126768" y="1392555"/>
                  <a:pt x="8137035" y="1393954"/>
                </a:cubicBezTo>
                <a:close/>
                <a:moveTo>
                  <a:pt x="1144428" y="1391356"/>
                </a:moveTo>
                <a:cubicBezTo>
                  <a:pt x="1145317" y="1391201"/>
                  <a:pt x="1145956" y="1391356"/>
                  <a:pt x="1145761" y="1391643"/>
                </a:cubicBezTo>
                <a:cubicBezTo>
                  <a:pt x="1145623" y="1391904"/>
                  <a:pt x="1144594" y="1392215"/>
                  <a:pt x="1143761" y="1392345"/>
                </a:cubicBezTo>
                <a:cubicBezTo>
                  <a:pt x="1142816" y="1392528"/>
                  <a:pt x="1142066" y="1392398"/>
                  <a:pt x="1142400" y="1392085"/>
                </a:cubicBezTo>
                <a:cubicBezTo>
                  <a:pt x="1142621" y="1391825"/>
                  <a:pt x="1143567" y="1391461"/>
                  <a:pt x="1144428" y="1391356"/>
                </a:cubicBezTo>
                <a:close/>
                <a:moveTo>
                  <a:pt x="3207485" y="1391233"/>
                </a:moveTo>
                <a:cubicBezTo>
                  <a:pt x="3211065" y="1391891"/>
                  <a:pt x="3213358" y="1393231"/>
                  <a:pt x="3213524" y="1395106"/>
                </a:cubicBezTo>
                <a:cubicBezTo>
                  <a:pt x="3213663" y="1398855"/>
                  <a:pt x="3205188" y="1403333"/>
                  <a:pt x="3194435" y="1405103"/>
                </a:cubicBezTo>
                <a:cubicBezTo>
                  <a:pt x="3183682" y="1406847"/>
                  <a:pt x="3174818" y="1405180"/>
                  <a:pt x="3174623" y="1401406"/>
                </a:cubicBezTo>
                <a:cubicBezTo>
                  <a:pt x="3174373" y="1397631"/>
                  <a:pt x="3182904" y="1393205"/>
                  <a:pt x="3193713" y="1391461"/>
                </a:cubicBezTo>
                <a:cubicBezTo>
                  <a:pt x="3199034" y="1390602"/>
                  <a:pt x="3203903" y="1390576"/>
                  <a:pt x="3207485" y="1391233"/>
                </a:cubicBezTo>
                <a:close/>
                <a:moveTo>
                  <a:pt x="2027929" y="1387451"/>
                </a:moveTo>
                <a:cubicBezTo>
                  <a:pt x="2034959" y="1386358"/>
                  <a:pt x="2039905" y="1387400"/>
                  <a:pt x="2039016" y="1389690"/>
                </a:cubicBezTo>
                <a:cubicBezTo>
                  <a:pt x="2038043" y="1391982"/>
                  <a:pt x="2031680" y="1394715"/>
                  <a:pt x="2024567" y="1395783"/>
                </a:cubicBezTo>
                <a:cubicBezTo>
                  <a:pt x="2017453" y="1396850"/>
                  <a:pt x="2012535" y="1395861"/>
                  <a:pt x="2013452" y="1393518"/>
                </a:cubicBezTo>
                <a:cubicBezTo>
                  <a:pt x="2014258" y="1391227"/>
                  <a:pt x="2020732" y="1388519"/>
                  <a:pt x="2027929" y="1387451"/>
                </a:cubicBezTo>
                <a:close/>
                <a:moveTo>
                  <a:pt x="10566065" y="1385994"/>
                </a:moveTo>
                <a:cubicBezTo>
                  <a:pt x="10566871" y="1385734"/>
                  <a:pt x="10568927" y="1385968"/>
                  <a:pt x="10570593" y="1386541"/>
                </a:cubicBezTo>
                <a:cubicBezTo>
                  <a:pt x="10572289" y="1387114"/>
                  <a:pt x="10572900" y="1387764"/>
                  <a:pt x="10572177" y="1388129"/>
                </a:cubicBezTo>
                <a:cubicBezTo>
                  <a:pt x="10571234" y="1388337"/>
                  <a:pt x="10569176" y="1388129"/>
                  <a:pt x="10567510" y="1387530"/>
                </a:cubicBezTo>
                <a:cubicBezTo>
                  <a:pt x="10565787" y="1386931"/>
                  <a:pt x="10565203" y="1386254"/>
                  <a:pt x="10566065" y="1385994"/>
                </a:cubicBezTo>
                <a:close/>
                <a:moveTo>
                  <a:pt x="8373832" y="1379547"/>
                </a:moveTo>
                <a:cubicBezTo>
                  <a:pt x="8385510" y="1381112"/>
                  <a:pt x="8397339" y="1384302"/>
                  <a:pt x="8406579" y="1388753"/>
                </a:cubicBezTo>
                <a:cubicBezTo>
                  <a:pt x="8425113" y="1397683"/>
                  <a:pt x="8426280" y="1408358"/>
                  <a:pt x="8408968" y="1412549"/>
                </a:cubicBezTo>
                <a:cubicBezTo>
                  <a:pt x="8391490" y="1416740"/>
                  <a:pt x="8362314" y="1412757"/>
                  <a:pt x="8343754" y="1403723"/>
                </a:cubicBezTo>
                <a:cubicBezTo>
                  <a:pt x="8325414" y="1394741"/>
                  <a:pt x="8324608" y="1384172"/>
                  <a:pt x="8342002" y="1380084"/>
                </a:cubicBezTo>
                <a:cubicBezTo>
                  <a:pt x="8350630" y="1378040"/>
                  <a:pt x="8362154" y="1377982"/>
                  <a:pt x="8373832" y="1379547"/>
                </a:cubicBezTo>
                <a:close/>
                <a:moveTo>
                  <a:pt x="2964325" y="1376585"/>
                </a:moveTo>
                <a:cubicBezTo>
                  <a:pt x="2968802" y="1377422"/>
                  <a:pt x="2971574" y="1379121"/>
                  <a:pt x="2971560" y="1381490"/>
                </a:cubicBezTo>
                <a:cubicBezTo>
                  <a:pt x="2971310" y="1386202"/>
                  <a:pt x="2959862" y="1391851"/>
                  <a:pt x="2946135" y="1394012"/>
                </a:cubicBezTo>
                <a:cubicBezTo>
                  <a:pt x="2932298" y="1396225"/>
                  <a:pt x="2921211" y="1394143"/>
                  <a:pt x="2921488" y="1389352"/>
                </a:cubicBezTo>
                <a:cubicBezTo>
                  <a:pt x="2921627" y="1384665"/>
                  <a:pt x="2933075" y="1379017"/>
                  <a:pt x="2946857" y="1376855"/>
                </a:cubicBezTo>
                <a:cubicBezTo>
                  <a:pt x="2953666" y="1375776"/>
                  <a:pt x="2959847" y="1375749"/>
                  <a:pt x="2964325" y="1376585"/>
                </a:cubicBezTo>
                <a:close/>
                <a:moveTo>
                  <a:pt x="9485368" y="1375548"/>
                </a:moveTo>
                <a:cubicBezTo>
                  <a:pt x="9499291" y="1377312"/>
                  <a:pt x="9514206" y="1380905"/>
                  <a:pt x="9526876" y="1385916"/>
                </a:cubicBezTo>
                <a:cubicBezTo>
                  <a:pt x="9552134" y="1396017"/>
                  <a:pt x="9558636" y="1408045"/>
                  <a:pt x="9541103" y="1412757"/>
                </a:cubicBezTo>
                <a:cubicBezTo>
                  <a:pt x="9523542" y="1417522"/>
                  <a:pt x="9488586" y="1413043"/>
                  <a:pt x="9463244" y="1402786"/>
                </a:cubicBezTo>
                <a:cubicBezTo>
                  <a:pt x="9438071" y="1392659"/>
                  <a:pt x="9432237" y="1380761"/>
                  <a:pt x="9449796" y="1376153"/>
                </a:cubicBezTo>
                <a:cubicBezTo>
                  <a:pt x="9458508" y="1373849"/>
                  <a:pt x="9471443" y="1373784"/>
                  <a:pt x="9485368" y="1375548"/>
                </a:cubicBezTo>
                <a:close/>
                <a:moveTo>
                  <a:pt x="7430216" y="1371466"/>
                </a:moveTo>
                <a:cubicBezTo>
                  <a:pt x="7433300" y="1370842"/>
                  <a:pt x="7437606" y="1371441"/>
                  <a:pt x="7440052" y="1372899"/>
                </a:cubicBezTo>
                <a:cubicBezTo>
                  <a:pt x="7442525" y="1374305"/>
                  <a:pt x="7442080" y="1376022"/>
                  <a:pt x="7439052" y="1376648"/>
                </a:cubicBezTo>
                <a:cubicBezTo>
                  <a:pt x="7436079" y="1377298"/>
                  <a:pt x="7431633" y="1376674"/>
                  <a:pt x="7429188" y="1375242"/>
                </a:cubicBezTo>
                <a:cubicBezTo>
                  <a:pt x="7426770" y="1373836"/>
                  <a:pt x="7427242" y="1372143"/>
                  <a:pt x="7430216" y="1371466"/>
                </a:cubicBezTo>
                <a:close/>
                <a:moveTo>
                  <a:pt x="10758265" y="1369384"/>
                </a:moveTo>
                <a:cubicBezTo>
                  <a:pt x="10759098" y="1369124"/>
                  <a:pt x="10761154" y="1369384"/>
                  <a:pt x="10762933" y="1369931"/>
                </a:cubicBezTo>
                <a:cubicBezTo>
                  <a:pt x="10764600" y="1370504"/>
                  <a:pt x="10765239" y="1371180"/>
                  <a:pt x="10764488" y="1371441"/>
                </a:cubicBezTo>
                <a:cubicBezTo>
                  <a:pt x="10763573" y="1371701"/>
                  <a:pt x="10761487" y="1371467"/>
                  <a:pt x="10759711" y="1370894"/>
                </a:cubicBezTo>
                <a:cubicBezTo>
                  <a:pt x="10758127" y="1370321"/>
                  <a:pt x="10757375" y="1369644"/>
                  <a:pt x="10758265" y="1369384"/>
                </a:cubicBezTo>
                <a:close/>
                <a:moveTo>
                  <a:pt x="1816612" y="1369228"/>
                </a:moveTo>
                <a:cubicBezTo>
                  <a:pt x="1825031" y="1368031"/>
                  <a:pt x="1830811" y="1369151"/>
                  <a:pt x="1829533" y="1371884"/>
                </a:cubicBezTo>
                <a:cubicBezTo>
                  <a:pt x="1828283" y="1374591"/>
                  <a:pt x="1820307" y="1377794"/>
                  <a:pt x="1811860" y="1379017"/>
                </a:cubicBezTo>
                <a:cubicBezTo>
                  <a:pt x="1803330" y="1380267"/>
                  <a:pt x="1797495" y="1379095"/>
                  <a:pt x="1798912" y="1376362"/>
                </a:cubicBezTo>
                <a:cubicBezTo>
                  <a:pt x="1800218" y="1373653"/>
                  <a:pt x="1808138" y="1370478"/>
                  <a:pt x="1816612" y="1369228"/>
                </a:cubicBezTo>
                <a:close/>
                <a:moveTo>
                  <a:pt x="8602070" y="1366316"/>
                </a:moveTo>
                <a:cubicBezTo>
                  <a:pt x="8613629" y="1367842"/>
                  <a:pt x="8625480" y="1370947"/>
                  <a:pt x="8634900" y="1375268"/>
                </a:cubicBezTo>
                <a:cubicBezTo>
                  <a:pt x="8653878" y="1383963"/>
                  <a:pt x="8655936" y="1394351"/>
                  <a:pt x="8639318" y="1398439"/>
                </a:cubicBezTo>
                <a:cubicBezTo>
                  <a:pt x="8622424" y="1402525"/>
                  <a:pt x="8593554" y="1398647"/>
                  <a:pt x="8574659" y="1389847"/>
                </a:cubicBezTo>
                <a:cubicBezTo>
                  <a:pt x="8556014" y="1381100"/>
                  <a:pt x="8554319" y="1370790"/>
                  <a:pt x="8570991" y="1366833"/>
                </a:cubicBezTo>
                <a:cubicBezTo>
                  <a:pt x="8579243" y="1364842"/>
                  <a:pt x="8590510" y="1364789"/>
                  <a:pt x="8602070" y="1366316"/>
                </a:cubicBezTo>
                <a:close/>
                <a:moveTo>
                  <a:pt x="2729632" y="1362172"/>
                </a:moveTo>
                <a:cubicBezTo>
                  <a:pt x="2733991" y="1362999"/>
                  <a:pt x="2736555" y="1364672"/>
                  <a:pt x="2736291" y="1366988"/>
                </a:cubicBezTo>
                <a:cubicBezTo>
                  <a:pt x="2735735" y="1371649"/>
                  <a:pt x="2723926" y="1377220"/>
                  <a:pt x="2709977" y="1379407"/>
                </a:cubicBezTo>
                <a:cubicBezTo>
                  <a:pt x="2695972" y="1381568"/>
                  <a:pt x="2685192" y="1379511"/>
                  <a:pt x="2685775" y="1374799"/>
                </a:cubicBezTo>
                <a:cubicBezTo>
                  <a:pt x="2686553" y="1370113"/>
                  <a:pt x="2698279" y="1364568"/>
                  <a:pt x="2712200" y="1362432"/>
                </a:cubicBezTo>
                <a:cubicBezTo>
                  <a:pt x="2719119" y="1361365"/>
                  <a:pt x="2725274" y="1361345"/>
                  <a:pt x="2729632" y="1362172"/>
                </a:cubicBezTo>
                <a:close/>
                <a:moveTo>
                  <a:pt x="7679822" y="1360428"/>
                </a:moveTo>
                <a:cubicBezTo>
                  <a:pt x="7684851" y="1359335"/>
                  <a:pt x="7692465" y="1360376"/>
                  <a:pt x="7696716" y="1362745"/>
                </a:cubicBezTo>
                <a:cubicBezTo>
                  <a:pt x="7701190" y="1365167"/>
                  <a:pt x="7700689" y="1368031"/>
                  <a:pt x="7695660" y="1369150"/>
                </a:cubicBezTo>
                <a:cubicBezTo>
                  <a:pt x="7690631" y="1370243"/>
                  <a:pt x="7683045" y="1369150"/>
                  <a:pt x="7678627" y="1366755"/>
                </a:cubicBezTo>
                <a:cubicBezTo>
                  <a:pt x="7674403" y="1364360"/>
                  <a:pt x="7674848" y="1361548"/>
                  <a:pt x="7679822" y="1360428"/>
                </a:cubicBezTo>
                <a:close/>
                <a:moveTo>
                  <a:pt x="9689762" y="1356562"/>
                </a:moveTo>
                <a:cubicBezTo>
                  <a:pt x="9706321" y="1358626"/>
                  <a:pt x="9724189" y="1362824"/>
                  <a:pt x="9739498" y="1368681"/>
                </a:cubicBezTo>
                <a:cubicBezTo>
                  <a:pt x="9770397" y="1380474"/>
                  <a:pt x="9779290" y="1394611"/>
                  <a:pt x="9759116" y="1400131"/>
                </a:cubicBezTo>
                <a:cubicBezTo>
                  <a:pt x="9738692" y="1405702"/>
                  <a:pt x="9697013" y="1400417"/>
                  <a:pt x="9666253" y="1388415"/>
                </a:cubicBezTo>
                <a:cubicBezTo>
                  <a:pt x="9635773" y="1376544"/>
                  <a:pt x="9627686" y="1362615"/>
                  <a:pt x="9647859" y="1357252"/>
                </a:cubicBezTo>
                <a:cubicBezTo>
                  <a:pt x="9657946" y="1354571"/>
                  <a:pt x="9673201" y="1354499"/>
                  <a:pt x="9689762" y="1356562"/>
                </a:cubicBezTo>
                <a:close/>
                <a:moveTo>
                  <a:pt x="3665167" y="1355274"/>
                </a:moveTo>
                <a:cubicBezTo>
                  <a:pt x="3666890" y="1355014"/>
                  <a:pt x="3668196" y="1355274"/>
                  <a:pt x="3668418" y="1355820"/>
                </a:cubicBezTo>
                <a:cubicBezTo>
                  <a:pt x="3668473" y="1356367"/>
                  <a:pt x="3667251" y="1357044"/>
                  <a:pt x="3665722" y="1357305"/>
                </a:cubicBezTo>
                <a:cubicBezTo>
                  <a:pt x="3664222" y="1357591"/>
                  <a:pt x="3662805" y="1357305"/>
                  <a:pt x="3662639" y="1356758"/>
                </a:cubicBezTo>
                <a:cubicBezTo>
                  <a:pt x="3662555" y="1356211"/>
                  <a:pt x="3663667" y="1355534"/>
                  <a:pt x="3665167" y="1355274"/>
                </a:cubicBezTo>
                <a:close/>
                <a:moveTo>
                  <a:pt x="1610547" y="1355039"/>
                </a:moveTo>
                <a:cubicBezTo>
                  <a:pt x="1612881" y="1354700"/>
                  <a:pt x="1614242" y="1355039"/>
                  <a:pt x="1613853" y="1355716"/>
                </a:cubicBezTo>
                <a:cubicBezTo>
                  <a:pt x="1613520" y="1356393"/>
                  <a:pt x="1611436" y="1357252"/>
                  <a:pt x="1609102" y="1357565"/>
                </a:cubicBezTo>
                <a:cubicBezTo>
                  <a:pt x="1606907" y="1357877"/>
                  <a:pt x="1605406" y="1357565"/>
                  <a:pt x="1605795" y="1356888"/>
                </a:cubicBezTo>
                <a:cubicBezTo>
                  <a:pt x="1606184" y="1356210"/>
                  <a:pt x="1608240" y="1355377"/>
                  <a:pt x="1610547" y="1355039"/>
                </a:cubicBezTo>
                <a:close/>
                <a:moveTo>
                  <a:pt x="8822022" y="1350041"/>
                </a:moveTo>
                <a:cubicBezTo>
                  <a:pt x="8835166" y="1351746"/>
                  <a:pt x="8848788" y="1355208"/>
                  <a:pt x="8859778" y="1360037"/>
                </a:cubicBezTo>
                <a:cubicBezTo>
                  <a:pt x="8882007" y="1369774"/>
                  <a:pt x="8885314" y="1381412"/>
                  <a:pt x="8866973" y="1385967"/>
                </a:cubicBezTo>
                <a:cubicBezTo>
                  <a:pt x="8848525" y="1390523"/>
                  <a:pt x="8815597" y="1386201"/>
                  <a:pt x="8793452" y="1376361"/>
                </a:cubicBezTo>
                <a:cubicBezTo>
                  <a:pt x="8771501" y="1366546"/>
                  <a:pt x="8768777" y="1355039"/>
                  <a:pt x="8787143" y="1350587"/>
                </a:cubicBezTo>
                <a:cubicBezTo>
                  <a:pt x="8796216" y="1348387"/>
                  <a:pt x="8808879" y="1348335"/>
                  <a:pt x="8822022" y="1350041"/>
                </a:cubicBezTo>
                <a:close/>
                <a:moveTo>
                  <a:pt x="7915564" y="1346240"/>
                </a:moveTo>
                <a:cubicBezTo>
                  <a:pt x="7923816" y="1344340"/>
                  <a:pt x="7936876" y="1346136"/>
                  <a:pt x="7944684" y="1350171"/>
                </a:cubicBezTo>
                <a:cubicBezTo>
                  <a:pt x="7952436" y="1354206"/>
                  <a:pt x="7952187" y="1359075"/>
                  <a:pt x="7943795" y="1360923"/>
                </a:cubicBezTo>
                <a:cubicBezTo>
                  <a:pt x="7935459" y="1362850"/>
                  <a:pt x="7922399" y="1361027"/>
                  <a:pt x="7914564" y="1356966"/>
                </a:cubicBezTo>
                <a:cubicBezTo>
                  <a:pt x="7906783" y="1352904"/>
                  <a:pt x="7907144" y="1348089"/>
                  <a:pt x="7915564" y="1346240"/>
                </a:cubicBezTo>
                <a:close/>
                <a:moveTo>
                  <a:pt x="2508504" y="1345244"/>
                </a:moveTo>
                <a:cubicBezTo>
                  <a:pt x="2513401" y="1346175"/>
                  <a:pt x="2516139" y="1348075"/>
                  <a:pt x="2515582" y="1350744"/>
                </a:cubicBezTo>
                <a:cubicBezTo>
                  <a:pt x="2514443" y="1356029"/>
                  <a:pt x="2500328" y="1362380"/>
                  <a:pt x="2484240" y="1364828"/>
                </a:cubicBezTo>
                <a:cubicBezTo>
                  <a:pt x="2468012" y="1367302"/>
                  <a:pt x="2455841" y="1364932"/>
                  <a:pt x="2457120" y="1359621"/>
                </a:cubicBezTo>
                <a:cubicBezTo>
                  <a:pt x="2458260" y="1354258"/>
                  <a:pt x="2472347" y="1348010"/>
                  <a:pt x="2488463" y="1345563"/>
                </a:cubicBezTo>
                <a:cubicBezTo>
                  <a:pt x="2496549" y="1344352"/>
                  <a:pt x="2503607" y="1344314"/>
                  <a:pt x="2508504" y="1345244"/>
                </a:cubicBezTo>
                <a:close/>
                <a:moveTo>
                  <a:pt x="3408281" y="1342152"/>
                </a:moveTo>
                <a:cubicBezTo>
                  <a:pt x="3414671" y="1341162"/>
                  <a:pt x="3420146" y="1342126"/>
                  <a:pt x="3420423" y="1344339"/>
                </a:cubicBezTo>
                <a:cubicBezTo>
                  <a:pt x="3420730" y="1346552"/>
                  <a:pt x="3415867" y="1349207"/>
                  <a:pt x="3409392" y="1350222"/>
                </a:cubicBezTo>
                <a:cubicBezTo>
                  <a:pt x="3402973" y="1351238"/>
                  <a:pt x="3397527" y="1350301"/>
                  <a:pt x="3397277" y="1348062"/>
                </a:cubicBezTo>
                <a:cubicBezTo>
                  <a:pt x="3396972" y="1345823"/>
                  <a:pt x="3401918" y="1343193"/>
                  <a:pt x="3408281" y="1342152"/>
                </a:cubicBezTo>
                <a:close/>
                <a:moveTo>
                  <a:pt x="9890231" y="1340629"/>
                </a:moveTo>
                <a:cubicBezTo>
                  <a:pt x="9907044" y="1342693"/>
                  <a:pt x="9925350" y="1346891"/>
                  <a:pt x="9941174" y="1352748"/>
                </a:cubicBezTo>
                <a:cubicBezTo>
                  <a:pt x="9973072" y="1364516"/>
                  <a:pt x="9983382" y="1378652"/>
                  <a:pt x="9963348" y="1384198"/>
                </a:cubicBezTo>
                <a:cubicBezTo>
                  <a:pt x="9943424" y="1389769"/>
                  <a:pt x="9900911" y="1384484"/>
                  <a:pt x="9869068" y="1372508"/>
                </a:cubicBezTo>
                <a:cubicBezTo>
                  <a:pt x="9837420" y="1360611"/>
                  <a:pt x="9828278" y="1346683"/>
                  <a:pt x="9848230" y="1341319"/>
                </a:cubicBezTo>
                <a:cubicBezTo>
                  <a:pt x="9858093" y="1338638"/>
                  <a:pt x="9873417" y="1338566"/>
                  <a:pt x="9890231" y="1340629"/>
                </a:cubicBezTo>
                <a:close/>
                <a:moveTo>
                  <a:pt x="9035868" y="1336940"/>
                </a:moveTo>
                <a:cubicBezTo>
                  <a:pt x="9047920" y="1338476"/>
                  <a:pt x="9060535" y="1341606"/>
                  <a:pt x="9070900" y="1345980"/>
                </a:cubicBezTo>
                <a:cubicBezTo>
                  <a:pt x="9091906" y="1354779"/>
                  <a:pt x="9095713" y="1365270"/>
                  <a:pt x="9079487" y="1369384"/>
                </a:cubicBezTo>
                <a:cubicBezTo>
                  <a:pt x="9063120" y="1373523"/>
                  <a:pt x="9032887" y="1369644"/>
                  <a:pt x="9012020" y="1360714"/>
                </a:cubicBezTo>
                <a:cubicBezTo>
                  <a:pt x="8991486" y="1351863"/>
                  <a:pt x="8988041" y="1341475"/>
                  <a:pt x="9004213" y="1337466"/>
                </a:cubicBezTo>
                <a:cubicBezTo>
                  <a:pt x="9012326" y="1335461"/>
                  <a:pt x="9023816" y="1335403"/>
                  <a:pt x="9035868" y="1336940"/>
                </a:cubicBezTo>
                <a:close/>
                <a:moveTo>
                  <a:pt x="1413624" y="1336503"/>
                </a:moveTo>
                <a:cubicBezTo>
                  <a:pt x="1416764" y="1336008"/>
                  <a:pt x="1418708" y="1336450"/>
                  <a:pt x="1418125" y="1337414"/>
                </a:cubicBezTo>
                <a:cubicBezTo>
                  <a:pt x="1417514" y="1338377"/>
                  <a:pt x="1414429" y="1339549"/>
                  <a:pt x="1411289" y="1339965"/>
                </a:cubicBezTo>
                <a:cubicBezTo>
                  <a:pt x="1408149" y="1340459"/>
                  <a:pt x="1406149" y="1340017"/>
                  <a:pt x="1406788" y="1339080"/>
                </a:cubicBezTo>
                <a:cubicBezTo>
                  <a:pt x="1407455" y="1338090"/>
                  <a:pt x="1410484" y="1336945"/>
                  <a:pt x="1413624" y="1336503"/>
                </a:cubicBezTo>
                <a:close/>
                <a:moveTo>
                  <a:pt x="2272478" y="1333925"/>
                </a:moveTo>
                <a:cubicBezTo>
                  <a:pt x="2280480" y="1332702"/>
                  <a:pt x="2286427" y="1333848"/>
                  <a:pt x="2285621" y="1336477"/>
                </a:cubicBezTo>
                <a:cubicBezTo>
                  <a:pt x="2284815" y="1339080"/>
                  <a:pt x="2277590" y="1342178"/>
                  <a:pt x="2269532" y="1343428"/>
                </a:cubicBezTo>
                <a:cubicBezTo>
                  <a:pt x="2261447" y="1344651"/>
                  <a:pt x="2255389" y="1343506"/>
                  <a:pt x="2256251" y="1340850"/>
                </a:cubicBezTo>
                <a:cubicBezTo>
                  <a:pt x="2257029" y="1338221"/>
                  <a:pt x="2264309" y="1335123"/>
                  <a:pt x="2272478" y="1333925"/>
                </a:cubicBezTo>
                <a:close/>
                <a:moveTo>
                  <a:pt x="10090034" y="1330222"/>
                </a:moveTo>
                <a:cubicBezTo>
                  <a:pt x="10102697" y="1331751"/>
                  <a:pt x="10116575" y="1334862"/>
                  <a:pt x="10128733" y="1339184"/>
                </a:cubicBezTo>
                <a:cubicBezTo>
                  <a:pt x="10153297" y="1347958"/>
                  <a:pt x="10161467" y="1358397"/>
                  <a:pt x="10146850" y="1362485"/>
                </a:cubicBezTo>
                <a:cubicBezTo>
                  <a:pt x="10132318" y="1366598"/>
                  <a:pt x="10100502" y="1362719"/>
                  <a:pt x="10076161" y="1353867"/>
                </a:cubicBezTo>
                <a:cubicBezTo>
                  <a:pt x="10051821" y="1345068"/>
                  <a:pt x="10044096" y="1334732"/>
                  <a:pt x="10058629" y="1330749"/>
                </a:cubicBezTo>
                <a:cubicBezTo>
                  <a:pt x="10065922" y="1328744"/>
                  <a:pt x="10077369" y="1328693"/>
                  <a:pt x="10090034" y="1330222"/>
                </a:cubicBezTo>
                <a:close/>
                <a:moveTo>
                  <a:pt x="8161818" y="1326854"/>
                </a:moveTo>
                <a:cubicBezTo>
                  <a:pt x="8171831" y="1328186"/>
                  <a:pt x="8181842" y="1330893"/>
                  <a:pt x="8189511" y="1334655"/>
                </a:cubicBezTo>
                <a:cubicBezTo>
                  <a:pt x="8205127" y="1342283"/>
                  <a:pt x="8205238" y="1351369"/>
                  <a:pt x="8189900" y="1354883"/>
                </a:cubicBezTo>
                <a:cubicBezTo>
                  <a:pt x="8174478" y="1358450"/>
                  <a:pt x="8149387" y="1355066"/>
                  <a:pt x="8133965" y="1347386"/>
                </a:cubicBezTo>
                <a:cubicBezTo>
                  <a:pt x="8118600" y="1339783"/>
                  <a:pt x="8118767" y="1330776"/>
                  <a:pt x="8134105" y="1327313"/>
                </a:cubicBezTo>
                <a:cubicBezTo>
                  <a:pt x="8141788" y="1325569"/>
                  <a:pt x="8151804" y="1325523"/>
                  <a:pt x="8161818" y="1326854"/>
                </a:cubicBezTo>
                <a:close/>
                <a:moveTo>
                  <a:pt x="3182338" y="1325651"/>
                </a:moveTo>
                <a:cubicBezTo>
                  <a:pt x="3186503" y="1326396"/>
                  <a:pt x="3189128" y="1327912"/>
                  <a:pt x="3189240" y="1330021"/>
                </a:cubicBezTo>
                <a:cubicBezTo>
                  <a:pt x="3189406" y="1334316"/>
                  <a:pt x="3179403" y="1339341"/>
                  <a:pt x="3166844" y="1341346"/>
                </a:cubicBezTo>
                <a:cubicBezTo>
                  <a:pt x="3154339" y="1343324"/>
                  <a:pt x="3144031" y="1341449"/>
                  <a:pt x="3143836" y="1337180"/>
                </a:cubicBezTo>
                <a:cubicBezTo>
                  <a:pt x="3143614" y="1332910"/>
                  <a:pt x="3153673" y="1327885"/>
                  <a:pt x="3166205" y="1325907"/>
                </a:cubicBezTo>
                <a:cubicBezTo>
                  <a:pt x="3172470" y="1324931"/>
                  <a:pt x="3178173" y="1324905"/>
                  <a:pt x="3182338" y="1325651"/>
                </a:cubicBezTo>
                <a:close/>
                <a:moveTo>
                  <a:pt x="10274974" y="1323486"/>
                </a:moveTo>
                <a:cubicBezTo>
                  <a:pt x="10281282" y="1321741"/>
                  <a:pt x="10295259" y="1323433"/>
                  <a:pt x="10306290" y="1327234"/>
                </a:cubicBezTo>
                <a:cubicBezTo>
                  <a:pt x="10317349" y="1331113"/>
                  <a:pt x="10321293" y="1335644"/>
                  <a:pt x="10315070" y="1337440"/>
                </a:cubicBezTo>
                <a:cubicBezTo>
                  <a:pt x="10308762" y="1339236"/>
                  <a:pt x="10294647" y="1337517"/>
                  <a:pt x="10283532" y="1333665"/>
                </a:cubicBezTo>
                <a:cubicBezTo>
                  <a:pt x="10272471" y="1329812"/>
                  <a:pt x="10268694" y="1325255"/>
                  <a:pt x="10274974" y="1323486"/>
                </a:cubicBezTo>
                <a:close/>
                <a:moveTo>
                  <a:pt x="9243635" y="1323222"/>
                </a:moveTo>
                <a:cubicBezTo>
                  <a:pt x="9254806" y="1324625"/>
                  <a:pt x="9266615" y="1327483"/>
                  <a:pt x="9276465" y="1331479"/>
                </a:cubicBezTo>
                <a:cubicBezTo>
                  <a:pt x="9296220" y="1339471"/>
                  <a:pt x="9300556" y="1349052"/>
                  <a:pt x="9285885" y="1352775"/>
                </a:cubicBezTo>
                <a:cubicBezTo>
                  <a:pt x="9271296" y="1356523"/>
                  <a:pt x="9243398" y="1352982"/>
                  <a:pt x="9223587" y="1344886"/>
                </a:cubicBezTo>
                <a:cubicBezTo>
                  <a:pt x="9204080" y="1336815"/>
                  <a:pt x="9200078" y="1327365"/>
                  <a:pt x="9214639" y="1323694"/>
                </a:cubicBezTo>
                <a:cubicBezTo>
                  <a:pt x="9221933" y="1321872"/>
                  <a:pt x="9232465" y="1321820"/>
                  <a:pt x="9243635" y="1323222"/>
                </a:cubicBezTo>
                <a:close/>
                <a:moveTo>
                  <a:pt x="7246824" y="1320310"/>
                </a:moveTo>
                <a:cubicBezTo>
                  <a:pt x="7247408" y="1320179"/>
                  <a:pt x="7248186" y="1320284"/>
                  <a:pt x="7248658" y="1320596"/>
                </a:cubicBezTo>
                <a:cubicBezTo>
                  <a:pt x="7249131" y="1320856"/>
                  <a:pt x="7249047" y="1321194"/>
                  <a:pt x="7248380" y="1321299"/>
                </a:cubicBezTo>
                <a:cubicBezTo>
                  <a:pt x="7247797" y="1321429"/>
                  <a:pt x="7246908" y="1321299"/>
                  <a:pt x="7246546" y="1321038"/>
                </a:cubicBezTo>
                <a:cubicBezTo>
                  <a:pt x="7246101" y="1320778"/>
                  <a:pt x="7246269" y="1320466"/>
                  <a:pt x="7246824" y="1320310"/>
                </a:cubicBezTo>
                <a:close/>
                <a:moveTo>
                  <a:pt x="1221619" y="1319555"/>
                </a:moveTo>
                <a:cubicBezTo>
                  <a:pt x="1222508" y="1319425"/>
                  <a:pt x="1223063" y="1319555"/>
                  <a:pt x="1222980" y="1319789"/>
                </a:cubicBezTo>
                <a:cubicBezTo>
                  <a:pt x="1222647" y="1320101"/>
                  <a:pt x="1221730" y="1320414"/>
                  <a:pt x="1220869" y="1320544"/>
                </a:cubicBezTo>
                <a:cubicBezTo>
                  <a:pt x="1220035" y="1320648"/>
                  <a:pt x="1219423" y="1320544"/>
                  <a:pt x="1219729" y="1320232"/>
                </a:cubicBezTo>
                <a:cubicBezTo>
                  <a:pt x="1219868" y="1320024"/>
                  <a:pt x="1220729" y="1319659"/>
                  <a:pt x="1221619" y="1319555"/>
                </a:cubicBezTo>
                <a:close/>
                <a:moveTo>
                  <a:pt x="2083058" y="1313732"/>
                </a:moveTo>
                <a:cubicBezTo>
                  <a:pt x="2086878" y="1314471"/>
                  <a:pt x="2088837" y="1315974"/>
                  <a:pt x="2088031" y="1318070"/>
                </a:cubicBezTo>
                <a:cubicBezTo>
                  <a:pt x="2086364" y="1322340"/>
                  <a:pt x="2074166" y="1327313"/>
                  <a:pt x="2060856" y="1329291"/>
                </a:cubicBezTo>
                <a:cubicBezTo>
                  <a:pt x="2047518" y="1331269"/>
                  <a:pt x="2038016" y="1329395"/>
                  <a:pt x="2039655" y="1325152"/>
                </a:cubicBezTo>
                <a:cubicBezTo>
                  <a:pt x="2041461" y="1320908"/>
                  <a:pt x="2053548" y="1315909"/>
                  <a:pt x="2066913" y="1313983"/>
                </a:cubicBezTo>
                <a:cubicBezTo>
                  <a:pt x="2073554" y="1313020"/>
                  <a:pt x="2079237" y="1312994"/>
                  <a:pt x="2083058" y="1313732"/>
                </a:cubicBezTo>
                <a:close/>
                <a:moveTo>
                  <a:pt x="10477898" y="1312682"/>
                </a:moveTo>
                <a:cubicBezTo>
                  <a:pt x="10479400" y="1312239"/>
                  <a:pt x="10482846" y="1312682"/>
                  <a:pt x="10485706" y="1313619"/>
                </a:cubicBezTo>
                <a:cubicBezTo>
                  <a:pt x="10488514" y="1314582"/>
                  <a:pt x="10489598" y="1315702"/>
                  <a:pt x="10487958" y="1316144"/>
                </a:cubicBezTo>
                <a:cubicBezTo>
                  <a:pt x="10486484" y="1316612"/>
                  <a:pt x="10483067" y="1316170"/>
                  <a:pt x="10480176" y="1315233"/>
                </a:cubicBezTo>
                <a:cubicBezTo>
                  <a:pt x="10477454" y="1314270"/>
                  <a:pt x="10476370" y="1313150"/>
                  <a:pt x="10477898" y="1312682"/>
                </a:cubicBezTo>
                <a:close/>
                <a:moveTo>
                  <a:pt x="8383988" y="1310771"/>
                </a:moveTo>
                <a:cubicBezTo>
                  <a:pt x="8396076" y="1312350"/>
                  <a:pt x="8408343" y="1315571"/>
                  <a:pt x="8417971" y="1320075"/>
                </a:cubicBezTo>
                <a:cubicBezTo>
                  <a:pt x="8437088" y="1329109"/>
                  <a:pt x="8438450" y="1339861"/>
                  <a:pt x="8420389" y="1344078"/>
                </a:cubicBezTo>
                <a:cubicBezTo>
                  <a:pt x="8402355" y="1348322"/>
                  <a:pt x="8372040" y="1344313"/>
                  <a:pt x="8352923" y="1335174"/>
                </a:cubicBezTo>
                <a:cubicBezTo>
                  <a:pt x="8333834" y="1326063"/>
                  <a:pt x="8333139" y="1315441"/>
                  <a:pt x="8351088" y="1311327"/>
                </a:cubicBezTo>
                <a:cubicBezTo>
                  <a:pt x="8359995" y="1309258"/>
                  <a:pt x="8371902" y="1309192"/>
                  <a:pt x="8383988" y="1310771"/>
                </a:cubicBezTo>
                <a:close/>
                <a:moveTo>
                  <a:pt x="7492930" y="1310573"/>
                </a:moveTo>
                <a:cubicBezTo>
                  <a:pt x="7494069" y="1310338"/>
                  <a:pt x="7495819" y="1310573"/>
                  <a:pt x="7496736" y="1311120"/>
                </a:cubicBezTo>
                <a:cubicBezTo>
                  <a:pt x="7497709" y="1311667"/>
                  <a:pt x="7497542" y="1312291"/>
                  <a:pt x="7496347" y="1312577"/>
                </a:cubicBezTo>
                <a:cubicBezTo>
                  <a:pt x="7495180" y="1312811"/>
                  <a:pt x="7493402" y="1312577"/>
                  <a:pt x="7492485" y="1312031"/>
                </a:cubicBezTo>
                <a:cubicBezTo>
                  <a:pt x="7491568" y="1311484"/>
                  <a:pt x="7491707" y="1310859"/>
                  <a:pt x="7492930" y="1310573"/>
                </a:cubicBezTo>
                <a:close/>
                <a:moveTo>
                  <a:pt x="2957096" y="1309424"/>
                </a:moveTo>
                <a:cubicBezTo>
                  <a:pt x="2962202" y="1310352"/>
                  <a:pt x="2965307" y="1312239"/>
                  <a:pt x="2965252" y="1314868"/>
                </a:cubicBezTo>
                <a:cubicBezTo>
                  <a:pt x="2965058" y="1320205"/>
                  <a:pt x="2951970" y="1326505"/>
                  <a:pt x="2936076" y="1328979"/>
                </a:cubicBezTo>
                <a:cubicBezTo>
                  <a:pt x="2920016" y="1331452"/>
                  <a:pt x="2907262" y="1329109"/>
                  <a:pt x="2907622" y="1323772"/>
                </a:cubicBezTo>
                <a:cubicBezTo>
                  <a:pt x="2907956" y="1318461"/>
                  <a:pt x="2921100" y="1312187"/>
                  <a:pt x="2936937" y="1309740"/>
                </a:cubicBezTo>
                <a:cubicBezTo>
                  <a:pt x="2944885" y="1308530"/>
                  <a:pt x="2951991" y="1308497"/>
                  <a:pt x="2957096" y="1309424"/>
                </a:cubicBezTo>
                <a:close/>
                <a:moveTo>
                  <a:pt x="9443664" y="1305044"/>
                </a:moveTo>
                <a:cubicBezTo>
                  <a:pt x="9457196" y="1306713"/>
                  <a:pt x="9471651" y="1310104"/>
                  <a:pt x="9483835" y="1314816"/>
                </a:cubicBezTo>
                <a:cubicBezTo>
                  <a:pt x="9508371" y="1324345"/>
                  <a:pt x="9514455" y="1335748"/>
                  <a:pt x="9497285" y="1340252"/>
                </a:cubicBezTo>
                <a:cubicBezTo>
                  <a:pt x="9480140" y="1344703"/>
                  <a:pt x="9446101" y="1340460"/>
                  <a:pt x="9421678" y="1330801"/>
                </a:cubicBezTo>
                <a:cubicBezTo>
                  <a:pt x="9397420" y="1321220"/>
                  <a:pt x="9391863" y="1309948"/>
                  <a:pt x="9409034" y="1305600"/>
                </a:cubicBezTo>
                <a:cubicBezTo>
                  <a:pt x="9417523" y="1303426"/>
                  <a:pt x="9430131" y="1303375"/>
                  <a:pt x="9443664" y="1305044"/>
                </a:cubicBezTo>
                <a:close/>
                <a:moveTo>
                  <a:pt x="1880682" y="1297683"/>
                </a:moveTo>
                <a:cubicBezTo>
                  <a:pt x="1883807" y="1298292"/>
                  <a:pt x="1885328" y="1299535"/>
                  <a:pt x="1884494" y="1301279"/>
                </a:cubicBezTo>
                <a:cubicBezTo>
                  <a:pt x="1882911" y="1304820"/>
                  <a:pt x="1872436" y="1308959"/>
                  <a:pt x="1861209" y="1310547"/>
                </a:cubicBezTo>
                <a:cubicBezTo>
                  <a:pt x="1849845" y="1312161"/>
                  <a:pt x="1842148" y="1310651"/>
                  <a:pt x="1843899" y="1307110"/>
                </a:cubicBezTo>
                <a:cubicBezTo>
                  <a:pt x="1845566" y="1303648"/>
                  <a:pt x="1856069" y="1299509"/>
                  <a:pt x="1867239" y="1297894"/>
                </a:cubicBezTo>
                <a:cubicBezTo>
                  <a:pt x="1872825" y="1297100"/>
                  <a:pt x="1877555" y="1297075"/>
                  <a:pt x="1880682" y="1297683"/>
                </a:cubicBezTo>
                <a:close/>
                <a:moveTo>
                  <a:pt x="10663762" y="1297426"/>
                </a:moveTo>
                <a:cubicBezTo>
                  <a:pt x="10664570" y="1297217"/>
                  <a:pt x="10666681" y="1297426"/>
                  <a:pt x="10668292" y="1297946"/>
                </a:cubicBezTo>
                <a:cubicBezTo>
                  <a:pt x="10669986" y="1298519"/>
                  <a:pt x="10670486" y="1299169"/>
                  <a:pt x="10669682" y="1299378"/>
                </a:cubicBezTo>
                <a:cubicBezTo>
                  <a:pt x="10668820" y="1299612"/>
                  <a:pt x="10666848" y="1299405"/>
                  <a:pt x="10665207" y="1298857"/>
                </a:cubicBezTo>
                <a:cubicBezTo>
                  <a:pt x="10663596" y="1298310"/>
                  <a:pt x="10662929" y="1297686"/>
                  <a:pt x="10663762" y="1297426"/>
                </a:cubicBezTo>
                <a:close/>
                <a:moveTo>
                  <a:pt x="8598702" y="1297130"/>
                </a:moveTo>
                <a:cubicBezTo>
                  <a:pt x="8610692" y="1298676"/>
                  <a:pt x="8622965" y="1301813"/>
                  <a:pt x="8632705" y="1306173"/>
                </a:cubicBezTo>
                <a:cubicBezTo>
                  <a:pt x="8652323" y="1314947"/>
                  <a:pt x="8654434" y="1325439"/>
                  <a:pt x="8637178" y="1329578"/>
                </a:cubicBezTo>
                <a:cubicBezTo>
                  <a:pt x="8619813" y="1333692"/>
                  <a:pt x="8589802" y="1329813"/>
                  <a:pt x="8570241" y="1320883"/>
                </a:cubicBezTo>
                <a:cubicBezTo>
                  <a:pt x="8550873" y="1312083"/>
                  <a:pt x="8549150" y="1301643"/>
                  <a:pt x="8566405" y="1297634"/>
                </a:cubicBezTo>
                <a:cubicBezTo>
                  <a:pt x="8575006" y="1295630"/>
                  <a:pt x="8586712" y="1295585"/>
                  <a:pt x="8598702" y="1297130"/>
                </a:cubicBezTo>
                <a:close/>
                <a:moveTo>
                  <a:pt x="3615013" y="1295187"/>
                </a:moveTo>
                <a:cubicBezTo>
                  <a:pt x="3616513" y="1294952"/>
                  <a:pt x="3617903" y="1295161"/>
                  <a:pt x="3618042" y="1295708"/>
                </a:cubicBezTo>
                <a:cubicBezTo>
                  <a:pt x="3618236" y="1296280"/>
                  <a:pt x="3616958" y="1296880"/>
                  <a:pt x="3615457" y="1297140"/>
                </a:cubicBezTo>
                <a:cubicBezTo>
                  <a:pt x="3613957" y="1297347"/>
                  <a:pt x="3612540" y="1297140"/>
                  <a:pt x="3612373" y="1296619"/>
                </a:cubicBezTo>
                <a:cubicBezTo>
                  <a:pt x="3612345" y="1296046"/>
                  <a:pt x="3613345" y="1295421"/>
                  <a:pt x="3615013" y="1295187"/>
                </a:cubicBezTo>
                <a:close/>
                <a:moveTo>
                  <a:pt x="7717223" y="1293442"/>
                </a:moveTo>
                <a:cubicBezTo>
                  <a:pt x="7725531" y="1291619"/>
                  <a:pt x="7738146" y="1293338"/>
                  <a:pt x="7745455" y="1297165"/>
                </a:cubicBezTo>
                <a:cubicBezTo>
                  <a:pt x="7752790" y="1301070"/>
                  <a:pt x="7752067" y="1305678"/>
                  <a:pt x="7743704" y="1307475"/>
                </a:cubicBezTo>
                <a:cubicBezTo>
                  <a:pt x="7735396" y="1309323"/>
                  <a:pt x="7722808" y="1307578"/>
                  <a:pt x="7715472" y="1303674"/>
                </a:cubicBezTo>
                <a:cubicBezTo>
                  <a:pt x="7708137" y="1299846"/>
                  <a:pt x="7708998" y="1295212"/>
                  <a:pt x="7717223" y="1293442"/>
                </a:cubicBezTo>
                <a:close/>
                <a:moveTo>
                  <a:pt x="2741091" y="1292874"/>
                </a:moveTo>
                <a:cubicBezTo>
                  <a:pt x="2746739" y="1293912"/>
                  <a:pt x="2750059" y="1296020"/>
                  <a:pt x="2749711" y="1298962"/>
                </a:cubicBezTo>
                <a:cubicBezTo>
                  <a:pt x="2748990" y="1304871"/>
                  <a:pt x="2733651" y="1311901"/>
                  <a:pt x="2715646" y="1314660"/>
                </a:cubicBezTo>
                <a:cubicBezTo>
                  <a:pt x="2697473" y="1317394"/>
                  <a:pt x="2683385" y="1314791"/>
                  <a:pt x="2684303" y="1308829"/>
                </a:cubicBezTo>
                <a:cubicBezTo>
                  <a:pt x="2685163" y="1302893"/>
                  <a:pt x="2700501" y="1295916"/>
                  <a:pt x="2718507" y="1293208"/>
                </a:cubicBezTo>
                <a:cubicBezTo>
                  <a:pt x="2727468" y="1291868"/>
                  <a:pt x="2735444" y="1291835"/>
                  <a:pt x="2741091" y="1292874"/>
                </a:cubicBezTo>
                <a:close/>
                <a:moveTo>
                  <a:pt x="1671844" y="1285450"/>
                </a:moveTo>
                <a:cubicBezTo>
                  <a:pt x="1674040" y="1285137"/>
                  <a:pt x="1675540" y="1285424"/>
                  <a:pt x="1675095" y="1286074"/>
                </a:cubicBezTo>
                <a:cubicBezTo>
                  <a:pt x="1674761" y="1286777"/>
                  <a:pt x="1672761" y="1287559"/>
                  <a:pt x="1670482" y="1287845"/>
                </a:cubicBezTo>
                <a:cubicBezTo>
                  <a:pt x="1668287" y="1288157"/>
                  <a:pt x="1666953" y="1287845"/>
                  <a:pt x="1667260" y="1287194"/>
                </a:cubicBezTo>
                <a:cubicBezTo>
                  <a:pt x="1667648" y="1286543"/>
                  <a:pt x="1669621" y="1285788"/>
                  <a:pt x="1671844" y="1285450"/>
                </a:cubicBezTo>
                <a:close/>
                <a:moveTo>
                  <a:pt x="9636650" y="1284536"/>
                </a:moveTo>
                <a:cubicBezTo>
                  <a:pt x="9654249" y="1286674"/>
                  <a:pt x="9673213" y="1291022"/>
                  <a:pt x="9689482" y="1297087"/>
                </a:cubicBezTo>
                <a:cubicBezTo>
                  <a:pt x="9722078" y="1309323"/>
                  <a:pt x="9731246" y="1323955"/>
                  <a:pt x="9709518" y="1329708"/>
                </a:cubicBezTo>
                <a:cubicBezTo>
                  <a:pt x="9687706" y="1335514"/>
                  <a:pt x="9643441" y="1330021"/>
                  <a:pt x="9610792" y="1317576"/>
                </a:cubicBezTo>
                <a:cubicBezTo>
                  <a:pt x="9578588" y="1305262"/>
                  <a:pt x="9570336" y="1290839"/>
                  <a:pt x="9592009" y="1285242"/>
                </a:cubicBezTo>
                <a:cubicBezTo>
                  <a:pt x="9602818" y="1282469"/>
                  <a:pt x="9619051" y="1282398"/>
                  <a:pt x="9636650" y="1284536"/>
                </a:cubicBezTo>
                <a:close/>
                <a:moveTo>
                  <a:pt x="10845236" y="1282039"/>
                </a:moveTo>
                <a:cubicBezTo>
                  <a:pt x="10845571" y="1281909"/>
                  <a:pt x="10846600" y="1282013"/>
                  <a:pt x="10847488" y="1282300"/>
                </a:cubicBezTo>
                <a:cubicBezTo>
                  <a:pt x="10848237" y="1282560"/>
                  <a:pt x="10848656" y="1282872"/>
                  <a:pt x="10848070" y="1282977"/>
                </a:cubicBezTo>
                <a:cubicBezTo>
                  <a:pt x="10847739" y="1283107"/>
                  <a:pt x="10846682" y="1283003"/>
                  <a:pt x="10845930" y="1282742"/>
                </a:cubicBezTo>
                <a:cubicBezTo>
                  <a:pt x="10845097" y="1282482"/>
                  <a:pt x="10844793" y="1282143"/>
                  <a:pt x="10845236" y="1282039"/>
                </a:cubicBezTo>
                <a:close/>
                <a:moveTo>
                  <a:pt x="8806364" y="1281548"/>
                </a:moveTo>
                <a:cubicBezTo>
                  <a:pt x="8819342" y="1283192"/>
                  <a:pt x="8832756" y="1286530"/>
                  <a:pt x="8843578" y="1291177"/>
                </a:cubicBezTo>
                <a:cubicBezTo>
                  <a:pt x="8865390" y="1300524"/>
                  <a:pt x="8868557" y="1311692"/>
                  <a:pt x="8850469" y="1316066"/>
                </a:cubicBezTo>
                <a:cubicBezTo>
                  <a:pt x="8832297" y="1320440"/>
                  <a:pt x="8799787" y="1316275"/>
                  <a:pt x="8778085" y="1306823"/>
                </a:cubicBezTo>
                <a:cubicBezTo>
                  <a:pt x="8756467" y="1297426"/>
                  <a:pt x="8753772" y="1286361"/>
                  <a:pt x="8771778" y="1282092"/>
                </a:cubicBezTo>
                <a:cubicBezTo>
                  <a:pt x="8780849" y="1279957"/>
                  <a:pt x="8793388" y="1279904"/>
                  <a:pt x="8806364" y="1281548"/>
                </a:cubicBezTo>
                <a:close/>
                <a:moveTo>
                  <a:pt x="3377688" y="1279201"/>
                </a:moveTo>
                <a:cubicBezTo>
                  <a:pt x="3384996" y="1278056"/>
                  <a:pt x="3391331" y="1279150"/>
                  <a:pt x="3391637" y="1281649"/>
                </a:cubicBezTo>
                <a:cubicBezTo>
                  <a:pt x="3392054" y="1284174"/>
                  <a:pt x="3386329" y="1287168"/>
                  <a:pt x="3378744" y="1288313"/>
                </a:cubicBezTo>
                <a:cubicBezTo>
                  <a:pt x="3371381" y="1289486"/>
                  <a:pt x="3365045" y="1288392"/>
                  <a:pt x="3364740" y="1285840"/>
                </a:cubicBezTo>
                <a:cubicBezTo>
                  <a:pt x="3364322" y="1283341"/>
                  <a:pt x="3370130" y="1280373"/>
                  <a:pt x="3377688" y="1279201"/>
                </a:cubicBezTo>
                <a:close/>
                <a:moveTo>
                  <a:pt x="7957494" y="1276677"/>
                </a:moveTo>
                <a:cubicBezTo>
                  <a:pt x="7965642" y="1277750"/>
                  <a:pt x="7973707" y="1279931"/>
                  <a:pt x="7979806" y="1282976"/>
                </a:cubicBezTo>
                <a:cubicBezTo>
                  <a:pt x="7991893" y="1289069"/>
                  <a:pt x="7991393" y="1296332"/>
                  <a:pt x="7978611" y="1299143"/>
                </a:cubicBezTo>
                <a:cubicBezTo>
                  <a:pt x="7965746" y="1302008"/>
                  <a:pt x="7945434" y="1299300"/>
                  <a:pt x="7933347" y="1293130"/>
                </a:cubicBezTo>
                <a:cubicBezTo>
                  <a:pt x="7921315" y="1287012"/>
                  <a:pt x="7921982" y="1279800"/>
                  <a:pt x="7934680" y="1277015"/>
                </a:cubicBezTo>
                <a:cubicBezTo>
                  <a:pt x="7941113" y="1275635"/>
                  <a:pt x="7949345" y="1275602"/>
                  <a:pt x="7957494" y="1276677"/>
                </a:cubicBezTo>
                <a:close/>
                <a:moveTo>
                  <a:pt x="2536673" y="1274607"/>
                </a:moveTo>
                <a:cubicBezTo>
                  <a:pt x="2543307" y="1275849"/>
                  <a:pt x="2547037" y="1278368"/>
                  <a:pt x="2546314" y="1281856"/>
                </a:cubicBezTo>
                <a:cubicBezTo>
                  <a:pt x="2544842" y="1288886"/>
                  <a:pt x="2526030" y="1297243"/>
                  <a:pt x="2503941" y="1300524"/>
                </a:cubicBezTo>
                <a:cubicBezTo>
                  <a:pt x="2481989" y="1303804"/>
                  <a:pt x="2465372" y="1300706"/>
                  <a:pt x="2467068" y="1293598"/>
                </a:cubicBezTo>
                <a:cubicBezTo>
                  <a:pt x="2468735" y="1286517"/>
                  <a:pt x="2487824" y="1278238"/>
                  <a:pt x="2509609" y="1275010"/>
                </a:cubicBezTo>
                <a:cubicBezTo>
                  <a:pt x="2520502" y="1273396"/>
                  <a:pt x="2530039" y="1273363"/>
                  <a:pt x="2536673" y="1274607"/>
                </a:cubicBezTo>
                <a:close/>
                <a:moveTo>
                  <a:pt x="9827238" y="1268775"/>
                </a:moveTo>
                <a:cubicBezTo>
                  <a:pt x="9845275" y="1270929"/>
                  <a:pt x="9864844" y="1275310"/>
                  <a:pt x="9881740" y="1281415"/>
                </a:cubicBezTo>
                <a:cubicBezTo>
                  <a:pt x="9916000" y="1293781"/>
                  <a:pt x="9926475" y="1308568"/>
                  <a:pt x="9904773" y="1314373"/>
                </a:cubicBezTo>
                <a:cubicBezTo>
                  <a:pt x="9883100" y="1320205"/>
                  <a:pt x="9837559" y="1314660"/>
                  <a:pt x="9803491" y="1302086"/>
                </a:cubicBezTo>
                <a:cubicBezTo>
                  <a:pt x="9769842" y="1289667"/>
                  <a:pt x="9760312" y="1275115"/>
                  <a:pt x="9781928" y="1269491"/>
                </a:cubicBezTo>
                <a:cubicBezTo>
                  <a:pt x="9792696" y="1266692"/>
                  <a:pt x="9809201" y="1266621"/>
                  <a:pt x="9827238" y="1268775"/>
                </a:cubicBezTo>
                <a:close/>
                <a:moveTo>
                  <a:pt x="9008513" y="1267952"/>
                </a:moveTo>
                <a:cubicBezTo>
                  <a:pt x="9020793" y="1269471"/>
                  <a:pt x="9033638" y="1272575"/>
                  <a:pt x="9044168" y="1276910"/>
                </a:cubicBezTo>
                <a:cubicBezTo>
                  <a:pt x="9065343" y="1285658"/>
                  <a:pt x="9069120" y="1296072"/>
                  <a:pt x="9052477" y="1300132"/>
                </a:cubicBezTo>
                <a:cubicBezTo>
                  <a:pt x="9035806" y="1304246"/>
                  <a:pt x="9005072" y="1300341"/>
                  <a:pt x="8983872" y="1291515"/>
                </a:cubicBezTo>
                <a:cubicBezTo>
                  <a:pt x="8962977" y="1282768"/>
                  <a:pt x="8959586" y="1272458"/>
                  <a:pt x="8976231" y="1268501"/>
                </a:cubicBezTo>
                <a:cubicBezTo>
                  <a:pt x="8984511" y="1266497"/>
                  <a:pt x="8996231" y="1266432"/>
                  <a:pt x="9008513" y="1267952"/>
                </a:cubicBezTo>
                <a:close/>
                <a:moveTo>
                  <a:pt x="1485202" y="1267356"/>
                </a:moveTo>
                <a:cubicBezTo>
                  <a:pt x="1488314" y="1266939"/>
                  <a:pt x="1490286" y="1267330"/>
                  <a:pt x="1489676" y="1268241"/>
                </a:cubicBezTo>
                <a:cubicBezTo>
                  <a:pt x="1489147" y="1269127"/>
                  <a:pt x="1486147" y="1270246"/>
                  <a:pt x="1483118" y="1270663"/>
                </a:cubicBezTo>
                <a:cubicBezTo>
                  <a:pt x="1480089" y="1271131"/>
                  <a:pt x="1478033" y="1270663"/>
                  <a:pt x="1478672" y="1269777"/>
                </a:cubicBezTo>
                <a:cubicBezTo>
                  <a:pt x="1479228" y="1268892"/>
                  <a:pt x="1482201" y="1267772"/>
                  <a:pt x="1485202" y="1267356"/>
                </a:cubicBezTo>
                <a:close/>
                <a:moveTo>
                  <a:pt x="11021488" y="1266210"/>
                </a:moveTo>
                <a:cubicBezTo>
                  <a:pt x="11021819" y="1266106"/>
                  <a:pt x="11022848" y="1266210"/>
                  <a:pt x="11023599" y="1266471"/>
                </a:cubicBezTo>
                <a:cubicBezTo>
                  <a:pt x="11024514" y="1266758"/>
                  <a:pt x="11024849" y="1267069"/>
                  <a:pt x="11024404" y="1267148"/>
                </a:cubicBezTo>
                <a:cubicBezTo>
                  <a:pt x="11024016" y="1267278"/>
                  <a:pt x="11023015" y="1267174"/>
                  <a:pt x="11022125" y="1266888"/>
                </a:cubicBezTo>
                <a:cubicBezTo>
                  <a:pt x="11021264" y="1266653"/>
                  <a:pt x="11020931" y="1266367"/>
                  <a:pt x="11021488" y="1266210"/>
                </a:cubicBezTo>
                <a:close/>
                <a:moveTo>
                  <a:pt x="2321462" y="1263968"/>
                </a:moveTo>
                <a:cubicBezTo>
                  <a:pt x="2325016" y="1264636"/>
                  <a:pt x="2326940" y="1265990"/>
                  <a:pt x="2326411" y="1267878"/>
                </a:cubicBezTo>
                <a:cubicBezTo>
                  <a:pt x="2325245" y="1271652"/>
                  <a:pt x="2314686" y="1276182"/>
                  <a:pt x="2302542" y="1277978"/>
                </a:cubicBezTo>
                <a:cubicBezTo>
                  <a:pt x="2290539" y="1279723"/>
                  <a:pt x="2281703" y="1278031"/>
                  <a:pt x="2282759" y="1274203"/>
                </a:cubicBezTo>
                <a:cubicBezTo>
                  <a:pt x="2283981" y="1270402"/>
                  <a:pt x="2294707" y="1265924"/>
                  <a:pt x="2306739" y="1264180"/>
                </a:cubicBezTo>
                <a:cubicBezTo>
                  <a:pt x="2312727" y="1263321"/>
                  <a:pt x="2317909" y="1263301"/>
                  <a:pt x="2321462" y="1263968"/>
                </a:cubicBezTo>
                <a:close/>
                <a:moveTo>
                  <a:pt x="3170466" y="1261382"/>
                </a:moveTo>
                <a:cubicBezTo>
                  <a:pt x="3174922" y="1262162"/>
                  <a:pt x="3177722" y="1263751"/>
                  <a:pt x="3177763" y="1265976"/>
                </a:cubicBezTo>
                <a:cubicBezTo>
                  <a:pt x="3178069" y="1270428"/>
                  <a:pt x="3167399" y="1275687"/>
                  <a:pt x="3153950" y="1277744"/>
                </a:cubicBezTo>
                <a:cubicBezTo>
                  <a:pt x="3140446" y="1279826"/>
                  <a:pt x="3129359" y="1277900"/>
                  <a:pt x="3129276" y="1273396"/>
                </a:cubicBezTo>
                <a:cubicBezTo>
                  <a:pt x="3129165" y="1268970"/>
                  <a:pt x="3139862" y="1263659"/>
                  <a:pt x="3153228" y="1261628"/>
                </a:cubicBezTo>
                <a:cubicBezTo>
                  <a:pt x="3159896" y="1260626"/>
                  <a:pt x="3166010" y="1260600"/>
                  <a:pt x="3170466" y="1261382"/>
                </a:cubicBezTo>
                <a:close/>
                <a:moveTo>
                  <a:pt x="8174137" y="1261342"/>
                </a:moveTo>
                <a:cubicBezTo>
                  <a:pt x="8183904" y="1262611"/>
                  <a:pt x="8193692" y="1265182"/>
                  <a:pt x="8201208" y="1268761"/>
                </a:cubicBezTo>
                <a:cubicBezTo>
                  <a:pt x="8216380" y="1275973"/>
                  <a:pt x="8216574" y="1284617"/>
                  <a:pt x="8201625" y="1287923"/>
                </a:cubicBezTo>
                <a:cubicBezTo>
                  <a:pt x="8186732" y="1291281"/>
                  <a:pt x="8162141" y="1288079"/>
                  <a:pt x="8147164" y="1280816"/>
                </a:cubicBezTo>
                <a:cubicBezTo>
                  <a:pt x="8132270" y="1273578"/>
                  <a:pt x="8132214" y="1265065"/>
                  <a:pt x="8147192" y="1261733"/>
                </a:cubicBezTo>
                <a:cubicBezTo>
                  <a:pt x="8154624" y="1260106"/>
                  <a:pt x="8164370" y="1260072"/>
                  <a:pt x="8174137" y="1261342"/>
                </a:cubicBezTo>
                <a:close/>
                <a:moveTo>
                  <a:pt x="10016247" y="1256903"/>
                </a:moveTo>
                <a:cubicBezTo>
                  <a:pt x="10031612" y="1258706"/>
                  <a:pt x="10048444" y="1262383"/>
                  <a:pt x="10063129" y="1267538"/>
                </a:cubicBezTo>
                <a:cubicBezTo>
                  <a:pt x="10092748" y="1277900"/>
                  <a:pt x="10102419" y="1290292"/>
                  <a:pt x="10084580" y="1295160"/>
                </a:cubicBezTo>
                <a:cubicBezTo>
                  <a:pt x="10066630" y="1300002"/>
                  <a:pt x="10028006" y="1295394"/>
                  <a:pt x="9998553" y="1284903"/>
                </a:cubicBezTo>
                <a:cubicBezTo>
                  <a:pt x="9969127" y="1274463"/>
                  <a:pt x="9960208" y="1262253"/>
                  <a:pt x="9978159" y="1257515"/>
                </a:cubicBezTo>
                <a:cubicBezTo>
                  <a:pt x="9986981" y="1255172"/>
                  <a:pt x="10000881" y="1255100"/>
                  <a:pt x="10016247" y="1256903"/>
                </a:cubicBezTo>
                <a:close/>
                <a:moveTo>
                  <a:pt x="10198283" y="1255042"/>
                </a:moveTo>
                <a:cubicBezTo>
                  <a:pt x="10203507" y="1253610"/>
                  <a:pt x="10215148" y="1254990"/>
                  <a:pt x="10224151" y="1258088"/>
                </a:cubicBezTo>
                <a:cubicBezTo>
                  <a:pt x="10233351" y="1261186"/>
                  <a:pt x="10236517" y="1264883"/>
                  <a:pt x="10231211" y="1266341"/>
                </a:cubicBezTo>
                <a:cubicBezTo>
                  <a:pt x="10225985" y="1267772"/>
                  <a:pt x="10214205" y="1266393"/>
                  <a:pt x="10205091" y="1263269"/>
                </a:cubicBezTo>
                <a:cubicBezTo>
                  <a:pt x="10196088" y="1260171"/>
                  <a:pt x="10192948" y="1256500"/>
                  <a:pt x="10198283" y="1255042"/>
                </a:cubicBezTo>
                <a:close/>
                <a:moveTo>
                  <a:pt x="9205276" y="1254164"/>
                </a:moveTo>
                <a:cubicBezTo>
                  <a:pt x="9216855" y="1255582"/>
                  <a:pt x="9229075" y="1258466"/>
                  <a:pt x="9239203" y="1262487"/>
                </a:cubicBezTo>
                <a:cubicBezTo>
                  <a:pt x="9259626" y="1270558"/>
                  <a:pt x="9264100" y="1280217"/>
                  <a:pt x="9248817" y="1284018"/>
                </a:cubicBezTo>
                <a:cubicBezTo>
                  <a:pt x="9233589" y="1287793"/>
                  <a:pt x="9204386" y="1284174"/>
                  <a:pt x="9184158" y="1276025"/>
                </a:cubicBezTo>
                <a:cubicBezTo>
                  <a:pt x="9163791" y="1267902"/>
                  <a:pt x="9159955" y="1258322"/>
                  <a:pt x="9175183" y="1254626"/>
                </a:cubicBezTo>
                <a:cubicBezTo>
                  <a:pt x="9182755" y="1252790"/>
                  <a:pt x="9193695" y="1252744"/>
                  <a:pt x="9205276" y="1254164"/>
                </a:cubicBezTo>
                <a:close/>
                <a:moveTo>
                  <a:pt x="1303006" y="1250825"/>
                </a:moveTo>
                <a:cubicBezTo>
                  <a:pt x="1303811" y="1250720"/>
                  <a:pt x="1304450" y="1250825"/>
                  <a:pt x="1304200" y="1251085"/>
                </a:cubicBezTo>
                <a:cubicBezTo>
                  <a:pt x="1304006" y="1251345"/>
                  <a:pt x="1303256" y="1251684"/>
                  <a:pt x="1302338" y="1251762"/>
                </a:cubicBezTo>
                <a:cubicBezTo>
                  <a:pt x="1301449" y="1251892"/>
                  <a:pt x="1300949" y="1251762"/>
                  <a:pt x="1301060" y="1251501"/>
                </a:cubicBezTo>
                <a:cubicBezTo>
                  <a:pt x="1301227" y="1251268"/>
                  <a:pt x="1302144" y="1250955"/>
                  <a:pt x="1303006" y="1250825"/>
                </a:cubicBezTo>
                <a:close/>
                <a:moveTo>
                  <a:pt x="7537083" y="1248403"/>
                </a:moveTo>
                <a:cubicBezTo>
                  <a:pt x="7538138" y="1248221"/>
                  <a:pt x="7539944" y="1248403"/>
                  <a:pt x="7540805" y="1248950"/>
                </a:cubicBezTo>
                <a:cubicBezTo>
                  <a:pt x="7541723" y="1249445"/>
                  <a:pt x="7541723" y="1250069"/>
                  <a:pt x="7540500" y="1250329"/>
                </a:cubicBezTo>
                <a:cubicBezTo>
                  <a:pt x="7539388" y="1250512"/>
                  <a:pt x="7537610" y="1250329"/>
                  <a:pt x="7536694" y="1249783"/>
                </a:cubicBezTo>
                <a:cubicBezTo>
                  <a:pt x="7535693" y="1249262"/>
                  <a:pt x="7535860" y="1248663"/>
                  <a:pt x="7537083" y="1248403"/>
                </a:cubicBezTo>
                <a:close/>
                <a:moveTo>
                  <a:pt x="8383106" y="1245019"/>
                </a:moveTo>
                <a:cubicBezTo>
                  <a:pt x="8394910" y="1246523"/>
                  <a:pt x="8406857" y="1249575"/>
                  <a:pt x="8416138" y="1253818"/>
                </a:cubicBezTo>
                <a:cubicBezTo>
                  <a:pt x="8435116" y="1262357"/>
                  <a:pt x="8436143" y="1272615"/>
                  <a:pt x="8418610" y="1276598"/>
                </a:cubicBezTo>
                <a:cubicBezTo>
                  <a:pt x="8401104" y="1280633"/>
                  <a:pt x="8371456" y="1276807"/>
                  <a:pt x="8352756" y="1268137"/>
                </a:cubicBezTo>
                <a:cubicBezTo>
                  <a:pt x="8334361" y="1259520"/>
                  <a:pt x="8333528" y="1249419"/>
                  <a:pt x="8350950" y="1245513"/>
                </a:cubicBezTo>
                <a:cubicBezTo>
                  <a:pt x="8359648" y="1243561"/>
                  <a:pt x="8371304" y="1243515"/>
                  <a:pt x="8383106" y="1245019"/>
                </a:cubicBezTo>
                <a:close/>
                <a:moveTo>
                  <a:pt x="10393095" y="1244732"/>
                </a:moveTo>
                <a:cubicBezTo>
                  <a:pt x="10393622" y="1244628"/>
                  <a:pt x="10394569" y="1244732"/>
                  <a:pt x="10395373" y="1245045"/>
                </a:cubicBezTo>
                <a:cubicBezTo>
                  <a:pt x="10396067" y="1245279"/>
                  <a:pt x="10396402" y="1245565"/>
                  <a:pt x="10395986" y="1245670"/>
                </a:cubicBezTo>
                <a:cubicBezTo>
                  <a:pt x="10395569" y="1245826"/>
                  <a:pt x="10394540" y="1245696"/>
                  <a:pt x="10393818" y="1245410"/>
                </a:cubicBezTo>
                <a:cubicBezTo>
                  <a:pt x="10392984" y="1245201"/>
                  <a:pt x="10392705" y="1244863"/>
                  <a:pt x="10393095" y="1244732"/>
                </a:cubicBezTo>
                <a:close/>
                <a:moveTo>
                  <a:pt x="2963651" y="1243199"/>
                </a:moveTo>
                <a:cubicBezTo>
                  <a:pt x="2969650" y="1244270"/>
                  <a:pt x="2973283" y="1246437"/>
                  <a:pt x="2973116" y="1249444"/>
                </a:cubicBezTo>
                <a:cubicBezTo>
                  <a:pt x="2973088" y="1255510"/>
                  <a:pt x="2957556" y="1262773"/>
                  <a:pt x="2939078" y="1265559"/>
                </a:cubicBezTo>
                <a:cubicBezTo>
                  <a:pt x="2920183" y="1268397"/>
                  <a:pt x="2905288" y="1265715"/>
                  <a:pt x="2905678" y="1259597"/>
                </a:cubicBezTo>
                <a:cubicBezTo>
                  <a:pt x="2906039" y="1253506"/>
                  <a:pt x="2921377" y="1246320"/>
                  <a:pt x="2939994" y="1243534"/>
                </a:cubicBezTo>
                <a:cubicBezTo>
                  <a:pt x="2949289" y="1242155"/>
                  <a:pt x="2957653" y="1242129"/>
                  <a:pt x="2963651" y="1243199"/>
                </a:cubicBezTo>
                <a:close/>
                <a:moveTo>
                  <a:pt x="2144070" y="1240174"/>
                </a:moveTo>
                <a:cubicBezTo>
                  <a:pt x="2151038" y="1241479"/>
                  <a:pt x="2154664" y="1244134"/>
                  <a:pt x="2153302" y="1247830"/>
                </a:cubicBezTo>
                <a:cubicBezTo>
                  <a:pt x="2150523" y="1255328"/>
                  <a:pt x="2128600" y="1264258"/>
                  <a:pt x="2104370" y="1267747"/>
                </a:cubicBezTo>
                <a:cubicBezTo>
                  <a:pt x="2080000" y="1271261"/>
                  <a:pt x="2062634" y="1267929"/>
                  <a:pt x="2065663" y="1260379"/>
                </a:cubicBezTo>
                <a:cubicBezTo>
                  <a:pt x="2068775" y="1252881"/>
                  <a:pt x="2090727" y="1244029"/>
                  <a:pt x="2114790" y="1240619"/>
                </a:cubicBezTo>
                <a:cubicBezTo>
                  <a:pt x="2126794" y="1238914"/>
                  <a:pt x="2137103" y="1238869"/>
                  <a:pt x="2144070" y="1240174"/>
                </a:cubicBezTo>
                <a:close/>
                <a:moveTo>
                  <a:pt x="9395829" y="1237371"/>
                </a:moveTo>
                <a:cubicBezTo>
                  <a:pt x="9408972" y="1238946"/>
                  <a:pt x="9422941" y="1242155"/>
                  <a:pt x="9434625" y="1246633"/>
                </a:cubicBezTo>
                <a:cubicBezTo>
                  <a:pt x="9458244" y="1255667"/>
                  <a:pt x="9464024" y="1266419"/>
                  <a:pt x="9447214" y="1270637"/>
                </a:cubicBezTo>
                <a:cubicBezTo>
                  <a:pt x="9430514" y="1274880"/>
                  <a:pt x="9397669" y="1270897"/>
                  <a:pt x="9374024" y="1261759"/>
                </a:cubicBezTo>
                <a:cubicBezTo>
                  <a:pt x="9350682" y="1252699"/>
                  <a:pt x="9345430" y="1242025"/>
                  <a:pt x="9361991" y="1237911"/>
                </a:cubicBezTo>
                <a:cubicBezTo>
                  <a:pt x="9370367" y="1235855"/>
                  <a:pt x="9382685" y="1235797"/>
                  <a:pt x="9395829" y="1237371"/>
                </a:cubicBezTo>
                <a:close/>
                <a:moveTo>
                  <a:pt x="3581891" y="1234865"/>
                </a:moveTo>
                <a:cubicBezTo>
                  <a:pt x="3583474" y="1234657"/>
                  <a:pt x="3584724" y="1234865"/>
                  <a:pt x="3584836" y="1235386"/>
                </a:cubicBezTo>
                <a:cubicBezTo>
                  <a:pt x="3584919" y="1235854"/>
                  <a:pt x="3583863" y="1236479"/>
                  <a:pt x="3582307" y="1236740"/>
                </a:cubicBezTo>
                <a:cubicBezTo>
                  <a:pt x="3580779" y="1236922"/>
                  <a:pt x="3579501" y="1236740"/>
                  <a:pt x="3579362" y="1236219"/>
                </a:cubicBezTo>
                <a:cubicBezTo>
                  <a:pt x="3579334" y="1235673"/>
                  <a:pt x="3580363" y="1235100"/>
                  <a:pt x="3581891" y="1234865"/>
                </a:cubicBezTo>
                <a:close/>
                <a:moveTo>
                  <a:pt x="1923035" y="1232600"/>
                </a:moveTo>
                <a:cubicBezTo>
                  <a:pt x="1930982" y="1231532"/>
                  <a:pt x="1936539" y="1232522"/>
                  <a:pt x="1935427" y="1234943"/>
                </a:cubicBezTo>
                <a:cubicBezTo>
                  <a:pt x="1934233" y="1237390"/>
                  <a:pt x="1926925" y="1240254"/>
                  <a:pt x="1918922" y="1241374"/>
                </a:cubicBezTo>
                <a:cubicBezTo>
                  <a:pt x="1910948" y="1242493"/>
                  <a:pt x="1905390" y="1241452"/>
                  <a:pt x="1906529" y="1239005"/>
                </a:cubicBezTo>
                <a:cubicBezTo>
                  <a:pt x="1907724" y="1236557"/>
                  <a:pt x="1915087" y="1233745"/>
                  <a:pt x="1923035" y="1232600"/>
                </a:cubicBezTo>
                <a:close/>
                <a:moveTo>
                  <a:pt x="8585681" y="1231253"/>
                </a:moveTo>
                <a:cubicBezTo>
                  <a:pt x="8597328" y="1232711"/>
                  <a:pt x="8609241" y="1235673"/>
                  <a:pt x="8618702" y="1239786"/>
                </a:cubicBezTo>
                <a:cubicBezTo>
                  <a:pt x="8637819" y="1248143"/>
                  <a:pt x="8639791" y="1258088"/>
                  <a:pt x="8622981" y="1261941"/>
                </a:cubicBezTo>
                <a:cubicBezTo>
                  <a:pt x="8606059" y="1265898"/>
                  <a:pt x="8576883" y="1262175"/>
                  <a:pt x="8557876" y="1253766"/>
                </a:cubicBezTo>
                <a:cubicBezTo>
                  <a:pt x="8539036" y="1245331"/>
                  <a:pt x="8537537" y="1235516"/>
                  <a:pt x="8554264" y="1231742"/>
                </a:cubicBezTo>
                <a:cubicBezTo>
                  <a:pt x="8562657" y="1229841"/>
                  <a:pt x="8574035" y="1229795"/>
                  <a:pt x="8585681" y="1231253"/>
                </a:cubicBezTo>
                <a:close/>
                <a:moveTo>
                  <a:pt x="7747232" y="1231090"/>
                </a:moveTo>
                <a:cubicBezTo>
                  <a:pt x="7754318" y="1229554"/>
                  <a:pt x="7765460" y="1230986"/>
                  <a:pt x="7771851" y="1234345"/>
                </a:cubicBezTo>
                <a:cubicBezTo>
                  <a:pt x="7778270" y="1237625"/>
                  <a:pt x="7777742" y="1241556"/>
                  <a:pt x="7770434" y="1243092"/>
                </a:cubicBezTo>
                <a:cubicBezTo>
                  <a:pt x="7763209" y="1244655"/>
                  <a:pt x="7752178" y="1243144"/>
                  <a:pt x="7745731" y="1239864"/>
                </a:cubicBezTo>
                <a:cubicBezTo>
                  <a:pt x="7739313" y="1236531"/>
                  <a:pt x="7739952" y="1232626"/>
                  <a:pt x="7747232" y="1231090"/>
                </a:cubicBezTo>
                <a:close/>
                <a:moveTo>
                  <a:pt x="10569317" y="1229424"/>
                </a:moveTo>
                <a:cubicBezTo>
                  <a:pt x="10569760" y="1229293"/>
                  <a:pt x="10570789" y="1229424"/>
                  <a:pt x="10571567" y="1229632"/>
                </a:cubicBezTo>
                <a:cubicBezTo>
                  <a:pt x="10572373" y="1229919"/>
                  <a:pt x="10572651" y="1230231"/>
                  <a:pt x="10572206" y="1230335"/>
                </a:cubicBezTo>
                <a:cubicBezTo>
                  <a:pt x="10571818" y="1230465"/>
                  <a:pt x="10570789" y="1230335"/>
                  <a:pt x="10569927" y="1230075"/>
                </a:cubicBezTo>
                <a:cubicBezTo>
                  <a:pt x="10569261" y="1229840"/>
                  <a:pt x="10568955" y="1229528"/>
                  <a:pt x="10569317" y="1229424"/>
                </a:cubicBezTo>
                <a:close/>
                <a:moveTo>
                  <a:pt x="2761962" y="1226291"/>
                </a:moveTo>
                <a:cubicBezTo>
                  <a:pt x="2768461" y="1227445"/>
                  <a:pt x="2772289" y="1229802"/>
                  <a:pt x="2771913" y="1233095"/>
                </a:cubicBezTo>
                <a:cubicBezTo>
                  <a:pt x="2771247" y="1239733"/>
                  <a:pt x="2753741" y="1247648"/>
                  <a:pt x="2732846" y="1250695"/>
                </a:cubicBezTo>
                <a:cubicBezTo>
                  <a:pt x="2711839" y="1253818"/>
                  <a:pt x="2695695" y="1250902"/>
                  <a:pt x="2696696" y="1244211"/>
                </a:cubicBezTo>
                <a:cubicBezTo>
                  <a:pt x="2697668" y="1237521"/>
                  <a:pt x="2715284" y="1229711"/>
                  <a:pt x="2735986" y="1226691"/>
                </a:cubicBezTo>
                <a:cubicBezTo>
                  <a:pt x="2746294" y="1225181"/>
                  <a:pt x="2755464" y="1225136"/>
                  <a:pt x="2761962" y="1226291"/>
                </a:cubicBezTo>
                <a:close/>
                <a:moveTo>
                  <a:pt x="1738365" y="1219349"/>
                </a:moveTo>
                <a:cubicBezTo>
                  <a:pt x="1739227" y="1219245"/>
                  <a:pt x="1739810" y="1219349"/>
                  <a:pt x="1739616" y="1219610"/>
                </a:cubicBezTo>
                <a:cubicBezTo>
                  <a:pt x="1739504" y="1219870"/>
                  <a:pt x="1738643" y="1220182"/>
                  <a:pt x="1737892" y="1220260"/>
                </a:cubicBezTo>
                <a:cubicBezTo>
                  <a:pt x="1737115" y="1220391"/>
                  <a:pt x="1736448" y="1220260"/>
                  <a:pt x="1736615" y="1220026"/>
                </a:cubicBezTo>
                <a:cubicBezTo>
                  <a:pt x="1736726" y="1219765"/>
                  <a:pt x="1737504" y="1219479"/>
                  <a:pt x="1738365" y="1219349"/>
                </a:cubicBezTo>
                <a:close/>
                <a:moveTo>
                  <a:pt x="9580740" y="1219238"/>
                </a:moveTo>
                <a:cubicBezTo>
                  <a:pt x="9596524" y="1221107"/>
                  <a:pt x="9613458" y="1224908"/>
                  <a:pt x="9627825" y="1230206"/>
                </a:cubicBezTo>
                <a:cubicBezTo>
                  <a:pt x="9656833" y="1240879"/>
                  <a:pt x="9664726" y="1253662"/>
                  <a:pt x="9645164" y="1258686"/>
                </a:cubicBezTo>
                <a:cubicBezTo>
                  <a:pt x="9625491" y="1263737"/>
                  <a:pt x="9585840" y="1258948"/>
                  <a:pt x="9556774" y="1248117"/>
                </a:cubicBezTo>
                <a:cubicBezTo>
                  <a:pt x="9528072" y="1237364"/>
                  <a:pt x="9520874" y="1224765"/>
                  <a:pt x="9540575" y="1219870"/>
                </a:cubicBezTo>
                <a:cubicBezTo>
                  <a:pt x="9550327" y="1217436"/>
                  <a:pt x="9564957" y="1217371"/>
                  <a:pt x="9580740" y="1219238"/>
                </a:cubicBezTo>
                <a:close/>
                <a:moveTo>
                  <a:pt x="3362210" y="1216641"/>
                </a:moveTo>
                <a:cubicBezTo>
                  <a:pt x="3371046" y="1215288"/>
                  <a:pt x="3378382" y="1216538"/>
                  <a:pt x="3378827" y="1219453"/>
                </a:cubicBezTo>
                <a:cubicBezTo>
                  <a:pt x="3379160" y="1222369"/>
                  <a:pt x="3372435" y="1225805"/>
                  <a:pt x="3363572" y="1227133"/>
                </a:cubicBezTo>
                <a:cubicBezTo>
                  <a:pt x="3354736" y="1228487"/>
                  <a:pt x="3347345" y="1227159"/>
                  <a:pt x="3347067" y="1224295"/>
                </a:cubicBezTo>
                <a:cubicBezTo>
                  <a:pt x="3346678" y="1221406"/>
                  <a:pt x="3353486" y="1217969"/>
                  <a:pt x="3362210" y="1216641"/>
                </a:cubicBezTo>
                <a:close/>
                <a:moveTo>
                  <a:pt x="8782079" y="1215838"/>
                </a:moveTo>
                <a:cubicBezTo>
                  <a:pt x="8794728" y="1217390"/>
                  <a:pt x="8807816" y="1220547"/>
                  <a:pt x="8818347" y="1224946"/>
                </a:cubicBezTo>
                <a:cubicBezTo>
                  <a:pt x="8839465" y="1233745"/>
                  <a:pt x="8842466" y="1244368"/>
                  <a:pt x="8824739" y="1248507"/>
                </a:cubicBezTo>
                <a:cubicBezTo>
                  <a:pt x="8807040" y="1252673"/>
                  <a:pt x="8775363" y="1248715"/>
                  <a:pt x="8754411" y="1239785"/>
                </a:cubicBezTo>
                <a:cubicBezTo>
                  <a:pt x="8733377" y="1230882"/>
                  <a:pt x="8730876" y="1220364"/>
                  <a:pt x="8748437" y="1216355"/>
                </a:cubicBezTo>
                <a:cubicBezTo>
                  <a:pt x="8757218" y="1214338"/>
                  <a:pt x="8769429" y="1214285"/>
                  <a:pt x="8782079" y="1215838"/>
                </a:cubicBezTo>
                <a:close/>
                <a:moveTo>
                  <a:pt x="7971209" y="1215040"/>
                </a:moveTo>
                <a:cubicBezTo>
                  <a:pt x="7977764" y="1215880"/>
                  <a:pt x="7984251" y="1217592"/>
                  <a:pt x="7989142" y="1219973"/>
                </a:cubicBezTo>
                <a:cubicBezTo>
                  <a:pt x="7999007" y="1224764"/>
                  <a:pt x="7998590" y="1230465"/>
                  <a:pt x="7988337" y="1232652"/>
                </a:cubicBezTo>
                <a:cubicBezTo>
                  <a:pt x="7978000" y="1234917"/>
                  <a:pt x="7961523" y="1232782"/>
                  <a:pt x="7951797" y="1227966"/>
                </a:cubicBezTo>
                <a:cubicBezTo>
                  <a:pt x="7942072" y="1223175"/>
                  <a:pt x="7942600" y="1217527"/>
                  <a:pt x="7952881" y="1215339"/>
                </a:cubicBezTo>
                <a:cubicBezTo>
                  <a:pt x="7958036" y="1214233"/>
                  <a:pt x="7964655" y="1214200"/>
                  <a:pt x="7971209" y="1215040"/>
                </a:cubicBezTo>
                <a:close/>
                <a:moveTo>
                  <a:pt x="10741953" y="1214168"/>
                </a:moveTo>
                <a:cubicBezTo>
                  <a:pt x="10742370" y="1214038"/>
                  <a:pt x="10743344" y="1214168"/>
                  <a:pt x="10744205" y="1214403"/>
                </a:cubicBezTo>
                <a:cubicBezTo>
                  <a:pt x="10744928" y="1214663"/>
                  <a:pt x="10745232" y="1214975"/>
                  <a:pt x="10744787" y="1215080"/>
                </a:cubicBezTo>
                <a:cubicBezTo>
                  <a:pt x="10744481" y="1215184"/>
                  <a:pt x="10743399" y="1215080"/>
                  <a:pt x="10742649" y="1214819"/>
                </a:cubicBezTo>
                <a:cubicBezTo>
                  <a:pt x="10741953" y="1214611"/>
                  <a:pt x="10741621" y="1214273"/>
                  <a:pt x="10741953" y="1214168"/>
                </a:cubicBezTo>
                <a:close/>
                <a:moveTo>
                  <a:pt x="2572579" y="1207123"/>
                </a:moveTo>
                <a:cubicBezTo>
                  <a:pt x="2580520" y="1208552"/>
                  <a:pt x="2585021" y="1211461"/>
                  <a:pt x="2584187" y="1215522"/>
                </a:cubicBezTo>
                <a:cubicBezTo>
                  <a:pt x="2582687" y="1223723"/>
                  <a:pt x="2560207" y="1233459"/>
                  <a:pt x="2533949" y="1237261"/>
                </a:cubicBezTo>
                <a:cubicBezTo>
                  <a:pt x="2507635" y="1241062"/>
                  <a:pt x="2487767" y="1237443"/>
                  <a:pt x="2489713" y="1229190"/>
                </a:cubicBezTo>
                <a:cubicBezTo>
                  <a:pt x="2491602" y="1220990"/>
                  <a:pt x="2514331" y="1211331"/>
                  <a:pt x="2540340" y="1207608"/>
                </a:cubicBezTo>
                <a:cubicBezTo>
                  <a:pt x="2553261" y="1205746"/>
                  <a:pt x="2564639" y="1205695"/>
                  <a:pt x="2572579" y="1207123"/>
                </a:cubicBezTo>
                <a:close/>
                <a:moveTo>
                  <a:pt x="9761246" y="1201857"/>
                </a:moveTo>
                <a:cubicBezTo>
                  <a:pt x="9779123" y="1203944"/>
                  <a:pt x="9798477" y="1208181"/>
                  <a:pt x="9815107" y="1214090"/>
                </a:cubicBezTo>
                <a:cubicBezTo>
                  <a:pt x="9848618" y="1226040"/>
                  <a:pt x="9858675" y="1240306"/>
                  <a:pt x="9837112" y="1245930"/>
                </a:cubicBezTo>
                <a:cubicBezTo>
                  <a:pt x="9815439" y="1251579"/>
                  <a:pt x="9770369" y="1246216"/>
                  <a:pt x="9736804" y="1234110"/>
                </a:cubicBezTo>
                <a:cubicBezTo>
                  <a:pt x="9703738" y="1222083"/>
                  <a:pt x="9694596" y="1207998"/>
                  <a:pt x="9716243" y="1202531"/>
                </a:cubicBezTo>
                <a:cubicBezTo>
                  <a:pt x="9726967" y="1199837"/>
                  <a:pt x="9743368" y="1199772"/>
                  <a:pt x="9761246" y="1201857"/>
                </a:cubicBezTo>
                <a:close/>
                <a:moveTo>
                  <a:pt x="1561003" y="1201750"/>
                </a:moveTo>
                <a:cubicBezTo>
                  <a:pt x="1562865" y="1201541"/>
                  <a:pt x="1563866" y="1201750"/>
                  <a:pt x="1563532" y="1202270"/>
                </a:cubicBezTo>
                <a:cubicBezTo>
                  <a:pt x="1563254" y="1202765"/>
                  <a:pt x="1561615" y="1203337"/>
                  <a:pt x="1559975" y="1203572"/>
                </a:cubicBezTo>
                <a:cubicBezTo>
                  <a:pt x="1558225" y="1203780"/>
                  <a:pt x="1557141" y="1203572"/>
                  <a:pt x="1557419" y="1203077"/>
                </a:cubicBezTo>
                <a:cubicBezTo>
                  <a:pt x="1557697" y="1202583"/>
                  <a:pt x="1559364" y="1201984"/>
                  <a:pt x="1561003" y="1201750"/>
                </a:cubicBezTo>
                <a:close/>
                <a:moveTo>
                  <a:pt x="8973518" y="1201447"/>
                </a:moveTo>
                <a:cubicBezTo>
                  <a:pt x="8986158" y="1202981"/>
                  <a:pt x="8999350" y="1206098"/>
                  <a:pt x="9010103" y="1210445"/>
                </a:cubicBezTo>
                <a:cubicBezTo>
                  <a:pt x="9031833" y="1219218"/>
                  <a:pt x="9035777" y="1229632"/>
                  <a:pt x="9018493" y="1233771"/>
                </a:cubicBezTo>
                <a:cubicBezTo>
                  <a:pt x="9001238" y="1237859"/>
                  <a:pt x="8969394" y="1233980"/>
                  <a:pt x="8947833" y="1225128"/>
                </a:cubicBezTo>
                <a:cubicBezTo>
                  <a:pt x="8926243" y="1216328"/>
                  <a:pt x="8922907" y="1205941"/>
                  <a:pt x="8940248" y="1201957"/>
                </a:cubicBezTo>
                <a:cubicBezTo>
                  <a:pt x="8948792" y="1199966"/>
                  <a:pt x="8960878" y="1199914"/>
                  <a:pt x="8973518" y="1201447"/>
                </a:cubicBezTo>
                <a:close/>
                <a:moveTo>
                  <a:pt x="3170734" y="1199030"/>
                </a:moveTo>
                <a:cubicBezTo>
                  <a:pt x="3175061" y="1199772"/>
                  <a:pt x="3177792" y="1201281"/>
                  <a:pt x="3177902" y="1203390"/>
                </a:cubicBezTo>
                <a:cubicBezTo>
                  <a:pt x="3178069" y="1207633"/>
                  <a:pt x="3167677" y="1212632"/>
                  <a:pt x="3154589" y="1214611"/>
                </a:cubicBezTo>
                <a:cubicBezTo>
                  <a:pt x="3141391" y="1216538"/>
                  <a:pt x="3130749" y="1214689"/>
                  <a:pt x="3130582" y="1210445"/>
                </a:cubicBezTo>
                <a:cubicBezTo>
                  <a:pt x="3130526" y="1206253"/>
                  <a:pt x="3140863" y="1201203"/>
                  <a:pt x="3153978" y="1199276"/>
                </a:cubicBezTo>
                <a:cubicBezTo>
                  <a:pt x="3160480" y="1198313"/>
                  <a:pt x="3166406" y="1198287"/>
                  <a:pt x="3170734" y="1199030"/>
                </a:cubicBezTo>
                <a:close/>
                <a:moveTo>
                  <a:pt x="8175010" y="1195085"/>
                </a:moveTo>
                <a:cubicBezTo>
                  <a:pt x="8186426" y="1196524"/>
                  <a:pt x="8197861" y="1199446"/>
                  <a:pt x="8206682" y="1203521"/>
                </a:cubicBezTo>
                <a:cubicBezTo>
                  <a:pt x="8224327" y="1211747"/>
                  <a:pt x="8224606" y="1221562"/>
                  <a:pt x="8207155" y="1225363"/>
                </a:cubicBezTo>
                <a:cubicBezTo>
                  <a:pt x="8189622" y="1229217"/>
                  <a:pt x="8161002" y="1225545"/>
                  <a:pt x="8143441" y="1217266"/>
                </a:cubicBezTo>
                <a:cubicBezTo>
                  <a:pt x="8126019" y="1209014"/>
                  <a:pt x="8126019" y="1199329"/>
                  <a:pt x="8143441" y="1195554"/>
                </a:cubicBezTo>
                <a:cubicBezTo>
                  <a:pt x="8152194" y="1193693"/>
                  <a:pt x="8163594" y="1193647"/>
                  <a:pt x="8175010" y="1195085"/>
                </a:cubicBezTo>
                <a:close/>
                <a:moveTo>
                  <a:pt x="2379794" y="1192186"/>
                </a:moveTo>
                <a:cubicBezTo>
                  <a:pt x="2386869" y="1193472"/>
                  <a:pt x="2390766" y="1196075"/>
                  <a:pt x="2389821" y="1199693"/>
                </a:cubicBezTo>
                <a:cubicBezTo>
                  <a:pt x="2387709" y="1207009"/>
                  <a:pt x="2366786" y="1215756"/>
                  <a:pt x="2342862" y="1219115"/>
                </a:cubicBezTo>
                <a:cubicBezTo>
                  <a:pt x="2318882" y="1222551"/>
                  <a:pt x="2301320" y="1219297"/>
                  <a:pt x="2303571" y="1211930"/>
                </a:cubicBezTo>
                <a:cubicBezTo>
                  <a:pt x="2305961" y="1204588"/>
                  <a:pt x="2327024" y="1195944"/>
                  <a:pt x="2350698" y="1192586"/>
                </a:cubicBezTo>
                <a:cubicBezTo>
                  <a:pt x="2362465" y="1190933"/>
                  <a:pt x="2372719" y="1190900"/>
                  <a:pt x="2379794" y="1192186"/>
                </a:cubicBezTo>
                <a:close/>
                <a:moveTo>
                  <a:pt x="9161043" y="1189075"/>
                </a:moveTo>
                <a:cubicBezTo>
                  <a:pt x="9172118" y="1190386"/>
                  <a:pt x="9183797" y="1193055"/>
                  <a:pt x="9193466" y="1196777"/>
                </a:cubicBezTo>
                <a:cubicBezTo>
                  <a:pt x="9212805" y="1204379"/>
                  <a:pt x="9216723" y="1213361"/>
                  <a:pt x="9202218" y="1216875"/>
                </a:cubicBezTo>
                <a:cubicBezTo>
                  <a:pt x="9187463" y="1220416"/>
                  <a:pt x="9159704" y="1217110"/>
                  <a:pt x="9140338" y="1209455"/>
                </a:cubicBezTo>
                <a:cubicBezTo>
                  <a:pt x="9121137" y="1201880"/>
                  <a:pt x="9117609" y="1192976"/>
                  <a:pt x="9132225" y="1189513"/>
                </a:cubicBezTo>
                <a:cubicBezTo>
                  <a:pt x="9139491" y="1187808"/>
                  <a:pt x="9149966" y="1187763"/>
                  <a:pt x="9161043" y="1189075"/>
                </a:cubicBezTo>
                <a:close/>
                <a:moveTo>
                  <a:pt x="10116146" y="1188810"/>
                </a:moveTo>
                <a:cubicBezTo>
                  <a:pt x="10121314" y="1187430"/>
                  <a:pt x="10132514" y="1188733"/>
                  <a:pt x="10141321" y="1191648"/>
                </a:cubicBezTo>
                <a:cubicBezTo>
                  <a:pt x="10150018" y="1194616"/>
                  <a:pt x="10152962" y="1198105"/>
                  <a:pt x="10147768" y="1199485"/>
                </a:cubicBezTo>
                <a:cubicBezTo>
                  <a:pt x="10142654" y="1200865"/>
                  <a:pt x="10131260" y="1199562"/>
                  <a:pt x="10122453" y="1196621"/>
                </a:cubicBezTo>
                <a:cubicBezTo>
                  <a:pt x="10113840" y="1193653"/>
                  <a:pt x="10110922" y="1190165"/>
                  <a:pt x="10116146" y="1188810"/>
                </a:cubicBezTo>
                <a:close/>
                <a:moveTo>
                  <a:pt x="9939809" y="1187588"/>
                </a:moveTo>
                <a:cubicBezTo>
                  <a:pt x="9957374" y="1189605"/>
                  <a:pt x="9976518" y="1193706"/>
                  <a:pt x="9993107" y="1199407"/>
                </a:cubicBezTo>
                <a:cubicBezTo>
                  <a:pt x="10026646" y="1210940"/>
                  <a:pt x="10037344" y="1224765"/>
                  <a:pt x="10016781" y="1230180"/>
                </a:cubicBezTo>
                <a:cubicBezTo>
                  <a:pt x="9996052" y="1235647"/>
                  <a:pt x="9951872" y="1230466"/>
                  <a:pt x="9918362" y="1218751"/>
                </a:cubicBezTo>
                <a:cubicBezTo>
                  <a:pt x="9885296" y="1207166"/>
                  <a:pt x="9875293" y="1193497"/>
                  <a:pt x="9895994" y="1188264"/>
                </a:cubicBezTo>
                <a:cubicBezTo>
                  <a:pt x="9906261" y="1185635"/>
                  <a:pt x="9922246" y="1185570"/>
                  <a:pt x="9939809" y="1187588"/>
                </a:cubicBezTo>
                <a:close/>
                <a:moveTo>
                  <a:pt x="7566037" y="1187093"/>
                </a:moveTo>
                <a:cubicBezTo>
                  <a:pt x="7567231" y="1186884"/>
                  <a:pt x="7568954" y="1187067"/>
                  <a:pt x="7569760" y="1187561"/>
                </a:cubicBezTo>
                <a:cubicBezTo>
                  <a:pt x="7570760" y="1188056"/>
                  <a:pt x="7570594" y="1188629"/>
                  <a:pt x="7569454" y="1188863"/>
                </a:cubicBezTo>
                <a:cubicBezTo>
                  <a:pt x="7568370" y="1189071"/>
                  <a:pt x="7566760" y="1188889"/>
                  <a:pt x="7565842" y="1188369"/>
                </a:cubicBezTo>
                <a:cubicBezTo>
                  <a:pt x="7564842" y="1187874"/>
                  <a:pt x="7565064" y="1187327"/>
                  <a:pt x="7566037" y="1187093"/>
                </a:cubicBezTo>
                <a:close/>
                <a:moveTo>
                  <a:pt x="1388033" y="1185140"/>
                </a:moveTo>
                <a:cubicBezTo>
                  <a:pt x="1388782" y="1185036"/>
                  <a:pt x="1389366" y="1185140"/>
                  <a:pt x="1389172" y="1185400"/>
                </a:cubicBezTo>
                <a:cubicBezTo>
                  <a:pt x="1389088" y="1185634"/>
                  <a:pt x="1388227" y="1185920"/>
                  <a:pt x="1387504" y="1186024"/>
                </a:cubicBezTo>
                <a:cubicBezTo>
                  <a:pt x="1386615" y="1186130"/>
                  <a:pt x="1386060" y="1186024"/>
                  <a:pt x="1386115" y="1185764"/>
                </a:cubicBezTo>
                <a:cubicBezTo>
                  <a:pt x="1386282" y="1185557"/>
                  <a:pt x="1387199" y="1185296"/>
                  <a:pt x="1388033" y="1185140"/>
                </a:cubicBezTo>
                <a:close/>
                <a:moveTo>
                  <a:pt x="8372092" y="1181379"/>
                </a:moveTo>
                <a:cubicBezTo>
                  <a:pt x="8383557" y="1182797"/>
                  <a:pt x="8395171" y="1185688"/>
                  <a:pt x="8404272" y="1189723"/>
                </a:cubicBezTo>
                <a:cubicBezTo>
                  <a:pt x="8422444" y="1197793"/>
                  <a:pt x="8423557" y="1207529"/>
                  <a:pt x="8406440" y="1211305"/>
                </a:cubicBezTo>
                <a:cubicBezTo>
                  <a:pt x="8389351" y="1215080"/>
                  <a:pt x="8360536" y="1211461"/>
                  <a:pt x="8342503" y="1203286"/>
                </a:cubicBezTo>
                <a:cubicBezTo>
                  <a:pt x="8324414" y="1195137"/>
                  <a:pt x="8323858" y="1185557"/>
                  <a:pt x="8340808" y="1181860"/>
                </a:cubicBezTo>
                <a:cubicBezTo>
                  <a:pt x="8349310" y="1180012"/>
                  <a:pt x="8360627" y="1179960"/>
                  <a:pt x="8372092" y="1181379"/>
                </a:cubicBezTo>
                <a:close/>
                <a:moveTo>
                  <a:pt x="2979378" y="1179907"/>
                </a:moveTo>
                <a:cubicBezTo>
                  <a:pt x="2985613" y="1180987"/>
                  <a:pt x="2989427" y="1183174"/>
                  <a:pt x="2989343" y="1186207"/>
                </a:cubicBezTo>
                <a:cubicBezTo>
                  <a:pt x="2989204" y="1192351"/>
                  <a:pt x="2973283" y="1199667"/>
                  <a:pt x="2953999" y="1202478"/>
                </a:cubicBezTo>
                <a:cubicBezTo>
                  <a:pt x="2934548" y="1205342"/>
                  <a:pt x="2918960" y="1202609"/>
                  <a:pt x="2919321" y="1196439"/>
                </a:cubicBezTo>
                <a:cubicBezTo>
                  <a:pt x="2919655" y="1190321"/>
                  <a:pt x="2935604" y="1183031"/>
                  <a:pt x="2954888" y="1180245"/>
                </a:cubicBezTo>
                <a:cubicBezTo>
                  <a:pt x="2964489" y="1178852"/>
                  <a:pt x="2973144" y="1178826"/>
                  <a:pt x="2979378" y="1179907"/>
                </a:cubicBezTo>
                <a:close/>
                <a:moveTo>
                  <a:pt x="10301037" y="1178215"/>
                </a:moveTo>
                <a:cubicBezTo>
                  <a:pt x="10302149" y="1177928"/>
                  <a:pt x="10304483" y="1178215"/>
                  <a:pt x="10306288" y="1178787"/>
                </a:cubicBezTo>
                <a:cubicBezTo>
                  <a:pt x="10308068" y="1179413"/>
                  <a:pt x="10308817" y="1180116"/>
                  <a:pt x="10307790" y="1180427"/>
                </a:cubicBezTo>
                <a:cubicBezTo>
                  <a:pt x="10306706" y="1180714"/>
                  <a:pt x="10304316" y="1180427"/>
                  <a:pt x="10302537" y="1179829"/>
                </a:cubicBezTo>
                <a:cubicBezTo>
                  <a:pt x="10300677" y="1179204"/>
                  <a:pt x="10300008" y="1178501"/>
                  <a:pt x="10301037" y="1178215"/>
                </a:cubicBezTo>
                <a:close/>
                <a:moveTo>
                  <a:pt x="2197625" y="1175253"/>
                </a:moveTo>
                <a:cubicBezTo>
                  <a:pt x="2204783" y="1176555"/>
                  <a:pt x="2208542" y="1179204"/>
                  <a:pt x="2207236" y="1182901"/>
                </a:cubicBezTo>
                <a:cubicBezTo>
                  <a:pt x="2204513" y="1190372"/>
                  <a:pt x="2182367" y="1199251"/>
                  <a:pt x="2157470" y="1202739"/>
                </a:cubicBezTo>
                <a:cubicBezTo>
                  <a:pt x="2132629" y="1206253"/>
                  <a:pt x="2114762" y="1202947"/>
                  <a:pt x="2117707" y="1195397"/>
                </a:cubicBezTo>
                <a:cubicBezTo>
                  <a:pt x="2120652" y="1187926"/>
                  <a:pt x="2143048" y="1179125"/>
                  <a:pt x="2167612" y="1175690"/>
                </a:cubicBezTo>
                <a:cubicBezTo>
                  <a:pt x="2179908" y="1173997"/>
                  <a:pt x="2190467" y="1173952"/>
                  <a:pt x="2197625" y="1175253"/>
                </a:cubicBezTo>
                <a:close/>
                <a:moveTo>
                  <a:pt x="3564913" y="1174675"/>
                </a:moveTo>
                <a:cubicBezTo>
                  <a:pt x="3566803" y="1174388"/>
                  <a:pt x="3568303" y="1174648"/>
                  <a:pt x="3568470" y="1175247"/>
                </a:cubicBezTo>
                <a:cubicBezTo>
                  <a:pt x="3568637" y="1175872"/>
                  <a:pt x="3567275" y="1176575"/>
                  <a:pt x="3565386" y="1176861"/>
                </a:cubicBezTo>
                <a:cubicBezTo>
                  <a:pt x="3563551" y="1177148"/>
                  <a:pt x="3561968" y="1176887"/>
                  <a:pt x="3561773" y="1176262"/>
                </a:cubicBezTo>
                <a:cubicBezTo>
                  <a:pt x="3561607" y="1175664"/>
                  <a:pt x="3562996" y="1174961"/>
                  <a:pt x="3564913" y="1174675"/>
                </a:cubicBezTo>
                <a:close/>
                <a:moveTo>
                  <a:pt x="9342857" y="1173265"/>
                </a:moveTo>
                <a:cubicBezTo>
                  <a:pt x="9355058" y="1174688"/>
                  <a:pt x="9368021" y="1177591"/>
                  <a:pt x="9378886" y="1181652"/>
                </a:cubicBezTo>
                <a:cubicBezTo>
                  <a:pt x="9400699" y="1189852"/>
                  <a:pt x="9405782" y="1199615"/>
                  <a:pt x="9390083" y="1203442"/>
                </a:cubicBezTo>
                <a:cubicBezTo>
                  <a:pt x="9374301" y="1207269"/>
                  <a:pt x="9343792" y="1203598"/>
                  <a:pt x="9322062" y="1195345"/>
                </a:cubicBezTo>
                <a:cubicBezTo>
                  <a:pt x="9300333" y="1187144"/>
                  <a:pt x="9295693" y="1177487"/>
                  <a:pt x="9311392" y="1173763"/>
                </a:cubicBezTo>
                <a:cubicBezTo>
                  <a:pt x="9319214" y="1171902"/>
                  <a:pt x="9330654" y="1171844"/>
                  <a:pt x="9342857" y="1173265"/>
                </a:cubicBezTo>
                <a:close/>
                <a:moveTo>
                  <a:pt x="7767377" y="1171993"/>
                </a:moveTo>
                <a:cubicBezTo>
                  <a:pt x="7771185" y="1171212"/>
                  <a:pt x="7776992" y="1171966"/>
                  <a:pt x="7780381" y="1173632"/>
                </a:cubicBezTo>
                <a:cubicBezTo>
                  <a:pt x="7783827" y="1175325"/>
                  <a:pt x="7783466" y="1177330"/>
                  <a:pt x="7779659" y="1178084"/>
                </a:cubicBezTo>
                <a:cubicBezTo>
                  <a:pt x="7775908" y="1178891"/>
                  <a:pt x="7770073" y="1178163"/>
                  <a:pt x="7766655" y="1176497"/>
                </a:cubicBezTo>
                <a:cubicBezTo>
                  <a:pt x="7763348" y="1174778"/>
                  <a:pt x="7763598" y="1172773"/>
                  <a:pt x="7767377" y="1171993"/>
                </a:cubicBezTo>
                <a:close/>
                <a:moveTo>
                  <a:pt x="1985554" y="1168920"/>
                </a:moveTo>
                <a:cubicBezTo>
                  <a:pt x="1991917" y="1168035"/>
                  <a:pt x="1996446" y="1168894"/>
                  <a:pt x="1995641" y="1170820"/>
                </a:cubicBezTo>
                <a:cubicBezTo>
                  <a:pt x="1994780" y="1172773"/>
                  <a:pt x="1988805" y="1175038"/>
                  <a:pt x="1982303" y="1175950"/>
                </a:cubicBezTo>
                <a:cubicBezTo>
                  <a:pt x="1975717" y="1176834"/>
                  <a:pt x="1971272" y="1175975"/>
                  <a:pt x="1972133" y="1174049"/>
                </a:cubicBezTo>
                <a:cubicBezTo>
                  <a:pt x="1972995" y="1172122"/>
                  <a:pt x="1979052" y="1169806"/>
                  <a:pt x="1985554" y="1168920"/>
                </a:cubicBezTo>
                <a:close/>
                <a:moveTo>
                  <a:pt x="8563673" y="1167672"/>
                </a:moveTo>
                <a:cubicBezTo>
                  <a:pt x="8575021" y="1169058"/>
                  <a:pt x="8586621" y="1171876"/>
                  <a:pt x="8595777" y="1175794"/>
                </a:cubicBezTo>
                <a:cubicBezTo>
                  <a:pt x="8614284" y="1183709"/>
                  <a:pt x="8616117" y="1193107"/>
                  <a:pt x="8599667" y="1196803"/>
                </a:cubicBezTo>
                <a:cubicBezTo>
                  <a:pt x="8583244" y="1200501"/>
                  <a:pt x="8554848" y="1197012"/>
                  <a:pt x="8536425" y="1189046"/>
                </a:cubicBezTo>
                <a:cubicBezTo>
                  <a:pt x="8518224" y="1181079"/>
                  <a:pt x="8516724" y="1171759"/>
                  <a:pt x="8533091" y="1168140"/>
                </a:cubicBezTo>
                <a:cubicBezTo>
                  <a:pt x="8541233" y="1166331"/>
                  <a:pt x="8552326" y="1166285"/>
                  <a:pt x="8563673" y="1167672"/>
                </a:cubicBezTo>
                <a:close/>
                <a:moveTo>
                  <a:pt x="2790888" y="1162754"/>
                </a:moveTo>
                <a:cubicBezTo>
                  <a:pt x="2797727" y="1163935"/>
                  <a:pt x="2801784" y="1166343"/>
                  <a:pt x="2801451" y="1169701"/>
                </a:cubicBezTo>
                <a:cubicBezTo>
                  <a:pt x="2800756" y="1176470"/>
                  <a:pt x="2782500" y="1184541"/>
                  <a:pt x="2760604" y="1187691"/>
                </a:cubicBezTo>
                <a:cubicBezTo>
                  <a:pt x="2738847" y="1190841"/>
                  <a:pt x="2721675" y="1187847"/>
                  <a:pt x="2722676" y="1181052"/>
                </a:cubicBezTo>
                <a:cubicBezTo>
                  <a:pt x="2723648" y="1174231"/>
                  <a:pt x="2742043" y="1166238"/>
                  <a:pt x="2763633" y="1163166"/>
                </a:cubicBezTo>
                <a:cubicBezTo>
                  <a:pt x="2774428" y="1161618"/>
                  <a:pt x="2784049" y="1161572"/>
                  <a:pt x="2790888" y="1162754"/>
                </a:cubicBezTo>
                <a:close/>
                <a:moveTo>
                  <a:pt x="3361321" y="1155826"/>
                </a:moveTo>
                <a:cubicBezTo>
                  <a:pt x="3370158" y="1154524"/>
                  <a:pt x="3377771" y="1155747"/>
                  <a:pt x="3378105" y="1158612"/>
                </a:cubicBezTo>
                <a:cubicBezTo>
                  <a:pt x="3378494" y="1161449"/>
                  <a:pt x="3371602" y="1164886"/>
                  <a:pt x="3362683" y="1166187"/>
                </a:cubicBezTo>
                <a:cubicBezTo>
                  <a:pt x="3353708" y="1167541"/>
                  <a:pt x="3346178" y="1166266"/>
                  <a:pt x="3345816" y="1163401"/>
                </a:cubicBezTo>
                <a:cubicBezTo>
                  <a:pt x="3345455" y="1160538"/>
                  <a:pt x="3352430" y="1157153"/>
                  <a:pt x="3361321" y="1155826"/>
                </a:cubicBezTo>
                <a:close/>
                <a:moveTo>
                  <a:pt x="1810331" y="1155356"/>
                </a:moveTo>
                <a:cubicBezTo>
                  <a:pt x="1811027" y="1155253"/>
                  <a:pt x="1811749" y="1155330"/>
                  <a:pt x="1811638" y="1155591"/>
                </a:cubicBezTo>
                <a:cubicBezTo>
                  <a:pt x="1811527" y="1155826"/>
                  <a:pt x="1810721" y="1156138"/>
                  <a:pt x="1809915" y="1156189"/>
                </a:cubicBezTo>
                <a:cubicBezTo>
                  <a:pt x="1809053" y="1156346"/>
                  <a:pt x="1808526" y="1156216"/>
                  <a:pt x="1808692" y="1155955"/>
                </a:cubicBezTo>
                <a:cubicBezTo>
                  <a:pt x="1808721" y="1155747"/>
                  <a:pt x="1809526" y="1155460"/>
                  <a:pt x="1810331" y="1155356"/>
                </a:cubicBezTo>
                <a:close/>
                <a:moveTo>
                  <a:pt x="9518830" y="1154634"/>
                </a:moveTo>
                <a:cubicBezTo>
                  <a:pt x="9534498" y="1156444"/>
                  <a:pt x="9551274" y="1160121"/>
                  <a:pt x="9565473" y="1165249"/>
                </a:cubicBezTo>
                <a:cubicBezTo>
                  <a:pt x="9594092" y="1175611"/>
                  <a:pt x="9601595" y="1188055"/>
                  <a:pt x="9582116" y="1192898"/>
                </a:cubicBezTo>
                <a:cubicBezTo>
                  <a:pt x="9562360" y="1197766"/>
                  <a:pt x="9522876" y="1193132"/>
                  <a:pt x="9494312" y="1182614"/>
                </a:cubicBezTo>
                <a:cubicBezTo>
                  <a:pt x="9466025" y="1172175"/>
                  <a:pt x="9459079" y="1159964"/>
                  <a:pt x="9478833" y="1155226"/>
                </a:cubicBezTo>
                <a:cubicBezTo>
                  <a:pt x="9488600" y="1152883"/>
                  <a:pt x="9503161" y="1152825"/>
                  <a:pt x="9518830" y="1154634"/>
                </a:cubicBezTo>
                <a:close/>
                <a:moveTo>
                  <a:pt x="7955214" y="1153457"/>
                </a:moveTo>
                <a:cubicBezTo>
                  <a:pt x="7965162" y="1151348"/>
                  <a:pt x="7980944" y="1153352"/>
                  <a:pt x="7990504" y="1157856"/>
                </a:cubicBezTo>
                <a:cubicBezTo>
                  <a:pt x="8000090" y="1162438"/>
                  <a:pt x="7999701" y="1167828"/>
                  <a:pt x="7989642" y="1169910"/>
                </a:cubicBezTo>
                <a:cubicBezTo>
                  <a:pt x="7979583" y="1172019"/>
                  <a:pt x="7963689" y="1170040"/>
                  <a:pt x="7954214" y="1165459"/>
                </a:cubicBezTo>
                <a:cubicBezTo>
                  <a:pt x="7944683" y="1160902"/>
                  <a:pt x="7945212" y="1155540"/>
                  <a:pt x="7955214" y="1153457"/>
                </a:cubicBezTo>
                <a:close/>
                <a:moveTo>
                  <a:pt x="8749715" y="1151449"/>
                </a:moveTo>
                <a:cubicBezTo>
                  <a:pt x="8762823" y="1153021"/>
                  <a:pt x="8776362" y="1156216"/>
                  <a:pt x="8787254" y="1160667"/>
                </a:cubicBezTo>
                <a:cubicBezTo>
                  <a:pt x="8809290" y="1169676"/>
                  <a:pt x="8812206" y="1180453"/>
                  <a:pt x="8793756" y="1184645"/>
                </a:cubicBezTo>
                <a:cubicBezTo>
                  <a:pt x="8775196" y="1188863"/>
                  <a:pt x="8742241" y="1184880"/>
                  <a:pt x="8720400" y="1175741"/>
                </a:cubicBezTo>
                <a:cubicBezTo>
                  <a:pt x="8698727" y="1166708"/>
                  <a:pt x="8696337" y="1156085"/>
                  <a:pt x="8714760" y="1151972"/>
                </a:cubicBezTo>
                <a:cubicBezTo>
                  <a:pt x="8723930" y="1149929"/>
                  <a:pt x="8736607" y="1149877"/>
                  <a:pt x="8749715" y="1151449"/>
                </a:cubicBezTo>
                <a:close/>
                <a:moveTo>
                  <a:pt x="10638311" y="1149603"/>
                </a:moveTo>
                <a:cubicBezTo>
                  <a:pt x="10638754" y="1149498"/>
                  <a:pt x="10639671" y="1149603"/>
                  <a:pt x="10640451" y="1149837"/>
                </a:cubicBezTo>
                <a:cubicBezTo>
                  <a:pt x="10641116" y="1150045"/>
                  <a:pt x="10641533" y="1150305"/>
                  <a:pt x="10641061" y="1150436"/>
                </a:cubicBezTo>
                <a:cubicBezTo>
                  <a:pt x="10640700" y="1150540"/>
                  <a:pt x="10639671" y="1150436"/>
                  <a:pt x="10639005" y="1150202"/>
                </a:cubicBezTo>
                <a:cubicBezTo>
                  <a:pt x="10638311" y="1149994"/>
                  <a:pt x="10637893" y="1149707"/>
                  <a:pt x="10638311" y="1149603"/>
                </a:cubicBezTo>
                <a:close/>
                <a:moveTo>
                  <a:pt x="2610779" y="1144774"/>
                </a:moveTo>
                <a:cubicBezTo>
                  <a:pt x="2618559" y="1146128"/>
                  <a:pt x="2623019" y="1148887"/>
                  <a:pt x="2622338" y="1152727"/>
                </a:cubicBezTo>
                <a:cubicBezTo>
                  <a:pt x="2620838" y="1160485"/>
                  <a:pt x="2599053" y="1169701"/>
                  <a:pt x="2573573" y="1173346"/>
                </a:cubicBezTo>
                <a:cubicBezTo>
                  <a:pt x="2548093" y="1176965"/>
                  <a:pt x="2528698" y="1173528"/>
                  <a:pt x="2530421" y="1165692"/>
                </a:cubicBezTo>
                <a:cubicBezTo>
                  <a:pt x="2532171" y="1157908"/>
                  <a:pt x="2554011" y="1148769"/>
                  <a:pt x="2579297" y="1145256"/>
                </a:cubicBezTo>
                <a:cubicBezTo>
                  <a:pt x="2591898" y="1143473"/>
                  <a:pt x="2602998" y="1143420"/>
                  <a:pt x="2610779" y="1144774"/>
                </a:cubicBezTo>
                <a:close/>
                <a:moveTo>
                  <a:pt x="9692293" y="1139047"/>
                </a:moveTo>
                <a:cubicBezTo>
                  <a:pt x="9709073" y="1140954"/>
                  <a:pt x="9727177" y="1144839"/>
                  <a:pt x="9742667" y="1150254"/>
                </a:cubicBezTo>
                <a:cubicBezTo>
                  <a:pt x="9774039" y="1161214"/>
                  <a:pt x="9783124" y="1174335"/>
                  <a:pt x="9762562" y="1179439"/>
                </a:cubicBezTo>
                <a:cubicBezTo>
                  <a:pt x="9741889" y="1184619"/>
                  <a:pt x="9699598" y="1179750"/>
                  <a:pt x="9668338" y="1168608"/>
                </a:cubicBezTo>
                <a:cubicBezTo>
                  <a:pt x="9637551" y="1157622"/>
                  <a:pt x="9629297" y="1144657"/>
                  <a:pt x="9649859" y="1139709"/>
                </a:cubicBezTo>
                <a:cubicBezTo>
                  <a:pt x="9660057" y="1137210"/>
                  <a:pt x="9675515" y="1137139"/>
                  <a:pt x="9692293" y="1139047"/>
                </a:cubicBezTo>
                <a:close/>
                <a:moveTo>
                  <a:pt x="1641112" y="1138825"/>
                </a:moveTo>
                <a:cubicBezTo>
                  <a:pt x="1641974" y="1138721"/>
                  <a:pt x="1642446" y="1138825"/>
                  <a:pt x="1642307" y="1139059"/>
                </a:cubicBezTo>
                <a:cubicBezTo>
                  <a:pt x="1642307" y="1139242"/>
                  <a:pt x="1641446" y="1139554"/>
                  <a:pt x="1640696" y="1139658"/>
                </a:cubicBezTo>
                <a:cubicBezTo>
                  <a:pt x="1639862" y="1139762"/>
                  <a:pt x="1639306" y="1139658"/>
                  <a:pt x="1639445" y="1139450"/>
                </a:cubicBezTo>
                <a:cubicBezTo>
                  <a:pt x="1639584" y="1139216"/>
                  <a:pt x="1640362" y="1138929"/>
                  <a:pt x="1641112" y="1138825"/>
                </a:cubicBezTo>
                <a:close/>
                <a:moveTo>
                  <a:pt x="8932066" y="1138532"/>
                </a:moveTo>
                <a:cubicBezTo>
                  <a:pt x="8944353" y="1139990"/>
                  <a:pt x="8957169" y="1142952"/>
                  <a:pt x="8967673" y="1147078"/>
                </a:cubicBezTo>
                <a:cubicBezTo>
                  <a:pt x="8988623" y="1155356"/>
                  <a:pt x="8992125" y="1165249"/>
                  <a:pt x="8975257" y="1169129"/>
                </a:cubicBezTo>
                <a:cubicBezTo>
                  <a:pt x="8958418" y="1173034"/>
                  <a:pt x="8927550" y="1169337"/>
                  <a:pt x="8906681" y="1160954"/>
                </a:cubicBezTo>
                <a:cubicBezTo>
                  <a:pt x="8885812" y="1152571"/>
                  <a:pt x="8882758" y="1142808"/>
                  <a:pt x="8899623" y="1139007"/>
                </a:cubicBezTo>
                <a:cubicBezTo>
                  <a:pt x="8908016" y="1137119"/>
                  <a:pt x="8919776" y="1137074"/>
                  <a:pt x="8932066" y="1138532"/>
                </a:cubicBezTo>
                <a:close/>
                <a:moveTo>
                  <a:pt x="3184411" y="1137738"/>
                </a:moveTo>
                <a:cubicBezTo>
                  <a:pt x="3188885" y="1138480"/>
                  <a:pt x="3191712" y="1139997"/>
                  <a:pt x="3191851" y="1142132"/>
                </a:cubicBezTo>
                <a:cubicBezTo>
                  <a:pt x="3192046" y="1146375"/>
                  <a:pt x="3181376" y="1151374"/>
                  <a:pt x="3167788" y="1153378"/>
                </a:cubicBezTo>
                <a:cubicBezTo>
                  <a:pt x="3154339" y="1155357"/>
                  <a:pt x="3143280" y="1153508"/>
                  <a:pt x="3143086" y="1149213"/>
                </a:cubicBezTo>
                <a:cubicBezTo>
                  <a:pt x="3142891" y="1144943"/>
                  <a:pt x="3153673" y="1139945"/>
                  <a:pt x="3167094" y="1137993"/>
                </a:cubicBezTo>
                <a:cubicBezTo>
                  <a:pt x="3173819" y="1137029"/>
                  <a:pt x="3179938" y="1136997"/>
                  <a:pt x="3184411" y="1137738"/>
                </a:cubicBezTo>
                <a:close/>
                <a:moveTo>
                  <a:pt x="8165172" y="1135691"/>
                </a:moveTo>
                <a:cubicBezTo>
                  <a:pt x="8174623" y="1136847"/>
                  <a:pt x="8184092" y="1139202"/>
                  <a:pt x="8191372" y="1142495"/>
                </a:cubicBezTo>
                <a:cubicBezTo>
                  <a:pt x="8205960" y="1149135"/>
                  <a:pt x="8206126" y="1156997"/>
                  <a:pt x="8191594" y="1160068"/>
                </a:cubicBezTo>
                <a:cubicBezTo>
                  <a:pt x="8176978" y="1163167"/>
                  <a:pt x="8153470" y="1160251"/>
                  <a:pt x="8138994" y="1153587"/>
                </a:cubicBezTo>
                <a:cubicBezTo>
                  <a:pt x="8124518" y="1146948"/>
                  <a:pt x="8124740" y="1139137"/>
                  <a:pt x="8139078" y="1136091"/>
                </a:cubicBezTo>
                <a:cubicBezTo>
                  <a:pt x="8146288" y="1134581"/>
                  <a:pt x="8155721" y="1134536"/>
                  <a:pt x="8165172" y="1135691"/>
                </a:cubicBezTo>
                <a:close/>
                <a:moveTo>
                  <a:pt x="9870474" y="1134887"/>
                </a:moveTo>
                <a:cubicBezTo>
                  <a:pt x="9878917" y="1135831"/>
                  <a:pt x="9888087" y="1137757"/>
                  <a:pt x="9895966" y="1140439"/>
                </a:cubicBezTo>
                <a:cubicBezTo>
                  <a:pt x="9911831" y="1145854"/>
                  <a:pt x="9916694" y="1152337"/>
                  <a:pt x="9906774" y="1154862"/>
                </a:cubicBezTo>
                <a:cubicBezTo>
                  <a:pt x="9896631" y="1157388"/>
                  <a:pt x="9875571" y="1154993"/>
                  <a:pt x="9859675" y="1149525"/>
                </a:cubicBezTo>
                <a:cubicBezTo>
                  <a:pt x="9843920" y="1144110"/>
                  <a:pt x="9839170" y="1137706"/>
                  <a:pt x="9849339" y="1135233"/>
                </a:cubicBezTo>
                <a:cubicBezTo>
                  <a:pt x="9854314" y="1133983"/>
                  <a:pt x="9862030" y="1133944"/>
                  <a:pt x="9870474" y="1134887"/>
                </a:cubicBezTo>
                <a:close/>
                <a:moveTo>
                  <a:pt x="10041066" y="1128776"/>
                </a:moveTo>
                <a:cubicBezTo>
                  <a:pt x="10043069" y="1128307"/>
                  <a:pt x="10047236" y="1128749"/>
                  <a:pt x="10050347" y="1129791"/>
                </a:cubicBezTo>
                <a:cubicBezTo>
                  <a:pt x="10053542" y="1130832"/>
                  <a:pt x="10054487" y="1132082"/>
                  <a:pt x="10052625" y="1132577"/>
                </a:cubicBezTo>
                <a:cubicBezTo>
                  <a:pt x="10050651" y="1133071"/>
                  <a:pt x="10046596" y="1132628"/>
                  <a:pt x="10043344" y="1131561"/>
                </a:cubicBezTo>
                <a:cubicBezTo>
                  <a:pt x="10040206" y="1130493"/>
                  <a:pt x="10039261" y="1129296"/>
                  <a:pt x="10041066" y="1128776"/>
                </a:cubicBezTo>
                <a:close/>
                <a:moveTo>
                  <a:pt x="2436645" y="1126804"/>
                </a:moveTo>
                <a:cubicBezTo>
                  <a:pt x="2445318" y="1128327"/>
                  <a:pt x="2450104" y="1131418"/>
                  <a:pt x="2448951" y="1135727"/>
                </a:cubicBezTo>
                <a:cubicBezTo>
                  <a:pt x="2446839" y="1144397"/>
                  <a:pt x="2421276" y="1154784"/>
                  <a:pt x="2392211" y="1158872"/>
                </a:cubicBezTo>
                <a:cubicBezTo>
                  <a:pt x="2362979" y="1162933"/>
                  <a:pt x="2341333" y="1159080"/>
                  <a:pt x="2344029" y="1150281"/>
                </a:cubicBezTo>
                <a:cubicBezTo>
                  <a:pt x="2346696" y="1141559"/>
                  <a:pt x="2372148" y="1131276"/>
                  <a:pt x="2401019" y="1127292"/>
                </a:cubicBezTo>
                <a:cubicBezTo>
                  <a:pt x="2415412" y="1125327"/>
                  <a:pt x="2427972" y="1125281"/>
                  <a:pt x="2436645" y="1126804"/>
                </a:cubicBezTo>
                <a:close/>
                <a:moveTo>
                  <a:pt x="7578957" y="1125937"/>
                </a:moveTo>
                <a:cubicBezTo>
                  <a:pt x="7581402" y="1125443"/>
                  <a:pt x="7584903" y="1125911"/>
                  <a:pt x="7587015" y="1126979"/>
                </a:cubicBezTo>
                <a:cubicBezTo>
                  <a:pt x="7589016" y="1127994"/>
                  <a:pt x="7588793" y="1129244"/>
                  <a:pt x="7586376" y="1129687"/>
                </a:cubicBezTo>
                <a:cubicBezTo>
                  <a:pt x="7583820" y="1130207"/>
                  <a:pt x="7580263" y="1129765"/>
                  <a:pt x="7578263" y="1128697"/>
                </a:cubicBezTo>
                <a:cubicBezTo>
                  <a:pt x="7576234" y="1127656"/>
                  <a:pt x="7576595" y="1126433"/>
                  <a:pt x="7578957" y="1125937"/>
                </a:cubicBezTo>
                <a:close/>
                <a:moveTo>
                  <a:pt x="9110064" y="1124754"/>
                </a:moveTo>
                <a:cubicBezTo>
                  <a:pt x="9122228" y="1126173"/>
                  <a:pt x="9135016" y="1129050"/>
                  <a:pt x="9145561" y="1133046"/>
                </a:cubicBezTo>
                <a:cubicBezTo>
                  <a:pt x="9166846" y="1141142"/>
                  <a:pt x="9170986" y="1150801"/>
                  <a:pt x="9154841" y="1154550"/>
                </a:cubicBezTo>
                <a:cubicBezTo>
                  <a:pt x="9138476" y="1158351"/>
                  <a:pt x="9107995" y="1154758"/>
                  <a:pt x="9086877" y="1146583"/>
                </a:cubicBezTo>
                <a:cubicBezTo>
                  <a:pt x="9065925" y="1138460"/>
                  <a:pt x="9062118" y="1128932"/>
                  <a:pt x="9078319" y="1125209"/>
                </a:cubicBezTo>
                <a:cubicBezTo>
                  <a:pt x="9086363" y="1123374"/>
                  <a:pt x="9097901" y="1123336"/>
                  <a:pt x="9110064" y="1124754"/>
                </a:cubicBezTo>
                <a:close/>
                <a:moveTo>
                  <a:pt x="1476088" y="1122371"/>
                </a:moveTo>
                <a:cubicBezTo>
                  <a:pt x="1476977" y="1122267"/>
                  <a:pt x="1477533" y="1122345"/>
                  <a:pt x="1477366" y="1122579"/>
                </a:cubicBezTo>
                <a:cubicBezTo>
                  <a:pt x="1477172" y="1122839"/>
                  <a:pt x="1476394" y="1123100"/>
                  <a:pt x="1475615" y="1123230"/>
                </a:cubicBezTo>
                <a:cubicBezTo>
                  <a:pt x="1474837" y="1123308"/>
                  <a:pt x="1474282" y="1123230"/>
                  <a:pt x="1474309" y="1122970"/>
                </a:cubicBezTo>
                <a:cubicBezTo>
                  <a:pt x="1474448" y="1122788"/>
                  <a:pt x="1475254" y="1122475"/>
                  <a:pt x="1476088" y="1122371"/>
                </a:cubicBezTo>
                <a:close/>
                <a:moveTo>
                  <a:pt x="8351547" y="1119283"/>
                </a:moveTo>
                <a:cubicBezTo>
                  <a:pt x="8363212" y="1120692"/>
                  <a:pt x="8375027" y="1123557"/>
                  <a:pt x="8384238" y="1127553"/>
                </a:cubicBezTo>
                <a:cubicBezTo>
                  <a:pt x="8402745" y="1135623"/>
                  <a:pt x="8403746" y="1145177"/>
                  <a:pt x="8386352" y="1148926"/>
                </a:cubicBezTo>
                <a:cubicBezTo>
                  <a:pt x="8368928" y="1152701"/>
                  <a:pt x="8339642" y="1149135"/>
                  <a:pt x="8321218" y="1140985"/>
                </a:cubicBezTo>
                <a:cubicBezTo>
                  <a:pt x="8303046" y="1132941"/>
                  <a:pt x="8302324" y="1123439"/>
                  <a:pt x="8319773" y="1119742"/>
                </a:cubicBezTo>
                <a:cubicBezTo>
                  <a:pt x="8328373" y="1117920"/>
                  <a:pt x="8339884" y="1117874"/>
                  <a:pt x="8351547" y="1119283"/>
                </a:cubicBezTo>
                <a:close/>
                <a:moveTo>
                  <a:pt x="3005431" y="1118747"/>
                </a:moveTo>
                <a:cubicBezTo>
                  <a:pt x="3011774" y="1119801"/>
                  <a:pt x="3015657" y="1121956"/>
                  <a:pt x="3015602" y="1124975"/>
                </a:cubicBezTo>
                <a:cubicBezTo>
                  <a:pt x="3015490" y="1131015"/>
                  <a:pt x="2999541" y="1138174"/>
                  <a:pt x="2980034" y="1141012"/>
                </a:cubicBezTo>
                <a:cubicBezTo>
                  <a:pt x="2960251" y="1143824"/>
                  <a:pt x="2944467" y="1141142"/>
                  <a:pt x="2944801" y="1135076"/>
                </a:cubicBezTo>
                <a:cubicBezTo>
                  <a:pt x="2945051" y="1129010"/>
                  <a:pt x="2961084" y="1121850"/>
                  <a:pt x="2980507" y="1119117"/>
                </a:cubicBezTo>
                <a:cubicBezTo>
                  <a:pt x="2990288" y="1117738"/>
                  <a:pt x="2999089" y="1117692"/>
                  <a:pt x="3005431" y="1118747"/>
                </a:cubicBezTo>
                <a:close/>
                <a:moveTo>
                  <a:pt x="10211371" y="1116071"/>
                </a:moveTo>
                <a:cubicBezTo>
                  <a:pt x="10211816" y="1115993"/>
                  <a:pt x="10212759" y="1116071"/>
                  <a:pt x="10213400" y="1116280"/>
                </a:cubicBezTo>
                <a:cubicBezTo>
                  <a:pt x="10214205" y="1116514"/>
                  <a:pt x="10214399" y="1116800"/>
                  <a:pt x="10214009" y="1116904"/>
                </a:cubicBezTo>
                <a:cubicBezTo>
                  <a:pt x="10213593" y="1117009"/>
                  <a:pt x="10212704" y="1116931"/>
                  <a:pt x="10211982" y="1116671"/>
                </a:cubicBezTo>
                <a:cubicBezTo>
                  <a:pt x="10211232" y="1116462"/>
                  <a:pt x="10211036" y="1116175"/>
                  <a:pt x="10211371" y="1116071"/>
                </a:cubicBezTo>
                <a:close/>
                <a:moveTo>
                  <a:pt x="3562997" y="1114743"/>
                </a:moveTo>
                <a:cubicBezTo>
                  <a:pt x="3566275" y="1114249"/>
                  <a:pt x="3569027" y="1114717"/>
                  <a:pt x="3569165" y="1115732"/>
                </a:cubicBezTo>
                <a:cubicBezTo>
                  <a:pt x="3569554" y="1116774"/>
                  <a:pt x="3567165" y="1117997"/>
                  <a:pt x="3563858" y="1118466"/>
                </a:cubicBezTo>
                <a:cubicBezTo>
                  <a:pt x="3560551" y="1118934"/>
                  <a:pt x="3557773" y="1118492"/>
                  <a:pt x="3557578" y="1117477"/>
                </a:cubicBezTo>
                <a:cubicBezTo>
                  <a:pt x="3557384" y="1116409"/>
                  <a:pt x="3559773" y="1115212"/>
                  <a:pt x="3562997" y="1114743"/>
                </a:cubicBezTo>
                <a:close/>
                <a:moveTo>
                  <a:pt x="2254744" y="1114005"/>
                </a:moveTo>
                <a:cubicBezTo>
                  <a:pt x="2261510" y="1115206"/>
                  <a:pt x="2265101" y="1117647"/>
                  <a:pt x="2263920" y="1121044"/>
                </a:cubicBezTo>
                <a:cubicBezTo>
                  <a:pt x="2261558" y="1127864"/>
                  <a:pt x="2240857" y="1135987"/>
                  <a:pt x="2217600" y="1139189"/>
                </a:cubicBezTo>
                <a:cubicBezTo>
                  <a:pt x="2194315" y="1142392"/>
                  <a:pt x="2177420" y="1139372"/>
                  <a:pt x="2180060" y="1132473"/>
                </a:cubicBezTo>
                <a:cubicBezTo>
                  <a:pt x="2182533" y="1125651"/>
                  <a:pt x="2203456" y="1117504"/>
                  <a:pt x="2226520" y="1114405"/>
                </a:cubicBezTo>
                <a:cubicBezTo>
                  <a:pt x="2238037" y="1112843"/>
                  <a:pt x="2247977" y="1112805"/>
                  <a:pt x="2254744" y="1114005"/>
                </a:cubicBezTo>
                <a:close/>
                <a:moveTo>
                  <a:pt x="9285093" y="1112306"/>
                </a:moveTo>
                <a:cubicBezTo>
                  <a:pt x="9296068" y="1113566"/>
                  <a:pt x="9307683" y="1116123"/>
                  <a:pt x="9317366" y="1119690"/>
                </a:cubicBezTo>
                <a:cubicBezTo>
                  <a:pt x="9336871" y="1126875"/>
                  <a:pt x="9341207" y="1135441"/>
                  <a:pt x="9326953" y="1138773"/>
                </a:cubicBezTo>
                <a:cubicBezTo>
                  <a:pt x="9312726" y="1142131"/>
                  <a:pt x="9285244" y="1138955"/>
                  <a:pt x="9265821" y="1131718"/>
                </a:cubicBezTo>
                <a:cubicBezTo>
                  <a:pt x="9246538" y="1124480"/>
                  <a:pt x="9242537" y="1115993"/>
                  <a:pt x="9256654" y="1112713"/>
                </a:cubicBezTo>
                <a:cubicBezTo>
                  <a:pt x="9263781" y="1111086"/>
                  <a:pt x="9274117" y="1111047"/>
                  <a:pt x="9285093" y="1112306"/>
                </a:cubicBezTo>
                <a:close/>
                <a:moveTo>
                  <a:pt x="7765877" y="1109875"/>
                </a:moveTo>
                <a:cubicBezTo>
                  <a:pt x="7771991" y="1108651"/>
                  <a:pt x="7781243" y="1109823"/>
                  <a:pt x="7786689" y="1112453"/>
                </a:cubicBezTo>
                <a:cubicBezTo>
                  <a:pt x="7792108" y="1115108"/>
                  <a:pt x="7791525" y="1118258"/>
                  <a:pt x="7785550" y="1119481"/>
                </a:cubicBezTo>
                <a:cubicBezTo>
                  <a:pt x="7779438" y="1120679"/>
                  <a:pt x="7770129" y="1119534"/>
                  <a:pt x="7764683" y="1116852"/>
                </a:cubicBezTo>
                <a:cubicBezTo>
                  <a:pt x="7759292" y="1114222"/>
                  <a:pt x="7759903" y="1111073"/>
                  <a:pt x="7765877" y="1109875"/>
                </a:cubicBezTo>
                <a:close/>
                <a:moveTo>
                  <a:pt x="8533180" y="1105450"/>
                </a:moveTo>
                <a:cubicBezTo>
                  <a:pt x="8545067" y="1106856"/>
                  <a:pt x="8557222" y="1109719"/>
                  <a:pt x="8566850" y="1113728"/>
                </a:cubicBezTo>
                <a:cubicBezTo>
                  <a:pt x="8586135" y="1121799"/>
                  <a:pt x="8587968" y="1131406"/>
                  <a:pt x="8570631" y="1135154"/>
                </a:cubicBezTo>
                <a:cubicBezTo>
                  <a:pt x="8553347" y="1138929"/>
                  <a:pt x="8523504" y="1135388"/>
                  <a:pt x="8504305" y="1127240"/>
                </a:cubicBezTo>
                <a:cubicBezTo>
                  <a:pt x="8485326" y="1119143"/>
                  <a:pt x="8483910" y="1109614"/>
                  <a:pt x="8501136" y="1105918"/>
                </a:cubicBezTo>
                <a:cubicBezTo>
                  <a:pt x="8509680" y="1104096"/>
                  <a:pt x="8521295" y="1104044"/>
                  <a:pt x="8533180" y="1105450"/>
                </a:cubicBezTo>
                <a:close/>
                <a:moveTo>
                  <a:pt x="10374198" y="1102013"/>
                </a:moveTo>
                <a:cubicBezTo>
                  <a:pt x="10374643" y="1101908"/>
                  <a:pt x="10375672" y="1102013"/>
                  <a:pt x="10376256" y="1102221"/>
                </a:cubicBezTo>
                <a:cubicBezTo>
                  <a:pt x="10377034" y="1102455"/>
                  <a:pt x="10377312" y="1102741"/>
                  <a:pt x="10376840" y="1102820"/>
                </a:cubicBezTo>
                <a:cubicBezTo>
                  <a:pt x="10376450" y="1102950"/>
                  <a:pt x="10375562" y="1102846"/>
                  <a:pt x="10374782" y="1102585"/>
                </a:cubicBezTo>
                <a:cubicBezTo>
                  <a:pt x="10374143" y="1102403"/>
                  <a:pt x="10373839" y="1102117"/>
                  <a:pt x="10374198" y="1102013"/>
                </a:cubicBezTo>
                <a:close/>
                <a:moveTo>
                  <a:pt x="2828654" y="1101613"/>
                </a:moveTo>
                <a:cubicBezTo>
                  <a:pt x="2835684" y="1102794"/>
                  <a:pt x="2839866" y="1105202"/>
                  <a:pt x="2839546" y="1108573"/>
                </a:cubicBezTo>
                <a:cubicBezTo>
                  <a:pt x="2838907" y="1115316"/>
                  <a:pt x="2820374" y="1123387"/>
                  <a:pt x="2798033" y="1126537"/>
                </a:cubicBezTo>
                <a:cubicBezTo>
                  <a:pt x="2775553" y="1129713"/>
                  <a:pt x="2758104" y="1126694"/>
                  <a:pt x="2758910" y="1119872"/>
                </a:cubicBezTo>
                <a:cubicBezTo>
                  <a:pt x="2759716" y="1113130"/>
                  <a:pt x="2778472" y="1105111"/>
                  <a:pt x="2800673" y="1102013"/>
                </a:cubicBezTo>
                <a:cubicBezTo>
                  <a:pt x="2811746" y="1100477"/>
                  <a:pt x="2821624" y="1100432"/>
                  <a:pt x="2828654" y="1101613"/>
                </a:cubicBezTo>
                <a:close/>
                <a:moveTo>
                  <a:pt x="2085555" y="1098017"/>
                </a:moveTo>
                <a:cubicBezTo>
                  <a:pt x="2092186" y="1099201"/>
                  <a:pt x="2095576" y="1101609"/>
                  <a:pt x="2094172" y="1104954"/>
                </a:cubicBezTo>
                <a:cubicBezTo>
                  <a:pt x="2091421" y="1111697"/>
                  <a:pt x="2070164" y="1119716"/>
                  <a:pt x="2046852" y="1122866"/>
                </a:cubicBezTo>
                <a:cubicBezTo>
                  <a:pt x="2023455" y="1126016"/>
                  <a:pt x="2006922" y="1123048"/>
                  <a:pt x="2010007" y="1116253"/>
                </a:cubicBezTo>
                <a:cubicBezTo>
                  <a:pt x="2013008" y="1109458"/>
                  <a:pt x="2034403" y="1101492"/>
                  <a:pt x="2057493" y="1098419"/>
                </a:cubicBezTo>
                <a:cubicBezTo>
                  <a:pt x="2069053" y="1096871"/>
                  <a:pt x="2078924" y="1096832"/>
                  <a:pt x="2085555" y="1098017"/>
                </a:cubicBezTo>
                <a:close/>
                <a:moveTo>
                  <a:pt x="3373492" y="1095556"/>
                </a:moveTo>
                <a:cubicBezTo>
                  <a:pt x="3383996" y="1094020"/>
                  <a:pt x="3392859" y="1095478"/>
                  <a:pt x="3393332" y="1098732"/>
                </a:cubicBezTo>
                <a:cubicBezTo>
                  <a:pt x="3393916" y="1102064"/>
                  <a:pt x="3385719" y="1105944"/>
                  <a:pt x="3375243" y="1107506"/>
                </a:cubicBezTo>
                <a:cubicBezTo>
                  <a:pt x="3364740" y="1109015"/>
                  <a:pt x="3355764" y="1107558"/>
                  <a:pt x="3355320" y="1104277"/>
                </a:cubicBezTo>
                <a:cubicBezTo>
                  <a:pt x="3354847" y="1100971"/>
                  <a:pt x="3362989" y="1097092"/>
                  <a:pt x="3373492" y="1095556"/>
                </a:cubicBezTo>
                <a:close/>
                <a:moveTo>
                  <a:pt x="9453951" y="1095062"/>
                </a:moveTo>
                <a:cubicBezTo>
                  <a:pt x="9467767" y="1096623"/>
                  <a:pt x="9482529" y="1099799"/>
                  <a:pt x="9495007" y="1104225"/>
                </a:cubicBezTo>
                <a:cubicBezTo>
                  <a:pt x="9519985" y="1113129"/>
                  <a:pt x="9526292" y="1123777"/>
                  <a:pt x="9508732" y="1127943"/>
                </a:cubicBezTo>
                <a:cubicBezTo>
                  <a:pt x="9491254" y="1132134"/>
                  <a:pt x="9456660" y="1128176"/>
                  <a:pt x="9431763" y="1119143"/>
                </a:cubicBezTo>
                <a:cubicBezTo>
                  <a:pt x="9406921" y="1110187"/>
                  <a:pt x="9401142" y="1099644"/>
                  <a:pt x="9418564" y="1095582"/>
                </a:cubicBezTo>
                <a:cubicBezTo>
                  <a:pt x="9427262" y="1093551"/>
                  <a:pt x="9440134" y="1093500"/>
                  <a:pt x="9453951" y="1095062"/>
                </a:cubicBezTo>
                <a:close/>
                <a:moveTo>
                  <a:pt x="7945018" y="1092901"/>
                </a:moveTo>
                <a:cubicBezTo>
                  <a:pt x="7955520" y="1090766"/>
                  <a:pt x="7972192" y="1092797"/>
                  <a:pt x="7982113" y="1097405"/>
                </a:cubicBezTo>
                <a:cubicBezTo>
                  <a:pt x="7992143" y="1102091"/>
                  <a:pt x="7991727" y="1107610"/>
                  <a:pt x="7981112" y="1109771"/>
                </a:cubicBezTo>
                <a:cubicBezTo>
                  <a:pt x="7970636" y="1111931"/>
                  <a:pt x="7953936" y="1109901"/>
                  <a:pt x="7943822" y="1105189"/>
                </a:cubicBezTo>
                <a:cubicBezTo>
                  <a:pt x="7933958" y="1100528"/>
                  <a:pt x="7934403" y="1095036"/>
                  <a:pt x="7945018" y="1092901"/>
                </a:cubicBezTo>
                <a:close/>
                <a:moveTo>
                  <a:pt x="1887551" y="1092485"/>
                </a:moveTo>
                <a:cubicBezTo>
                  <a:pt x="1891441" y="1091964"/>
                  <a:pt x="1894248" y="1092432"/>
                  <a:pt x="1893692" y="1093578"/>
                </a:cubicBezTo>
                <a:cubicBezTo>
                  <a:pt x="1893109" y="1094724"/>
                  <a:pt x="1889551" y="1096025"/>
                  <a:pt x="1885439" y="1096572"/>
                </a:cubicBezTo>
                <a:cubicBezTo>
                  <a:pt x="1881522" y="1097093"/>
                  <a:pt x="1878826" y="1096597"/>
                  <a:pt x="1879382" y="1095478"/>
                </a:cubicBezTo>
                <a:cubicBezTo>
                  <a:pt x="1879965" y="1094333"/>
                  <a:pt x="1883578" y="1093031"/>
                  <a:pt x="1887551" y="1092485"/>
                </a:cubicBezTo>
                <a:close/>
                <a:moveTo>
                  <a:pt x="8710667" y="1091417"/>
                </a:moveTo>
                <a:cubicBezTo>
                  <a:pt x="8722928" y="1092856"/>
                  <a:pt x="8735557" y="1095778"/>
                  <a:pt x="8745659" y="1099851"/>
                </a:cubicBezTo>
                <a:cubicBezTo>
                  <a:pt x="8765970" y="1108001"/>
                  <a:pt x="8768665" y="1117790"/>
                  <a:pt x="8751326" y="1121616"/>
                </a:cubicBezTo>
                <a:cubicBezTo>
                  <a:pt x="8733877" y="1125470"/>
                  <a:pt x="8703174" y="1121799"/>
                  <a:pt x="8682971" y="1113520"/>
                </a:cubicBezTo>
                <a:cubicBezTo>
                  <a:pt x="8662743" y="1105293"/>
                  <a:pt x="8660548" y="1095634"/>
                  <a:pt x="8677887" y="1091885"/>
                </a:cubicBezTo>
                <a:cubicBezTo>
                  <a:pt x="8686515" y="1090024"/>
                  <a:pt x="8698407" y="1089979"/>
                  <a:pt x="8710667" y="1091417"/>
                </a:cubicBezTo>
                <a:close/>
                <a:moveTo>
                  <a:pt x="2659583" y="1083642"/>
                </a:moveTo>
                <a:cubicBezTo>
                  <a:pt x="2667769" y="1085032"/>
                  <a:pt x="2672507" y="1087863"/>
                  <a:pt x="2671854" y="1091807"/>
                </a:cubicBezTo>
                <a:cubicBezTo>
                  <a:pt x="2670576" y="1099695"/>
                  <a:pt x="2647930" y="1109146"/>
                  <a:pt x="2621310" y="1112843"/>
                </a:cubicBezTo>
                <a:cubicBezTo>
                  <a:pt x="2594524" y="1116565"/>
                  <a:pt x="2574185" y="1113026"/>
                  <a:pt x="2575796" y="1105058"/>
                </a:cubicBezTo>
                <a:cubicBezTo>
                  <a:pt x="2577463" y="1097092"/>
                  <a:pt x="2600192" y="1087720"/>
                  <a:pt x="2626617" y="1084127"/>
                </a:cubicBezTo>
                <a:cubicBezTo>
                  <a:pt x="2639761" y="1082305"/>
                  <a:pt x="2651396" y="1082252"/>
                  <a:pt x="2659583" y="1083642"/>
                </a:cubicBezTo>
                <a:close/>
                <a:moveTo>
                  <a:pt x="9619507" y="1078399"/>
                </a:moveTo>
                <a:cubicBezTo>
                  <a:pt x="9635794" y="1080208"/>
                  <a:pt x="9653306" y="1083893"/>
                  <a:pt x="9668225" y="1089048"/>
                </a:cubicBezTo>
                <a:cubicBezTo>
                  <a:pt x="9698404" y="1099409"/>
                  <a:pt x="9706794" y="1111853"/>
                  <a:pt x="9686622" y="1116722"/>
                </a:cubicBezTo>
                <a:cubicBezTo>
                  <a:pt x="9666449" y="1121642"/>
                  <a:pt x="9625409" y="1116982"/>
                  <a:pt x="9595315" y="1106412"/>
                </a:cubicBezTo>
                <a:cubicBezTo>
                  <a:pt x="9565555" y="1095972"/>
                  <a:pt x="9558054" y="1083762"/>
                  <a:pt x="9578143" y="1078998"/>
                </a:cubicBezTo>
                <a:cubicBezTo>
                  <a:pt x="9588161" y="1076654"/>
                  <a:pt x="9603222" y="1076589"/>
                  <a:pt x="9619507" y="1078399"/>
                </a:cubicBezTo>
                <a:close/>
                <a:moveTo>
                  <a:pt x="1725028" y="1078190"/>
                </a:moveTo>
                <a:cubicBezTo>
                  <a:pt x="1725862" y="1078087"/>
                  <a:pt x="1726444" y="1078190"/>
                  <a:pt x="1726306" y="1078425"/>
                </a:cubicBezTo>
                <a:cubicBezTo>
                  <a:pt x="1726139" y="1078633"/>
                  <a:pt x="1725389" y="1078920"/>
                  <a:pt x="1724528" y="1078998"/>
                </a:cubicBezTo>
                <a:cubicBezTo>
                  <a:pt x="1723777" y="1079102"/>
                  <a:pt x="1723222" y="1078998"/>
                  <a:pt x="1723304" y="1078816"/>
                </a:cubicBezTo>
                <a:cubicBezTo>
                  <a:pt x="1723443" y="1078582"/>
                  <a:pt x="1724222" y="1078295"/>
                  <a:pt x="1725028" y="1078190"/>
                </a:cubicBezTo>
                <a:close/>
                <a:moveTo>
                  <a:pt x="3210930" y="1077613"/>
                </a:moveTo>
                <a:cubicBezTo>
                  <a:pt x="3215914" y="1078413"/>
                  <a:pt x="3219096" y="1080040"/>
                  <a:pt x="3219304" y="1082305"/>
                </a:cubicBezTo>
                <a:cubicBezTo>
                  <a:pt x="3219610" y="1086913"/>
                  <a:pt x="3207745" y="1092406"/>
                  <a:pt x="3192740" y="1094541"/>
                </a:cubicBezTo>
                <a:cubicBezTo>
                  <a:pt x="3177763" y="1096650"/>
                  <a:pt x="3165482" y="1094645"/>
                  <a:pt x="3165231" y="1090011"/>
                </a:cubicBezTo>
                <a:cubicBezTo>
                  <a:pt x="3165009" y="1085403"/>
                  <a:pt x="3176846" y="1079962"/>
                  <a:pt x="3191740" y="1077879"/>
                </a:cubicBezTo>
                <a:cubicBezTo>
                  <a:pt x="3199159" y="1076838"/>
                  <a:pt x="3205946" y="1076812"/>
                  <a:pt x="3210930" y="1077613"/>
                </a:cubicBezTo>
                <a:close/>
                <a:moveTo>
                  <a:pt x="8884087" y="1077192"/>
                </a:moveTo>
                <a:cubicBezTo>
                  <a:pt x="8896873" y="1078667"/>
                  <a:pt x="8910168" y="1081667"/>
                  <a:pt x="8920964" y="1085845"/>
                </a:cubicBezTo>
                <a:cubicBezTo>
                  <a:pt x="8942747" y="1094307"/>
                  <a:pt x="8946193" y="1104408"/>
                  <a:pt x="8928577" y="1108313"/>
                </a:cubicBezTo>
                <a:cubicBezTo>
                  <a:pt x="8910821" y="1112270"/>
                  <a:pt x="8878671" y="1108548"/>
                  <a:pt x="8857055" y="1099982"/>
                </a:cubicBezTo>
                <a:cubicBezTo>
                  <a:pt x="8835575" y="1091521"/>
                  <a:pt x="8832548" y="1081576"/>
                  <a:pt x="8850275" y="1077697"/>
                </a:cubicBezTo>
                <a:cubicBezTo>
                  <a:pt x="8859029" y="1075771"/>
                  <a:pt x="8871302" y="1075718"/>
                  <a:pt x="8884087" y="1077192"/>
                </a:cubicBezTo>
                <a:close/>
                <a:moveTo>
                  <a:pt x="8145559" y="1074719"/>
                </a:moveTo>
                <a:cubicBezTo>
                  <a:pt x="8155882" y="1075952"/>
                  <a:pt x="8166198" y="1078465"/>
                  <a:pt x="8174118" y="1081966"/>
                </a:cubicBezTo>
                <a:cubicBezTo>
                  <a:pt x="8190150" y="1089048"/>
                  <a:pt x="8190178" y="1097456"/>
                  <a:pt x="8174284" y="1100737"/>
                </a:cubicBezTo>
                <a:cubicBezTo>
                  <a:pt x="8158362" y="1104069"/>
                  <a:pt x="8132548" y="1100893"/>
                  <a:pt x="8116655" y="1093760"/>
                </a:cubicBezTo>
                <a:cubicBezTo>
                  <a:pt x="8100928" y="1086653"/>
                  <a:pt x="8101233" y="1078347"/>
                  <a:pt x="8116960" y="1075145"/>
                </a:cubicBezTo>
                <a:cubicBezTo>
                  <a:pt x="8124908" y="1073531"/>
                  <a:pt x="8135237" y="1073486"/>
                  <a:pt x="8145559" y="1074719"/>
                </a:cubicBezTo>
                <a:close/>
                <a:moveTo>
                  <a:pt x="9785990" y="1068110"/>
                </a:moveTo>
                <a:cubicBezTo>
                  <a:pt x="9799483" y="1069594"/>
                  <a:pt x="9814079" y="1072607"/>
                  <a:pt x="9826638" y="1076785"/>
                </a:cubicBezTo>
                <a:cubicBezTo>
                  <a:pt x="9852064" y="1085273"/>
                  <a:pt x="9859675" y="1095426"/>
                  <a:pt x="9843310" y="1099409"/>
                </a:cubicBezTo>
                <a:cubicBezTo>
                  <a:pt x="9827000" y="1103393"/>
                  <a:pt x="9793071" y="1099592"/>
                  <a:pt x="9767786" y="1090975"/>
                </a:cubicBezTo>
                <a:cubicBezTo>
                  <a:pt x="9742807" y="1082513"/>
                  <a:pt x="9735719" y="1072463"/>
                  <a:pt x="9751948" y="1068611"/>
                </a:cubicBezTo>
                <a:cubicBezTo>
                  <a:pt x="9760102" y="1066671"/>
                  <a:pt x="9772496" y="1066626"/>
                  <a:pt x="9785990" y="1068110"/>
                </a:cubicBezTo>
                <a:close/>
                <a:moveTo>
                  <a:pt x="7580568" y="1067491"/>
                </a:moveTo>
                <a:cubicBezTo>
                  <a:pt x="7582958" y="1067022"/>
                  <a:pt x="7586515" y="1067439"/>
                  <a:pt x="7588460" y="1068454"/>
                </a:cubicBezTo>
                <a:cubicBezTo>
                  <a:pt x="7590460" y="1069443"/>
                  <a:pt x="7590183" y="1070615"/>
                  <a:pt x="7587793" y="1071084"/>
                </a:cubicBezTo>
                <a:cubicBezTo>
                  <a:pt x="7585403" y="1071553"/>
                  <a:pt x="7581902" y="1071110"/>
                  <a:pt x="7579846" y="1070120"/>
                </a:cubicBezTo>
                <a:cubicBezTo>
                  <a:pt x="7577901" y="1069131"/>
                  <a:pt x="7578179" y="1067960"/>
                  <a:pt x="7580568" y="1067491"/>
                </a:cubicBezTo>
                <a:close/>
                <a:moveTo>
                  <a:pt x="2493597" y="1066639"/>
                </a:moveTo>
                <a:cubicBezTo>
                  <a:pt x="2502412" y="1068142"/>
                  <a:pt x="2507331" y="1071202"/>
                  <a:pt x="2506274" y="1075458"/>
                </a:cubicBezTo>
                <a:cubicBezTo>
                  <a:pt x="2504246" y="1084023"/>
                  <a:pt x="2478794" y="1094307"/>
                  <a:pt x="2449311" y="1098290"/>
                </a:cubicBezTo>
                <a:cubicBezTo>
                  <a:pt x="2419719" y="1102325"/>
                  <a:pt x="2397768" y="1098524"/>
                  <a:pt x="2400352" y="1089829"/>
                </a:cubicBezTo>
                <a:cubicBezTo>
                  <a:pt x="2402797" y="1081212"/>
                  <a:pt x="2428500" y="1071058"/>
                  <a:pt x="2457537" y="1067153"/>
                </a:cubicBezTo>
                <a:cubicBezTo>
                  <a:pt x="2472070" y="1065188"/>
                  <a:pt x="2484782" y="1065135"/>
                  <a:pt x="2493597" y="1066639"/>
                </a:cubicBezTo>
                <a:close/>
                <a:moveTo>
                  <a:pt x="9948259" y="1066398"/>
                </a:moveTo>
                <a:cubicBezTo>
                  <a:pt x="9952178" y="1065461"/>
                  <a:pt x="9960653" y="1066345"/>
                  <a:pt x="9967016" y="1068454"/>
                </a:cubicBezTo>
                <a:cubicBezTo>
                  <a:pt x="9973435" y="1070563"/>
                  <a:pt x="9975518" y="1073010"/>
                  <a:pt x="9971463" y="1074025"/>
                </a:cubicBezTo>
                <a:cubicBezTo>
                  <a:pt x="9967543" y="1074988"/>
                  <a:pt x="9959152" y="1074078"/>
                  <a:pt x="9952705" y="1071943"/>
                </a:cubicBezTo>
                <a:cubicBezTo>
                  <a:pt x="9946315" y="1069834"/>
                  <a:pt x="9944259" y="1067387"/>
                  <a:pt x="9948259" y="1066398"/>
                </a:cubicBezTo>
                <a:close/>
                <a:moveTo>
                  <a:pt x="9054526" y="1064533"/>
                </a:moveTo>
                <a:cubicBezTo>
                  <a:pt x="9066662" y="1065917"/>
                  <a:pt x="9079373" y="1068728"/>
                  <a:pt x="9089793" y="1072646"/>
                </a:cubicBezTo>
                <a:cubicBezTo>
                  <a:pt x="9110940" y="1080560"/>
                  <a:pt x="9114969" y="1089959"/>
                  <a:pt x="9098519" y="1093655"/>
                </a:cubicBezTo>
                <a:cubicBezTo>
                  <a:pt x="9082235" y="1097326"/>
                  <a:pt x="9051698" y="1093864"/>
                  <a:pt x="9030747" y="1085845"/>
                </a:cubicBezTo>
                <a:cubicBezTo>
                  <a:pt x="9009907" y="1077931"/>
                  <a:pt x="9006379" y="1068610"/>
                  <a:pt x="9022717" y="1064992"/>
                </a:cubicBezTo>
                <a:cubicBezTo>
                  <a:pt x="9030832" y="1063196"/>
                  <a:pt x="9042392" y="1063151"/>
                  <a:pt x="9054526" y="1064533"/>
                </a:cubicBezTo>
                <a:close/>
                <a:moveTo>
                  <a:pt x="1567089" y="1062440"/>
                </a:moveTo>
                <a:cubicBezTo>
                  <a:pt x="1567783" y="1062336"/>
                  <a:pt x="1568312" y="1062414"/>
                  <a:pt x="1568201" y="1062649"/>
                </a:cubicBezTo>
                <a:cubicBezTo>
                  <a:pt x="1568006" y="1062857"/>
                  <a:pt x="1567284" y="1063143"/>
                  <a:pt x="1566450" y="1063196"/>
                </a:cubicBezTo>
                <a:cubicBezTo>
                  <a:pt x="1565700" y="1063300"/>
                  <a:pt x="1565200" y="1063196"/>
                  <a:pt x="1565338" y="1063013"/>
                </a:cubicBezTo>
                <a:cubicBezTo>
                  <a:pt x="1565450" y="1062779"/>
                  <a:pt x="1566116" y="1062545"/>
                  <a:pt x="1567089" y="1062440"/>
                </a:cubicBezTo>
                <a:close/>
                <a:moveTo>
                  <a:pt x="3040512" y="1060030"/>
                </a:moveTo>
                <a:cubicBezTo>
                  <a:pt x="3046695" y="1061035"/>
                  <a:pt x="3050515" y="1063079"/>
                  <a:pt x="3050529" y="1065929"/>
                </a:cubicBezTo>
                <a:cubicBezTo>
                  <a:pt x="3050501" y="1071709"/>
                  <a:pt x="3035135" y="1078530"/>
                  <a:pt x="3015990" y="1081186"/>
                </a:cubicBezTo>
                <a:cubicBezTo>
                  <a:pt x="2996901" y="1083867"/>
                  <a:pt x="2981451" y="1081342"/>
                  <a:pt x="2981646" y="1075562"/>
                </a:cubicBezTo>
                <a:cubicBezTo>
                  <a:pt x="2981896" y="1069783"/>
                  <a:pt x="2997401" y="1063014"/>
                  <a:pt x="3016324" y="1060358"/>
                </a:cubicBezTo>
                <a:cubicBezTo>
                  <a:pt x="3025786" y="1059057"/>
                  <a:pt x="3034330" y="1059024"/>
                  <a:pt x="3040512" y="1060030"/>
                </a:cubicBezTo>
                <a:close/>
                <a:moveTo>
                  <a:pt x="8322479" y="1059597"/>
                </a:moveTo>
                <a:cubicBezTo>
                  <a:pt x="8334313" y="1060996"/>
                  <a:pt x="8346268" y="1063834"/>
                  <a:pt x="8355562" y="1067777"/>
                </a:cubicBezTo>
                <a:cubicBezTo>
                  <a:pt x="8374262" y="1075744"/>
                  <a:pt x="8375208" y="1085273"/>
                  <a:pt x="8357508" y="1088995"/>
                </a:cubicBezTo>
                <a:cubicBezTo>
                  <a:pt x="8339724" y="1092718"/>
                  <a:pt x="8310020" y="1089178"/>
                  <a:pt x="8291320" y="1081107"/>
                </a:cubicBezTo>
                <a:cubicBezTo>
                  <a:pt x="8273008" y="1073115"/>
                  <a:pt x="8272342" y="1063690"/>
                  <a:pt x="8290124" y="1060045"/>
                </a:cubicBezTo>
                <a:cubicBezTo>
                  <a:pt x="8298933" y="1058236"/>
                  <a:pt x="8310646" y="1058198"/>
                  <a:pt x="8322479" y="1059597"/>
                </a:cubicBezTo>
                <a:close/>
                <a:moveTo>
                  <a:pt x="3575222" y="1056401"/>
                </a:moveTo>
                <a:cubicBezTo>
                  <a:pt x="3579417" y="1055802"/>
                  <a:pt x="3583057" y="1056375"/>
                  <a:pt x="3583391" y="1057703"/>
                </a:cubicBezTo>
                <a:cubicBezTo>
                  <a:pt x="3583780" y="1059004"/>
                  <a:pt x="3580501" y="1060540"/>
                  <a:pt x="3576334" y="1061165"/>
                </a:cubicBezTo>
                <a:cubicBezTo>
                  <a:pt x="3572082" y="1061764"/>
                  <a:pt x="3568470" y="1061191"/>
                  <a:pt x="3568081" y="1059915"/>
                </a:cubicBezTo>
                <a:cubicBezTo>
                  <a:pt x="3567803" y="1058588"/>
                  <a:pt x="3570970" y="1056999"/>
                  <a:pt x="3575222" y="1056401"/>
                </a:cubicBezTo>
                <a:close/>
                <a:moveTo>
                  <a:pt x="10117202" y="1055829"/>
                </a:moveTo>
                <a:cubicBezTo>
                  <a:pt x="10118035" y="1055672"/>
                  <a:pt x="10119758" y="1055829"/>
                  <a:pt x="10121091" y="1056270"/>
                </a:cubicBezTo>
                <a:cubicBezTo>
                  <a:pt x="10122510" y="1056713"/>
                  <a:pt x="10123008" y="1057208"/>
                  <a:pt x="10122147" y="1057442"/>
                </a:cubicBezTo>
                <a:cubicBezTo>
                  <a:pt x="10121342" y="1057625"/>
                  <a:pt x="10119536" y="1057442"/>
                  <a:pt x="10118202" y="1057000"/>
                </a:cubicBezTo>
                <a:cubicBezTo>
                  <a:pt x="10116814" y="1056557"/>
                  <a:pt x="10116312" y="1056036"/>
                  <a:pt x="10117202" y="1055829"/>
                </a:cubicBezTo>
                <a:close/>
                <a:moveTo>
                  <a:pt x="7759570" y="1053043"/>
                </a:moveTo>
                <a:cubicBezTo>
                  <a:pt x="7763627" y="1052235"/>
                  <a:pt x="7769795" y="1052964"/>
                  <a:pt x="7773491" y="1054734"/>
                </a:cubicBezTo>
                <a:cubicBezTo>
                  <a:pt x="7777242" y="1056479"/>
                  <a:pt x="7776853" y="1058562"/>
                  <a:pt x="7772824" y="1059369"/>
                </a:cubicBezTo>
                <a:cubicBezTo>
                  <a:pt x="7768656" y="1060175"/>
                  <a:pt x="7762376" y="1059395"/>
                  <a:pt x="7758709" y="1057651"/>
                </a:cubicBezTo>
                <a:cubicBezTo>
                  <a:pt x="7755012" y="1055906"/>
                  <a:pt x="7755346" y="1053850"/>
                  <a:pt x="7759570" y="1053043"/>
                </a:cubicBezTo>
                <a:close/>
                <a:moveTo>
                  <a:pt x="9221308" y="1050901"/>
                </a:moveTo>
                <a:cubicBezTo>
                  <a:pt x="9233653" y="1052288"/>
                  <a:pt x="9246677" y="1055112"/>
                  <a:pt x="9257487" y="1059057"/>
                </a:cubicBezTo>
                <a:cubicBezTo>
                  <a:pt x="9279326" y="1066945"/>
                  <a:pt x="9284077" y="1076369"/>
                  <a:pt x="9267766" y="1080066"/>
                </a:cubicBezTo>
                <a:cubicBezTo>
                  <a:pt x="9251624" y="1083763"/>
                  <a:pt x="9220725" y="1080300"/>
                  <a:pt x="9198939" y="1072282"/>
                </a:cubicBezTo>
                <a:cubicBezTo>
                  <a:pt x="9177237" y="1064342"/>
                  <a:pt x="9173070" y="1054995"/>
                  <a:pt x="9189213" y="1051377"/>
                </a:cubicBezTo>
                <a:cubicBezTo>
                  <a:pt x="9197300" y="1049567"/>
                  <a:pt x="9208964" y="1049515"/>
                  <a:pt x="9221308" y="1050901"/>
                </a:cubicBezTo>
                <a:close/>
                <a:moveTo>
                  <a:pt x="2331011" y="1050156"/>
                </a:moveTo>
                <a:cubicBezTo>
                  <a:pt x="2340236" y="1051734"/>
                  <a:pt x="2345238" y="1054942"/>
                  <a:pt x="2343834" y="1059420"/>
                </a:cubicBezTo>
                <a:cubicBezTo>
                  <a:pt x="2340973" y="1068428"/>
                  <a:pt x="2313214" y="1079180"/>
                  <a:pt x="2281843" y="1083424"/>
                </a:cubicBezTo>
                <a:cubicBezTo>
                  <a:pt x="2250305" y="1087642"/>
                  <a:pt x="2227325" y="1083658"/>
                  <a:pt x="2230549" y="1074494"/>
                </a:cubicBezTo>
                <a:cubicBezTo>
                  <a:pt x="2233883" y="1065434"/>
                  <a:pt x="2261837" y="1054786"/>
                  <a:pt x="2292846" y="1050673"/>
                </a:cubicBezTo>
                <a:cubicBezTo>
                  <a:pt x="2308337" y="1048630"/>
                  <a:pt x="2321786" y="1048577"/>
                  <a:pt x="2331011" y="1050156"/>
                </a:cubicBezTo>
                <a:close/>
                <a:moveTo>
                  <a:pt x="8495455" y="1046759"/>
                </a:moveTo>
                <a:cubicBezTo>
                  <a:pt x="8507012" y="1048096"/>
                  <a:pt x="8518808" y="1050817"/>
                  <a:pt x="8528089" y="1054605"/>
                </a:cubicBezTo>
                <a:cubicBezTo>
                  <a:pt x="8546818" y="1062284"/>
                  <a:pt x="8548374" y="1071423"/>
                  <a:pt x="8531507" y="1074963"/>
                </a:cubicBezTo>
                <a:cubicBezTo>
                  <a:pt x="8514613" y="1078582"/>
                  <a:pt x="8485686" y="1075171"/>
                  <a:pt x="8467071" y="1067413"/>
                </a:cubicBezTo>
                <a:cubicBezTo>
                  <a:pt x="8448648" y="1059759"/>
                  <a:pt x="8447398" y="1050699"/>
                  <a:pt x="8464237" y="1047211"/>
                </a:cubicBezTo>
                <a:cubicBezTo>
                  <a:pt x="8472573" y="1045467"/>
                  <a:pt x="8483895" y="1045421"/>
                  <a:pt x="8495455" y="1046759"/>
                </a:cubicBezTo>
                <a:close/>
                <a:moveTo>
                  <a:pt x="2148161" y="1042859"/>
                </a:moveTo>
                <a:cubicBezTo>
                  <a:pt x="2152787" y="1043663"/>
                  <a:pt x="2155190" y="1045297"/>
                  <a:pt x="2154301" y="1047575"/>
                </a:cubicBezTo>
                <a:cubicBezTo>
                  <a:pt x="2152523" y="1052104"/>
                  <a:pt x="2137935" y="1057545"/>
                  <a:pt x="2121903" y="1059680"/>
                </a:cubicBezTo>
                <a:cubicBezTo>
                  <a:pt x="2105787" y="1061790"/>
                  <a:pt x="2094171" y="1059784"/>
                  <a:pt x="2096256" y="1055177"/>
                </a:cubicBezTo>
                <a:cubicBezTo>
                  <a:pt x="2098145" y="1050621"/>
                  <a:pt x="2112705" y="1045206"/>
                  <a:pt x="2128682" y="1043123"/>
                </a:cubicBezTo>
                <a:cubicBezTo>
                  <a:pt x="2136686" y="1042081"/>
                  <a:pt x="2143534" y="1042055"/>
                  <a:pt x="2148161" y="1042859"/>
                </a:cubicBezTo>
                <a:close/>
                <a:moveTo>
                  <a:pt x="10275585" y="1042811"/>
                </a:moveTo>
                <a:cubicBezTo>
                  <a:pt x="10275946" y="1042707"/>
                  <a:pt x="10276864" y="1042811"/>
                  <a:pt x="10277587" y="1043019"/>
                </a:cubicBezTo>
                <a:cubicBezTo>
                  <a:pt x="10278198" y="1043254"/>
                  <a:pt x="10278420" y="1043514"/>
                  <a:pt x="10278030" y="1043618"/>
                </a:cubicBezTo>
                <a:cubicBezTo>
                  <a:pt x="10277669" y="1043696"/>
                  <a:pt x="10276726" y="1043592"/>
                  <a:pt x="10276142" y="1043384"/>
                </a:cubicBezTo>
                <a:cubicBezTo>
                  <a:pt x="10275419" y="1043201"/>
                  <a:pt x="10275197" y="1042915"/>
                  <a:pt x="10275585" y="1042811"/>
                </a:cubicBezTo>
                <a:close/>
                <a:moveTo>
                  <a:pt x="2874887" y="1042759"/>
                </a:moveTo>
                <a:cubicBezTo>
                  <a:pt x="2882108" y="1043944"/>
                  <a:pt x="2886436" y="1046352"/>
                  <a:pt x="2886200" y="1049710"/>
                </a:cubicBezTo>
                <a:cubicBezTo>
                  <a:pt x="2885700" y="1056453"/>
                  <a:pt x="2866888" y="1064472"/>
                  <a:pt x="2843964" y="1067648"/>
                </a:cubicBezTo>
                <a:cubicBezTo>
                  <a:pt x="2821123" y="1070798"/>
                  <a:pt x="2803145" y="1067830"/>
                  <a:pt x="2803895" y="1060983"/>
                </a:cubicBezTo>
                <a:cubicBezTo>
                  <a:pt x="2804674" y="1054214"/>
                  <a:pt x="2823624" y="1046248"/>
                  <a:pt x="2846215" y="1043149"/>
                </a:cubicBezTo>
                <a:cubicBezTo>
                  <a:pt x="2857552" y="1041613"/>
                  <a:pt x="2867666" y="1041575"/>
                  <a:pt x="2874887" y="1042759"/>
                </a:cubicBezTo>
                <a:close/>
                <a:moveTo>
                  <a:pt x="3398083" y="1038099"/>
                </a:moveTo>
                <a:cubicBezTo>
                  <a:pt x="3408280" y="1036640"/>
                  <a:pt x="3416922" y="1038020"/>
                  <a:pt x="3417450" y="1041145"/>
                </a:cubicBezTo>
                <a:cubicBezTo>
                  <a:pt x="3418006" y="1044243"/>
                  <a:pt x="3410059" y="1047992"/>
                  <a:pt x="3399862" y="1049398"/>
                </a:cubicBezTo>
                <a:cubicBezTo>
                  <a:pt x="3389636" y="1050881"/>
                  <a:pt x="3380883" y="1049502"/>
                  <a:pt x="3380355" y="1046352"/>
                </a:cubicBezTo>
                <a:cubicBezTo>
                  <a:pt x="3379966" y="1043227"/>
                  <a:pt x="3387857" y="1039505"/>
                  <a:pt x="3398083" y="1038099"/>
                </a:cubicBezTo>
                <a:close/>
                <a:moveTo>
                  <a:pt x="7929318" y="1036667"/>
                </a:moveTo>
                <a:cubicBezTo>
                  <a:pt x="7937599" y="1035053"/>
                  <a:pt x="7950602" y="1036563"/>
                  <a:pt x="7958355" y="1040129"/>
                </a:cubicBezTo>
                <a:cubicBezTo>
                  <a:pt x="7966218" y="1043670"/>
                  <a:pt x="7965941" y="1047888"/>
                  <a:pt x="7957660" y="1049554"/>
                </a:cubicBezTo>
                <a:cubicBezTo>
                  <a:pt x="7949352" y="1051194"/>
                  <a:pt x="7936208" y="1049632"/>
                  <a:pt x="7928401" y="1046039"/>
                </a:cubicBezTo>
                <a:cubicBezTo>
                  <a:pt x="7920621" y="1042525"/>
                  <a:pt x="7921037" y="1038307"/>
                  <a:pt x="7929318" y="1036667"/>
                </a:cubicBezTo>
                <a:close/>
                <a:moveTo>
                  <a:pt x="9383433" y="1034444"/>
                </a:moveTo>
                <a:cubicBezTo>
                  <a:pt x="9398538" y="1036107"/>
                  <a:pt x="9414604" y="1039491"/>
                  <a:pt x="9428123" y="1044217"/>
                </a:cubicBezTo>
                <a:cubicBezTo>
                  <a:pt x="9455355" y="1053745"/>
                  <a:pt x="9461995" y="1065174"/>
                  <a:pt x="9442628" y="1069626"/>
                </a:cubicBezTo>
                <a:cubicBezTo>
                  <a:pt x="9423066" y="1074130"/>
                  <a:pt x="9385195" y="1069886"/>
                  <a:pt x="9358018" y="1060175"/>
                </a:cubicBezTo>
                <a:cubicBezTo>
                  <a:pt x="9331204" y="1050621"/>
                  <a:pt x="9325175" y="1039349"/>
                  <a:pt x="9344515" y="1035000"/>
                </a:cubicBezTo>
                <a:cubicBezTo>
                  <a:pt x="9354184" y="1032839"/>
                  <a:pt x="9368326" y="1032781"/>
                  <a:pt x="9383433" y="1034444"/>
                </a:cubicBezTo>
                <a:close/>
                <a:moveTo>
                  <a:pt x="1967938" y="1033621"/>
                </a:moveTo>
                <a:cubicBezTo>
                  <a:pt x="1972578" y="1033048"/>
                  <a:pt x="1975830" y="1033569"/>
                  <a:pt x="1975246" y="1034897"/>
                </a:cubicBezTo>
                <a:cubicBezTo>
                  <a:pt x="1974634" y="1036147"/>
                  <a:pt x="1970355" y="1037683"/>
                  <a:pt x="1965715" y="1038281"/>
                </a:cubicBezTo>
                <a:cubicBezTo>
                  <a:pt x="1961102" y="1038880"/>
                  <a:pt x="1957823" y="1038333"/>
                  <a:pt x="1958462" y="1037005"/>
                </a:cubicBezTo>
                <a:cubicBezTo>
                  <a:pt x="1959157" y="1035756"/>
                  <a:pt x="1963353" y="1034194"/>
                  <a:pt x="1967938" y="1033621"/>
                </a:cubicBezTo>
                <a:close/>
                <a:moveTo>
                  <a:pt x="8664955" y="1033198"/>
                </a:moveTo>
                <a:cubicBezTo>
                  <a:pt x="8676858" y="1034559"/>
                  <a:pt x="8689099" y="1037332"/>
                  <a:pt x="8698866" y="1041197"/>
                </a:cubicBezTo>
                <a:cubicBezTo>
                  <a:pt x="8718539" y="1049007"/>
                  <a:pt x="8720901" y="1058249"/>
                  <a:pt x="8703811" y="1061894"/>
                </a:cubicBezTo>
                <a:cubicBezTo>
                  <a:pt x="8686862" y="1065539"/>
                  <a:pt x="8657075" y="1062103"/>
                  <a:pt x="8637374" y="1054214"/>
                </a:cubicBezTo>
                <a:cubicBezTo>
                  <a:pt x="8617924" y="1046404"/>
                  <a:pt x="8616201" y="1037240"/>
                  <a:pt x="8633066" y="1033673"/>
                </a:cubicBezTo>
                <a:cubicBezTo>
                  <a:pt x="8641486" y="1031890"/>
                  <a:pt x="8653052" y="1031838"/>
                  <a:pt x="8664955" y="1033198"/>
                </a:cubicBezTo>
                <a:close/>
                <a:moveTo>
                  <a:pt x="2709234" y="1027578"/>
                </a:moveTo>
                <a:cubicBezTo>
                  <a:pt x="2716347" y="1028739"/>
                  <a:pt x="2720494" y="1031108"/>
                  <a:pt x="2719952" y="1034427"/>
                </a:cubicBezTo>
                <a:cubicBezTo>
                  <a:pt x="2719036" y="1041092"/>
                  <a:pt x="2699612" y="1049033"/>
                  <a:pt x="2676744" y="1052104"/>
                </a:cubicBezTo>
                <a:cubicBezTo>
                  <a:pt x="2653765" y="1055255"/>
                  <a:pt x="2635982" y="1052287"/>
                  <a:pt x="2637343" y="1045570"/>
                </a:cubicBezTo>
                <a:cubicBezTo>
                  <a:pt x="2638593" y="1038906"/>
                  <a:pt x="2658016" y="1031043"/>
                  <a:pt x="2680718" y="1027971"/>
                </a:cubicBezTo>
                <a:cubicBezTo>
                  <a:pt x="2692041" y="1026461"/>
                  <a:pt x="2702120" y="1026416"/>
                  <a:pt x="2709234" y="1027578"/>
                </a:cubicBezTo>
                <a:close/>
                <a:moveTo>
                  <a:pt x="7396288" y="1025004"/>
                </a:moveTo>
                <a:cubicBezTo>
                  <a:pt x="7396899" y="1024899"/>
                  <a:pt x="7397595" y="1024978"/>
                  <a:pt x="7397984" y="1025212"/>
                </a:cubicBezTo>
                <a:cubicBezTo>
                  <a:pt x="7398511" y="1025394"/>
                  <a:pt x="7398345" y="1025655"/>
                  <a:pt x="7397817" y="1025759"/>
                </a:cubicBezTo>
                <a:cubicBezTo>
                  <a:pt x="7397233" y="1025837"/>
                  <a:pt x="7396511" y="1025759"/>
                  <a:pt x="7396122" y="1025551"/>
                </a:cubicBezTo>
                <a:cubicBezTo>
                  <a:pt x="7395705" y="1025342"/>
                  <a:pt x="7395733" y="1025082"/>
                  <a:pt x="7396288" y="1025004"/>
                </a:cubicBezTo>
                <a:close/>
                <a:moveTo>
                  <a:pt x="9543161" y="1019524"/>
                </a:moveTo>
                <a:cubicBezTo>
                  <a:pt x="9559832" y="1021339"/>
                  <a:pt x="9577712" y="1025030"/>
                  <a:pt x="9592898" y="1030184"/>
                </a:cubicBezTo>
                <a:cubicBezTo>
                  <a:pt x="9623462" y="1040546"/>
                  <a:pt x="9631632" y="1053017"/>
                  <a:pt x="9610792" y="1057885"/>
                </a:cubicBezTo>
                <a:cubicBezTo>
                  <a:pt x="9590009" y="1062806"/>
                  <a:pt x="9547940" y="1058119"/>
                  <a:pt x="9517429" y="1047601"/>
                </a:cubicBezTo>
                <a:cubicBezTo>
                  <a:pt x="9487171" y="1037110"/>
                  <a:pt x="9479807" y="1024873"/>
                  <a:pt x="9500674" y="1020110"/>
                </a:cubicBezTo>
                <a:cubicBezTo>
                  <a:pt x="9511025" y="1017767"/>
                  <a:pt x="9526488" y="1017708"/>
                  <a:pt x="9543161" y="1019524"/>
                </a:cubicBezTo>
                <a:close/>
                <a:moveTo>
                  <a:pt x="3248289" y="1019370"/>
                </a:moveTo>
                <a:cubicBezTo>
                  <a:pt x="3253864" y="1020245"/>
                  <a:pt x="3257441" y="1022022"/>
                  <a:pt x="3257677" y="1024508"/>
                </a:cubicBezTo>
                <a:cubicBezTo>
                  <a:pt x="3258150" y="1029533"/>
                  <a:pt x="3245007" y="1035443"/>
                  <a:pt x="3228362" y="1037760"/>
                </a:cubicBezTo>
                <a:cubicBezTo>
                  <a:pt x="3211635" y="1040102"/>
                  <a:pt x="3197742" y="1037890"/>
                  <a:pt x="3197380" y="1032865"/>
                </a:cubicBezTo>
                <a:cubicBezTo>
                  <a:pt x="3197158" y="1027841"/>
                  <a:pt x="3210301" y="1021931"/>
                  <a:pt x="3226918" y="1019640"/>
                </a:cubicBezTo>
                <a:cubicBezTo>
                  <a:pt x="3235143" y="1018521"/>
                  <a:pt x="3242714" y="1018495"/>
                  <a:pt x="3248289" y="1019370"/>
                </a:cubicBezTo>
                <a:close/>
                <a:moveTo>
                  <a:pt x="8830873" y="1019146"/>
                </a:moveTo>
                <a:cubicBezTo>
                  <a:pt x="8843633" y="1020585"/>
                  <a:pt x="8856832" y="1023507"/>
                  <a:pt x="8867503" y="1027580"/>
                </a:cubicBezTo>
                <a:cubicBezTo>
                  <a:pt x="8889038" y="1035833"/>
                  <a:pt x="8892427" y="1045649"/>
                  <a:pt x="8874588" y="1049449"/>
                </a:cubicBezTo>
                <a:cubicBezTo>
                  <a:pt x="8856777" y="1053329"/>
                  <a:pt x="8824739" y="1049658"/>
                  <a:pt x="8803316" y="1041352"/>
                </a:cubicBezTo>
                <a:cubicBezTo>
                  <a:pt x="8781864" y="1033074"/>
                  <a:pt x="8779169" y="1023337"/>
                  <a:pt x="8796869" y="1019614"/>
                </a:cubicBezTo>
                <a:cubicBezTo>
                  <a:pt x="8805789" y="1017753"/>
                  <a:pt x="8818112" y="1017708"/>
                  <a:pt x="8830873" y="1019146"/>
                </a:cubicBezTo>
                <a:close/>
                <a:moveTo>
                  <a:pt x="8116929" y="1019113"/>
                </a:moveTo>
                <a:cubicBezTo>
                  <a:pt x="8125712" y="1020135"/>
                  <a:pt x="8134493" y="1022218"/>
                  <a:pt x="8141190" y="1025134"/>
                </a:cubicBezTo>
                <a:cubicBezTo>
                  <a:pt x="8154554" y="1030965"/>
                  <a:pt x="8154666" y="1037943"/>
                  <a:pt x="8141050" y="1040702"/>
                </a:cubicBezTo>
                <a:cubicBezTo>
                  <a:pt x="8127491" y="1043435"/>
                  <a:pt x="8105596" y="1040832"/>
                  <a:pt x="8092258" y="1034922"/>
                </a:cubicBezTo>
                <a:cubicBezTo>
                  <a:pt x="8078920" y="1029039"/>
                  <a:pt x="8079198" y="1022166"/>
                  <a:pt x="8092647" y="1019458"/>
                </a:cubicBezTo>
                <a:cubicBezTo>
                  <a:pt x="8099357" y="1018131"/>
                  <a:pt x="8108145" y="1018092"/>
                  <a:pt x="8116929" y="1019113"/>
                </a:cubicBezTo>
                <a:close/>
                <a:moveTo>
                  <a:pt x="9707784" y="1015947"/>
                </a:moveTo>
                <a:cubicBezTo>
                  <a:pt x="9716255" y="1016855"/>
                  <a:pt x="9725397" y="1018704"/>
                  <a:pt x="9733220" y="1021281"/>
                </a:cubicBezTo>
                <a:cubicBezTo>
                  <a:pt x="9748891" y="1026514"/>
                  <a:pt x="9753420" y="1032684"/>
                  <a:pt x="9743057" y="1035053"/>
                </a:cubicBezTo>
                <a:cubicBezTo>
                  <a:pt x="9732747" y="1037526"/>
                  <a:pt x="9711629" y="1035235"/>
                  <a:pt x="9695958" y="1030002"/>
                </a:cubicBezTo>
                <a:cubicBezTo>
                  <a:pt x="9680230" y="1024795"/>
                  <a:pt x="9676034" y="1018651"/>
                  <a:pt x="9686371" y="1016256"/>
                </a:cubicBezTo>
                <a:cubicBezTo>
                  <a:pt x="9691511" y="1015071"/>
                  <a:pt x="9699311" y="1015039"/>
                  <a:pt x="9707784" y="1015947"/>
                </a:cubicBezTo>
                <a:close/>
                <a:moveTo>
                  <a:pt x="7571538" y="1011648"/>
                </a:moveTo>
                <a:cubicBezTo>
                  <a:pt x="7572816" y="1011414"/>
                  <a:pt x="7574705" y="1011622"/>
                  <a:pt x="7575817" y="1012143"/>
                </a:cubicBezTo>
                <a:cubicBezTo>
                  <a:pt x="7576817" y="1012663"/>
                  <a:pt x="7576761" y="1013288"/>
                  <a:pt x="7575456" y="1013574"/>
                </a:cubicBezTo>
                <a:cubicBezTo>
                  <a:pt x="7574205" y="1013783"/>
                  <a:pt x="7572205" y="1013574"/>
                  <a:pt x="7571093" y="1013028"/>
                </a:cubicBezTo>
                <a:cubicBezTo>
                  <a:pt x="7570037" y="1012507"/>
                  <a:pt x="7570315" y="1011883"/>
                  <a:pt x="7571538" y="1011648"/>
                </a:cubicBezTo>
                <a:close/>
                <a:moveTo>
                  <a:pt x="9866040" y="1010867"/>
                </a:moveTo>
                <a:cubicBezTo>
                  <a:pt x="9867929" y="1010398"/>
                  <a:pt x="9871651" y="1010841"/>
                  <a:pt x="9874625" y="1011778"/>
                </a:cubicBezTo>
                <a:cubicBezTo>
                  <a:pt x="9877598" y="1012690"/>
                  <a:pt x="9878433" y="1013835"/>
                  <a:pt x="9876599" y="1014303"/>
                </a:cubicBezTo>
                <a:cubicBezTo>
                  <a:pt x="9874791" y="1014746"/>
                  <a:pt x="9870875" y="1014303"/>
                  <a:pt x="9867929" y="1013366"/>
                </a:cubicBezTo>
                <a:cubicBezTo>
                  <a:pt x="9864983" y="1012429"/>
                  <a:pt x="9864177" y="1011310"/>
                  <a:pt x="9866040" y="1010867"/>
                </a:cubicBezTo>
                <a:close/>
                <a:moveTo>
                  <a:pt x="2554132" y="1009970"/>
                </a:moveTo>
                <a:cubicBezTo>
                  <a:pt x="2562548" y="1011362"/>
                  <a:pt x="2567321" y="1014200"/>
                  <a:pt x="2566459" y="1018157"/>
                </a:cubicBezTo>
                <a:cubicBezTo>
                  <a:pt x="2564709" y="1026097"/>
                  <a:pt x="2540785" y="1035547"/>
                  <a:pt x="2512970" y="1039296"/>
                </a:cubicBezTo>
                <a:cubicBezTo>
                  <a:pt x="2485017" y="1043019"/>
                  <a:pt x="2464011" y="1039479"/>
                  <a:pt x="2466205" y="1031434"/>
                </a:cubicBezTo>
                <a:cubicBezTo>
                  <a:pt x="2468261" y="1023468"/>
                  <a:pt x="2492408" y="1014096"/>
                  <a:pt x="2519945" y="1010451"/>
                </a:cubicBezTo>
                <a:cubicBezTo>
                  <a:pt x="2533658" y="1008629"/>
                  <a:pt x="2545716" y="1008576"/>
                  <a:pt x="2554132" y="1009970"/>
                </a:cubicBezTo>
                <a:close/>
                <a:moveTo>
                  <a:pt x="8993874" y="1006028"/>
                </a:moveTo>
                <a:cubicBezTo>
                  <a:pt x="9006850" y="1007476"/>
                  <a:pt x="9020425" y="1010412"/>
                  <a:pt x="9031553" y="1014486"/>
                </a:cubicBezTo>
                <a:cubicBezTo>
                  <a:pt x="9053784" y="1022686"/>
                  <a:pt x="9057839" y="1032553"/>
                  <a:pt x="9040224" y="1036407"/>
                </a:cubicBezTo>
                <a:cubicBezTo>
                  <a:pt x="9022550" y="1040233"/>
                  <a:pt x="8989985" y="1036563"/>
                  <a:pt x="8967810" y="1028257"/>
                </a:cubicBezTo>
                <a:cubicBezTo>
                  <a:pt x="8945748" y="1019979"/>
                  <a:pt x="8942249" y="1010268"/>
                  <a:pt x="8959780" y="1006493"/>
                </a:cubicBezTo>
                <a:cubicBezTo>
                  <a:pt x="8968518" y="1004619"/>
                  <a:pt x="8980898" y="1004580"/>
                  <a:pt x="8993874" y="1006028"/>
                </a:cubicBezTo>
                <a:close/>
                <a:moveTo>
                  <a:pt x="1660118" y="1005217"/>
                </a:moveTo>
                <a:cubicBezTo>
                  <a:pt x="1660951" y="1005113"/>
                  <a:pt x="1661424" y="1005217"/>
                  <a:pt x="1661396" y="1005426"/>
                </a:cubicBezTo>
                <a:cubicBezTo>
                  <a:pt x="1661257" y="1005660"/>
                  <a:pt x="1660423" y="1005868"/>
                  <a:pt x="1659701" y="1005972"/>
                </a:cubicBezTo>
                <a:cubicBezTo>
                  <a:pt x="1658923" y="1006076"/>
                  <a:pt x="1658367" y="1005972"/>
                  <a:pt x="1658450" y="1005764"/>
                </a:cubicBezTo>
                <a:cubicBezTo>
                  <a:pt x="1658618" y="1005582"/>
                  <a:pt x="1659395" y="1005322"/>
                  <a:pt x="1660118" y="1005217"/>
                </a:cubicBezTo>
                <a:close/>
                <a:moveTo>
                  <a:pt x="3083706" y="1003906"/>
                </a:moveTo>
                <a:cubicBezTo>
                  <a:pt x="3089527" y="1004827"/>
                  <a:pt x="3093139" y="1006701"/>
                  <a:pt x="3093153" y="1009304"/>
                </a:cubicBezTo>
                <a:cubicBezTo>
                  <a:pt x="3093320" y="1014538"/>
                  <a:pt x="3078926" y="1020812"/>
                  <a:pt x="3061170" y="1023207"/>
                </a:cubicBezTo>
                <a:cubicBezTo>
                  <a:pt x="3043276" y="1025680"/>
                  <a:pt x="3028772" y="1023337"/>
                  <a:pt x="3028799" y="1018078"/>
                </a:cubicBezTo>
                <a:cubicBezTo>
                  <a:pt x="3028911" y="1012819"/>
                  <a:pt x="3043248" y="1006623"/>
                  <a:pt x="3061004" y="1004228"/>
                </a:cubicBezTo>
                <a:cubicBezTo>
                  <a:pt x="3069854" y="1003018"/>
                  <a:pt x="3077885" y="1002985"/>
                  <a:pt x="3083706" y="1003906"/>
                </a:cubicBezTo>
                <a:close/>
                <a:moveTo>
                  <a:pt x="8285544" y="1002120"/>
                </a:moveTo>
                <a:cubicBezTo>
                  <a:pt x="8297676" y="1003519"/>
                  <a:pt x="8309924" y="1006363"/>
                  <a:pt x="8319468" y="1010321"/>
                </a:cubicBezTo>
                <a:cubicBezTo>
                  <a:pt x="8338612" y="1018339"/>
                  <a:pt x="8339446" y="1027867"/>
                  <a:pt x="8320996" y="1031590"/>
                </a:cubicBezTo>
                <a:cubicBezTo>
                  <a:pt x="8302629" y="1035314"/>
                  <a:pt x="8272258" y="1031799"/>
                  <a:pt x="8253142" y="1023676"/>
                </a:cubicBezTo>
                <a:cubicBezTo>
                  <a:pt x="8234358" y="1015657"/>
                  <a:pt x="8233942" y="1006259"/>
                  <a:pt x="8252308" y="1002588"/>
                </a:cubicBezTo>
                <a:cubicBezTo>
                  <a:pt x="8261394" y="1000766"/>
                  <a:pt x="8273412" y="1000720"/>
                  <a:pt x="8285544" y="1002120"/>
                </a:cubicBezTo>
                <a:close/>
                <a:moveTo>
                  <a:pt x="10024395" y="999229"/>
                </a:moveTo>
                <a:cubicBezTo>
                  <a:pt x="10024699" y="999125"/>
                  <a:pt x="10025617" y="999229"/>
                  <a:pt x="10026312" y="999438"/>
                </a:cubicBezTo>
                <a:cubicBezTo>
                  <a:pt x="10026977" y="999620"/>
                  <a:pt x="10027202" y="999932"/>
                  <a:pt x="10026838" y="999984"/>
                </a:cubicBezTo>
                <a:cubicBezTo>
                  <a:pt x="10026395" y="1000088"/>
                  <a:pt x="10025534" y="999984"/>
                  <a:pt x="10024784" y="999776"/>
                </a:cubicBezTo>
                <a:cubicBezTo>
                  <a:pt x="10024172" y="999594"/>
                  <a:pt x="10023976" y="999334"/>
                  <a:pt x="10024395" y="999229"/>
                </a:cubicBezTo>
                <a:close/>
                <a:moveTo>
                  <a:pt x="3600230" y="999099"/>
                </a:moveTo>
                <a:cubicBezTo>
                  <a:pt x="3606731" y="998215"/>
                  <a:pt x="3612345" y="999048"/>
                  <a:pt x="3612900" y="1001000"/>
                </a:cubicBezTo>
                <a:cubicBezTo>
                  <a:pt x="3613401" y="1002978"/>
                  <a:pt x="3608538" y="1005322"/>
                  <a:pt x="3602008" y="1006233"/>
                </a:cubicBezTo>
                <a:cubicBezTo>
                  <a:pt x="3595562" y="1007144"/>
                  <a:pt x="3589921" y="1006285"/>
                  <a:pt x="3589365" y="1004306"/>
                </a:cubicBezTo>
                <a:cubicBezTo>
                  <a:pt x="3588921" y="1002327"/>
                  <a:pt x="3593839" y="999985"/>
                  <a:pt x="3600230" y="999099"/>
                </a:cubicBezTo>
                <a:close/>
                <a:moveTo>
                  <a:pt x="7737313" y="995924"/>
                </a:moveTo>
                <a:cubicBezTo>
                  <a:pt x="7742592" y="994908"/>
                  <a:pt x="7750567" y="995845"/>
                  <a:pt x="7755263" y="998006"/>
                </a:cubicBezTo>
                <a:cubicBezTo>
                  <a:pt x="7759903" y="1000192"/>
                  <a:pt x="7759542" y="1002771"/>
                  <a:pt x="7754152" y="1003786"/>
                </a:cubicBezTo>
                <a:cubicBezTo>
                  <a:pt x="7748955" y="1004800"/>
                  <a:pt x="7740814" y="1003838"/>
                  <a:pt x="7736174" y="1001651"/>
                </a:cubicBezTo>
                <a:cubicBezTo>
                  <a:pt x="7731533" y="999490"/>
                  <a:pt x="7732006" y="996886"/>
                  <a:pt x="7737313" y="995924"/>
                </a:cubicBezTo>
                <a:close/>
                <a:moveTo>
                  <a:pt x="9154687" y="994368"/>
                </a:moveTo>
                <a:cubicBezTo>
                  <a:pt x="9166678" y="995682"/>
                  <a:pt x="9179308" y="998357"/>
                  <a:pt x="9189797" y="1002093"/>
                </a:cubicBezTo>
                <a:cubicBezTo>
                  <a:pt x="9210776" y="1009591"/>
                  <a:pt x="9215166" y="1018546"/>
                  <a:pt x="9199245" y="1022062"/>
                </a:cubicBezTo>
                <a:cubicBezTo>
                  <a:pt x="9183268" y="1025576"/>
                  <a:pt x="9153204" y="1022243"/>
                  <a:pt x="9132280" y="1014667"/>
                </a:cubicBezTo>
                <a:cubicBezTo>
                  <a:pt x="9111466" y="1007118"/>
                  <a:pt x="9107522" y="998240"/>
                  <a:pt x="9123389" y="994803"/>
                </a:cubicBezTo>
                <a:cubicBezTo>
                  <a:pt x="9131335" y="993098"/>
                  <a:pt x="9142693" y="993053"/>
                  <a:pt x="9154687" y="994368"/>
                </a:cubicBezTo>
                <a:close/>
                <a:moveTo>
                  <a:pt x="2400390" y="993564"/>
                </a:moveTo>
                <a:cubicBezTo>
                  <a:pt x="2409528" y="995077"/>
                  <a:pt x="2414551" y="998162"/>
                  <a:pt x="2413300" y="1002457"/>
                </a:cubicBezTo>
                <a:cubicBezTo>
                  <a:pt x="2410772" y="1011127"/>
                  <a:pt x="2383735" y="1021462"/>
                  <a:pt x="2352865" y="1025551"/>
                </a:cubicBezTo>
                <a:cubicBezTo>
                  <a:pt x="2321883" y="1029612"/>
                  <a:pt x="2299097" y="1025784"/>
                  <a:pt x="2302071" y="1017011"/>
                </a:cubicBezTo>
                <a:cubicBezTo>
                  <a:pt x="2305016" y="1008289"/>
                  <a:pt x="2332247" y="998005"/>
                  <a:pt x="2362785" y="994101"/>
                </a:cubicBezTo>
                <a:cubicBezTo>
                  <a:pt x="2377998" y="992110"/>
                  <a:pt x="2391251" y="992051"/>
                  <a:pt x="2400390" y="993564"/>
                </a:cubicBezTo>
                <a:close/>
                <a:moveTo>
                  <a:pt x="2217350" y="989392"/>
                </a:moveTo>
                <a:cubicBezTo>
                  <a:pt x="2220393" y="989897"/>
                  <a:pt x="2222018" y="990925"/>
                  <a:pt x="2221490" y="992357"/>
                </a:cubicBezTo>
                <a:cubicBezTo>
                  <a:pt x="2220295" y="995220"/>
                  <a:pt x="2211070" y="998683"/>
                  <a:pt x="2200566" y="1000037"/>
                </a:cubicBezTo>
                <a:cubicBezTo>
                  <a:pt x="2190146" y="1001365"/>
                  <a:pt x="2182699" y="1000089"/>
                  <a:pt x="2183839" y="997199"/>
                </a:cubicBezTo>
                <a:cubicBezTo>
                  <a:pt x="2185034" y="994310"/>
                  <a:pt x="2194315" y="990899"/>
                  <a:pt x="2204707" y="989571"/>
                </a:cubicBezTo>
                <a:cubicBezTo>
                  <a:pt x="2209847" y="988908"/>
                  <a:pt x="2214307" y="988888"/>
                  <a:pt x="2217350" y="989392"/>
                </a:cubicBezTo>
                <a:close/>
                <a:moveTo>
                  <a:pt x="8450853" y="989376"/>
                </a:moveTo>
                <a:cubicBezTo>
                  <a:pt x="8463048" y="990762"/>
                  <a:pt x="8475447" y="993580"/>
                  <a:pt x="8485188" y="997511"/>
                </a:cubicBezTo>
                <a:cubicBezTo>
                  <a:pt x="8504860" y="1005426"/>
                  <a:pt x="8506332" y="1014850"/>
                  <a:pt x="8488354" y="1018521"/>
                </a:cubicBezTo>
                <a:cubicBezTo>
                  <a:pt x="8470350" y="1022218"/>
                  <a:pt x="8439728" y="1018729"/>
                  <a:pt x="8420221" y="1010737"/>
                </a:cubicBezTo>
                <a:cubicBezTo>
                  <a:pt x="8400883" y="1002796"/>
                  <a:pt x="8399826" y="993476"/>
                  <a:pt x="8417749" y="989831"/>
                </a:cubicBezTo>
                <a:cubicBezTo>
                  <a:pt x="8426668" y="988035"/>
                  <a:pt x="8438658" y="987990"/>
                  <a:pt x="8450853" y="989376"/>
                </a:cubicBezTo>
                <a:close/>
                <a:moveTo>
                  <a:pt x="2923294" y="988562"/>
                </a:moveTo>
                <a:cubicBezTo>
                  <a:pt x="2929337" y="989526"/>
                  <a:pt x="2933006" y="991485"/>
                  <a:pt x="2932853" y="994205"/>
                </a:cubicBezTo>
                <a:cubicBezTo>
                  <a:pt x="2932575" y="999672"/>
                  <a:pt x="2916987" y="1006206"/>
                  <a:pt x="2898036" y="1008784"/>
                </a:cubicBezTo>
                <a:cubicBezTo>
                  <a:pt x="2878974" y="1011336"/>
                  <a:pt x="2863970" y="1008915"/>
                  <a:pt x="2864415" y="1003395"/>
                </a:cubicBezTo>
                <a:cubicBezTo>
                  <a:pt x="2864970" y="997876"/>
                  <a:pt x="2880558" y="991419"/>
                  <a:pt x="2899481" y="988894"/>
                </a:cubicBezTo>
                <a:cubicBezTo>
                  <a:pt x="2908831" y="987632"/>
                  <a:pt x="2917250" y="987599"/>
                  <a:pt x="2923294" y="988562"/>
                </a:cubicBezTo>
                <a:close/>
                <a:moveTo>
                  <a:pt x="3449600" y="981091"/>
                </a:moveTo>
                <a:cubicBezTo>
                  <a:pt x="3453858" y="981736"/>
                  <a:pt x="3456671" y="983050"/>
                  <a:pt x="3457018" y="984885"/>
                </a:cubicBezTo>
                <a:cubicBezTo>
                  <a:pt x="3457686" y="988582"/>
                  <a:pt x="3448182" y="992955"/>
                  <a:pt x="3435873" y="994674"/>
                </a:cubicBezTo>
                <a:cubicBezTo>
                  <a:pt x="3423397" y="996392"/>
                  <a:pt x="3412810" y="994778"/>
                  <a:pt x="3412199" y="991055"/>
                </a:cubicBezTo>
                <a:cubicBezTo>
                  <a:pt x="3411726" y="987359"/>
                  <a:pt x="3421174" y="982985"/>
                  <a:pt x="3433512" y="981319"/>
                </a:cubicBezTo>
                <a:cubicBezTo>
                  <a:pt x="3439638" y="980472"/>
                  <a:pt x="3445342" y="980446"/>
                  <a:pt x="3449600" y="981091"/>
                </a:cubicBezTo>
                <a:close/>
                <a:moveTo>
                  <a:pt x="7897363" y="979548"/>
                </a:moveTo>
                <a:cubicBezTo>
                  <a:pt x="7907477" y="977621"/>
                  <a:pt x="7923093" y="979443"/>
                  <a:pt x="7932568" y="983635"/>
                </a:cubicBezTo>
                <a:cubicBezTo>
                  <a:pt x="7941988" y="987852"/>
                  <a:pt x="7941488" y="992850"/>
                  <a:pt x="7931458" y="994777"/>
                </a:cubicBezTo>
                <a:cubicBezTo>
                  <a:pt x="7921370" y="996729"/>
                  <a:pt x="7905449" y="994882"/>
                  <a:pt x="7896141" y="990664"/>
                </a:cubicBezTo>
                <a:cubicBezTo>
                  <a:pt x="7886693" y="986420"/>
                  <a:pt x="7887387" y="981474"/>
                  <a:pt x="7897363" y="979548"/>
                </a:cubicBezTo>
                <a:close/>
                <a:moveTo>
                  <a:pt x="9310963" y="978787"/>
                </a:moveTo>
                <a:cubicBezTo>
                  <a:pt x="9325458" y="980349"/>
                  <a:pt x="9340832" y="983532"/>
                  <a:pt x="9353655" y="987983"/>
                </a:cubicBezTo>
                <a:cubicBezTo>
                  <a:pt x="9379691" y="996965"/>
                  <a:pt x="9385722" y="1007665"/>
                  <a:pt x="9366882" y="1011857"/>
                </a:cubicBezTo>
                <a:cubicBezTo>
                  <a:pt x="9348014" y="1016100"/>
                  <a:pt x="9311446" y="1012090"/>
                  <a:pt x="9285718" y="1003004"/>
                </a:cubicBezTo>
                <a:cubicBezTo>
                  <a:pt x="9259958" y="993997"/>
                  <a:pt x="9254678" y="983401"/>
                  <a:pt x="9273546" y="979314"/>
                </a:cubicBezTo>
                <a:cubicBezTo>
                  <a:pt x="9282855" y="977283"/>
                  <a:pt x="9296471" y="977225"/>
                  <a:pt x="9310963" y="978787"/>
                </a:cubicBezTo>
                <a:close/>
                <a:moveTo>
                  <a:pt x="2051158" y="978740"/>
                </a:moveTo>
                <a:cubicBezTo>
                  <a:pt x="2053742" y="978402"/>
                  <a:pt x="2055604" y="978714"/>
                  <a:pt x="2055299" y="979417"/>
                </a:cubicBezTo>
                <a:cubicBezTo>
                  <a:pt x="2054937" y="980120"/>
                  <a:pt x="2052575" y="980953"/>
                  <a:pt x="2050019" y="981318"/>
                </a:cubicBezTo>
                <a:cubicBezTo>
                  <a:pt x="2047379" y="981631"/>
                  <a:pt x="2045656" y="981318"/>
                  <a:pt x="2045879" y="980641"/>
                </a:cubicBezTo>
                <a:cubicBezTo>
                  <a:pt x="2046240" y="979912"/>
                  <a:pt x="2048629" y="979079"/>
                  <a:pt x="2051158" y="978740"/>
                </a:cubicBezTo>
                <a:close/>
                <a:moveTo>
                  <a:pt x="8613284" y="977164"/>
                </a:moveTo>
                <a:cubicBezTo>
                  <a:pt x="8625197" y="978494"/>
                  <a:pt x="8637403" y="981202"/>
                  <a:pt x="8647072" y="984963"/>
                </a:cubicBezTo>
                <a:cubicBezTo>
                  <a:pt x="8666634" y="992565"/>
                  <a:pt x="8668690" y="1001625"/>
                  <a:pt x="8651767" y="1005192"/>
                </a:cubicBezTo>
                <a:cubicBezTo>
                  <a:pt x="8634512" y="1008759"/>
                  <a:pt x="8604642" y="1005374"/>
                  <a:pt x="8585273" y="997668"/>
                </a:cubicBezTo>
                <a:cubicBezTo>
                  <a:pt x="8565852" y="990040"/>
                  <a:pt x="8564156" y="981058"/>
                  <a:pt x="8581245" y="977622"/>
                </a:cubicBezTo>
                <a:cubicBezTo>
                  <a:pt x="8589747" y="975878"/>
                  <a:pt x="8601370" y="975833"/>
                  <a:pt x="8613284" y="977164"/>
                </a:cubicBezTo>
                <a:close/>
                <a:moveTo>
                  <a:pt x="1365108" y="975617"/>
                </a:moveTo>
                <a:cubicBezTo>
                  <a:pt x="1365886" y="975486"/>
                  <a:pt x="1366386" y="975617"/>
                  <a:pt x="1366220" y="975772"/>
                </a:cubicBezTo>
                <a:cubicBezTo>
                  <a:pt x="1366052" y="976008"/>
                  <a:pt x="1365358" y="976268"/>
                  <a:pt x="1364441" y="976371"/>
                </a:cubicBezTo>
                <a:cubicBezTo>
                  <a:pt x="1363719" y="976450"/>
                  <a:pt x="1363219" y="976371"/>
                  <a:pt x="1363413" y="976164"/>
                </a:cubicBezTo>
                <a:cubicBezTo>
                  <a:pt x="1363607" y="975955"/>
                  <a:pt x="1364385" y="975695"/>
                  <a:pt x="1365108" y="975617"/>
                </a:cubicBezTo>
                <a:close/>
                <a:moveTo>
                  <a:pt x="2771868" y="971299"/>
                </a:moveTo>
                <a:cubicBezTo>
                  <a:pt x="2779373" y="972493"/>
                  <a:pt x="2783805" y="974927"/>
                  <a:pt x="2783417" y="978324"/>
                </a:cubicBezTo>
                <a:cubicBezTo>
                  <a:pt x="2782527" y="985145"/>
                  <a:pt x="2762437" y="993320"/>
                  <a:pt x="2738402" y="996496"/>
                </a:cubicBezTo>
                <a:cubicBezTo>
                  <a:pt x="2714312" y="999698"/>
                  <a:pt x="2695527" y="996653"/>
                  <a:pt x="2696611" y="989753"/>
                </a:cubicBezTo>
                <a:cubicBezTo>
                  <a:pt x="2697807" y="982906"/>
                  <a:pt x="2718063" y="974809"/>
                  <a:pt x="2741876" y="971712"/>
                </a:cubicBezTo>
                <a:cubicBezTo>
                  <a:pt x="2753782" y="970150"/>
                  <a:pt x="2764362" y="970105"/>
                  <a:pt x="2771868" y="971299"/>
                </a:cubicBezTo>
                <a:close/>
                <a:moveTo>
                  <a:pt x="3289994" y="965681"/>
                </a:moveTo>
                <a:cubicBezTo>
                  <a:pt x="3294731" y="966414"/>
                  <a:pt x="3297760" y="967898"/>
                  <a:pt x="3297968" y="969941"/>
                </a:cubicBezTo>
                <a:cubicBezTo>
                  <a:pt x="3298468" y="974054"/>
                  <a:pt x="3287464" y="978975"/>
                  <a:pt x="3273265" y="980928"/>
                </a:cubicBezTo>
                <a:cubicBezTo>
                  <a:pt x="3259122" y="982854"/>
                  <a:pt x="3247285" y="981058"/>
                  <a:pt x="3246924" y="976866"/>
                </a:cubicBezTo>
                <a:cubicBezTo>
                  <a:pt x="3246535" y="972753"/>
                  <a:pt x="3257678" y="967833"/>
                  <a:pt x="3271766" y="965932"/>
                </a:cubicBezTo>
                <a:cubicBezTo>
                  <a:pt x="3278810" y="964969"/>
                  <a:pt x="3285256" y="964949"/>
                  <a:pt x="3289994" y="965681"/>
                </a:cubicBezTo>
                <a:close/>
                <a:moveTo>
                  <a:pt x="9464378" y="963589"/>
                </a:moveTo>
                <a:cubicBezTo>
                  <a:pt x="9481244" y="965385"/>
                  <a:pt x="9499270" y="969043"/>
                  <a:pt x="9514512" y="974158"/>
                </a:cubicBezTo>
                <a:cubicBezTo>
                  <a:pt x="9545327" y="984416"/>
                  <a:pt x="9552995" y="996756"/>
                  <a:pt x="9531710" y="1001573"/>
                </a:cubicBezTo>
                <a:cubicBezTo>
                  <a:pt x="9510343" y="1006441"/>
                  <a:pt x="9467803" y="1001807"/>
                  <a:pt x="9437181" y="991368"/>
                </a:cubicBezTo>
                <a:cubicBezTo>
                  <a:pt x="9406921" y="981005"/>
                  <a:pt x="9399919" y="968900"/>
                  <a:pt x="9421204" y="964188"/>
                </a:cubicBezTo>
                <a:cubicBezTo>
                  <a:pt x="9431806" y="961858"/>
                  <a:pt x="9447511" y="961793"/>
                  <a:pt x="9464378" y="963589"/>
                </a:cubicBezTo>
                <a:close/>
                <a:moveTo>
                  <a:pt x="8772295" y="962948"/>
                </a:moveTo>
                <a:cubicBezTo>
                  <a:pt x="8785677" y="964422"/>
                  <a:pt x="8799521" y="967416"/>
                  <a:pt x="8810707" y="971581"/>
                </a:cubicBezTo>
                <a:cubicBezTo>
                  <a:pt x="8833130" y="980016"/>
                  <a:pt x="8836270" y="990092"/>
                  <a:pt x="8817514" y="993970"/>
                </a:cubicBezTo>
                <a:cubicBezTo>
                  <a:pt x="8798674" y="997980"/>
                  <a:pt x="8765080" y="994179"/>
                  <a:pt x="8742739" y="985691"/>
                </a:cubicBezTo>
                <a:cubicBezTo>
                  <a:pt x="8720621" y="977204"/>
                  <a:pt x="8717955" y="967259"/>
                  <a:pt x="8736655" y="963433"/>
                </a:cubicBezTo>
                <a:cubicBezTo>
                  <a:pt x="8745991" y="961519"/>
                  <a:pt x="8758912" y="961474"/>
                  <a:pt x="8772295" y="962948"/>
                </a:cubicBezTo>
                <a:close/>
                <a:moveTo>
                  <a:pt x="8080230" y="962079"/>
                </a:moveTo>
                <a:cubicBezTo>
                  <a:pt x="8090486" y="963250"/>
                  <a:pt x="8100705" y="965633"/>
                  <a:pt x="8108458" y="968951"/>
                </a:cubicBezTo>
                <a:cubicBezTo>
                  <a:pt x="8124074" y="975617"/>
                  <a:pt x="8123907" y="983583"/>
                  <a:pt x="8108013" y="986707"/>
                </a:cubicBezTo>
                <a:cubicBezTo>
                  <a:pt x="8092091" y="989832"/>
                  <a:pt x="8066472" y="986890"/>
                  <a:pt x="8050884" y="980120"/>
                </a:cubicBezTo>
                <a:cubicBezTo>
                  <a:pt x="8035379" y="973430"/>
                  <a:pt x="8035935" y="965516"/>
                  <a:pt x="8051773" y="962470"/>
                </a:cubicBezTo>
                <a:cubicBezTo>
                  <a:pt x="8059678" y="960947"/>
                  <a:pt x="8069974" y="960908"/>
                  <a:pt x="8080230" y="962079"/>
                </a:cubicBezTo>
                <a:close/>
                <a:moveTo>
                  <a:pt x="3799764" y="962079"/>
                </a:moveTo>
                <a:cubicBezTo>
                  <a:pt x="3801071" y="961922"/>
                  <a:pt x="3802294" y="962079"/>
                  <a:pt x="3802349" y="962521"/>
                </a:cubicBezTo>
                <a:cubicBezTo>
                  <a:pt x="3802488" y="962912"/>
                  <a:pt x="3801571" y="963406"/>
                  <a:pt x="3800237" y="963562"/>
                </a:cubicBezTo>
                <a:cubicBezTo>
                  <a:pt x="3798848" y="963745"/>
                  <a:pt x="3797792" y="963562"/>
                  <a:pt x="3797542" y="963172"/>
                </a:cubicBezTo>
                <a:cubicBezTo>
                  <a:pt x="3797458" y="962755"/>
                  <a:pt x="3798376" y="962286"/>
                  <a:pt x="3799764" y="962079"/>
                </a:cubicBezTo>
                <a:close/>
                <a:moveTo>
                  <a:pt x="7550643" y="957653"/>
                </a:moveTo>
                <a:cubicBezTo>
                  <a:pt x="7551143" y="957574"/>
                  <a:pt x="7551893" y="957653"/>
                  <a:pt x="7552338" y="957834"/>
                </a:cubicBezTo>
                <a:cubicBezTo>
                  <a:pt x="7552782" y="958044"/>
                  <a:pt x="7552755" y="958278"/>
                  <a:pt x="7552171" y="958407"/>
                </a:cubicBezTo>
                <a:cubicBezTo>
                  <a:pt x="7551615" y="958486"/>
                  <a:pt x="7550949" y="958407"/>
                  <a:pt x="7550476" y="958199"/>
                </a:cubicBezTo>
                <a:cubicBezTo>
                  <a:pt x="7550004" y="957991"/>
                  <a:pt x="7550115" y="957757"/>
                  <a:pt x="7550643" y="957653"/>
                </a:cubicBezTo>
                <a:close/>
                <a:moveTo>
                  <a:pt x="9776204" y="956013"/>
                </a:moveTo>
                <a:cubicBezTo>
                  <a:pt x="9778039" y="955596"/>
                  <a:pt x="9781846" y="955986"/>
                  <a:pt x="9784680" y="956898"/>
                </a:cubicBezTo>
                <a:cubicBezTo>
                  <a:pt x="9787514" y="957809"/>
                  <a:pt x="9788347" y="958851"/>
                  <a:pt x="9786485" y="959267"/>
                </a:cubicBezTo>
                <a:cubicBezTo>
                  <a:pt x="9784623" y="959710"/>
                  <a:pt x="9780818" y="959319"/>
                  <a:pt x="9778039" y="958408"/>
                </a:cubicBezTo>
                <a:cubicBezTo>
                  <a:pt x="9775203" y="957497"/>
                  <a:pt x="9774342" y="956456"/>
                  <a:pt x="9776204" y="956013"/>
                </a:cubicBezTo>
                <a:close/>
                <a:moveTo>
                  <a:pt x="9620087" y="955860"/>
                </a:moveTo>
                <a:cubicBezTo>
                  <a:pt x="9632821" y="957205"/>
                  <a:pt x="9646513" y="959931"/>
                  <a:pt x="9658168" y="963720"/>
                </a:cubicBezTo>
                <a:cubicBezTo>
                  <a:pt x="9681732" y="971373"/>
                  <a:pt x="9688094" y="980512"/>
                  <a:pt x="9672451" y="984078"/>
                </a:cubicBezTo>
                <a:cubicBezTo>
                  <a:pt x="9656613" y="987671"/>
                  <a:pt x="9624687" y="984286"/>
                  <a:pt x="9601317" y="976528"/>
                </a:cubicBezTo>
                <a:cubicBezTo>
                  <a:pt x="9578115" y="968848"/>
                  <a:pt x="9572170" y="959814"/>
                  <a:pt x="9587757" y="956300"/>
                </a:cubicBezTo>
                <a:cubicBezTo>
                  <a:pt x="9595580" y="954555"/>
                  <a:pt x="9607355" y="954516"/>
                  <a:pt x="9620087" y="955860"/>
                </a:cubicBezTo>
                <a:close/>
                <a:moveTo>
                  <a:pt x="2622654" y="954809"/>
                </a:moveTo>
                <a:cubicBezTo>
                  <a:pt x="2631216" y="956189"/>
                  <a:pt x="2636134" y="958994"/>
                  <a:pt x="2635398" y="962886"/>
                </a:cubicBezTo>
                <a:cubicBezTo>
                  <a:pt x="2633953" y="970723"/>
                  <a:pt x="2609973" y="980095"/>
                  <a:pt x="2581853" y="983765"/>
                </a:cubicBezTo>
                <a:cubicBezTo>
                  <a:pt x="2553788" y="987437"/>
                  <a:pt x="2532282" y="983999"/>
                  <a:pt x="2534200" y="976008"/>
                </a:cubicBezTo>
                <a:cubicBezTo>
                  <a:pt x="2536061" y="968145"/>
                  <a:pt x="2560291" y="958877"/>
                  <a:pt x="2588050" y="955284"/>
                </a:cubicBezTo>
                <a:cubicBezTo>
                  <a:pt x="2601888" y="953475"/>
                  <a:pt x="2614093" y="953430"/>
                  <a:pt x="2622654" y="954809"/>
                </a:cubicBezTo>
                <a:close/>
                <a:moveTo>
                  <a:pt x="8930323" y="953546"/>
                </a:moveTo>
                <a:cubicBezTo>
                  <a:pt x="8941144" y="954725"/>
                  <a:pt x="8952404" y="957120"/>
                  <a:pt x="8961532" y="960465"/>
                </a:cubicBezTo>
                <a:cubicBezTo>
                  <a:pt x="8980094" y="967208"/>
                  <a:pt x="8983178" y="975227"/>
                  <a:pt x="8968312" y="978351"/>
                </a:cubicBezTo>
                <a:cubicBezTo>
                  <a:pt x="8953502" y="981475"/>
                  <a:pt x="8926382" y="978533"/>
                  <a:pt x="8907959" y="971712"/>
                </a:cubicBezTo>
                <a:cubicBezTo>
                  <a:pt x="8889593" y="964969"/>
                  <a:pt x="8886898" y="957002"/>
                  <a:pt x="8901763" y="953930"/>
                </a:cubicBezTo>
                <a:cubicBezTo>
                  <a:pt x="8909127" y="952407"/>
                  <a:pt x="8919504" y="952368"/>
                  <a:pt x="8930323" y="953546"/>
                </a:cubicBezTo>
                <a:close/>
                <a:moveTo>
                  <a:pt x="3136855" y="949300"/>
                </a:moveTo>
                <a:cubicBezTo>
                  <a:pt x="3142781" y="950208"/>
                  <a:pt x="3146490" y="952056"/>
                  <a:pt x="3146560" y="954633"/>
                </a:cubicBezTo>
                <a:cubicBezTo>
                  <a:pt x="3146865" y="959788"/>
                  <a:pt x="3132472" y="965985"/>
                  <a:pt x="3114494" y="968380"/>
                </a:cubicBezTo>
                <a:cubicBezTo>
                  <a:pt x="3096405" y="970827"/>
                  <a:pt x="3081705" y="968509"/>
                  <a:pt x="3081623" y="963303"/>
                </a:cubicBezTo>
                <a:cubicBezTo>
                  <a:pt x="3081511" y="958096"/>
                  <a:pt x="3095904" y="951978"/>
                  <a:pt x="3113855" y="949609"/>
                </a:cubicBezTo>
                <a:cubicBezTo>
                  <a:pt x="3122789" y="948425"/>
                  <a:pt x="3130930" y="948392"/>
                  <a:pt x="3136855" y="949300"/>
                </a:cubicBezTo>
                <a:close/>
                <a:moveTo>
                  <a:pt x="8241568" y="947161"/>
                </a:moveTo>
                <a:cubicBezTo>
                  <a:pt x="8254016" y="948554"/>
                  <a:pt x="8266534" y="951392"/>
                  <a:pt x="8276204" y="955362"/>
                </a:cubicBezTo>
                <a:cubicBezTo>
                  <a:pt x="8295654" y="963381"/>
                  <a:pt x="8296293" y="972909"/>
                  <a:pt x="8277371" y="976684"/>
                </a:cubicBezTo>
                <a:cubicBezTo>
                  <a:pt x="8258392" y="980407"/>
                  <a:pt x="8227160" y="976867"/>
                  <a:pt x="8207904" y="968770"/>
                </a:cubicBezTo>
                <a:cubicBezTo>
                  <a:pt x="8188648" y="960725"/>
                  <a:pt x="8188538" y="951301"/>
                  <a:pt x="8207349" y="947629"/>
                </a:cubicBezTo>
                <a:cubicBezTo>
                  <a:pt x="8216742" y="945821"/>
                  <a:pt x="8229120" y="945769"/>
                  <a:pt x="8241568" y="947161"/>
                </a:cubicBezTo>
                <a:close/>
                <a:moveTo>
                  <a:pt x="3637825" y="946979"/>
                </a:moveTo>
                <a:cubicBezTo>
                  <a:pt x="3640827" y="946562"/>
                  <a:pt x="3643410" y="946926"/>
                  <a:pt x="3643688" y="947838"/>
                </a:cubicBezTo>
                <a:cubicBezTo>
                  <a:pt x="3644022" y="948697"/>
                  <a:pt x="3641743" y="949764"/>
                  <a:pt x="3638715" y="950181"/>
                </a:cubicBezTo>
                <a:cubicBezTo>
                  <a:pt x="3635741" y="950597"/>
                  <a:pt x="3633157" y="950207"/>
                  <a:pt x="3632824" y="949321"/>
                </a:cubicBezTo>
                <a:cubicBezTo>
                  <a:pt x="3632574" y="948436"/>
                  <a:pt x="3634852" y="947369"/>
                  <a:pt x="3637825" y="946979"/>
                </a:cubicBezTo>
                <a:close/>
                <a:moveTo>
                  <a:pt x="9928447" y="944584"/>
                </a:moveTo>
                <a:cubicBezTo>
                  <a:pt x="9929225" y="944427"/>
                  <a:pt x="9930864" y="944584"/>
                  <a:pt x="9932142" y="944974"/>
                </a:cubicBezTo>
                <a:cubicBezTo>
                  <a:pt x="9933392" y="945365"/>
                  <a:pt x="9933784" y="945833"/>
                  <a:pt x="9932949" y="946042"/>
                </a:cubicBezTo>
                <a:cubicBezTo>
                  <a:pt x="9932226" y="946172"/>
                  <a:pt x="9930505" y="946042"/>
                  <a:pt x="9929309" y="945625"/>
                </a:cubicBezTo>
                <a:cubicBezTo>
                  <a:pt x="9927976" y="945234"/>
                  <a:pt x="9927643" y="944766"/>
                  <a:pt x="9928447" y="944584"/>
                </a:cubicBezTo>
                <a:close/>
                <a:moveTo>
                  <a:pt x="7712777" y="944480"/>
                </a:moveTo>
                <a:cubicBezTo>
                  <a:pt x="7714472" y="944141"/>
                  <a:pt x="7717112" y="944454"/>
                  <a:pt x="7718557" y="945131"/>
                </a:cubicBezTo>
                <a:cubicBezTo>
                  <a:pt x="7720085" y="945807"/>
                  <a:pt x="7720002" y="946640"/>
                  <a:pt x="7718223" y="946953"/>
                </a:cubicBezTo>
                <a:cubicBezTo>
                  <a:pt x="7716473" y="947266"/>
                  <a:pt x="7713972" y="946953"/>
                  <a:pt x="7712416" y="946276"/>
                </a:cubicBezTo>
                <a:cubicBezTo>
                  <a:pt x="7710972" y="945599"/>
                  <a:pt x="7711110" y="944792"/>
                  <a:pt x="7712777" y="944480"/>
                </a:cubicBezTo>
                <a:close/>
                <a:moveTo>
                  <a:pt x="2473879" y="939657"/>
                </a:moveTo>
                <a:cubicBezTo>
                  <a:pt x="2482830" y="941102"/>
                  <a:pt x="2487824" y="944037"/>
                  <a:pt x="2486768" y="948124"/>
                </a:cubicBezTo>
                <a:cubicBezTo>
                  <a:pt x="2484601" y="956351"/>
                  <a:pt x="2458620" y="966192"/>
                  <a:pt x="2428556" y="970071"/>
                </a:cubicBezTo>
                <a:cubicBezTo>
                  <a:pt x="2398491" y="973925"/>
                  <a:pt x="2376177" y="970253"/>
                  <a:pt x="2378762" y="961896"/>
                </a:cubicBezTo>
                <a:cubicBezTo>
                  <a:pt x="2381318" y="953643"/>
                  <a:pt x="2407577" y="943907"/>
                  <a:pt x="2437253" y="940132"/>
                </a:cubicBezTo>
                <a:cubicBezTo>
                  <a:pt x="2452022" y="938258"/>
                  <a:pt x="2464928" y="938212"/>
                  <a:pt x="2473879" y="939657"/>
                </a:cubicBezTo>
                <a:close/>
                <a:moveTo>
                  <a:pt x="9084140" y="939253"/>
                </a:moveTo>
                <a:cubicBezTo>
                  <a:pt x="9096755" y="940601"/>
                  <a:pt x="9109980" y="943347"/>
                  <a:pt x="9120886" y="947186"/>
                </a:cubicBezTo>
                <a:cubicBezTo>
                  <a:pt x="9142866" y="954919"/>
                  <a:pt x="9147091" y="964161"/>
                  <a:pt x="9130085" y="967806"/>
                </a:cubicBezTo>
                <a:cubicBezTo>
                  <a:pt x="9113191" y="971399"/>
                  <a:pt x="9081598" y="967988"/>
                  <a:pt x="9059700" y="960152"/>
                </a:cubicBezTo>
                <a:cubicBezTo>
                  <a:pt x="9037835" y="952368"/>
                  <a:pt x="9034222" y="943256"/>
                  <a:pt x="9051060" y="939715"/>
                </a:cubicBezTo>
                <a:cubicBezTo>
                  <a:pt x="9059521" y="937958"/>
                  <a:pt x="9071525" y="937905"/>
                  <a:pt x="9084140" y="939253"/>
                </a:cubicBezTo>
                <a:close/>
                <a:moveTo>
                  <a:pt x="2285093" y="937008"/>
                </a:moveTo>
                <a:cubicBezTo>
                  <a:pt x="2292651" y="936071"/>
                  <a:pt x="2298153" y="936930"/>
                  <a:pt x="2297458" y="939013"/>
                </a:cubicBezTo>
                <a:cubicBezTo>
                  <a:pt x="2296791" y="941069"/>
                  <a:pt x="2289956" y="943517"/>
                  <a:pt x="2282453" y="944454"/>
                </a:cubicBezTo>
                <a:cubicBezTo>
                  <a:pt x="2274839" y="945417"/>
                  <a:pt x="2269282" y="944506"/>
                  <a:pt x="2270033" y="942475"/>
                </a:cubicBezTo>
                <a:cubicBezTo>
                  <a:pt x="2270755" y="940392"/>
                  <a:pt x="2277508" y="937972"/>
                  <a:pt x="2285093" y="937008"/>
                </a:cubicBezTo>
                <a:close/>
                <a:moveTo>
                  <a:pt x="1611575" y="936461"/>
                </a:moveTo>
                <a:cubicBezTo>
                  <a:pt x="1612297" y="936357"/>
                  <a:pt x="1612825" y="936461"/>
                  <a:pt x="1612659" y="936643"/>
                </a:cubicBezTo>
                <a:cubicBezTo>
                  <a:pt x="1612575" y="936851"/>
                  <a:pt x="1611741" y="937112"/>
                  <a:pt x="1610991" y="937190"/>
                </a:cubicBezTo>
                <a:cubicBezTo>
                  <a:pt x="1610324" y="937268"/>
                  <a:pt x="1609797" y="937190"/>
                  <a:pt x="1609908" y="936982"/>
                </a:cubicBezTo>
                <a:cubicBezTo>
                  <a:pt x="1610102" y="936799"/>
                  <a:pt x="1610852" y="936539"/>
                  <a:pt x="1611575" y="936461"/>
                </a:cubicBezTo>
                <a:close/>
                <a:moveTo>
                  <a:pt x="8400171" y="935330"/>
                </a:moveTo>
                <a:cubicBezTo>
                  <a:pt x="8412330" y="936676"/>
                  <a:pt x="8424668" y="939416"/>
                  <a:pt x="8434310" y="943231"/>
                </a:cubicBezTo>
                <a:cubicBezTo>
                  <a:pt x="8453817" y="950962"/>
                  <a:pt x="8455095" y="960179"/>
                  <a:pt x="8437007" y="963746"/>
                </a:cubicBezTo>
                <a:cubicBezTo>
                  <a:pt x="8418916" y="967365"/>
                  <a:pt x="8388406" y="963953"/>
                  <a:pt x="8369096" y="956143"/>
                </a:cubicBezTo>
                <a:cubicBezTo>
                  <a:pt x="8349950" y="948411"/>
                  <a:pt x="8349034" y="939299"/>
                  <a:pt x="8367096" y="935784"/>
                </a:cubicBezTo>
                <a:cubicBezTo>
                  <a:pt x="8376029" y="934027"/>
                  <a:pt x="8388010" y="933982"/>
                  <a:pt x="8400171" y="935330"/>
                </a:cubicBezTo>
                <a:close/>
                <a:moveTo>
                  <a:pt x="2984248" y="934356"/>
                </a:moveTo>
                <a:cubicBezTo>
                  <a:pt x="2990504" y="935329"/>
                  <a:pt x="2994331" y="937308"/>
                  <a:pt x="2994289" y="940054"/>
                </a:cubicBezTo>
                <a:cubicBezTo>
                  <a:pt x="2994067" y="945573"/>
                  <a:pt x="2978201" y="952134"/>
                  <a:pt x="2958805" y="954686"/>
                </a:cubicBezTo>
                <a:cubicBezTo>
                  <a:pt x="2939355" y="957289"/>
                  <a:pt x="2923656" y="954841"/>
                  <a:pt x="2924017" y="949271"/>
                </a:cubicBezTo>
                <a:cubicBezTo>
                  <a:pt x="2924406" y="943751"/>
                  <a:pt x="2940383" y="937217"/>
                  <a:pt x="2959639" y="934691"/>
                </a:cubicBezTo>
                <a:cubicBezTo>
                  <a:pt x="2969309" y="933415"/>
                  <a:pt x="2977993" y="933383"/>
                  <a:pt x="2984248" y="934356"/>
                </a:cubicBezTo>
                <a:close/>
                <a:moveTo>
                  <a:pt x="3479664" y="930186"/>
                </a:moveTo>
                <a:cubicBezTo>
                  <a:pt x="3487611" y="929093"/>
                  <a:pt x="3494474" y="930109"/>
                  <a:pt x="3494975" y="932452"/>
                </a:cubicBezTo>
                <a:cubicBezTo>
                  <a:pt x="3495474" y="934795"/>
                  <a:pt x="3489362" y="937554"/>
                  <a:pt x="3481304" y="938648"/>
                </a:cubicBezTo>
                <a:cubicBezTo>
                  <a:pt x="3473301" y="939742"/>
                  <a:pt x="3466410" y="938699"/>
                  <a:pt x="3465938" y="936357"/>
                </a:cubicBezTo>
                <a:cubicBezTo>
                  <a:pt x="3465465" y="934040"/>
                  <a:pt x="3471606" y="931229"/>
                  <a:pt x="3479664" y="930186"/>
                </a:cubicBezTo>
                <a:close/>
                <a:moveTo>
                  <a:pt x="7860323" y="926307"/>
                </a:moveTo>
                <a:cubicBezTo>
                  <a:pt x="7870160" y="924459"/>
                  <a:pt x="7885387" y="926203"/>
                  <a:pt x="7894473" y="930186"/>
                </a:cubicBezTo>
                <a:cubicBezTo>
                  <a:pt x="7903726" y="934196"/>
                  <a:pt x="7903031" y="938908"/>
                  <a:pt x="7893223" y="940757"/>
                </a:cubicBezTo>
                <a:cubicBezTo>
                  <a:pt x="7883275" y="942631"/>
                  <a:pt x="7867936" y="940887"/>
                  <a:pt x="7858823" y="936851"/>
                </a:cubicBezTo>
                <a:cubicBezTo>
                  <a:pt x="7849737" y="932868"/>
                  <a:pt x="7850403" y="928130"/>
                  <a:pt x="7860323" y="926307"/>
                </a:cubicBezTo>
                <a:close/>
                <a:moveTo>
                  <a:pt x="9235319" y="925143"/>
                </a:moveTo>
                <a:cubicBezTo>
                  <a:pt x="9249726" y="926659"/>
                  <a:pt x="9264947" y="929758"/>
                  <a:pt x="9277604" y="934092"/>
                </a:cubicBezTo>
                <a:cubicBezTo>
                  <a:pt x="9303251" y="942840"/>
                  <a:pt x="9308808" y="953227"/>
                  <a:pt x="9289913" y="957341"/>
                </a:cubicBezTo>
                <a:cubicBezTo>
                  <a:pt x="9270990" y="961428"/>
                  <a:pt x="9234730" y="957575"/>
                  <a:pt x="9209304" y="948723"/>
                </a:cubicBezTo>
                <a:cubicBezTo>
                  <a:pt x="9184019" y="939949"/>
                  <a:pt x="9178934" y="929640"/>
                  <a:pt x="9197912" y="925683"/>
                </a:cubicBezTo>
                <a:cubicBezTo>
                  <a:pt x="9207318" y="923691"/>
                  <a:pt x="9220911" y="923626"/>
                  <a:pt x="9235319" y="925143"/>
                </a:cubicBezTo>
                <a:close/>
                <a:moveTo>
                  <a:pt x="2138435" y="923861"/>
                </a:moveTo>
                <a:cubicBezTo>
                  <a:pt x="2144215" y="923132"/>
                  <a:pt x="2148438" y="923809"/>
                  <a:pt x="2147716" y="925397"/>
                </a:cubicBezTo>
                <a:cubicBezTo>
                  <a:pt x="2147132" y="926881"/>
                  <a:pt x="2141853" y="928729"/>
                  <a:pt x="2136101" y="929432"/>
                </a:cubicBezTo>
                <a:cubicBezTo>
                  <a:pt x="2130321" y="930161"/>
                  <a:pt x="2126209" y="929484"/>
                  <a:pt x="2126821" y="927948"/>
                </a:cubicBezTo>
                <a:cubicBezTo>
                  <a:pt x="2127543" y="926386"/>
                  <a:pt x="2132822" y="924564"/>
                  <a:pt x="2138435" y="923861"/>
                </a:cubicBezTo>
                <a:close/>
                <a:moveTo>
                  <a:pt x="8556334" y="923614"/>
                </a:moveTo>
                <a:cubicBezTo>
                  <a:pt x="8568226" y="924915"/>
                  <a:pt x="8580370" y="927557"/>
                  <a:pt x="8589969" y="931228"/>
                </a:cubicBezTo>
                <a:cubicBezTo>
                  <a:pt x="8609392" y="938648"/>
                  <a:pt x="8611254" y="947525"/>
                  <a:pt x="8594028" y="950988"/>
                </a:cubicBezTo>
                <a:cubicBezTo>
                  <a:pt x="8576772" y="954476"/>
                  <a:pt x="8546900" y="951197"/>
                  <a:pt x="8527589" y="943673"/>
                </a:cubicBezTo>
                <a:cubicBezTo>
                  <a:pt x="8508555" y="936227"/>
                  <a:pt x="8507110" y="927453"/>
                  <a:pt x="8524198" y="924043"/>
                </a:cubicBezTo>
                <a:cubicBezTo>
                  <a:pt x="8532797" y="922350"/>
                  <a:pt x="8544440" y="922312"/>
                  <a:pt x="8556334" y="923614"/>
                </a:cubicBezTo>
                <a:close/>
                <a:moveTo>
                  <a:pt x="1470253" y="922428"/>
                </a:moveTo>
                <a:cubicBezTo>
                  <a:pt x="1470974" y="922350"/>
                  <a:pt x="1471447" y="922428"/>
                  <a:pt x="1471392" y="922611"/>
                </a:cubicBezTo>
                <a:cubicBezTo>
                  <a:pt x="1471253" y="922792"/>
                  <a:pt x="1470447" y="923053"/>
                  <a:pt x="1469780" y="923105"/>
                </a:cubicBezTo>
                <a:cubicBezTo>
                  <a:pt x="1468919" y="923210"/>
                  <a:pt x="1468557" y="923105"/>
                  <a:pt x="1468724" y="922897"/>
                </a:cubicBezTo>
                <a:cubicBezTo>
                  <a:pt x="1468780" y="922741"/>
                  <a:pt x="1469502" y="922532"/>
                  <a:pt x="1470253" y="922428"/>
                </a:cubicBezTo>
                <a:close/>
                <a:moveTo>
                  <a:pt x="2840276" y="917499"/>
                </a:moveTo>
                <a:cubicBezTo>
                  <a:pt x="2848174" y="918726"/>
                  <a:pt x="2852884" y="921218"/>
                  <a:pt x="2852550" y="924694"/>
                </a:cubicBezTo>
                <a:cubicBezTo>
                  <a:pt x="2851911" y="931697"/>
                  <a:pt x="2831043" y="940002"/>
                  <a:pt x="2805925" y="943282"/>
                </a:cubicBezTo>
                <a:cubicBezTo>
                  <a:pt x="2780722" y="946563"/>
                  <a:pt x="2761077" y="943412"/>
                  <a:pt x="2761994" y="936357"/>
                </a:cubicBezTo>
                <a:cubicBezTo>
                  <a:pt x="2762966" y="929328"/>
                  <a:pt x="2783973" y="921101"/>
                  <a:pt x="2808870" y="917899"/>
                </a:cubicBezTo>
                <a:cubicBezTo>
                  <a:pt x="2821291" y="916312"/>
                  <a:pt x="2832377" y="916272"/>
                  <a:pt x="2840276" y="917499"/>
                </a:cubicBezTo>
                <a:close/>
                <a:moveTo>
                  <a:pt x="9534823" y="914384"/>
                </a:moveTo>
                <a:cubicBezTo>
                  <a:pt x="9538104" y="913706"/>
                  <a:pt x="9544661" y="914358"/>
                  <a:pt x="9549357" y="915920"/>
                </a:cubicBezTo>
                <a:cubicBezTo>
                  <a:pt x="9553996" y="917456"/>
                  <a:pt x="9555247" y="919252"/>
                  <a:pt x="9552080" y="919981"/>
                </a:cubicBezTo>
                <a:cubicBezTo>
                  <a:pt x="9548716" y="920658"/>
                  <a:pt x="9542216" y="919981"/>
                  <a:pt x="9537573" y="918445"/>
                </a:cubicBezTo>
                <a:cubicBezTo>
                  <a:pt x="9532906" y="916961"/>
                  <a:pt x="9531571" y="915087"/>
                  <a:pt x="9534823" y="914384"/>
                </a:cubicBezTo>
                <a:close/>
                <a:moveTo>
                  <a:pt x="9385006" y="912816"/>
                </a:moveTo>
                <a:cubicBezTo>
                  <a:pt x="9399775" y="914352"/>
                  <a:pt x="9415481" y="917482"/>
                  <a:pt x="9428652" y="921856"/>
                </a:cubicBezTo>
                <a:cubicBezTo>
                  <a:pt x="9455298" y="930681"/>
                  <a:pt x="9461856" y="941225"/>
                  <a:pt x="9442849" y="945364"/>
                </a:cubicBezTo>
                <a:cubicBezTo>
                  <a:pt x="9423899" y="949504"/>
                  <a:pt x="9386751" y="945573"/>
                  <a:pt x="9360214" y="936643"/>
                </a:cubicBezTo>
                <a:cubicBezTo>
                  <a:pt x="9333899" y="927765"/>
                  <a:pt x="9328148" y="917351"/>
                  <a:pt x="9346987" y="913342"/>
                </a:cubicBezTo>
                <a:cubicBezTo>
                  <a:pt x="9356405" y="911337"/>
                  <a:pt x="9370237" y="911279"/>
                  <a:pt x="9385006" y="912816"/>
                </a:cubicBezTo>
                <a:close/>
                <a:moveTo>
                  <a:pt x="1993751" y="912067"/>
                </a:moveTo>
                <a:cubicBezTo>
                  <a:pt x="1995224" y="911911"/>
                  <a:pt x="1996168" y="912041"/>
                  <a:pt x="1995974" y="912432"/>
                </a:cubicBezTo>
                <a:cubicBezTo>
                  <a:pt x="1995835" y="912823"/>
                  <a:pt x="1994501" y="913266"/>
                  <a:pt x="1993028" y="913447"/>
                </a:cubicBezTo>
                <a:cubicBezTo>
                  <a:pt x="1991611" y="913603"/>
                  <a:pt x="1990583" y="913473"/>
                  <a:pt x="1990778" y="913083"/>
                </a:cubicBezTo>
                <a:cubicBezTo>
                  <a:pt x="1990972" y="912666"/>
                  <a:pt x="1992250" y="912223"/>
                  <a:pt x="1993751" y="912067"/>
                </a:cubicBezTo>
                <a:close/>
                <a:moveTo>
                  <a:pt x="3345400" y="911983"/>
                </a:moveTo>
                <a:cubicBezTo>
                  <a:pt x="3350742" y="912770"/>
                  <a:pt x="3354194" y="914384"/>
                  <a:pt x="3354514" y="916649"/>
                </a:cubicBezTo>
                <a:cubicBezTo>
                  <a:pt x="3355125" y="921180"/>
                  <a:pt x="3342899" y="926542"/>
                  <a:pt x="3327088" y="928626"/>
                </a:cubicBezTo>
                <a:cubicBezTo>
                  <a:pt x="3311333" y="930760"/>
                  <a:pt x="3298080" y="928781"/>
                  <a:pt x="3297551" y="924199"/>
                </a:cubicBezTo>
                <a:cubicBezTo>
                  <a:pt x="3297023" y="919670"/>
                  <a:pt x="3309305" y="914306"/>
                  <a:pt x="3324949" y="912276"/>
                </a:cubicBezTo>
                <a:cubicBezTo>
                  <a:pt x="3332826" y="911234"/>
                  <a:pt x="3340057" y="911195"/>
                  <a:pt x="3345400" y="911983"/>
                </a:cubicBezTo>
                <a:close/>
                <a:moveTo>
                  <a:pt x="8035750" y="911944"/>
                </a:moveTo>
                <a:cubicBezTo>
                  <a:pt x="8043777" y="912842"/>
                  <a:pt x="8051773" y="914670"/>
                  <a:pt x="8057858" y="917221"/>
                </a:cubicBezTo>
                <a:cubicBezTo>
                  <a:pt x="8069974" y="922325"/>
                  <a:pt x="8069612" y="928390"/>
                  <a:pt x="8057247" y="930786"/>
                </a:cubicBezTo>
                <a:cubicBezTo>
                  <a:pt x="8044715" y="933155"/>
                  <a:pt x="8024709" y="930916"/>
                  <a:pt x="8012594" y="925735"/>
                </a:cubicBezTo>
                <a:cubicBezTo>
                  <a:pt x="8000562" y="920632"/>
                  <a:pt x="8001118" y="914592"/>
                  <a:pt x="8013455" y="912249"/>
                </a:cubicBezTo>
                <a:cubicBezTo>
                  <a:pt x="8019665" y="911078"/>
                  <a:pt x="8027723" y="911046"/>
                  <a:pt x="8035750" y="911944"/>
                </a:cubicBezTo>
                <a:close/>
                <a:moveTo>
                  <a:pt x="8709699" y="910430"/>
                </a:moveTo>
                <a:cubicBezTo>
                  <a:pt x="8722714" y="911833"/>
                  <a:pt x="8736155" y="914683"/>
                  <a:pt x="8746992" y="918653"/>
                </a:cubicBezTo>
                <a:cubicBezTo>
                  <a:pt x="8768610" y="926646"/>
                  <a:pt x="8771305" y="936253"/>
                  <a:pt x="8752853" y="940001"/>
                </a:cubicBezTo>
                <a:cubicBezTo>
                  <a:pt x="8734377" y="943750"/>
                  <a:pt x="8701783" y="940157"/>
                  <a:pt x="8680249" y="932061"/>
                </a:cubicBezTo>
                <a:cubicBezTo>
                  <a:pt x="8658937" y="924017"/>
                  <a:pt x="8656520" y="914566"/>
                  <a:pt x="8674969" y="910895"/>
                </a:cubicBezTo>
                <a:cubicBezTo>
                  <a:pt x="8684097" y="909073"/>
                  <a:pt x="8696685" y="909028"/>
                  <a:pt x="8709699" y="910430"/>
                </a:cubicBezTo>
                <a:close/>
                <a:moveTo>
                  <a:pt x="3839694" y="910062"/>
                </a:moveTo>
                <a:cubicBezTo>
                  <a:pt x="3840334" y="909958"/>
                  <a:pt x="3840917" y="910062"/>
                  <a:pt x="3841001" y="910244"/>
                </a:cubicBezTo>
                <a:cubicBezTo>
                  <a:pt x="3841140" y="910400"/>
                  <a:pt x="3840667" y="910661"/>
                  <a:pt x="3840000" y="910765"/>
                </a:cubicBezTo>
                <a:cubicBezTo>
                  <a:pt x="3839278" y="910843"/>
                  <a:pt x="3838722" y="910765"/>
                  <a:pt x="3838722" y="910583"/>
                </a:cubicBezTo>
                <a:cubicBezTo>
                  <a:pt x="3838555" y="910374"/>
                  <a:pt x="3839139" y="910140"/>
                  <a:pt x="3839694" y="910062"/>
                </a:cubicBezTo>
                <a:close/>
                <a:moveTo>
                  <a:pt x="7517131" y="904855"/>
                </a:moveTo>
                <a:cubicBezTo>
                  <a:pt x="7518409" y="904673"/>
                  <a:pt x="7520216" y="904829"/>
                  <a:pt x="7521272" y="905324"/>
                </a:cubicBezTo>
                <a:cubicBezTo>
                  <a:pt x="7522216" y="905818"/>
                  <a:pt x="7522050" y="906365"/>
                  <a:pt x="7520828" y="906600"/>
                </a:cubicBezTo>
                <a:cubicBezTo>
                  <a:pt x="7519632" y="906808"/>
                  <a:pt x="7517743" y="906600"/>
                  <a:pt x="7516770" y="906105"/>
                </a:cubicBezTo>
                <a:cubicBezTo>
                  <a:pt x="7515798" y="905636"/>
                  <a:pt x="7515992" y="905089"/>
                  <a:pt x="7517131" y="904855"/>
                </a:cubicBezTo>
                <a:close/>
                <a:moveTo>
                  <a:pt x="9687567" y="904439"/>
                </a:moveTo>
                <a:cubicBezTo>
                  <a:pt x="9688567" y="904205"/>
                  <a:pt x="9690568" y="904439"/>
                  <a:pt x="9692095" y="904907"/>
                </a:cubicBezTo>
                <a:cubicBezTo>
                  <a:pt x="9693569" y="905403"/>
                  <a:pt x="9694014" y="905975"/>
                  <a:pt x="9693067" y="906210"/>
                </a:cubicBezTo>
                <a:cubicBezTo>
                  <a:pt x="9692042" y="906392"/>
                  <a:pt x="9689956" y="906210"/>
                  <a:pt x="9688510" y="905715"/>
                </a:cubicBezTo>
                <a:cubicBezTo>
                  <a:pt x="9686955" y="905220"/>
                  <a:pt x="9686622" y="904673"/>
                  <a:pt x="9687567" y="904439"/>
                </a:cubicBezTo>
                <a:close/>
                <a:moveTo>
                  <a:pt x="2696599" y="901969"/>
                </a:moveTo>
                <a:cubicBezTo>
                  <a:pt x="2705448" y="903339"/>
                  <a:pt x="2710589" y="906131"/>
                  <a:pt x="2709950" y="910036"/>
                </a:cubicBezTo>
                <a:cubicBezTo>
                  <a:pt x="2708588" y="917873"/>
                  <a:pt x="2684441" y="927245"/>
                  <a:pt x="2655683" y="930942"/>
                </a:cubicBezTo>
                <a:cubicBezTo>
                  <a:pt x="2626840" y="934638"/>
                  <a:pt x="2604861" y="931124"/>
                  <a:pt x="2606583" y="923183"/>
                </a:cubicBezTo>
                <a:cubicBezTo>
                  <a:pt x="2608195" y="915295"/>
                  <a:pt x="2632619" y="906001"/>
                  <a:pt x="2660990" y="902434"/>
                </a:cubicBezTo>
                <a:cubicBezTo>
                  <a:pt x="2675189" y="900651"/>
                  <a:pt x="2687749" y="900599"/>
                  <a:pt x="2696599" y="901969"/>
                </a:cubicBezTo>
                <a:close/>
                <a:moveTo>
                  <a:pt x="8861465" y="899480"/>
                </a:moveTo>
                <a:cubicBezTo>
                  <a:pt x="8873692" y="900781"/>
                  <a:pt x="8886384" y="903437"/>
                  <a:pt x="8896706" y="907146"/>
                </a:cubicBezTo>
                <a:cubicBezTo>
                  <a:pt x="8917462" y="914619"/>
                  <a:pt x="8920686" y="923470"/>
                  <a:pt x="8903764" y="926959"/>
                </a:cubicBezTo>
                <a:cubicBezTo>
                  <a:pt x="8886759" y="930447"/>
                  <a:pt x="8856109" y="927141"/>
                  <a:pt x="8835353" y="919617"/>
                </a:cubicBezTo>
                <a:cubicBezTo>
                  <a:pt x="8814847" y="912119"/>
                  <a:pt x="8812067" y="903320"/>
                  <a:pt x="8829018" y="899935"/>
                </a:cubicBezTo>
                <a:cubicBezTo>
                  <a:pt x="8837480" y="898230"/>
                  <a:pt x="8849240" y="898178"/>
                  <a:pt x="8861465" y="899480"/>
                </a:cubicBezTo>
                <a:close/>
                <a:moveTo>
                  <a:pt x="3196492" y="897393"/>
                </a:moveTo>
                <a:cubicBezTo>
                  <a:pt x="3202299" y="898256"/>
                  <a:pt x="3205981" y="900013"/>
                  <a:pt x="3206190" y="902460"/>
                </a:cubicBezTo>
                <a:cubicBezTo>
                  <a:pt x="3206495" y="907407"/>
                  <a:pt x="3192741" y="913265"/>
                  <a:pt x="3175179" y="915608"/>
                </a:cubicBezTo>
                <a:cubicBezTo>
                  <a:pt x="3157674" y="917898"/>
                  <a:pt x="3143170" y="915712"/>
                  <a:pt x="3142975" y="910713"/>
                </a:cubicBezTo>
                <a:cubicBezTo>
                  <a:pt x="3142781" y="905793"/>
                  <a:pt x="3156757" y="899935"/>
                  <a:pt x="3174040" y="897696"/>
                </a:cubicBezTo>
                <a:cubicBezTo>
                  <a:pt x="3182752" y="896564"/>
                  <a:pt x="3190685" y="896531"/>
                  <a:pt x="3196492" y="897393"/>
                </a:cubicBezTo>
                <a:close/>
                <a:moveTo>
                  <a:pt x="8191129" y="896085"/>
                </a:moveTo>
                <a:cubicBezTo>
                  <a:pt x="8202640" y="897351"/>
                  <a:pt x="8214184" y="899922"/>
                  <a:pt x="8223049" y="903502"/>
                </a:cubicBezTo>
                <a:cubicBezTo>
                  <a:pt x="8240943" y="910713"/>
                  <a:pt x="8241360" y="919356"/>
                  <a:pt x="8223660" y="922715"/>
                </a:cubicBezTo>
                <a:cubicBezTo>
                  <a:pt x="8206071" y="926126"/>
                  <a:pt x="8177229" y="922897"/>
                  <a:pt x="8159445" y="915581"/>
                </a:cubicBezTo>
                <a:cubicBezTo>
                  <a:pt x="8141856" y="908344"/>
                  <a:pt x="8141884" y="899778"/>
                  <a:pt x="8159418" y="896499"/>
                </a:cubicBezTo>
                <a:cubicBezTo>
                  <a:pt x="8168142" y="894858"/>
                  <a:pt x="8179618" y="894819"/>
                  <a:pt x="8191129" y="896085"/>
                </a:cubicBezTo>
                <a:close/>
                <a:moveTo>
                  <a:pt x="3685701" y="895197"/>
                </a:moveTo>
                <a:cubicBezTo>
                  <a:pt x="3688591" y="894780"/>
                  <a:pt x="3691231" y="895170"/>
                  <a:pt x="3691453" y="896004"/>
                </a:cubicBezTo>
                <a:cubicBezTo>
                  <a:pt x="3691731" y="896837"/>
                  <a:pt x="3689647" y="897852"/>
                  <a:pt x="3686702" y="898243"/>
                </a:cubicBezTo>
                <a:cubicBezTo>
                  <a:pt x="3683839" y="898659"/>
                  <a:pt x="3681200" y="898269"/>
                  <a:pt x="3680866" y="897436"/>
                </a:cubicBezTo>
                <a:cubicBezTo>
                  <a:pt x="3680644" y="896603"/>
                  <a:pt x="3682839" y="895587"/>
                  <a:pt x="3685701" y="895197"/>
                </a:cubicBezTo>
                <a:close/>
                <a:moveTo>
                  <a:pt x="7666401" y="889548"/>
                </a:moveTo>
                <a:cubicBezTo>
                  <a:pt x="7672654" y="888428"/>
                  <a:pt x="7682128" y="889495"/>
                  <a:pt x="7687492" y="891917"/>
                </a:cubicBezTo>
                <a:cubicBezTo>
                  <a:pt x="7692910" y="894390"/>
                  <a:pt x="7692382" y="897279"/>
                  <a:pt x="7686019" y="898399"/>
                </a:cubicBezTo>
                <a:cubicBezTo>
                  <a:pt x="7679711" y="899544"/>
                  <a:pt x="7670291" y="898451"/>
                  <a:pt x="7664846" y="896004"/>
                </a:cubicBezTo>
                <a:cubicBezTo>
                  <a:pt x="7659510" y="893557"/>
                  <a:pt x="7660094" y="890667"/>
                  <a:pt x="7666401" y="889548"/>
                </a:cubicBezTo>
                <a:close/>
                <a:moveTo>
                  <a:pt x="9011354" y="889031"/>
                </a:moveTo>
                <a:cubicBezTo>
                  <a:pt x="9022538" y="890206"/>
                  <a:pt x="9034236" y="892594"/>
                  <a:pt x="9043809" y="895926"/>
                </a:cubicBezTo>
                <a:cubicBezTo>
                  <a:pt x="9063036" y="902643"/>
                  <a:pt x="9066537" y="910609"/>
                  <a:pt x="9051395" y="913759"/>
                </a:cubicBezTo>
                <a:cubicBezTo>
                  <a:pt x="9036277" y="916909"/>
                  <a:pt x="9008269" y="913942"/>
                  <a:pt x="8989068" y="907172"/>
                </a:cubicBezTo>
                <a:cubicBezTo>
                  <a:pt x="8969978" y="900430"/>
                  <a:pt x="8966923" y="892489"/>
                  <a:pt x="8981982" y="889417"/>
                </a:cubicBezTo>
                <a:cubicBezTo>
                  <a:pt x="8989499" y="887895"/>
                  <a:pt x="9000168" y="887856"/>
                  <a:pt x="9011354" y="889031"/>
                </a:cubicBezTo>
                <a:close/>
                <a:moveTo>
                  <a:pt x="2550958" y="888369"/>
                </a:moveTo>
                <a:cubicBezTo>
                  <a:pt x="2559659" y="889724"/>
                  <a:pt x="2564598" y="892476"/>
                  <a:pt x="2563736" y="896316"/>
                </a:cubicBezTo>
                <a:cubicBezTo>
                  <a:pt x="2561819" y="904074"/>
                  <a:pt x="2537089" y="913342"/>
                  <a:pt x="2508358" y="916961"/>
                </a:cubicBezTo>
                <a:cubicBezTo>
                  <a:pt x="2479432" y="920606"/>
                  <a:pt x="2457786" y="917170"/>
                  <a:pt x="2460092" y="909307"/>
                </a:cubicBezTo>
                <a:cubicBezTo>
                  <a:pt x="2462204" y="901523"/>
                  <a:pt x="2487212" y="892385"/>
                  <a:pt x="2515610" y="888818"/>
                </a:cubicBezTo>
                <a:cubicBezTo>
                  <a:pt x="2529795" y="887061"/>
                  <a:pt x="2542258" y="887015"/>
                  <a:pt x="2550958" y="888369"/>
                </a:cubicBezTo>
                <a:close/>
                <a:moveTo>
                  <a:pt x="1712941" y="885148"/>
                </a:moveTo>
                <a:cubicBezTo>
                  <a:pt x="1713608" y="885044"/>
                  <a:pt x="1714107" y="885148"/>
                  <a:pt x="1714052" y="885330"/>
                </a:cubicBezTo>
                <a:cubicBezTo>
                  <a:pt x="1713858" y="885486"/>
                  <a:pt x="1713191" y="885747"/>
                  <a:pt x="1712496" y="885850"/>
                </a:cubicBezTo>
                <a:cubicBezTo>
                  <a:pt x="1711774" y="885929"/>
                  <a:pt x="1711246" y="885850"/>
                  <a:pt x="1711357" y="885643"/>
                </a:cubicBezTo>
                <a:cubicBezTo>
                  <a:pt x="1711551" y="885460"/>
                  <a:pt x="1712274" y="885226"/>
                  <a:pt x="1712941" y="885148"/>
                </a:cubicBezTo>
                <a:close/>
                <a:moveTo>
                  <a:pt x="8343896" y="883915"/>
                </a:moveTo>
                <a:cubicBezTo>
                  <a:pt x="8355890" y="885220"/>
                  <a:pt x="8368024" y="887868"/>
                  <a:pt x="8377458" y="891552"/>
                </a:cubicBezTo>
                <a:cubicBezTo>
                  <a:pt x="8396408" y="898972"/>
                  <a:pt x="8397521" y="907850"/>
                  <a:pt x="8379598" y="911312"/>
                </a:cubicBezTo>
                <a:cubicBezTo>
                  <a:pt x="8361592" y="914801"/>
                  <a:pt x="8331556" y="911494"/>
                  <a:pt x="8312660" y="903996"/>
                </a:cubicBezTo>
                <a:cubicBezTo>
                  <a:pt x="8293904" y="896525"/>
                  <a:pt x="8293349" y="887777"/>
                  <a:pt x="8311188" y="884340"/>
                </a:cubicBezTo>
                <a:cubicBezTo>
                  <a:pt x="8320052" y="882648"/>
                  <a:pt x="8331903" y="882610"/>
                  <a:pt x="8343896" y="883915"/>
                </a:cubicBezTo>
                <a:close/>
                <a:moveTo>
                  <a:pt x="3050960" y="882828"/>
                </a:moveTo>
                <a:cubicBezTo>
                  <a:pt x="3057337" y="883776"/>
                  <a:pt x="3061282" y="885708"/>
                  <a:pt x="3061282" y="888403"/>
                </a:cubicBezTo>
                <a:cubicBezTo>
                  <a:pt x="3061282" y="893844"/>
                  <a:pt x="3045417" y="900325"/>
                  <a:pt x="3025827" y="902851"/>
                </a:cubicBezTo>
                <a:cubicBezTo>
                  <a:pt x="3006154" y="905429"/>
                  <a:pt x="2990343" y="903008"/>
                  <a:pt x="2990510" y="897514"/>
                </a:cubicBezTo>
                <a:cubicBezTo>
                  <a:pt x="2990705" y="892047"/>
                  <a:pt x="3006682" y="885643"/>
                  <a:pt x="3026049" y="883169"/>
                </a:cubicBezTo>
                <a:cubicBezTo>
                  <a:pt x="3035775" y="881920"/>
                  <a:pt x="3044583" y="881881"/>
                  <a:pt x="3050960" y="882828"/>
                </a:cubicBezTo>
                <a:close/>
                <a:moveTo>
                  <a:pt x="3548221" y="877465"/>
                </a:moveTo>
                <a:cubicBezTo>
                  <a:pt x="3551951" y="878008"/>
                  <a:pt x="3554438" y="879108"/>
                  <a:pt x="3554799" y="880618"/>
                </a:cubicBezTo>
                <a:cubicBezTo>
                  <a:pt x="3555493" y="883715"/>
                  <a:pt x="3547491" y="887334"/>
                  <a:pt x="3536710" y="888793"/>
                </a:cubicBezTo>
                <a:cubicBezTo>
                  <a:pt x="3525957" y="890199"/>
                  <a:pt x="3516704" y="888845"/>
                  <a:pt x="3516037" y="885798"/>
                </a:cubicBezTo>
                <a:cubicBezTo>
                  <a:pt x="3515370" y="882675"/>
                  <a:pt x="3523511" y="879082"/>
                  <a:pt x="3534181" y="877650"/>
                </a:cubicBezTo>
                <a:cubicBezTo>
                  <a:pt x="3539517" y="876934"/>
                  <a:pt x="3544490" y="876921"/>
                  <a:pt x="3548221" y="877465"/>
                </a:cubicBezTo>
                <a:close/>
                <a:moveTo>
                  <a:pt x="2402995" y="876674"/>
                </a:moveTo>
                <a:cubicBezTo>
                  <a:pt x="2410494" y="877852"/>
                  <a:pt x="2414621" y="880253"/>
                  <a:pt x="2413606" y="883611"/>
                </a:cubicBezTo>
                <a:cubicBezTo>
                  <a:pt x="2411522" y="890329"/>
                  <a:pt x="2389460" y="898321"/>
                  <a:pt x="2364118" y="901471"/>
                </a:cubicBezTo>
                <a:cubicBezTo>
                  <a:pt x="2338749" y="904621"/>
                  <a:pt x="2319994" y="901654"/>
                  <a:pt x="2322411" y="894832"/>
                </a:cubicBezTo>
                <a:cubicBezTo>
                  <a:pt x="2324828" y="888089"/>
                  <a:pt x="2347169" y="880149"/>
                  <a:pt x="2372148" y="877077"/>
                </a:cubicBezTo>
                <a:cubicBezTo>
                  <a:pt x="2384624" y="875541"/>
                  <a:pt x="2395496" y="875496"/>
                  <a:pt x="2402995" y="876674"/>
                </a:cubicBezTo>
                <a:close/>
                <a:moveTo>
                  <a:pt x="7814170" y="875020"/>
                </a:moveTo>
                <a:cubicBezTo>
                  <a:pt x="7824479" y="873094"/>
                  <a:pt x="7840428" y="874891"/>
                  <a:pt x="7849904" y="878952"/>
                </a:cubicBezTo>
                <a:cubicBezTo>
                  <a:pt x="7859379" y="883039"/>
                  <a:pt x="7858656" y="887881"/>
                  <a:pt x="7848265" y="889782"/>
                </a:cubicBezTo>
                <a:cubicBezTo>
                  <a:pt x="7837956" y="891708"/>
                  <a:pt x="7821811" y="889885"/>
                  <a:pt x="7812392" y="885798"/>
                </a:cubicBezTo>
                <a:cubicBezTo>
                  <a:pt x="7802944" y="881711"/>
                  <a:pt x="7803778" y="876868"/>
                  <a:pt x="7814170" y="875020"/>
                </a:cubicBezTo>
                <a:close/>
                <a:moveTo>
                  <a:pt x="9157568" y="874875"/>
                </a:moveTo>
                <a:cubicBezTo>
                  <a:pt x="9171146" y="876277"/>
                  <a:pt x="9185434" y="879134"/>
                  <a:pt x="9197216" y="883118"/>
                </a:cubicBezTo>
                <a:cubicBezTo>
                  <a:pt x="9220976" y="891110"/>
                  <a:pt x="9225920" y="900717"/>
                  <a:pt x="9207887" y="904491"/>
                </a:cubicBezTo>
                <a:cubicBezTo>
                  <a:pt x="9189936" y="908240"/>
                  <a:pt x="9155927" y="904647"/>
                  <a:pt x="9132225" y="896551"/>
                </a:cubicBezTo>
                <a:cubicBezTo>
                  <a:pt x="9108661" y="888481"/>
                  <a:pt x="9104354" y="879030"/>
                  <a:pt x="9122193" y="875359"/>
                </a:cubicBezTo>
                <a:cubicBezTo>
                  <a:pt x="9131126" y="873524"/>
                  <a:pt x="9143992" y="873472"/>
                  <a:pt x="9157568" y="874875"/>
                </a:cubicBezTo>
                <a:close/>
                <a:moveTo>
                  <a:pt x="2227714" y="873119"/>
                </a:moveTo>
                <a:cubicBezTo>
                  <a:pt x="2233355" y="872442"/>
                  <a:pt x="2237384" y="873068"/>
                  <a:pt x="2236801" y="874577"/>
                </a:cubicBezTo>
                <a:cubicBezTo>
                  <a:pt x="2236189" y="876010"/>
                  <a:pt x="2231132" y="877806"/>
                  <a:pt x="2225603" y="878483"/>
                </a:cubicBezTo>
                <a:cubicBezTo>
                  <a:pt x="2219990" y="879133"/>
                  <a:pt x="2215849" y="878509"/>
                  <a:pt x="2216544" y="876999"/>
                </a:cubicBezTo>
                <a:cubicBezTo>
                  <a:pt x="2216989" y="875541"/>
                  <a:pt x="2222129" y="873797"/>
                  <a:pt x="2227714" y="873119"/>
                </a:cubicBezTo>
                <a:close/>
                <a:moveTo>
                  <a:pt x="8494686" y="872903"/>
                </a:moveTo>
                <a:cubicBezTo>
                  <a:pt x="8506227" y="874143"/>
                  <a:pt x="8518002" y="876661"/>
                  <a:pt x="8527338" y="880176"/>
                </a:cubicBezTo>
                <a:cubicBezTo>
                  <a:pt x="8546096" y="887231"/>
                  <a:pt x="8547680" y="895692"/>
                  <a:pt x="8530813" y="898998"/>
                </a:cubicBezTo>
                <a:cubicBezTo>
                  <a:pt x="8513778" y="902304"/>
                  <a:pt x="8484769" y="899128"/>
                  <a:pt x="8466209" y="891995"/>
                </a:cubicBezTo>
                <a:cubicBezTo>
                  <a:pt x="8447676" y="884888"/>
                  <a:pt x="8446537" y="876530"/>
                  <a:pt x="8463429" y="873302"/>
                </a:cubicBezTo>
                <a:cubicBezTo>
                  <a:pt x="8471834" y="871701"/>
                  <a:pt x="8483144" y="871663"/>
                  <a:pt x="8494686" y="872903"/>
                </a:cubicBezTo>
                <a:close/>
                <a:moveTo>
                  <a:pt x="2907549" y="868626"/>
                </a:moveTo>
                <a:cubicBezTo>
                  <a:pt x="2914347" y="869645"/>
                  <a:pt x="2918460" y="871714"/>
                  <a:pt x="2918265" y="874604"/>
                </a:cubicBezTo>
                <a:cubicBezTo>
                  <a:pt x="2917904" y="880435"/>
                  <a:pt x="2900287" y="887412"/>
                  <a:pt x="2878974" y="890068"/>
                </a:cubicBezTo>
                <a:cubicBezTo>
                  <a:pt x="2857607" y="892801"/>
                  <a:pt x="2840657" y="890250"/>
                  <a:pt x="2841240" y="884340"/>
                </a:cubicBezTo>
                <a:cubicBezTo>
                  <a:pt x="2841935" y="878509"/>
                  <a:pt x="2859552" y="871636"/>
                  <a:pt x="2880725" y="868954"/>
                </a:cubicBezTo>
                <a:cubicBezTo>
                  <a:pt x="2891270" y="867639"/>
                  <a:pt x="2900752" y="867607"/>
                  <a:pt x="2907549" y="868626"/>
                </a:cubicBezTo>
                <a:close/>
                <a:moveTo>
                  <a:pt x="9302448" y="862621"/>
                </a:moveTo>
                <a:cubicBezTo>
                  <a:pt x="9316789" y="864092"/>
                  <a:pt x="9331996" y="867080"/>
                  <a:pt x="9344735" y="871245"/>
                </a:cubicBezTo>
                <a:cubicBezTo>
                  <a:pt x="9370382" y="879602"/>
                  <a:pt x="9376245" y="889677"/>
                  <a:pt x="9357630" y="893608"/>
                </a:cubicBezTo>
                <a:cubicBezTo>
                  <a:pt x="9338984" y="897566"/>
                  <a:pt x="9302834" y="893790"/>
                  <a:pt x="9277353" y="885277"/>
                </a:cubicBezTo>
                <a:cubicBezTo>
                  <a:pt x="9252012" y="876843"/>
                  <a:pt x="9246789" y="866897"/>
                  <a:pt x="9265351" y="863096"/>
                </a:cubicBezTo>
                <a:cubicBezTo>
                  <a:pt x="9274632" y="861196"/>
                  <a:pt x="9288108" y="861151"/>
                  <a:pt x="9302448" y="862621"/>
                </a:cubicBezTo>
                <a:close/>
                <a:moveTo>
                  <a:pt x="2087558" y="861873"/>
                </a:moveTo>
                <a:cubicBezTo>
                  <a:pt x="2088975" y="861716"/>
                  <a:pt x="2089948" y="861847"/>
                  <a:pt x="2089809" y="862212"/>
                </a:cubicBezTo>
                <a:cubicBezTo>
                  <a:pt x="2089698" y="862602"/>
                  <a:pt x="2088420" y="863019"/>
                  <a:pt x="2086947" y="863200"/>
                </a:cubicBezTo>
                <a:cubicBezTo>
                  <a:pt x="2085503" y="863356"/>
                  <a:pt x="2084530" y="863227"/>
                  <a:pt x="2084752" y="862836"/>
                </a:cubicBezTo>
                <a:cubicBezTo>
                  <a:pt x="2084919" y="862472"/>
                  <a:pt x="2086252" y="862029"/>
                  <a:pt x="2087558" y="861873"/>
                </a:cubicBezTo>
                <a:close/>
                <a:moveTo>
                  <a:pt x="3408389" y="860792"/>
                </a:moveTo>
                <a:cubicBezTo>
                  <a:pt x="3414276" y="861652"/>
                  <a:pt x="3418104" y="863396"/>
                  <a:pt x="3418451" y="865830"/>
                </a:cubicBezTo>
                <a:cubicBezTo>
                  <a:pt x="3419423" y="870646"/>
                  <a:pt x="3406141" y="876426"/>
                  <a:pt x="3388775" y="878717"/>
                </a:cubicBezTo>
                <a:cubicBezTo>
                  <a:pt x="3371408" y="880956"/>
                  <a:pt x="3356764" y="878847"/>
                  <a:pt x="3356042" y="873927"/>
                </a:cubicBezTo>
                <a:cubicBezTo>
                  <a:pt x="3355292" y="869058"/>
                  <a:pt x="3368713" y="863305"/>
                  <a:pt x="3385969" y="861066"/>
                </a:cubicBezTo>
                <a:cubicBezTo>
                  <a:pt x="3394555" y="859959"/>
                  <a:pt x="3402501" y="859933"/>
                  <a:pt x="3408389" y="860792"/>
                </a:cubicBezTo>
                <a:close/>
                <a:moveTo>
                  <a:pt x="8643086" y="860304"/>
                </a:moveTo>
                <a:cubicBezTo>
                  <a:pt x="8655740" y="861639"/>
                  <a:pt x="8668745" y="864360"/>
                  <a:pt x="8679081" y="868147"/>
                </a:cubicBezTo>
                <a:cubicBezTo>
                  <a:pt x="8700060" y="875801"/>
                  <a:pt x="8702478" y="884913"/>
                  <a:pt x="8684277" y="888480"/>
                </a:cubicBezTo>
                <a:cubicBezTo>
                  <a:pt x="8666077" y="892073"/>
                  <a:pt x="8634401" y="888662"/>
                  <a:pt x="8613588" y="880904"/>
                </a:cubicBezTo>
                <a:cubicBezTo>
                  <a:pt x="8592999" y="873276"/>
                  <a:pt x="8591137" y="864268"/>
                  <a:pt x="8609197" y="860779"/>
                </a:cubicBezTo>
                <a:cubicBezTo>
                  <a:pt x="8618131" y="859022"/>
                  <a:pt x="8630434" y="858970"/>
                  <a:pt x="8643086" y="860304"/>
                </a:cubicBezTo>
                <a:close/>
                <a:moveTo>
                  <a:pt x="9432959" y="859530"/>
                </a:moveTo>
                <a:cubicBezTo>
                  <a:pt x="9441822" y="857655"/>
                  <a:pt x="9458938" y="859426"/>
                  <a:pt x="9471470" y="863409"/>
                </a:cubicBezTo>
                <a:cubicBezTo>
                  <a:pt x="9484113" y="867444"/>
                  <a:pt x="9487143" y="872209"/>
                  <a:pt x="9478360" y="874083"/>
                </a:cubicBezTo>
                <a:cubicBezTo>
                  <a:pt x="9469553" y="875983"/>
                  <a:pt x="9452158" y="874187"/>
                  <a:pt x="9439570" y="870126"/>
                </a:cubicBezTo>
                <a:cubicBezTo>
                  <a:pt x="9427068" y="866143"/>
                  <a:pt x="9424148" y="861378"/>
                  <a:pt x="9432959" y="859530"/>
                </a:cubicBezTo>
                <a:close/>
                <a:moveTo>
                  <a:pt x="3890544" y="859192"/>
                </a:moveTo>
                <a:cubicBezTo>
                  <a:pt x="3892822" y="858880"/>
                  <a:pt x="3894768" y="859165"/>
                  <a:pt x="3895073" y="859791"/>
                </a:cubicBezTo>
                <a:cubicBezTo>
                  <a:pt x="3895378" y="860415"/>
                  <a:pt x="3893795" y="861170"/>
                  <a:pt x="3891599" y="861483"/>
                </a:cubicBezTo>
                <a:cubicBezTo>
                  <a:pt x="3889377" y="861743"/>
                  <a:pt x="3887320" y="861483"/>
                  <a:pt x="3887098" y="860884"/>
                </a:cubicBezTo>
                <a:cubicBezTo>
                  <a:pt x="3886876" y="860233"/>
                  <a:pt x="3888432" y="859504"/>
                  <a:pt x="3890544" y="859192"/>
                </a:cubicBezTo>
                <a:close/>
                <a:moveTo>
                  <a:pt x="7984947" y="858912"/>
                </a:moveTo>
                <a:cubicBezTo>
                  <a:pt x="7995234" y="860038"/>
                  <a:pt x="8005425" y="862328"/>
                  <a:pt x="8013121" y="865518"/>
                </a:cubicBezTo>
                <a:cubicBezTo>
                  <a:pt x="8028654" y="871922"/>
                  <a:pt x="8028209" y="879576"/>
                  <a:pt x="8011954" y="882570"/>
                </a:cubicBezTo>
                <a:cubicBezTo>
                  <a:pt x="7995755" y="885563"/>
                  <a:pt x="7969970" y="882726"/>
                  <a:pt x="7954603" y="876217"/>
                </a:cubicBezTo>
                <a:cubicBezTo>
                  <a:pt x="7939321" y="869787"/>
                  <a:pt x="7940071" y="862212"/>
                  <a:pt x="7956187" y="859295"/>
                </a:cubicBezTo>
                <a:cubicBezTo>
                  <a:pt x="7964273" y="857824"/>
                  <a:pt x="7974658" y="857785"/>
                  <a:pt x="7984947" y="858912"/>
                </a:cubicBezTo>
                <a:close/>
                <a:moveTo>
                  <a:pt x="7475368" y="855052"/>
                </a:moveTo>
                <a:cubicBezTo>
                  <a:pt x="7476535" y="854870"/>
                  <a:pt x="7478203" y="855052"/>
                  <a:pt x="7479231" y="855521"/>
                </a:cubicBezTo>
                <a:cubicBezTo>
                  <a:pt x="7480287" y="855963"/>
                  <a:pt x="7480176" y="856484"/>
                  <a:pt x="7478842" y="856692"/>
                </a:cubicBezTo>
                <a:cubicBezTo>
                  <a:pt x="7477647" y="856875"/>
                  <a:pt x="7475924" y="856692"/>
                  <a:pt x="7474924" y="856250"/>
                </a:cubicBezTo>
                <a:cubicBezTo>
                  <a:pt x="7473895" y="855782"/>
                  <a:pt x="7474119" y="855260"/>
                  <a:pt x="7475368" y="855052"/>
                </a:cubicBezTo>
                <a:close/>
                <a:moveTo>
                  <a:pt x="9593008" y="853829"/>
                </a:moveTo>
                <a:cubicBezTo>
                  <a:pt x="9594954" y="853412"/>
                  <a:pt x="9598898" y="853803"/>
                  <a:pt x="9601734" y="854714"/>
                </a:cubicBezTo>
                <a:cubicBezTo>
                  <a:pt x="9604623" y="855599"/>
                  <a:pt x="9605457" y="856692"/>
                  <a:pt x="9603483" y="857109"/>
                </a:cubicBezTo>
                <a:cubicBezTo>
                  <a:pt x="9601566" y="857551"/>
                  <a:pt x="9597565" y="857135"/>
                  <a:pt x="9594703" y="856223"/>
                </a:cubicBezTo>
                <a:cubicBezTo>
                  <a:pt x="9591757" y="855338"/>
                  <a:pt x="9591036" y="854271"/>
                  <a:pt x="9593008" y="853829"/>
                </a:cubicBezTo>
                <a:close/>
                <a:moveTo>
                  <a:pt x="2769816" y="853464"/>
                </a:moveTo>
                <a:cubicBezTo>
                  <a:pt x="2777762" y="854662"/>
                  <a:pt x="2782430" y="857096"/>
                  <a:pt x="2781972" y="860493"/>
                </a:cubicBezTo>
                <a:cubicBezTo>
                  <a:pt x="2780944" y="867314"/>
                  <a:pt x="2759715" y="875488"/>
                  <a:pt x="2734263" y="878691"/>
                </a:cubicBezTo>
                <a:cubicBezTo>
                  <a:pt x="2708699" y="881893"/>
                  <a:pt x="2688915" y="878847"/>
                  <a:pt x="2690026" y="871948"/>
                </a:cubicBezTo>
                <a:cubicBezTo>
                  <a:pt x="2691277" y="865075"/>
                  <a:pt x="2712756" y="856978"/>
                  <a:pt x="2737986" y="853854"/>
                </a:cubicBezTo>
                <a:cubicBezTo>
                  <a:pt x="2750643" y="852306"/>
                  <a:pt x="2761869" y="852267"/>
                  <a:pt x="2769816" y="853464"/>
                </a:cubicBezTo>
                <a:close/>
                <a:moveTo>
                  <a:pt x="8789714" y="848895"/>
                </a:moveTo>
                <a:cubicBezTo>
                  <a:pt x="8802530" y="850230"/>
                  <a:pt x="8815791" y="852956"/>
                  <a:pt x="8826488" y="856770"/>
                </a:cubicBezTo>
                <a:cubicBezTo>
                  <a:pt x="8848051" y="864372"/>
                  <a:pt x="8851191" y="873510"/>
                  <a:pt x="8833297" y="877077"/>
                </a:cubicBezTo>
                <a:cubicBezTo>
                  <a:pt x="8815264" y="880695"/>
                  <a:pt x="8783003" y="877259"/>
                  <a:pt x="8761497" y="869527"/>
                </a:cubicBezTo>
                <a:cubicBezTo>
                  <a:pt x="8740267" y="861846"/>
                  <a:pt x="8737711" y="852865"/>
                  <a:pt x="8755605" y="849377"/>
                </a:cubicBezTo>
                <a:cubicBezTo>
                  <a:pt x="8764525" y="847620"/>
                  <a:pt x="8776896" y="847561"/>
                  <a:pt x="8789714" y="848895"/>
                </a:cubicBezTo>
                <a:close/>
                <a:moveTo>
                  <a:pt x="3263165" y="847759"/>
                </a:moveTo>
                <a:cubicBezTo>
                  <a:pt x="3268960" y="848595"/>
                  <a:pt x="3272669" y="850301"/>
                  <a:pt x="3272905" y="852683"/>
                </a:cubicBezTo>
                <a:cubicBezTo>
                  <a:pt x="3273460" y="857499"/>
                  <a:pt x="3259818" y="863175"/>
                  <a:pt x="3242479" y="865414"/>
                </a:cubicBezTo>
                <a:cubicBezTo>
                  <a:pt x="3225056" y="867653"/>
                  <a:pt x="3210635" y="865570"/>
                  <a:pt x="3210301" y="860676"/>
                </a:cubicBezTo>
                <a:cubicBezTo>
                  <a:pt x="3209913" y="855911"/>
                  <a:pt x="3223611" y="850235"/>
                  <a:pt x="3240922" y="848049"/>
                </a:cubicBezTo>
                <a:cubicBezTo>
                  <a:pt x="3249494" y="846956"/>
                  <a:pt x="3257372" y="846923"/>
                  <a:pt x="3263165" y="847759"/>
                </a:cubicBezTo>
                <a:close/>
                <a:moveTo>
                  <a:pt x="8134889" y="845312"/>
                </a:moveTo>
                <a:cubicBezTo>
                  <a:pt x="8147275" y="846643"/>
                  <a:pt x="8159668" y="849351"/>
                  <a:pt x="8169144" y="853126"/>
                </a:cubicBezTo>
                <a:cubicBezTo>
                  <a:pt x="8188148" y="860727"/>
                  <a:pt x="8188371" y="869866"/>
                  <a:pt x="8169198" y="873406"/>
                </a:cubicBezTo>
                <a:cubicBezTo>
                  <a:pt x="8150136" y="876973"/>
                  <a:pt x="8119127" y="873614"/>
                  <a:pt x="8100177" y="865856"/>
                </a:cubicBezTo>
                <a:cubicBezTo>
                  <a:pt x="8081366" y="858228"/>
                  <a:pt x="8081671" y="849246"/>
                  <a:pt x="8100677" y="845758"/>
                </a:cubicBezTo>
                <a:cubicBezTo>
                  <a:pt x="8110124" y="844026"/>
                  <a:pt x="8122503" y="843981"/>
                  <a:pt x="8134889" y="845312"/>
                </a:cubicBezTo>
                <a:close/>
                <a:moveTo>
                  <a:pt x="3742691" y="844222"/>
                </a:moveTo>
                <a:cubicBezTo>
                  <a:pt x="3748638" y="843441"/>
                  <a:pt x="3753973" y="844144"/>
                  <a:pt x="3754584" y="845863"/>
                </a:cubicBezTo>
                <a:cubicBezTo>
                  <a:pt x="3755140" y="847555"/>
                  <a:pt x="3750833" y="849585"/>
                  <a:pt x="3744831" y="850392"/>
                </a:cubicBezTo>
                <a:cubicBezTo>
                  <a:pt x="3738774" y="851225"/>
                  <a:pt x="3733467" y="850418"/>
                  <a:pt x="3732938" y="848752"/>
                </a:cubicBezTo>
                <a:cubicBezTo>
                  <a:pt x="3732355" y="847008"/>
                  <a:pt x="3736745" y="845003"/>
                  <a:pt x="3742691" y="844222"/>
                </a:cubicBezTo>
                <a:close/>
                <a:moveTo>
                  <a:pt x="9738026" y="843936"/>
                </a:moveTo>
                <a:cubicBezTo>
                  <a:pt x="9738389" y="843858"/>
                  <a:pt x="9739194" y="843936"/>
                  <a:pt x="9739806" y="844118"/>
                </a:cubicBezTo>
                <a:cubicBezTo>
                  <a:pt x="9740362" y="844274"/>
                  <a:pt x="9740501" y="844508"/>
                  <a:pt x="9740111" y="844587"/>
                </a:cubicBezTo>
                <a:cubicBezTo>
                  <a:pt x="9739778" y="844691"/>
                  <a:pt x="9738945" y="844587"/>
                  <a:pt x="9738443" y="844431"/>
                </a:cubicBezTo>
                <a:cubicBezTo>
                  <a:pt x="9737832" y="844222"/>
                  <a:pt x="9737528" y="844040"/>
                  <a:pt x="9738026" y="843936"/>
                </a:cubicBezTo>
                <a:close/>
                <a:moveTo>
                  <a:pt x="7622610" y="841931"/>
                </a:moveTo>
                <a:cubicBezTo>
                  <a:pt x="7626611" y="841228"/>
                  <a:pt x="7632613" y="841879"/>
                  <a:pt x="7636086" y="843441"/>
                </a:cubicBezTo>
                <a:cubicBezTo>
                  <a:pt x="7639504" y="844925"/>
                  <a:pt x="7638976" y="846773"/>
                  <a:pt x="7635031" y="847450"/>
                </a:cubicBezTo>
                <a:cubicBezTo>
                  <a:pt x="7631002" y="848153"/>
                  <a:pt x="7624972" y="847476"/>
                  <a:pt x="7621498" y="845966"/>
                </a:cubicBezTo>
                <a:cubicBezTo>
                  <a:pt x="7618137" y="844431"/>
                  <a:pt x="7618581" y="842608"/>
                  <a:pt x="7622610" y="841931"/>
                </a:cubicBezTo>
                <a:close/>
                <a:moveTo>
                  <a:pt x="8935058" y="839288"/>
                </a:moveTo>
                <a:cubicBezTo>
                  <a:pt x="8946526" y="840467"/>
                  <a:pt x="8958502" y="842868"/>
                  <a:pt x="8968283" y="846226"/>
                </a:cubicBezTo>
                <a:cubicBezTo>
                  <a:pt x="8987874" y="852969"/>
                  <a:pt x="8991208" y="861014"/>
                  <a:pt x="8975535" y="864189"/>
                </a:cubicBezTo>
                <a:cubicBezTo>
                  <a:pt x="8959670" y="867340"/>
                  <a:pt x="8930884" y="864372"/>
                  <a:pt x="8911377" y="857525"/>
                </a:cubicBezTo>
                <a:cubicBezTo>
                  <a:pt x="8891953" y="850757"/>
                  <a:pt x="8889119" y="842764"/>
                  <a:pt x="8904876" y="839692"/>
                </a:cubicBezTo>
                <a:cubicBezTo>
                  <a:pt x="8912628" y="838156"/>
                  <a:pt x="8923589" y="838111"/>
                  <a:pt x="8935058" y="839288"/>
                </a:cubicBezTo>
                <a:close/>
                <a:moveTo>
                  <a:pt x="2633512" y="838826"/>
                </a:moveTo>
                <a:cubicBezTo>
                  <a:pt x="2642359" y="840167"/>
                  <a:pt x="2647444" y="842894"/>
                  <a:pt x="2646652" y="846695"/>
                </a:cubicBezTo>
                <a:cubicBezTo>
                  <a:pt x="2645095" y="854350"/>
                  <a:pt x="2620477" y="863487"/>
                  <a:pt x="2591523" y="867054"/>
                </a:cubicBezTo>
                <a:cubicBezTo>
                  <a:pt x="2562542" y="870647"/>
                  <a:pt x="2540479" y="867236"/>
                  <a:pt x="2542369" y="859504"/>
                </a:cubicBezTo>
                <a:cubicBezTo>
                  <a:pt x="2544147" y="851824"/>
                  <a:pt x="2569155" y="842790"/>
                  <a:pt x="2597802" y="839275"/>
                </a:cubicBezTo>
                <a:cubicBezTo>
                  <a:pt x="2612058" y="837531"/>
                  <a:pt x="2624665" y="837486"/>
                  <a:pt x="2633512" y="838826"/>
                </a:cubicBezTo>
                <a:close/>
                <a:moveTo>
                  <a:pt x="8282669" y="834567"/>
                </a:moveTo>
                <a:cubicBezTo>
                  <a:pt x="8294766" y="835853"/>
                  <a:pt x="8306964" y="838469"/>
                  <a:pt x="8316439" y="842113"/>
                </a:cubicBezTo>
                <a:cubicBezTo>
                  <a:pt x="8335501" y="849482"/>
                  <a:pt x="8336335" y="858281"/>
                  <a:pt x="8318024" y="861691"/>
                </a:cubicBezTo>
                <a:cubicBezTo>
                  <a:pt x="8299712" y="865128"/>
                  <a:pt x="8269342" y="861847"/>
                  <a:pt x="8250418" y="854427"/>
                </a:cubicBezTo>
                <a:cubicBezTo>
                  <a:pt x="8231634" y="847060"/>
                  <a:pt x="8231302" y="838364"/>
                  <a:pt x="8249502" y="835006"/>
                </a:cubicBezTo>
                <a:cubicBezTo>
                  <a:pt x="8258574" y="833327"/>
                  <a:pt x="8270572" y="833282"/>
                  <a:pt x="8282669" y="834567"/>
                </a:cubicBezTo>
                <a:close/>
                <a:moveTo>
                  <a:pt x="3122281" y="834055"/>
                </a:moveTo>
                <a:cubicBezTo>
                  <a:pt x="3128533" y="834960"/>
                  <a:pt x="3132444" y="836802"/>
                  <a:pt x="3132527" y="839379"/>
                </a:cubicBezTo>
                <a:cubicBezTo>
                  <a:pt x="3132777" y="844534"/>
                  <a:pt x="3117523" y="850730"/>
                  <a:pt x="3098461" y="853126"/>
                </a:cubicBezTo>
                <a:cubicBezTo>
                  <a:pt x="3079427" y="855547"/>
                  <a:pt x="3063811" y="853255"/>
                  <a:pt x="3063811" y="848048"/>
                </a:cubicBezTo>
                <a:cubicBezTo>
                  <a:pt x="3063756" y="842841"/>
                  <a:pt x="3079094" y="836749"/>
                  <a:pt x="3097989" y="834354"/>
                </a:cubicBezTo>
                <a:cubicBezTo>
                  <a:pt x="3107436" y="833183"/>
                  <a:pt x="3116029" y="833150"/>
                  <a:pt x="3122281" y="834055"/>
                </a:cubicBezTo>
                <a:close/>
                <a:moveTo>
                  <a:pt x="2479654" y="831502"/>
                </a:moveTo>
                <a:cubicBezTo>
                  <a:pt x="2484968" y="832318"/>
                  <a:pt x="2487921" y="833977"/>
                  <a:pt x="2487296" y="836281"/>
                </a:cubicBezTo>
                <a:cubicBezTo>
                  <a:pt x="2485989" y="840889"/>
                  <a:pt x="2470651" y="846409"/>
                  <a:pt x="2452895" y="848543"/>
                </a:cubicBezTo>
                <a:cubicBezTo>
                  <a:pt x="2435140" y="850704"/>
                  <a:pt x="2421914" y="848674"/>
                  <a:pt x="2423387" y="844014"/>
                </a:cubicBezTo>
                <a:cubicBezTo>
                  <a:pt x="2424804" y="839354"/>
                  <a:pt x="2440225" y="833887"/>
                  <a:pt x="2457842" y="831778"/>
                </a:cubicBezTo>
                <a:cubicBezTo>
                  <a:pt x="2466665" y="830710"/>
                  <a:pt x="2474340" y="830684"/>
                  <a:pt x="2479654" y="831502"/>
                </a:cubicBezTo>
                <a:close/>
                <a:moveTo>
                  <a:pt x="3597340" y="829929"/>
                </a:moveTo>
                <a:cubicBezTo>
                  <a:pt x="3606149" y="828809"/>
                  <a:pt x="3613873" y="829876"/>
                  <a:pt x="3614596" y="832376"/>
                </a:cubicBezTo>
                <a:cubicBezTo>
                  <a:pt x="3615290" y="834849"/>
                  <a:pt x="3608705" y="837791"/>
                  <a:pt x="3599757" y="838937"/>
                </a:cubicBezTo>
                <a:cubicBezTo>
                  <a:pt x="3590977" y="840082"/>
                  <a:pt x="3583225" y="838989"/>
                  <a:pt x="3582641" y="836516"/>
                </a:cubicBezTo>
                <a:cubicBezTo>
                  <a:pt x="3581918" y="834016"/>
                  <a:pt x="3588615" y="831075"/>
                  <a:pt x="3597340" y="829929"/>
                </a:cubicBezTo>
                <a:close/>
                <a:moveTo>
                  <a:pt x="7764043" y="827377"/>
                </a:moveTo>
                <a:cubicBezTo>
                  <a:pt x="7772963" y="825815"/>
                  <a:pt x="7786773" y="827300"/>
                  <a:pt x="7794830" y="830736"/>
                </a:cubicBezTo>
                <a:cubicBezTo>
                  <a:pt x="7802944" y="834198"/>
                  <a:pt x="7802222" y="838286"/>
                  <a:pt x="7793247" y="839926"/>
                </a:cubicBezTo>
                <a:cubicBezTo>
                  <a:pt x="7784244" y="841514"/>
                  <a:pt x="7770378" y="839978"/>
                  <a:pt x="7762293" y="836542"/>
                </a:cubicBezTo>
                <a:cubicBezTo>
                  <a:pt x="7754178" y="833053"/>
                  <a:pt x="7755096" y="828940"/>
                  <a:pt x="7764043" y="827377"/>
                </a:cubicBezTo>
                <a:close/>
                <a:moveTo>
                  <a:pt x="9077369" y="826448"/>
                </a:moveTo>
                <a:cubicBezTo>
                  <a:pt x="9090553" y="827782"/>
                  <a:pt x="9104398" y="830502"/>
                  <a:pt x="9115747" y="834303"/>
                </a:cubicBezTo>
                <a:cubicBezTo>
                  <a:pt x="9138700" y="841957"/>
                  <a:pt x="9143061" y="851068"/>
                  <a:pt x="9125361" y="854661"/>
                </a:cubicBezTo>
                <a:cubicBezTo>
                  <a:pt x="9107661" y="858280"/>
                  <a:pt x="9074651" y="854896"/>
                  <a:pt x="9051811" y="847085"/>
                </a:cubicBezTo>
                <a:cubicBezTo>
                  <a:pt x="9029052" y="839432"/>
                  <a:pt x="9025136" y="830424"/>
                  <a:pt x="9042947" y="826909"/>
                </a:cubicBezTo>
                <a:cubicBezTo>
                  <a:pt x="9051658" y="825165"/>
                  <a:pt x="9064184" y="825113"/>
                  <a:pt x="9077369" y="826448"/>
                </a:cubicBezTo>
                <a:close/>
                <a:moveTo>
                  <a:pt x="2318576" y="825946"/>
                </a:moveTo>
                <a:cubicBezTo>
                  <a:pt x="2321716" y="825555"/>
                  <a:pt x="2323967" y="825946"/>
                  <a:pt x="2323744" y="826674"/>
                </a:cubicBezTo>
                <a:cubicBezTo>
                  <a:pt x="2323410" y="827482"/>
                  <a:pt x="2320715" y="828419"/>
                  <a:pt x="2317658" y="828809"/>
                </a:cubicBezTo>
                <a:cubicBezTo>
                  <a:pt x="2314547" y="829148"/>
                  <a:pt x="2312240" y="828809"/>
                  <a:pt x="2312518" y="828029"/>
                </a:cubicBezTo>
                <a:cubicBezTo>
                  <a:pt x="2312879" y="827247"/>
                  <a:pt x="2315602" y="826310"/>
                  <a:pt x="2318576" y="825946"/>
                </a:cubicBezTo>
                <a:close/>
                <a:moveTo>
                  <a:pt x="8428637" y="823463"/>
                </a:moveTo>
                <a:cubicBezTo>
                  <a:pt x="8440908" y="824755"/>
                  <a:pt x="8453372" y="827378"/>
                  <a:pt x="8463180" y="831023"/>
                </a:cubicBezTo>
                <a:cubicBezTo>
                  <a:pt x="8482936" y="838390"/>
                  <a:pt x="8484408" y="847163"/>
                  <a:pt x="8466181" y="850601"/>
                </a:cubicBezTo>
                <a:cubicBezTo>
                  <a:pt x="8448009" y="854063"/>
                  <a:pt x="8417220" y="850808"/>
                  <a:pt x="8397605" y="843363"/>
                </a:cubicBezTo>
                <a:cubicBezTo>
                  <a:pt x="8378210" y="835943"/>
                  <a:pt x="8377210" y="827273"/>
                  <a:pt x="8395241" y="823889"/>
                </a:cubicBezTo>
                <a:cubicBezTo>
                  <a:pt x="8404287" y="822211"/>
                  <a:pt x="8416366" y="822171"/>
                  <a:pt x="8428637" y="823463"/>
                </a:cubicBezTo>
                <a:close/>
                <a:moveTo>
                  <a:pt x="2986175" y="819538"/>
                </a:moveTo>
                <a:cubicBezTo>
                  <a:pt x="2993483" y="820609"/>
                  <a:pt x="2997957" y="822783"/>
                  <a:pt x="2997874" y="825815"/>
                </a:cubicBezTo>
                <a:cubicBezTo>
                  <a:pt x="2997624" y="831881"/>
                  <a:pt x="2979173" y="839119"/>
                  <a:pt x="2956444" y="841930"/>
                </a:cubicBezTo>
                <a:cubicBezTo>
                  <a:pt x="2933770" y="844794"/>
                  <a:pt x="2915486" y="842087"/>
                  <a:pt x="2915959" y="835969"/>
                </a:cubicBezTo>
                <a:cubicBezTo>
                  <a:pt x="2916264" y="829851"/>
                  <a:pt x="2934965" y="822665"/>
                  <a:pt x="2957472" y="819879"/>
                </a:cubicBezTo>
                <a:cubicBezTo>
                  <a:pt x="2968726" y="818500"/>
                  <a:pt x="2978868" y="818467"/>
                  <a:pt x="2986175" y="819538"/>
                </a:cubicBezTo>
                <a:close/>
                <a:moveTo>
                  <a:pt x="3472304" y="814593"/>
                </a:moveTo>
                <a:cubicBezTo>
                  <a:pt x="3477094" y="815266"/>
                  <a:pt x="3480276" y="816640"/>
                  <a:pt x="3480720" y="818552"/>
                </a:cubicBezTo>
                <a:cubicBezTo>
                  <a:pt x="3481498" y="822432"/>
                  <a:pt x="3470884" y="826961"/>
                  <a:pt x="3456935" y="828810"/>
                </a:cubicBezTo>
                <a:cubicBezTo>
                  <a:pt x="3443042" y="830555"/>
                  <a:pt x="3431037" y="828862"/>
                  <a:pt x="3430316" y="825009"/>
                </a:cubicBezTo>
                <a:cubicBezTo>
                  <a:pt x="3429565" y="821156"/>
                  <a:pt x="3440318" y="816574"/>
                  <a:pt x="3454240" y="814829"/>
                </a:cubicBezTo>
                <a:cubicBezTo>
                  <a:pt x="3461117" y="813945"/>
                  <a:pt x="3467515" y="813919"/>
                  <a:pt x="3472304" y="814593"/>
                </a:cubicBezTo>
                <a:close/>
                <a:moveTo>
                  <a:pt x="9217800" y="813948"/>
                </a:moveTo>
                <a:cubicBezTo>
                  <a:pt x="9232505" y="815428"/>
                  <a:pt x="9248024" y="818435"/>
                  <a:pt x="9260931" y="822613"/>
                </a:cubicBezTo>
                <a:cubicBezTo>
                  <a:pt x="9286996" y="831075"/>
                  <a:pt x="9292692" y="841175"/>
                  <a:pt x="9273379" y="845107"/>
                </a:cubicBezTo>
                <a:cubicBezTo>
                  <a:pt x="9253955" y="849091"/>
                  <a:pt x="9216917" y="845315"/>
                  <a:pt x="9190936" y="836749"/>
                </a:cubicBezTo>
                <a:cubicBezTo>
                  <a:pt x="9165180" y="828263"/>
                  <a:pt x="9160288" y="818292"/>
                  <a:pt x="9179544" y="814438"/>
                </a:cubicBezTo>
                <a:cubicBezTo>
                  <a:pt x="9189199" y="812512"/>
                  <a:pt x="9203094" y="812467"/>
                  <a:pt x="9217800" y="813948"/>
                </a:cubicBezTo>
                <a:close/>
                <a:moveTo>
                  <a:pt x="2183228" y="813658"/>
                </a:moveTo>
                <a:cubicBezTo>
                  <a:pt x="2185757" y="813371"/>
                  <a:pt x="2187396" y="813632"/>
                  <a:pt x="2187090" y="814230"/>
                </a:cubicBezTo>
                <a:cubicBezTo>
                  <a:pt x="2186896" y="814855"/>
                  <a:pt x="2184700" y="815584"/>
                  <a:pt x="2182283" y="815844"/>
                </a:cubicBezTo>
                <a:cubicBezTo>
                  <a:pt x="2179838" y="816131"/>
                  <a:pt x="2178254" y="815871"/>
                  <a:pt x="2178532" y="815245"/>
                </a:cubicBezTo>
                <a:cubicBezTo>
                  <a:pt x="2178754" y="814621"/>
                  <a:pt x="2180866" y="813944"/>
                  <a:pt x="2183228" y="813658"/>
                </a:cubicBezTo>
                <a:close/>
                <a:moveTo>
                  <a:pt x="7927737" y="812590"/>
                </a:moveTo>
                <a:cubicBezTo>
                  <a:pt x="7936619" y="813540"/>
                  <a:pt x="7945378" y="815480"/>
                  <a:pt x="7951908" y="818187"/>
                </a:cubicBezTo>
                <a:cubicBezTo>
                  <a:pt x="7965162" y="823577"/>
                  <a:pt x="7964579" y="830059"/>
                  <a:pt x="7950546" y="832610"/>
                </a:cubicBezTo>
                <a:cubicBezTo>
                  <a:pt x="7936376" y="835161"/>
                  <a:pt x="7914174" y="832741"/>
                  <a:pt x="7901086" y="827273"/>
                </a:cubicBezTo>
                <a:cubicBezTo>
                  <a:pt x="7887971" y="821832"/>
                  <a:pt x="7888804" y="815401"/>
                  <a:pt x="7902837" y="812928"/>
                </a:cubicBezTo>
                <a:cubicBezTo>
                  <a:pt x="7909853" y="811679"/>
                  <a:pt x="7918856" y="811640"/>
                  <a:pt x="7927737" y="812590"/>
                </a:cubicBezTo>
                <a:close/>
                <a:moveTo>
                  <a:pt x="8572726" y="812122"/>
                </a:moveTo>
                <a:cubicBezTo>
                  <a:pt x="8585476" y="813443"/>
                  <a:pt x="8598529" y="816132"/>
                  <a:pt x="8608866" y="819880"/>
                </a:cubicBezTo>
                <a:cubicBezTo>
                  <a:pt x="8629761" y="827404"/>
                  <a:pt x="8631956" y="836411"/>
                  <a:pt x="8613504" y="839979"/>
                </a:cubicBezTo>
                <a:cubicBezTo>
                  <a:pt x="8594944" y="843520"/>
                  <a:pt x="8562934" y="840161"/>
                  <a:pt x="8542123" y="832507"/>
                </a:cubicBezTo>
                <a:cubicBezTo>
                  <a:pt x="8521671" y="824931"/>
                  <a:pt x="8520004" y="816001"/>
                  <a:pt x="8538399" y="812564"/>
                </a:cubicBezTo>
                <a:cubicBezTo>
                  <a:pt x="8547527" y="810847"/>
                  <a:pt x="8559974" y="810801"/>
                  <a:pt x="8572726" y="812122"/>
                </a:cubicBezTo>
                <a:close/>
                <a:moveTo>
                  <a:pt x="7425992" y="808242"/>
                </a:moveTo>
                <a:cubicBezTo>
                  <a:pt x="7426464" y="808164"/>
                  <a:pt x="7427215" y="808242"/>
                  <a:pt x="7427520" y="808424"/>
                </a:cubicBezTo>
                <a:cubicBezTo>
                  <a:pt x="7427881" y="808581"/>
                  <a:pt x="7427798" y="808789"/>
                  <a:pt x="7427325" y="808867"/>
                </a:cubicBezTo>
                <a:cubicBezTo>
                  <a:pt x="7426909" y="808971"/>
                  <a:pt x="7426186" y="808867"/>
                  <a:pt x="7425797" y="808685"/>
                </a:cubicBezTo>
                <a:cubicBezTo>
                  <a:pt x="7425408" y="808555"/>
                  <a:pt x="7425436" y="808321"/>
                  <a:pt x="7425992" y="808242"/>
                </a:cubicBezTo>
                <a:close/>
                <a:moveTo>
                  <a:pt x="9359066" y="806258"/>
                </a:moveTo>
                <a:cubicBezTo>
                  <a:pt x="9370889" y="807429"/>
                  <a:pt x="9383456" y="809818"/>
                  <a:pt x="9393974" y="813163"/>
                </a:cubicBezTo>
                <a:cubicBezTo>
                  <a:pt x="9415231" y="819854"/>
                  <a:pt x="9420343" y="827873"/>
                  <a:pt x="9405117" y="830996"/>
                </a:cubicBezTo>
                <a:cubicBezTo>
                  <a:pt x="9389723" y="834147"/>
                  <a:pt x="9360157" y="831179"/>
                  <a:pt x="9339011" y="824384"/>
                </a:cubicBezTo>
                <a:cubicBezTo>
                  <a:pt x="9318007" y="817641"/>
                  <a:pt x="9313365" y="809727"/>
                  <a:pt x="9328619" y="806655"/>
                </a:cubicBezTo>
                <a:cubicBezTo>
                  <a:pt x="9336163" y="805132"/>
                  <a:pt x="9347243" y="805086"/>
                  <a:pt x="9359066" y="806258"/>
                </a:cubicBezTo>
                <a:close/>
                <a:moveTo>
                  <a:pt x="2851813" y="805431"/>
                </a:moveTo>
                <a:cubicBezTo>
                  <a:pt x="2860038" y="806635"/>
                  <a:pt x="2864957" y="809089"/>
                  <a:pt x="2864665" y="812512"/>
                </a:cubicBezTo>
                <a:cubicBezTo>
                  <a:pt x="2863997" y="819385"/>
                  <a:pt x="2842380" y="827586"/>
                  <a:pt x="2816260" y="830788"/>
                </a:cubicBezTo>
                <a:cubicBezTo>
                  <a:pt x="2790085" y="833990"/>
                  <a:pt x="2769662" y="830970"/>
                  <a:pt x="2770524" y="824018"/>
                </a:cubicBezTo>
                <a:cubicBezTo>
                  <a:pt x="2771552" y="817120"/>
                  <a:pt x="2793280" y="808971"/>
                  <a:pt x="2819122" y="805847"/>
                </a:cubicBezTo>
                <a:cubicBezTo>
                  <a:pt x="2832057" y="804272"/>
                  <a:pt x="2843588" y="804226"/>
                  <a:pt x="2851813" y="805431"/>
                </a:cubicBezTo>
                <a:close/>
                <a:moveTo>
                  <a:pt x="9488308" y="802671"/>
                </a:moveTo>
                <a:cubicBezTo>
                  <a:pt x="9494839" y="801318"/>
                  <a:pt x="9507758" y="802593"/>
                  <a:pt x="9517290" y="805536"/>
                </a:cubicBezTo>
                <a:cubicBezTo>
                  <a:pt x="9526876" y="808477"/>
                  <a:pt x="9529183" y="811940"/>
                  <a:pt x="9522735" y="813293"/>
                </a:cubicBezTo>
                <a:cubicBezTo>
                  <a:pt x="9516123" y="814673"/>
                  <a:pt x="9503034" y="813397"/>
                  <a:pt x="9493533" y="810430"/>
                </a:cubicBezTo>
                <a:cubicBezTo>
                  <a:pt x="9483974" y="807462"/>
                  <a:pt x="9481724" y="804026"/>
                  <a:pt x="9488308" y="802671"/>
                </a:cubicBezTo>
                <a:close/>
                <a:moveTo>
                  <a:pt x="8715185" y="801409"/>
                </a:moveTo>
                <a:cubicBezTo>
                  <a:pt x="8727980" y="802710"/>
                  <a:pt x="8741200" y="805366"/>
                  <a:pt x="8751828" y="809075"/>
                </a:cubicBezTo>
                <a:cubicBezTo>
                  <a:pt x="8773028" y="816548"/>
                  <a:pt x="8775751" y="825451"/>
                  <a:pt x="8757716" y="828940"/>
                </a:cubicBezTo>
                <a:cubicBezTo>
                  <a:pt x="8739518" y="832455"/>
                  <a:pt x="8707424" y="829148"/>
                  <a:pt x="8686306" y="821599"/>
                </a:cubicBezTo>
                <a:cubicBezTo>
                  <a:pt x="8665299" y="814075"/>
                  <a:pt x="8663049" y="805275"/>
                  <a:pt x="8681082" y="801864"/>
                </a:cubicBezTo>
                <a:cubicBezTo>
                  <a:pt x="8690016" y="800159"/>
                  <a:pt x="8702389" y="800107"/>
                  <a:pt x="8715185" y="801409"/>
                </a:cubicBezTo>
                <a:close/>
                <a:moveTo>
                  <a:pt x="3335181" y="800713"/>
                </a:moveTo>
                <a:cubicBezTo>
                  <a:pt x="3340871" y="801513"/>
                  <a:pt x="3344553" y="803140"/>
                  <a:pt x="3344927" y="805405"/>
                </a:cubicBezTo>
                <a:cubicBezTo>
                  <a:pt x="3345539" y="810013"/>
                  <a:pt x="3332506" y="815480"/>
                  <a:pt x="3315613" y="817589"/>
                </a:cubicBezTo>
                <a:cubicBezTo>
                  <a:pt x="3298746" y="819724"/>
                  <a:pt x="3284519" y="817693"/>
                  <a:pt x="3283936" y="813085"/>
                </a:cubicBezTo>
                <a:cubicBezTo>
                  <a:pt x="3283547" y="808503"/>
                  <a:pt x="3296634" y="803062"/>
                  <a:pt x="3313390" y="800980"/>
                </a:cubicBezTo>
                <a:cubicBezTo>
                  <a:pt x="3321795" y="799938"/>
                  <a:pt x="3329492" y="799912"/>
                  <a:pt x="3335181" y="800713"/>
                </a:cubicBezTo>
                <a:close/>
                <a:moveTo>
                  <a:pt x="8073394" y="798373"/>
                </a:moveTo>
                <a:cubicBezTo>
                  <a:pt x="8085457" y="799645"/>
                  <a:pt x="8097482" y="802230"/>
                  <a:pt x="8106623" y="805822"/>
                </a:cubicBezTo>
                <a:cubicBezTo>
                  <a:pt x="8124990" y="813086"/>
                  <a:pt x="8124823" y="821729"/>
                  <a:pt x="8106123" y="825165"/>
                </a:cubicBezTo>
                <a:cubicBezTo>
                  <a:pt x="8087312" y="828550"/>
                  <a:pt x="8057135" y="825348"/>
                  <a:pt x="8038824" y="818006"/>
                </a:cubicBezTo>
                <a:cubicBezTo>
                  <a:pt x="8020735" y="810716"/>
                  <a:pt x="8021347" y="802099"/>
                  <a:pt x="8039935" y="798792"/>
                </a:cubicBezTo>
                <a:cubicBezTo>
                  <a:pt x="8049229" y="797139"/>
                  <a:pt x="8061331" y="797100"/>
                  <a:pt x="8073394" y="798373"/>
                </a:cubicBezTo>
                <a:close/>
                <a:moveTo>
                  <a:pt x="3808713" y="797516"/>
                </a:moveTo>
                <a:cubicBezTo>
                  <a:pt x="3814575" y="796787"/>
                  <a:pt x="3819827" y="797490"/>
                  <a:pt x="3820466" y="799104"/>
                </a:cubicBezTo>
                <a:cubicBezTo>
                  <a:pt x="3820994" y="800744"/>
                  <a:pt x="3816798" y="802671"/>
                  <a:pt x="3810991" y="803426"/>
                </a:cubicBezTo>
                <a:cubicBezTo>
                  <a:pt x="3805211" y="804181"/>
                  <a:pt x="3799904" y="803452"/>
                  <a:pt x="3799320" y="801812"/>
                </a:cubicBezTo>
                <a:cubicBezTo>
                  <a:pt x="3798737" y="800224"/>
                  <a:pt x="3802933" y="798271"/>
                  <a:pt x="3808713" y="797516"/>
                </a:cubicBezTo>
                <a:close/>
                <a:moveTo>
                  <a:pt x="9640052" y="796526"/>
                </a:moveTo>
                <a:cubicBezTo>
                  <a:pt x="9641052" y="796345"/>
                  <a:pt x="9642941" y="796501"/>
                  <a:pt x="9644331" y="796943"/>
                </a:cubicBezTo>
                <a:cubicBezTo>
                  <a:pt x="9645719" y="797386"/>
                  <a:pt x="9646193" y="797855"/>
                  <a:pt x="9645221" y="798064"/>
                </a:cubicBezTo>
                <a:cubicBezTo>
                  <a:pt x="9644302" y="798245"/>
                  <a:pt x="9642302" y="798064"/>
                  <a:pt x="9640911" y="797672"/>
                </a:cubicBezTo>
                <a:cubicBezTo>
                  <a:pt x="9639494" y="797204"/>
                  <a:pt x="9639219" y="796709"/>
                  <a:pt x="9640052" y="796526"/>
                </a:cubicBezTo>
                <a:close/>
                <a:moveTo>
                  <a:pt x="7570760" y="796526"/>
                </a:moveTo>
                <a:cubicBezTo>
                  <a:pt x="7572788" y="796162"/>
                  <a:pt x="7575901" y="796501"/>
                  <a:pt x="7577679" y="797256"/>
                </a:cubicBezTo>
                <a:cubicBezTo>
                  <a:pt x="7579374" y="798037"/>
                  <a:pt x="7579097" y="798922"/>
                  <a:pt x="7577068" y="799312"/>
                </a:cubicBezTo>
                <a:cubicBezTo>
                  <a:pt x="7575012" y="799677"/>
                  <a:pt x="7571983" y="799312"/>
                  <a:pt x="7570177" y="798558"/>
                </a:cubicBezTo>
                <a:cubicBezTo>
                  <a:pt x="7568454" y="797803"/>
                  <a:pt x="7568732" y="796918"/>
                  <a:pt x="7570760" y="796526"/>
                </a:cubicBezTo>
                <a:close/>
                <a:moveTo>
                  <a:pt x="2719119" y="791685"/>
                </a:moveTo>
                <a:cubicBezTo>
                  <a:pt x="2728129" y="793006"/>
                  <a:pt x="2733401" y="795694"/>
                  <a:pt x="2732846" y="799443"/>
                </a:cubicBezTo>
                <a:cubicBezTo>
                  <a:pt x="2731623" y="806992"/>
                  <a:pt x="2707087" y="816027"/>
                  <a:pt x="2677884" y="819593"/>
                </a:cubicBezTo>
                <a:cubicBezTo>
                  <a:pt x="2648624" y="823160"/>
                  <a:pt x="2626228" y="819776"/>
                  <a:pt x="2627813" y="812121"/>
                </a:cubicBezTo>
                <a:cubicBezTo>
                  <a:pt x="2629452" y="804519"/>
                  <a:pt x="2654154" y="795589"/>
                  <a:pt x="2682968" y="792127"/>
                </a:cubicBezTo>
                <a:cubicBezTo>
                  <a:pt x="2697362" y="790409"/>
                  <a:pt x="2710109" y="790364"/>
                  <a:pt x="2719119" y="791685"/>
                </a:cubicBezTo>
                <a:close/>
                <a:moveTo>
                  <a:pt x="8855919" y="790514"/>
                </a:moveTo>
                <a:cubicBezTo>
                  <a:pt x="8869011" y="791835"/>
                  <a:pt x="8882605" y="794524"/>
                  <a:pt x="8893623" y="798272"/>
                </a:cubicBezTo>
                <a:cubicBezTo>
                  <a:pt x="8915852" y="805822"/>
                  <a:pt x="8919298" y="814829"/>
                  <a:pt x="8901181" y="818396"/>
                </a:cubicBezTo>
                <a:cubicBezTo>
                  <a:pt x="8882897" y="821937"/>
                  <a:pt x="8850024" y="818578"/>
                  <a:pt x="8827934" y="810925"/>
                </a:cubicBezTo>
                <a:cubicBezTo>
                  <a:pt x="8805983" y="803348"/>
                  <a:pt x="8803065" y="794393"/>
                  <a:pt x="8821237" y="790956"/>
                </a:cubicBezTo>
                <a:cubicBezTo>
                  <a:pt x="8830241" y="789238"/>
                  <a:pt x="8842829" y="789193"/>
                  <a:pt x="8855919" y="790514"/>
                </a:cubicBezTo>
                <a:close/>
                <a:moveTo>
                  <a:pt x="8216963" y="787825"/>
                </a:moveTo>
                <a:cubicBezTo>
                  <a:pt x="8229022" y="789088"/>
                  <a:pt x="8241137" y="791646"/>
                  <a:pt x="8250502" y="795199"/>
                </a:cubicBezTo>
                <a:cubicBezTo>
                  <a:pt x="8269340" y="802384"/>
                  <a:pt x="8269813" y="810950"/>
                  <a:pt x="8251391" y="814256"/>
                </a:cubicBezTo>
                <a:cubicBezTo>
                  <a:pt x="8232969" y="817667"/>
                  <a:pt x="8202736" y="814465"/>
                  <a:pt x="8184036" y="807201"/>
                </a:cubicBezTo>
                <a:cubicBezTo>
                  <a:pt x="8165447" y="799990"/>
                  <a:pt x="8165364" y="791502"/>
                  <a:pt x="8183759" y="788222"/>
                </a:cubicBezTo>
                <a:cubicBezTo>
                  <a:pt x="8192901" y="786595"/>
                  <a:pt x="8204904" y="786563"/>
                  <a:pt x="8216963" y="787825"/>
                </a:cubicBezTo>
                <a:close/>
                <a:moveTo>
                  <a:pt x="3199757" y="787207"/>
                </a:moveTo>
                <a:cubicBezTo>
                  <a:pt x="3206196" y="788119"/>
                  <a:pt x="3210260" y="789980"/>
                  <a:pt x="3210413" y="792570"/>
                </a:cubicBezTo>
                <a:cubicBezTo>
                  <a:pt x="3210940" y="797725"/>
                  <a:pt x="3195491" y="803973"/>
                  <a:pt x="3176069" y="806368"/>
                </a:cubicBezTo>
                <a:cubicBezTo>
                  <a:pt x="3156506" y="808815"/>
                  <a:pt x="3140474" y="806472"/>
                  <a:pt x="3140279" y="801265"/>
                </a:cubicBezTo>
                <a:cubicBezTo>
                  <a:pt x="3140029" y="796059"/>
                  <a:pt x="3155506" y="789915"/>
                  <a:pt x="3174846" y="787545"/>
                </a:cubicBezTo>
                <a:cubicBezTo>
                  <a:pt x="3184502" y="786335"/>
                  <a:pt x="3193317" y="786296"/>
                  <a:pt x="3199757" y="787207"/>
                </a:cubicBezTo>
                <a:close/>
                <a:moveTo>
                  <a:pt x="3667390" y="783067"/>
                </a:moveTo>
                <a:cubicBezTo>
                  <a:pt x="3677810" y="781765"/>
                  <a:pt x="3686952" y="783015"/>
                  <a:pt x="3687897" y="785853"/>
                </a:cubicBezTo>
                <a:cubicBezTo>
                  <a:pt x="3688814" y="788742"/>
                  <a:pt x="3681033" y="792153"/>
                  <a:pt x="3670669" y="793481"/>
                </a:cubicBezTo>
                <a:cubicBezTo>
                  <a:pt x="3660194" y="794809"/>
                  <a:pt x="3650996" y="793559"/>
                  <a:pt x="3650107" y="790695"/>
                </a:cubicBezTo>
                <a:cubicBezTo>
                  <a:pt x="3649217" y="787831"/>
                  <a:pt x="3657026" y="784421"/>
                  <a:pt x="3667390" y="783067"/>
                </a:cubicBezTo>
                <a:close/>
                <a:moveTo>
                  <a:pt x="7709110" y="782938"/>
                </a:moveTo>
                <a:cubicBezTo>
                  <a:pt x="7715722" y="781819"/>
                  <a:pt x="7725754" y="782885"/>
                  <a:pt x="7731506" y="785333"/>
                </a:cubicBezTo>
                <a:cubicBezTo>
                  <a:pt x="7737257" y="787780"/>
                  <a:pt x="7736645" y="790695"/>
                  <a:pt x="7730115" y="791841"/>
                </a:cubicBezTo>
                <a:cubicBezTo>
                  <a:pt x="7723419" y="792987"/>
                  <a:pt x="7713416" y="791893"/>
                  <a:pt x="7707609" y="789446"/>
                </a:cubicBezTo>
                <a:cubicBezTo>
                  <a:pt x="7701912" y="786947"/>
                  <a:pt x="7702551" y="784057"/>
                  <a:pt x="7709110" y="782938"/>
                </a:cubicBezTo>
                <a:close/>
                <a:moveTo>
                  <a:pt x="2584424" y="779518"/>
                </a:moveTo>
                <a:cubicBezTo>
                  <a:pt x="2593281" y="780823"/>
                  <a:pt x="2598318" y="783485"/>
                  <a:pt x="2597442" y="787207"/>
                </a:cubicBezTo>
                <a:cubicBezTo>
                  <a:pt x="2595858" y="794653"/>
                  <a:pt x="2570739" y="803583"/>
                  <a:pt x="2541591" y="807071"/>
                </a:cubicBezTo>
                <a:cubicBezTo>
                  <a:pt x="2512220" y="810586"/>
                  <a:pt x="2490269" y="807279"/>
                  <a:pt x="2492381" y="799704"/>
                </a:cubicBezTo>
                <a:cubicBezTo>
                  <a:pt x="2494465" y="792205"/>
                  <a:pt x="2519639" y="783380"/>
                  <a:pt x="2548482" y="779969"/>
                </a:cubicBezTo>
                <a:cubicBezTo>
                  <a:pt x="2562890" y="778265"/>
                  <a:pt x="2575568" y="778213"/>
                  <a:pt x="2584424" y="779518"/>
                </a:cubicBezTo>
                <a:close/>
                <a:moveTo>
                  <a:pt x="8994608" y="778916"/>
                </a:moveTo>
                <a:cubicBezTo>
                  <a:pt x="9008760" y="780328"/>
                  <a:pt x="9023550" y="783198"/>
                  <a:pt x="9035638" y="787207"/>
                </a:cubicBezTo>
                <a:cubicBezTo>
                  <a:pt x="9060062" y="795278"/>
                  <a:pt x="9064453" y="804884"/>
                  <a:pt x="9045225" y="808660"/>
                </a:cubicBezTo>
                <a:cubicBezTo>
                  <a:pt x="9025969" y="812460"/>
                  <a:pt x="8990401" y="808842"/>
                  <a:pt x="8966144" y="800668"/>
                </a:cubicBezTo>
                <a:cubicBezTo>
                  <a:pt x="8942025" y="792596"/>
                  <a:pt x="8938134" y="783068"/>
                  <a:pt x="8957390" y="779371"/>
                </a:cubicBezTo>
                <a:cubicBezTo>
                  <a:pt x="8966936" y="777549"/>
                  <a:pt x="8980453" y="777504"/>
                  <a:pt x="8994608" y="778916"/>
                </a:cubicBezTo>
                <a:close/>
                <a:moveTo>
                  <a:pt x="8359060" y="777997"/>
                </a:moveTo>
                <a:cubicBezTo>
                  <a:pt x="8370582" y="779182"/>
                  <a:pt x="8382252" y="781596"/>
                  <a:pt x="8391353" y="784968"/>
                </a:cubicBezTo>
                <a:cubicBezTo>
                  <a:pt x="8409580" y="791737"/>
                  <a:pt x="8410691" y="799781"/>
                  <a:pt x="8393436" y="802957"/>
                </a:cubicBezTo>
                <a:cubicBezTo>
                  <a:pt x="8376320" y="806134"/>
                  <a:pt x="8347366" y="803166"/>
                  <a:pt x="8329166" y="796319"/>
                </a:cubicBezTo>
                <a:cubicBezTo>
                  <a:pt x="8311132" y="789498"/>
                  <a:pt x="8310520" y="781505"/>
                  <a:pt x="8327666" y="778407"/>
                </a:cubicBezTo>
                <a:cubicBezTo>
                  <a:pt x="8336168" y="776859"/>
                  <a:pt x="8347540" y="776813"/>
                  <a:pt x="8359060" y="777997"/>
                </a:cubicBezTo>
                <a:close/>
                <a:moveTo>
                  <a:pt x="2413050" y="776559"/>
                </a:moveTo>
                <a:cubicBezTo>
                  <a:pt x="2423303" y="775362"/>
                  <a:pt x="2430833" y="776481"/>
                  <a:pt x="2430111" y="779110"/>
                </a:cubicBezTo>
                <a:cubicBezTo>
                  <a:pt x="2429221" y="781688"/>
                  <a:pt x="2420219" y="784760"/>
                  <a:pt x="2410022" y="786036"/>
                </a:cubicBezTo>
                <a:cubicBezTo>
                  <a:pt x="2399657" y="787207"/>
                  <a:pt x="2392099" y="786061"/>
                  <a:pt x="2393016" y="783432"/>
                </a:cubicBezTo>
                <a:cubicBezTo>
                  <a:pt x="2393849" y="780829"/>
                  <a:pt x="2402825" y="777783"/>
                  <a:pt x="2413050" y="776559"/>
                </a:cubicBezTo>
                <a:close/>
                <a:moveTo>
                  <a:pt x="9911414" y="775986"/>
                </a:moveTo>
                <a:cubicBezTo>
                  <a:pt x="9911747" y="775934"/>
                  <a:pt x="9912527" y="775986"/>
                  <a:pt x="9913193" y="776169"/>
                </a:cubicBezTo>
                <a:cubicBezTo>
                  <a:pt x="9913719" y="776324"/>
                  <a:pt x="9913915" y="776533"/>
                  <a:pt x="9913638" y="776637"/>
                </a:cubicBezTo>
                <a:cubicBezTo>
                  <a:pt x="9913164" y="776715"/>
                  <a:pt x="9912470" y="776637"/>
                  <a:pt x="9911858" y="776454"/>
                </a:cubicBezTo>
                <a:cubicBezTo>
                  <a:pt x="9911274" y="776272"/>
                  <a:pt x="9911110" y="776064"/>
                  <a:pt x="9911414" y="775986"/>
                </a:cubicBezTo>
                <a:close/>
                <a:moveTo>
                  <a:pt x="3066218" y="773887"/>
                </a:moveTo>
                <a:cubicBezTo>
                  <a:pt x="3073403" y="774906"/>
                  <a:pt x="3077870" y="776976"/>
                  <a:pt x="3077870" y="779865"/>
                </a:cubicBezTo>
                <a:cubicBezTo>
                  <a:pt x="3077982" y="785644"/>
                  <a:pt x="3060171" y="792596"/>
                  <a:pt x="3038080" y="795303"/>
                </a:cubicBezTo>
                <a:cubicBezTo>
                  <a:pt x="3016046" y="798012"/>
                  <a:pt x="2998068" y="795460"/>
                  <a:pt x="2998234" y="789576"/>
                </a:cubicBezTo>
                <a:cubicBezTo>
                  <a:pt x="2998457" y="783744"/>
                  <a:pt x="3016435" y="776871"/>
                  <a:pt x="3038247" y="774216"/>
                </a:cubicBezTo>
                <a:cubicBezTo>
                  <a:pt x="3049125" y="772901"/>
                  <a:pt x="3059031" y="772869"/>
                  <a:pt x="3066218" y="773887"/>
                </a:cubicBezTo>
                <a:close/>
                <a:moveTo>
                  <a:pt x="7221762" y="773409"/>
                </a:moveTo>
                <a:cubicBezTo>
                  <a:pt x="7222678" y="773253"/>
                  <a:pt x="7224012" y="773409"/>
                  <a:pt x="7224734" y="773748"/>
                </a:cubicBezTo>
                <a:cubicBezTo>
                  <a:pt x="7225541" y="774086"/>
                  <a:pt x="7225262" y="774502"/>
                  <a:pt x="7224234" y="774633"/>
                </a:cubicBezTo>
                <a:cubicBezTo>
                  <a:pt x="7223400" y="774789"/>
                  <a:pt x="7221928" y="774633"/>
                  <a:pt x="7221344" y="774295"/>
                </a:cubicBezTo>
                <a:cubicBezTo>
                  <a:pt x="7220705" y="773956"/>
                  <a:pt x="7220760" y="773592"/>
                  <a:pt x="7221762" y="773409"/>
                </a:cubicBezTo>
                <a:close/>
                <a:moveTo>
                  <a:pt x="9132664" y="769660"/>
                </a:moveTo>
                <a:cubicBezTo>
                  <a:pt x="9145804" y="770949"/>
                  <a:pt x="9159635" y="773578"/>
                  <a:pt x="9171096" y="777262"/>
                </a:cubicBezTo>
                <a:cubicBezTo>
                  <a:pt x="9194049" y="784629"/>
                  <a:pt x="9198690" y="793455"/>
                  <a:pt x="9181267" y="796918"/>
                </a:cubicBezTo>
                <a:cubicBezTo>
                  <a:pt x="9163706" y="800406"/>
                  <a:pt x="9130751" y="797126"/>
                  <a:pt x="9107883" y="789628"/>
                </a:cubicBezTo>
                <a:cubicBezTo>
                  <a:pt x="9085097" y="782208"/>
                  <a:pt x="9080957" y="773487"/>
                  <a:pt x="9098380" y="770102"/>
                </a:cubicBezTo>
                <a:cubicBezTo>
                  <a:pt x="9107077" y="768423"/>
                  <a:pt x="9119526" y="768372"/>
                  <a:pt x="9132664" y="769660"/>
                </a:cubicBezTo>
                <a:close/>
                <a:moveTo>
                  <a:pt x="7843346" y="768671"/>
                </a:moveTo>
                <a:cubicBezTo>
                  <a:pt x="7855572" y="766562"/>
                  <a:pt x="7874522" y="768541"/>
                  <a:pt x="7885776" y="773149"/>
                </a:cubicBezTo>
                <a:cubicBezTo>
                  <a:pt x="7897085" y="777731"/>
                  <a:pt x="7896446" y="783198"/>
                  <a:pt x="7884220" y="785333"/>
                </a:cubicBezTo>
                <a:cubicBezTo>
                  <a:pt x="7871827" y="787493"/>
                  <a:pt x="7852654" y="785437"/>
                  <a:pt x="7841484" y="780829"/>
                </a:cubicBezTo>
                <a:cubicBezTo>
                  <a:pt x="7830231" y="776195"/>
                  <a:pt x="7831147" y="770780"/>
                  <a:pt x="7843346" y="768671"/>
                </a:cubicBezTo>
                <a:close/>
                <a:moveTo>
                  <a:pt x="3547902" y="768567"/>
                </a:moveTo>
                <a:cubicBezTo>
                  <a:pt x="3553167" y="769289"/>
                  <a:pt x="3556675" y="770753"/>
                  <a:pt x="3557161" y="772784"/>
                </a:cubicBezTo>
                <a:cubicBezTo>
                  <a:pt x="3558273" y="776871"/>
                  <a:pt x="3546908" y="781739"/>
                  <a:pt x="3531793" y="783640"/>
                </a:cubicBezTo>
                <a:cubicBezTo>
                  <a:pt x="3516704" y="785566"/>
                  <a:pt x="3503533" y="783744"/>
                  <a:pt x="3502617" y="779631"/>
                </a:cubicBezTo>
                <a:cubicBezTo>
                  <a:pt x="3501644" y="775517"/>
                  <a:pt x="3513120" y="770675"/>
                  <a:pt x="3528096" y="768800"/>
                </a:cubicBezTo>
                <a:cubicBezTo>
                  <a:pt x="3535613" y="767863"/>
                  <a:pt x="3542636" y="767844"/>
                  <a:pt x="3547902" y="768567"/>
                </a:cubicBezTo>
                <a:close/>
                <a:moveTo>
                  <a:pt x="2280091" y="768462"/>
                </a:moveTo>
                <a:cubicBezTo>
                  <a:pt x="2281703" y="768306"/>
                  <a:pt x="2282870" y="768462"/>
                  <a:pt x="2282759" y="768905"/>
                </a:cubicBezTo>
                <a:cubicBezTo>
                  <a:pt x="2282620" y="769296"/>
                  <a:pt x="2281064" y="769816"/>
                  <a:pt x="2279480" y="769998"/>
                </a:cubicBezTo>
                <a:cubicBezTo>
                  <a:pt x="2277785" y="770155"/>
                  <a:pt x="2276590" y="769998"/>
                  <a:pt x="2276701" y="769607"/>
                </a:cubicBezTo>
                <a:cubicBezTo>
                  <a:pt x="2276951" y="769139"/>
                  <a:pt x="2278341" y="768671"/>
                  <a:pt x="2280091" y="768462"/>
                </a:cubicBezTo>
                <a:close/>
                <a:moveTo>
                  <a:pt x="4022863" y="767499"/>
                </a:moveTo>
                <a:cubicBezTo>
                  <a:pt x="4024032" y="767343"/>
                  <a:pt x="4025142" y="767499"/>
                  <a:pt x="4025281" y="767838"/>
                </a:cubicBezTo>
                <a:cubicBezTo>
                  <a:pt x="4025449" y="768202"/>
                  <a:pt x="4024614" y="768541"/>
                  <a:pt x="4023393" y="768723"/>
                </a:cubicBezTo>
                <a:cubicBezTo>
                  <a:pt x="4022141" y="768854"/>
                  <a:pt x="4021224" y="768723"/>
                  <a:pt x="4020974" y="768384"/>
                </a:cubicBezTo>
                <a:cubicBezTo>
                  <a:pt x="4020753" y="768020"/>
                  <a:pt x="4021642" y="767655"/>
                  <a:pt x="4022863" y="767499"/>
                </a:cubicBezTo>
                <a:close/>
                <a:moveTo>
                  <a:pt x="8499209" y="766106"/>
                </a:moveTo>
                <a:cubicBezTo>
                  <a:pt x="8512196" y="767428"/>
                  <a:pt x="8525437" y="770115"/>
                  <a:pt x="8535898" y="773851"/>
                </a:cubicBezTo>
                <a:cubicBezTo>
                  <a:pt x="8556961" y="781375"/>
                  <a:pt x="8558794" y="790383"/>
                  <a:pt x="8539787" y="793923"/>
                </a:cubicBezTo>
                <a:cubicBezTo>
                  <a:pt x="8520809" y="797465"/>
                  <a:pt x="8488078" y="794106"/>
                  <a:pt x="8467210" y="786477"/>
                </a:cubicBezTo>
                <a:cubicBezTo>
                  <a:pt x="8446453" y="778902"/>
                  <a:pt x="8445148" y="769998"/>
                  <a:pt x="8464041" y="766561"/>
                </a:cubicBezTo>
                <a:cubicBezTo>
                  <a:pt x="8473489" y="764830"/>
                  <a:pt x="8486222" y="764785"/>
                  <a:pt x="8499209" y="766106"/>
                </a:cubicBezTo>
                <a:close/>
                <a:moveTo>
                  <a:pt x="9271868" y="764824"/>
                </a:moveTo>
                <a:cubicBezTo>
                  <a:pt x="9279812" y="765599"/>
                  <a:pt x="9288219" y="767173"/>
                  <a:pt x="9295248" y="769373"/>
                </a:cubicBezTo>
                <a:cubicBezTo>
                  <a:pt x="9309335" y="773747"/>
                  <a:pt x="9312393" y="779032"/>
                  <a:pt x="9302055" y="781063"/>
                </a:cubicBezTo>
                <a:cubicBezTo>
                  <a:pt x="9291634" y="783145"/>
                  <a:pt x="9271907" y="781142"/>
                  <a:pt x="9257791" y="776741"/>
                </a:cubicBezTo>
                <a:cubicBezTo>
                  <a:pt x="9243843" y="772316"/>
                  <a:pt x="9241036" y="767108"/>
                  <a:pt x="9251260" y="765078"/>
                </a:cubicBezTo>
                <a:cubicBezTo>
                  <a:pt x="9256442" y="764076"/>
                  <a:pt x="9263925" y="764050"/>
                  <a:pt x="9271868" y="764824"/>
                </a:cubicBezTo>
                <a:close/>
                <a:moveTo>
                  <a:pt x="7366195" y="762708"/>
                </a:moveTo>
                <a:cubicBezTo>
                  <a:pt x="7367834" y="762474"/>
                  <a:pt x="7370196" y="762708"/>
                  <a:pt x="7371419" y="763307"/>
                </a:cubicBezTo>
                <a:cubicBezTo>
                  <a:pt x="7372697" y="763854"/>
                  <a:pt x="7372447" y="764583"/>
                  <a:pt x="7370807" y="764818"/>
                </a:cubicBezTo>
                <a:cubicBezTo>
                  <a:pt x="7369140" y="765104"/>
                  <a:pt x="7366862" y="764818"/>
                  <a:pt x="7365556" y="764271"/>
                </a:cubicBezTo>
                <a:cubicBezTo>
                  <a:pt x="7364277" y="763672"/>
                  <a:pt x="7364555" y="762995"/>
                  <a:pt x="7366195" y="762708"/>
                </a:cubicBezTo>
                <a:close/>
                <a:moveTo>
                  <a:pt x="9408589" y="761720"/>
                </a:moveTo>
                <a:cubicBezTo>
                  <a:pt x="9409923" y="761433"/>
                  <a:pt x="9412646" y="761693"/>
                  <a:pt x="9414426" y="762266"/>
                </a:cubicBezTo>
                <a:cubicBezTo>
                  <a:pt x="9416427" y="762865"/>
                  <a:pt x="9416786" y="763516"/>
                  <a:pt x="9415425" y="763802"/>
                </a:cubicBezTo>
                <a:cubicBezTo>
                  <a:pt x="9414063" y="764062"/>
                  <a:pt x="9411507" y="763802"/>
                  <a:pt x="9409618" y="763229"/>
                </a:cubicBezTo>
                <a:cubicBezTo>
                  <a:pt x="9407783" y="762656"/>
                  <a:pt x="9407311" y="761980"/>
                  <a:pt x="9408589" y="761720"/>
                </a:cubicBezTo>
                <a:close/>
                <a:moveTo>
                  <a:pt x="2933374" y="761196"/>
                </a:moveTo>
                <a:cubicBezTo>
                  <a:pt x="2940953" y="762273"/>
                  <a:pt x="2945551" y="764467"/>
                  <a:pt x="2945384" y="767525"/>
                </a:cubicBezTo>
                <a:cubicBezTo>
                  <a:pt x="2945106" y="773695"/>
                  <a:pt x="2925545" y="781037"/>
                  <a:pt x="2901899" y="783848"/>
                </a:cubicBezTo>
                <a:cubicBezTo>
                  <a:pt x="2878085" y="786765"/>
                  <a:pt x="2859135" y="784031"/>
                  <a:pt x="2859802" y="777809"/>
                </a:cubicBezTo>
                <a:cubicBezTo>
                  <a:pt x="2860386" y="771639"/>
                  <a:pt x="2879919" y="764349"/>
                  <a:pt x="2903482" y="761564"/>
                </a:cubicBezTo>
                <a:cubicBezTo>
                  <a:pt x="2915236" y="760158"/>
                  <a:pt x="2925795" y="760119"/>
                  <a:pt x="2933374" y="761196"/>
                </a:cubicBezTo>
                <a:close/>
                <a:moveTo>
                  <a:pt x="8637963" y="755771"/>
                </a:moveTo>
                <a:cubicBezTo>
                  <a:pt x="8651121" y="757086"/>
                  <a:pt x="8664619" y="759767"/>
                  <a:pt x="8675358" y="763516"/>
                </a:cubicBezTo>
                <a:cubicBezTo>
                  <a:pt x="8697225" y="771065"/>
                  <a:pt x="8699615" y="780073"/>
                  <a:pt x="8680804" y="783588"/>
                </a:cubicBezTo>
                <a:cubicBezTo>
                  <a:pt x="8661881" y="787155"/>
                  <a:pt x="8628816" y="783796"/>
                  <a:pt x="8607198" y="776169"/>
                </a:cubicBezTo>
                <a:cubicBezTo>
                  <a:pt x="8585829" y="768566"/>
                  <a:pt x="8583801" y="759663"/>
                  <a:pt x="8602612" y="756226"/>
                </a:cubicBezTo>
                <a:cubicBezTo>
                  <a:pt x="8611990" y="754508"/>
                  <a:pt x="8624807" y="754456"/>
                  <a:pt x="8637963" y="755771"/>
                </a:cubicBezTo>
                <a:close/>
                <a:moveTo>
                  <a:pt x="3414726" y="755211"/>
                </a:moveTo>
                <a:cubicBezTo>
                  <a:pt x="3420951" y="756064"/>
                  <a:pt x="3425035" y="757801"/>
                  <a:pt x="3425536" y="760236"/>
                </a:cubicBezTo>
                <a:cubicBezTo>
                  <a:pt x="3426397" y="765078"/>
                  <a:pt x="3412420" y="770909"/>
                  <a:pt x="3394137" y="773175"/>
                </a:cubicBezTo>
                <a:cubicBezTo>
                  <a:pt x="3375853" y="775414"/>
                  <a:pt x="3360376" y="773252"/>
                  <a:pt x="3359543" y="768358"/>
                </a:cubicBezTo>
                <a:cubicBezTo>
                  <a:pt x="3358820" y="763489"/>
                  <a:pt x="3372963" y="757736"/>
                  <a:pt x="3391080" y="755497"/>
                </a:cubicBezTo>
                <a:cubicBezTo>
                  <a:pt x="3400138" y="754391"/>
                  <a:pt x="3408503" y="754359"/>
                  <a:pt x="3414726" y="755211"/>
                </a:cubicBezTo>
                <a:close/>
                <a:moveTo>
                  <a:pt x="8007172" y="753581"/>
                </a:moveTo>
                <a:cubicBezTo>
                  <a:pt x="8019041" y="754814"/>
                  <a:pt x="8030822" y="757320"/>
                  <a:pt x="8039770" y="760809"/>
                </a:cubicBezTo>
                <a:cubicBezTo>
                  <a:pt x="8057719" y="767812"/>
                  <a:pt x="8057275" y="776195"/>
                  <a:pt x="8038686" y="779475"/>
                </a:cubicBezTo>
                <a:cubicBezTo>
                  <a:pt x="8020013" y="782808"/>
                  <a:pt x="7990198" y="779631"/>
                  <a:pt x="7972359" y="772576"/>
                </a:cubicBezTo>
                <a:cubicBezTo>
                  <a:pt x="7954631" y="765469"/>
                  <a:pt x="7955520" y="757216"/>
                  <a:pt x="7974054" y="753988"/>
                </a:cubicBezTo>
                <a:cubicBezTo>
                  <a:pt x="7983349" y="752387"/>
                  <a:pt x="7995303" y="752348"/>
                  <a:pt x="8007172" y="753581"/>
                </a:cubicBezTo>
                <a:close/>
                <a:moveTo>
                  <a:pt x="3882041" y="752477"/>
                </a:moveTo>
                <a:cubicBezTo>
                  <a:pt x="3889766" y="751514"/>
                  <a:pt x="3896713" y="752400"/>
                  <a:pt x="3897685" y="754560"/>
                </a:cubicBezTo>
                <a:cubicBezTo>
                  <a:pt x="3898574" y="756669"/>
                  <a:pt x="3893101" y="759195"/>
                  <a:pt x="3885348" y="760184"/>
                </a:cubicBezTo>
                <a:cubicBezTo>
                  <a:pt x="3877540" y="761173"/>
                  <a:pt x="3870566" y="760236"/>
                  <a:pt x="3869704" y="758101"/>
                </a:cubicBezTo>
                <a:cubicBezTo>
                  <a:pt x="3868760" y="755966"/>
                  <a:pt x="3874345" y="753440"/>
                  <a:pt x="3882041" y="752477"/>
                </a:cubicBezTo>
                <a:close/>
                <a:moveTo>
                  <a:pt x="9544993" y="752270"/>
                </a:moveTo>
                <a:cubicBezTo>
                  <a:pt x="9545438" y="752191"/>
                  <a:pt x="9546132" y="752270"/>
                  <a:pt x="9546799" y="752425"/>
                </a:cubicBezTo>
                <a:cubicBezTo>
                  <a:pt x="9547244" y="752582"/>
                  <a:pt x="9547381" y="752790"/>
                  <a:pt x="9547132" y="752868"/>
                </a:cubicBezTo>
                <a:cubicBezTo>
                  <a:pt x="9546687" y="752946"/>
                  <a:pt x="9545964" y="752868"/>
                  <a:pt x="9545382" y="752712"/>
                </a:cubicBezTo>
                <a:cubicBezTo>
                  <a:pt x="9544772" y="752530"/>
                  <a:pt x="9544688" y="752347"/>
                  <a:pt x="9544993" y="752270"/>
                </a:cubicBezTo>
                <a:close/>
                <a:moveTo>
                  <a:pt x="7506573" y="751124"/>
                </a:moveTo>
                <a:cubicBezTo>
                  <a:pt x="7510463" y="750498"/>
                  <a:pt x="7516187" y="751071"/>
                  <a:pt x="7519299" y="752477"/>
                </a:cubicBezTo>
                <a:cubicBezTo>
                  <a:pt x="7522522" y="753883"/>
                  <a:pt x="7522050" y="755497"/>
                  <a:pt x="7518133" y="756174"/>
                </a:cubicBezTo>
                <a:cubicBezTo>
                  <a:pt x="7514325" y="756798"/>
                  <a:pt x="7508573" y="756226"/>
                  <a:pt x="7505350" y="754794"/>
                </a:cubicBezTo>
                <a:cubicBezTo>
                  <a:pt x="7502127" y="753414"/>
                  <a:pt x="7502794" y="751748"/>
                  <a:pt x="7506573" y="751124"/>
                </a:cubicBezTo>
                <a:close/>
                <a:moveTo>
                  <a:pt x="2806126" y="747325"/>
                </a:moveTo>
                <a:cubicBezTo>
                  <a:pt x="2814983" y="748591"/>
                  <a:pt x="2820235" y="751162"/>
                  <a:pt x="2819790" y="754742"/>
                </a:cubicBezTo>
                <a:cubicBezTo>
                  <a:pt x="2819012" y="761953"/>
                  <a:pt x="2795421" y="770571"/>
                  <a:pt x="2767079" y="773955"/>
                </a:cubicBezTo>
                <a:cubicBezTo>
                  <a:pt x="2738626" y="777366"/>
                  <a:pt x="2716591" y="774111"/>
                  <a:pt x="2717785" y="766822"/>
                </a:cubicBezTo>
                <a:cubicBezTo>
                  <a:pt x="2719091" y="759559"/>
                  <a:pt x="2742766" y="751046"/>
                  <a:pt x="2770830" y="747739"/>
                </a:cubicBezTo>
                <a:cubicBezTo>
                  <a:pt x="2784807" y="746099"/>
                  <a:pt x="2797269" y="746060"/>
                  <a:pt x="2806126" y="747325"/>
                </a:cubicBezTo>
                <a:close/>
                <a:moveTo>
                  <a:pt x="8775402" y="746109"/>
                </a:moveTo>
                <a:cubicBezTo>
                  <a:pt x="8788144" y="747375"/>
                  <a:pt x="8801314" y="749952"/>
                  <a:pt x="8811928" y="753545"/>
                </a:cubicBezTo>
                <a:cubicBezTo>
                  <a:pt x="8833324" y="760757"/>
                  <a:pt x="8836353" y="769374"/>
                  <a:pt x="8818432" y="772706"/>
                </a:cubicBezTo>
                <a:cubicBezTo>
                  <a:pt x="8800454" y="776091"/>
                  <a:pt x="8768500" y="772889"/>
                  <a:pt x="8747214" y="765599"/>
                </a:cubicBezTo>
                <a:cubicBezTo>
                  <a:pt x="8726125" y="758362"/>
                  <a:pt x="8723596" y="749796"/>
                  <a:pt x="8741461" y="746542"/>
                </a:cubicBezTo>
                <a:cubicBezTo>
                  <a:pt x="8750352" y="744889"/>
                  <a:pt x="8762663" y="744843"/>
                  <a:pt x="8775402" y="746109"/>
                </a:cubicBezTo>
                <a:close/>
                <a:moveTo>
                  <a:pt x="8147268" y="743701"/>
                </a:moveTo>
                <a:cubicBezTo>
                  <a:pt x="8159036" y="744908"/>
                  <a:pt x="8170810" y="747362"/>
                  <a:pt x="8179812" y="750785"/>
                </a:cubicBezTo>
                <a:cubicBezTo>
                  <a:pt x="8197986" y="757606"/>
                  <a:pt x="8198124" y="765807"/>
                  <a:pt x="8180008" y="769035"/>
                </a:cubicBezTo>
                <a:cubicBezTo>
                  <a:pt x="8161974" y="772238"/>
                  <a:pt x="8132410" y="769217"/>
                  <a:pt x="8114320" y="762240"/>
                </a:cubicBezTo>
                <a:cubicBezTo>
                  <a:pt x="8096536" y="755367"/>
                  <a:pt x="8096731" y="747218"/>
                  <a:pt x="8114765" y="744094"/>
                </a:cubicBezTo>
                <a:cubicBezTo>
                  <a:pt x="8123739" y="742532"/>
                  <a:pt x="8135500" y="742494"/>
                  <a:pt x="8147268" y="743701"/>
                </a:cubicBezTo>
                <a:close/>
                <a:moveTo>
                  <a:pt x="3279598" y="743564"/>
                </a:moveTo>
                <a:cubicBezTo>
                  <a:pt x="3285714" y="744406"/>
                  <a:pt x="3289633" y="746125"/>
                  <a:pt x="3289910" y="748520"/>
                </a:cubicBezTo>
                <a:cubicBezTo>
                  <a:pt x="3290522" y="753310"/>
                  <a:pt x="3276211" y="759038"/>
                  <a:pt x="3257983" y="761276"/>
                </a:cubicBezTo>
                <a:cubicBezTo>
                  <a:pt x="3239561" y="763515"/>
                  <a:pt x="3224223" y="761380"/>
                  <a:pt x="3223862" y="756538"/>
                </a:cubicBezTo>
                <a:cubicBezTo>
                  <a:pt x="3223389" y="751748"/>
                  <a:pt x="3237810" y="746073"/>
                  <a:pt x="3256094" y="743860"/>
                </a:cubicBezTo>
                <a:cubicBezTo>
                  <a:pt x="3265166" y="742753"/>
                  <a:pt x="3273481" y="742721"/>
                  <a:pt x="3279598" y="743564"/>
                </a:cubicBezTo>
                <a:close/>
                <a:moveTo>
                  <a:pt x="9677563" y="742194"/>
                </a:moveTo>
                <a:cubicBezTo>
                  <a:pt x="9677869" y="742116"/>
                  <a:pt x="9678674" y="742194"/>
                  <a:pt x="9679258" y="742350"/>
                </a:cubicBezTo>
                <a:cubicBezTo>
                  <a:pt x="9679813" y="742532"/>
                  <a:pt x="9679952" y="742714"/>
                  <a:pt x="9679674" y="742793"/>
                </a:cubicBezTo>
                <a:cubicBezTo>
                  <a:pt x="9679286" y="742871"/>
                  <a:pt x="9678564" y="742793"/>
                  <a:pt x="9677896" y="742637"/>
                </a:cubicBezTo>
                <a:cubicBezTo>
                  <a:pt x="9677314" y="742454"/>
                  <a:pt x="9677229" y="742271"/>
                  <a:pt x="9677563" y="742194"/>
                </a:cubicBezTo>
                <a:close/>
                <a:moveTo>
                  <a:pt x="3744526" y="740866"/>
                </a:moveTo>
                <a:cubicBezTo>
                  <a:pt x="3752306" y="739903"/>
                  <a:pt x="3759141" y="740814"/>
                  <a:pt x="3759947" y="742923"/>
                </a:cubicBezTo>
                <a:cubicBezTo>
                  <a:pt x="3760697" y="745006"/>
                  <a:pt x="3755057" y="747505"/>
                  <a:pt x="3747249" y="748495"/>
                </a:cubicBezTo>
                <a:cubicBezTo>
                  <a:pt x="3739469" y="749458"/>
                  <a:pt x="3732605" y="748546"/>
                  <a:pt x="3731883" y="746437"/>
                </a:cubicBezTo>
                <a:cubicBezTo>
                  <a:pt x="3731133" y="744330"/>
                  <a:pt x="3736829" y="741830"/>
                  <a:pt x="3744526" y="740866"/>
                </a:cubicBezTo>
                <a:close/>
                <a:moveTo>
                  <a:pt x="7636391" y="735893"/>
                </a:moveTo>
                <a:cubicBezTo>
                  <a:pt x="7648117" y="733941"/>
                  <a:pt x="7665956" y="735763"/>
                  <a:pt x="7676154" y="740059"/>
                </a:cubicBezTo>
                <a:cubicBezTo>
                  <a:pt x="7686435" y="744303"/>
                  <a:pt x="7685212" y="749405"/>
                  <a:pt x="7673319" y="751410"/>
                </a:cubicBezTo>
                <a:cubicBezTo>
                  <a:pt x="7661538" y="753389"/>
                  <a:pt x="7643560" y="751514"/>
                  <a:pt x="7633363" y="747218"/>
                </a:cubicBezTo>
                <a:cubicBezTo>
                  <a:pt x="7623137" y="742923"/>
                  <a:pt x="7624610" y="737846"/>
                  <a:pt x="7636391" y="735893"/>
                </a:cubicBezTo>
                <a:close/>
                <a:moveTo>
                  <a:pt x="2674348" y="735891"/>
                </a:moveTo>
                <a:cubicBezTo>
                  <a:pt x="2682976" y="737124"/>
                  <a:pt x="2687970" y="739629"/>
                  <a:pt x="2687304" y="743130"/>
                </a:cubicBezTo>
                <a:cubicBezTo>
                  <a:pt x="2685970" y="750186"/>
                  <a:pt x="2662239" y="758595"/>
                  <a:pt x="2634148" y="761927"/>
                </a:cubicBezTo>
                <a:cubicBezTo>
                  <a:pt x="2606056" y="765260"/>
                  <a:pt x="2584521" y="762083"/>
                  <a:pt x="2586216" y="754976"/>
                </a:cubicBezTo>
                <a:cubicBezTo>
                  <a:pt x="2587966" y="747842"/>
                  <a:pt x="2611890" y="739538"/>
                  <a:pt x="2639593" y="736283"/>
                </a:cubicBezTo>
                <a:cubicBezTo>
                  <a:pt x="2653460" y="734696"/>
                  <a:pt x="2665720" y="734657"/>
                  <a:pt x="2674348" y="735891"/>
                </a:cubicBezTo>
                <a:close/>
                <a:moveTo>
                  <a:pt x="8910999" y="735396"/>
                </a:moveTo>
                <a:cubicBezTo>
                  <a:pt x="8924501" y="736714"/>
                  <a:pt x="8938554" y="739396"/>
                  <a:pt x="8949972" y="743131"/>
                </a:cubicBezTo>
                <a:cubicBezTo>
                  <a:pt x="8972979" y="750680"/>
                  <a:pt x="8976760" y="759663"/>
                  <a:pt x="8958198" y="763229"/>
                </a:cubicBezTo>
                <a:cubicBezTo>
                  <a:pt x="8939526" y="766796"/>
                  <a:pt x="8905709" y="763438"/>
                  <a:pt x="8882729" y="755783"/>
                </a:cubicBezTo>
                <a:cubicBezTo>
                  <a:pt x="8860027" y="748208"/>
                  <a:pt x="8856832" y="739278"/>
                  <a:pt x="8875339" y="735841"/>
                </a:cubicBezTo>
                <a:cubicBezTo>
                  <a:pt x="8884550" y="734124"/>
                  <a:pt x="8897498" y="734078"/>
                  <a:pt x="8910999" y="735396"/>
                </a:cubicBezTo>
                <a:close/>
                <a:moveTo>
                  <a:pt x="8285870" y="733424"/>
                </a:moveTo>
                <a:cubicBezTo>
                  <a:pt x="8297934" y="734645"/>
                  <a:pt x="8310090" y="737131"/>
                  <a:pt x="8319468" y="740606"/>
                </a:cubicBezTo>
                <a:cubicBezTo>
                  <a:pt x="8338446" y="747531"/>
                  <a:pt x="8339390" y="755836"/>
                  <a:pt x="8321135" y="759091"/>
                </a:cubicBezTo>
                <a:cubicBezTo>
                  <a:pt x="8302907" y="762370"/>
                  <a:pt x="8272648" y="759272"/>
                  <a:pt x="8253697" y="752217"/>
                </a:cubicBezTo>
                <a:cubicBezTo>
                  <a:pt x="8234997" y="745240"/>
                  <a:pt x="8234664" y="737013"/>
                  <a:pt x="8252836" y="733837"/>
                </a:cubicBezTo>
                <a:cubicBezTo>
                  <a:pt x="8261838" y="732249"/>
                  <a:pt x="8273808" y="732203"/>
                  <a:pt x="8285870" y="733424"/>
                </a:cubicBezTo>
                <a:close/>
                <a:moveTo>
                  <a:pt x="2507775" y="733238"/>
                </a:moveTo>
                <a:cubicBezTo>
                  <a:pt x="2517111" y="732171"/>
                  <a:pt x="2524058" y="733160"/>
                  <a:pt x="2523419" y="735477"/>
                </a:cubicBezTo>
                <a:cubicBezTo>
                  <a:pt x="2522779" y="737820"/>
                  <a:pt x="2514750" y="740579"/>
                  <a:pt x="2505413" y="741647"/>
                </a:cubicBezTo>
                <a:cubicBezTo>
                  <a:pt x="2496133" y="742740"/>
                  <a:pt x="2488964" y="741725"/>
                  <a:pt x="2489714" y="739356"/>
                </a:cubicBezTo>
                <a:cubicBezTo>
                  <a:pt x="2490381" y="737039"/>
                  <a:pt x="2498494" y="734305"/>
                  <a:pt x="2507775" y="733238"/>
                </a:cubicBezTo>
                <a:close/>
                <a:moveTo>
                  <a:pt x="9808689" y="732248"/>
                </a:moveTo>
                <a:cubicBezTo>
                  <a:pt x="9809077" y="732170"/>
                  <a:pt x="9809855" y="732222"/>
                  <a:pt x="9810355" y="732404"/>
                </a:cubicBezTo>
                <a:cubicBezTo>
                  <a:pt x="9810992" y="732535"/>
                  <a:pt x="9811049" y="732743"/>
                  <a:pt x="9810800" y="732847"/>
                </a:cubicBezTo>
                <a:cubicBezTo>
                  <a:pt x="9810437" y="732925"/>
                  <a:pt x="9809632" y="732847"/>
                  <a:pt x="9809132" y="732691"/>
                </a:cubicBezTo>
                <a:cubicBezTo>
                  <a:pt x="9808493" y="732508"/>
                  <a:pt x="9808383" y="732301"/>
                  <a:pt x="9808689" y="732248"/>
                </a:cubicBezTo>
                <a:close/>
                <a:moveTo>
                  <a:pt x="7159102" y="730922"/>
                </a:moveTo>
                <a:cubicBezTo>
                  <a:pt x="7159991" y="730765"/>
                  <a:pt x="7161298" y="730922"/>
                  <a:pt x="7161937" y="731234"/>
                </a:cubicBezTo>
                <a:cubicBezTo>
                  <a:pt x="7162660" y="731546"/>
                  <a:pt x="7162465" y="731936"/>
                  <a:pt x="7161520" y="732093"/>
                </a:cubicBezTo>
                <a:cubicBezTo>
                  <a:pt x="7160603" y="732222"/>
                  <a:pt x="7159352" y="732093"/>
                  <a:pt x="7158547" y="731780"/>
                </a:cubicBezTo>
                <a:cubicBezTo>
                  <a:pt x="7157935" y="731468"/>
                  <a:pt x="7158185" y="731077"/>
                  <a:pt x="7159102" y="730922"/>
                </a:cubicBezTo>
                <a:close/>
                <a:moveTo>
                  <a:pt x="3149988" y="730547"/>
                </a:moveTo>
                <a:cubicBezTo>
                  <a:pt x="3157042" y="731520"/>
                  <a:pt x="3161481" y="733499"/>
                  <a:pt x="3161648" y="736258"/>
                </a:cubicBezTo>
                <a:cubicBezTo>
                  <a:pt x="3162008" y="741830"/>
                  <a:pt x="3144809" y="748442"/>
                  <a:pt x="3123330" y="751046"/>
                </a:cubicBezTo>
                <a:cubicBezTo>
                  <a:pt x="3101879" y="753649"/>
                  <a:pt x="3084206" y="751150"/>
                  <a:pt x="3084151" y="745552"/>
                </a:cubicBezTo>
                <a:cubicBezTo>
                  <a:pt x="3084040" y="739981"/>
                  <a:pt x="3101323" y="733420"/>
                  <a:pt x="3122636" y="730869"/>
                </a:cubicBezTo>
                <a:cubicBezTo>
                  <a:pt x="3133264" y="729607"/>
                  <a:pt x="3142933" y="729574"/>
                  <a:pt x="3149988" y="730547"/>
                </a:cubicBezTo>
                <a:close/>
                <a:moveTo>
                  <a:pt x="3625985" y="726300"/>
                </a:moveTo>
                <a:cubicBezTo>
                  <a:pt x="3630859" y="726951"/>
                  <a:pt x="3634158" y="728266"/>
                  <a:pt x="3634686" y="730088"/>
                </a:cubicBezTo>
                <a:cubicBezTo>
                  <a:pt x="3635797" y="733758"/>
                  <a:pt x="3625544" y="738132"/>
                  <a:pt x="3611762" y="739851"/>
                </a:cubicBezTo>
                <a:cubicBezTo>
                  <a:pt x="3597840" y="741543"/>
                  <a:pt x="3585809" y="739955"/>
                  <a:pt x="3584725" y="736232"/>
                </a:cubicBezTo>
                <a:cubicBezTo>
                  <a:pt x="3583781" y="732535"/>
                  <a:pt x="3594145" y="728187"/>
                  <a:pt x="3607844" y="726495"/>
                </a:cubicBezTo>
                <a:cubicBezTo>
                  <a:pt x="3614666" y="725662"/>
                  <a:pt x="3621112" y="725649"/>
                  <a:pt x="3625985" y="726300"/>
                </a:cubicBezTo>
                <a:close/>
                <a:moveTo>
                  <a:pt x="4101499" y="725949"/>
                </a:moveTo>
                <a:cubicBezTo>
                  <a:pt x="4102027" y="725870"/>
                  <a:pt x="4102611" y="725949"/>
                  <a:pt x="4102611" y="726104"/>
                </a:cubicBezTo>
                <a:cubicBezTo>
                  <a:pt x="4102722" y="726261"/>
                  <a:pt x="4102332" y="726469"/>
                  <a:pt x="4101832" y="726521"/>
                </a:cubicBezTo>
                <a:cubicBezTo>
                  <a:pt x="4101194" y="726625"/>
                  <a:pt x="4100666" y="726521"/>
                  <a:pt x="4100582" y="726364"/>
                </a:cubicBezTo>
                <a:cubicBezTo>
                  <a:pt x="4100470" y="726235"/>
                  <a:pt x="4100915" y="726026"/>
                  <a:pt x="4101499" y="725949"/>
                </a:cubicBezTo>
                <a:close/>
                <a:moveTo>
                  <a:pt x="2378067" y="725246"/>
                </a:moveTo>
                <a:cubicBezTo>
                  <a:pt x="2379623" y="725090"/>
                  <a:pt x="2380873" y="725246"/>
                  <a:pt x="2380623" y="725637"/>
                </a:cubicBezTo>
                <a:cubicBezTo>
                  <a:pt x="2380512" y="726027"/>
                  <a:pt x="2379095" y="726495"/>
                  <a:pt x="2377511" y="726704"/>
                </a:cubicBezTo>
                <a:cubicBezTo>
                  <a:pt x="2375900" y="726860"/>
                  <a:pt x="2374677" y="726704"/>
                  <a:pt x="2374843" y="726287"/>
                </a:cubicBezTo>
                <a:cubicBezTo>
                  <a:pt x="2375038" y="725897"/>
                  <a:pt x="2376344" y="725454"/>
                  <a:pt x="2378067" y="725246"/>
                </a:cubicBezTo>
                <a:close/>
                <a:moveTo>
                  <a:pt x="9044902" y="724582"/>
                </a:moveTo>
                <a:cubicBezTo>
                  <a:pt x="9059298" y="725975"/>
                  <a:pt x="9074387" y="728813"/>
                  <a:pt x="9086794" y="732769"/>
                </a:cubicBezTo>
                <a:cubicBezTo>
                  <a:pt x="9111662" y="740710"/>
                  <a:pt x="9116441" y="750212"/>
                  <a:pt x="9097047" y="753935"/>
                </a:cubicBezTo>
                <a:cubicBezTo>
                  <a:pt x="9077597" y="757685"/>
                  <a:pt x="9041502" y="754143"/>
                  <a:pt x="9016605" y="746099"/>
                </a:cubicBezTo>
                <a:cubicBezTo>
                  <a:pt x="8991986" y="738081"/>
                  <a:pt x="8987845" y="728683"/>
                  <a:pt x="9007158" y="725064"/>
                </a:cubicBezTo>
                <a:cubicBezTo>
                  <a:pt x="9016799" y="723242"/>
                  <a:pt x="9030505" y="723189"/>
                  <a:pt x="9044902" y="724582"/>
                </a:cubicBezTo>
                <a:close/>
                <a:moveTo>
                  <a:pt x="8422863" y="722821"/>
                </a:moveTo>
                <a:cubicBezTo>
                  <a:pt x="8435643" y="724100"/>
                  <a:pt x="8448619" y="726704"/>
                  <a:pt x="8458790" y="730323"/>
                </a:cubicBezTo>
                <a:cubicBezTo>
                  <a:pt x="8479406" y="737638"/>
                  <a:pt x="8480880" y="746334"/>
                  <a:pt x="8461930" y="749692"/>
                </a:cubicBezTo>
                <a:cubicBezTo>
                  <a:pt x="8442923" y="753103"/>
                  <a:pt x="8410887" y="749875"/>
                  <a:pt x="8390463" y="742507"/>
                </a:cubicBezTo>
                <a:cubicBezTo>
                  <a:pt x="8370207" y="735191"/>
                  <a:pt x="8369262" y="726600"/>
                  <a:pt x="8388100" y="723268"/>
                </a:cubicBezTo>
                <a:cubicBezTo>
                  <a:pt x="8397492" y="721588"/>
                  <a:pt x="8410081" y="721543"/>
                  <a:pt x="8422863" y="722821"/>
                </a:cubicBezTo>
                <a:close/>
                <a:moveTo>
                  <a:pt x="7798047" y="721327"/>
                </a:moveTo>
                <a:cubicBezTo>
                  <a:pt x="7809321" y="722486"/>
                  <a:pt x="7820394" y="724842"/>
                  <a:pt x="7828646" y="728135"/>
                </a:cubicBezTo>
                <a:cubicBezTo>
                  <a:pt x="7845096" y="734748"/>
                  <a:pt x="7843846" y="742662"/>
                  <a:pt x="7825618" y="745760"/>
                </a:cubicBezTo>
                <a:cubicBezTo>
                  <a:pt x="7807307" y="748884"/>
                  <a:pt x="7779103" y="745943"/>
                  <a:pt x="7762681" y="739252"/>
                </a:cubicBezTo>
                <a:cubicBezTo>
                  <a:pt x="7746399" y="732561"/>
                  <a:pt x="7748066" y="724725"/>
                  <a:pt x="7766238" y="721705"/>
                </a:cubicBezTo>
                <a:cubicBezTo>
                  <a:pt x="7775296" y="720208"/>
                  <a:pt x="7786772" y="720169"/>
                  <a:pt x="7798047" y="721327"/>
                </a:cubicBezTo>
                <a:close/>
                <a:moveTo>
                  <a:pt x="7301119" y="720638"/>
                </a:moveTo>
                <a:cubicBezTo>
                  <a:pt x="7302648" y="720403"/>
                  <a:pt x="7304954" y="720638"/>
                  <a:pt x="7306288" y="721185"/>
                </a:cubicBezTo>
                <a:cubicBezTo>
                  <a:pt x="7307455" y="721757"/>
                  <a:pt x="7307149" y="722408"/>
                  <a:pt x="7305537" y="722669"/>
                </a:cubicBezTo>
                <a:cubicBezTo>
                  <a:pt x="7304009" y="722903"/>
                  <a:pt x="7301647" y="722669"/>
                  <a:pt x="7300453" y="722122"/>
                </a:cubicBezTo>
                <a:cubicBezTo>
                  <a:pt x="7299202" y="721549"/>
                  <a:pt x="7299508" y="720898"/>
                  <a:pt x="7301119" y="720638"/>
                </a:cubicBezTo>
                <a:close/>
                <a:moveTo>
                  <a:pt x="9314892" y="718659"/>
                </a:moveTo>
                <a:cubicBezTo>
                  <a:pt x="9316227" y="718424"/>
                  <a:pt x="9318699" y="718659"/>
                  <a:pt x="9320588" y="719206"/>
                </a:cubicBezTo>
                <a:cubicBezTo>
                  <a:pt x="9322368" y="719753"/>
                  <a:pt x="9322811" y="720430"/>
                  <a:pt x="9321449" y="720663"/>
                </a:cubicBezTo>
                <a:cubicBezTo>
                  <a:pt x="9320145" y="720924"/>
                  <a:pt x="9317644" y="720663"/>
                  <a:pt x="9315782" y="720117"/>
                </a:cubicBezTo>
                <a:cubicBezTo>
                  <a:pt x="9313975" y="719570"/>
                  <a:pt x="9313585" y="718894"/>
                  <a:pt x="9314892" y="718659"/>
                </a:cubicBezTo>
                <a:close/>
                <a:moveTo>
                  <a:pt x="9179708" y="718373"/>
                </a:moveTo>
                <a:cubicBezTo>
                  <a:pt x="9190618" y="719414"/>
                  <a:pt x="9202122" y="721536"/>
                  <a:pt x="9211666" y="724517"/>
                </a:cubicBezTo>
                <a:cubicBezTo>
                  <a:pt x="9230894" y="730453"/>
                  <a:pt x="9234840" y="737612"/>
                  <a:pt x="9220418" y="740346"/>
                </a:cubicBezTo>
                <a:cubicBezTo>
                  <a:pt x="9205999" y="743131"/>
                  <a:pt x="9178628" y="740475"/>
                  <a:pt x="9159510" y="734462"/>
                </a:cubicBezTo>
                <a:cubicBezTo>
                  <a:pt x="9140505" y="728474"/>
                  <a:pt x="9136863" y="721445"/>
                  <a:pt x="9151313" y="718711"/>
                </a:cubicBezTo>
                <a:cubicBezTo>
                  <a:pt x="9158482" y="717370"/>
                  <a:pt x="9168798" y="717332"/>
                  <a:pt x="9179708" y="718373"/>
                </a:cubicBezTo>
                <a:close/>
                <a:moveTo>
                  <a:pt x="3022121" y="717715"/>
                </a:moveTo>
                <a:cubicBezTo>
                  <a:pt x="3030071" y="718815"/>
                  <a:pt x="3034955" y="721054"/>
                  <a:pt x="3034913" y="724178"/>
                </a:cubicBezTo>
                <a:cubicBezTo>
                  <a:pt x="3034913" y="730453"/>
                  <a:pt x="3014934" y="737950"/>
                  <a:pt x="2990232" y="740918"/>
                </a:cubicBezTo>
                <a:cubicBezTo>
                  <a:pt x="2965503" y="743860"/>
                  <a:pt x="2945663" y="741048"/>
                  <a:pt x="2946079" y="734696"/>
                </a:cubicBezTo>
                <a:cubicBezTo>
                  <a:pt x="2946413" y="728396"/>
                  <a:pt x="2966530" y="720950"/>
                  <a:pt x="2990927" y="718087"/>
                </a:cubicBezTo>
                <a:cubicBezTo>
                  <a:pt x="3003153" y="716655"/>
                  <a:pt x="3014170" y="716616"/>
                  <a:pt x="3022121" y="717715"/>
                </a:cubicBezTo>
                <a:close/>
                <a:moveTo>
                  <a:pt x="2250804" y="714076"/>
                </a:moveTo>
                <a:cubicBezTo>
                  <a:pt x="2252110" y="713921"/>
                  <a:pt x="2253027" y="714076"/>
                  <a:pt x="2252860" y="714363"/>
                </a:cubicBezTo>
                <a:cubicBezTo>
                  <a:pt x="2252832" y="714701"/>
                  <a:pt x="2251638" y="715040"/>
                  <a:pt x="2250304" y="715222"/>
                </a:cubicBezTo>
                <a:cubicBezTo>
                  <a:pt x="2249026" y="715352"/>
                  <a:pt x="2248109" y="715222"/>
                  <a:pt x="2248276" y="714910"/>
                </a:cubicBezTo>
                <a:cubicBezTo>
                  <a:pt x="2248414" y="714598"/>
                  <a:pt x="2249498" y="714232"/>
                  <a:pt x="2250804" y="714076"/>
                </a:cubicBezTo>
                <a:close/>
                <a:moveTo>
                  <a:pt x="3963344" y="713218"/>
                </a:moveTo>
                <a:cubicBezTo>
                  <a:pt x="3966873" y="712749"/>
                  <a:pt x="3970042" y="713192"/>
                  <a:pt x="3970486" y="714103"/>
                </a:cubicBezTo>
                <a:cubicBezTo>
                  <a:pt x="3970959" y="715040"/>
                  <a:pt x="3968541" y="716159"/>
                  <a:pt x="3965013" y="716627"/>
                </a:cubicBezTo>
                <a:cubicBezTo>
                  <a:pt x="3961539" y="717070"/>
                  <a:pt x="3958399" y="716627"/>
                  <a:pt x="3957926" y="715691"/>
                </a:cubicBezTo>
                <a:cubicBezTo>
                  <a:pt x="3957454" y="714754"/>
                  <a:pt x="3959872" y="713634"/>
                  <a:pt x="3963344" y="713218"/>
                </a:cubicBezTo>
                <a:close/>
                <a:moveTo>
                  <a:pt x="8558609" y="713111"/>
                </a:moveTo>
                <a:cubicBezTo>
                  <a:pt x="8571423" y="714370"/>
                  <a:pt x="8584524" y="716927"/>
                  <a:pt x="8594889" y="720481"/>
                </a:cubicBezTo>
                <a:cubicBezTo>
                  <a:pt x="8615811" y="727744"/>
                  <a:pt x="8617869" y="736336"/>
                  <a:pt x="8599307" y="739669"/>
                </a:cubicBezTo>
                <a:cubicBezTo>
                  <a:pt x="8580635" y="743053"/>
                  <a:pt x="8548568" y="739851"/>
                  <a:pt x="8527701" y="732535"/>
                </a:cubicBezTo>
                <a:cubicBezTo>
                  <a:pt x="8507110" y="725324"/>
                  <a:pt x="8505499" y="716837"/>
                  <a:pt x="8524061" y="713530"/>
                </a:cubicBezTo>
                <a:cubicBezTo>
                  <a:pt x="8533273" y="711890"/>
                  <a:pt x="8545797" y="711851"/>
                  <a:pt x="8558609" y="713111"/>
                </a:cubicBezTo>
                <a:close/>
                <a:moveTo>
                  <a:pt x="3497635" y="712648"/>
                </a:moveTo>
                <a:cubicBezTo>
                  <a:pt x="3504075" y="713511"/>
                  <a:pt x="3508340" y="715261"/>
                  <a:pt x="3508924" y="717695"/>
                </a:cubicBezTo>
                <a:cubicBezTo>
                  <a:pt x="3510007" y="722616"/>
                  <a:pt x="3495892" y="728422"/>
                  <a:pt x="3477191" y="730661"/>
                </a:cubicBezTo>
                <a:cubicBezTo>
                  <a:pt x="3458519" y="732978"/>
                  <a:pt x="3442486" y="730791"/>
                  <a:pt x="3441458" y="725870"/>
                </a:cubicBezTo>
                <a:cubicBezTo>
                  <a:pt x="3440430" y="720976"/>
                  <a:pt x="3454795" y="715196"/>
                  <a:pt x="3473301" y="712931"/>
                </a:cubicBezTo>
                <a:cubicBezTo>
                  <a:pt x="3482582" y="711812"/>
                  <a:pt x="3491196" y="711786"/>
                  <a:pt x="3497635" y="712648"/>
                </a:cubicBezTo>
                <a:close/>
                <a:moveTo>
                  <a:pt x="7936768" y="710869"/>
                </a:moveTo>
                <a:cubicBezTo>
                  <a:pt x="7948748" y="712085"/>
                  <a:pt x="7960605" y="714558"/>
                  <a:pt x="7969525" y="718008"/>
                </a:cubicBezTo>
                <a:cubicBezTo>
                  <a:pt x="7987475" y="724959"/>
                  <a:pt x="7986725" y="733290"/>
                  <a:pt x="7967719" y="736519"/>
                </a:cubicBezTo>
                <a:cubicBezTo>
                  <a:pt x="7948657" y="739798"/>
                  <a:pt x="7918593" y="736700"/>
                  <a:pt x="7900809" y="729672"/>
                </a:cubicBezTo>
                <a:cubicBezTo>
                  <a:pt x="7883164" y="722668"/>
                  <a:pt x="7884276" y="714441"/>
                  <a:pt x="7903282" y="711265"/>
                </a:cubicBezTo>
                <a:cubicBezTo>
                  <a:pt x="7912687" y="709690"/>
                  <a:pt x="7924789" y="709651"/>
                  <a:pt x="7936768" y="710869"/>
                </a:cubicBezTo>
                <a:close/>
                <a:moveTo>
                  <a:pt x="7440886" y="710198"/>
                </a:moveTo>
                <a:cubicBezTo>
                  <a:pt x="7443497" y="709756"/>
                  <a:pt x="7447526" y="710198"/>
                  <a:pt x="7449666" y="711109"/>
                </a:cubicBezTo>
                <a:cubicBezTo>
                  <a:pt x="7451834" y="712046"/>
                  <a:pt x="7451416" y="713166"/>
                  <a:pt x="7448749" y="713608"/>
                </a:cubicBezTo>
                <a:cubicBezTo>
                  <a:pt x="7446137" y="714051"/>
                  <a:pt x="7442080" y="713608"/>
                  <a:pt x="7439941" y="712697"/>
                </a:cubicBezTo>
                <a:cubicBezTo>
                  <a:pt x="7437801" y="711760"/>
                  <a:pt x="7438163" y="710640"/>
                  <a:pt x="7440886" y="710198"/>
                </a:cubicBezTo>
                <a:close/>
                <a:moveTo>
                  <a:pt x="9448324" y="709651"/>
                </a:moveTo>
                <a:cubicBezTo>
                  <a:pt x="9448741" y="709573"/>
                  <a:pt x="9449382" y="709651"/>
                  <a:pt x="9449908" y="709807"/>
                </a:cubicBezTo>
                <a:cubicBezTo>
                  <a:pt x="9450519" y="709963"/>
                  <a:pt x="9450547" y="710171"/>
                  <a:pt x="9450241" y="710197"/>
                </a:cubicBezTo>
                <a:cubicBezTo>
                  <a:pt x="9449880" y="710302"/>
                  <a:pt x="9449157" y="710224"/>
                  <a:pt x="9448659" y="710067"/>
                </a:cubicBezTo>
                <a:cubicBezTo>
                  <a:pt x="9448075" y="709911"/>
                  <a:pt x="9447908" y="709729"/>
                  <a:pt x="9448324" y="709651"/>
                </a:cubicBezTo>
                <a:close/>
                <a:moveTo>
                  <a:pt x="2895630" y="705193"/>
                </a:moveTo>
                <a:cubicBezTo>
                  <a:pt x="2904358" y="706404"/>
                  <a:pt x="2909624" y="708871"/>
                  <a:pt x="2909345" y="712307"/>
                </a:cubicBezTo>
                <a:cubicBezTo>
                  <a:pt x="2908845" y="719206"/>
                  <a:pt x="2886199" y="727485"/>
                  <a:pt x="2858524" y="730713"/>
                </a:cubicBezTo>
                <a:cubicBezTo>
                  <a:pt x="2830988" y="733967"/>
                  <a:pt x="2809147" y="730870"/>
                  <a:pt x="2810064" y="723866"/>
                </a:cubicBezTo>
                <a:cubicBezTo>
                  <a:pt x="2810898" y="716941"/>
                  <a:pt x="2833767" y="708766"/>
                  <a:pt x="2861136" y="705616"/>
                </a:cubicBezTo>
                <a:cubicBezTo>
                  <a:pt x="2874710" y="704028"/>
                  <a:pt x="2886901" y="703982"/>
                  <a:pt x="2895630" y="705193"/>
                </a:cubicBezTo>
                <a:close/>
                <a:moveTo>
                  <a:pt x="8692962" y="703755"/>
                </a:moveTo>
                <a:cubicBezTo>
                  <a:pt x="8705514" y="704978"/>
                  <a:pt x="8718428" y="707465"/>
                  <a:pt x="8728765" y="710927"/>
                </a:cubicBezTo>
                <a:cubicBezTo>
                  <a:pt x="8749715" y="717930"/>
                  <a:pt x="8752300" y="726261"/>
                  <a:pt x="8734461" y="729516"/>
                </a:cubicBezTo>
                <a:cubicBezTo>
                  <a:pt x="8716509" y="732795"/>
                  <a:pt x="8685083" y="729645"/>
                  <a:pt x="8664245" y="722590"/>
                </a:cubicBezTo>
                <a:cubicBezTo>
                  <a:pt x="8643682" y="715587"/>
                  <a:pt x="8641543" y="707360"/>
                  <a:pt x="8659325" y="704158"/>
                </a:cubicBezTo>
                <a:cubicBezTo>
                  <a:pt x="8668218" y="702570"/>
                  <a:pt x="8680409" y="702531"/>
                  <a:pt x="8692962" y="703755"/>
                </a:cubicBezTo>
                <a:close/>
                <a:moveTo>
                  <a:pt x="3365177" y="701509"/>
                </a:moveTo>
                <a:cubicBezTo>
                  <a:pt x="3371519" y="702361"/>
                  <a:pt x="3375646" y="704093"/>
                  <a:pt x="3376048" y="706501"/>
                </a:cubicBezTo>
                <a:cubicBezTo>
                  <a:pt x="3376909" y="711343"/>
                  <a:pt x="3362378" y="717097"/>
                  <a:pt x="3343704" y="719336"/>
                </a:cubicBezTo>
                <a:cubicBezTo>
                  <a:pt x="3324977" y="721601"/>
                  <a:pt x="3309110" y="719414"/>
                  <a:pt x="3308527" y="714572"/>
                </a:cubicBezTo>
                <a:cubicBezTo>
                  <a:pt x="3307888" y="709729"/>
                  <a:pt x="3322393" y="704002"/>
                  <a:pt x="3341010" y="701789"/>
                </a:cubicBezTo>
                <a:cubicBezTo>
                  <a:pt x="3350276" y="700682"/>
                  <a:pt x="3358834" y="700656"/>
                  <a:pt x="3365177" y="701509"/>
                </a:cubicBezTo>
                <a:close/>
                <a:moveTo>
                  <a:pt x="8073939" y="700965"/>
                </a:moveTo>
                <a:cubicBezTo>
                  <a:pt x="8086207" y="702199"/>
                  <a:pt x="8098440" y="704705"/>
                  <a:pt x="8107763" y="708194"/>
                </a:cubicBezTo>
                <a:cubicBezTo>
                  <a:pt x="8126546" y="715222"/>
                  <a:pt x="8126407" y="723658"/>
                  <a:pt x="8107290" y="726964"/>
                </a:cubicBezTo>
                <a:cubicBezTo>
                  <a:pt x="8088201" y="730244"/>
                  <a:pt x="8057413" y="727094"/>
                  <a:pt x="8038713" y="719960"/>
                </a:cubicBezTo>
                <a:cubicBezTo>
                  <a:pt x="8020263" y="712906"/>
                  <a:pt x="8020874" y="704600"/>
                  <a:pt x="8039908" y="701372"/>
                </a:cubicBezTo>
                <a:cubicBezTo>
                  <a:pt x="8049369" y="699771"/>
                  <a:pt x="8061672" y="699732"/>
                  <a:pt x="8073939" y="700965"/>
                </a:cubicBezTo>
                <a:close/>
                <a:moveTo>
                  <a:pt x="9578115" y="700071"/>
                </a:moveTo>
                <a:cubicBezTo>
                  <a:pt x="9578421" y="699967"/>
                  <a:pt x="9579172" y="700045"/>
                  <a:pt x="9579644" y="700201"/>
                </a:cubicBezTo>
                <a:cubicBezTo>
                  <a:pt x="9580172" y="700357"/>
                  <a:pt x="9580450" y="700539"/>
                  <a:pt x="9580034" y="700591"/>
                </a:cubicBezTo>
                <a:cubicBezTo>
                  <a:pt x="9579644" y="700695"/>
                  <a:pt x="9578921" y="700591"/>
                  <a:pt x="9578366" y="700462"/>
                </a:cubicBezTo>
                <a:cubicBezTo>
                  <a:pt x="9577809" y="700305"/>
                  <a:pt x="9577698" y="700123"/>
                  <a:pt x="9578115" y="700071"/>
                </a:cubicBezTo>
                <a:close/>
                <a:moveTo>
                  <a:pt x="3841073" y="698200"/>
                </a:moveTo>
                <a:cubicBezTo>
                  <a:pt x="3845085" y="698717"/>
                  <a:pt x="3847864" y="699771"/>
                  <a:pt x="3848475" y="701242"/>
                </a:cubicBezTo>
                <a:cubicBezTo>
                  <a:pt x="3849808" y="704210"/>
                  <a:pt x="3841750" y="707673"/>
                  <a:pt x="3830664" y="709052"/>
                </a:cubicBezTo>
                <a:cubicBezTo>
                  <a:pt x="3819604" y="710432"/>
                  <a:pt x="3809602" y="709157"/>
                  <a:pt x="3808462" y="706162"/>
                </a:cubicBezTo>
                <a:cubicBezTo>
                  <a:pt x="3807267" y="703220"/>
                  <a:pt x="3815270" y="699732"/>
                  <a:pt x="3826273" y="698378"/>
                </a:cubicBezTo>
                <a:cubicBezTo>
                  <a:pt x="3831817" y="697702"/>
                  <a:pt x="3837062" y="697682"/>
                  <a:pt x="3841073" y="698200"/>
                </a:cubicBezTo>
                <a:close/>
                <a:moveTo>
                  <a:pt x="7569398" y="695827"/>
                </a:moveTo>
                <a:cubicBezTo>
                  <a:pt x="7579485" y="694213"/>
                  <a:pt x="7594545" y="695749"/>
                  <a:pt x="7603159" y="699289"/>
                </a:cubicBezTo>
                <a:cubicBezTo>
                  <a:pt x="7611717" y="702857"/>
                  <a:pt x="7610439" y="707099"/>
                  <a:pt x="7600353" y="708714"/>
                </a:cubicBezTo>
                <a:cubicBezTo>
                  <a:pt x="7590210" y="710380"/>
                  <a:pt x="7575067" y="708818"/>
                  <a:pt x="7566509" y="705252"/>
                </a:cubicBezTo>
                <a:cubicBezTo>
                  <a:pt x="7558033" y="701685"/>
                  <a:pt x="7559284" y="697467"/>
                  <a:pt x="7569398" y="695827"/>
                </a:cubicBezTo>
                <a:close/>
                <a:moveTo>
                  <a:pt x="2767493" y="693995"/>
                </a:moveTo>
                <a:cubicBezTo>
                  <a:pt x="2776172" y="695203"/>
                  <a:pt x="2781292" y="697663"/>
                  <a:pt x="2780805" y="701112"/>
                </a:cubicBezTo>
                <a:cubicBezTo>
                  <a:pt x="2779805" y="708011"/>
                  <a:pt x="2756408" y="716238"/>
                  <a:pt x="2728510" y="719466"/>
                </a:cubicBezTo>
                <a:cubicBezTo>
                  <a:pt x="2700502" y="722721"/>
                  <a:pt x="2678829" y="719648"/>
                  <a:pt x="2680135" y="712645"/>
                </a:cubicBezTo>
                <a:cubicBezTo>
                  <a:pt x="2681579" y="705694"/>
                  <a:pt x="2705143" y="697571"/>
                  <a:pt x="2732818" y="694396"/>
                </a:cubicBezTo>
                <a:cubicBezTo>
                  <a:pt x="2746572" y="692834"/>
                  <a:pt x="2758813" y="692788"/>
                  <a:pt x="2767493" y="693995"/>
                </a:cubicBezTo>
                <a:close/>
                <a:moveTo>
                  <a:pt x="2603582" y="693120"/>
                </a:moveTo>
                <a:cubicBezTo>
                  <a:pt x="2609584" y="692442"/>
                  <a:pt x="2614030" y="693094"/>
                  <a:pt x="2613697" y="694551"/>
                </a:cubicBezTo>
                <a:cubicBezTo>
                  <a:pt x="2613307" y="696009"/>
                  <a:pt x="2608223" y="697753"/>
                  <a:pt x="2602359" y="698404"/>
                </a:cubicBezTo>
                <a:cubicBezTo>
                  <a:pt x="2596386" y="699081"/>
                  <a:pt x="2591801" y="698456"/>
                  <a:pt x="2592162" y="696973"/>
                </a:cubicBezTo>
                <a:cubicBezTo>
                  <a:pt x="2592552" y="695514"/>
                  <a:pt x="2597664" y="693770"/>
                  <a:pt x="2603582" y="693120"/>
                </a:cubicBezTo>
                <a:close/>
                <a:moveTo>
                  <a:pt x="8825517" y="693075"/>
                </a:moveTo>
                <a:cubicBezTo>
                  <a:pt x="8839223" y="694389"/>
                  <a:pt x="8853429" y="697064"/>
                  <a:pt x="8864919" y="700800"/>
                </a:cubicBezTo>
                <a:cubicBezTo>
                  <a:pt x="8888092" y="708349"/>
                  <a:pt x="8891565" y="717305"/>
                  <a:pt x="8872420" y="720873"/>
                </a:cubicBezTo>
                <a:cubicBezTo>
                  <a:pt x="8853276" y="724439"/>
                  <a:pt x="8818904" y="721054"/>
                  <a:pt x="8795812" y="713426"/>
                </a:cubicBezTo>
                <a:cubicBezTo>
                  <a:pt x="8772999" y="705876"/>
                  <a:pt x="8770055" y="696973"/>
                  <a:pt x="8789116" y="693510"/>
                </a:cubicBezTo>
                <a:cubicBezTo>
                  <a:pt x="8798605" y="691805"/>
                  <a:pt x="8811811" y="691760"/>
                  <a:pt x="8825517" y="693075"/>
                </a:cubicBezTo>
                <a:close/>
                <a:moveTo>
                  <a:pt x="8209724" y="691753"/>
                </a:moveTo>
                <a:cubicBezTo>
                  <a:pt x="8221750" y="692937"/>
                  <a:pt x="8233830" y="695359"/>
                  <a:pt x="8243166" y="698743"/>
                </a:cubicBezTo>
                <a:cubicBezTo>
                  <a:pt x="8261838" y="705563"/>
                  <a:pt x="8262339" y="713686"/>
                  <a:pt x="8243972" y="716888"/>
                </a:cubicBezTo>
                <a:cubicBezTo>
                  <a:pt x="8225632" y="720065"/>
                  <a:pt x="8195346" y="717070"/>
                  <a:pt x="8176784" y="710171"/>
                </a:cubicBezTo>
                <a:cubicBezTo>
                  <a:pt x="8158334" y="703325"/>
                  <a:pt x="8158306" y="695280"/>
                  <a:pt x="8176618" y="692181"/>
                </a:cubicBezTo>
                <a:cubicBezTo>
                  <a:pt x="8185731" y="690620"/>
                  <a:pt x="8197700" y="690568"/>
                  <a:pt x="8209724" y="691753"/>
                </a:cubicBezTo>
                <a:close/>
                <a:moveTo>
                  <a:pt x="7088803" y="691011"/>
                </a:moveTo>
                <a:cubicBezTo>
                  <a:pt x="7089914" y="690855"/>
                  <a:pt x="7091553" y="691011"/>
                  <a:pt x="7092359" y="691401"/>
                </a:cubicBezTo>
                <a:cubicBezTo>
                  <a:pt x="7093165" y="691818"/>
                  <a:pt x="7092915" y="692234"/>
                  <a:pt x="7091720" y="692417"/>
                </a:cubicBezTo>
                <a:cubicBezTo>
                  <a:pt x="7090553" y="692573"/>
                  <a:pt x="7089024" y="692442"/>
                  <a:pt x="7088274" y="692026"/>
                </a:cubicBezTo>
                <a:cubicBezTo>
                  <a:pt x="7087385" y="691635"/>
                  <a:pt x="7087664" y="691192"/>
                  <a:pt x="7088803" y="691011"/>
                </a:cubicBezTo>
                <a:close/>
                <a:moveTo>
                  <a:pt x="9706488" y="690515"/>
                </a:moveTo>
                <a:cubicBezTo>
                  <a:pt x="9706794" y="690464"/>
                  <a:pt x="9707462" y="690515"/>
                  <a:pt x="9708017" y="690672"/>
                </a:cubicBezTo>
                <a:cubicBezTo>
                  <a:pt x="9708599" y="690828"/>
                  <a:pt x="9708850" y="691036"/>
                  <a:pt x="9708407" y="691114"/>
                </a:cubicBezTo>
                <a:cubicBezTo>
                  <a:pt x="9708101" y="691167"/>
                  <a:pt x="9707323" y="691088"/>
                  <a:pt x="9706739" y="690932"/>
                </a:cubicBezTo>
                <a:cubicBezTo>
                  <a:pt x="9706211" y="690802"/>
                  <a:pt x="9706100" y="690594"/>
                  <a:pt x="9706488" y="690515"/>
                </a:cubicBezTo>
                <a:close/>
                <a:moveTo>
                  <a:pt x="3238026" y="689084"/>
                </a:moveTo>
                <a:cubicBezTo>
                  <a:pt x="3245278" y="690061"/>
                  <a:pt x="3249898" y="692039"/>
                  <a:pt x="3250147" y="694786"/>
                </a:cubicBezTo>
                <a:cubicBezTo>
                  <a:pt x="3250814" y="700357"/>
                  <a:pt x="3233615" y="706969"/>
                  <a:pt x="3211719" y="709547"/>
                </a:cubicBezTo>
                <a:cubicBezTo>
                  <a:pt x="3189906" y="712150"/>
                  <a:pt x="3171901" y="709677"/>
                  <a:pt x="3171512" y="704079"/>
                </a:cubicBezTo>
                <a:cubicBezTo>
                  <a:pt x="3171150" y="698508"/>
                  <a:pt x="3188489" y="691974"/>
                  <a:pt x="3210107" y="689396"/>
                </a:cubicBezTo>
                <a:cubicBezTo>
                  <a:pt x="3220889" y="688134"/>
                  <a:pt x="3230773" y="688108"/>
                  <a:pt x="3238026" y="689084"/>
                </a:cubicBezTo>
                <a:close/>
                <a:moveTo>
                  <a:pt x="4186998" y="687053"/>
                </a:moveTo>
                <a:cubicBezTo>
                  <a:pt x="4187637" y="686975"/>
                  <a:pt x="4188110" y="687027"/>
                  <a:pt x="4188221" y="687183"/>
                </a:cubicBezTo>
                <a:cubicBezTo>
                  <a:pt x="4188276" y="687366"/>
                  <a:pt x="4187887" y="687522"/>
                  <a:pt x="4187360" y="687600"/>
                </a:cubicBezTo>
                <a:cubicBezTo>
                  <a:pt x="4186748" y="687678"/>
                  <a:pt x="4186303" y="687626"/>
                  <a:pt x="4186165" y="687470"/>
                </a:cubicBezTo>
                <a:cubicBezTo>
                  <a:pt x="4186082" y="687287"/>
                  <a:pt x="4186442" y="687132"/>
                  <a:pt x="4186998" y="687053"/>
                </a:cubicBezTo>
                <a:close/>
                <a:moveTo>
                  <a:pt x="3714072" y="684378"/>
                </a:moveTo>
                <a:cubicBezTo>
                  <a:pt x="3720094" y="685153"/>
                  <a:pt x="3724214" y="686728"/>
                  <a:pt x="3725020" y="688928"/>
                </a:cubicBezTo>
                <a:cubicBezTo>
                  <a:pt x="3726631" y="693380"/>
                  <a:pt x="3714127" y="698665"/>
                  <a:pt x="3697233" y="700721"/>
                </a:cubicBezTo>
                <a:cubicBezTo>
                  <a:pt x="3680283" y="702778"/>
                  <a:pt x="3665251" y="700851"/>
                  <a:pt x="3663667" y="696373"/>
                </a:cubicBezTo>
                <a:cubicBezTo>
                  <a:pt x="3662250" y="691896"/>
                  <a:pt x="3674865" y="686662"/>
                  <a:pt x="3691703" y="684632"/>
                </a:cubicBezTo>
                <a:cubicBezTo>
                  <a:pt x="3700123" y="683629"/>
                  <a:pt x="3708049" y="683603"/>
                  <a:pt x="3714072" y="684378"/>
                </a:cubicBezTo>
                <a:close/>
                <a:moveTo>
                  <a:pt x="8956704" y="682917"/>
                </a:moveTo>
                <a:cubicBezTo>
                  <a:pt x="8971133" y="684287"/>
                  <a:pt x="8986194" y="687079"/>
                  <a:pt x="8998488" y="690984"/>
                </a:cubicBezTo>
                <a:cubicBezTo>
                  <a:pt x="9023301" y="698821"/>
                  <a:pt x="9027636" y="708167"/>
                  <a:pt x="9007881" y="711863"/>
                </a:cubicBezTo>
                <a:cubicBezTo>
                  <a:pt x="8988152" y="715535"/>
                  <a:pt x="8951834" y="712072"/>
                  <a:pt x="8927215" y="704106"/>
                </a:cubicBezTo>
                <a:cubicBezTo>
                  <a:pt x="8902680" y="696192"/>
                  <a:pt x="8899041" y="686975"/>
                  <a:pt x="8918712" y="683383"/>
                </a:cubicBezTo>
                <a:cubicBezTo>
                  <a:pt x="8928481" y="681599"/>
                  <a:pt x="8942276" y="681547"/>
                  <a:pt x="8956704" y="682917"/>
                </a:cubicBezTo>
                <a:close/>
                <a:moveTo>
                  <a:pt x="8344105" y="682325"/>
                </a:moveTo>
                <a:cubicBezTo>
                  <a:pt x="8356154" y="683506"/>
                  <a:pt x="8368345" y="685907"/>
                  <a:pt x="8377820" y="689265"/>
                </a:cubicBezTo>
                <a:cubicBezTo>
                  <a:pt x="8396992" y="695982"/>
                  <a:pt x="8398050" y="704053"/>
                  <a:pt x="8380014" y="707230"/>
                </a:cubicBezTo>
                <a:cubicBezTo>
                  <a:pt x="8361870" y="710380"/>
                  <a:pt x="8331722" y="707385"/>
                  <a:pt x="8312689" y="700564"/>
                </a:cubicBezTo>
                <a:cubicBezTo>
                  <a:pt x="8293822" y="693770"/>
                  <a:pt x="8293238" y="685803"/>
                  <a:pt x="8311244" y="682705"/>
                </a:cubicBezTo>
                <a:cubicBezTo>
                  <a:pt x="8320148" y="681183"/>
                  <a:pt x="8332056" y="681143"/>
                  <a:pt x="8344105" y="682325"/>
                </a:cubicBezTo>
                <a:close/>
                <a:moveTo>
                  <a:pt x="7725924" y="681746"/>
                </a:moveTo>
                <a:cubicBezTo>
                  <a:pt x="7736138" y="682777"/>
                  <a:pt x="7746121" y="684879"/>
                  <a:pt x="7753457" y="687808"/>
                </a:cubicBezTo>
                <a:cubicBezTo>
                  <a:pt x="7768183" y="693692"/>
                  <a:pt x="7766738" y="700721"/>
                  <a:pt x="7750122" y="703480"/>
                </a:cubicBezTo>
                <a:cubicBezTo>
                  <a:pt x="7733339" y="706241"/>
                  <a:pt x="7707858" y="703637"/>
                  <a:pt x="7693270" y="697675"/>
                </a:cubicBezTo>
                <a:cubicBezTo>
                  <a:pt x="7678627" y="691740"/>
                  <a:pt x="7680378" y="684788"/>
                  <a:pt x="7696994" y="682107"/>
                </a:cubicBezTo>
                <a:cubicBezTo>
                  <a:pt x="7705260" y="680753"/>
                  <a:pt x="7715708" y="680714"/>
                  <a:pt x="7725924" y="681746"/>
                </a:cubicBezTo>
                <a:close/>
                <a:moveTo>
                  <a:pt x="2477737" y="681690"/>
                </a:moveTo>
                <a:cubicBezTo>
                  <a:pt x="2484879" y="680857"/>
                  <a:pt x="2490380" y="681638"/>
                  <a:pt x="2489797" y="683383"/>
                </a:cubicBezTo>
                <a:cubicBezTo>
                  <a:pt x="2489240" y="685127"/>
                  <a:pt x="2482961" y="687183"/>
                  <a:pt x="2475736" y="688068"/>
                </a:cubicBezTo>
                <a:cubicBezTo>
                  <a:pt x="2468540" y="688849"/>
                  <a:pt x="2463122" y="688068"/>
                  <a:pt x="2463705" y="686350"/>
                </a:cubicBezTo>
                <a:cubicBezTo>
                  <a:pt x="2464205" y="684554"/>
                  <a:pt x="2470485" y="682497"/>
                  <a:pt x="2477737" y="681690"/>
                </a:cubicBezTo>
                <a:close/>
                <a:moveTo>
                  <a:pt x="7228875" y="680753"/>
                </a:moveTo>
                <a:cubicBezTo>
                  <a:pt x="7231097" y="680389"/>
                  <a:pt x="7234265" y="680753"/>
                  <a:pt x="7235932" y="681508"/>
                </a:cubicBezTo>
                <a:cubicBezTo>
                  <a:pt x="7237711" y="682264"/>
                  <a:pt x="7237210" y="683175"/>
                  <a:pt x="7234960" y="683513"/>
                </a:cubicBezTo>
                <a:cubicBezTo>
                  <a:pt x="7232765" y="683851"/>
                  <a:pt x="7229596" y="683513"/>
                  <a:pt x="7227846" y="682758"/>
                </a:cubicBezTo>
                <a:cubicBezTo>
                  <a:pt x="7226179" y="682002"/>
                  <a:pt x="7226596" y="681118"/>
                  <a:pt x="7228875" y="680753"/>
                </a:cubicBezTo>
                <a:close/>
                <a:moveTo>
                  <a:pt x="3108700" y="678218"/>
                </a:moveTo>
                <a:cubicBezTo>
                  <a:pt x="3115834" y="679179"/>
                  <a:pt x="3120301" y="681131"/>
                  <a:pt x="3120440" y="683852"/>
                </a:cubicBezTo>
                <a:cubicBezTo>
                  <a:pt x="3120606" y="689345"/>
                  <a:pt x="3103157" y="695879"/>
                  <a:pt x="3081316" y="698431"/>
                </a:cubicBezTo>
                <a:cubicBezTo>
                  <a:pt x="3059309" y="701034"/>
                  <a:pt x="3041499" y="698586"/>
                  <a:pt x="3041554" y="693041"/>
                </a:cubicBezTo>
                <a:cubicBezTo>
                  <a:pt x="3041582" y="687522"/>
                  <a:pt x="3059282" y="681066"/>
                  <a:pt x="3080955" y="678540"/>
                </a:cubicBezTo>
                <a:cubicBezTo>
                  <a:pt x="3091764" y="677291"/>
                  <a:pt x="3101566" y="677258"/>
                  <a:pt x="3108700" y="678218"/>
                </a:cubicBezTo>
                <a:close/>
                <a:moveTo>
                  <a:pt x="9219420" y="677290"/>
                </a:moveTo>
                <a:cubicBezTo>
                  <a:pt x="9221280" y="676952"/>
                  <a:pt x="9224836" y="677290"/>
                  <a:pt x="9227309" y="678019"/>
                </a:cubicBezTo>
                <a:cubicBezTo>
                  <a:pt x="9229893" y="678774"/>
                  <a:pt x="9230422" y="679685"/>
                  <a:pt x="9228423" y="680024"/>
                </a:cubicBezTo>
                <a:cubicBezTo>
                  <a:pt x="9226588" y="680388"/>
                  <a:pt x="9223031" y="680024"/>
                  <a:pt x="9220557" y="679295"/>
                </a:cubicBezTo>
                <a:cubicBezTo>
                  <a:pt x="9218085" y="678540"/>
                  <a:pt x="9217556" y="677655"/>
                  <a:pt x="9219420" y="677290"/>
                </a:cubicBezTo>
                <a:close/>
                <a:moveTo>
                  <a:pt x="9087655" y="675126"/>
                </a:moveTo>
                <a:cubicBezTo>
                  <a:pt x="9100555" y="676340"/>
                  <a:pt x="9114108" y="678814"/>
                  <a:pt x="9125333" y="682263"/>
                </a:cubicBezTo>
                <a:cubicBezTo>
                  <a:pt x="9147729" y="689188"/>
                  <a:pt x="9152147" y="697441"/>
                  <a:pt x="9134836" y="700695"/>
                </a:cubicBezTo>
                <a:cubicBezTo>
                  <a:pt x="9117554" y="703949"/>
                  <a:pt x="9085097" y="700877"/>
                  <a:pt x="9062758" y="693848"/>
                </a:cubicBezTo>
                <a:cubicBezTo>
                  <a:pt x="9040473" y="686871"/>
                  <a:pt x="9036667" y="678696"/>
                  <a:pt x="9053894" y="675547"/>
                </a:cubicBezTo>
                <a:cubicBezTo>
                  <a:pt x="9062507" y="673958"/>
                  <a:pt x="9074754" y="673913"/>
                  <a:pt x="9087655" y="675126"/>
                </a:cubicBezTo>
                <a:close/>
                <a:moveTo>
                  <a:pt x="4049706" y="674348"/>
                </a:moveTo>
                <a:cubicBezTo>
                  <a:pt x="4053679" y="673854"/>
                  <a:pt x="4057263" y="674322"/>
                  <a:pt x="4057847" y="675390"/>
                </a:cubicBezTo>
                <a:cubicBezTo>
                  <a:pt x="4058459" y="676457"/>
                  <a:pt x="4055708" y="677707"/>
                  <a:pt x="4051705" y="678176"/>
                </a:cubicBezTo>
                <a:cubicBezTo>
                  <a:pt x="4047761" y="678670"/>
                  <a:pt x="4044092" y="678176"/>
                  <a:pt x="4043536" y="677134"/>
                </a:cubicBezTo>
                <a:cubicBezTo>
                  <a:pt x="4043008" y="676093"/>
                  <a:pt x="4045732" y="674869"/>
                  <a:pt x="4049706" y="674348"/>
                </a:cubicBezTo>
                <a:close/>
                <a:moveTo>
                  <a:pt x="2352086" y="673724"/>
                </a:moveTo>
                <a:cubicBezTo>
                  <a:pt x="2352753" y="673645"/>
                  <a:pt x="2353253" y="673698"/>
                  <a:pt x="2353225" y="673880"/>
                </a:cubicBezTo>
                <a:cubicBezTo>
                  <a:pt x="2353114" y="674036"/>
                  <a:pt x="2352503" y="674192"/>
                  <a:pt x="2351920" y="674271"/>
                </a:cubicBezTo>
                <a:cubicBezTo>
                  <a:pt x="2351308" y="674349"/>
                  <a:pt x="2350836" y="674297"/>
                  <a:pt x="2350836" y="674141"/>
                </a:cubicBezTo>
                <a:cubicBezTo>
                  <a:pt x="2350919" y="673984"/>
                  <a:pt x="2351502" y="673802"/>
                  <a:pt x="2352086" y="673724"/>
                </a:cubicBezTo>
                <a:close/>
                <a:moveTo>
                  <a:pt x="3582033" y="673529"/>
                </a:moveTo>
                <a:cubicBezTo>
                  <a:pt x="3587969" y="674297"/>
                  <a:pt x="3591964" y="675859"/>
                  <a:pt x="3592617" y="678046"/>
                </a:cubicBezTo>
                <a:cubicBezTo>
                  <a:pt x="3593867" y="682445"/>
                  <a:pt x="3581169" y="687652"/>
                  <a:pt x="3564135" y="689683"/>
                </a:cubicBezTo>
                <a:cubicBezTo>
                  <a:pt x="3547019" y="691740"/>
                  <a:pt x="3532319" y="689813"/>
                  <a:pt x="3531180" y="685387"/>
                </a:cubicBezTo>
                <a:cubicBezTo>
                  <a:pt x="3530097" y="680988"/>
                  <a:pt x="3542851" y="675807"/>
                  <a:pt x="3559801" y="673775"/>
                </a:cubicBezTo>
                <a:cubicBezTo>
                  <a:pt x="3568220" y="672786"/>
                  <a:pt x="3576098" y="672761"/>
                  <a:pt x="3582033" y="673529"/>
                </a:cubicBezTo>
                <a:close/>
                <a:moveTo>
                  <a:pt x="8477049" y="672296"/>
                </a:moveTo>
                <a:cubicBezTo>
                  <a:pt x="8489800" y="673529"/>
                  <a:pt x="8502790" y="676041"/>
                  <a:pt x="8513002" y="679556"/>
                </a:cubicBezTo>
                <a:cubicBezTo>
                  <a:pt x="8533675" y="686611"/>
                  <a:pt x="8535425" y="695046"/>
                  <a:pt x="8516697" y="698326"/>
                </a:cubicBezTo>
                <a:cubicBezTo>
                  <a:pt x="8497886" y="701659"/>
                  <a:pt x="8465793" y="698509"/>
                  <a:pt x="8445341" y="691375"/>
                </a:cubicBezTo>
                <a:cubicBezTo>
                  <a:pt x="8424974" y="684268"/>
                  <a:pt x="8423806" y="675938"/>
                  <a:pt x="8442535" y="672709"/>
                </a:cubicBezTo>
                <a:cubicBezTo>
                  <a:pt x="8451788" y="671108"/>
                  <a:pt x="8464298" y="671063"/>
                  <a:pt x="8477049" y="672296"/>
                </a:cubicBezTo>
                <a:close/>
                <a:moveTo>
                  <a:pt x="7368725" y="671329"/>
                </a:moveTo>
                <a:cubicBezTo>
                  <a:pt x="7370947" y="670990"/>
                  <a:pt x="7374115" y="671302"/>
                  <a:pt x="7375865" y="672031"/>
                </a:cubicBezTo>
                <a:cubicBezTo>
                  <a:pt x="7377588" y="672812"/>
                  <a:pt x="7377283" y="673698"/>
                  <a:pt x="7375032" y="674036"/>
                </a:cubicBezTo>
                <a:cubicBezTo>
                  <a:pt x="7372809" y="674401"/>
                  <a:pt x="7369669" y="674062"/>
                  <a:pt x="7367835" y="673307"/>
                </a:cubicBezTo>
                <a:cubicBezTo>
                  <a:pt x="7366168" y="672578"/>
                  <a:pt x="7366584" y="671668"/>
                  <a:pt x="7368725" y="671329"/>
                </a:cubicBezTo>
                <a:close/>
                <a:moveTo>
                  <a:pt x="7862554" y="670431"/>
                </a:moveTo>
                <a:cubicBezTo>
                  <a:pt x="7874627" y="671642"/>
                  <a:pt x="7886527" y="674102"/>
                  <a:pt x="7895418" y="677524"/>
                </a:cubicBezTo>
                <a:cubicBezTo>
                  <a:pt x="7913257" y="684424"/>
                  <a:pt x="7912284" y="692651"/>
                  <a:pt x="7892945" y="695853"/>
                </a:cubicBezTo>
                <a:cubicBezTo>
                  <a:pt x="7873494" y="699081"/>
                  <a:pt x="7843179" y="696009"/>
                  <a:pt x="7825507" y="689058"/>
                </a:cubicBezTo>
                <a:cubicBezTo>
                  <a:pt x="7807891" y="682133"/>
                  <a:pt x="7809364" y="673984"/>
                  <a:pt x="7828647" y="670834"/>
                </a:cubicBezTo>
                <a:cubicBezTo>
                  <a:pt x="7838234" y="669259"/>
                  <a:pt x="7850480" y="669220"/>
                  <a:pt x="7862554" y="670431"/>
                </a:cubicBezTo>
                <a:close/>
                <a:moveTo>
                  <a:pt x="9351544" y="669063"/>
                </a:moveTo>
                <a:cubicBezTo>
                  <a:pt x="9351877" y="668985"/>
                  <a:pt x="9352544" y="669063"/>
                  <a:pt x="9353126" y="669246"/>
                </a:cubicBezTo>
                <a:cubicBezTo>
                  <a:pt x="9353657" y="669376"/>
                  <a:pt x="9353796" y="669558"/>
                  <a:pt x="9353432" y="669636"/>
                </a:cubicBezTo>
                <a:cubicBezTo>
                  <a:pt x="9353073" y="669714"/>
                  <a:pt x="9352379" y="669636"/>
                  <a:pt x="9351793" y="669480"/>
                </a:cubicBezTo>
                <a:cubicBezTo>
                  <a:pt x="9351183" y="669323"/>
                  <a:pt x="9351154" y="669142"/>
                  <a:pt x="9351544" y="669063"/>
                </a:cubicBezTo>
                <a:close/>
                <a:moveTo>
                  <a:pt x="2987147" y="665266"/>
                </a:moveTo>
                <a:cubicBezTo>
                  <a:pt x="2995747" y="666428"/>
                  <a:pt x="3001014" y="668790"/>
                  <a:pt x="3000930" y="672084"/>
                </a:cubicBezTo>
                <a:cubicBezTo>
                  <a:pt x="3000735" y="678696"/>
                  <a:pt x="2978923" y="686611"/>
                  <a:pt x="2952164" y="689682"/>
                </a:cubicBezTo>
                <a:cubicBezTo>
                  <a:pt x="2925239" y="692780"/>
                  <a:pt x="2903760" y="689864"/>
                  <a:pt x="2904344" y="683148"/>
                </a:cubicBezTo>
                <a:cubicBezTo>
                  <a:pt x="2904844" y="676483"/>
                  <a:pt x="2926906" y="668673"/>
                  <a:pt x="2953359" y="665653"/>
                </a:cubicBezTo>
                <a:cubicBezTo>
                  <a:pt x="2966613" y="664143"/>
                  <a:pt x="2978547" y="664104"/>
                  <a:pt x="2987147" y="665266"/>
                </a:cubicBezTo>
                <a:close/>
                <a:moveTo>
                  <a:pt x="8608819" y="663366"/>
                </a:moveTo>
                <a:cubicBezTo>
                  <a:pt x="8621349" y="664560"/>
                  <a:pt x="8634193" y="666994"/>
                  <a:pt x="8644377" y="670392"/>
                </a:cubicBezTo>
                <a:cubicBezTo>
                  <a:pt x="8664966" y="677213"/>
                  <a:pt x="8667216" y="685387"/>
                  <a:pt x="8649211" y="688616"/>
                </a:cubicBezTo>
                <a:cubicBezTo>
                  <a:pt x="8631094" y="691792"/>
                  <a:pt x="8599724" y="688772"/>
                  <a:pt x="8579243" y="681795"/>
                </a:cubicBezTo>
                <a:cubicBezTo>
                  <a:pt x="8559015" y="674974"/>
                  <a:pt x="8557238" y="666877"/>
                  <a:pt x="8575160" y="663779"/>
                </a:cubicBezTo>
                <a:cubicBezTo>
                  <a:pt x="8584079" y="662217"/>
                  <a:pt x="8596292" y="662172"/>
                  <a:pt x="8608819" y="663366"/>
                </a:cubicBezTo>
                <a:close/>
                <a:moveTo>
                  <a:pt x="3454052" y="661839"/>
                </a:moveTo>
                <a:cubicBezTo>
                  <a:pt x="3460595" y="662686"/>
                  <a:pt x="3464896" y="664417"/>
                  <a:pt x="3465409" y="666851"/>
                </a:cubicBezTo>
                <a:cubicBezTo>
                  <a:pt x="3466521" y="671720"/>
                  <a:pt x="3452044" y="677500"/>
                  <a:pt x="3432872" y="679764"/>
                </a:cubicBezTo>
                <a:cubicBezTo>
                  <a:pt x="3413643" y="682002"/>
                  <a:pt x="3397305" y="679868"/>
                  <a:pt x="3396443" y="674974"/>
                </a:cubicBezTo>
                <a:cubicBezTo>
                  <a:pt x="3395499" y="670106"/>
                  <a:pt x="3410253" y="664352"/>
                  <a:pt x="3429232" y="662139"/>
                </a:cubicBezTo>
                <a:cubicBezTo>
                  <a:pt x="3438721" y="661032"/>
                  <a:pt x="3447509" y="660994"/>
                  <a:pt x="3454052" y="661839"/>
                </a:cubicBezTo>
                <a:close/>
                <a:moveTo>
                  <a:pt x="7997378" y="661394"/>
                </a:moveTo>
                <a:cubicBezTo>
                  <a:pt x="8009357" y="662575"/>
                  <a:pt x="8021250" y="664976"/>
                  <a:pt x="8030211" y="668335"/>
                </a:cubicBezTo>
                <a:cubicBezTo>
                  <a:pt x="8048244" y="675000"/>
                  <a:pt x="8047855" y="683070"/>
                  <a:pt x="8029016" y="686272"/>
                </a:cubicBezTo>
                <a:cubicBezTo>
                  <a:pt x="8010149" y="689422"/>
                  <a:pt x="7980084" y="686429"/>
                  <a:pt x="7962162" y="679607"/>
                </a:cubicBezTo>
                <a:cubicBezTo>
                  <a:pt x="7944322" y="672839"/>
                  <a:pt x="7945268" y="664846"/>
                  <a:pt x="7964024" y="661774"/>
                </a:cubicBezTo>
                <a:cubicBezTo>
                  <a:pt x="7973332" y="660252"/>
                  <a:pt x="7985398" y="660212"/>
                  <a:pt x="7997378" y="661394"/>
                </a:cubicBezTo>
                <a:close/>
                <a:moveTo>
                  <a:pt x="3913746" y="660264"/>
                </a:moveTo>
                <a:cubicBezTo>
                  <a:pt x="3924471" y="658962"/>
                  <a:pt x="3934225" y="660186"/>
                  <a:pt x="3935669" y="662972"/>
                </a:cubicBezTo>
                <a:cubicBezTo>
                  <a:pt x="3936947" y="665835"/>
                  <a:pt x="3929389" y="669194"/>
                  <a:pt x="3918580" y="670496"/>
                </a:cubicBezTo>
                <a:cubicBezTo>
                  <a:pt x="3907661" y="671797"/>
                  <a:pt x="3897907" y="670547"/>
                  <a:pt x="3896573" y="667736"/>
                </a:cubicBezTo>
                <a:cubicBezTo>
                  <a:pt x="3895324" y="664898"/>
                  <a:pt x="3902964" y="661566"/>
                  <a:pt x="3913746" y="660264"/>
                </a:cubicBezTo>
                <a:close/>
                <a:moveTo>
                  <a:pt x="9478805" y="659873"/>
                </a:moveTo>
                <a:cubicBezTo>
                  <a:pt x="9479140" y="659796"/>
                  <a:pt x="9479862" y="659873"/>
                  <a:pt x="9480334" y="660004"/>
                </a:cubicBezTo>
                <a:cubicBezTo>
                  <a:pt x="9480916" y="660186"/>
                  <a:pt x="9480973" y="660369"/>
                  <a:pt x="9480612" y="660420"/>
                </a:cubicBezTo>
                <a:cubicBezTo>
                  <a:pt x="9480250" y="660498"/>
                  <a:pt x="9479556" y="660420"/>
                  <a:pt x="9478972" y="660290"/>
                </a:cubicBezTo>
                <a:cubicBezTo>
                  <a:pt x="9478527" y="660108"/>
                  <a:pt x="9478388" y="659951"/>
                  <a:pt x="9478805" y="659873"/>
                </a:cubicBezTo>
                <a:close/>
                <a:moveTo>
                  <a:pt x="7495431" y="657192"/>
                </a:moveTo>
                <a:cubicBezTo>
                  <a:pt x="7505294" y="655604"/>
                  <a:pt x="7519966" y="657088"/>
                  <a:pt x="7528218" y="660498"/>
                </a:cubicBezTo>
                <a:cubicBezTo>
                  <a:pt x="7536499" y="663909"/>
                  <a:pt x="7535193" y="667971"/>
                  <a:pt x="7525107" y="669558"/>
                </a:cubicBezTo>
                <a:cubicBezTo>
                  <a:pt x="7515159" y="671120"/>
                  <a:pt x="7500321" y="669662"/>
                  <a:pt x="7492152" y="666200"/>
                </a:cubicBezTo>
                <a:cubicBezTo>
                  <a:pt x="7483899" y="662789"/>
                  <a:pt x="7485428" y="658754"/>
                  <a:pt x="7495431" y="657192"/>
                </a:cubicBezTo>
                <a:close/>
                <a:moveTo>
                  <a:pt x="2855391" y="656590"/>
                </a:moveTo>
                <a:cubicBezTo>
                  <a:pt x="2862512" y="657557"/>
                  <a:pt x="2866763" y="659522"/>
                  <a:pt x="2866471" y="662269"/>
                </a:cubicBezTo>
                <a:cubicBezTo>
                  <a:pt x="2865971" y="667787"/>
                  <a:pt x="2847214" y="674322"/>
                  <a:pt x="2824679" y="676926"/>
                </a:cubicBezTo>
                <a:cubicBezTo>
                  <a:pt x="2802006" y="679503"/>
                  <a:pt x="2784278" y="677056"/>
                  <a:pt x="2785084" y="671485"/>
                </a:cubicBezTo>
                <a:cubicBezTo>
                  <a:pt x="2785890" y="665966"/>
                  <a:pt x="2804729" y="659457"/>
                  <a:pt x="2827098" y="656905"/>
                </a:cubicBezTo>
                <a:cubicBezTo>
                  <a:pt x="2838281" y="655656"/>
                  <a:pt x="2848271" y="655624"/>
                  <a:pt x="2855391" y="656590"/>
                </a:cubicBezTo>
                <a:close/>
                <a:moveTo>
                  <a:pt x="7011861" y="653808"/>
                </a:moveTo>
                <a:cubicBezTo>
                  <a:pt x="7013362" y="653600"/>
                  <a:pt x="7015585" y="653782"/>
                  <a:pt x="7016697" y="654329"/>
                </a:cubicBezTo>
                <a:cubicBezTo>
                  <a:pt x="7017725" y="654797"/>
                  <a:pt x="7017363" y="655449"/>
                  <a:pt x="7015835" y="655683"/>
                </a:cubicBezTo>
                <a:cubicBezTo>
                  <a:pt x="7014167" y="655916"/>
                  <a:pt x="7012056" y="655683"/>
                  <a:pt x="7010945" y="655162"/>
                </a:cubicBezTo>
                <a:cubicBezTo>
                  <a:pt x="7009806" y="654641"/>
                  <a:pt x="7010195" y="654043"/>
                  <a:pt x="7011861" y="653808"/>
                </a:cubicBezTo>
                <a:close/>
                <a:moveTo>
                  <a:pt x="2700919" y="653729"/>
                </a:moveTo>
                <a:cubicBezTo>
                  <a:pt x="2706755" y="653105"/>
                  <a:pt x="2711228" y="653677"/>
                  <a:pt x="2710894" y="655083"/>
                </a:cubicBezTo>
                <a:cubicBezTo>
                  <a:pt x="2710645" y="656515"/>
                  <a:pt x="2705754" y="658155"/>
                  <a:pt x="2700002" y="658807"/>
                </a:cubicBezTo>
                <a:cubicBezTo>
                  <a:pt x="2694195" y="659431"/>
                  <a:pt x="2689666" y="658858"/>
                  <a:pt x="2689999" y="657426"/>
                </a:cubicBezTo>
                <a:cubicBezTo>
                  <a:pt x="2690277" y="656021"/>
                  <a:pt x="2695195" y="654354"/>
                  <a:pt x="2700919" y="653729"/>
                </a:cubicBezTo>
                <a:close/>
                <a:moveTo>
                  <a:pt x="8738996" y="653407"/>
                </a:moveTo>
                <a:cubicBezTo>
                  <a:pt x="8752346" y="654667"/>
                  <a:pt x="8766107" y="657231"/>
                  <a:pt x="8777111" y="660810"/>
                </a:cubicBezTo>
                <a:cubicBezTo>
                  <a:pt x="8799536" y="668022"/>
                  <a:pt x="8802537" y="676640"/>
                  <a:pt x="8783697" y="679998"/>
                </a:cubicBezTo>
                <a:cubicBezTo>
                  <a:pt x="8764776" y="683383"/>
                  <a:pt x="8731237" y="680181"/>
                  <a:pt x="8709035" y="672891"/>
                </a:cubicBezTo>
                <a:cubicBezTo>
                  <a:pt x="8687029" y="665627"/>
                  <a:pt x="8684526" y="657114"/>
                  <a:pt x="8703339" y="653833"/>
                </a:cubicBezTo>
                <a:cubicBezTo>
                  <a:pt x="8712704" y="652193"/>
                  <a:pt x="8725644" y="652148"/>
                  <a:pt x="8738996" y="653407"/>
                </a:cubicBezTo>
                <a:close/>
                <a:moveTo>
                  <a:pt x="8130901" y="652093"/>
                </a:moveTo>
                <a:cubicBezTo>
                  <a:pt x="8143030" y="653275"/>
                  <a:pt x="8155152" y="655683"/>
                  <a:pt x="8164447" y="659041"/>
                </a:cubicBezTo>
                <a:cubicBezTo>
                  <a:pt x="8183036" y="665784"/>
                  <a:pt x="8183174" y="673855"/>
                  <a:pt x="8164447" y="677030"/>
                </a:cubicBezTo>
                <a:cubicBezTo>
                  <a:pt x="8145690" y="680181"/>
                  <a:pt x="8115320" y="677187"/>
                  <a:pt x="8096787" y="670340"/>
                </a:cubicBezTo>
                <a:cubicBezTo>
                  <a:pt x="8078308" y="663545"/>
                  <a:pt x="8078642" y="655578"/>
                  <a:pt x="8097314" y="652506"/>
                </a:cubicBezTo>
                <a:cubicBezTo>
                  <a:pt x="8106637" y="650957"/>
                  <a:pt x="8118772" y="650911"/>
                  <a:pt x="8130901" y="652093"/>
                </a:cubicBezTo>
                <a:close/>
                <a:moveTo>
                  <a:pt x="3325900" y="651007"/>
                </a:moveTo>
                <a:cubicBezTo>
                  <a:pt x="3332548" y="651875"/>
                  <a:pt x="3336841" y="653639"/>
                  <a:pt x="3337230" y="656099"/>
                </a:cubicBezTo>
                <a:cubicBezTo>
                  <a:pt x="3338008" y="661020"/>
                  <a:pt x="3322670" y="666955"/>
                  <a:pt x="3302830" y="669272"/>
                </a:cubicBezTo>
                <a:cubicBezTo>
                  <a:pt x="3283129" y="671563"/>
                  <a:pt x="3266541" y="669377"/>
                  <a:pt x="3265930" y="664404"/>
                </a:cubicBezTo>
                <a:cubicBezTo>
                  <a:pt x="3265402" y="659379"/>
                  <a:pt x="3280851" y="653548"/>
                  <a:pt x="3300441" y="651282"/>
                </a:cubicBezTo>
                <a:cubicBezTo>
                  <a:pt x="3310249" y="650163"/>
                  <a:pt x="3319253" y="650138"/>
                  <a:pt x="3325900" y="651007"/>
                </a:cubicBezTo>
                <a:close/>
                <a:moveTo>
                  <a:pt x="4278500" y="650866"/>
                </a:moveTo>
                <a:cubicBezTo>
                  <a:pt x="4279583" y="650736"/>
                  <a:pt x="4280611" y="650866"/>
                  <a:pt x="4280806" y="651152"/>
                </a:cubicBezTo>
                <a:cubicBezTo>
                  <a:pt x="4281056" y="651465"/>
                  <a:pt x="4280250" y="651830"/>
                  <a:pt x="4279251" y="651934"/>
                </a:cubicBezTo>
                <a:cubicBezTo>
                  <a:pt x="4278110" y="652064"/>
                  <a:pt x="4277054" y="651934"/>
                  <a:pt x="4276805" y="651648"/>
                </a:cubicBezTo>
                <a:cubicBezTo>
                  <a:pt x="4276666" y="651361"/>
                  <a:pt x="4277388" y="650996"/>
                  <a:pt x="4278500" y="650866"/>
                </a:cubicBezTo>
                <a:close/>
                <a:moveTo>
                  <a:pt x="3798623" y="648178"/>
                </a:moveTo>
                <a:cubicBezTo>
                  <a:pt x="3803440" y="648783"/>
                  <a:pt x="3806768" y="650020"/>
                  <a:pt x="3807462" y="651751"/>
                </a:cubicBezTo>
                <a:cubicBezTo>
                  <a:pt x="3808880" y="655214"/>
                  <a:pt x="3799238" y="659301"/>
                  <a:pt x="3785789" y="660941"/>
                </a:cubicBezTo>
                <a:cubicBezTo>
                  <a:pt x="3772396" y="662530"/>
                  <a:pt x="3760419" y="661020"/>
                  <a:pt x="3759059" y="657531"/>
                </a:cubicBezTo>
                <a:cubicBezTo>
                  <a:pt x="3757781" y="654068"/>
                  <a:pt x="3767506" y="649955"/>
                  <a:pt x="3780843" y="648393"/>
                </a:cubicBezTo>
                <a:cubicBezTo>
                  <a:pt x="3787499" y="647599"/>
                  <a:pt x="3793806" y="647574"/>
                  <a:pt x="3798623" y="648178"/>
                </a:cubicBezTo>
                <a:close/>
                <a:moveTo>
                  <a:pt x="7649858" y="643989"/>
                </a:moveTo>
                <a:cubicBezTo>
                  <a:pt x="7659427" y="644943"/>
                  <a:pt x="7668735" y="646883"/>
                  <a:pt x="7675542" y="649590"/>
                </a:cubicBezTo>
                <a:cubicBezTo>
                  <a:pt x="7689186" y="655005"/>
                  <a:pt x="7687603" y="661488"/>
                  <a:pt x="7671764" y="664013"/>
                </a:cubicBezTo>
                <a:cubicBezTo>
                  <a:pt x="7655954" y="666565"/>
                  <a:pt x="7632057" y="664143"/>
                  <a:pt x="7618497" y="658702"/>
                </a:cubicBezTo>
                <a:cubicBezTo>
                  <a:pt x="7605021" y="653209"/>
                  <a:pt x="7606938" y="646805"/>
                  <a:pt x="7622610" y="644305"/>
                </a:cubicBezTo>
                <a:cubicBezTo>
                  <a:pt x="7630460" y="643068"/>
                  <a:pt x="7640290" y="643036"/>
                  <a:pt x="7649858" y="643989"/>
                </a:cubicBezTo>
                <a:close/>
                <a:moveTo>
                  <a:pt x="2576908" y="643941"/>
                </a:moveTo>
                <a:cubicBezTo>
                  <a:pt x="2581215" y="643447"/>
                  <a:pt x="2584466" y="643889"/>
                  <a:pt x="2584187" y="644930"/>
                </a:cubicBezTo>
                <a:cubicBezTo>
                  <a:pt x="2583910" y="645946"/>
                  <a:pt x="2580297" y="647143"/>
                  <a:pt x="2575963" y="647638"/>
                </a:cubicBezTo>
                <a:cubicBezTo>
                  <a:pt x="2571684" y="648106"/>
                  <a:pt x="2568433" y="647664"/>
                  <a:pt x="2568683" y="646649"/>
                </a:cubicBezTo>
                <a:cubicBezTo>
                  <a:pt x="2568960" y="645607"/>
                  <a:pt x="2572657" y="644410"/>
                  <a:pt x="2576908" y="643941"/>
                </a:cubicBezTo>
                <a:close/>
                <a:moveTo>
                  <a:pt x="7150794" y="643446"/>
                </a:moveTo>
                <a:cubicBezTo>
                  <a:pt x="7153850" y="642926"/>
                  <a:pt x="7158297" y="643394"/>
                  <a:pt x="7160547" y="644409"/>
                </a:cubicBezTo>
                <a:cubicBezTo>
                  <a:pt x="7162797" y="645425"/>
                  <a:pt x="7162103" y="646648"/>
                  <a:pt x="7159075" y="647116"/>
                </a:cubicBezTo>
                <a:cubicBezTo>
                  <a:pt x="7155935" y="647611"/>
                  <a:pt x="7151599" y="647142"/>
                  <a:pt x="7149349" y="646128"/>
                </a:cubicBezTo>
                <a:cubicBezTo>
                  <a:pt x="7147043" y="645086"/>
                  <a:pt x="7147709" y="643914"/>
                  <a:pt x="7150794" y="643446"/>
                </a:cubicBezTo>
                <a:close/>
                <a:moveTo>
                  <a:pt x="8867658" y="643277"/>
                </a:moveTo>
                <a:cubicBezTo>
                  <a:pt x="8882138" y="644632"/>
                  <a:pt x="8897178" y="647377"/>
                  <a:pt x="8909376" y="651204"/>
                </a:cubicBezTo>
                <a:cubicBezTo>
                  <a:pt x="8934050" y="658937"/>
                  <a:pt x="8937913" y="668204"/>
                  <a:pt x="8917824" y="671797"/>
                </a:cubicBezTo>
                <a:cubicBezTo>
                  <a:pt x="8897623" y="675442"/>
                  <a:pt x="8861334" y="672006"/>
                  <a:pt x="8836882" y="664169"/>
                </a:cubicBezTo>
                <a:cubicBezTo>
                  <a:pt x="8812569" y="656359"/>
                  <a:pt x="8809345" y="647247"/>
                  <a:pt x="8829295" y="643707"/>
                </a:cubicBezTo>
                <a:cubicBezTo>
                  <a:pt x="8839256" y="641962"/>
                  <a:pt x="8853178" y="641924"/>
                  <a:pt x="8867658" y="643277"/>
                </a:cubicBezTo>
                <a:close/>
                <a:moveTo>
                  <a:pt x="8262974" y="642392"/>
                </a:moveTo>
                <a:cubicBezTo>
                  <a:pt x="8275794" y="643634"/>
                  <a:pt x="8288694" y="646153"/>
                  <a:pt x="8298656" y="649642"/>
                </a:cubicBezTo>
                <a:cubicBezTo>
                  <a:pt x="8318802" y="656671"/>
                  <a:pt x="8319552" y="665106"/>
                  <a:pt x="8300100" y="668413"/>
                </a:cubicBezTo>
                <a:cubicBezTo>
                  <a:pt x="8280650" y="671719"/>
                  <a:pt x="8248474" y="668569"/>
                  <a:pt x="8228495" y="661435"/>
                </a:cubicBezTo>
                <a:cubicBezTo>
                  <a:pt x="8208711" y="654328"/>
                  <a:pt x="8208434" y="645997"/>
                  <a:pt x="8227772" y="642795"/>
                </a:cubicBezTo>
                <a:cubicBezTo>
                  <a:pt x="8237414" y="641181"/>
                  <a:pt x="8250154" y="641148"/>
                  <a:pt x="8262974" y="642392"/>
                </a:cubicBezTo>
                <a:close/>
                <a:moveTo>
                  <a:pt x="3201482" y="639472"/>
                </a:moveTo>
                <a:cubicBezTo>
                  <a:pt x="3208814" y="640440"/>
                  <a:pt x="3213454" y="642405"/>
                  <a:pt x="3213663" y="645139"/>
                </a:cubicBezTo>
                <a:cubicBezTo>
                  <a:pt x="3214191" y="650606"/>
                  <a:pt x="3196658" y="657140"/>
                  <a:pt x="3174484" y="659717"/>
                </a:cubicBezTo>
                <a:cubicBezTo>
                  <a:pt x="3152255" y="662268"/>
                  <a:pt x="3133999" y="659821"/>
                  <a:pt x="3133694" y="654302"/>
                </a:cubicBezTo>
                <a:cubicBezTo>
                  <a:pt x="3133499" y="648783"/>
                  <a:pt x="3151143" y="642327"/>
                  <a:pt x="3173150" y="639801"/>
                </a:cubicBezTo>
                <a:cubicBezTo>
                  <a:pt x="3184127" y="638538"/>
                  <a:pt x="3194151" y="638506"/>
                  <a:pt x="3201482" y="639472"/>
                </a:cubicBezTo>
                <a:close/>
                <a:moveTo>
                  <a:pt x="4140206" y="636755"/>
                </a:moveTo>
                <a:cubicBezTo>
                  <a:pt x="4147903" y="635818"/>
                  <a:pt x="4155073" y="636703"/>
                  <a:pt x="4156295" y="638734"/>
                </a:cubicBezTo>
                <a:cubicBezTo>
                  <a:pt x="4157517" y="640738"/>
                  <a:pt x="4152322" y="643160"/>
                  <a:pt x="4144569" y="644097"/>
                </a:cubicBezTo>
                <a:cubicBezTo>
                  <a:pt x="4136816" y="645033"/>
                  <a:pt x="4129591" y="644123"/>
                  <a:pt x="4128397" y="642093"/>
                </a:cubicBezTo>
                <a:cubicBezTo>
                  <a:pt x="4127202" y="640088"/>
                  <a:pt x="4132537" y="637692"/>
                  <a:pt x="4140206" y="636755"/>
                </a:cubicBezTo>
                <a:close/>
                <a:moveTo>
                  <a:pt x="9118971" y="636443"/>
                </a:moveTo>
                <a:cubicBezTo>
                  <a:pt x="9123471" y="635636"/>
                  <a:pt x="9131669" y="636443"/>
                  <a:pt x="9137394" y="638135"/>
                </a:cubicBezTo>
                <a:cubicBezTo>
                  <a:pt x="9143311" y="639879"/>
                  <a:pt x="9144366" y="641962"/>
                  <a:pt x="9139921" y="642743"/>
                </a:cubicBezTo>
                <a:cubicBezTo>
                  <a:pt x="9135504" y="643576"/>
                  <a:pt x="9127194" y="642795"/>
                  <a:pt x="9121443" y="641025"/>
                </a:cubicBezTo>
                <a:cubicBezTo>
                  <a:pt x="9115692" y="639306"/>
                  <a:pt x="9114635" y="637250"/>
                  <a:pt x="9118971" y="636443"/>
                </a:cubicBezTo>
                <a:close/>
                <a:moveTo>
                  <a:pt x="8996324" y="636238"/>
                </a:moveTo>
                <a:cubicBezTo>
                  <a:pt x="9008913" y="637400"/>
                  <a:pt x="9022064" y="639763"/>
                  <a:pt x="9032805" y="643056"/>
                </a:cubicBezTo>
                <a:cubicBezTo>
                  <a:pt x="9054478" y="649694"/>
                  <a:pt x="9058284" y="657582"/>
                  <a:pt x="9041196" y="660707"/>
                </a:cubicBezTo>
                <a:cubicBezTo>
                  <a:pt x="9024051" y="663831"/>
                  <a:pt x="8992570" y="660889"/>
                  <a:pt x="8971035" y="654173"/>
                </a:cubicBezTo>
                <a:cubicBezTo>
                  <a:pt x="8949583" y="647482"/>
                  <a:pt x="8946165" y="639645"/>
                  <a:pt x="8963200" y="636625"/>
                </a:cubicBezTo>
                <a:cubicBezTo>
                  <a:pt x="8971701" y="635115"/>
                  <a:pt x="8983732" y="635076"/>
                  <a:pt x="8996324" y="636238"/>
                </a:cubicBezTo>
                <a:close/>
                <a:moveTo>
                  <a:pt x="3671839" y="636049"/>
                </a:moveTo>
                <a:cubicBezTo>
                  <a:pt x="3677783" y="636795"/>
                  <a:pt x="3681812" y="638317"/>
                  <a:pt x="3682534" y="640452"/>
                </a:cubicBezTo>
                <a:cubicBezTo>
                  <a:pt x="3684034" y="644747"/>
                  <a:pt x="3671558" y="649877"/>
                  <a:pt x="3654747" y="651856"/>
                </a:cubicBezTo>
                <a:cubicBezTo>
                  <a:pt x="3637825" y="653860"/>
                  <a:pt x="3623098" y="651960"/>
                  <a:pt x="3621653" y="647663"/>
                </a:cubicBezTo>
                <a:cubicBezTo>
                  <a:pt x="3620375" y="643343"/>
                  <a:pt x="3632851" y="638265"/>
                  <a:pt x="3649662" y="636313"/>
                </a:cubicBezTo>
                <a:cubicBezTo>
                  <a:pt x="3658040" y="635336"/>
                  <a:pt x="3665897" y="635304"/>
                  <a:pt x="3671839" y="636049"/>
                </a:cubicBezTo>
                <a:close/>
                <a:moveTo>
                  <a:pt x="7291311" y="634777"/>
                </a:moveTo>
                <a:cubicBezTo>
                  <a:pt x="7293339" y="634490"/>
                  <a:pt x="7296145" y="634777"/>
                  <a:pt x="7297673" y="635401"/>
                </a:cubicBezTo>
                <a:cubicBezTo>
                  <a:pt x="7299174" y="636052"/>
                  <a:pt x="7298785" y="636833"/>
                  <a:pt x="7296868" y="637119"/>
                </a:cubicBezTo>
                <a:cubicBezTo>
                  <a:pt x="7294895" y="637432"/>
                  <a:pt x="7292061" y="637146"/>
                  <a:pt x="7290533" y="636495"/>
                </a:cubicBezTo>
                <a:cubicBezTo>
                  <a:pt x="7289060" y="635870"/>
                  <a:pt x="7289449" y="635089"/>
                  <a:pt x="7291311" y="634777"/>
                </a:cubicBezTo>
                <a:close/>
                <a:moveTo>
                  <a:pt x="2454396" y="633840"/>
                </a:moveTo>
                <a:cubicBezTo>
                  <a:pt x="2458036" y="633448"/>
                  <a:pt x="2460760" y="633840"/>
                  <a:pt x="2460509" y="634673"/>
                </a:cubicBezTo>
                <a:cubicBezTo>
                  <a:pt x="2460232" y="635531"/>
                  <a:pt x="2457036" y="636573"/>
                  <a:pt x="2453313" y="636989"/>
                </a:cubicBezTo>
                <a:cubicBezTo>
                  <a:pt x="2449700" y="637380"/>
                  <a:pt x="2447033" y="637015"/>
                  <a:pt x="2447227" y="636156"/>
                </a:cubicBezTo>
                <a:cubicBezTo>
                  <a:pt x="2447533" y="635297"/>
                  <a:pt x="2450756" y="634256"/>
                  <a:pt x="2454396" y="633840"/>
                </a:cubicBezTo>
                <a:close/>
                <a:moveTo>
                  <a:pt x="8393685" y="633426"/>
                </a:moveTo>
                <a:cubicBezTo>
                  <a:pt x="8406544" y="634647"/>
                  <a:pt x="8419582" y="637133"/>
                  <a:pt x="8429780" y="640608"/>
                </a:cubicBezTo>
                <a:cubicBezTo>
                  <a:pt x="8450314" y="647611"/>
                  <a:pt x="8451620" y="655968"/>
                  <a:pt x="8432503" y="659222"/>
                </a:cubicBezTo>
                <a:cubicBezTo>
                  <a:pt x="8413443" y="662476"/>
                  <a:pt x="8381154" y="659379"/>
                  <a:pt x="8360787" y="652297"/>
                </a:cubicBezTo>
                <a:cubicBezTo>
                  <a:pt x="8340558" y="645268"/>
                  <a:pt x="8339696" y="637015"/>
                  <a:pt x="8358675" y="633839"/>
                </a:cubicBezTo>
                <a:cubicBezTo>
                  <a:pt x="8368151" y="632251"/>
                  <a:pt x="8380828" y="632205"/>
                  <a:pt x="8393685" y="633426"/>
                </a:cubicBezTo>
                <a:close/>
                <a:moveTo>
                  <a:pt x="7784931" y="632658"/>
                </a:moveTo>
                <a:cubicBezTo>
                  <a:pt x="7796713" y="633813"/>
                  <a:pt x="7808265" y="636169"/>
                  <a:pt x="7816866" y="639462"/>
                </a:cubicBezTo>
                <a:cubicBezTo>
                  <a:pt x="7834037" y="646075"/>
                  <a:pt x="7832648" y="653963"/>
                  <a:pt x="7813587" y="657062"/>
                </a:cubicBezTo>
                <a:cubicBezTo>
                  <a:pt x="7794386" y="660160"/>
                  <a:pt x="7764932" y="657218"/>
                  <a:pt x="7747843" y="650553"/>
                </a:cubicBezTo>
                <a:cubicBezTo>
                  <a:pt x="7730866" y="643889"/>
                  <a:pt x="7732616" y="636079"/>
                  <a:pt x="7751622" y="633058"/>
                </a:cubicBezTo>
                <a:cubicBezTo>
                  <a:pt x="7761139" y="631548"/>
                  <a:pt x="7773150" y="631503"/>
                  <a:pt x="7784931" y="632658"/>
                </a:cubicBezTo>
                <a:close/>
                <a:moveTo>
                  <a:pt x="9253902" y="630168"/>
                </a:moveTo>
                <a:cubicBezTo>
                  <a:pt x="9254625" y="630012"/>
                  <a:pt x="9256013" y="630168"/>
                  <a:pt x="9257097" y="630481"/>
                </a:cubicBezTo>
                <a:cubicBezTo>
                  <a:pt x="9257987" y="630741"/>
                  <a:pt x="9258238" y="631080"/>
                  <a:pt x="9257515" y="631211"/>
                </a:cubicBezTo>
                <a:cubicBezTo>
                  <a:pt x="9256764" y="631340"/>
                  <a:pt x="9255347" y="631211"/>
                  <a:pt x="9254429" y="630949"/>
                </a:cubicBezTo>
                <a:cubicBezTo>
                  <a:pt x="9253375" y="630663"/>
                  <a:pt x="9253208" y="630299"/>
                  <a:pt x="9253902" y="630168"/>
                </a:cubicBezTo>
                <a:close/>
                <a:moveTo>
                  <a:pt x="3081588" y="627022"/>
                </a:moveTo>
                <a:cubicBezTo>
                  <a:pt x="3090347" y="628170"/>
                  <a:pt x="3095794" y="630507"/>
                  <a:pt x="3095877" y="633761"/>
                </a:cubicBezTo>
                <a:cubicBezTo>
                  <a:pt x="3096099" y="640348"/>
                  <a:pt x="3074425" y="648184"/>
                  <a:pt x="3047361" y="651230"/>
                </a:cubicBezTo>
                <a:cubicBezTo>
                  <a:pt x="3020325" y="654328"/>
                  <a:pt x="2998457" y="651439"/>
                  <a:pt x="2998596" y="644747"/>
                </a:cubicBezTo>
                <a:cubicBezTo>
                  <a:pt x="2998790" y="638161"/>
                  <a:pt x="3020686" y="630402"/>
                  <a:pt x="3047417" y="627409"/>
                </a:cubicBezTo>
                <a:cubicBezTo>
                  <a:pt x="3060755" y="625912"/>
                  <a:pt x="3072829" y="625873"/>
                  <a:pt x="3081588" y="627022"/>
                </a:cubicBezTo>
                <a:close/>
                <a:moveTo>
                  <a:pt x="2332719" y="624910"/>
                </a:moveTo>
                <a:cubicBezTo>
                  <a:pt x="2333330" y="624858"/>
                  <a:pt x="2333803" y="624910"/>
                  <a:pt x="2333746" y="625040"/>
                </a:cubicBezTo>
                <a:cubicBezTo>
                  <a:pt x="2333636" y="625170"/>
                  <a:pt x="2333136" y="625327"/>
                  <a:pt x="2332580" y="625430"/>
                </a:cubicBezTo>
                <a:cubicBezTo>
                  <a:pt x="2331997" y="625483"/>
                  <a:pt x="2331497" y="625456"/>
                  <a:pt x="2331608" y="625274"/>
                </a:cubicBezTo>
                <a:cubicBezTo>
                  <a:pt x="2331608" y="625144"/>
                  <a:pt x="2332136" y="624988"/>
                  <a:pt x="2332719" y="624910"/>
                </a:cubicBezTo>
                <a:close/>
                <a:moveTo>
                  <a:pt x="3544858" y="624861"/>
                </a:moveTo>
                <a:cubicBezTo>
                  <a:pt x="3551318" y="625678"/>
                  <a:pt x="3555633" y="627344"/>
                  <a:pt x="3556272" y="629674"/>
                </a:cubicBezTo>
                <a:cubicBezTo>
                  <a:pt x="3557578" y="634360"/>
                  <a:pt x="3543517" y="639905"/>
                  <a:pt x="3524900" y="642093"/>
                </a:cubicBezTo>
                <a:cubicBezTo>
                  <a:pt x="3506256" y="644253"/>
                  <a:pt x="3490140" y="642197"/>
                  <a:pt x="3489083" y="637484"/>
                </a:cubicBezTo>
                <a:cubicBezTo>
                  <a:pt x="3487944" y="632798"/>
                  <a:pt x="3502060" y="627279"/>
                  <a:pt x="3520566" y="625144"/>
                </a:cubicBezTo>
                <a:cubicBezTo>
                  <a:pt x="3529791" y="624077"/>
                  <a:pt x="3538398" y="624044"/>
                  <a:pt x="3544858" y="624861"/>
                </a:cubicBezTo>
                <a:close/>
                <a:moveTo>
                  <a:pt x="8523251" y="624841"/>
                </a:moveTo>
                <a:cubicBezTo>
                  <a:pt x="8535855" y="626029"/>
                  <a:pt x="8548735" y="628437"/>
                  <a:pt x="8558905" y="631782"/>
                </a:cubicBezTo>
                <a:cubicBezTo>
                  <a:pt x="8579328" y="638603"/>
                  <a:pt x="8581245" y="646674"/>
                  <a:pt x="8562906" y="649851"/>
                </a:cubicBezTo>
                <a:cubicBezTo>
                  <a:pt x="8544511" y="653000"/>
                  <a:pt x="8512835" y="650007"/>
                  <a:pt x="8492523" y="643133"/>
                </a:cubicBezTo>
                <a:cubicBezTo>
                  <a:pt x="8472293" y="636339"/>
                  <a:pt x="8470933" y="628320"/>
                  <a:pt x="8489242" y="625221"/>
                </a:cubicBezTo>
                <a:cubicBezTo>
                  <a:pt x="8498315" y="623685"/>
                  <a:pt x="8510645" y="623653"/>
                  <a:pt x="8523251" y="624841"/>
                </a:cubicBezTo>
                <a:close/>
                <a:moveTo>
                  <a:pt x="4005497" y="624727"/>
                </a:moveTo>
                <a:cubicBezTo>
                  <a:pt x="4016028" y="623478"/>
                  <a:pt x="4025586" y="624675"/>
                  <a:pt x="4027086" y="627383"/>
                </a:cubicBezTo>
                <a:cubicBezTo>
                  <a:pt x="4028560" y="630116"/>
                  <a:pt x="4021195" y="633344"/>
                  <a:pt x="4010720" y="634568"/>
                </a:cubicBezTo>
                <a:cubicBezTo>
                  <a:pt x="4000161" y="635817"/>
                  <a:pt x="3990520" y="634620"/>
                  <a:pt x="3989020" y="631913"/>
                </a:cubicBezTo>
                <a:cubicBezTo>
                  <a:pt x="3987629" y="629205"/>
                  <a:pt x="3995020" y="625977"/>
                  <a:pt x="4005497" y="624727"/>
                </a:cubicBezTo>
                <a:close/>
                <a:moveTo>
                  <a:pt x="7917942" y="623625"/>
                </a:moveTo>
                <a:cubicBezTo>
                  <a:pt x="7929887" y="624780"/>
                  <a:pt x="7941696" y="627136"/>
                  <a:pt x="7950574" y="630429"/>
                </a:cubicBezTo>
                <a:cubicBezTo>
                  <a:pt x="7968329" y="637042"/>
                  <a:pt x="7967551" y="644957"/>
                  <a:pt x="7948573" y="648029"/>
                </a:cubicBezTo>
                <a:cubicBezTo>
                  <a:pt x="7929512" y="651152"/>
                  <a:pt x="7899586" y="648211"/>
                  <a:pt x="7881941" y="641494"/>
                </a:cubicBezTo>
                <a:cubicBezTo>
                  <a:pt x="7864380" y="634829"/>
                  <a:pt x="7865547" y="627018"/>
                  <a:pt x="7884498" y="624025"/>
                </a:cubicBezTo>
                <a:cubicBezTo>
                  <a:pt x="7893917" y="622515"/>
                  <a:pt x="7905997" y="622470"/>
                  <a:pt x="7917942" y="623625"/>
                </a:cubicBezTo>
                <a:close/>
                <a:moveTo>
                  <a:pt x="7419657" y="621863"/>
                </a:moveTo>
                <a:cubicBezTo>
                  <a:pt x="7427715" y="620666"/>
                  <a:pt x="7439579" y="621838"/>
                  <a:pt x="7446082" y="624545"/>
                </a:cubicBezTo>
                <a:cubicBezTo>
                  <a:pt x="7452695" y="627252"/>
                  <a:pt x="7451417" y="630481"/>
                  <a:pt x="7443303" y="631730"/>
                </a:cubicBezTo>
                <a:cubicBezTo>
                  <a:pt x="7435218" y="632954"/>
                  <a:pt x="7423269" y="631757"/>
                  <a:pt x="7416739" y="629023"/>
                </a:cubicBezTo>
                <a:cubicBezTo>
                  <a:pt x="7410237" y="626341"/>
                  <a:pt x="7411488" y="623139"/>
                  <a:pt x="7419657" y="621863"/>
                </a:cubicBezTo>
                <a:close/>
                <a:moveTo>
                  <a:pt x="9379830" y="621629"/>
                </a:moveTo>
                <a:cubicBezTo>
                  <a:pt x="9380136" y="621577"/>
                  <a:pt x="9380859" y="621629"/>
                  <a:pt x="9381304" y="621759"/>
                </a:cubicBezTo>
                <a:cubicBezTo>
                  <a:pt x="9381802" y="621863"/>
                  <a:pt x="9381941" y="622072"/>
                  <a:pt x="9381663" y="622150"/>
                </a:cubicBezTo>
                <a:cubicBezTo>
                  <a:pt x="9381192" y="622228"/>
                  <a:pt x="9380553" y="622150"/>
                  <a:pt x="9380051" y="621994"/>
                </a:cubicBezTo>
                <a:cubicBezTo>
                  <a:pt x="9379636" y="621889"/>
                  <a:pt x="9379469" y="621682"/>
                  <a:pt x="9379830" y="621629"/>
                </a:cubicBezTo>
                <a:close/>
                <a:moveTo>
                  <a:pt x="6928863" y="619260"/>
                </a:moveTo>
                <a:cubicBezTo>
                  <a:pt x="6931002" y="618896"/>
                  <a:pt x="6934031" y="619234"/>
                  <a:pt x="6935615" y="619937"/>
                </a:cubicBezTo>
                <a:cubicBezTo>
                  <a:pt x="6937060" y="620639"/>
                  <a:pt x="6936532" y="621499"/>
                  <a:pt x="6934309" y="621785"/>
                </a:cubicBezTo>
                <a:cubicBezTo>
                  <a:pt x="6932142" y="622124"/>
                  <a:pt x="6929058" y="621811"/>
                  <a:pt x="6927557" y="621109"/>
                </a:cubicBezTo>
                <a:cubicBezTo>
                  <a:pt x="6926001" y="620405"/>
                  <a:pt x="6926612" y="619599"/>
                  <a:pt x="6928863" y="619260"/>
                </a:cubicBezTo>
                <a:close/>
                <a:moveTo>
                  <a:pt x="4375586" y="618244"/>
                </a:moveTo>
                <a:cubicBezTo>
                  <a:pt x="4376114" y="618193"/>
                  <a:pt x="4376642" y="618244"/>
                  <a:pt x="4376698" y="618401"/>
                </a:cubicBezTo>
                <a:cubicBezTo>
                  <a:pt x="4376809" y="618531"/>
                  <a:pt x="4376502" y="618740"/>
                  <a:pt x="4375974" y="618791"/>
                </a:cubicBezTo>
                <a:cubicBezTo>
                  <a:pt x="4375447" y="618843"/>
                  <a:pt x="4374919" y="618791"/>
                  <a:pt x="4374864" y="618636"/>
                </a:cubicBezTo>
                <a:cubicBezTo>
                  <a:pt x="4374724" y="618505"/>
                  <a:pt x="4375030" y="618349"/>
                  <a:pt x="4375586" y="618244"/>
                </a:cubicBezTo>
                <a:close/>
                <a:moveTo>
                  <a:pt x="2957319" y="616874"/>
                </a:moveTo>
                <a:cubicBezTo>
                  <a:pt x="2965967" y="618010"/>
                  <a:pt x="2971240" y="620314"/>
                  <a:pt x="2971115" y="623530"/>
                </a:cubicBezTo>
                <a:cubicBezTo>
                  <a:pt x="2970754" y="630012"/>
                  <a:pt x="2948719" y="637770"/>
                  <a:pt x="2921599" y="640817"/>
                </a:cubicBezTo>
                <a:cubicBezTo>
                  <a:pt x="2894480" y="643836"/>
                  <a:pt x="2872945" y="640972"/>
                  <a:pt x="2873612" y="634386"/>
                </a:cubicBezTo>
                <a:cubicBezTo>
                  <a:pt x="2874223" y="627878"/>
                  <a:pt x="2896480" y="620198"/>
                  <a:pt x="2923266" y="617230"/>
                </a:cubicBezTo>
                <a:cubicBezTo>
                  <a:pt x="2936646" y="615772"/>
                  <a:pt x="2948670" y="615739"/>
                  <a:pt x="2957319" y="616874"/>
                </a:cubicBezTo>
                <a:close/>
                <a:moveTo>
                  <a:pt x="3417422" y="614655"/>
                </a:moveTo>
                <a:cubicBezTo>
                  <a:pt x="3423799" y="615466"/>
                  <a:pt x="3427981" y="617112"/>
                  <a:pt x="3428454" y="619416"/>
                </a:cubicBezTo>
                <a:cubicBezTo>
                  <a:pt x="3429398" y="624024"/>
                  <a:pt x="3415144" y="629518"/>
                  <a:pt x="3396388" y="631678"/>
                </a:cubicBezTo>
                <a:cubicBezTo>
                  <a:pt x="3377687" y="633839"/>
                  <a:pt x="3361849" y="631782"/>
                  <a:pt x="3361043" y="627149"/>
                </a:cubicBezTo>
                <a:cubicBezTo>
                  <a:pt x="3360238" y="622488"/>
                  <a:pt x="3374687" y="617047"/>
                  <a:pt x="3393221" y="614912"/>
                </a:cubicBezTo>
                <a:cubicBezTo>
                  <a:pt x="3402474" y="613871"/>
                  <a:pt x="3411045" y="613845"/>
                  <a:pt x="3417422" y="614655"/>
                </a:cubicBezTo>
                <a:close/>
                <a:moveTo>
                  <a:pt x="8651139" y="614652"/>
                </a:moveTo>
                <a:cubicBezTo>
                  <a:pt x="8665222" y="615960"/>
                  <a:pt x="8679692" y="618622"/>
                  <a:pt x="8691251" y="622332"/>
                </a:cubicBezTo>
                <a:cubicBezTo>
                  <a:pt x="8714509" y="629804"/>
                  <a:pt x="8717317" y="638760"/>
                  <a:pt x="8697200" y="642274"/>
                </a:cubicBezTo>
                <a:cubicBezTo>
                  <a:pt x="8676970" y="645841"/>
                  <a:pt x="8641543" y="642483"/>
                  <a:pt x="8618367" y="634880"/>
                </a:cubicBezTo>
                <a:cubicBezTo>
                  <a:pt x="8595389" y="627356"/>
                  <a:pt x="8593250" y="618505"/>
                  <a:pt x="8613339" y="615094"/>
                </a:cubicBezTo>
                <a:cubicBezTo>
                  <a:pt x="8623355" y="613390"/>
                  <a:pt x="8637054" y="613344"/>
                  <a:pt x="8651139" y="614652"/>
                </a:cubicBezTo>
                <a:close/>
                <a:moveTo>
                  <a:pt x="8049630" y="614170"/>
                </a:moveTo>
                <a:cubicBezTo>
                  <a:pt x="8062241" y="615388"/>
                  <a:pt x="8074795" y="617854"/>
                  <a:pt x="8084339" y="621291"/>
                </a:cubicBezTo>
                <a:cubicBezTo>
                  <a:pt x="8103511" y="628190"/>
                  <a:pt x="8103289" y="636442"/>
                  <a:pt x="8083616" y="639645"/>
                </a:cubicBezTo>
                <a:cubicBezTo>
                  <a:pt x="8063860" y="642899"/>
                  <a:pt x="8032266" y="639827"/>
                  <a:pt x="8013177" y="632824"/>
                </a:cubicBezTo>
                <a:cubicBezTo>
                  <a:pt x="7994283" y="625899"/>
                  <a:pt x="7995033" y="617724"/>
                  <a:pt x="8014567" y="614548"/>
                </a:cubicBezTo>
                <a:cubicBezTo>
                  <a:pt x="8024347" y="612986"/>
                  <a:pt x="8037018" y="612954"/>
                  <a:pt x="8049630" y="614170"/>
                </a:cubicBezTo>
                <a:close/>
                <a:moveTo>
                  <a:pt x="2815337" y="613240"/>
                </a:moveTo>
                <a:cubicBezTo>
                  <a:pt x="2819269" y="613761"/>
                  <a:pt x="2821610" y="614821"/>
                  <a:pt x="2821429" y="616292"/>
                </a:cubicBezTo>
                <a:cubicBezTo>
                  <a:pt x="2821068" y="619260"/>
                  <a:pt x="2810648" y="622801"/>
                  <a:pt x="2798199" y="624181"/>
                </a:cubicBezTo>
                <a:cubicBezTo>
                  <a:pt x="2785696" y="625534"/>
                  <a:pt x="2775915" y="624233"/>
                  <a:pt x="2776359" y="621265"/>
                </a:cubicBezTo>
                <a:cubicBezTo>
                  <a:pt x="2776831" y="618297"/>
                  <a:pt x="2787279" y="614808"/>
                  <a:pt x="2799700" y="613429"/>
                </a:cubicBezTo>
                <a:cubicBezTo>
                  <a:pt x="2805883" y="612739"/>
                  <a:pt x="2811405" y="612719"/>
                  <a:pt x="2815337" y="613240"/>
                </a:cubicBezTo>
                <a:close/>
                <a:moveTo>
                  <a:pt x="3890530" y="612888"/>
                </a:moveTo>
                <a:cubicBezTo>
                  <a:pt x="3895275" y="613475"/>
                  <a:pt x="3898589" y="614665"/>
                  <a:pt x="3899353" y="616318"/>
                </a:cubicBezTo>
                <a:cubicBezTo>
                  <a:pt x="3900936" y="619651"/>
                  <a:pt x="3891684" y="623608"/>
                  <a:pt x="3878624" y="625144"/>
                </a:cubicBezTo>
                <a:cubicBezTo>
                  <a:pt x="3865536" y="626706"/>
                  <a:pt x="3853755" y="625248"/>
                  <a:pt x="3852254" y="621890"/>
                </a:cubicBezTo>
                <a:cubicBezTo>
                  <a:pt x="3850754" y="618531"/>
                  <a:pt x="3860062" y="614626"/>
                  <a:pt x="3873122" y="613090"/>
                </a:cubicBezTo>
                <a:cubicBezTo>
                  <a:pt x="3879610" y="612322"/>
                  <a:pt x="3885785" y="612303"/>
                  <a:pt x="3890530" y="612888"/>
                </a:cubicBezTo>
                <a:close/>
                <a:moveTo>
                  <a:pt x="7066935" y="608326"/>
                </a:moveTo>
                <a:cubicBezTo>
                  <a:pt x="7071603" y="607649"/>
                  <a:pt x="7077910" y="608274"/>
                  <a:pt x="7081217" y="609758"/>
                </a:cubicBezTo>
                <a:cubicBezTo>
                  <a:pt x="7084551" y="611216"/>
                  <a:pt x="7083467" y="612986"/>
                  <a:pt x="7078911" y="613662"/>
                </a:cubicBezTo>
                <a:cubicBezTo>
                  <a:pt x="7074298" y="614339"/>
                  <a:pt x="7067879" y="613662"/>
                  <a:pt x="7064573" y="612205"/>
                </a:cubicBezTo>
                <a:cubicBezTo>
                  <a:pt x="7061404" y="610747"/>
                  <a:pt x="7062377" y="609003"/>
                  <a:pt x="7066935" y="608326"/>
                </a:cubicBezTo>
                <a:close/>
                <a:moveTo>
                  <a:pt x="7570267" y="608062"/>
                </a:moveTo>
                <a:cubicBezTo>
                  <a:pt x="7579610" y="608977"/>
                  <a:pt x="7588655" y="610838"/>
                  <a:pt x="7595213" y="613429"/>
                </a:cubicBezTo>
                <a:cubicBezTo>
                  <a:pt x="7608383" y="618636"/>
                  <a:pt x="7606466" y="624884"/>
                  <a:pt x="7590961" y="627304"/>
                </a:cubicBezTo>
                <a:cubicBezTo>
                  <a:pt x="7575317" y="629778"/>
                  <a:pt x="7551949" y="627409"/>
                  <a:pt x="7538889" y="622150"/>
                </a:cubicBezTo>
                <a:cubicBezTo>
                  <a:pt x="7525968" y="616917"/>
                  <a:pt x="7528025" y="610773"/>
                  <a:pt x="7543530" y="608378"/>
                </a:cubicBezTo>
                <a:cubicBezTo>
                  <a:pt x="7551282" y="607181"/>
                  <a:pt x="7560924" y="607148"/>
                  <a:pt x="7570267" y="608062"/>
                </a:cubicBezTo>
                <a:close/>
                <a:moveTo>
                  <a:pt x="8896651" y="607128"/>
                </a:moveTo>
                <a:cubicBezTo>
                  <a:pt x="8902373" y="606139"/>
                  <a:pt x="8912767" y="607076"/>
                  <a:pt x="8919769" y="609237"/>
                </a:cubicBezTo>
                <a:cubicBezTo>
                  <a:pt x="8926909" y="611398"/>
                  <a:pt x="8927995" y="614001"/>
                  <a:pt x="8922297" y="614991"/>
                </a:cubicBezTo>
                <a:cubicBezTo>
                  <a:pt x="8916489" y="616032"/>
                  <a:pt x="8906097" y="615042"/>
                  <a:pt x="8898956" y="612882"/>
                </a:cubicBezTo>
                <a:cubicBezTo>
                  <a:pt x="8891898" y="610695"/>
                  <a:pt x="8890953" y="608117"/>
                  <a:pt x="8896651" y="607128"/>
                </a:cubicBezTo>
                <a:close/>
                <a:moveTo>
                  <a:pt x="2677328" y="606035"/>
                </a:moveTo>
                <a:cubicBezTo>
                  <a:pt x="2683525" y="605384"/>
                  <a:pt x="2688359" y="605983"/>
                  <a:pt x="2687998" y="607467"/>
                </a:cubicBezTo>
                <a:cubicBezTo>
                  <a:pt x="2687748" y="608925"/>
                  <a:pt x="2682497" y="610670"/>
                  <a:pt x="2676188" y="611372"/>
                </a:cubicBezTo>
                <a:cubicBezTo>
                  <a:pt x="2669992" y="612023"/>
                  <a:pt x="2665102" y="611424"/>
                  <a:pt x="2665491" y="609914"/>
                </a:cubicBezTo>
                <a:cubicBezTo>
                  <a:pt x="2665797" y="608431"/>
                  <a:pt x="2671076" y="606686"/>
                  <a:pt x="2677328" y="606035"/>
                </a:cubicBezTo>
                <a:close/>
                <a:moveTo>
                  <a:pt x="8778039" y="605973"/>
                </a:moveTo>
                <a:cubicBezTo>
                  <a:pt x="8792152" y="607278"/>
                  <a:pt x="8806746" y="609927"/>
                  <a:pt x="8818542" y="613611"/>
                </a:cubicBezTo>
                <a:cubicBezTo>
                  <a:pt x="8842216" y="621005"/>
                  <a:pt x="8845579" y="629882"/>
                  <a:pt x="8825766" y="633344"/>
                </a:cubicBezTo>
                <a:cubicBezTo>
                  <a:pt x="8805899" y="636833"/>
                  <a:pt x="8770443" y="633527"/>
                  <a:pt x="8746853" y="626003"/>
                </a:cubicBezTo>
                <a:cubicBezTo>
                  <a:pt x="8723483" y="618557"/>
                  <a:pt x="8720678" y="609784"/>
                  <a:pt x="8740434" y="606399"/>
                </a:cubicBezTo>
                <a:cubicBezTo>
                  <a:pt x="8750297" y="604707"/>
                  <a:pt x="8763927" y="604668"/>
                  <a:pt x="8778039" y="605973"/>
                </a:cubicBezTo>
                <a:close/>
                <a:moveTo>
                  <a:pt x="8179865" y="605846"/>
                </a:moveTo>
                <a:cubicBezTo>
                  <a:pt x="8192094" y="607005"/>
                  <a:pt x="8204362" y="609367"/>
                  <a:pt x="8213824" y="612673"/>
                </a:cubicBezTo>
                <a:cubicBezTo>
                  <a:pt x="8232802" y="619286"/>
                  <a:pt x="8233135" y="627174"/>
                  <a:pt x="8214490" y="630298"/>
                </a:cubicBezTo>
                <a:cubicBezTo>
                  <a:pt x="8195596" y="633397"/>
                  <a:pt x="8164920" y="630507"/>
                  <a:pt x="8146024" y="623790"/>
                </a:cubicBezTo>
                <a:cubicBezTo>
                  <a:pt x="8127353" y="617099"/>
                  <a:pt x="8127408" y="609263"/>
                  <a:pt x="8146136" y="606243"/>
                </a:cubicBezTo>
                <a:cubicBezTo>
                  <a:pt x="8155444" y="604733"/>
                  <a:pt x="8167636" y="604687"/>
                  <a:pt x="8179865" y="605846"/>
                </a:cubicBezTo>
                <a:close/>
                <a:moveTo>
                  <a:pt x="4237097" y="605202"/>
                </a:moveTo>
                <a:cubicBezTo>
                  <a:pt x="4241626" y="604656"/>
                  <a:pt x="4245962" y="605176"/>
                  <a:pt x="4246851" y="606373"/>
                </a:cubicBezTo>
                <a:cubicBezTo>
                  <a:pt x="4247601" y="607545"/>
                  <a:pt x="4244516" y="608925"/>
                  <a:pt x="4239960" y="609498"/>
                </a:cubicBezTo>
                <a:cubicBezTo>
                  <a:pt x="4235346" y="610044"/>
                  <a:pt x="4230984" y="609524"/>
                  <a:pt x="4230206" y="608352"/>
                </a:cubicBezTo>
                <a:cubicBezTo>
                  <a:pt x="4229484" y="607155"/>
                  <a:pt x="4232486" y="605749"/>
                  <a:pt x="4237097" y="605202"/>
                </a:cubicBezTo>
                <a:close/>
                <a:moveTo>
                  <a:pt x="3294682" y="603409"/>
                </a:moveTo>
                <a:cubicBezTo>
                  <a:pt x="3301824" y="604317"/>
                  <a:pt x="3306429" y="606165"/>
                  <a:pt x="3306804" y="608742"/>
                </a:cubicBezTo>
                <a:cubicBezTo>
                  <a:pt x="3307554" y="613949"/>
                  <a:pt x="3290911" y="620094"/>
                  <a:pt x="3269570" y="622541"/>
                </a:cubicBezTo>
                <a:cubicBezTo>
                  <a:pt x="3248258" y="624988"/>
                  <a:pt x="3230391" y="622671"/>
                  <a:pt x="3229947" y="617438"/>
                </a:cubicBezTo>
                <a:cubicBezTo>
                  <a:pt x="3229363" y="612231"/>
                  <a:pt x="3246146" y="606088"/>
                  <a:pt x="3267348" y="603719"/>
                </a:cubicBezTo>
                <a:cubicBezTo>
                  <a:pt x="3277865" y="602534"/>
                  <a:pt x="3287542" y="602502"/>
                  <a:pt x="3294682" y="603409"/>
                </a:cubicBezTo>
                <a:close/>
                <a:moveTo>
                  <a:pt x="9033999" y="602129"/>
                </a:moveTo>
                <a:cubicBezTo>
                  <a:pt x="9034389" y="602077"/>
                  <a:pt x="9035026" y="602129"/>
                  <a:pt x="9035500" y="602286"/>
                </a:cubicBezTo>
                <a:cubicBezTo>
                  <a:pt x="9036000" y="602416"/>
                  <a:pt x="9036083" y="602598"/>
                  <a:pt x="9035777" y="602650"/>
                </a:cubicBezTo>
                <a:cubicBezTo>
                  <a:pt x="9035306" y="602728"/>
                  <a:pt x="9034667" y="602650"/>
                  <a:pt x="9034193" y="602520"/>
                </a:cubicBezTo>
                <a:cubicBezTo>
                  <a:pt x="9033721" y="602389"/>
                  <a:pt x="9033721" y="602207"/>
                  <a:pt x="9033999" y="602129"/>
                </a:cubicBezTo>
                <a:close/>
                <a:moveTo>
                  <a:pt x="3763129" y="601555"/>
                </a:moveTo>
                <a:cubicBezTo>
                  <a:pt x="3768624" y="602228"/>
                  <a:pt x="3772410" y="603602"/>
                  <a:pt x="3773174" y="605515"/>
                </a:cubicBezTo>
                <a:cubicBezTo>
                  <a:pt x="3774646" y="609342"/>
                  <a:pt x="3763532" y="613949"/>
                  <a:pt x="3748193" y="615720"/>
                </a:cubicBezTo>
                <a:cubicBezTo>
                  <a:pt x="3732828" y="617517"/>
                  <a:pt x="3719296" y="615798"/>
                  <a:pt x="3717823" y="611945"/>
                </a:cubicBezTo>
                <a:cubicBezTo>
                  <a:pt x="3716434" y="608092"/>
                  <a:pt x="3727632" y="603536"/>
                  <a:pt x="3742831" y="601791"/>
                </a:cubicBezTo>
                <a:cubicBezTo>
                  <a:pt x="3750431" y="600907"/>
                  <a:pt x="3757635" y="600881"/>
                  <a:pt x="3763129" y="601555"/>
                </a:cubicBezTo>
                <a:close/>
                <a:moveTo>
                  <a:pt x="7209368" y="600594"/>
                </a:moveTo>
                <a:cubicBezTo>
                  <a:pt x="7211313" y="600308"/>
                  <a:pt x="7214008" y="600568"/>
                  <a:pt x="7215509" y="601193"/>
                </a:cubicBezTo>
                <a:cubicBezTo>
                  <a:pt x="7216898" y="601791"/>
                  <a:pt x="7216564" y="602520"/>
                  <a:pt x="7214647" y="602859"/>
                </a:cubicBezTo>
                <a:cubicBezTo>
                  <a:pt x="7212646" y="603146"/>
                  <a:pt x="7209923" y="602859"/>
                  <a:pt x="7208451" y="602260"/>
                </a:cubicBezTo>
                <a:cubicBezTo>
                  <a:pt x="7207034" y="601610"/>
                  <a:pt x="7207367" y="600854"/>
                  <a:pt x="7209368" y="600594"/>
                </a:cubicBezTo>
                <a:close/>
                <a:moveTo>
                  <a:pt x="2556233" y="597808"/>
                </a:moveTo>
                <a:cubicBezTo>
                  <a:pt x="2558345" y="597625"/>
                  <a:pt x="2559902" y="597808"/>
                  <a:pt x="2559707" y="598303"/>
                </a:cubicBezTo>
                <a:cubicBezTo>
                  <a:pt x="2559596" y="598824"/>
                  <a:pt x="2557873" y="599370"/>
                  <a:pt x="2555733" y="599604"/>
                </a:cubicBezTo>
                <a:cubicBezTo>
                  <a:pt x="2553677" y="599813"/>
                  <a:pt x="2552066" y="599631"/>
                  <a:pt x="2552204" y="599110"/>
                </a:cubicBezTo>
                <a:cubicBezTo>
                  <a:pt x="2552399" y="598615"/>
                  <a:pt x="2554177" y="598042"/>
                  <a:pt x="2556233" y="597808"/>
                </a:cubicBezTo>
                <a:close/>
                <a:moveTo>
                  <a:pt x="7704073" y="597460"/>
                </a:moveTo>
                <a:cubicBezTo>
                  <a:pt x="7715195" y="598538"/>
                  <a:pt x="7726059" y="600724"/>
                  <a:pt x="7734062" y="603770"/>
                </a:cubicBezTo>
                <a:cubicBezTo>
                  <a:pt x="7750123" y="609914"/>
                  <a:pt x="7748455" y="617230"/>
                  <a:pt x="7730199" y="620067"/>
                </a:cubicBezTo>
                <a:cubicBezTo>
                  <a:pt x="7711999" y="622983"/>
                  <a:pt x="7684129" y="620224"/>
                  <a:pt x="7668208" y="614053"/>
                </a:cubicBezTo>
                <a:cubicBezTo>
                  <a:pt x="7652397" y="607857"/>
                  <a:pt x="7654425" y="600594"/>
                  <a:pt x="7672542" y="597808"/>
                </a:cubicBezTo>
                <a:cubicBezTo>
                  <a:pt x="7681573" y="596415"/>
                  <a:pt x="7692952" y="596383"/>
                  <a:pt x="7704073" y="597460"/>
                </a:cubicBezTo>
                <a:close/>
                <a:moveTo>
                  <a:pt x="8308788" y="596434"/>
                </a:moveTo>
                <a:cubicBezTo>
                  <a:pt x="8321844" y="597652"/>
                  <a:pt x="8335028" y="600139"/>
                  <a:pt x="8345310" y="603614"/>
                </a:cubicBezTo>
                <a:cubicBezTo>
                  <a:pt x="8365928" y="610617"/>
                  <a:pt x="8366842" y="618948"/>
                  <a:pt x="8347254" y="622229"/>
                </a:cubicBezTo>
                <a:cubicBezTo>
                  <a:pt x="8327526" y="625508"/>
                  <a:pt x="8294766" y="622359"/>
                  <a:pt x="8274342" y="615303"/>
                </a:cubicBezTo>
                <a:cubicBezTo>
                  <a:pt x="8253920" y="608274"/>
                  <a:pt x="8253530" y="600021"/>
                  <a:pt x="8273036" y="596871"/>
                </a:cubicBezTo>
                <a:cubicBezTo>
                  <a:pt x="8282804" y="595270"/>
                  <a:pt x="8295732" y="595218"/>
                  <a:pt x="8308788" y="596434"/>
                </a:cubicBezTo>
                <a:close/>
                <a:moveTo>
                  <a:pt x="9158206" y="593617"/>
                </a:moveTo>
                <a:cubicBezTo>
                  <a:pt x="9158538" y="593538"/>
                  <a:pt x="9159233" y="593591"/>
                  <a:pt x="9159704" y="593747"/>
                </a:cubicBezTo>
                <a:cubicBezTo>
                  <a:pt x="9160206" y="593904"/>
                  <a:pt x="9160288" y="594060"/>
                  <a:pt x="9159982" y="594111"/>
                </a:cubicBezTo>
                <a:cubicBezTo>
                  <a:pt x="9159539" y="594190"/>
                  <a:pt x="9158900" y="594111"/>
                  <a:pt x="9158371" y="593981"/>
                </a:cubicBezTo>
                <a:cubicBezTo>
                  <a:pt x="9157928" y="593825"/>
                  <a:pt x="9157761" y="593669"/>
                  <a:pt x="9158206" y="593617"/>
                </a:cubicBezTo>
                <a:close/>
                <a:moveTo>
                  <a:pt x="3174307" y="591993"/>
                </a:moveTo>
                <a:cubicBezTo>
                  <a:pt x="3182383" y="593024"/>
                  <a:pt x="3187489" y="595126"/>
                  <a:pt x="3187711" y="598068"/>
                </a:cubicBezTo>
                <a:cubicBezTo>
                  <a:pt x="3188156" y="603978"/>
                  <a:pt x="3168705" y="611007"/>
                  <a:pt x="3144169" y="613741"/>
                </a:cubicBezTo>
                <a:cubicBezTo>
                  <a:pt x="3119522" y="616527"/>
                  <a:pt x="3099433" y="613923"/>
                  <a:pt x="3099183" y="607935"/>
                </a:cubicBezTo>
                <a:cubicBezTo>
                  <a:pt x="3098988" y="602000"/>
                  <a:pt x="3118689" y="595049"/>
                  <a:pt x="3143086" y="592341"/>
                </a:cubicBezTo>
                <a:cubicBezTo>
                  <a:pt x="3155187" y="591000"/>
                  <a:pt x="3166232" y="590961"/>
                  <a:pt x="3174307" y="591993"/>
                </a:cubicBezTo>
                <a:close/>
                <a:moveTo>
                  <a:pt x="4101194" y="591794"/>
                </a:moveTo>
                <a:cubicBezTo>
                  <a:pt x="4111364" y="590597"/>
                  <a:pt x="4120866" y="591716"/>
                  <a:pt x="4122422" y="594346"/>
                </a:cubicBezTo>
                <a:cubicBezTo>
                  <a:pt x="4123979" y="596949"/>
                  <a:pt x="4117004" y="600074"/>
                  <a:pt x="4106751" y="601297"/>
                </a:cubicBezTo>
                <a:cubicBezTo>
                  <a:pt x="4096441" y="602495"/>
                  <a:pt x="4086911" y="601375"/>
                  <a:pt x="4085411" y="598719"/>
                </a:cubicBezTo>
                <a:cubicBezTo>
                  <a:pt x="4083800" y="596116"/>
                  <a:pt x="4090884" y="592992"/>
                  <a:pt x="4101194" y="591794"/>
                </a:cubicBezTo>
                <a:close/>
                <a:moveTo>
                  <a:pt x="3638197" y="590128"/>
                </a:moveTo>
                <a:cubicBezTo>
                  <a:pt x="3644585" y="590909"/>
                  <a:pt x="3648899" y="592510"/>
                  <a:pt x="3649635" y="594762"/>
                </a:cubicBezTo>
                <a:cubicBezTo>
                  <a:pt x="3651190" y="599240"/>
                  <a:pt x="3637687" y="604576"/>
                  <a:pt x="3619458" y="606659"/>
                </a:cubicBezTo>
                <a:cubicBezTo>
                  <a:pt x="3601230" y="608768"/>
                  <a:pt x="3585448" y="606815"/>
                  <a:pt x="3584059" y="602260"/>
                </a:cubicBezTo>
                <a:cubicBezTo>
                  <a:pt x="3582752" y="597730"/>
                  <a:pt x="3596312" y="592444"/>
                  <a:pt x="3614318" y="590414"/>
                </a:cubicBezTo>
                <a:cubicBezTo>
                  <a:pt x="3623349" y="589386"/>
                  <a:pt x="3631810" y="589347"/>
                  <a:pt x="3638197" y="590128"/>
                </a:cubicBezTo>
                <a:close/>
                <a:moveTo>
                  <a:pt x="8436533" y="588696"/>
                </a:moveTo>
                <a:cubicBezTo>
                  <a:pt x="8448820" y="589835"/>
                  <a:pt x="8461318" y="592146"/>
                  <a:pt x="8471154" y="595361"/>
                </a:cubicBezTo>
                <a:cubicBezTo>
                  <a:pt x="8490884" y="601870"/>
                  <a:pt x="8492301" y="609627"/>
                  <a:pt x="8474241" y="612700"/>
                </a:cubicBezTo>
                <a:cubicBezTo>
                  <a:pt x="8456012" y="615720"/>
                  <a:pt x="8425223" y="612856"/>
                  <a:pt x="8405550" y="606269"/>
                </a:cubicBezTo>
                <a:cubicBezTo>
                  <a:pt x="8386074" y="599735"/>
                  <a:pt x="8385074" y="592055"/>
                  <a:pt x="8403162" y="589061"/>
                </a:cubicBezTo>
                <a:cubicBezTo>
                  <a:pt x="8412165" y="587590"/>
                  <a:pt x="8424244" y="587557"/>
                  <a:pt x="8436533" y="588696"/>
                </a:cubicBezTo>
                <a:close/>
                <a:moveTo>
                  <a:pt x="7338742" y="588383"/>
                </a:moveTo>
                <a:cubicBezTo>
                  <a:pt x="7345911" y="587316"/>
                  <a:pt x="7356248" y="588305"/>
                  <a:pt x="7361945" y="590648"/>
                </a:cubicBezTo>
                <a:cubicBezTo>
                  <a:pt x="7367612" y="592966"/>
                  <a:pt x="7366390" y="595752"/>
                  <a:pt x="7359138" y="596819"/>
                </a:cubicBezTo>
                <a:cubicBezTo>
                  <a:pt x="7352052" y="597912"/>
                  <a:pt x="7341521" y="596871"/>
                  <a:pt x="7335964" y="594527"/>
                </a:cubicBezTo>
                <a:cubicBezTo>
                  <a:pt x="7330323" y="592184"/>
                  <a:pt x="7331629" y="589425"/>
                  <a:pt x="7338742" y="588383"/>
                </a:cubicBezTo>
                <a:close/>
                <a:moveTo>
                  <a:pt x="2436724" y="588253"/>
                </a:moveTo>
                <a:cubicBezTo>
                  <a:pt x="2438252" y="588072"/>
                  <a:pt x="2439309" y="588228"/>
                  <a:pt x="2439225" y="588592"/>
                </a:cubicBezTo>
                <a:cubicBezTo>
                  <a:pt x="2439114" y="588930"/>
                  <a:pt x="2437781" y="589321"/>
                  <a:pt x="2436363" y="589503"/>
                </a:cubicBezTo>
                <a:cubicBezTo>
                  <a:pt x="2434807" y="589633"/>
                  <a:pt x="2433668" y="589503"/>
                  <a:pt x="2433834" y="589139"/>
                </a:cubicBezTo>
                <a:cubicBezTo>
                  <a:pt x="2433946" y="588800"/>
                  <a:pt x="2435196" y="588410"/>
                  <a:pt x="2436724" y="588253"/>
                </a:cubicBezTo>
                <a:close/>
                <a:moveTo>
                  <a:pt x="7836034" y="587869"/>
                </a:moveTo>
                <a:cubicBezTo>
                  <a:pt x="7848056" y="589015"/>
                  <a:pt x="7859879" y="591351"/>
                  <a:pt x="7868688" y="594632"/>
                </a:cubicBezTo>
                <a:cubicBezTo>
                  <a:pt x="7886415" y="601218"/>
                  <a:pt x="7885275" y="609028"/>
                  <a:pt x="7865825" y="612101"/>
                </a:cubicBezTo>
                <a:cubicBezTo>
                  <a:pt x="7846458" y="615172"/>
                  <a:pt x="7816309" y="612257"/>
                  <a:pt x="7798720" y="605618"/>
                </a:cubicBezTo>
                <a:cubicBezTo>
                  <a:pt x="7781187" y="599031"/>
                  <a:pt x="7782854" y="591274"/>
                  <a:pt x="7802194" y="588253"/>
                </a:cubicBezTo>
                <a:cubicBezTo>
                  <a:pt x="7811794" y="586769"/>
                  <a:pt x="7824013" y="586724"/>
                  <a:pt x="7836034" y="587869"/>
                </a:cubicBezTo>
                <a:close/>
                <a:moveTo>
                  <a:pt x="4476535" y="587733"/>
                </a:moveTo>
                <a:cubicBezTo>
                  <a:pt x="4478313" y="587525"/>
                  <a:pt x="4480147" y="587733"/>
                  <a:pt x="4480619" y="588202"/>
                </a:cubicBezTo>
                <a:cubicBezTo>
                  <a:pt x="4480980" y="588722"/>
                  <a:pt x="4479730" y="589243"/>
                  <a:pt x="4477924" y="589478"/>
                </a:cubicBezTo>
                <a:cubicBezTo>
                  <a:pt x="4476062" y="589659"/>
                  <a:pt x="4474339" y="589503"/>
                  <a:pt x="4473922" y="588982"/>
                </a:cubicBezTo>
                <a:cubicBezTo>
                  <a:pt x="4473589" y="588514"/>
                  <a:pt x="4474784" y="587967"/>
                  <a:pt x="4476535" y="587733"/>
                </a:cubicBezTo>
                <a:close/>
                <a:moveTo>
                  <a:pt x="6840529" y="587342"/>
                </a:moveTo>
                <a:cubicBezTo>
                  <a:pt x="6843613" y="586899"/>
                  <a:pt x="6847782" y="587342"/>
                  <a:pt x="6849810" y="588279"/>
                </a:cubicBezTo>
                <a:cubicBezTo>
                  <a:pt x="6851783" y="589242"/>
                  <a:pt x="6851032" y="590388"/>
                  <a:pt x="6847976" y="590830"/>
                </a:cubicBezTo>
                <a:cubicBezTo>
                  <a:pt x="6844864" y="591274"/>
                  <a:pt x="6840696" y="590857"/>
                  <a:pt x="6838612" y="589894"/>
                </a:cubicBezTo>
                <a:cubicBezTo>
                  <a:pt x="6836612" y="588957"/>
                  <a:pt x="6837389" y="587811"/>
                  <a:pt x="6840529" y="587342"/>
                </a:cubicBezTo>
                <a:close/>
                <a:moveTo>
                  <a:pt x="9281189" y="585129"/>
                </a:moveTo>
                <a:cubicBezTo>
                  <a:pt x="9281549" y="585077"/>
                  <a:pt x="9282190" y="585129"/>
                  <a:pt x="9282774" y="585286"/>
                </a:cubicBezTo>
                <a:cubicBezTo>
                  <a:pt x="9283188" y="585416"/>
                  <a:pt x="9283217" y="585572"/>
                  <a:pt x="9282994" y="585650"/>
                </a:cubicBezTo>
                <a:cubicBezTo>
                  <a:pt x="9282633" y="585702"/>
                  <a:pt x="9281939" y="585650"/>
                  <a:pt x="9281520" y="585520"/>
                </a:cubicBezTo>
                <a:cubicBezTo>
                  <a:pt x="9280965" y="585389"/>
                  <a:pt x="9280883" y="585207"/>
                  <a:pt x="9281189" y="585129"/>
                </a:cubicBezTo>
                <a:close/>
                <a:moveTo>
                  <a:pt x="3053665" y="581439"/>
                </a:moveTo>
                <a:cubicBezTo>
                  <a:pt x="3062186" y="582533"/>
                  <a:pt x="3067451" y="584752"/>
                  <a:pt x="3067451" y="587837"/>
                </a:cubicBezTo>
                <a:cubicBezTo>
                  <a:pt x="3067561" y="594085"/>
                  <a:pt x="3046333" y="601531"/>
                  <a:pt x="3019936" y="604473"/>
                </a:cubicBezTo>
                <a:cubicBezTo>
                  <a:pt x="2993511" y="607388"/>
                  <a:pt x="2972310" y="604603"/>
                  <a:pt x="2972559" y="598303"/>
                </a:cubicBezTo>
                <a:cubicBezTo>
                  <a:pt x="2972809" y="592028"/>
                  <a:pt x="2994289" y="584634"/>
                  <a:pt x="3020352" y="581797"/>
                </a:cubicBezTo>
                <a:cubicBezTo>
                  <a:pt x="3033370" y="580378"/>
                  <a:pt x="3045145" y="580346"/>
                  <a:pt x="3053665" y="581439"/>
                </a:cubicBezTo>
                <a:close/>
                <a:moveTo>
                  <a:pt x="3985741" y="580027"/>
                </a:moveTo>
                <a:cubicBezTo>
                  <a:pt x="3990422" y="580587"/>
                  <a:pt x="3993729" y="581732"/>
                  <a:pt x="3994549" y="583333"/>
                </a:cubicBezTo>
                <a:cubicBezTo>
                  <a:pt x="3996299" y="586535"/>
                  <a:pt x="3987352" y="590362"/>
                  <a:pt x="3974681" y="591820"/>
                </a:cubicBezTo>
                <a:cubicBezTo>
                  <a:pt x="3961900" y="593330"/>
                  <a:pt x="3950201" y="591898"/>
                  <a:pt x="3948590" y="588670"/>
                </a:cubicBezTo>
                <a:cubicBezTo>
                  <a:pt x="3946977" y="585494"/>
                  <a:pt x="3955953" y="581693"/>
                  <a:pt x="3968679" y="580235"/>
                </a:cubicBezTo>
                <a:cubicBezTo>
                  <a:pt x="3975001" y="579494"/>
                  <a:pt x="3981058" y="579468"/>
                  <a:pt x="3985741" y="580027"/>
                </a:cubicBezTo>
                <a:close/>
                <a:moveTo>
                  <a:pt x="3513474" y="579533"/>
                </a:moveTo>
                <a:cubicBezTo>
                  <a:pt x="3520247" y="580372"/>
                  <a:pt x="3524748" y="582084"/>
                  <a:pt x="3525373" y="584479"/>
                </a:cubicBezTo>
                <a:cubicBezTo>
                  <a:pt x="3526623" y="589243"/>
                  <a:pt x="3511813" y="594944"/>
                  <a:pt x="3492196" y="597158"/>
                </a:cubicBezTo>
                <a:cubicBezTo>
                  <a:pt x="3472551" y="599396"/>
                  <a:pt x="3455657" y="597235"/>
                  <a:pt x="3454628" y="592445"/>
                </a:cubicBezTo>
                <a:cubicBezTo>
                  <a:pt x="3453489" y="587655"/>
                  <a:pt x="3468466" y="582006"/>
                  <a:pt x="3487944" y="579819"/>
                </a:cubicBezTo>
                <a:cubicBezTo>
                  <a:pt x="3497656" y="578726"/>
                  <a:pt x="3506701" y="578693"/>
                  <a:pt x="3513474" y="579533"/>
                </a:cubicBezTo>
                <a:close/>
                <a:moveTo>
                  <a:pt x="7966291" y="579093"/>
                </a:moveTo>
                <a:cubicBezTo>
                  <a:pt x="7978597" y="580256"/>
                  <a:pt x="7990781" y="582618"/>
                  <a:pt x="7999951" y="585911"/>
                </a:cubicBezTo>
                <a:cubicBezTo>
                  <a:pt x="8018429" y="592524"/>
                  <a:pt x="8017901" y="600464"/>
                  <a:pt x="7998367" y="603588"/>
                </a:cubicBezTo>
                <a:cubicBezTo>
                  <a:pt x="7978917" y="606686"/>
                  <a:pt x="7948074" y="603770"/>
                  <a:pt x="7929707" y="597027"/>
                </a:cubicBezTo>
                <a:cubicBezTo>
                  <a:pt x="7911451" y="590389"/>
                  <a:pt x="7912590" y="582526"/>
                  <a:pt x="7931902" y="579480"/>
                </a:cubicBezTo>
                <a:cubicBezTo>
                  <a:pt x="7941557" y="577971"/>
                  <a:pt x="7953985" y="577932"/>
                  <a:pt x="7966291" y="579093"/>
                </a:cubicBezTo>
                <a:close/>
                <a:moveTo>
                  <a:pt x="8562655" y="578959"/>
                </a:moveTo>
                <a:cubicBezTo>
                  <a:pt x="8576286" y="580209"/>
                  <a:pt x="8590234" y="582747"/>
                  <a:pt x="8601308" y="586275"/>
                </a:cubicBezTo>
                <a:cubicBezTo>
                  <a:pt x="8623536" y="593434"/>
                  <a:pt x="8625760" y="601922"/>
                  <a:pt x="8606059" y="605254"/>
                </a:cubicBezTo>
                <a:cubicBezTo>
                  <a:pt x="8586192" y="608586"/>
                  <a:pt x="8552014" y="605436"/>
                  <a:pt x="8529896" y="598225"/>
                </a:cubicBezTo>
                <a:cubicBezTo>
                  <a:pt x="8507972" y="591013"/>
                  <a:pt x="8506249" y="582630"/>
                  <a:pt x="8525921" y="579376"/>
                </a:cubicBezTo>
                <a:cubicBezTo>
                  <a:pt x="8535717" y="577749"/>
                  <a:pt x="8549027" y="577710"/>
                  <a:pt x="8562655" y="578959"/>
                </a:cubicBezTo>
                <a:close/>
                <a:moveTo>
                  <a:pt x="2318492" y="578881"/>
                </a:moveTo>
                <a:cubicBezTo>
                  <a:pt x="2319131" y="578803"/>
                  <a:pt x="2319604" y="578881"/>
                  <a:pt x="2319465" y="579011"/>
                </a:cubicBezTo>
                <a:cubicBezTo>
                  <a:pt x="2319437" y="579167"/>
                  <a:pt x="2318909" y="579323"/>
                  <a:pt x="2318297" y="579376"/>
                </a:cubicBezTo>
                <a:cubicBezTo>
                  <a:pt x="2317687" y="579454"/>
                  <a:pt x="2317269" y="579376"/>
                  <a:pt x="2317381" y="579246"/>
                </a:cubicBezTo>
                <a:cubicBezTo>
                  <a:pt x="2317381" y="579089"/>
                  <a:pt x="2317881" y="578959"/>
                  <a:pt x="2318492" y="578881"/>
                </a:cubicBezTo>
                <a:close/>
                <a:moveTo>
                  <a:pt x="7464698" y="575965"/>
                </a:moveTo>
                <a:cubicBezTo>
                  <a:pt x="7477674" y="574013"/>
                  <a:pt x="7496875" y="575861"/>
                  <a:pt x="7507656" y="580131"/>
                </a:cubicBezTo>
                <a:cubicBezTo>
                  <a:pt x="7518493" y="584400"/>
                  <a:pt x="7516548" y="589503"/>
                  <a:pt x="7503489" y="591507"/>
                </a:cubicBezTo>
                <a:cubicBezTo>
                  <a:pt x="7490373" y="593486"/>
                  <a:pt x="7471006" y="591611"/>
                  <a:pt x="7460280" y="587290"/>
                </a:cubicBezTo>
                <a:cubicBezTo>
                  <a:pt x="7449666" y="583020"/>
                  <a:pt x="7451694" y="577918"/>
                  <a:pt x="7464698" y="575965"/>
                </a:cubicBezTo>
                <a:close/>
                <a:moveTo>
                  <a:pt x="6978685" y="575732"/>
                </a:moveTo>
                <a:cubicBezTo>
                  <a:pt x="6984854" y="574846"/>
                  <a:pt x="6993439" y="575680"/>
                  <a:pt x="6997857" y="577632"/>
                </a:cubicBezTo>
                <a:cubicBezTo>
                  <a:pt x="7002164" y="579584"/>
                  <a:pt x="7000664" y="581928"/>
                  <a:pt x="6994440" y="582812"/>
                </a:cubicBezTo>
                <a:cubicBezTo>
                  <a:pt x="6988187" y="583724"/>
                  <a:pt x="6979574" y="582865"/>
                  <a:pt x="6975211" y="580912"/>
                </a:cubicBezTo>
                <a:cubicBezTo>
                  <a:pt x="6970793" y="578960"/>
                  <a:pt x="6972405" y="576617"/>
                  <a:pt x="6978685" y="575732"/>
                </a:cubicBezTo>
                <a:close/>
                <a:moveTo>
                  <a:pt x="4337518" y="575575"/>
                </a:moveTo>
                <a:cubicBezTo>
                  <a:pt x="4340659" y="575185"/>
                  <a:pt x="4343687" y="575523"/>
                  <a:pt x="4344298" y="576357"/>
                </a:cubicBezTo>
                <a:cubicBezTo>
                  <a:pt x="4344882" y="577164"/>
                  <a:pt x="4342798" y="578127"/>
                  <a:pt x="4339603" y="578491"/>
                </a:cubicBezTo>
                <a:cubicBezTo>
                  <a:pt x="4336491" y="578881"/>
                  <a:pt x="4333434" y="578517"/>
                  <a:pt x="4332850" y="577710"/>
                </a:cubicBezTo>
                <a:cubicBezTo>
                  <a:pt x="4332184" y="576904"/>
                  <a:pt x="4334323" y="575940"/>
                  <a:pt x="4337518" y="575575"/>
                </a:cubicBezTo>
                <a:close/>
                <a:moveTo>
                  <a:pt x="2926302" y="573726"/>
                </a:moveTo>
                <a:cubicBezTo>
                  <a:pt x="2933228" y="574625"/>
                  <a:pt x="2937424" y="576447"/>
                  <a:pt x="2937243" y="578986"/>
                </a:cubicBezTo>
                <a:cubicBezTo>
                  <a:pt x="2936938" y="584036"/>
                  <a:pt x="2919099" y="590128"/>
                  <a:pt x="2897342" y="592471"/>
                </a:cubicBezTo>
                <a:cubicBezTo>
                  <a:pt x="2875585" y="594866"/>
                  <a:pt x="2858330" y="592601"/>
                  <a:pt x="2858941" y="587472"/>
                </a:cubicBezTo>
                <a:cubicBezTo>
                  <a:pt x="2859414" y="582370"/>
                  <a:pt x="2877419" y="576356"/>
                  <a:pt x="2898981" y="574013"/>
                </a:cubicBezTo>
                <a:cubicBezTo>
                  <a:pt x="2909721" y="572854"/>
                  <a:pt x="2919377" y="572829"/>
                  <a:pt x="2926302" y="573726"/>
                </a:cubicBezTo>
                <a:close/>
                <a:moveTo>
                  <a:pt x="2777693" y="572295"/>
                </a:moveTo>
                <a:cubicBezTo>
                  <a:pt x="2780583" y="571982"/>
                  <a:pt x="2782834" y="572268"/>
                  <a:pt x="2782806" y="572945"/>
                </a:cubicBezTo>
                <a:cubicBezTo>
                  <a:pt x="2782695" y="573622"/>
                  <a:pt x="2780249" y="574377"/>
                  <a:pt x="2777332" y="574741"/>
                </a:cubicBezTo>
                <a:cubicBezTo>
                  <a:pt x="2774442" y="575028"/>
                  <a:pt x="2772108" y="574741"/>
                  <a:pt x="2772358" y="574091"/>
                </a:cubicBezTo>
                <a:cubicBezTo>
                  <a:pt x="2772386" y="573414"/>
                  <a:pt x="2774720" y="572607"/>
                  <a:pt x="2777693" y="572295"/>
                </a:cubicBezTo>
                <a:close/>
                <a:moveTo>
                  <a:pt x="8803010" y="571201"/>
                </a:moveTo>
                <a:cubicBezTo>
                  <a:pt x="8809290" y="570160"/>
                  <a:pt x="8820266" y="571149"/>
                  <a:pt x="8827766" y="573415"/>
                </a:cubicBezTo>
                <a:cubicBezTo>
                  <a:pt x="8835324" y="575757"/>
                  <a:pt x="8836353" y="578439"/>
                  <a:pt x="8830157" y="579506"/>
                </a:cubicBezTo>
                <a:cubicBezTo>
                  <a:pt x="8823904" y="580573"/>
                  <a:pt x="8812761" y="579559"/>
                  <a:pt x="8805260" y="577241"/>
                </a:cubicBezTo>
                <a:cubicBezTo>
                  <a:pt x="8797757" y="574976"/>
                  <a:pt x="8796812" y="572269"/>
                  <a:pt x="8803010" y="571201"/>
                </a:cubicBezTo>
                <a:close/>
                <a:moveTo>
                  <a:pt x="8095110" y="570870"/>
                </a:moveTo>
                <a:cubicBezTo>
                  <a:pt x="8107193" y="571996"/>
                  <a:pt x="8119239" y="574286"/>
                  <a:pt x="8128408" y="577475"/>
                </a:cubicBezTo>
                <a:cubicBezTo>
                  <a:pt x="8146886" y="583906"/>
                  <a:pt x="8146830" y="591611"/>
                  <a:pt x="8128131" y="594632"/>
                </a:cubicBezTo>
                <a:cubicBezTo>
                  <a:pt x="8109320" y="597652"/>
                  <a:pt x="8079004" y="594789"/>
                  <a:pt x="8060720" y="588279"/>
                </a:cubicBezTo>
                <a:cubicBezTo>
                  <a:pt x="8042437" y="581823"/>
                  <a:pt x="8042937" y="574168"/>
                  <a:pt x="8061582" y="571253"/>
                </a:cubicBezTo>
                <a:cubicBezTo>
                  <a:pt x="8070904" y="569782"/>
                  <a:pt x="8083026" y="569744"/>
                  <a:pt x="8095110" y="570870"/>
                </a:cubicBezTo>
                <a:close/>
                <a:moveTo>
                  <a:pt x="8687775" y="570498"/>
                </a:moveTo>
                <a:cubicBezTo>
                  <a:pt x="8701540" y="571748"/>
                  <a:pt x="8715705" y="574286"/>
                  <a:pt x="8727068" y="577813"/>
                </a:cubicBezTo>
                <a:cubicBezTo>
                  <a:pt x="8749909" y="584947"/>
                  <a:pt x="8752771" y="593460"/>
                  <a:pt x="8733209" y="596792"/>
                </a:cubicBezTo>
                <a:cubicBezTo>
                  <a:pt x="8713565" y="600125"/>
                  <a:pt x="8679026" y="596948"/>
                  <a:pt x="8656242" y="589737"/>
                </a:cubicBezTo>
                <a:cubicBezTo>
                  <a:pt x="8633734" y="582552"/>
                  <a:pt x="8631400" y="574168"/>
                  <a:pt x="8650877" y="570915"/>
                </a:cubicBezTo>
                <a:cubicBezTo>
                  <a:pt x="8660644" y="569288"/>
                  <a:pt x="8674010" y="569249"/>
                  <a:pt x="8687775" y="570498"/>
                </a:cubicBezTo>
                <a:close/>
                <a:moveTo>
                  <a:pt x="3388663" y="569714"/>
                </a:moveTo>
                <a:cubicBezTo>
                  <a:pt x="3395332" y="570544"/>
                  <a:pt x="3399681" y="572230"/>
                  <a:pt x="3400139" y="574585"/>
                </a:cubicBezTo>
                <a:cubicBezTo>
                  <a:pt x="3401111" y="579324"/>
                  <a:pt x="3385912" y="584947"/>
                  <a:pt x="3366294" y="587134"/>
                </a:cubicBezTo>
                <a:cubicBezTo>
                  <a:pt x="3346567" y="589347"/>
                  <a:pt x="3329978" y="587264"/>
                  <a:pt x="3329200" y="582500"/>
                </a:cubicBezTo>
                <a:cubicBezTo>
                  <a:pt x="3328450" y="577736"/>
                  <a:pt x="3343760" y="572139"/>
                  <a:pt x="3363267" y="569978"/>
                </a:cubicBezTo>
                <a:cubicBezTo>
                  <a:pt x="3373006" y="568910"/>
                  <a:pt x="3381994" y="568884"/>
                  <a:pt x="3388663" y="569714"/>
                </a:cubicBezTo>
                <a:close/>
                <a:moveTo>
                  <a:pt x="7123202" y="568650"/>
                </a:moveTo>
                <a:cubicBezTo>
                  <a:pt x="7125342" y="568311"/>
                  <a:pt x="7128259" y="568650"/>
                  <a:pt x="7129871" y="569300"/>
                </a:cubicBezTo>
                <a:cubicBezTo>
                  <a:pt x="7131372" y="569926"/>
                  <a:pt x="7130983" y="570759"/>
                  <a:pt x="7128871" y="571045"/>
                </a:cubicBezTo>
                <a:cubicBezTo>
                  <a:pt x="7126759" y="571383"/>
                  <a:pt x="7123647" y="571071"/>
                  <a:pt x="7122174" y="570420"/>
                </a:cubicBezTo>
                <a:cubicBezTo>
                  <a:pt x="7120619" y="569743"/>
                  <a:pt x="7121119" y="568936"/>
                  <a:pt x="7123202" y="568650"/>
                </a:cubicBezTo>
                <a:close/>
                <a:moveTo>
                  <a:pt x="3859653" y="568309"/>
                </a:moveTo>
                <a:cubicBezTo>
                  <a:pt x="3865460" y="569002"/>
                  <a:pt x="3869509" y="570420"/>
                  <a:pt x="3870426" y="572399"/>
                </a:cubicBezTo>
                <a:cubicBezTo>
                  <a:pt x="3872260" y="576356"/>
                  <a:pt x="3860812" y="581095"/>
                  <a:pt x="3844779" y="582943"/>
                </a:cubicBezTo>
                <a:cubicBezTo>
                  <a:pt x="3828691" y="584818"/>
                  <a:pt x="3814270" y="583047"/>
                  <a:pt x="3812519" y="579038"/>
                </a:cubicBezTo>
                <a:cubicBezTo>
                  <a:pt x="3810825" y="575081"/>
                  <a:pt x="3822411" y="570368"/>
                  <a:pt x="3838333" y="568572"/>
                </a:cubicBezTo>
                <a:cubicBezTo>
                  <a:pt x="3846280" y="567648"/>
                  <a:pt x="3853845" y="567616"/>
                  <a:pt x="3859653" y="568309"/>
                </a:cubicBezTo>
                <a:close/>
                <a:moveTo>
                  <a:pt x="8938497" y="566567"/>
                </a:moveTo>
                <a:cubicBezTo>
                  <a:pt x="8939248" y="566437"/>
                  <a:pt x="8940581" y="566541"/>
                  <a:pt x="8941469" y="566801"/>
                </a:cubicBezTo>
                <a:cubicBezTo>
                  <a:pt x="8942331" y="567062"/>
                  <a:pt x="8942582" y="567400"/>
                  <a:pt x="8941775" y="567504"/>
                </a:cubicBezTo>
                <a:cubicBezTo>
                  <a:pt x="8941110" y="567634"/>
                  <a:pt x="8939720" y="567504"/>
                  <a:pt x="8938858" y="567244"/>
                </a:cubicBezTo>
                <a:cubicBezTo>
                  <a:pt x="8937941" y="567010"/>
                  <a:pt x="8937884" y="566698"/>
                  <a:pt x="8938497" y="566567"/>
                </a:cubicBezTo>
                <a:close/>
                <a:moveTo>
                  <a:pt x="7620185" y="565669"/>
                </a:moveTo>
                <a:cubicBezTo>
                  <a:pt x="7629320" y="566541"/>
                  <a:pt x="7638184" y="568311"/>
                  <a:pt x="7644644" y="570785"/>
                </a:cubicBezTo>
                <a:cubicBezTo>
                  <a:pt x="7657593" y="575757"/>
                  <a:pt x="7655954" y="581693"/>
                  <a:pt x="7640894" y="584010"/>
                </a:cubicBezTo>
                <a:cubicBezTo>
                  <a:pt x="7625666" y="586353"/>
                  <a:pt x="7602798" y="584140"/>
                  <a:pt x="7589933" y="579115"/>
                </a:cubicBezTo>
                <a:cubicBezTo>
                  <a:pt x="7577095" y="574117"/>
                  <a:pt x="7578985" y="568233"/>
                  <a:pt x="7594100" y="565942"/>
                </a:cubicBezTo>
                <a:cubicBezTo>
                  <a:pt x="7601644" y="564823"/>
                  <a:pt x="7611050" y="564798"/>
                  <a:pt x="7620185" y="565669"/>
                </a:cubicBezTo>
                <a:close/>
                <a:moveTo>
                  <a:pt x="4200808" y="562610"/>
                </a:moveTo>
                <a:cubicBezTo>
                  <a:pt x="4208172" y="561725"/>
                  <a:pt x="4215118" y="562558"/>
                  <a:pt x="4216341" y="564406"/>
                </a:cubicBezTo>
                <a:cubicBezTo>
                  <a:pt x="4217592" y="566281"/>
                  <a:pt x="4212563" y="568494"/>
                  <a:pt x="4205310" y="569327"/>
                </a:cubicBezTo>
                <a:cubicBezTo>
                  <a:pt x="4197864" y="570186"/>
                  <a:pt x="4190917" y="569379"/>
                  <a:pt x="4189694" y="567504"/>
                </a:cubicBezTo>
                <a:cubicBezTo>
                  <a:pt x="4188500" y="565656"/>
                  <a:pt x="4193473" y="563443"/>
                  <a:pt x="4200808" y="562610"/>
                </a:cubicBezTo>
                <a:close/>
                <a:moveTo>
                  <a:pt x="8222507" y="561757"/>
                </a:moveTo>
                <a:cubicBezTo>
                  <a:pt x="8235364" y="562942"/>
                  <a:pt x="8248293" y="565357"/>
                  <a:pt x="8258254" y="568727"/>
                </a:cubicBezTo>
                <a:cubicBezTo>
                  <a:pt x="8278344" y="575523"/>
                  <a:pt x="8278872" y="583620"/>
                  <a:pt x="8259282" y="586770"/>
                </a:cubicBezTo>
                <a:cubicBezTo>
                  <a:pt x="8239636" y="589972"/>
                  <a:pt x="8207460" y="586952"/>
                  <a:pt x="8187482" y="580079"/>
                </a:cubicBezTo>
                <a:cubicBezTo>
                  <a:pt x="8167698" y="573258"/>
                  <a:pt x="8167559" y="565239"/>
                  <a:pt x="8187176" y="562167"/>
                </a:cubicBezTo>
                <a:cubicBezTo>
                  <a:pt x="8196860" y="560618"/>
                  <a:pt x="8209648" y="560573"/>
                  <a:pt x="8222507" y="561757"/>
                </a:cubicBezTo>
                <a:close/>
                <a:moveTo>
                  <a:pt x="2658794" y="561594"/>
                </a:moveTo>
                <a:cubicBezTo>
                  <a:pt x="2664241" y="561022"/>
                  <a:pt x="2668491" y="561542"/>
                  <a:pt x="2668214" y="562818"/>
                </a:cubicBezTo>
                <a:cubicBezTo>
                  <a:pt x="2667936" y="564094"/>
                  <a:pt x="2663268" y="565577"/>
                  <a:pt x="2657739" y="566150"/>
                </a:cubicBezTo>
                <a:cubicBezTo>
                  <a:pt x="2652182" y="566750"/>
                  <a:pt x="2647985" y="566228"/>
                  <a:pt x="2648264" y="564927"/>
                </a:cubicBezTo>
                <a:cubicBezTo>
                  <a:pt x="2648597" y="563677"/>
                  <a:pt x="2653321" y="562193"/>
                  <a:pt x="2658794" y="561594"/>
                </a:cubicBezTo>
                <a:close/>
                <a:moveTo>
                  <a:pt x="4581817" y="560891"/>
                </a:moveTo>
                <a:cubicBezTo>
                  <a:pt x="4583623" y="560684"/>
                  <a:pt x="4585374" y="560866"/>
                  <a:pt x="4585819" y="561334"/>
                </a:cubicBezTo>
                <a:cubicBezTo>
                  <a:pt x="4586207" y="561829"/>
                  <a:pt x="4585069" y="562376"/>
                  <a:pt x="4583290" y="562584"/>
                </a:cubicBezTo>
                <a:cubicBezTo>
                  <a:pt x="4581483" y="562766"/>
                  <a:pt x="4579706" y="562610"/>
                  <a:pt x="4579289" y="562116"/>
                </a:cubicBezTo>
                <a:cubicBezTo>
                  <a:pt x="4578871" y="561647"/>
                  <a:pt x="4580011" y="561100"/>
                  <a:pt x="4581817" y="560891"/>
                </a:cubicBezTo>
                <a:close/>
                <a:moveTo>
                  <a:pt x="3268532" y="558943"/>
                </a:moveTo>
                <a:cubicBezTo>
                  <a:pt x="3275969" y="559864"/>
                  <a:pt x="3280727" y="561738"/>
                  <a:pt x="3281047" y="564354"/>
                </a:cubicBezTo>
                <a:cubicBezTo>
                  <a:pt x="3281713" y="569613"/>
                  <a:pt x="3264263" y="575914"/>
                  <a:pt x="3242006" y="578361"/>
                </a:cubicBezTo>
                <a:cubicBezTo>
                  <a:pt x="3219805" y="580860"/>
                  <a:pt x="3201327" y="578517"/>
                  <a:pt x="3200854" y="573180"/>
                </a:cubicBezTo>
                <a:cubicBezTo>
                  <a:pt x="3200382" y="567895"/>
                  <a:pt x="3217943" y="561673"/>
                  <a:pt x="3239950" y="559251"/>
                </a:cubicBezTo>
                <a:cubicBezTo>
                  <a:pt x="3250982" y="558054"/>
                  <a:pt x="3261096" y="558021"/>
                  <a:pt x="3268532" y="558943"/>
                </a:cubicBezTo>
                <a:close/>
                <a:moveTo>
                  <a:pt x="9061813" y="558574"/>
                </a:moveTo>
                <a:cubicBezTo>
                  <a:pt x="9062118" y="558497"/>
                  <a:pt x="9062730" y="558574"/>
                  <a:pt x="9063257" y="558678"/>
                </a:cubicBezTo>
                <a:cubicBezTo>
                  <a:pt x="9063702" y="558834"/>
                  <a:pt x="9063786" y="558939"/>
                  <a:pt x="9063481" y="559043"/>
                </a:cubicBezTo>
                <a:cubicBezTo>
                  <a:pt x="9063063" y="559094"/>
                  <a:pt x="9062424" y="559043"/>
                  <a:pt x="9061950" y="558913"/>
                </a:cubicBezTo>
                <a:cubicBezTo>
                  <a:pt x="9061507" y="558783"/>
                  <a:pt x="9061395" y="558626"/>
                  <a:pt x="9061813" y="558574"/>
                </a:cubicBezTo>
                <a:close/>
                <a:moveTo>
                  <a:pt x="6747056" y="557872"/>
                </a:moveTo>
                <a:cubicBezTo>
                  <a:pt x="6751585" y="557247"/>
                  <a:pt x="6757670" y="557845"/>
                  <a:pt x="6760644" y="559251"/>
                </a:cubicBezTo>
                <a:cubicBezTo>
                  <a:pt x="6763644" y="560632"/>
                  <a:pt x="6762200" y="562298"/>
                  <a:pt x="6757670" y="562949"/>
                </a:cubicBezTo>
                <a:cubicBezTo>
                  <a:pt x="6753085" y="563573"/>
                  <a:pt x="6747056" y="562975"/>
                  <a:pt x="6744083" y="561569"/>
                </a:cubicBezTo>
                <a:cubicBezTo>
                  <a:pt x="6741138" y="560163"/>
                  <a:pt x="6742499" y="558497"/>
                  <a:pt x="6747056" y="557872"/>
                </a:cubicBezTo>
                <a:close/>
                <a:moveTo>
                  <a:pt x="3734418" y="557329"/>
                </a:moveTo>
                <a:cubicBezTo>
                  <a:pt x="3740899" y="558113"/>
                  <a:pt x="3745331" y="559707"/>
                  <a:pt x="3746193" y="561933"/>
                </a:cubicBezTo>
                <a:cubicBezTo>
                  <a:pt x="3747999" y="566385"/>
                  <a:pt x="3734689" y="571696"/>
                  <a:pt x="3716434" y="573779"/>
                </a:cubicBezTo>
                <a:cubicBezTo>
                  <a:pt x="3698150" y="575835"/>
                  <a:pt x="3681950" y="573882"/>
                  <a:pt x="3680367" y="569379"/>
                </a:cubicBezTo>
                <a:cubicBezTo>
                  <a:pt x="3678755" y="564902"/>
                  <a:pt x="3692231" y="559642"/>
                  <a:pt x="3710348" y="557586"/>
                </a:cubicBezTo>
                <a:cubicBezTo>
                  <a:pt x="3719406" y="556570"/>
                  <a:pt x="3727937" y="556545"/>
                  <a:pt x="3734418" y="557329"/>
                </a:cubicBezTo>
                <a:close/>
                <a:moveTo>
                  <a:pt x="7252160" y="556153"/>
                </a:moveTo>
                <a:cubicBezTo>
                  <a:pt x="7260079" y="554981"/>
                  <a:pt x="7271360" y="556075"/>
                  <a:pt x="7277473" y="558574"/>
                </a:cubicBezTo>
                <a:cubicBezTo>
                  <a:pt x="7283558" y="561099"/>
                  <a:pt x="7282114" y="564094"/>
                  <a:pt x="7274138" y="565265"/>
                </a:cubicBezTo>
                <a:cubicBezTo>
                  <a:pt x="7266219" y="566463"/>
                  <a:pt x="7254827" y="565344"/>
                  <a:pt x="7248686" y="562792"/>
                </a:cubicBezTo>
                <a:cubicBezTo>
                  <a:pt x="7242684" y="560266"/>
                  <a:pt x="7244323" y="557272"/>
                  <a:pt x="7252160" y="556153"/>
                </a:cubicBezTo>
                <a:close/>
                <a:moveTo>
                  <a:pt x="8348693" y="554132"/>
                </a:moveTo>
                <a:cubicBezTo>
                  <a:pt x="8360926" y="555249"/>
                  <a:pt x="8373292" y="557520"/>
                  <a:pt x="8382934" y="560683"/>
                </a:cubicBezTo>
                <a:cubicBezTo>
                  <a:pt x="8402439" y="567087"/>
                  <a:pt x="8403550" y="574715"/>
                  <a:pt x="8385212" y="577657"/>
                </a:cubicBezTo>
                <a:cubicBezTo>
                  <a:pt x="8366871" y="580677"/>
                  <a:pt x="8336140" y="577839"/>
                  <a:pt x="8316856" y="571383"/>
                </a:cubicBezTo>
                <a:cubicBezTo>
                  <a:pt x="8297544" y="564978"/>
                  <a:pt x="8297044" y="557428"/>
                  <a:pt x="8315245" y="554513"/>
                </a:cubicBezTo>
                <a:cubicBezTo>
                  <a:pt x="8324358" y="553056"/>
                  <a:pt x="8336460" y="553017"/>
                  <a:pt x="8348693" y="554132"/>
                </a:cubicBezTo>
                <a:close/>
                <a:moveTo>
                  <a:pt x="7751856" y="553951"/>
                </a:moveTo>
                <a:cubicBezTo>
                  <a:pt x="7764223" y="555112"/>
                  <a:pt x="7776324" y="557481"/>
                  <a:pt x="7785271" y="560787"/>
                </a:cubicBezTo>
                <a:cubicBezTo>
                  <a:pt x="7803249" y="567452"/>
                  <a:pt x="7801582" y="575367"/>
                  <a:pt x="7781437" y="578517"/>
                </a:cubicBezTo>
                <a:cubicBezTo>
                  <a:pt x="7761320" y="581641"/>
                  <a:pt x="7730310" y="578673"/>
                  <a:pt x="7712471" y="571930"/>
                </a:cubicBezTo>
                <a:cubicBezTo>
                  <a:pt x="7694743" y="565239"/>
                  <a:pt x="7696799" y="557378"/>
                  <a:pt x="7716834" y="554357"/>
                </a:cubicBezTo>
                <a:cubicBezTo>
                  <a:pt x="7726851" y="552835"/>
                  <a:pt x="7739487" y="552789"/>
                  <a:pt x="7751856" y="553951"/>
                </a:cubicBezTo>
                <a:close/>
                <a:moveTo>
                  <a:pt x="2540479" y="553785"/>
                </a:moveTo>
                <a:cubicBezTo>
                  <a:pt x="2541896" y="553628"/>
                  <a:pt x="2543036" y="553785"/>
                  <a:pt x="2542924" y="554096"/>
                </a:cubicBezTo>
                <a:cubicBezTo>
                  <a:pt x="2542813" y="554461"/>
                  <a:pt x="2541591" y="554825"/>
                  <a:pt x="2540062" y="554981"/>
                </a:cubicBezTo>
                <a:cubicBezTo>
                  <a:pt x="2538645" y="555138"/>
                  <a:pt x="2537534" y="554981"/>
                  <a:pt x="2537617" y="554643"/>
                </a:cubicBezTo>
                <a:cubicBezTo>
                  <a:pt x="2537756" y="554331"/>
                  <a:pt x="2539007" y="553966"/>
                  <a:pt x="2540479" y="553785"/>
                </a:cubicBezTo>
                <a:close/>
                <a:moveTo>
                  <a:pt x="4838955" y="552274"/>
                </a:moveTo>
                <a:cubicBezTo>
                  <a:pt x="4839427" y="552196"/>
                  <a:pt x="4839927" y="552274"/>
                  <a:pt x="4840066" y="552378"/>
                </a:cubicBezTo>
                <a:cubicBezTo>
                  <a:pt x="4840177" y="552509"/>
                  <a:pt x="4839899" y="552690"/>
                  <a:pt x="4839427" y="552769"/>
                </a:cubicBezTo>
                <a:cubicBezTo>
                  <a:pt x="4838955" y="552821"/>
                  <a:pt x="4838370" y="552769"/>
                  <a:pt x="4838231" y="552639"/>
                </a:cubicBezTo>
                <a:cubicBezTo>
                  <a:pt x="4838120" y="552509"/>
                  <a:pt x="4838399" y="552327"/>
                  <a:pt x="4838955" y="552274"/>
                </a:cubicBezTo>
                <a:close/>
                <a:moveTo>
                  <a:pt x="9183046" y="550400"/>
                </a:moveTo>
                <a:cubicBezTo>
                  <a:pt x="9183325" y="550321"/>
                  <a:pt x="9183991" y="550374"/>
                  <a:pt x="9184464" y="550530"/>
                </a:cubicBezTo>
                <a:cubicBezTo>
                  <a:pt x="9184881" y="550660"/>
                  <a:pt x="9185048" y="550817"/>
                  <a:pt x="9184713" y="550894"/>
                </a:cubicBezTo>
                <a:cubicBezTo>
                  <a:pt x="9184407" y="550921"/>
                  <a:pt x="9183685" y="550894"/>
                  <a:pt x="9183268" y="550738"/>
                </a:cubicBezTo>
                <a:cubicBezTo>
                  <a:pt x="9182770" y="550608"/>
                  <a:pt x="9182657" y="550452"/>
                  <a:pt x="9183046" y="550400"/>
                </a:cubicBezTo>
                <a:close/>
                <a:moveTo>
                  <a:pt x="4085463" y="548805"/>
                </a:moveTo>
                <a:cubicBezTo>
                  <a:pt x="4090725" y="549411"/>
                  <a:pt x="4094511" y="550647"/>
                  <a:pt x="4095525" y="552378"/>
                </a:cubicBezTo>
                <a:cubicBezTo>
                  <a:pt x="4097581" y="555868"/>
                  <a:pt x="4087995" y="560033"/>
                  <a:pt x="4073906" y="561673"/>
                </a:cubicBezTo>
                <a:cubicBezTo>
                  <a:pt x="4059819" y="563287"/>
                  <a:pt x="4046815" y="561777"/>
                  <a:pt x="4044842" y="558236"/>
                </a:cubicBezTo>
                <a:cubicBezTo>
                  <a:pt x="4042925" y="554749"/>
                  <a:pt x="4052595" y="550608"/>
                  <a:pt x="4066544" y="549021"/>
                </a:cubicBezTo>
                <a:cubicBezTo>
                  <a:pt x="4073462" y="548227"/>
                  <a:pt x="4080201" y="548201"/>
                  <a:pt x="4085463" y="548805"/>
                </a:cubicBezTo>
                <a:close/>
                <a:moveTo>
                  <a:pt x="3151004" y="547901"/>
                </a:moveTo>
                <a:cubicBezTo>
                  <a:pt x="3159431" y="548955"/>
                  <a:pt x="3164732" y="551103"/>
                  <a:pt x="3164926" y="554096"/>
                </a:cubicBezTo>
                <a:cubicBezTo>
                  <a:pt x="3165315" y="560084"/>
                  <a:pt x="3144864" y="567270"/>
                  <a:pt x="3119245" y="570056"/>
                </a:cubicBezTo>
                <a:cubicBezTo>
                  <a:pt x="3093431" y="572868"/>
                  <a:pt x="3072424" y="570160"/>
                  <a:pt x="3072341" y="564119"/>
                </a:cubicBezTo>
                <a:cubicBezTo>
                  <a:pt x="3072286" y="558106"/>
                  <a:pt x="3092875" y="550998"/>
                  <a:pt x="3118328" y="548265"/>
                </a:cubicBezTo>
                <a:cubicBezTo>
                  <a:pt x="3131027" y="546885"/>
                  <a:pt x="3142579" y="546847"/>
                  <a:pt x="3151004" y="547901"/>
                </a:cubicBezTo>
                <a:close/>
                <a:moveTo>
                  <a:pt x="4440440" y="547562"/>
                </a:moveTo>
                <a:cubicBezTo>
                  <a:pt x="4444496" y="547093"/>
                  <a:pt x="4448470" y="547536"/>
                  <a:pt x="4449332" y="548604"/>
                </a:cubicBezTo>
                <a:cubicBezTo>
                  <a:pt x="4450193" y="549644"/>
                  <a:pt x="4447554" y="550894"/>
                  <a:pt x="4443413" y="551389"/>
                </a:cubicBezTo>
                <a:cubicBezTo>
                  <a:pt x="4439384" y="551857"/>
                  <a:pt x="4435300" y="551389"/>
                  <a:pt x="4434467" y="550348"/>
                </a:cubicBezTo>
                <a:cubicBezTo>
                  <a:pt x="4433605" y="549280"/>
                  <a:pt x="4436272" y="548057"/>
                  <a:pt x="4440440" y="547562"/>
                </a:cubicBezTo>
                <a:close/>
                <a:moveTo>
                  <a:pt x="3609553" y="547143"/>
                </a:moveTo>
                <a:cubicBezTo>
                  <a:pt x="3616236" y="547953"/>
                  <a:pt x="3620737" y="549606"/>
                  <a:pt x="3621459" y="551910"/>
                </a:cubicBezTo>
                <a:cubicBezTo>
                  <a:pt x="3622987" y="556518"/>
                  <a:pt x="3608761" y="562011"/>
                  <a:pt x="3589672" y="564173"/>
                </a:cubicBezTo>
                <a:cubicBezTo>
                  <a:pt x="3570499" y="566281"/>
                  <a:pt x="3553827" y="564250"/>
                  <a:pt x="3552493" y="559590"/>
                </a:cubicBezTo>
                <a:cubicBezTo>
                  <a:pt x="3551131" y="554982"/>
                  <a:pt x="3565525" y="549515"/>
                  <a:pt x="3584559" y="547432"/>
                </a:cubicBezTo>
                <a:cubicBezTo>
                  <a:pt x="3594006" y="546365"/>
                  <a:pt x="3602870" y="546332"/>
                  <a:pt x="3609553" y="547143"/>
                </a:cubicBezTo>
                <a:close/>
                <a:moveTo>
                  <a:pt x="6888490" y="546703"/>
                </a:moveTo>
                <a:cubicBezTo>
                  <a:pt x="6894769" y="545792"/>
                  <a:pt x="6903133" y="546651"/>
                  <a:pt x="6907412" y="548525"/>
                </a:cubicBezTo>
                <a:cubicBezTo>
                  <a:pt x="6911552" y="550426"/>
                  <a:pt x="6909997" y="552690"/>
                  <a:pt x="6903717" y="553550"/>
                </a:cubicBezTo>
                <a:cubicBezTo>
                  <a:pt x="6897520" y="554435"/>
                  <a:pt x="6889073" y="553602"/>
                  <a:pt x="6884905" y="551702"/>
                </a:cubicBezTo>
                <a:cubicBezTo>
                  <a:pt x="6880626" y="549827"/>
                  <a:pt x="6882321" y="547562"/>
                  <a:pt x="6888490" y="546703"/>
                </a:cubicBezTo>
                <a:close/>
                <a:moveTo>
                  <a:pt x="6505757" y="546129"/>
                </a:moveTo>
                <a:cubicBezTo>
                  <a:pt x="6506174" y="546052"/>
                  <a:pt x="6506786" y="546129"/>
                  <a:pt x="6507091" y="546260"/>
                </a:cubicBezTo>
                <a:cubicBezTo>
                  <a:pt x="6507257" y="546416"/>
                  <a:pt x="6507147" y="546546"/>
                  <a:pt x="6506674" y="546625"/>
                </a:cubicBezTo>
                <a:cubicBezTo>
                  <a:pt x="6506229" y="546676"/>
                  <a:pt x="6505618" y="546625"/>
                  <a:pt x="6505424" y="546495"/>
                </a:cubicBezTo>
                <a:cubicBezTo>
                  <a:pt x="6505145" y="546338"/>
                  <a:pt x="6505285" y="546208"/>
                  <a:pt x="6505757" y="546129"/>
                </a:cubicBezTo>
                <a:close/>
                <a:moveTo>
                  <a:pt x="7880977" y="545707"/>
                </a:moveTo>
                <a:cubicBezTo>
                  <a:pt x="7893237" y="546853"/>
                  <a:pt x="7905338" y="549176"/>
                  <a:pt x="7914396" y="552404"/>
                </a:cubicBezTo>
                <a:cubicBezTo>
                  <a:pt x="7932597" y="558913"/>
                  <a:pt x="7931708" y="566697"/>
                  <a:pt x="7912063" y="569795"/>
                </a:cubicBezTo>
                <a:cubicBezTo>
                  <a:pt x="7892389" y="572841"/>
                  <a:pt x="7861575" y="569952"/>
                  <a:pt x="7843541" y="563338"/>
                </a:cubicBezTo>
                <a:cubicBezTo>
                  <a:pt x="7825591" y="556778"/>
                  <a:pt x="7827063" y="549071"/>
                  <a:pt x="7846598" y="546078"/>
                </a:cubicBezTo>
                <a:cubicBezTo>
                  <a:pt x="7856295" y="544594"/>
                  <a:pt x="7868715" y="544562"/>
                  <a:pt x="7880977" y="545707"/>
                </a:cubicBezTo>
                <a:close/>
                <a:moveTo>
                  <a:pt x="8473370" y="544965"/>
                </a:moveTo>
                <a:cubicBezTo>
                  <a:pt x="8486660" y="546163"/>
                  <a:pt x="8500191" y="548604"/>
                  <a:pt x="8510862" y="552014"/>
                </a:cubicBezTo>
                <a:cubicBezTo>
                  <a:pt x="8532368" y="558835"/>
                  <a:pt x="8534063" y="567062"/>
                  <a:pt x="8514640" y="570264"/>
                </a:cubicBezTo>
                <a:cubicBezTo>
                  <a:pt x="8494967" y="573492"/>
                  <a:pt x="8461652" y="570420"/>
                  <a:pt x="8440284" y="563469"/>
                </a:cubicBezTo>
                <a:cubicBezTo>
                  <a:pt x="8419139" y="556596"/>
                  <a:pt x="8417914" y="548499"/>
                  <a:pt x="8437338" y="545376"/>
                </a:cubicBezTo>
                <a:cubicBezTo>
                  <a:pt x="8447035" y="543814"/>
                  <a:pt x="8460081" y="543768"/>
                  <a:pt x="8473370" y="544965"/>
                </a:cubicBezTo>
                <a:close/>
                <a:moveTo>
                  <a:pt x="2423748" y="544724"/>
                </a:moveTo>
                <a:cubicBezTo>
                  <a:pt x="2424332" y="544672"/>
                  <a:pt x="2424721" y="544724"/>
                  <a:pt x="2424665" y="544880"/>
                </a:cubicBezTo>
                <a:cubicBezTo>
                  <a:pt x="2424637" y="545010"/>
                  <a:pt x="2424137" y="545166"/>
                  <a:pt x="2423609" y="545219"/>
                </a:cubicBezTo>
                <a:cubicBezTo>
                  <a:pt x="2423054" y="545271"/>
                  <a:pt x="2422581" y="545245"/>
                  <a:pt x="2422609" y="545115"/>
                </a:cubicBezTo>
                <a:cubicBezTo>
                  <a:pt x="2422609" y="544958"/>
                  <a:pt x="2423193" y="544802"/>
                  <a:pt x="2423748" y="544724"/>
                </a:cubicBezTo>
                <a:close/>
                <a:moveTo>
                  <a:pt x="7401613" y="543586"/>
                </a:moveTo>
                <a:cubicBezTo>
                  <a:pt x="7409675" y="544354"/>
                  <a:pt x="7417393" y="545923"/>
                  <a:pt x="7422880" y="548109"/>
                </a:cubicBezTo>
                <a:cubicBezTo>
                  <a:pt x="7433940" y="552483"/>
                  <a:pt x="7431855" y="557716"/>
                  <a:pt x="7418017" y="559746"/>
                </a:cubicBezTo>
                <a:cubicBezTo>
                  <a:pt x="7404207" y="561803"/>
                  <a:pt x="7383979" y="559851"/>
                  <a:pt x="7373059" y="555451"/>
                </a:cubicBezTo>
                <a:cubicBezTo>
                  <a:pt x="7362195" y="551025"/>
                  <a:pt x="7364528" y="545844"/>
                  <a:pt x="7378282" y="543865"/>
                </a:cubicBezTo>
                <a:cubicBezTo>
                  <a:pt x="7385146" y="542851"/>
                  <a:pt x="7393551" y="542818"/>
                  <a:pt x="7401613" y="543586"/>
                </a:cubicBezTo>
                <a:close/>
                <a:moveTo>
                  <a:pt x="3025098" y="540423"/>
                </a:moveTo>
                <a:cubicBezTo>
                  <a:pt x="3031946" y="541282"/>
                  <a:pt x="3036163" y="543032"/>
                  <a:pt x="3036163" y="545480"/>
                </a:cubicBezTo>
                <a:cubicBezTo>
                  <a:pt x="3036024" y="550348"/>
                  <a:pt x="3018908" y="556206"/>
                  <a:pt x="2997679" y="558497"/>
                </a:cubicBezTo>
                <a:cubicBezTo>
                  <a:pt x="2976450" y="560788"/>
                  <a:pt x="2959444" y="558601"/>
                  <a:pt x="2959639" y="553680"/>
                </a:cubicBezTo>
                <a:cubicBezTo>
                  <a:pt x="2959889" y="548734"/>
                  <a:pt x="2977200" y="542954"/>
                  <a:pt x="2998235" y="540715"/>
                </a:cubicBezTo>
                <a:cubicBezTo>
                  <a:pt x="3008766" y="539596"/>
                  <a:pt x="3018248" y="539564"/>
                  <a:pt x="3025098" y="540423"/>
                </a:cubicBezTo>
                <a:close/>
                <a:moveTo>
                  <a:pt x="7032868" y="538737"/>
                </a:moveTo>
                <a:cubicBezTo>
                  <a:pt x="7035841" y="538294"/>
                  <a:pt x="7039898" y="538710"/>
                  <a:pt x="7042038" y="539595"/>
                </a:cubicBezTo>
                <a:cubicBezTo>
                  <a:pt x="7044066" y="540507"/>
                  <a:pt x="7043371" y="541574"/>
                  <a:pt x="7040426" y="542016"/>
                </a:cubicBezTo>
                <a:cubicBezTo>
                  <a:pt x="7037509" y="542433"/>
                  <a:pt x="7033368" y="542016"/>
                  <a:pt x="7031340" y="541131"/>
                </a:cubicBezTo>
                <a:cubicBezTo>
                  <a:pt x="7029256" y="540220"/>
                  <a:pt x="7029895" y="539152"/>
                  <a:pt x="7032868" y="538737"/>
                </a:cubicBezTo>
                <a:close/>
                <a:moveTo>
                  <a:pt x="8008637" y="538059"/>
                </a:moveTo>
                <a:cubicBezTo>
                  <a:pt x="8020312" y="539133"/>
                  <a:pt x="8031906" y="541314"/>
                  <a:pt x="8040686" y="544359"/>
                </a:cubicBezTo>
                <a:cubicBezTo>
                  <a:pt x="8058303" y="550452"/>
                  <a:pt x="8057942" y="557820"/>
                  <a:pt x="8039630" y="560683"/>
                </a:cubicBezTo>
                <a:cubicBezTo>
                  <a:pt x="8021263" y="563572"/>
                  <a:pt x="7991921" y="560839"/>
                  <a:pt x="7974443" y="554669"/>
                </a:cubicBezTo>
                <a:cubicBezTo>
                  <a:pt x="7957049" y="548498"/>
                  <a:pt x="7957910" y="541235"/>
                  <a:pt x="7976110" y="538398"/>
                </a:cubicBezTo>
                <a:cubicBezTo>
                  <a:pt x="7985210" y="537018"/>
                  <a:pt x="7996964" y="536985"/>
                  <a:pt x="8008637" y="538059"/>
                </a:cubicBezTo>
                <a:close/>
                <a:moveTo>
                  <a:pt x="3485771" y="537415"/>
                </a:moveTo>
                <a:cubicBezTo>
                  <a:pt x="3492468" y="538223"/>
                  <a:pt x="3496906" y="539869"/>
                  <a:pt x="3497504" y="542173"/>
                </a:cubicBezTo>
                <a:cubicBezTo>
                  <a:pt x="3498643" y="546807"/>
                  <a:pt x="3483832" y="552300"/>
                  <a:pt x="3464465" y="554461"/>
                </a:cubicBezTo>
                <a:cubicBezTo>
                  <a:pt x="3445043" y="556595"/>
                  <a:pt x="3428343" y="554565"/>
                  <a:pt x="3427342" y="549905"/>
                </a:cubicBezTo>
                <a:cubicBezTo>
                  <a:pt x="3426314" y="545271"/>
                  <a:pt x="3441180" y="539777"/>
                  <a:pt x="3460492" y="537695"/>
                </a:cubicBezTo>
                <a:cubicBezTo>
                  <a:pt x="3470120" y="536641"/>
                  <a:pt x="3479074" y="536608"/>
                  <a:pt x="3485771" y="537415"/>
                </a:cubicBezTo>
                <a:close/>
                <a:moveTo>
                  <a:pt x="4690685" y="537356"/>
                </a:moveTo>
                <a:cubicBezTo>
                  <a:pt x="4691658" y="537252"/>
                  <a:pt x="4692658" y="537356"/>
                  <a:pt x="4692853" y="537616"/>
                </a:cubicBezTo>
                <a:cubicBezTo>
                  <a:pt x="4693186" y="537903"/>
                  <a:pt x="4692574" y="538215"/>
                  <a:pt x="4691519" y="538294"/>
                </a:cubicBezTo>
                <a:cubicBezTo>
                  <a:pt x="4690491" y="538424"/>
                  <a:pt x="4689545" y="538294"/>
                  <a:pt x="4689268" y="538033"/>
                </a:cubicBezTo>
                <a:cubicBezTo>
                  <a:pt x="4688991" y="537825"/>
                  <a:pt x="4689657" y="537487"/>
                  <a:pt x="4690685" y="537356"/>
                </a:cubicBezTo>
                <a:close/>
                <a:moveTo>
                  <a:pt x="8709564" y="537175"/>
                </a:moveTo>
                <a:cubicBezTo>
                  <a:pt x="8716121" y="536107"/>
                  <a:pt x="8727542" y="537123"/>
                  <a:pt x="8735238" y="539439"/>
                </a:cubicBezTo>
                <a:cubicBezTo>
                  <a:pt x="8742823" y="541782"/>
                  <a:pt x="8743879" y="544568"/>
                  <a:pt x="8737293" y="545636"/>
                </a:cubicBezTo>
                <a:cubicBezTo>
                  <a:pt x="8730682" y="546703"/>
                  <a:pt x="8719261" y="545662"/>
                  <a:pt x="8711646" y="543344"/>
                </a:cubicBezTo>
                <a:cubicBezTo>
                  <a:pt x="8704007" y="541028"/>
                  <a:pt x="8703088" y="538242"/>
                  <a:pt x="8709564" y="537175"/>
                </a:cubicBezTo>
                <a:close/>
                <a:moveTo>
                  <a:pt x="2878891" y="537097"/>
                </a:moveTo>
                <a:cubicBezTo>
                  <a:pt x="2886199" y="536316"/>
                  <a:pt x="2891951" y="537071"/>
                  <a:pt x="2891812" y="538737"/>
                </a:cubicBezTo>
                <a:cubicBezTo>
                  <a:pt x="2891673" y="540429"/>
                  <a:pt x="2885588" y="542407"/>
                  <a:pt x="2878308" y="543214"/>
                </a:cubicBezTo>
                <a:cubicBezTo>
                  <a:pt x="2870917" y="543996"/>
                  <a:pt x="2865110" y="543241"/>
                  <a:pt x="2865276" y="541548"/>
                </a:cubicBezTo>
                <a:cubicBezTo>
                  <a:pt x="2865443" y="539856"/>
                  <a:pt x="2871528" y="537877"/>
                  <a:pt x="2878891" y="537097"/>
                </a:cubicBezTo>
                <a:close/>
                <a:moveTo>
                  <a:pt x="8596861" y="536521"/>
                </a:moveTo>
                <a:cubicBezTo>
                  <a:pt x="8610560" y="537741"/>
                  <a:pt x="8624592" y="540221"/>
                  <a:pt x="8635708" y="543683"/>
                </a:cubicBezTo>
                <a:cubicBezTo>
                  <a:pt x="8658270" y="550687"/>
                  <a:pt x="8660687" y="559017"/>
                  <a:pt x="8640902" y="562298"/>
                </a:cubicBezTo>
                <a:cubicBezTo>
                  <a:pt x="8621148" y="565578"/>
                  <a:pt x="8586719" y="562480"/>
                  <a:pt x="8564323" y="555372"/>
                </a:cubicBezTo>
                <a:cubicBezTo>
                  <a:pt x="8542149" y="548343"/>
                  <a:pt x="8540288" y="540091"/>
                  <a:pt x="8560015" y="536914"/>
                </a:cubicBezTo>
                <a:cubicBezTo>
                  <a:pt x="8569796" y="535339"/>
                  <a:pt x="8583162" y="535300"/>
                  <a:pt x="8596861" y="536521"/>
                </a:cubicBezTo>
                <a:close/>
                <a:moveTo>
                  <a:pt x="3960511" y="536498"/>
                </a:moveTo>
                <a:cubicBezTo>
                  <a:pt x="3967333" y="537292"/>
                  <a:pt x="3972139" y="538907"/>
                  <a:pt x="3973348" y="541158"/>
                </a:cubicBezTo>
                <a:cubicBezTo>
                  <a:pt x="3975766" y="545740"/>
                  <a:pt x="3962678" y="551129"/>
                  <a:pt x="3944144" y="553237"/>
                </a:cubicBezTo>
                <a:cubicBezTo>
                  <a:pt x="3925472" y="555372"/>
                  <a:pt x="3908522" y="553394"/>
                  <a:pt x="3906243" y="548786"/>
                </a:cubicBezTo>
                <a:cubicBezTo>
                  <a:pt x="3904021" y="544230"/>
                  <a:pt x="3917220" y="538867"/>
                  <a:pt x="3935586" y="536758"/>
                </a:cubicBezTo>
                <a:cubicBezTo>
                  <a:pt x="3944853" y="535730"/>
                  <a:pt x="3953689" y="535705"/>
                  <a:pt x="3960511" y="536498"/>
                </a:cubicBezTo>
                <a:close/>
                <a:moveTo>
                  <a:pt x="7534078" y="534494"/>
                </a:moveTo>
                <a:cubicBezTo>
                  <a:pt x="7542633" y="535301"/>
                  <a:pt x="7550893" y="536940"/>
                  <a:pt x="7556894" y="539231"/>
                </a:cubicBezTo>
                <a:cubicBezTo>
                  <a:pt x="7568898" y="543813"/>
                  <a:pt x="7567064" y="549332"/>
                  <a:pt x="7552754" y="551494"/>
                </a:cubicBezTo>
                <a:cubicBezTo>
                  <a:pt x="7538361" y="553628"/>
                  <a:pt x="7516826" y="551597"/>
                  <a:pt x="7504933" y="546938"/>
                </a:cubicBezTo>
                <a:cubicBezTo>
                  <a:pt x="7493124" y="542303"/>
                  <a:pt x="7495180" y="536888"/>
                  <a:pt x="7509490" y="534753"/>
                </a:cubicBezTo>
                <a:cubicBezTo>
                  <a:pt x="7516673" y="533712"/>
                  <a:pt x="7525523" y="533686"/>
                  <a:pt x="7534078" y="534494"/>
                </a:cubicBezTo>
                <a:close/>
                <a:moveTo>
                  <a:pt x="6654360" y="533399"/>
                </a:moveTo>
                <a:cubicBezTo>
                  <a:pt x="6656277" y="533113"/>
                  <a:pt x="6658806" y="533399"/>
                  <a:pt x="6660056" y="533946"/>
                </a:cubicBezTo>
                <a:cubicBezTo>
                  <a:pt x="6661224" y="534544"/>
                  <a:pt x="6660667" y="535222"/>
                  <a:pt x="6658694" y="535533"/>
                </a:cubicBezTo>
                <a:cubicBezTo>
                  <a:pt x="6656750" y="535769"/>
                  <a:pt x="6654166" y="535533"/>
                  <a:pt x="6652971" y="534936"/>
                </a:cubicBezTo>
                <a:cubicBezTo>
                  <a:pt x="6651776" y="534336"/>
                  <a:pt x="6652415" y="533686"/>
                  <a:pt x="6654360" y="533399"/>
                </a:cubicBezTo>
                <a:close/>
                <a:moveTo>
                  <a:pt x="4301507" y="533140"/>
                </a:moveTo>
                <a:cubicBezTo>
                  <a:pt x="4312011" y="531942"/>
                  <a:pt x="4322125" y="533088"/>
                  <a:pt x="4324042" y="535717"/>
                </a:cubicBezTo>
                <a:cubicBezTo>
                  <a:pt x="4326015" y="538372"/>
                  <a:pt x="4319013" y="541496"/>
                  <a:pt x="4308454" y="542746"/>
                </a:cubicBezTo>
                <a:cubicBezTo>
                  <a:pt x="4297866" y="543944"/>
                  <a:pt x="4287697" y="542798"/>
                  <a:pt x="4285863" y="540142"/>
                </a:cubicBezTo>
                <a:cubicBezTo>
                  <a:pt x="4283946" y="537487"/>
                  <a:pt x="4291003" y="534363"/>
                  <a:pt x="4301507" y="533140"/>
                </a:cubicBezTo>
                <a:close/>
                <a:moveTo>
                  <a:pt x="8843854" y="532905"/>
                </a:moveTo>
                <a:cubicBezTo>
                  <a:pt x="8844577" y="532775"/>
                  <a:pt x="8845912" y="532905"/>
                  <a:pt x="8846691" y="533140"/>
                </a:cubicBezTo>
                <a:cubicBezTo>
                  <a:pt x="8847606" y="533400"/>
                  <a:pt x="8847745" y="533711"/>
                  <a:pt x="8847022" y="533816"/>
                </a:cubicBezTo>
                <a:cubicBezTo>
                  <a:pt x="8846273" y="533947"/>
                  <a:pt x="8844995" y="533816"/>
                  <a:pt x="8844134" y="533555"/>
                </a:cubicBezTo>
                <a:cubicBezTo>
                  <a:pt x="8843272" y="533321"/>
                  <a:pt x="8843106" y="533009"/>
                  <a:pt x="8843854" y="532905"/>
                </a:cubicBezTo>
                <a:close/>
                <a:moveTo>
                  <a:pt x="8135004" y="528942"/>
                </a:moveTo>
                <a:cubicBezTo>
                  <a:pt x="8147699" y="530093"/>
                  <a:pt x="8160390" y="532436"/>
                  <a:pt x="8170115" y="535716"/>
                </a:cubicBezTo>
                <a:cubicBezTo>
                  <a:pt x="8189678" y="542303"/>
                  <a:pt x="8189788" y="550191"/>
                  <a:pt x="8170282" y="553290"/>
                </a:cubicBezTo>
                <a:cubicBezTo>
                  <a:pt x="8150665" y="556362"/>
                  <a:pt x="8118766" y="553446"/>
                  <a:pt x="8099344" y="546755"/>
                </a:cubicBezTo>
                <a:cubicBezTo>
                  <a:pt x="8080115" y="540116"/>
                  <a:pt x="8080365" y="532332"/>
                  <a:pt x="8099871" y="529312"/>
                </a:cubicBezTo>
                <a:cubicBezTo>
                  <a:pt x="8109611" y="527828"/>
                  <a:pt x="8122309" y="527789"/>
                  <a:pt x="8135004" y="528942"/>
                </a:cubicBezTo>
                <a:close/>
                <a:moveTo>
                  <a:pt x="2761077" y="527802"/>
                </a:moveTo>
                <a:cubicBezTo>
                  <a:pt x="2768412" y="527047"/>
                  <a:pt x="2774080" y="527776"/>
                  <a:pt x="2773803" y="529442"/>
                </a:cubicBezTo>
                <a:cubicBezTo>
                  <a:pt x="2773525" y="531108"/>
                  <a:pt x="2767384" y="533061"/>
                  <a:pt x="2760049" y="533842"/>
                </a:cubicBezTo>
                <a:cubicBezTo>
                  <a:pt x="2752685" y="534623"/>
                  <a:pt x="2746961" y="533894"/>
                  <a:pt x="2747267" y="532228"/>
                </a:cubicBezTo>
                <a:cubicBezTo>
                  <a:pt x="2747600" y="530535"/>
                  <a:pt x="2753741" y="528557"/>
                  <a:pt x="2761077" y="527802"/>
                </a:cubicBezTo>
                <a:close/>
                <a:moveTo>
                  <a:pt x="3832821" y="526523"/>
                </a:moveTo>
                <a:cubicBezTo>
                  <a:pt x="3839528" y="527315"/>
                  <a:pt x="3844196" y="528922"/>
                  <a:pt x="3845224" y="531161"/>
                </a:cubicBezTo>
                <a:cubicBezTo>
                  <a:pt x="3847308" y="535665"/>
                  <a:pt x="3833943" y="541002"/>
                  <a:pt x="3815298" y="543084"/>
                </a:cubicBezTo>
                <a:cubicBezTo>
                  <a:pt x="3796681" y="545193"/>
                  <a:pt x="3779953" y="543214"/>
                  <a:pt x="3778036" y="538659"/>
                </a:cubicBezTo>
                <a:cubicBezTo>
                  <a:pt x="3776147" y="534155"/>
                  <a:pt x="3789651" y="528844"/>
                  <a:pt x="3808185" y="526787"/>
                </a:cubicBezTo>
                <a:cubicBezTo>
                  <a:pt x="3817369" y="525759"/>
                  <a:pt x="3826114" y="525733"/>
                  <a:pt x="3832821" y="526523"/>
                </a:cubicBezTo>
                <a:close/>
                <a:moveTo>
                  <a:pt x="7162936" y="526240"/>
                </a:moveTo>
                <a:cubicBezTo>
                  <a:pt x="7171467" y="525068"/>
                  <a:pt x="7183388" y="526188"/>
                  <a:pt x="7189667" y="528792"/>
                </a:cubicBezTo>
                <a:cubicBezTo>
                  <a:pt x="7196002" y="531447"/>
                  <a:pt x="7194252" y="534545"/>
                  <a:pt x="7185749" y="535769"/>
                </a:cubicBezTo>
                <a:cubicBezTo>
                  <a:pt x="7177219" y="536992"/>
                  <a:pt x="7165243" y="535847"/>
                  <a:pt x="7158935" y="533217"/>
                </a:cubicBezTo>
                <a:cubicBezTo>
                  <a:pt x="7152711" y="530562"/>
                  <a:pt x="7154434" y="527464"/>
                  <a:pt x="7162936" y="526240"/>
                </a:cubicBezTo>
                <a:close/>
                <a:moveTo>
                  <a:pt x="3369928" y="525553"/>
                </a:moveTo>
                <a:cubicBezTo>
                  <a:pt x="3378375" y="526578"/>
                  <a:pt x="3383884" y="528661"/>
                  <a:pt x="3384440" y="531577"/>
                </a:cubicBezTo>
                <a:cubicBezTo>
                  <a:pt x="3385607" y="537435"/>
                  <a:pt x="3366350" y="544385"/>
                  <a:pt x="3341231" y="547145"/>
                </a:cubicBezTo>
                <a:cubicBezTo>
                  <a:pt x="3316168" y="549879"/>
                  <a:pt x="3295106" y="547301"/>
                  <a:pt x="3294272" y="541366"/>
                </a:cubicBezTo>
                <a:cubicBezTo>
                  <a:pt x="3293438" y="535482"/>
                  <a:pt x="3312944" y="528583"/>
                  <a:pt x="3337786" y="525875"/>
                </a:cubicBezTo>
                <a:cubicBezTo>
                  <a:pt x="3350096" y="524561"/>
                  <a:pt x="3361480" y="524528"/>
                  <a:pt x="3369928" y="525553"/>
                </a:cubicBezTo>
                <a:close/>
                <a:moveTo>
                  <a:pt x="8965531" y="525198"/>
                </a:moveTo>
                <a:cubicBezTo>
                  <a:pt x="8965921" y="525120"/>
                  <a:pt x="8966532" y="525173"/>
                  <a:pt x="8967005" y="525303"/>
                </a:cubicBezTo>
                <a:cubicBezTo>
                  <a:pt x="8967422" y="525406"/>
                  <a:pt x="8967479" y="525563"/>
                  <a:pt x="8967172" y="525667"/>
                </a:cubicBezTo>
                <a:cubicBezTo>
                  <a:pt x="8966811" y="525719"/>
                  <a:pt x="8966144" y="525667"/>
                  <a:pt x="8965727" y="525537"/>
                </a:cubicBezTo>
                <a:cubicBezTo>
                  <a:pt x="8965255" y="525406"/>
                  <a:pt x="8965200" y="525250"/>
                  <a:pt x="8965531" y="525198"/>
                </a:cubicBezTo>
                <a:close/>
                <a:moveTo>
                  <a:pt x="6402252" y="523532"/>
                </a:moveTo>
                <a:cubicBezTo>
                  <a:pt x="6403725" y="523377"/>
                  <a:pt x="6405699" y="523532"/>
                  <a:pt x="6406588" y="524001"/>
                </a:cubicBezTo>
                <a:cubicBezTo>
                  <a:pt x="6407422" y="524392"/>
                  <a:pt x="6406865" y="524964"/>
                  <a:pt x="6405392" y="525173"/>
                </a:cubicBezTo>
                <a:cubicBezTo>
                  <a:pt x="6403809" y="525354"/>
                  <a:pt x="6401947" y="525173"/>
                  <a:pt x="6400974" y="524731"/>
                </a:cubicBezTo>
                <a:cubicBezTo>
                  <a:pt x="6400141" y="524261"/>
                  <a:pt x="6400669" y="523741"/>
                  <a:pt x="6402252" y="523532"/>
                </a:cubicBezTo>
                <a:close/>
                <a:moveTo>
                  <a:pt x="4546529" y="522778"/>
                </a:moveTo>
                <a:cubicBezTo>
                  <a:pt x="4550474" y="522309"/>
                  <a:pt x="4554475" y="522752"/>
                  <a:pt x="4555392" y="523767"/>
                </a:cubicBezTo>
                <a:cubicBezTo>
                  <a:pt x="4556198" y="524782"/>
                  <a:pt x="4553698" y="525980"/>
                  <a:pt x="4549724" y="526474"/>
                </a:cubicBezTo>
                <a:cubicBezTo>
                  <a:pt x="4545640" y="526943"/>
                  <a:pt x="4541666" y="526474"/>
                  <a:pt x="4540832" y="525460"/>
                </a:cubicBezTo>
                <a:cubicBezTo>
                  <a:pt x="4539970" y="524444"/>
                  <a:pt x="4542416" y="523272"/>
                  <a:pt x="4546529" y="522778"/>
                </a:cubicBezTo>
                <a:close/>
                <a:moveTo>
                  <a:pt x="7665533" y="522596"/>
                </a:moveTo>
                <a:cubicBezTo>
                  <a:pt x="7677633" y="523722"/>
                  <a:pt x="7689422" y="526006"/>
                  <a:pt x="7698022" y="529182"/>
                </a:cubicBezTo>
                <a:cubicBezTo>
                  <a:pt x="7715333" y="535613"/>
                  <a:pt x="7713443" y="543267"/>
                  <a:pt x="7693465" y="546260"/>
                </a:cubicBezTo>
                <a:cubicBezTo>
                  <a:pt x="7673431" y="549281"/>
                  <a:pt x="7643199" y="546416"/>
                  <a:pt x="7626027" y="539935"/>
                </a:cubicBezTo>
                <a:cubicBezTo>
                  <a:pt x="7608911" y="533504"/>
                  <a:pt x="7611356" y="525902"/>
                  <a:pt x="7631167" y="522960"/>
                </a:cubicBezTo>
                <a:cubicBezTo>
                  <a:pt x="7641018" y="521502"/>
                  <a:pt x="7653431" y="521469"/>
                  <a:pt x="7665533" y="522596"/>
                </a:cubicBezTo>
                <a:close/>
                <a:moveTo>
                  <a:pt x="4183872" y="521489"/>
                </a:moveTo>
                <a:cubicBezTo>
                  <a:pt x="4188374" y="522010"/>
                  <a:pt x="4191638" y="523064"/>
                  <a:pt x="4192583" y="524521"/>
                </a:cubicBezTo>
                <a:cubicBezTo>
                  <a:pt x="4194612" y="527437"/>
                  <a:pt x="4186555" y="530900"/>
                  <a:pt x="4174606" y="532305"/>
                </a:cubicBezTo>
                <a:cubicBezTo>
                  <a:pt x="4162768" y="533660"/>
                  <a:pt x="4151570" y="532358"/>
                  <a:pt x="4149709" y="529416"/>
                </a:cubicBezTo>
                <a:cubicBezTo>
                  <a:pt x="4147848" y="526500"/>
                  <a:pt x="4155932" y="523038"/>
                  <a:pt x="4167742" y="521658"/>
                </a:cubicBezTo>
                <a:cubicBezTo>
                  <a:pt x="4173633" y="520981"/>
                  <a:pt x="4179371" y="520968"/>
                  <a:pt x="4183872" y="521489"/>
                </a:cubicBezTo>
                <a:close/>
                <a:moveTo>
                  <a:pt x="8259901" y="521245"/>
                </a:moveTo>
                <a:cubicBezTo>
                  <a:pt x="8272244" y="522348"/>
                  <a:pt x="8284680" y="524601"/>
                  <a:pt x="8294322" y="527750"/>
                </a:cubicBezTo>
                <a:cubicBezTo>
                  <a:pt x="8313660" y="534077"/>
                  <a:pt x="8314356" y="541653"/>
                  <a:pt x="8295628" y="544647"/>
                </a:cubicBezTo>
                <a:cubicBezTo>
                  <a:pt x="8276928" y="547615"/>
                  <a:pt x="8245890" y="544803"/>
                  <a:pt x="8226716" y="538399"/>
                </a:cubicBezTo>
                <a:cubicBezTo>
                  <a:pt x="8207600" y="531994"/>
                  <a:pt x="8207350" y="524522"/>
                  <a:pt x="8226022" y="521633"/>
                </a:cubicBezTo>
                <a:cubicBezTo>
                  <a:pt x="8235304" y="520188"/>
                  <a:pt x="8247557" y="520143"/>
                  <a:pt x="8259901" y="521245"/>
                </a:cubicBezTo>
                <a:close/>
                <a:moveTo>
                  <a:pt x="2643956" y="521060"/>
                </a:moveTo>
                <a:cubicBezTo>
                  <a:pt x="2645429" y="520903"/>
                  <a:pt x="2646486" y="521033"/>
                  <a:pt x="2646430" y="521372"/>
                </a:cubicBezTo>
                <a:cubicBezTo>
                  <a:pt x="2646346" y="521710"/>
                  <a:pt x="2645096" y="522049"/>
                  <a:pt x="2643623" y="522206"/>
                </a:cubicBezTo>
                <a:cubicBezTo>
                  <a:pt x="2642262" y="522362"/>
                  <a:pt x="2641178" y="522206"/>
                  <a:pt x="2641261" y="521893"/>
                </a:cubicBezTo>
                <a:cubicBezTo>
                  <a:pt x="2641373" y="521580"/>
                  <a:pt x="2642512" y="521190"/>
                  <a:pt x="2643956" y="521060"/>
                </a:cubicBezTo>
                <a:close/>
                <a:moveTo>
                  <a:pt x="6796959" y="521033"/>
                </a:moveTo>
                <a:cubicBezTo>
                  <a:pt x="6801378" y="520461"/>
                  <a:pt x="6807408" y="521033"/>
                  <a:pt x="6810325" y="522362"/>
                </a:cubicBezTo>
                <a:cubicBezTo>
                  <a:pt x="6813327" y="523689"/>
                  <a:pt x="6811992" y="525303"/>
                  <a:pt x="6807519" y="525902"/>
                </a:cubicBezTo>
                <a:cubicBezTo>
                  <a:pt x="6803156" y="526501"/>
                  <a:pt x="6797154" y="525928"/>
                  <a:pt x="6794209" y="524574"/>
                </a:cubicBezTo>
                <a:cubicBezTo>
                  <a:pt x="6791319" y="523246"/>
                  <a:pt x="6792541" y="521633"/>
                  <a:pt x="6796959" y="521033"/>
                </a:cubicBezTo>
                <a:close/>
                <a:moveTo>
                  <a:pt x="9085236" y="517310"/>
                </a:moveTo>
                <a:cubicBezTo>
                  <a:pt x="9085599" y="517232"/>
                  <a:pt x="9086210" y="517284"/>
                  <a:pt x="9086710" y="517414"/>
                </a:cubicBezTo>
                <a:cubicBezTo>
                  <a:pt x="9087098" y="517544"/>
                  <a:pt x="9087210" y="517674"/>
                  <a:pt x="9086877" y="517753"/>
                </a:cubicBezTo>
                <a:cubicBezTo>
                  <a:pt x="9086514" y="517804"/>
                  <a:pt x="9085820" y="517753"/>
                  <a:pt x="9085404" y="517649"/>
                </a:cubicBezTo>
                <a:cubicBezTo>
                  <a:pt x="9084932" y="517518"/>
                  <a:pt x="9084848" y="517363"/>
                  <a:pt x="9085236" y="517310"/>
                </a:cubicBezTo>
                <a:close/>
                <a:moveTo>
                  <a:pt x="3707827" y="516549"/>
                </a:moveTo>
                <a:cubicBezTo>
                  <a:pt x="3714627" y="517350"/>
                  <a:pt x="3719268" y="518977"/>
                  <a:pt x="3720157" y="521242"/>
                </a:cubicBezTo>
                <a:cubicBezTo>
                  <a:pt x="3721991" y="525850"/>
                  <a:pt x="3707930" y="531291"/>
                  <a:pt x="3688647" y="533400"/>
                </a:cubicBezTo>
                <a:cubicBezTo>
                  <a:pt x="3669391" y="535534"/>
                  <a:pt x="3652525" y="533504"/>
                  <a:pt x="3650858" y="528922"/>
                </a:cubicBezTo>
                <a:cubicBezTo>
                  <a:pt x="3649273" y="524314"/>
                  <a:pt x="3663473" y="518898"/>
                  <a:pt x="3682534" y="516816"/>
                </a:cubicBezTo>
                <a:cubicBezTo>
                  <a:pt x="3692065" y="515775"/>
                  <a:pt x="3701026" y="515749"/>
                  <a:pt x="3707827" y="516549"/>
                </a:cubicBezTo>
                <a:close/>
                <a:moveTo>
                  <a:pt x="3249122" y="516233"/>
                </a:moveTo>
                <a:cubicBezTo>
                  <a:pt x="3257455" y="517246"/>
                  <a:pt x="3262790" y="519302"/>
                  <a:pt x="3263151" y="522178"/>
                </a:cubicBezTo>
                <a:cubicBezTo>
                  <a:pt x="3263874" y="527958"/>
                  <a:pt x="3244257" y="534883"/>
                  <a:pt x="3219165" y="537591"/>
                </a:cubicBezTo>
                <a:cubicBezTo>
                  <a:pt x="3194047" y="540272"/>
                  <a:pt x="3173261" y="537695"/>
                  <a:pt x="3172873" y="531863"/>
                </a:cubicBezTo>
                <a:cubicBezTo>
                  <a:pt x="3172428" y="526031"/>
                  <a:pt x="3192296" y="519211"/>
                  <a:pt x="3217109" y="516555"/>
                </a:cubicBezTo>
                <a:cubicBezTo>
                  <a:pt x="3229461" y="515254"/>
                  <a:pt x="3240790" y="515221"/>
                  <a:pt x="3249122" y="516233"/>
                </a:cubicBezTo>
                <a:close/>
                <a:moveTo>
                  <a:pt x="4801275" y="515905"/>
                </a:moveTo>
                <a:cubicBezTo>
                  <a:pt x="4803471" y="515645"/>
                  <a:pt x="4805693" y="515905"/>
                  <a:pt x="4806277" y="516452"/>
                </a:cubicBezTo>
                <a:cubicBezTo>
                  <a:pt x="4806916" y="516998"/>
                  <a:pt x="4805554" y="517675"/>
                  <a:pt x="4803332" y="517961"/>
                </a:cubicBezTo>
                <a:cubicBezTo>
                  <a:pt x="4801137" y="518196"/>
                  <a:pt x="4798830" y="517961"/>
                  <a:pt x="4798274" y="517415"/>
                </a:cubicBezTo>
                <a:cubicBezTo>
                  <a:pt x="4797719" y="516816"/>
                  <a:pt x="4799024" y="516165"/>
                  <a:pt x="4801275" y="515905"/>
                </a:cubicBezTo>
                <a:close/>
                <a:moveTo>
                  <a:pt x="7794069" y="514362"/>
                </a:moveTo>
                <a:cubicBezTo>
                  <a:pt x="7806174" y="515469"/>
                  <a:pt x="7818031" y="517727"/>
                  <a:pt x="7826812" y="520877"/>
                </a:cubicBezTo>
                <a:cubicBezTo>
                  <a:pt x="7844540" y="527203"/>
                  <a:pt x="7843178" y="534831"/>
                  <a:pt x="7823590" y="537800"/>
                </a:cubicBezTo>
                <a:cubicBezTo>
                  <a:pt x="7803888" y="540793"/>
                  <a:pt x="7773629" y="537956"/>
                  <a:pt x="7755957" y="531525"/>
                </a:cubicBezTo>
                <a:cubicBezTo>
                  <a:pt x="7738562" y="525121"/>
                  <a:pt x="7740341" y="517623"/>
                  <a:pt x="7759847" y="514759"/>
                </a:cubicBezTo>
                <a:cubicBezTo>
                  <a:pt x="7769614" y="513302"/>
                  <a:pt x="7781965" y="513256"/>
                  <a:pt x="7794069" y="514362"/>
                </a:cubicBezTo>
                <a:close/>
                <a:moveTo>
                  <a:pt x="7313696" y="513610"/>
                </a:moveTo>
                <a:cubicBezTo>
                  <a:pt x="7322063" y="514401"/>
                  <a:pt x="7330031" y="516008"/>
                  <a:pt x="7335630" y="518247"/>
                </a:cubicBezTo>
                <a:cubicBezTo>
                  <a:pt x="7346912" y="522725"/>
                  <a:pt x="7344383" y="528063"/>
                  <a:pt x="7329907" y="530145"/>
                </a:cubicBezTo>
                <a:cubicBezTo>
                  <a:pt x="7315346" y="532254"/>
                  <a:pt x="7294451" y="530276"/>
                  <a:pt x="7283280" y="525745"/>
                </a:cubicBezTo>
                <a:cubicBezTo>
                  <a:pt x="7272221" y="521242"/>
                  <a:pt x="7274917" y="515931"/>
                  <a:pt x="7289366" y="513874"/>
                </a:cubicBezTo>
                <a:cubicBezTo>
                  <a:pt x="7296563" y="512846"/>
                  <a:pt x="7305329" y="512820"/>
                  <a:pt x="7313696" y="513610"/>
                </a:cubicBezTo>
                <a:close/>
                <a:moveTo>
                  <a:pt x="8383418" y="512712"/>
                </a:moveTo>
                <a:cubicBezTo>
                  <a:pt x="8396403" y="513868"/>
                  <a:pt x="8409566" y="516217"/>
                  <a:pt x="8419833" y="519497"/>
                </a:cubicBezTo>
                <a:cubicBezTo>
                  <a:pt x="8440561" y="526110"/>
                  <a:pt x="8441866" y="533946"/>
                  <a:pt x="8422610" y="537044"/>
                </a:cubicBezTo>
                <a:cubicBezTo>
                  <a:pt x="8403162" y="540168"/>
                  <a:pt x="8370595" y="537226"/>
                  <a:pt x="8350033" y="530562"/>
                </a:cubicBezTo>
                <a:cubicBezTo>
                  <a:pt x="8329610" y="523923"/>
                  <a:pt x="8328748" y="516113"/>
                  <a:pt x="8348088" y="513093"/>
                </a:cubicBezTo>
                <a:cubicBezTo>
                  <a:pt x="8357633" y="511596"/>
                  <a:pt x="8370434" y="511557"/>
                  <a:pt x="8383418" y="512712"/>
                </a:cubicBezTo>
                <a:close/>
                <a:moveTo>
                  <a:pt x="2528558" y="512312"/>
                </a:moveTo>
                <a:cubicBezTo>
                  <a:pt x="2529087" y="512260"/>
                  <a:pt x="2529558" y="512312"/>
                  <a:pt x="2529476" y="512416"/>
                </a:cubicBezTo>
                <a:cubicBezTo>
                  <a:pt x="2529419" y="512547"/>
                  <a:pt x="2528864" y="512703"/>
                  <a:pt x="2528475" y="512754"/>
                </a:cubicBezTo>
                <a:cubicBezTo>
                  <a:pt x="2527780" y="512807"/>
                  <a:pt x="2527364" y="512780"/>
                  <a:pt x="2527364" y="512624"/>
                </a:cubicBezTo>
                <a:cubicBezTo>
                  <a:pt x="2527447" y="512495"/>
                  <a:pt x="2527975" y="512364"/>
                  <a:pt x="2528558" y="512312"/>
                </a:cubicBezTo>
                <a:close/>
                <a:moveTo>
                  <a:pt x="6940117" y="511375"/>
                </a:moveTo>
                <a:cubicBezTo>
                  <a:pt x="6943340" y="510907"/>
                  <a:pt x="6947981" y="511349"/>
                  <a:pt x="6950287" y="512390"/>
                </a:cubicBezTo>
                <a:cubicBezTo>
                  <a:pt x="6952565" y="513380"/>
                  <a:pt x="6951759" y="514551"/>
                  <a:pt x="6948397" y="515020"/>
                </a:cubicBezTo>
                <a:cubicBezTo>
                  <a:pt x="6945063" y="515488"/>
                  <a:pt x="6940506" y="515098"/>
                  <a:pt x="6938227" y="514056"/>
                </a:cubicBezTo>
                <a:cubicBezTo>
                  <a:pt x="6935921" y="513041"/>
                  <a:pt x="6936727" y="511870"/>
                  <a:pt x="6940117" y="511375"/>
                </a:cubicBezTo>
                <a:close/>
                <a:moveTo>
                  <a:pt x="6555106" y="510124"/>
                </a:moveTo>
                <a:cubicBezTo>
                  <a:pt x="6556968" y="509890"/>
                  <a:pt x="6559497" y="510124"/>
                  <a:pt x="6560692" y="510723"/>
                </a:cubicBezTo>
                <a:cubicBezTo>
                  <a:pt x="6561775" y="511245"/>
                  <a:pt x="6561220" y="511921"/>
                  <a:pt x="6559303" y="512182"/>
                </a:cubicBezTo>
                <a:cubicBezTo>
                  <a:pt x="6557385" y="512442"/>
                  <a:pt x="6554801" y="512182"/>
                  <a:pt x="6553662" y="511635"/>
                </a:cubicBezTo>
                <a:cubicBezTo>
                  <a:pt x="6552523" y="511062"/>
                  <a:pt x="6553162" y="510412"/>
                  <a:pt x="6555106" y="510124"/>
                </a:cubicBezTo>
                <a:close/>
                <a:moveTo>
                  <a:pt x="4406596" y="508875"/>
                </a:moveTo>
                <a:cubicBezTo>
                  <a:pt x="4414320" y="508016"/>
                  <a:pt x="4421907" y="508823"/>
                  <a:pt x="4423490" y="510750"/>
                </a:cubicBezTo>
                <a:cubicBezTo>
                  <a:pt x="4424990" y="512702"/>
                  <a:pt x="4419961" y="515019"/>
                  <a:pt x="4412153" y="515904"/>
                </a:cubicBezTo>
                <a:cubicBezTo>
                  <a:pt x="4404317" y="516790"/>
                  <a:pt x="4396731" y="515957"/>
                  <a:pt x="4395286" y="514004"/>
                </a:cubicBezTo>
                <a:cubicBezTo>
                  <a:pt x="4393702" y="512077"/>
                  <a:pt x="4398760" y="509760"/>
                  <a:pt x="4406596" y="508875"/>
                </a:cubicBezTo>
                <a:close/>
                <a:moveTo>
                  <a:pt x="4059146" y="508585"/>
                </a:moveTo>
                <a:cubicBezTo>
                  <a:pt x="4065593" y="509318"/>
                  <a:pt x="4070198" y="510815"/>
                  <a:pt x="4071434" y="512910"/>
                </a:cubicBezTo>
                <a:cubicBezTo>
                  <a:pt x="4074018" y="517154"/>
                  <a:pt x="4061931" y="522127"/>
                  <a:pt x="4044648" y="524105"/>
                </a:cubicBezTo>
                <a:cubicBezTo>
                  <a:pt x="4027254" y="526057"/>
                  <a:pt x="4011138" y="524210"/>
                  <a:pt x="4008748" y="519965"/>
                </a:cubicBezTo>
                <a:cubicBezTo>
                  <a:pt x="4006386" y="515774"/>
                  <a:pt x="4018500" y="510775"/>
                  <a:pt x="4035812" y="508849"/>
                </a:cubicBezTo>
                <a:cubicBezTo>
                  <a:pt x="4044412" y="507886"/>
                  <a:pt x="4052699" y="507853"/>
                  <a:pt x="4059146" y="508585"/>
                </a:cubicBezTo>
                <a:close/>
                <a:moveTo>
                  <a:pt x="3128487" y="507512"/>
                </a:moveTo>
                <a:cubicBezTo>
                  <a:pt x="3136340" y="508472"/>
                  <a:pt x="3141266" y="510425"/>
                  <a:pt x="3141419" y="513145"/>
                </a:cubicBezTo>
                <a:cubicBezTo>
                  <a:pt x="3141724" y="518638"/>
                  <a:pt x="3122496" y="525173"/>
                  <a:pt x="3098572" y="527724"/>
                </a:cubicBezTo>
                <a:cubicBezTo>
                  <a:pt x="3074425" y="530276"/>
                  <a:pt x="3054891" y="527854"/>
                  <a:pt x="3054891" y="522335"/>
                </a:cubicBezTo>
                <a:cubicBezTo>
                  <a:pt x="3054864" y="516816"/>
                  <a:pt x="3074231" y="510360"/>
                  <a:pt x="3097989" y="507834"/>
                </a:cubicBezTo>
                <a:cubicBezTo>
                  <a:pt x="3109853" y="506585"/>
                  <a:pt x="3120635" y="506552"/>
                  <a:pt x="3128487" y="507512"/>
                </a:cubicBezTo>
                <a:close/>
                <a:moveTo>
                  <a:pt x="3583121" y="507394"/>
                </a:moveTo>
                <a:cubicBezTo>
                  <a:pt x="3589554" y="508152"/>
                  <a:pt x="3593881" y="509695"/>
                  <a:pt x="3594589" y="511843"/>
                </a:cubicBezTo>
                <a:cubicBezTo>
                  <a:pt x="3595979" y="516164"/>
                  <a:pt x="3582141" y="521319"/>
                  <a:pt x="3563691" y="523350"/>
                </a:cubicBezTo>
                <a:cubicBezTo>
                  <a:pt x="3545185" y="525354"/>
                  <a:pt x="3529236" y="523454"/>
                  <a:pt x="3528013" y="519080"/>
                </a:cubicBezTo>
                <a:cubicBezTo>
                  <a:pt x="3526846" y="514759"/>
                  <a:pt x="3540739" y="509630"/>
                  <a:pt x="3559023" y="507651"/>
                </a:cubicBezTo>
                <a:cubicBezTo>
                  <a:pt x="3568151" y="506662"/>
                  <a:pt x="3576689" y="506636"/>
                  <a:pt x="3583121" y="507394"/>
                </a:cubicBezTo>
                <a:close/>
                <a:moveTo>
                  <a:pt x="7920811" y="506917"/>
                </a:moveTo>
                <a:cubicBezTo>
                  <a:pt x="7932214" y="507951"/>
                  <a:pt x="7943489" y="510060"/>
                  <a:pt x="7951963" y="513015"/>
                </a:cubicBezTo>
                <a:cubicBezTo>
                  <a:pt x="7968942" y="518898"/>
                  <a:pt x="7968247" y="525980"/>
                  <a:pt x="7950102" y="528739"/>
                </a:cubicBezTo>
                <a:cubicBezTo>
                  <a:pt x="7931957" y="531499"/>
                  <a:pt x="7903309" y="528895"/>
                  <a:pt x="7886387" y="522908"/>
                </a:cubicBezTo>
                <a:cubicBezTo>
                  <a:pt x="7869604" y="516946"/>
                  <a:pt x="7870800" y="509969"/>
                  <a:pt x="7888889" y="507261"/>
                </a:cubicBezTo>
                <a:cubicBezTo>
                  <a:pt x="7897877" y="505920"/>
                  <a:pt x="7909409" y="505882"/>
                  <a:pt x="7920811" y="506917"/>
                </a:cubicBezTo>
                <a:close/>
                <a:moveTo>
                  <a:pt x="2979896" y="505803"/>
                </a:moveTo>
                <a:cubicBezTo>
                  <a:pt x="2986508" y="505152"/>
                  <a:pt x="2991815" y="505803"/>
                  <a:pt x="2991733" y="507288"/>
                </a:cubicBezTo>
                <a:cubicBezTo>
                  <a:pt x="2991705" y="508797"/>
                  <a:pt x="2986286" y="510541"/>
                  <a:pt x="2979728" y="511245"/>
                </a:cubicBezTo>
                <a:cubicBezTo>
                  <a:pt x="2973060" y="511921"/>
                  <a:pt x="2967725" y="511270"/>
                  <a:pt x="2967836" y="509761"/>
                </a:cubicBezTo>
                <a:cubicBezTo>
                  <a:pt x="2967891" y="508302"/>
                  <a:pt x="2973310" y="506481"/>
                  <a:pt x="2979896" y="505803"/>
                </a:cubicBezTo>
                <a:close/>
                <a:moveTo>
                  <a:pt x="8618645" y="505621"/>
                </a:moveTo>
                <a:cubicBezTo>
                  <a:pt x="8624231" y="504736"/>
                  <a:pt x="8633873" y="505595"/>
                  <a:pt x="8640208" y="507521"/>
                </a:cubicBezTo>
                <a:cubicBezTo>
                  <a:pt x="8646545" y="509448"/>
                  <a:pt x="8647239" y="511739"/>
                  <a:pt x="8641682" y="512624"/>
                </a:cubicBezTo>
                <a:cubicBezTo>
                  <a:pt x="8636096" y="513535"/>
                  <a:pt x="8626399" y="512676"/>
                  <a:pt x="8620090" y="510750"/>
                </a:cubicBezTo>
                <a:cubicBezTo>
                  <a:pt x="8613700" y="508823"/>
                  <a:pt x="8613116" y="506506"/>
                  <a:pt x="8618645" y="505621"/>
                </a:cubicBezTo>
                <a:close/>
                <a:moveTo>
                  <a:pt x="8505665" y="504505"/>
                </a:moveTo>
                <a:cubicBezTo>
                  <a:pt x="8519052" y="505680"/>
                  <a:pt x="8532701" y="508068"/>
                  <a:pt x="8543454" y="511400"/>
                </a:cubicBezTo>
                <a:cubicBezTo>
                  <a:pt x="8565156" y="518117"/>
                  <a:pt x="8567101" y="526162"/>
                  <a:pt x="8547484" y="529312"/>
                </a:cubicBezTo>
                <a:cubicBezTo>
                  <a:pt x="8527950" y="532462"/>
                  <a:pt x="8494330" y="529495"/>
                  <a:pt x="8472767" y="522673"/>
                </a:cubicBezTo>
                <a:cubicBezTo>
                  <a:pt x="8451371" y="515905"/>
                  <a:pt x="8449981" y="507964"/>
                  <a:pt x="8469460" y="504892"/>
                </a:cubicBezTo>
                <a:cubicBezTo>
                  <a:pt x="8479157" y="503369"/>
                  <a:pt x="8492279" y="503330"/>
                  <a:pt x="8505665" y="504505"/>
                </a:cubicBezTo>
                <a:close/>
                <a:moveTo>
                  <a:pt x="7446280" y="504206"/>
                </a:moveTo>
                <a:cubicBezTo>
                  <a:pt x="7455383" y="505048"/>
                  <a:pt x="7464129" y="506767"/>
                  <a:pt x="7470395" y="509162"/>
                </a:cubicBezTo>
                <a:cubicBezTo>
                  <a:pt x="7482843" y="514004"/>
                  <a:pt x="7480648" y="519783"/>
                  <a:pt x="7465115" y="521996"/>
                </a:cubicBezTo>
                <a:cubicBezTo>
                  <a:pt x="7449666" y="524235"/>
                  <a:pt x="7426937" y="522101"/>
                  <a:pt x="7414489" y="517258"/>
                </a:cubicBezTo>
                <a:cubicBezTo>
                  <a:pt x="7402068" y="512389"/>
                  <a:pt x="7404652" y="506715"/>
                  <a:pt x="7420018" y="504502"/>
                </a:cubicBezTo>
                <a:cubicBezTo>
                  <a:pt x="7427715" y="503395"/>
                  <a:pt x="7437176" y="503363"/>
                  <a:pt x="7446280" y="504206"/>
                </a:cubicBezTo>
                <a:close/>
                <a:moveTo>
                  <a:pt x="8750048" y="501117"/>
                </a:moveTo>
                <a:cubicBezTo>
                  <a:pt x="8750493" y="501039"/>
                  <a:pt x="8751105" y="501117"/>
                  <a:pt x="8751522" y="501247"/>
                </a:cubicBezTo>
                <a:cubicBezTo>
                  <a:pt x="8751881" y="501378"/>
                  <a:pt x="8751967" y="501482"/>
                  <a:pt x="8751604" y="501560"/>
                </a:cubicBezTo>
                <a:cubicBezTo>
                  <a:pt x="8751244" y="501612"/>
                  <a:pt x="8750632" y="501560"/>
                  <a:pt x="8750244" y="501456"/>
                </a:cubicBezTo>
                <a:cubicBezTo>
                  <a:pt x="8749742" y="501325"/>
                  <a:pt x="8749742" y="501170"/>
                  <a:pt x="8750048" y="501117"/>
                </a:cubicBezTo>
                <a:close/>
                <a:moveTo>
                  <a:pt x="4655312" y="501064"/>
                </a:moveTo>
                <a:cubicBezTo>
                  <a:pt x="4658286" y="500726"/>
                  <a:pt x="4661259" y="501039"/>
                  <a:pt x="4661926" y="501793"/>
                </a:cubicBezTo>
                <a:cubicBezTo>
                  <a:pt x="4662648" y="502522"/>
                  <a:pt x="4660870" y="503434"/>
                  <a:pt x="4657869" y="503746"/>
                </a:cubicBezTo>
                <a:cubicBezTo>
                  <a:pt x="4654924" y="504084"/>
                  <a:pt x="4651978" y="503772"/>
                  <a:pt x="4651283" y="503043"/>
                </a:cubicBezTo>
                <a:cubicBezTo>
                  <a:pt x="4650561" y="502288"/>
                  <a:pt x="4652395" y="501429"/>
                  <a:pt x="4655312" y="501064"/>
                </a:cubicBezTo>
                <a:close/>
                <a:moveTo>
                  <a:pt x="4914784" y="498149"/>
                </a:moveTo>
                <a:cubicBezTo>
                  <a:pt x="4916451" y="497941"/>
                  <a:pt x="4918229" y="498123"/>
                  <a:pt x="4918702" y="498566"/>
                </a:cubicBezTo>
                <a:cubicBezTo>
                  <a:pt x="4919173" y="499008"/>
                  <a:pt x="4918202" y="499503"/>
                  <a:pt x="4916590" y="499711"/>
                </a:cubicBezTo>
                <a:cubicBezTo>
                  <a:pt x="4914812" y="499894"/>
                  <a:pt x="4913034" y="499711"/>
                  <a:pt x="4912561" y="499295"/>
                </a:cubicBezTo>
                <a:cubicBezTo>
                  <a:pt x="4912061" y="498826"/>
                  <a:pt x="4913061" y="498332"/>
                  <a:pt x="4914784" y="498149"/>
                </a:cubicBezTo>
                <a:close/>
                <a:moveTo>
                  <a:pt x="8046372" y="498000"/>
                </a:moveTo>
                <a:cubicBezTo>
                  <a:pt x="8058775" y="499113"/>
                  <a:pt x="8071112" y="501378"/>
                  <a:pt x="8080504" y="504528"/>
                </a:cubicBezTo>
                <a:cubicBezTo>
                  <a:pt x="8099426" y="510880"/>
                  <a:pt x="8099121" y="518456"/>
                  <a:pt x="8079754" y="521450"/>
                </a:cubicBezTo>
                <a:cubicBezTo>
                  <a:pt x="8060275" y="524418"/>
                  <a:pt x="8029210" y="521633"/>
                  <a:pt x="8010454" y="515202"/>
                </a:cubicBezTo>
                <a:cubicBezTo>
                  <a:pt x="7991837" y="508797"/>
                  <a:pt x="7992587" y="501274"/>
                  <a:pt x="8011843" y="498384"/>
                </a:cubicBezTo>
                <a:cubicBezTo>
                  <a:pt x="8021499" y="496926"/>
                  <a:pt x="8033969" y="496888"/>
                  <a:pt x="8046372" y="498000"/>
                </a:cubicBezTo>
                <a:close/>
                <a:moveTo>
                  <a:pt x="3932565" y="497909"/>
                </a:moveTo>
                <a:cubicBezTo>
                  <a:pt x="3939394" y="498690"/>
                  <a:pt x="3944201" y="500284"/>
                  <a:pt x="3945396" y="502523"/>
                </a:cubicBezTo>
                <a:cubicBezTo>
                  <a:pt x="3947729" y="506975"/>
                  <a:pt x="3934502" y="512312"/>
                  <a:pt x="3915802" y="514421"/>
                </a:cubicBezTo>
                <a:cubicBezTo>
                  <a:pt x="3897047" y="516478"/>
                  <a:pt x="3880097" y="514525"/>
                  <a:pt x="3877846" y="510021"/>
                </a:cubicBezTo>
                <a:cubicBezTo>
                  <a:pt x="3875679" y="505517"/>
                  <a:pt x="3888988" y="500232"/>
                  <a:pt x="3907605" y="498176"/>
                </a:cubicBezTo>
                <a:cubicBezTo>
                  <a:pt x="3916886" y="497160"/>
                  <a:pt x="3925736" y="497128"/>
                  <a:pt x="3932565" y="497909"/>
                </a:cubicBezTo>
                <a:close/>
                <a:moveTo>
                  <a:pt x="3461784" y="497818"/>
                </a:moveTo>
                <a:cubicBezTo>
                  <a:pt x="3468307" y="498592"/>
                  <a:pt x="3472621" y="500167"/>
                  <a:pt x="3473191" y="502367"/>
                </a:cubicBezTo>
                <a:cubicBezTo>
                  <a:pt x="3474191" y="506767"/>
                  <a:pt x="3459742" y="511999"/>
                  <a:pt x="3440763" y="514056"/>
                </a:cubicBezTo>
                <a:cubicBezTo>
                  <a:pt x="3421619" y="516113"/>
                  <a:pt x="3405391" y="514160"/>
                  <a:pt x="3404418" y="509734"/>
                </a:cubicBezTo>
                <a:cubicBezTo>
                  <a:pt x="3403585" y="505282"/>
                  <a:pt x="3418145" y="500075"/>
                  <a:pt x="3437123" y="498071"/>
                </a:cubicBezTo>
                <a:cubicBezTo>
                  <a:pt x="3446530" y="497069"/>
                  <a:pt x="3455262" y="497043"/>
                  <a:pt x="3461784" y="497818"/>
                </a:cubicBezTo>
                <a:close/>
                <a:moveTo>
                  <a:pt x="7069047" y="497681"/>
                </a:moveTo>
                <a:cubicBezTo>
                  <a:pt x="7079661" y="496196"/>
                  <a:pt x="7094526" y="497602"/>
                  <a:pt x="7102223" y="500830"/>
                </a:cubicBezTo>
                <a:cubicBezTo>
                  <a:pt x="7109892" y="504059"/>
                  <a:pt x="7107586" y="507886"/>
                  <a:pt x="7096861" y="509370"/>
                </a:cubicBezTo>
                <a:cubicBezTo>
                  <a:pt x="7086247" y="510879"/>
                  <a:pt x="7071297" y="509448"/>
                  <a:pt x="7063627" y="506194"/>
                </a:cubicBezTo>
                <a:cubicBezTo>
                  <a:pt x="7055987" y="502965"/>
                  <a:pt x="7058488" y="499164"/>
                  <a:pt x="7069047" y="497681"/>
                </a:cubicBezTo>
                <a:close/>
                <a:moveTo>
                  <a:pt x="6700264" y="496952"/>
                </a:moveTo>
                <a:cubicBezTo>
                  <a:pt x="6704654" y="496352"/>
                  <a:pt x="6710516" y="496899"/>
                  <a:pt x="6713323" y="498201"/>
                </a:cubicBezTo>
                <a:cubicBezTo>
                  <a:pt x="6716157" y="499503"/>
                  <a:pt x="6714823" y="501039"/>
                  <a:pt x="6710433" y="501637"/>
                </a:cubicBezTo>
                <a:cubicBezTo>
                  <a:pt x="6705987" y="502236"/>
                  <a:pt x="6700180" y="501690"/>
                  <a:pt x="6697346" y="500361"/>
                </a:cubicBezTo>
                <a:cubicBezTo>
                  <a:pt x="6694456" y="499087"/>
                  <a:pt x="6695873" y="497550"/>
                  <a:pt x="6700264" y="496952"/>
                </a:cubicBezTo>
                <a:close/>
                <a:moveTo>
                  <a:pt x="2863276" y="495467"/>
                </a:moveTo>
                <a:cubicBezTo>
                  <a:pt x="2873195" y="494452"/>
                  <a:pt x="2880948" y="495389"/>
                  <a:pt x="2880726" y="497628"/>
                </a:cubicBezTo>
                <a:cubicBezTo>
                  <a:pt x="2880532" y="499867"/>
                  <a:pt x="2872306" y="502496"/>
                  <a:pt x="2862276" y="503512"/>
                </a:cubicBezTo>
                <a:cubicBezTo>
                  <a:pt x="2852383" y="504553"/>
                  <a:pt x="2844519" y="503564"/>
                  <a:pt x="2844770" y="501351"/>
                </a:cubicBezTo>
                <a:cubicBezTo>
                  <a:pt x="2845103" y="499138"/>
                  <a:pt x="2853384" y="496483"/>
                  <a:pt x="2863276" y="495467"/>
                </a:cubicBezTo>
                <a:close/>
                <a:moveTo>
                  <a:pt x="5308213" y="495416"/>
                </a:moveTo>
                <a:cubicBezTo>
                  <a:pt x="5308685" y="495389"/>
                  <a:pt x="5309213" y="495416"/>
                  <a:pt x="5309409" y="495572"/>
                </a:cubicBezTo>
                <a:cubicBezTo>
                  <a:pt x="5309547" y="495676"/>
                  <a:pt x="5309297" y="495832"/>
                  <a:pt x="5308825" y="495885"/>
                </a:cubicBezTo>
                <a:cubicBezTo>
                  <a:pt x="5308352" y="495962"/>
                  <a:pt x="5307880" y="495885"/>
                  <a:pt x="5307713" y="495754"/>
                </a:cubicBezTo>
                <a:cubicBezTo>
                  <a:pt x="5307574" y="495623"/>
                  <a:pt x="5307741" y="495493"/>
                  <a:pt x="5308213" y="495416"/>
                </a:cubicBezTo>
                <a:close/>
                <a:moveTo>
                  <a:pt x="7576907" y="494527"/>
                </a:moveTo>
                <a:cubicBezTo>
                  <a:pt x="7587306" y="495481"/>
                  <a:pt x="7597379" y="497420"/>
                  <a:pt x="7604687" y="500127"/>
                </a:cubicBezTo>
                <a:cubicBezTo>
                  <a:pt x="7619386" y="505595"/>
                  <a:pt x="7617330" y="512103"/>
                  <a:pt x="7599964" y="514655"/>
                </a:cubicBezTo>
                <a:cubicBezTo>
                  <a:pt x="7582570" y="517206"/>
                  <a:pt x="7556561" y="514785"/>
                  <a:pt x="7541945" y="509291"/>
                </a:cubicBezTo>
                <a:cubicBezTo>
                  <a:pt x="7527496" y="503799"/>
                  <a:pt x="7529886" y="497342"/>
                  <a:pt x="7547169" y="494842"/>
                </a:cubicBezTo>
                <a:cubicBezTo>
                  <a:pt x="7555783" y="493605"/>
                  <a:pt x="7566509" y="493573"/>
                  <a:pt x="7576907" y="494527"/>
                </a:cubicBezTo>
                <a:close/>
                <a:moveTo>
                  <a:pt x="4289003" y="494489"/>
                </a:moveTo>
                <a:cubicBezTo>
                  <a:pt x="4294441" y="495091"/>
                  <a:pt x="4298450" y="496314"/>
                  <a:pt x="4299728" y="498019"/>
                </a:cubicBezTo>
                <a:cubicBezTo>
                  <a:pt x="4302285" y="501456"/>
                  <a:pt x="4292921" y="505622"/>
                  <a:pt x="4278749" y="507235"/>
                </a:cubicBezTo>
                <a:cubicBezTo>
                  <a:pt x="4264607" y="508824"/>
                  <a:pt x="4251046" y="507313"/>
                  <a:pt x="4248573" y="503825"/>
                </a:cubicBezTo>
                <a:cubicBezTo>
                  <a:pt x="4246184" y="500362"/>
                  <a:pt x="4255631" y="496275"/>
                  <a:pt x="4269691" y="494687"/>
                </a:cubicBezTo>
                <a:cubicBezTo>
                  <a:pt x="4276694" y="493906"/>
                  <a:pt x="4283564" y="493887"/>
                  <a:pt x="4289003" y="494489"/>
                </a:cubicBezTo>
                <a:close/>
                <a:moveTo>
                  <a:pt x="8868835" y="493177"/>
                </a:moveTo>
                <a:cubicBezTo>
                  <a:pt x="8869502" y="493047"/>
                  <a:pt x="8870753" y="493177"/>
                  <a:pt x="8871642" y="493411"/>
                </a:cubicBezTo>
                <a:cubicBezTo>
                  <a:pt x="8872503" y="493671"/>
                  <a:pt x="8872615" y="493931"/>
                  <a:pt x="8871893" y="494036"/>
                </a:cubicBezTo>
                <a:cubicBezTo>
                  <a:pt x="8871198" y="494166"/>
                  <a:pt x="8869947" y="494036"/>
                  <a:pt x="8869141" y="493802"/>
                </a:cubicBezTo>
                <a:cubicBezTo>
                  <a:pt x="8868253" y="493567"/>
                  <a:pt x="8868112" y="493281"/>
                  <a:pt x="8868835" y="493177"/>
                </a:cubicBezTo>
                <a:close/>
                <a:moveTo>
                  <a:pt x="2747155" y="490105"/>
                </a:moveTo>
                <a:cubicBezTo>
                  <a:pt x="2748323" y="490000"/>
                  <a:pt x="2749156" y="490105"/>
                  <a:pt x="2749101" y="490338"/>
                </a:cubicBezTo>
                <a:cubicBezTo>
                  <a:pt x="2749073" y="490573"/>
                  <a:pt x="2748156" y="490886"/>
                  <a:pt x="2746989" y="490990"/>
                </a:cubicBezTo>
                <a:cubicBezTo>
                  <a:pt x="2745933" y="491094"/>
                  <a:pt x="2745099" y="490990"/>
                  <a:pt x="2745099" y="490755"/>
                </a:cubicBezTo>
                <a:cubicBezTo>
                  <a:pt x="2745211" y="490495"/>
                  <a:pt x="2746100" y="490208"/>
                  <a:pt x="2747155" y="490105"/>
                </a:cubicBezTo>
                <a:close/>
                <a:moveTo>
                  <a:pt x="8170352" y="490101"/>
                </a:moveTo>
                <a:cubicBezTo>
                  <a:pt x="8182779" y="491197"/>
                  <a:pt x="8195234" y="493436"/>
                  <a:pt x="8204792" y="496561"/>
                </a:cubicBezTo>
                <a:cubicBezTo>
                  <a:pt x="8223993" y="502861"/>
                  <a:pt x="8224271" y="510412"/>
                  <a:pt x="8205265" y="513327"/>
                </a:cubicBezTo>
                <a:cubicBezTo>
                  <a:pt x="8186176" y="516320"/>
                  <a:pt x="8154972" y="513509"/>
                  <a:pt x="8135910" y="507131"/>
                </a:cubicBezTo>
                <a:cubicBezTo>
                  <a:pt x="8116904" y="500804"/>
                  <a:pt x="8117099" y="493359"/>
                  <a:pt x="8136077" y="490495"/>
                </a:cubicBezTo>
                <a:cubicBezTo>
                  <a:pt x="8145524" y="489050"/>
                  <a:pt x="8157924" y="489004"/>
                  <a:pt x="8170352" y="490101"/>
                </a:cubicBezTo>
                <a:close/>
                <a:moveTo>
                  <a:pt x="6450991" y="488646"/>
                </a:moveTo>
                <a:cubicBezTo>
                  <a:pt x="6454630" y="488152"/>
                  <a:pt x="6459354" y="488621"/>
                  <a:pt x="6461382" y="489662"/>
                </a:cubicBezTo>
                <a:cubicBezTo>
                  <a:pt x="6463494" y="490704"/>
                  <a:pt x="6462299" y="491927"/>
                  <a:pt x="6458604" y="492395"/>
                </a:cubicBezTo>
                <a:cubicBezTo>
                  <a:pt x="6454991" y="492890"/>
                  <a:pt x="6450323" y="492421"/>
                  <a:pt x="6448184" y="491380"/>
                </a:cubicBezTo>
                <a:cubicBezTo>
                  <a:pt x="6446155" y="490365"/>
                  <a:pt x="6447378" y="489141"/>
                  <a:pt x="6450991" y="488646"/>
                </a:cubicBezTo>
                <a:close/>
                <a:moveTo>
                  <a:pt x="6188241" y="488542"/>
                </a:moveTo>
                <a:cubicBezTo>
                  <a:pt x="6189269" y="488386"/>
                  <a:pt x="6190659" y="488517"/>
                  <a:pt x="6191215" y="488829"/>
                </a:cubicBezTo>
                <a:cubicBezTo>
                  <a:pt x="6191798" y="489168"/>
                  <a:pt x="6191381" y="489506"/>
                  <a:pt x="6190297" y="489636"/>
                </a:cubicBezTo>
                <a:cubicBezTo>
                  <a:pt x="6189213" y="489818"/>
                  <a:pt x="6187908" y="489636"/>
                  <a:pt x="6187241" y="489349"/>
                </a:cubicBezTo>
                <a:cubicBezTo>
                  <a:pt x="6186713" y="489063"/>
                  <a:pt x="6187102" y="488699"/>
                  <a:pt x="6188241" y="488542"/>
                </a:cubicBezTo>
                <a:close/>
                <a:moveTo>
                  <a:pt x="3806862" y="488181"/>
                </a:moveTo>
                <a:cubicBezTo>
                  <a:pt x="3813604" y="488958"/>
                  <a:pt x="3818258" y="490533"/>
                  <a:pt x="3819216" y="492734"/>
                </a:cubicBezTo>
                <a:cubicBezTo>
                  <a:pt x="3821245" y="497108"/>
                  <a:pt x="3807685" y="502393"/>
                  <a:pt x="3788929" y="504476"/>
                </a:cubicBezTo>
                <a:cubicBezTo>
                  <a:pt x="3770173" y="506506"/>
                  <a:pt x="3753334" y="504580"/>
                  <a:pt x="3751472" y="500128"/>
                </a:cubicBezTo>
                <a:cubicBezTo>
                  <a:pt x="3749666" y="495676"/>
                  <a:pt x="3763393" y="490443"/>
                  <a:pt x="3781982" y="488412"/>
                </a:cubicBezTo>
                <a:cubicBezTo>
                  <a:pt x="3791291" y="487422"/>
                  <a:pt x="3800120" y="487403"/>
                  <a:pt x="3806862" y="488181"/>
                </a:cubicBezTo>
                <a:close/>
                <a:moveTo>
                  <a:pt x="6845197" y="486590"/>
                </a:moveTo>
                <a:cubicBezTo>
                  <a:pt x="6848449" y="486122"/>
                  <a:pt x="6852894" y="486564"/>
                  <a:pt x="6855173" y="487501"/>
                </a:cubicBezTo>
                <a:cubicBezTo>
                  <a:pt x="6857341" y="488490"/>
                  <a:pt x="6856423" y="489636"/>
                  <a:pt x="6853144" y="490131"/>
                </a:cubicBezTo>
                <a:cubicBezTo>
                  <a:pt x="6849865" y="490573"/>
                  <a:pt x="6845253" y="490131"/>
                  <a:pt x="6843197" y="489168"/>
                </a:cubicBezTo>
                <a:cubicBezTo>
                  <a:pt x="6840973" y="488205"/>
                  <a:pt x="6841891" y="487033"/>
                  <a:pt x="6845197" y="486590"/>
                </a:cubicBezTo>
                <a:close/>
                <a:moveTo>
                  <a:pt x="3348321" y="486200"/>
                </a:moveTo>
                <a:cubicBezTo>
                  <a:pt x="3356660" y="487195"/>
                  <a:pt x="3362071" y="489219"/>
                  <a:pt x="3362599" y="492031"/>
                </a:cubicBezTo>
                <a:cubicBezTo>
                  <a:pt x="3363600" y="497681"/>
                  <a:pt x="3344455" y="504423"/>
                  <a:pt x="3319697" y="507053"/>
                </a:cubicBezTo>
                <a:cubicBezTo>
                  <a:pt x="3294911" y="509683"/>
                  <a:pt x="3274155" y="507183"/>
                  <a:pt x="3273460" y="501456"/>
                </a:cubicBezTo>
                <a:cubicBezTo>
                  <a:pt x="3272682" y="495806"/>
                  <a:pt x="3291966" y="489116"/>
                  <a:pt x="3316473" y="486538"/>
                </a:cubicBezTo>
                <a:cubicBezTo>
                  <a:pt x="3328713" y="485237"/>
                  <a:pt x="3339981" y="485204"/>
                  <a:pt x="3348321" y="486200"/>
                </a:cubicBezTo>
                <a:close/>
                <a:moveTo>
                  <a:pt x="4512767" y="485860"/>
                </a:moveTo>
                <a:cubicBezTo>
                  <a:pt x="4520409" y="484976"/>
                  <a:pt x="4527939" y="485809"/>
                  <a:pt x="4529579" y="487709"/>
                </a:cubicBezTo>
                <a:cubicBezTo>
                  <a:pt x="4531302" y="489558"/>
                  <a:pt x="4526355" y="491823"/>
                  <a:pt x="4518742" y="492708"/>
                </a:cubicBezTo>
                <a:cubicBezTo>
                  <a:pt x="4511073" y="493593"/>
                  <a:pt x="4503543" y="492734"/>
                  <a:pt x="4501931" y="490859"/>
                </a:cubicBezTo>
                <a:cubicBezTo>
                  <a:pt x="4500320" y="488959"/>
                  <a:pt x="4505209" y="486720"/>
                  <a:pt x="4512767" y="485860"/>
                </a:cubicBezTo>
                <a:close/>
                <a:moveTo>
                  <a:pt x="8987927" y="485757"/>
                </a:moveTo>
                <a:cubicBezTo>
                  <a:pt x="8988290" y="485705"/>
                  <a:pt x="8988928" y="485757"/>
                  <a:pt x="8989373" y="485887"/>
                </a:cubicBezTo>
                <a:cubicBezTo>
                  <a:pt x="8989789" y="485991"/>
                  <a:pt x="8989846" y="486147"/>
                  <a:pt x="8989511" y="486200"/>
                </a:cubicBezTo>
                <a:cubicBezTo>
                  <a:pt x="8989123" y="486252"/>
                  <a:pt x="8988540" y="486200"/>
                  <a:pt x="8988152" y="486096"/>
                </a:cubicBezTo>
                <a:cubicBezTo>
                  <a:pt x="8987707" y="485965"/>
                  <a:pt x="8987678" y="485809"/>
                  <a:pt x="8987927" y="485757"/>
                </a:cubicBezTo>
                <a:close/>
                <a:moveTo>
                  <a:pt x="7223714" y="485347"/>
                </a:moveTo>
                <a:cubicBezTo>
                  <a:pt x="7232716" y="486186"/>
                  <a:pt x="7241240" y="487892"/>
                  <a:pt x="7247186" y="490261"/>
                </a:cubicBezTo>
                <a:cubicBezTo>
                  <a:pt x="7259135" y="495026"/>
                  <a:pt x="7256105" y="500727"/>
                  <a:pt x="7240379" y="502940"/>
                </a:cubicBezTo>
                <a:cubicBezTo>
                  <a:pt x="7224457" y="505179"/>
                  <a:pt x="7202088" y="503070"/>
                  <a:pt x="7190168" y="498228"/>
                </a:cubicBezTo>
                <a:cubicBezTo>
                  <a:pt x="7178470" y="493463"/>
                  <a:pt x="7181721" y="487813"/>
                  <a:pt x="7197365" y="485627"/>
                </a:cubicBezTo>
                <a:cubicBezTo>
                  <a:pt x="7205228" y="484533"/>
                  <a:pt x="7214710" y="484507"/>
                  <a:pt x="7223714" y="485347"/>
                </a:cubicBezTo>
                <a:close/>
                <a:moveTo>
                  <a:pt x="7705581" y="484820"/>
                </a:moveTo>
                <a:cubicBezTo>
                  <a:pt x="7717550" y="485906"/>
                  <a:pt x="7729227" y="488113"/>
                  <a:pt x="7737786" y="491172"/>
                </a:cubicBezTo>
                <a:cubicBezTo>
                  <a:pt x="7755068" y="497368"/>
                  <a:pt x="7753290" y="504761"/>
                  <a:pt x="7733728" y="507677"/>
                </a:cubicBezTo>
                <a:cubicBezTo>
                  <a:pt x="7713972" y="510619"/>
                  <a:pt x="7684046" y="507807"/>
                  <a:pt x="7666874" y="501559"/>
                </a:cubicBezTo>
                <a:cubicBezTo>
                  <a:pt x="7649924" y="495337"/>
                  <a:pt x="7652147" y="488022"/>
                  <a:pt x="7671626" y="485183"/>
                </a:cubicBezTo>
                <a:cubicBezTo>
                  <a:pt x="7681351" y="483765"/>
                  <a:pt x="7693611" y="483732"/>
                  <a:pt x="7705581" y="484820"/>
                </a:cubicBezTo>
                <a:close/>
                <a:moveTo>
                  <a:pt x="5029987" y="483258"/>
                </a:moveTo>
                <a:cubicBezTo>
                  <a:pt x="5031210" y="483127"/>
                  <a:pt x="5032460" y="483258"/>
                  <a:pt x="5032821" y="483596"/>
                </a:cubicBezTo>
                <a:cubicBezTo>
                  <a:pt x="5033181" y="483908"/>
                  <a:pt x="5032571" y="484220"/>
                  <a:pt x="5031376" y="484377"/>
                </a:cubicBezTo>
                <a:cubicBezTo>
                  <a:pt x="5030154" y="484507"/>
                  <a:pt x="5028902" y="484377"/>
                  <a:pt x="5028542" y="484091"/>
                </a:cubicBezTo>
                <a:cubicBezTo>
                  <a:pt x="5028181" y="483778"/>
                  <a:pt x="5028847" y="483414"/>
                  <a:pt x="5029987" y="483258"/>
                </a:cubicBezTo>
                <a:close/>
                <a:moveTo>
                  <a:pt x="4159104" y="482994"/>
                </a:moveTo>
                <a:cubicBezTo>
                  <a:pt x="4165034" y="483661"/>
                  <a:pt x="4169327" y="485015"/>
                  <a:pt x="4170605" y="486903"/>
                </a:cubicBezTo>
                <a:cubicBezTo>
                  <a:pt x="4173106" y="490677"/>
                  <a:pt x="4162407" y="495181"/>
                  <a:pt x="4146708" y="496952"/>
                </a:cubicBezTo>
                <a:cubicBezTo>
                  <a:pt x="4130953" y="498696"/>
                  <a:pt x="4116198" y="497004"/>
                  <a:pt x="4113754" y="493229"/>
                </a:cubicBezTo>
                <a:cubicBezTo>
                  <a:pt x="4111419" y="489428"/>
                  <a:pt x="4122174" y="484950"/>
                  <a:pt x="4137789" y="483206"/>
                </a:cubicBezTo>
                <a:cubicBezTo>
                  <a:pt x="4145611" y="482346"/>
                  <a:pt x="4153176" y="482326"/>
                  <a:pt x="4159104" y="482994"/>
                </a:cubicBezTo>
                <a:close/>
                <a:moveTo>
                  <a:pt x="8292880" y="482090"/>
                </a:moveTo>
                <a:cubicBezTo>
                  <a:pt x="8305574" y="483206"/>
                  <a:pt x="8318370" y="485470"/>
                  <a:pt x="8328304" y="488621"/>
                </a:cubicBezTo>
                <a:cubicBezTo>
                  <a:pt x="8348366" y="494999"/>
                  <a:pt x="8349227" y="502575"/>
                  <a:pt x="8330082" y="505543"/>
                </a:cubicBezTo>
                <a:cubicBezTo>
                  <a:pt x="8310882" y="508537"/>
                  <a:pt x="8279066" y="505699"/>
                  <a:pt x="8259226" y="499269"/>
                </a:cubicBezTo>
                <a:cubicBezTo>
                  <a:pt x="8239442" y="492864"/>
                  <a:pt x="8238998" y="485367"/>
                  <a:pt x="8258060" y="482451"/>
                </a:cubicBezTo>
                <a:cubicBezTo>
                  <a:pt x="8267590" y="481006"/>
                  <a:pt x="8280185" y="480973"/>
                  <a:pt x="8292880" y="482090"/>
                </a:cubicBezTo>
                <a:close/>
                <a:moveTo>
                  <a:pt x="2632952" y="481278"/>
                </a:moveTo>
                <a:cubicBezTo>
                  <a:pt x="2633981" y="481148"/>
                  <a:pt x="2634870" y="481252"/>
                  <a:pt x="2634787" y="481513"/>
                </a:cubicBezTo>
                <a:cubicBezTo>
                  <a:pt x="2634759" y="481747"/>
                  <a:pt x="2633759" y="482007"/>
                  <a:pt x="2632647" y="482111"/>
                </a:cubicBezTo>
                <a:cubicBezTo>
                  <a:pt x="2631563" y="482268"/>
                  <a:pt x="2630702" y="482111"/>
                  <a:pt x="2630785" y="481877"/>
                </a:cubicBezTo>
                <a:cubicBezTo>
                  <a:pt x="2630869" y="481643"/>
                  <a:pt x="2631813" y="481383"/>
                  <a:pt x="2632952" y="481278"/>
                </a:cubicBezTo>
                <a:close/>
                <a:moveTo>
                  <a:pt x="4764514" y="480342"/>
                </a:moveTo>
                <a:cubicBezTo>
                  <a:pt x="4770016" y="479716"/>
                  <a:pt x="4775657" y="480342"/>
                  <a:pt x="4777129" y="481695"/>
                </a:cubicBezTo>
                <a:cubicBezTo>
                  <a:pt x="4778574" y="483075"/>
                  <a:pt x="4775212" y="484741"/>
                  <a:pt x="4769655" y="485392"/>
                </a:cubicBezTo>
                <a:cubicBezTo>
                  <a:pt x="4764125" y="486016"/>
                  <a:pt x="4758429" y="485444"/>
                  <a:pt x="4757040" y="484039"/>
                </a:cubicBezTo>
                <a:cubicBezTo>
                  <a:pt x="4755594" y="482658"/>
                  <a:pt x="4758985" y="480966"/>
                  <a:pt x="4764514" y="480342"/>
                </a:cubicBezTo>
                <a:close/>
                <a:moveTo>
                  <a:pt x="3682794" y="478751"/>
                </a:moveTo>
                <a:cubicBezTo>
                  <a:pt x="3689370" y="479509"/>
                  <a:pt x="3693857" y="481045"/>
                  <a:pt x="3694676" y="483180"/>
                </a:cubicBezTo>
                <a:cubicBezTo>
                  <a:pt x="3696344" y="487501"/>
                  <a:pt x="3682700" y="492656"/>
                  <a:pt x="3664083" y="494635"/>
                </a:cubicBezTo>
                <a:cubicBezTo>
                  <a:pt x="3645522" y="496613"/>
                  <a:pt x="3629240" y="494713"/>
                  <a:pt x="3627711" y="490392"/>
                </a:cubicBezTo>
                <a:cubicBezTo>
                  <a:pt x="3626294" y="486070"/>
                  <a:pt x="3639965" y="480966"/>
                  <a:pt x="3658387" y="478988"/>
                </a:cubicBezTo>
                <a:cubicBezTo>
                  <a:pt x="3667557" y="478012"/>
                  <a:pt x="3676219" y="477992"/>
                  <a:pt x="3682794" y="478751"/>
                </a:cubicBezTo>
                <a:close/>
                <a:moveTo>
                  <a:pt x="3227978" y="477761"/>
                </a:moveTo>
                <a:cubicBezTo>
                  <a:pt x="3235740" y="478688"/>
                  <a:pt x="3240686" y="480575"/>
                  <a:pt x="3240978" y="483206"/>
                </a:cubicBezTo>
                <a:cubicBezTo>
                  <a:pt x="3241617" y="488490"/>
                  <a:pt x="3223222" y="494790"/>
                  <a:pt x="3199687" y="497238"/>
                </a:cubicBezTo>
                <a:cubicBezTo>
                  <a:pt x="3176235" y="499737"/>
                  <a:pt x="3156840" y="497368"/>
                  <a:pt x="3156535" y="492030"/>
                </a:cubicBezTo>
                <a:cubicBezTo>
                  <a:pt x="3156173" y="486746"/>
                  <a:pt x="3174790" y="480498"/>
                  <a:pt x="3198076" y="478076"/>
                </a:cubicBezTo>
                <a:cubicBezTo>
                  <a:pt x="3209635" y="476865"/>
                  <a:pt x="3220214" y="476833"/>
                  <a:pt x="3227978" y="477761"/>
                </a:cubicBezTo>
                <a:close/>
                <a:moveTo>
                  <a:pt x="7831974" y="476850"/>
                </a:moveTo>
                <a:cubicBezTo>
                  <a:pt x="7843847" y="477914"/>
                  <a:pt x="7855503" y="480081"/>
                  <a:pt x="7864158" y="483101"/>
                </a:cubicBezTo>
                <a:cubicBezTo>
                  <a:pt x="7881609" y="489193"/>
                  <a:pt x="7880497" y="496431"/>
                  <a:pt x="7861435" y="499242"/>
                </a:cubicBezTo>
                <a:cubicBezTo>
                  <a:pt x="7842235" y="502106"/>
                  <a:pt x="7812448" y="499372"/>
                  <a:pt x="7795165" y="493254"/>
                </a:cubicBezTo>
                <a:cubicBezTo>
                  <a:pt x="7777937" y="487136"/>
                  <a:pt x="7779548" y="479951"/>
                  <a:pt x="7798499" y="477217"/>
                </a:cubicBezTo>
                <a:cubicBezTo>
                  <a:pt x="7808015" y="475824"/>
                  <a:pt x="7820102" y="475786"/>
                  <a:pt x="7831974" y="476850"/>
                </a:cubicBezTo>
                <a:close/>
                <a:moveTo>
                  <a:pt x="7356235" y="476629"/>
                </a:moveTo>
                <a:cubicBezTo>
                  <a:pt x="7365126" y="477446"/>
                  <a:pt x="7373642" y="479105"/>
                  <a:pt x="7379672" y="481409"/>
                </a:cubicBezTo>
                <a:cubicBezTo>
                  <a:pt x="7391815" y="486096"/>
                  <a:pt x="7389258" y="491615"/>
                  <a:pt x="7373976" y="493827"/>
                </a:cubicBezTo>
                <a:cubicBezTo>
                  <a:pt x="7358554" y="496040"/>
                  <a:pt x="7336380" y="493957"/>
                  <a:pt x="7324377" y="489245"/>
                </a:cubicBezTo>
                <a:cubicBezTo>
                  <a:pt x="7312540" y="484559"/>
                  <a:pt x="7315235" y="479013"/>
                  <a:pt x="7330546" y="476905"/>
                </a:cubicBezTo>
                <a:cubicBezTo>
                  <a:pt x="7338076" y="475838"/>
                  <a:pt x="7347343" y="475812"/>
                  <a:pt x="7356235" y="476629"/>
                </a:cubicBezTo>
                <a:close/>
                <a:moveTo>
                  <a:pt x="6983241" y="475630"/>
                </a:moveTo>
                <a:cubicBezTo>
                  <a:pt x="6987881" y="475005"/>
                  <a:pt x="6994411" y="475603"/>
                  <a:pt x="6997606" y="477009"/>
                </a:cubicBezTo>
                <a:cubicBezTo>
                  <a:pt x="7000914" y="478363"/>
                  <a:pt x="6999830" y="480004"/>
                  <a:pt x="6995078" y="480680"/>
                </a:cubicBezTo>
                <a:cubicBezTo>
                  <a:pt x="6990382" y="481279"/>
                  <a:pt x="6983936" y="480706"/>
                  <a:pt x="6980685" y="479300"/>
                </a:cubicBezTo>
                <a:cubicBezTo>
                  <a:pt x="6977434" y="477920"/>
                  <a:pt x="6978518" y="476254"/>
                  <a:pt x="6983241" y="475630"/>
                </a:cubicBezTo>
                <a:close/>
                <a:moveTo>
                  <a:pt x="6077233" y="475369"/>
                </a:moveTo>
                <a:cubicBezTo>
                  <a:pt x="6078095" y="475265"/>
                  <a:pt x="6079178" y="475369"/>
                  <a:pt x="6079651" y="475630"/>
                </a:cubicBezTo>
                <a:cubicBezTo>
                  <a:pt x="6080095" y="475864"/>
                  <a:pt x="6079734" y="476150"/>
                  <a:pt x="6078845" y="476228"/>
                </a:cubicBezTo>
                <a:cubicBezTo>
                  <a:pt x="6078066" y="476359"/>
                  <a:pt x="6076928" y="476254"/>
                  <a:pt x="6076483" y="475994"/>
                </a:cubicBezTo>
                <a:cubicBezTo>
                  <a:pt x="6076122" y="475786"/>
                  <a:pt x="6076455" y="475500"/>
                  <a:pt x="6077233" y="475369"/>
                </a:cubicBezTo>
                <a:close/>
                <a:moveTo>
                  <a:pt x="6600787" y="475188"/>
                </a:moveTo>
                <a:cubicBezTo>
                  <a:pt x="6605261" y="474615"/>
                  <a:pt x="6610901" y="475161"/>
                  <a:pt x="6613625" y="476411"/>
                </a:cubicBezTo>
                <a:cubicBezTo>
                  <a:pt x="6616347" y="477713"/>
                  <a:pt x="6614958" y="479196"/>
                  <a:pt x="6610540" y="479769"/>
                </a:cubicBezTo>
                <a:cubicBezTo>
                  <a:pt x="6606177" y="480342"/>
                  <a:pt x="6600425" y="479847"/>
                  <a:pt x="6597647" y="478520"/>
                </a:cubicBezTo>
                <a:cubicBezTo>
                  <a:pt x="6595008" y="477270"/>
                  <a:pt x="6596425" y="475760"/>
                  <a:pt x="6600787" y="475188"/>
                </a:cubicBezTo>
                <a:close/>
                <a:moveTo>
                  <a:pt x="8524588" y="474770"/>
                </a:moveTo>
                <a:cubicBezTo>
                  <a:pt x="8530590" y="473833"/>
                  <a:pt x="8540955" y="474718"/>
                  <a:pt x="8547680" y="476749"/>
                </a:cubicBezTo>
                <a:cubicBezTo>
                  <a:pt x="8554487" y="478806"/>
                  <a:pt x="8555013" y="481227"/>
                  <a:pt x="8548985" y="482164"/>
                </a:cubicBezTo>
                <a:cubicBezTo>
                  <a:pt x="8542872" y="483101"/>
                  <a:pt x="8532536" y="482216"/>
                  <a:pt x="8525756" y="480185"/>
                </a:cubicBezTo>
                <a:cubicBezTo>
                  <a:pt x="8519114" y="478155"/>
                  <a:pt x="8518641" y="475734"/>
                  <a:pt x="8524588" y="474770"/>
                </a:cubicBezTo>
                <a:close/>
                <a:moveTo>
                  <a:pt x="8414032" y="473761"/>
                </a:moveTo>
                <a:cubicBezTo>
                  <a:pt x="8427460" y="474926"/>
                  <a:pt x="8441090" y="477295"/>
                  <a:pt x="8451759" y="480602"/>
                </a:cubicBezTo>
                <a:cubicBezTo>
                  <a:pt x="8473377" y="487241"/>
                  <a:pt x="8474878" y="495233"/>
                  <a:pt x="8454983" y="498383"/>
                </a:cubicBezTo>
                <a:cubicBezTo>
                  <a:pt x="8434977" y="501482"/>
                  <a:pt x="8401214" y="498514"/>
                  <a:pt x="8379848" y="491744"/>
                </a:cubicBezTo>
                <a:cubicBezTo>
                  <a:pt x="8358564" y="485053"/>
                  <a:pt x="8357618" y="477192"/>
                  <a:pt x="8377514" y="474145"/>
                </a:cubicBezTo>
                <a:cubicBezTo>
                  <a:pt x="8387378" y="472635"/>
                  <a:pt x="8400604" y="472596"/>
                  <a:pt x="8414032" y="473761"/>
                </a:cubicBezTo>
                <a:close/>
                <a:moveTo>
                  <a:pt x="3099930" y="472463"/>
                </a:moveTo>
                <a:cubicBezTo>
                  <a:pt x="3104775" y="473045"/>
                  <a:pt x="3107798" y="474223"/>
                  <a:pt x="3107880" y="475863"/>
                </a:cubicBezTo>
                <a:cubicBezTo>
                  <a:pt x="3107992" y="479170"/>
                  <a:pt x="3096098" y="483101"/>
                  <a:pt x="3081261" y="484637"/>
                </a:cubicBezTo>
                <a:cubicBezTo>
                  <a:pt x="3066451" y="486173"/>
                  <a:pt x="3054419" y="484716"/>
                  <a:pt x="3054391" y="481383"/>
                </a:cubicBezTo>
                <a:cubicBezTo>
                  <a:pt x="3054391" y="478076"/>
                  <a:pt x="3066312" y="474171"/>
                  <a:pt x="3081039" y="472635"/>
                </a:cubicBezTo>
                <a:cubicBezTo>
                  <a:pt x="3088416" y="471893"/>
                  <a:pt x="3095085" y="471880"/>
                  <a:pt x="3099930" y="472463"/>
                </a:cubicBezTo>
                <a:close/>
                <a:moveTo>
                  <a:pt x="4391650" y="471519"/>
                </a:moveTo>
                <a:cubicBezTo>
                  <a:pt x="4396474" y="472043"/>
                  <a:pt x="4400066" y="473117"/>
                  <a:pt x="4401288" y="474614"/>
                </a:cubicBezTo>
                <a:cubicBezTo>
                  <a:pt x="4403705" y="477608"/>
                  <a:pt x="4395647" y="481201"/>
                  <a:pt x="4383311" y="482632"/>
                </a:cubicBezTo>
                <a:cubicBezTo>
                  <a:pt x="4370973" y="484013"/>
                  <a:pt x="4358997" y="482658"/>
                  <a:pt x="4356579" y="479665"/>
                </a:cubicBezTo>
                <a:cubicBezTo>
                  <a:pt x="4354246" y="476619"/>
                  <a:pt x="4362332" y="473105"/>
                  <a:pt x="4374613" y="471725"/>
                </a:cubicBezTo>
                <a:cubicBezTo>
                  <a:pt x="4380768" y="471022"/>
                  <a:pt x="4386825" y="470996"/>
                  <a:pt x="4391650" y="471519"/>
                </a:cubicBezTo>
                <a:close/>
                <a:moveTo>
                  <a:pt x="4033950" y="471243"/>
                </a:moveTo>
                <a:cubicBezTo>
                  <a:pt x="4041001" y="472036"/>
                  <a:pt x="4046052" y="473651"/>
                  <a:pt x="4047454" y="475890"/>
                </a:cubicBezTo>
                <a:cubicBezTo>
                  <a:pt x="4050039" y="480394"/>
                  <a:pt x="4036895" y="485783"/>
                  <a:pt x="4017834" y="487892"/>
                </a:cubicBezTo>
                <a:cubicBezTo>
                  <a:pt x="3998772" y="490000"/>
                  <a:pt x="3981156" y="487995"/>
                  <a:pt x="3978599" y="483414"/>
                </a:cubicBezTo>
                <a:cubicBezTo>
                  <a:pt x="3976098" y="478909"/>
                  <a:pt x="3989464" y="473572"/>
                  <a:pt x="4008442" y="471516"/>
                </a:cubicBezTo>
                <a:cubicBezTo>
                  <a:pt x="4017848" y="470475"/>
                  <a:pt x="4026899" y="470449"/>
                  <a:pt x="4033950" y="471243"/>
                </a:cubicBezTo>
                <a:close/>
                <a:moveTo>
                  <a:pt x="5146301" y="471047"/>
                </a:moveTo>
                <a:cubicBezTo>
                  <a:pt x="5147468" y="470943"/>
                  <a:pt x="5148718" y="471047"/>
                  <a:pt x="5149051" y="471360"/>
                </a:cubicBezTo>
                <a:cubicBezTo>
                  <a:pt x="5149441" y="471646"/>
                  <a:pt x="5148829" y="472036"/>
                  <a:pt x="5147690" y="472167"/>
                </a:cubicBezTo>
                <a:cubicBezTo>
                  <a:pt x="5146468" y="472297"/>
                  <a:pt x="5145218" y="472167"/>
                  <a:pt x="5144828" y="471855"/>
                </a:cubicBezTo>
                <a:cubicBezTo>
                  <a:pt x="5144495" y="471595"/>
                  <a:pt x="5145106" y="471203"/>
                  <a:pt x="5146301" y="471047"/>
                </a:cubicBezTo>
                <a:close/>
                <a:moveTo>
                  <a:pt x="6345707" y="470475"/>
                </a:moveTo>
                <a:cubicBezTo>
                  <a:pt x="6349735" y="469954"/>
                  <a:pt x="6354821" y="470449"/>
                  <a:pt x="6357099" y="471542"/>
                </a:cubicBezTo>
                <a:cubicBezTo>
                  <a:pt x="6359350" y="472688"/>
                  <a:pt x="6357849" y="474068"/>
                  <a:pt x="6353876" y="474588"/>
                </a:cubicBezTo>
                <a:cubicBezTo>
                  <a:pt x="6349819" y="475109"/>
                  <a:pt x="6344706" y="474588"/>
                  <a:pt x="6342400" y="473469"/>
                </a:cubicBezTo>
                <a:cubicBezTo>
                  <a:pt x="6340150" y="472324"/>
                  <a:pt x="6341706" y="470996"/>
                  <a:pt x="6345707" y="470475"/>
                </a:cubicBezTo>
                <a:close/>
                <a:moveTo>
                  <a:pt x="8653823" y="470110"/>
                </a:moveTo>
                <a:cubicBezTo>
                  <a:pt x="8655017" y="469902"/>
                  <a:pt x="8657157" y="470110"/>
                  <a:pt x="8658545" y="470527"/>
                </a:cubicBezTo>
                <a:cubicBezTo>
                  <a:pt x="8659937" y="470943"/>
                  <a:pt x="8660019" y="471412"/>
                  <a:pt x="8658937" y="471620"/>
                </a:cubicBezTo>
                <a:cubicBezTo>
                  <a:pt x="8657630" y="471802"/>
                  <a:pt x="8655519" y="471646"/>
                  <a:pt x="8654127" y="471203"/>
                </a:cubicBezTo>
                <a:cubicBezTo>
                  <a:pt x="8652711" y="470787"/>
                  <a:pt x="8652572" y="470293"/>
                  <a:pt x="8653823" y="470110"/>
                </a:cubicBezTo>
                <a:close/>
                <a:moveTo>
                  <a:pt x="3561017" y="469452"/>
                </a:moveTo>
                <a:cubicBezTo>
                  <a:pt x="3567484" y="470195"/>
                  <a:pt x="3571819" y="471711"/>
                  <a:pt x="3572472" y="473833"/>
                </a:cubicBezTo>
                <a:cubicBezTo>
                  <a:pt x="3573834" y="478103"/>
                  <a:pt x="3559828" y="483180"/>
                  <a:pt x="3541211" y="485184"/>
                </a:cubicBezTo>
                <a:cubicBezTo>
                  <a:pt x="3522706" y="487162"/>
                  <a:pt x="3506562" y="485262"/>
                  <a:pt x="3505367" y="480966"/>
                </a:cubicBezTo>
                <a:cubicBezTo>
                  <a:pt x="3504256" y="476697"/>
                  <a:pt x="3518260" y="471646"/>
                  <a:pt x="3536766" y="469720"/>
                </a:cubicBezTo>
                <a:cubicBezTo>
                  <a:pt x="3545950" y="468744"/>
                  <a:pt x="3554549" y="468711"/>
                  <a:pt x="3561017" y="469452"/>
                </a:cubicBezTo>
                <a:close/>
                <a:moveTo>
                  <a:pt x="7956813" y="468730"/>
                </a:moveTo>
                <a:cubicBezTo>
                  <a:pt x="7968935" y="469811"/>
                  <a:pt x="7980932" y="471997"/>
                  <a:pt x="7989948" y="475031"/>
                </a:cubicBezTo>
                <a:cubicBezTo>
                  <a:pt x="8008232" y="481175"/>
                  <a:pt x="8007509" y="488490"/>
                  <a:pt x="7988364" y="491354"/>
                </a:cubicBezTo>
                <a:cubicBezTo>
                  <a:pt x="7969164" y="494244"/>
                  <a:pt x="7938765" y="491511"/>
                  <a:pt x="7920592" y="485289"/>
                </a:cubicBezTo>
                <a:cubicBezTo>
                  <a:pt x="7902726" y="479144"/>
                  <a:pt x="7903754" y="471881"/>
                  <a:pt x="7922927" y="469069"/>
                </a:cubicBezTo>
                <a:cubicBezTo>
                  <a:pt x="7932444" y="467676"/>
                  <a:pt x="7944691" y="467649"/>
                  <a:pt x="7956813" y="468730"/>
                </a:cubicBezTo>
                <a:close/>
                <a:moveTo>
                  <a:pt x="7486653" y="467988"/>
                </a:moveTo>
                <a:cubicBezTo>
                  <a:pt x="7495702" y="468808"/>
                  <a:pt x="7504420" y="470474"/>
                  <a:pt x="7510658" y="472791"/>
                </a:cubicBezTo>
                <a:cubicBezTo>
                  <a:pt x="7523161" y="477477"/>
                  <a:pt x="7521022" y="483023"/>
                  <a:pt x="7505822" y="485262"/>
                </a:cubicBezTo>
                <a:cubicBezTo>
                  <a:pt x="7490596" y="487449"/>
                  <a:pt x="7467894" y="485340"/>
                  <a:pt x="7455557" y="480628"/>
                </a:cubicBezTo>
                <a:cubicBezTo>
                  <a:pt x="7443136" y="475942"/>
                  <a:pt x="7445498" y="470396"/>
                  <a:pt x="7460670" y="468262"/>
                </a:cubicBezTo>
                <a:cubicBezTo>
                  <a:pt x="7468228" y="467194"/>
                  <a:pt x="7477606" y="467168"/>
                  <a:pt x="7486653" y="467988"/>
                </a:cubicBezTo>
                <a:close/>
                <a:moveTo>
                  <a:pt x="2965140" y="467168"/>
                </a:moveTo>
                <a:cubicBezTo>
                  <a:pt x="2971531" y="466517"/>
                  <a:pt x="2976727" y="467142"/>
                  <a:pt x="2976672" y="468574"/>
                </a:cubicBezTo>
                <a:cubicBezTo>
                  <a:pt x="2976617" y="469980"/>
                  <a:pt x="2971226" y="471698"/>
                  <a:pt x="2964751" y="472349"/>
                </a:cubicBezTo>
                <a:cubicBezTo>
                  <a:pt x="2958389" y="473000"/>
                  <a:pt x="2953137" y="472375"/>
                  <a:pt x="2953276" y="470943"/>
                </a:cubicBezTo>
                <a:cubicBezTo>
                  <a:pt x="2953331" y="469537"/>
                  <a:pt x="2958666" y="467819"/>
                  <a:pt x="2965140" y="467168"/>
                </a:cubicBezTo>
                <a:close/>
                <a:moveTo>
                  <a:pt x="4621246" y="465762"/>
                </a:moveTo>
                <a:cubicBezTo>
                  <a:pt x="4627471" y="465060"/>
                  <a:pt x="4633722" y="465711"/>
                  <a:pt x="4635251" y="467273"/>
                </a:cubicBezTo>
                <a:cubicBezTo>
                  <a:pt x="4636695" y="468809"/>
                  <a:pt x="4632833" y="470657"/>
                  <a:pt x="4626554" y="471360"/>
                </a:cubicBezTo>
                <a:cubicBezTo>
                  <a:pt x="4620246" y="472063"/>
                  <a:pt x="4613911" y="471412"/>
                  <a:pt x="4612494" y="469824"/>
                </a:cubicBezTo>
                <a:cubicBezTo>
                  <a:pt x="4611021" y="468288"/>
                  <a:pt x="4614911" y="466440"/>
                  <a:pt x="4621246" y="465762"/>
                </a:cubicBezTo>
                <a:close/>
                <a:moveTo>
                  <a:pt x="5964170" y="464982"/>
                </a:moveTo>
                <a:cubicBezTo>
                  <a:pt x="5965060" y="464852"/>
                  <a:pt x="5966115" y="464982"/>
                  <a:pt x="5966476" y="465216"/>
                </a:cubicBezTo>
                <a:cubicBezTo>
                  <a:pt x="5966921" y="465451"/>
                  <a:pt x="5966532" y="465711"/>
                  <a:pt x="5965671" y="465815"/>
                </a:cubicBezTo>
                <a:cubicBezTo>
                  <a:pt x="5964837" y="465945"/>
                  <a:pt x="5963781" y="465815"/>
                  <a:pt x="5963309" y="465581"/>
                </a:cubicBezTo>
                <a:cubicBezTo>
                  <a:pt x="5962892" y="465372"/>
                  <a:pt x="5963365" y="465086"/>
                  <a:pt x="5964170" y="464982"/>
                </a:cubicBezTo>
                <a:close/>
                <a:moveTo>
                  <a:pt x="4876688" y="463654"/>
                </a:moveTo>
                <a:cubicBezTo>
                  <a:pt x="4881579" y="463055"/>
                  <a:pt x="4886775" y="463602"/>
                  <a:pt x="4888109" y="464825"/>
                </a:cubicBezTo>
                <a:cubicBezTo>
                  <a:pt x="4889499" y="466101"/>
                  <a:pt x="4886553" y="467585"/>
                  <a:pt x="4881635" y="468158"/>
                </a:cubicBezTo>
                <a:cubicBezTo>
                  <a:pt x="4876661" y="468731"/>
                  <a:pt x="4871493" y="468184"/>
                  <a:pt x="4870186" y="466934"/>
                </a:cubicBezTo>
                <a:cubicBezTo>
                  <a:pt x="4868769" y="465685"/>
                  <a:pt x="4871687" y="464201"/>
                  <a:pt x="4876688" y="463654"/>
                </a:cubicBezTo>
                <a:close/>
                <a:moveTo>
                  <a:pt x="6746583" y="463445"/>
                </a:moveTo>
                <a:cubicBezTo>
                  <a:pt x="6750918" y="462846"/>
                  <a:pt x="6756614" y="463394"/>
                  <a:pt x="6759476" y="464669"/>
                </a:cubicBezTo>
                <a:cubicBezTo>
                  <a:pt x="6762199" y="465918"/>
                  <a:pt x="6761032" y="467403"/>
                  <a:pt x="6756669" y="467976"/>
                </a:cubicBezTo>
                <a:cubicBezTo>
                  <a:pt x="6752279" y="468522"/>
                  <a:pt x="6746528" y="467976"/>
                  <a:pt x="6743749" y="466726"/>
                </a:cubicBezTo>
                <a:cubicBezTo>
                  <a:pt x="6741026" y="465502"/>
                  <a:pt x="6742276" y="464018"/>
                  <a:pt x="6746583" y="463445"/>
                </a:cubicBezTo>
                <a:close/>
                <a:moveTo>
                  <a:pt x="8773222" y="462925"/>
                </a:moveTo>
                <a:cubicBezTo>
                  <a:pt x="8773832" y="462821"/>
                  <a:pt x="8775110" y="462925"/>
                  <a:pt x="8775917" y="463159"/>
                </a:cubicBezTo>
                <a:cubicBezTo>
                  <a:pt x="8776752" y="463394"/>
                  <a:pt x="8776834" y="463654"/>
                  <a:pt x="8776196" y="463784"/>
                </a:cubicBezTo>
                <a:cubicBezTo>
                  <a:pt x="8775474" y="463889"/>
                  <a:pt x="8774249" y="463784"/>
                  <a:pt x="8773444" y="463523"/>
                </a:cubicBezTo>
                <a:cubicBezTo>
                  <a:pt x="8772638" y="463316"/>
                  <a:pt x="8772528" y="463056"/>
                  <a:pt x="8773222" y="462925"/>
                </a:cubicBezTo>
                <a:close/>
                <a:moveTo>
                  <a:pt x="7110699" y="462300"/>
                </a:moveTo>
                <a:cubicBezTo>
                  <a:pt x="7122257" y="460712"/>
                  <a:pt x="7138402" y="462222"/>
                  <a:pt x="7147015" y="465658"/>
                </a:cubicBezTo>
                <a:cubicBezTo>
                  <a:pt x="7155518" y="469069"/>
                  <a:pt x="7153045" y="473157"/>
                  <a:pt x="7141403" y="474771"/>
                </a:cubicBezTo>
                <a:cubicBezTo>
                  <a:pt x="7129788" y="476384"/>
                  <a:pt x="7113394" y="474874"/>
                  <a:pt x="7104919" y="471412"/>
                </a:cubicBezTo>
                <a:cubicBezTo>
                  <a:pt x="7096500" y="467950"/>
                  <a:pt x="7099083" y="463888"/>
                  <a:pt x="7110699" y="462300"/>
                </a:cubicBezTo>
                <a:close/>
                <a:moveTo>
                  <a:pt x="5263143" y="461519"/>
                </a:moveTo>
                <a:cubicBezTo>
                  <a:pt x="5264699" y="461311"/>
                  <a:pt x="5266477" y="461493"/>
                  <a:pt x="5267061" y="461909"/>
                </a:cubicBezTo>
                <a:cubicBezTo>
                  <a:pt x="5267589" y="462326"/>
                  <a:pt x="5266756" y="462821"/>
                  <a:pt x="5265172" y="463028"/>
                </a:cubicBezTo>
                <a:cubicBezTo>
                  <a:pt x="5263505" y="463185"/>
                  <a:pt x="5261698" y="463028"/>
                  <a:pt x="5261199" y="462612"/>
                </a:cubicBezTo>
                <a:cubicBezTo>
                  <a:pt x="5260670" y="462195"/>
                  <a:pt x="5261477" y="461701"/>
                  <a:pt x="5263143" y="461519"/>
                </a:cubicBezTo>
                <a:close/>
                <a:moveTo>
                  <a:pt x="3908102" y="461206"/>
                </a:moveTo>
                <a:cubicBezTo>
                  <a:pt x="3915142" y="462001"/>
                  <a:pt x="3920082" y="463614"/>
                  <a:pt x="3921249" y="465867"/>
                </a:cubicBezTo>
                <a:cubicBezTo>
                  <a:pt x="3923666" y="470396"/>
                  <a:pt x="3909883" y="475760"/>
                  <a:pt x="3890572" y="477842"/>
                </a:cubicBezTo>
                <a:cubicBezTo>
                  <a:pt x="3871205" y="479977"/>
                  <a:pt x="3853643" y="477973"/>
                  <a:pt x="3851421" y="473417"/>
                </a:cubicBezTo>
                <a:cubicBezTo>
                  <a:pt x="3849254" y="468887"/>
                  <a:pt x="3863119" y="463523"/>
                  <a:pt x="3882347" y="461467"/>
                </a:cubicBezTo>
                <a:cubicBezTo>
                  <a:pt x="3891920" y="460438"/>
                  <a:pt x="3901062" y="460412"/>
                  <a:pt x="3908102" y="461206"/>
                </a:cubicBezTo>
                <a:close/>
                <a:moveTo>
                  <a:pt x="8080088" y="460963"/>
                </a:moveTo>
                <a:cubicBezTo>
                  <a:pt x="8092224" y="462027"/>
                  <a:pt x="8104331" y="464187"/>
                  <a:pt x="8113570" y="467194"/>
                </a:cubicBezTo>
                <a:cubicBezTo>
                  <a:pt x="8132131" y="473261"/>
                  <a:pt x="8132131" y="480550"/>
                  <a:pt x="8113209" y="483362"/>
                </a:cubicBezTo>
                <a:cubicBezTo>
                  <a:pt x="8094314" y="486226"/>
                  <a:pt x="8063776" y="483518"/>
                  <a:pt x="8045326" y="477374"/>
                </a:cubicBezTo>
                <a:cubicBezTo>
                  <a:pt x="8027015" y="471256"/>
                  <a:pt x="8027570" y="464096"/>
                  <a:pt x="8046437" y="461311"/>
                </a:cubicBezTo>
                <a:cubicBezTo>
                  <a:pt x="8055788" y="459931"/>
                  <a:pt x="8067951" y="459899"/>
                  <a:pt x="8080088" y="460963"/>
                </a:cubicBezTo>
                <a:close/>
                <a:moveTo>
                  <a:pt x="2850133" y="460269"/>
                </a:moveTo>
                <a:cubicBezTo>
                  <a:pt x="2852050" y="460113"/>
                  <a:pt x="2853550" y="460269"/>
                  <a:pt x="2853523" y="460686"/>
                </a:cubicBezTo>
                <a:cubicBezTo>
                  <a:pt x="2853439" y="461103"/>
                  <a:pt x="2851911" y="461623"/>
                  <a:pt x="2849994" y="461805"/>
                </a:cubicBezTo>
                <a:cubicBezTo>
                  <a:pt x="2848160" y="461962"/>
                  <a:pt x="2846631" y="461805"/>
                  <a:pt x="2846631" y="461363"/>
                </a:cubicBezTo>
                <a:cubicBezTo>
                  <a:pt x="2846770" y="460946"/>
                  <a:pt x="2848298" y="460478"/>
                  <a:pt x="2850133" y="460269"/>
                </a:cubicBezTo>
                <a:close/>
                <a:moveTo>
                  <a:pt x="7615131" y="459131"/>
                </a:moveTo>
                <a:cubicBezTo>
                  <a:pt x="7624776" y="459996"/>
                  <a:pt x="7634126" y="461753"/>
                  <a:pt x="7640893" y="464201"/>
                </a:cubicBezTo>
                <a:cubicBezTo>
                  <a:pt x="7654563" y="469121"/>
                  <a:pt x="7652758" y="475005"/>
                  <a:pt x="7636835" y="477270"/>
                </a:cubicBezTo>
                <a:cubicBezTo>
                  <a:pt x="7620803" y="479587"/>
                  <a:pt x="7596740" y="477400"/>
                  <a:pt x="7583152" y="472428"/>
                </a:cubicBezTo>
                <a:cubicBezTo>
                  <a:pt x="7569648" y="467507"/>
                  <a:pt x="7571760" y="461676"/>
                  <a:pt x="7587598" y="459411"/>
                </a:cubicBezTo>
                <a:cubicBezTo>
                  <a:pt x="7595545" y="458291"/>
                  <a:pt x="7605485" y="458265"/>
                  <a:pt x="7615131" y="459131"/>
                </a:cubicBezTo>
                <a:close/>
                <a:moveTo>
                  <a:pt x="4263183" y="458362"/>
                </a:moveTo>
                <a:cubicBezTo>
                  <a:pt x="4269538" y="459065"/>
                  <a:pt x="4274206" y="460490"/>
                  <a:pt x="4275665" y="462455"/>
                </a:cubicBezTo>
                <a:cubicBezTo>
                  <a:pt x="4278583" y="466439"/>
                  <a:pt x="4267579" y="471151"/>
                  <a:pt x="4250907" y="472974"/>
                </a:cubicBezTo>
                <a:cubicBezTo>
                  <a:pt x="4234263" y="474848"/>
                  <a:pt x="4218508" y="473078"/>
                  <a:pt x="4215646" y="469095"/>
                </a:cubicBezTo>
                <a:cubicBezTo>
                  <a:pt x="4212840" y="465111"/>
                  <a:pt x="4223955" y="460426"/>
                  <a:pt x="4240571" y="458603"/>
                </a:cubicBezTo>
                <a:cubicBezTo>
                  <a:pt x="4248782" y="457678"/>
                  <a:pt x="4256826" y="457659"/>
                  <a:pt x="4263183" y="458362"/>
                </a:cubicBezTo>
                <a:close/>
                <a:moveTo>
                  <a:pt x="3446671" y="458362"/>
                </a:moveTo>
                <a:cubicBezTo>
                  <a:pt x="3454656" y="459287"/>
                  <a:pt x="3459908" y="461167"/>
                  <a:pt x="3460575" y="463784"/>
                </a:cubicBezTo>
                <a:cubicBezTo>
                  <a:pt x="3461797" y="469069"/>
                  <a:pt x="3444014" y="475369"/>
                  <a:pt x="3420729" y="477842"/>
                </a:cubicBezTo>
                <a:cubicBezTo>
                  <a:pt x="3397250" y="480315"/>
                  <a:pt x="3377354" y="477972"/>
                  <a:pt x="3376326" y="472635"/>
                </a:cubicBezTo>
                <a:cubicBezTo>
                  <a:pt x="3375243" y="467324"/>
                  <a:pt x="3393248" y="461102"/>
                  <a:pt x="3416366" y="458681"/>
                </a:cubicBezTo>
                <a:cubicBezTo>
                  <a:pt x="3427967" y="457470"/>
                  <a:pt x="3438686" y="457438"/>
                  <a:pt x="3446671" y="458362"/>
                </a:cubicBezTo>
                <a:close/>
                <a:moveTo>
                  <a:pt x="5848856" y="457093"/>
                </a:moveTo>
                <a:cubicBezTo>
                  <a:pt x="5850384" y="456885"/>
                  <a:pt x="5852245" y="457067"/>
                  <a:pt x="5852884" y="457484"/>
                </a:cubicBezTo>
                <a:cubicBezTo>
                  <a:pt x="5853551" y="457901"/>
                  <a:pt x="5852912" y="458395"/>
                  <a:pt x="5851329" y="458578"/>
                </a:cubicBezTo>
                <a:cubicBezTo>
                  <a:pt x="5849828" y="458785"/>
                  <a:pt x="5847995" y="458578"/>
                  <a:pt x="5847300" y="458187"/>
                </a:cubicBezTo>
                <a:cubicBezTo>
                  <a:pt x="5846661" y="457744"/>
                  <a:pt x="5847300" y="457275"/>
                  <a:pt x="5848856" y="457093"/>
                </a:cubicBezTo>
                <a:close/>
                <a:moveTo>
                  <a:pt x="8891092" y="455714"/>
                </a:moveTo>
                <a:cubicBezTo>
                  <a:pt x="8891510" y="455635"/>
                  <a:pt x="8892037" y="455688"/>
                  <a:pt x="8892482" y="455818"/>
                </a:cubicBezTo>
                <a:cubicBezTo>
                  <a:pt x="8892898" y="455922"/>
                  <a:pt x="8893011" y="456078"/>
                  <a:pt x="8892647" y="456130"/>
                </a:cubicBezTo>
                <a:cubicBezTo>
                  <a:pt x="8892288" y="456182"/>
                  <a:pt x="8891704" y="456130"/>
                  <a:pt x="8891259" y="456026"/>
                </a:cubicBezTo>
                <a:cubicBezTo>
                  <a:pt x="8890814" y="455895"/>
                  <a:pt x="8890814" y="455739"/>
                  <a:pt x="8891092" y="455714"/>
                </a:cubicBezTo>
                <a:close/>
                <a:moveTo>
                  <a:pt x="6498505" y="455636"/>
                </a:moveTo>
                <a:cubicBezTo>
                  <a:pt x="6503340" y="455037"/>
                  <a:pt x="6509508" y="455609"/>
                  <a:pt x="6512370" y="456964"/>
                </a:cubicBezTo>
                <a:cubicBezTo>
                  <a:pt x="6515233" y="458317"/>
                  <a:pt x="6513566" y="459931"/>
                  <a:pt x="6508759" y="460530"/>
                </a:cubicBezTo>
                <a:cubicBezTo>
                  <a:pt x="6503951" y="461181"/>
                  <a:pt x="6497811" y="460582"/>
                  <a:pt x="6494949" y="459202"/>
                </a:cubicBezTo>
                <a:cubicBezTo>
                  <a:pt x="6492142" y="457849"/>
                  <a:pt x="6493726" y="456260"/>
                  <a:pt x="6498505" y="455636"/>
                </a:cubicBezTo>
                <a:close/>
                <a:moveTo>
                  <a:pt x="5381430" y="455557"/>
                </a:moveTo>
                <a:cubicBezTo>
                  <a:pt x="5381875" y="455479"/>
                  <a:pt x="5382431" y="455532"/>
                  <a:pt x="5382570" y="455662"/>
                </a:cubicBezTo>
                <a:cubicBezTo>
                  <a:pt x="5382737" y="455792"/>
                  <a:pt x="5382514" y="455922"/>
                  <a:pt x="5382014" y="455974"/>
                </a:cubicBezTo>
                <a:cubicBezTo>
                  <a:pt x="5381598" y="456052"/>
                  <a:pt x="5381069" y="455974"/>
                  <a:pt x="5380903" y="455843"/>
                </a:cubicBezTo>
                <a:cubicBezTo>
                  <a:pt x="5380791" y="455739"/>
                  <a:pt x="5380959" y="455609"/>
                  <a:pt x="5381430" y="455557"/>
                </a:cubicBezTo>
                <a:close/>
                <a:moveTo>
                  <a:pt x="6238534" y="455062"/>
                </a:moveTo>
                <a:cubicBezTo>
                  <a:pt x="6242508" y="454542"/>
                  <a:pt x="6247565" y="455036"/>
                  <a:pt x="6249705" y="456130"/>
                </a:cubicBezTo>
                <a:cubicBezTo>
                  <a:pt x="6251872" y="457249"/>
                  <a:pt x="6250371" y="458577"/>
                  <a:pt x="6246315" y="459072"/>
                </a:cubicBezTo>
                <a:cubicBezTo>
                  <a:pt x="6242286" y="459593"/>
                  <a:pt x="6237145" y="459124"/>
                  <a:pt x="6235089" y="458005"/>
                </a:cubicBezTo>
                <a:cubicBezTo>
                  <a:pt x="6232950" y="456885"/>
                  <a:pt x="6234478" y="455583"/>
                  <a:pt x="6238534" y="455062"/>
                </a:cubicBezTo>
                <a:close/>
                <a:moveTo>
                  <a:pt x="5733737" y="452850"/>
                </a:moveTo>
                <a:cubicBezTo>
                  <a:pt x="5734153" y="452824"/>
                  <a:pt x="5734654" y="452850"/>
                  <a:pt x="5734793" y="452980"/>
                </a:cubicBezTo>
                <a:cubicBezTo>
                  <a:pt x="5735071" y="453136"/>
                  <a:pt x="5734848" y="453266"/>
                  <a:pt x="5734459" y="453319"/>
                </a:cubicBezTo>
                <a:cubicBezTo>
                  <a:pt x="5733903" y="453370"/>
                  <a:pt x="5733403" y="453319"/>
                  <a:pt x="5733181" y="453188"/>
                </a:cubicBezTo>
                <a:cubicBezTo>
                  <a:pt x="5733126" y="453058"/>
                  <a:pt x="5733181" y="452927"/>
                  <a:pt x="5733737" y="452850"/>
                </a:cubicBezTo>
                <a:close/>
                <a:moveTo>
                  <a:pt x="8201848" y="452632"/>
                </a:moveTo>
                <a:cubicBezTo>
                  <a:pt x="8214728" y="453748"/>
                  <a:pt x="8227662" y="456025"/>
                  <a:pt x="8237637" y="459201"/>
                </a:cubicBezTo>
                <a:cubicBezTo>
                  <a:pt x="8257643" y="465581"/>
                  <a:pt x="8258171" y="473208"/>
                  <a:pt x="8238554" y="476177"/>
                </a:cubicBezTo>
                <a:cubicBezTo>
                  <a:pt x="8218770" y="479144"/>
                  <a:pt x="8186371" y="476307"/>
                  <a:pt x="8166504" y="469824"/>
                </a:cubicBezTo>
                <a:cubicBezTo>
                  <a:pt x="8146748" y="463446"/>
                  <a:pt x="8146830" y="455922"/>
                  <a:pt x="8166392" y="453032"/>
                </a:cubicBezTo>
                <a:cubicBezTo>
                  <a:pt x="8176146" y="451561"/>
                  <a:pt x="8188969" y="451515"/>
                  <a:pt x="8201848" y="452632"/>
                </a:cubicBezTo>
                <a:close/>
                <a:moveTo>
                  <a:pt x="2736652" y="452198"/>
                </a:moveTo>
                <a:cubicBezTo>
                  <a:pt x="2737180" y="452146"/>
                  <a:pt x="2737569" y="452198"/>
                  <a:pt x="2737569" y="452302"/>
                </a:cubicBezTo>
                <a:cubicBezTo>
                  <a:pt x="2737569" y="452433"/>
                  <a:pt x="2737041" y="452563"/>
                  <a:pt x="2736513" y="452641"/>
                </a:cubicBezTo>
                <a:cubicBezTo>
                  <a:pt x="2736069" y="452693"/>
                  <a:pt x="2735596" y="452641"/>
                  <a:pt x="2735624" y="452511"/>
                </a:cubicBezTo>
                <a:cubicBezTo>
                  <a:pt x="2735624" y="452381"/>
                  <a:pt x="2736069" y="452250"/>
                  <a:pt x="2736652" y="452198"/>
                </a:cubicBezTo>
                <a:close/>
                <a:moveTo>
                  <a:pt x="3782757" y="452166"/>
                </a:moveTo>
                <a:cubicBezTo>
                  <a:pt x="3789241" y="452895"/>
                  <a:pt x="3793708" y="454385"/>
                  <a:pt x="3794652" y="456468"/>
                </a:cubicBezTo>
                <a:cubicBezTo>
                  <a:pt x="3796542" y="460634"/>
                  <a:pt x="3783371" y="465581"/>
                  <a:pt x="3765310" y="467559"/>
                </a:cubicBezTo>
                <a:cubicBezTo>
                  <a:pt x="3747137" y="469486"/>
                  <a:pt x="3730966" y="467663"/>
                  <a:pt x="3729215" y="463472"/>
                </a:cubicBezTo>
                <a:cubicBezTo>
                  <a:pt x="3727521" y="459280"/>
                  <a:pt x="3740774" y="454333"/>
                  <a:pt x="3758752" y="452433"/>
                </a:cubicBezTo>
                <a:cubicBezTo>
                  <a:pt x="3767769" y="451470"/>
                  <a:pt x="3776272" y="451437"/>
                  <a:pt x="3782757" y="452166"/>
                </a:cubicBezTo>
                <a:close/>
                <a:moveTo>
                  <a:pt x="5499218" y="451834"/>
                </a:moveTo>
                <a:cubicBezTo>
                  <a:pt x="5499691" y="451783"/>
                  <a:pt x="5500134" y="451808"/>
                  <a:pt x="5500412" y="451938"/>
                </a:cubicBezTo>
                <a:cubicBezTo>
                  <a:pt x="5500552" y="452069"/>
                  <a:pt x="5500302" y="452199"/>
                  <a:pt x="5499857" y="452250"/>
                </a:cubicBezTo>
                <a:cubicBezTo>
                  <a:pt x="5499384" y="452303"/>
                  <a:pt x="5498911" y="452250"/>
                  <a:pt x="5498662" y="452147"/>
                </a:cubicBezTo>
                <a:cubicBezTo>
                  <a:pt x="5498634" y="452016"/>
                  <a:pt x="5498745" y="451887"/>
                  <a:pt x="5499218" y="451834"/>
                </a:cubicBezTo>
                <a:close/>
                <a:moveTo>
                  <a:pt x="6883737" y="450740"/>
                </a:moveTo>
                <a:cubicBezTo>
                  <a:pt x="6891629" y="449673"/>
                  <a:pt x="6902327" y="450663"/>
                  <a:pt x="6907634" y="452953"/>
                </a:cubicBezTo>
                <a:cubicBezTo>
                  <a:pt x="6913053" y="455245"/>
                  <a:pt x="6910912" y="457952"/>
                  <a:pt x="6903022" y="458993"/>
                </a:cubicBezTo>
                <a:cubicBezTo>
                  <a:pt x="6895130" y="460035"/>
                  <a:pt x="6884377" y="459046"/>
                  <a:pt x="6879069" y="456754"/>
                </a:cubicBezTo>
                <a:cubicBezTo>
                  <a:pt x="6873790" y="454489"/>
                  <a:pt x="6875819" y="451782"/>
                  <a:pt x="6883737" y="450740"/>
                </a:cubicBezTo>
                <a:close/>
                <a:moveTo>
                  <a:pt x="5616421" y="450740"/>
                </a:moveTo>
                <a:cubicBezTo>
                  <a:pt x="5617310" y="450637"/>
                  <a:pt x="5618339" y="450740"/>
                  <a:pt x="5618644" y="450975"/>
                </a:cubicBezTo>
                <a:cubicBezTo>
                  <a:pt x="5618978" y="451210"/>
                  <a:pt x="5618644" y="451444"/>
                  <a:pt x="5617782" y="451573"/>
                </a:cubicBezTo>
                <a:cubicBezTo>
                  <a:pt x="5616866" y="451677"/>
                  <a:pt x="5615838" y="451573"/>
                  <a:pt x="5615504" y="451340"/>
                </a:cubicBezTo>
                <a:cubicBezTo>
                  <a:pt x="5615088" y="451131"/>
                  <a:pt x="5615504" y="450844"/>
                  <a:pt x="5616421" y="450740"/>
                </a:cubicBezTo>
                <a:close/>
                <a:moveTo>
                  <a:pt x="7741696" y="450187"/>
                </a:moveTo>
                <a:cubicBezTo>
                  <a:pt x="7752254" y="451125"/>
                  <a:pt x="7762584" y="453032"/>
                  <a:pt x="7770239" y="455687"/>
                </a:cubicBezTo>
                <a:cubicBezTo>
                  <a:pt x="7785578" y="461050"/>
                  <a:pt x="7784161" y="467429"/>
                  <a:pt x="7766933" y="469928"/>
                </a:cubicBezTo>
                <a:cubicBezTo>
                  <a:pt x="7749566" y="472428"/>
                  <a:pt x="7723225" y="470058"/>
                  <a:pt x="7707971" y="464643"/>
                </a:cubicBezTo>
                <a:cubicBezTo>
                  <a:pt x="7692854" y="459280"/>
                  <a:pt x="7694604" y="452979"/>
                  <a:pt x="7711777" y="450506"/>
                </a:cubicBezTo>
                <a:cubicBezTo>
                  <a:pt x="7720350" y="449283"/>
                  <a:pt x="7731137" y="449250"/>
                  <a:pt x="7741696" y="450187"/>
                </a:cubicBezTo>
                <a:close/>
                <a:moveTo>
                  <a:pt x="7264997" y="450129"/>
                </a:moveTo>
                <a:cubicBezTo>
                  <a:pt x="7274521" y="450995"/>
                  <a:pt x="7283572" y="452758"/>
                  <a:pt x="7289865" y="455219"/>
                </a:cubicBezTo>
                <a:cubicBezTo>
                  <a:pt x="7302564" y="460140"/>
                  <a:pt x="7299535" y="465997"/>
                  <a:pt x="7282947" y="468314"/>
                </a:cubicBezTo>
                <a:cubicBezTo>
                  <a:pt x="7266330" y="470605"/>
                  <a:pt x="7242601" y="468418"/>
                  <a:pt x="7229985" y="463472"/>
                </a:cubicBezTo>
                <a:cubicBezTo>
                  <a:pt x="7217427" y="458499"/>
                  <a:pt x="7220733" y="452693"/>
                  <a:pt x="7237294" y="450429"/>
                </a:cubicBezTo>
                <a:cubicBezTo>
                  <a:pt x="7245478" y="449296"/>
                  <a:pt x="7255473" y="449264"/>
                  <a:pt x="7264997" y="450129"/>
                </a:cubicBezTo>
                <a:close/>
                <a:moveTo>
                  <a:pt x="4497360" y="450116"/>
                </a:moveTo>
                <a:cubicBezTo>
                  <a:pt x="4502154" y="450630"/>
                  <a:pt x="4505766" y="451677"/>
                  <a:pt x="4507099" y="453136"/>
                </a:cubicBezTo>
                <a:cubicBezTo>
                  <a:pt x="4509656" y="456025"/>
                  <a:pt x="4501931" y="459488"/>
                  <a:pt x="4489844" y="460868"/>
                </a:cubicBezTo>
                <a:cubicBezTo>
                  <a:pt x="4477757" y="462248"/>
                  <a:pt x="4465808" y="460946"/>
                  <a:pt x="4463280" y="458030"/>
                </a:cubicBezTo>
                <a:cubicBezTo>
                  <a:pt x="4460752" y="455115"/>
                  <a:pt x="4468532" y="451652"/>
                  <a:pt x="4480535" y="450298"/>
                </a:cubicBezTo>
                <a:cubicBezTo>
                  <a:pt x="4486592" y="449621"/>
                  <a:pt x="4492567" y="449601"/>
                  <a:pt x="4497360" y="450116"/>
                </a:cubicBezTo>
                <a:close/>
                <a:moveTo>
                  <a:pt x="3327466" y="449778"/>
                </a:moveTo>
                <a:cubicBezTo>
                  <a:pt x="3335077" y="450663"/>
                  <a:pt x="3340009" y="452459"/>
                  <a:pt x="3340453" y="454959"/>
                </a:cubicBezTo>
                <a:cubicBezTo>
                  <a:pt x="3341315" y="460035"/>
                  <a:pt x="3323781" y="466023"/>
                  <a:pt x="3301107" y="468367"/>
                </a:cubicBezTo>
                <a:cubicBezTo>
                  <a:pt x="3278433" y="470736"/>
                  <a:pt x="3259511" y="468523"/>
                  <a:pt x="3258844" y="463394"/>
                </a:cubicBezTo>
                <a:cubicBezTo>
                  <a:pt x="3258177" y="458317"/>
                  <a:pt x="3275933" y="452355"/>
                  <a:pt x="3298412" y="450064"/>
                </a:cubicBezTo>
                <a:cubicBezTo>
                  <a:pt x="3309569" y="448918"/>
                  <a:pt x="3319857" y="448892"/>
                  <a:pt x="3327466" y="449778"/>
                </a:cubicBezTo>
                <a:close/>
                <a:moveTo>
                  <a:pt x="4989808" y="449283"/>
                </a:moveTo>
                <a:cubicBezTo>
                  <a:pt x="4994642" y="448710"/>
                  <a:pt x="4999811" y="449257"/>
                  <a:pt x="5001227" y="450481"/>
                </a:cubicBezTo>
                <a:cubicBezTo>
                  <a:pt x="5002700" y="451704"/>
                  <a:pt x="4999976" y="453162"/>
                  <a:pt x="4995058" y="453709"/>
                </a:cubicBezTo>
                <a:cubicBezTo>
                  <a:pt x="4990113" y="454256"/>
                  <a:pt x="4985029" y="453735"/>
                  <a:pt x="4983583" y="452512"/>
                </a:cubicBezTo>
                <a:cubicBezTo>
                  <a:pt x="4982110" y="451287"/>
                  <a:pt x="4984889" y="449830"/>
                  <a:pt x="4989808" y="449283"/>
                </a:cubicBezTo>
                <a:close/>
                <a:moveTo>
                  <a:pt x="4134618" y="447278"/>
                </a:moveTo>
                <a:cubicBezTo>
                  <a:pt x="4141248" y="448000"/>
                  <a:pt x="4146041" y="449478"/>
                  <a:pt x="4147430" y="451548"/>
                </a:cubicBezTo>
                <a:cubicBezTo>
                  <a:pt x="4150237" y="455714"/>
                  <a:pt x="4138233" y="460633"/>
                  <a:pt x="4120506" y="462561"/>
                </a:cubicBezTo>
                <a:cubicBezTo>
                  <a:pt x="4102806" y="464538"/>
                  <a:pt x="4086329" y="462665"/>
                  <a:pt x="4083661" y="458524"/>
                </a:cubicBezTo>
                <a:cubicBezTo>
                  <a:pt x="4081105" y="454333"/>
                  <a:pt x="4093219" y="449413"/>
                  <a:pt x="4110780" y="447538"/>
                </a:cubicBezTo>
                <a:cubicBezTo>
                  <a:pt x="4119519" y="446588"/>
                  <a:pt x="4127988" y="446555"/>
                  <a:pt x="4134618" y="447278"/>
                </a:cubicBezTo>
                <a:close/>
                <a:moveTo>
                  <a:pt x="3182264" y="446758"/>
                </a:moveTo>
                <a:cubicBezTo>
                  <a:pt x="3191157" y="445846"/>
                  <a:pt x="3198520" y="446732"/>
                  <a:pt x="3198687" y="448685"/>
                </a:cubicBezTo>
                <a:cubicBezTo>
                  <a:pt x="3198909" y="450663"/>
                  <a:pt x="3191796" y="453006"/>
                  <a:pt x="3182904" y="453917"/>
                </a:cubicBezTo>
                <a:cubicBezTo>
                  <a:pt x="3173874" y="454829"/>
                  <a:pt x="3166510" y="453970"/>
                  <a:pt x="3166399" y="451991"/>
                </a:cubicBezTo>
                <a:cubicBezTo>
                  <a:pt x="3166232" y="450038"/>
                  <a:pt x="3173318" y="447669"/>
                  <a:pt x="3182264" y="446758"/>
                </a:cubicBezTo>
                <a:close/>
                <a:moveTo>
                  <a:pt x="4729198" y="446106"/>
                </a:moveTo>
                <a:cubicBezTo>
                  <a:pt x="4738450" y="445039"/>
                  <a:pt x="4747787" y="446028"/>
                  <a:pt x="4750176" y="448294"/>
                </a:cubicBezTo>
                <a:cubicBezTo>
                  <a:pt x="4752483" y="450558"/>
                  <a:pt x="4746842" y="453266"/>
                  <a:pt x="4737673" y="454307"/>
                </a:cubicBezTo>
                <a:cubicBezTo>
                  <a:pt x="4728392" y="455348"/>
                  <a:pt x="4719000" y="454333"/>
                  <a:pt x="4716665" y="452069"/>
                </a:cubicBezTo>
                <a:cubicBezTo>
                  <a:pt x="4714360" y="449803"/>
                  <a:pt x="4719972" y="447122"/>
                  <a:pt x="4729198" y="446106"/>
                </a:cubicBezTo>
                <a:close/>
                <a:moveTo>
                  <a:pt x="8322220" y="444590"/>
                </a:moveTo>
                <a:cubicBezTo>
                  <a:pt x="8335716" y="445749"/>
                  <a:pt x="8349353" y="448099"/>
                  <a:pt x="8359953" y="451366"/>
                </a:cubicBezTo>
                <a:cubicBezTo>
                  <a:pt x="8381350" y="457952"/>
                  <a:pt x="8382432" y="465867"/>
                  <a:pt x="8362204" y="468991"/>
                </a:cubicBezTo>
                <a:cubicBezTo>
                  <a:pt x="8341864" y="472089"/>
                  <a:pt x="8307910" y="469147"/>
                  <a:pt x="8286708" y="462456"/>
                </a:cubicBezTo>
                <a:cubicBezTo>
                  <a:pt x="8265562" y="455791"/>
                  <a:pt x="8265118" y="447981"/>
                  <a:pt x="8285318" y="444961"/>
                </a:cubicBezTo>
                <a:cubicBezTo>
                  <a:pt x="8295364" y="443464"/>
                  <a:pt x="8308722" y="443432"/>
                  <a:pt x="8322220" y="444590"/>
                </a:cubicBezTo>
                <a:close/>
                <a:moveTo>
                  <a:pt x="3661176" y="442764"/>
                </a:moveTo>
                <a:cubicBezTo>
                  <a:pt x="3667668" y="443496"/>
                  <a:pt x="3672073" y="444986"/>
                  <a:pt x="3672836" y="447069"/>
                </a:cubicBezTo>
                <a:cubicBezTo>
                  <a:pt x="3674503" y="451235"/>
                  <a:pt x="3660916" y="456181"/>
                  <a:pt x="3642382" y="458160"/>
                </a:cubicBezTo>
                <a:cubicBezTo>
                  <a:pt x="3624015" y="460113"/>
                  <a:pt x="3607843" y="458264"/>
                  <a:pt x="3606426" y="454073"/>
                </a:cubicBezTo>
                <a:cubicBezTo>
                  <a:pt x="3605037" y="449855"/>
                  <a:pt x="3618736" y="444909"/>
                  <a:pt x="3636991" y="443009"/>
                </a:cubicBezTo>
                <a:cubicBezTo>
                  <a:pt x="3646106" y="442058"/>
                  <a:pt x="3654685" y="442032"/>
                  <a:pt x="3661176" y="442764"/>
                </a:cubicBezTo>
                <a:close/>
                <a:moveTo>
                  <a:pt x="6130333" y="442722"/>
                </a:moveTo>
                <a:cubicBezTo>
                  <a:pt x="6133307" y="442357"/>
                  <a:pt x="6137002" y="442722"/>
                  <a:pt x="6138448" y="443503"/>
                </a:cubicBezTo>
                <a:cubicBezTo>
                  <a:pt x="6140031" y="444310"/>
                  <a:pt x="6138836" y="445273"/>
                  <a:pt x="6135863" y="445638"/>
                </a:cubicBezTo>
                <a:cubicBezTo>
                  <a:pt x="6132862" y="446028"/>
                  <a:pt x="6129222" y="445664"/>
                  <a:pt x="6127694" y="444883"/>
                </a:cubicBezTo>
                <a:cubicBezTo>
                  <a:pt x="6126166" y="444076"/>
                  <a:pt x="6127332" y="443112"/>
                  <a:pt x="6130333" y="442722"/>
                </a:cubicBezTo>
                <a:close/>
                <a:moveTo>
                  <a:pt x="8420278" y="442306"/>
                </a:moveTo>
                <a:cubicBezTo>
                  <a:pt x="8431948" y="440535"/>
                  <a:pt x="8451898" y="442201"/>
                  <a:pt x="8464764" y="446081"/>
                </a:cubicBezTo>
                <a:cubicBezTo>
                  <a:pt x="8477546" y="449960"/>
                  <a:pt x="8478463" y="454620"/>
                  <a:pt x="8466597" y="456391"/>
                </a:cubicBezTo>
                <a:cubicBezTo>
                  <a:pt x="8454760" y="458213"/>
                  <a:pt x="8434753" y="456468"/>
                  <a:pt x="8421889" y="452589"/>
                </a:cubicBezTo>
                <a:cubicBezTo>
                  <a:pt x="8409164" y="448658"/>
                  <a:pt x="8408468" y="444050"/>
                  <a:pt x="8420278" y="442306"/>
                </a:cubicBezTo>
                <a:close/>
                <a:moveTo>
                  <a:pt x="7395739" y="441303"/>
                </a:moveTo>
                <a:cubicBezTo>
                  <a:pt x="7405381" y="442169"/>
                  <a:pt x="7414613" y="443933"/>
                  <a:pt x="7421185" y="446393"/>
                </a:cubicBezTo>
                <a:cubicBezTo>
                  <a:pt x="7434356" y="451340"/>
                  <a:pt x="7431716" y="457224"/>
                  <a:pt x="7415350" y="459488"/>
                </a:cubicBezTo>
                <a:cubicBezTo>
                  <a:pt x="7398734" y="461806"/>
                  <a:pt x="7374725" y="459645"/>
                  <a:pt x="7361583" y="454646"/>
                </a:cubicBezTo>
                <a:cubicBezTo>
                  <a:pt x="7348634" y="449700"/>
                  <a:pt x="7351413" y="443842"/>
                  <a:pt x="7367835" y="441603"/>
                </a:cubicBezTo>
                <a:cubicBezTo>
                  <a:pt x="7376045" y="440470"/>
                  <a:pt x="7386097" y="440438"/>
                  <a:pt x="7395739" y="441303"/>
                </a:cubicBezTo>
                <a:close/>
                <a:moveTo>
                  <a:pt x="7866440" y="441091"/>
                </a:moveTo>
                <a:cubicBezTo>
                  <a:pt x="7878301" y="442130"/>
                  <a:pt x="7889985" y="444244"/>
                  <a:pt x="7898697" y="447200"/>
                </a:cubicBezTo>
                <a:cubicBezTo>
                  <a:pt x="7916341" y="453136"/>
                  <a:pt x="7915341" y="460243"/>
                  <a:pt x="7896279" y="463003"/>
                </a:cubicBezTo>
                <a:cubicBezTo>
                  <a:pt x="7877217" y="465788"/>
                  <a:pt x="7847458" y="463107"/>
                  <a:pt x="7830008" y="457145"/>
                </a:cubicBezTo>
                <a:cubicBezTo>
                  <a:pt x="7812698" y="451157"/>
                  <a:pt x="7814170" y="444154"/>
                  <a:pt x="7833121" y="441447"/>
                </a:cubicBezTo>
                <a:cubicBezTo>
                  <a:pt x="7842540" y="440092"/>
                  <a:pt x="7854579" y="440053"/>
                  <a:pt x="7866440" y="441091"/>
                </a:cubicBezTo>
                <a:close/>
                <a:moveTo>
                  <a:pt x="6642633" y="440978"/>
                </a:moveTo>
                <a:cubicBezTo>
                  <a:pt x="6650998" y="439885"/>
                  <a:pt x="6661973" y="440901"/>
                  <a:pt x="6667225" y="443295"/>
                </a:cubicBezTo>
                <a:cubicBezTo>
                  <a:pt x="6672449" y="445639"/>
                  <a:pt x="6669921" y="448450"/>
                  <a:pt x="6661473" y="449544"/>
                </a:cubicBezTo>
                <a:cubicBezTo>
                  <a:pt x="6653054" y="450663"/>
                  <a:pt x="6641995" y="449596"/>
                  <a:pt x="6636743" y="447226"/>
                </a:cubicBezTo>
                <a:cubicBezTo>
                  <a:pt x="6631548" y="444857"/>
                  <a:pt x="6634159" y="442045"/>
                  <a:pt x="6642633" y="440978"/>
                </a:cubicBezTo>
                <a:close/>
                <a:moveTo>
                  <a:pt x="8557708" y="440639"/>
                </a:moveTo>
                <a:cubicBezTo>
                  <a:pt x="8559821" y="440327"/>
                  <a:pt x="8563406" y="440639"/>
                  <a:pt x="8565768" y="441316"/>
                </a:cubicBezTo>
                <a:cubicBezTo>
                  <a:pt x="8568075" y="442020"/>
                  <a:pt x="8568296" y="442800"/>
                  <a:pt x="8566240" y="443139"/>
                </a:cubicBezTo>
                <a:cubicBezTo>
                  <a:pt x="8564127" y="443477"/>
                  <a:pt x="8560571" y="443164"/>
                  <a:pt x="8558182" y="442487"/>
                </a:cubicBezTo>
                <a:cubicBezTo>
                  <a:pt x="8555875" y="441811"/>
                  <a:pt x="8555654" y="441004"/>
                  <a:pt x="8557708" y="440639"/>
                </a:cubicBezTo>
                <a:close/>
                <a:moveTo>
                  <a:pt x="6395861" y="439285"/>
                </a:moveTo>
                <a:cubicBezTo>
                  <a:pt x="6399418" y="438818"/>
                  <a:pt x="6403919" y="439234"/>
                  <a:pt x="6405948" y="440223"/>
                </a:cubicBezTo>
                <a:cubicBezTo>
                  <a:pt x="6407921" y="441187"/>
                  <a:pt x="6406726" y="442358"/>
                  <a:pt x="6403142" y="442827"/>
                </a:cubicBezTo>
                <a:cubicBezTo>
                  <a:pt x="6399529" y="443269"/>
                  <a:pt x="6395083" y="442827"/>
                  <a:pt x="6393028" y="441863"/>
                </a:cubicBezTo>
                <a:cubicBezTo>
                  <a:pt x="6390998" y="440901"/>
                  <a:pt x="6392332" y="439755"/>
                  <a:pt x="6395861" y="439285"/>
                </a:cubicBezTo>
                <a:close/>
                <a:moveTo>
                  <a:pt x="7016697" y="438687"/>
                </a:moveTo>
                <a:cubicBezTo>
                  <a:pt x="7028228" y="437126"/>
                  <a:pt x="7044095" y="438609"/>
                  <a:pt x="7052347" y="441941"/>
                </a:cubicBezTo>
                <a:cubicBezTo>
                  <a:pt x="7060516" y="445274"/>
                  <a:pt x="7057793" y="449283"/>
                  <a:pt x="7046234" y="450819"/>
                </a:cubicBezTo>
                <a:cubicBezTo>
                  <a:pt x="7034702" y="452381"/>
                  <a:pt x="7018669" y="450897"/>
                  <a:pt x="7010528" y="447539"/>
                </a:cubicBezTo>
                <a:cubicBezTo>
                  <a:pt x="7002470" y="444180"/>
                  <a:pt x="7005165" y="440223"/>
                  <a:pt x="7016697" y="438687"/>
                </a:cubicBezTo>
                <a:close/>
                <a:moveTo>
                  <a:pt x="3066923" y="438088"/>
                </a:moveTo>
                <a:cubicBezTo>
                  <a:pt x="3075787" y="437203"/>
                  <a:pt x="3083012" y="438036"/>
                  <a:pt x="3083123" y="439989"/>
                </a:cubicBezTo>
                <a:cubicBezTo>
                  <a:pt x="3083123" y="441941"/>
                  <a:pt x="3075926" y="444258"/>
                  <a:pt x="3066923" y="445143"/>
                </a:cubicBezTo>
                <a:cubicBezTo>
                  <a:pt x="3057976" y="446055"/>
                  <a:pt x="3050696" y="445196"/>
                  <a:pt x="3050724" y="443243"/>
                </a:cubicBezTo>
                <a:cubicBezTo>
                  <a:pt x="3050807" y="441291"/>
                  <a:pt x="3057949" y="438973"/>
                  <a:pt x="3066923" y="438088"/>
                </a:cubicBezTo>
                <a:close/>
                <a:moveTo>
                  <a:pt x="5103927" y="437437"/>
                </a:moveTo>
                <a:cubicBezTo>
                  <a:pt x="5108734" y="436890"/>
                  <a:pt x="5113818" y="437411"/>
                  <a:pt x="5115346" y="438608"/>
                </a:cubicBezTo>
                <a:cubicBezTo>
                  <a:pt x="5116986" y="439833"/>
                  <a:pt x="5114207" y="441264"/>
                  <a:pt x="5109428" y="441810"/>
                </a:cubicBezTo>
                <a:cubicBezTo>
                  <a:pt x="5104537" y="442357"/>
                  <a:pt x="5099453" y="441837"/>
                  <a:pt x="5097868" y="440613"/>
                </a:cubicBezTo>
                <a:cubicBezTo>
                  <a:pt x="5096396" y="439442"/>
                  <a:pt x="5099119" y="437984"/>
                  <a:pt x="5103927" y="437437"/>
                </a:cubicBezTo>
                <a:close/>
                <a:moveTo>
                  <a:pt x="4365746" y="437004"/>
                </a:moveTo>
                <a:cubicBezTo>
                  <a:pt x="4371494" y="437619"/>
                  <a:pt x="4375753" y="438869"/>
                  <a:pt x="4377197" y="440614"/>
                </a:cubicBezTo>
                <a:cubicBezTo>
                  <a:pt x="4380031" y="444128"/>
                  <a:pt x="4370390" y="448294"/>
                  <a:pt x="4355524" y="449960"/>
                </a:cubicBezTo>
                <a:cubicBezTo>
                  <a:pt x="4340714" y="451573"/>
                  <a:pt x="4326376" y="450038"/>
                  <a:pt x="4323680" y="446471"/>
                </a:cubicBezTo>
                <a:cubicBezTo>
                  <a:pt x="4320902" y="442982"/>
                  <a:pt x="4330655" y="438791"/>
                  <a:pt x="4345354" y="437202"/>
                </a:cubicBezTo>
                <a:cubicBezTo>
                  <a:pt x="4352759" y="436408"/>
                  <a:pt x="4359998" y="436389"/>
                  <a:pt x="4365746" y="437004"/>
                </a:cubicBezTo>
                <a:close/>
                <a:moveTo>
                  <a:pt x="4009137" y="436578"/>
                </a:moveTo>
                <a:cubicBezTo>
                  <a:pt x="4016139" y="437346"/>
                  <a:pt x="4021113" y="438908"/>
                  <a:pt x="4022391" y="441081"/>
                </a:cubicBezTo>
                <a:cubicBezTo>
                  <a:pt x="4025030" y="445482"/>
                  <a:pt x="4011776" y="450688"/>
                  <a:pt x="3992826" y="452719"/>
                </a:cubicBezTo>
                <a:cubicBezTo>
                  <a:pt x="3973904" y="454775"/>
                  <a:pt x="3956454" y="452849"/>
                  <a:pt x="3954008" y="448423"/>
                </a:cubicBezTo>
                <a:cubicBezTo>
                  <a:pt x="3951563" y="444023"/>
                  <a:pt x="3964928" y="438842"/>
                  <a:pt x="3983711" y="436838"/>
                </a:cubicBezTo>
                <a:cubicBezTo>
                  <a:pt x="3993103" y="435836"/>
                  <a:pt x="4002134" y="435810"/>
                  <a:pt x="4009137" y="436578"/>
                </a:cubicBezTo>
                <a:close/>
                <a:moveTo>
                  <a:pt x="8677887" y="434131"/>
                </a:moveTo>
                <a:cubicBezTo>
                  <a:pt x="8678553" y="434001"/>
                  <a:pt x="8679831" y="434105"/>
                  <a:pt x="8680553" y="434340"/>
                </a:cubicBezTo>
                <a:cubicBezTo>
                  <a:pt x="8681360" y="434574"/>
                  <a:pt x="8681386" y="434860"/>
                  <a:pt x="8680749" y="434964"/>
                </a:cubicBezTo>
                <a:cubicBezTo>
                  <a:pt x="8680082" y="435069"/>
                  <a:pt x="8678887" y="434964"/>
                  <a:pt x="8678054" y="434730"/>
                </a:cubicBezTo>
                <a:cubicBezTo>
                  <a:pt x="8677303" y="434496"/>
                  <a:pt x="8677246" y="434236"/>
                  <a:pt x="8677887" y="434131"/>
                </a:cubicBezTo>
                <a:close/>
                <a:moveTo>
                  <a:pt x="7989218" y="433291"/>
                </a:moveTo>
                <a:cubicBezTo>
                  <a:pt x="8001229" y="434325"/>
                  <a:pt x="8013149" y="436434"/>
                  <a:pt x="8022124" y="439390"/>
                </a:cubicBezTo>
                <a:cubicBezTo>
                  <a:pt x="8040214" y="445299"/>
                  <a:pt x="8039769" y="452381"/>
                  <a:pt x="8020846" y="455192"/>
                </a:cubicBezTo>
                <a:cubicBezTo>
                  <a:pt x="8001896" y="457978"/>
                  <a:pt x="7971831" y="455348"/>
                  <a:pt x="7953825" y="449308"/>
                </a:cubicBezTo>
                <a:cubicBezTo>
                  <a:pt x="7935986" y="443347"/>
                  <a:pt x="7936903" y="436343"/>
                  <a:pt x="7955770" y="433636"/>
                </a:cubicBezTo>
                <a:cubicBezTo>
                  <a:pt x="7965107" y="432295"/>
                  <a:pt x="7977207" y="432256"/>
                  <a:pt x="7989218" y="433291"/>
                </a:cubicBezTo>
                <a:close/>
                <a:moveTo>
                  <a:pt x="7524231" y="432702"/>
                </a:moveTo>
                <a:cubicBezTo>
                  <a:pt x="7534116" y="433577"/>
                  <a:pt x="7543653" y="435354"/>
                  <a:pt x="7550503" y="437828"/>
                </a:cubicBezTo>
                <a:cubicBezTo>
                  <a:pt x="7564341" y="442826"/>
                  <a:pt x="7562146" y="448814"/>
                  <a:pt x="7545557" y="451131"/>
                </a:cubicBezTo>
                <a:cubicBezTo>
                  <a:pt x="7528941" y="453474"/>
                  <a:pt x="7504183" y="451236"/>
                  <a:pt x="7490512" y="446185"/>
                </a:cubicBezTo>
                <a:cubicBezTo>
                  <a:pt x="7476896" y="441160"/>
                  <a:pt x="7479314" y="435277"/>
                  <a:pt x="7495875" y="432986"/>
                </a:cubicBezTo>
                <a:cubicBezTo>
                  <a:pt x="7504113" y="431853"/>
                  <a:pt x="7514346" y="431827"/>
                  <a:pt x="7524231" y="432702"/>
                </a:cubicBezTo>
                <a:close/>
                <a:moveTo>
                  <a:pt x="6019465" y="432361"/>
                </a:moveTo>
                <a:cubicBezTo>
                  <a:pt x="6022549" y="431970"/>
                  <a:pt x="6026078" y="432334"/>
                  <a:pt x="6027551" y="433141"/>
                </a:cubicBezTo>
                <a:cubicBezTo>
                  <a:pt x="6029051" y="433948"/>
                  <a:pt x="6027829" y="434860"/>
                  <a:pt x="6024773" y="435250"/>
                </a:cubicBezTo>
                <a:cubicBezTo>
                  <a:pt x="6021799" y="435615"/>
                  <a:pt x="6018187" y="435250"/>
                  <a:pt x="6016713" y="434469"/>
                </a:cubicBezTo>
                <a:cubicBezTo>
                  <a:pt x="6015241" y="433688"/>
                  <a:pt x="6016547" y="432751"/>
                  <a:pt x="6019465" y="432361"/>
                </a:cubicBezTo>
                <a:close/>
                <a:moveTo>
                  <a:pt x="2952720" y="432335"/>
                </a:moveTo>
                <a:cubicBezTo>
                  <a:pt x="2954499" y="432178"/>
                  <a:pt x="2956027" y="432309"/>
                  <a:pt x="2956027" y="432725"/>
                </a:cubicBezTo>
                <a:cubicBezTo>
                  <a:pt x="2956027" y="433115"/>
                  <a:pt x="2954499" y="433584"/>
                  <a:pt x="2952609" y="433793"/>
                </a:cubicBezTo>
                <a:cubicBezTo>
                  <a:pt x="2950831" y="433948"/>
                  <a:pt x="2949303" y="433793"/>
                  <a:pt x="2949386" y="433376"/>
                </a:cubicBezTo>
                <a:cubicBezTo>
                  <a:pt x="2949386" y="432960"/>
                  <a:pt x="2950915" y="432491"/>
                  <a:pt x="2952720" y="432335"/>
                </a:cubicBezTo>
                <a:close/>
                <a:moveTo>
                  <a:pt x="3546137" y="431951"/>
                </a:moveTo>
                <a:cubicBezTo>
                  <a:pt x="3553944" y="432835"/>
                  <a:pt x="3559162" y="434638"/>
                  <a:pt x="3559967" y="437151"/>
                </a:cubicBezTo>
                <a:cubicBezTo>
                  <a:pt x="3561579" y="442201"/>
                  <a:pt x="3544629" y="448241"/>
                  <a:pt x="3521983" y="450584"/>
                </a:cubicBezTo>
                <a:cubicBezTo>
                  <a:pt x="3499337" y="452953"/>
                  <a:pt x="3479831" y="450740"/>
                  <a:pt x="3478553" y="445612"/>
                </a:cubicBezTo>
                <a:cubicBezTo>
                  <a:pt x="3477191" y="440535"/>
                  <a:pt x="3494364" y="434573"/>
                  <a:pt x="3516760" y="432257"/>
                </a:cubicBezTo>
                <a:cubicBezTo>
                  <a:pt x="3527930" y="431097"/>
                  <a:pt x="3538329" y="431065"/>
                  <a:pt x="3546137" y="431951"/>
                </a:cubicBezTo>
                <a:close/>
                <a:moveTo>
                  <a:pt x="4588375" y="431605"/>
                </a:moveTo>
                <a:cubicBezTo>
                  <a:pt x="4598739" y="430460"/>
                  <a:pt x="4609104" y="431528"/>
                  <a:pt x="4611493" y="434053"/>
                </a:cubicBezTo>
                <a:cubicBezTo>
                  <a:pt x="4613883" y="436552"/>
                  <a:pt x="4607381" y="439546"/>
                  <a:pt x="4596989" y="440717"/>
                </a:cubicBezTo>
                <a:cubicBezTo>
                  <a:pt x="4586485" y="441889"/>
                  <a:pt x="4576093" y="440795"/>
                  <a:pt x="4573676" y="438244"/>
                </a:cubicBezTo>
                <a:cubicBezTo>
                  <a:pt x="4571342" y="435719"/>
                  <a:pt x="4577927" y="432777"/>
                  <a:pt x="4588375" y="431605"/>
                </a:cubicBezTo>
                <a:close/>
                <a:moveTo>
                  <a:pt x="4840205" y="430668"/>
                </a:moveTo>
                <a:cubicBezTo>
                  <a:pt x="4848096" y="429757"/>
                  <a:pt x="4856237" y="430616"/>
                  <a:pt x="4858377" y="432543"/>
                </a:cubicBezTo>
                <a:cubicBezTo>
                  <a:pt x="4860544" y="434470"/>
                  <a:pt x="4855849" y="436786"/>
                  <a:pt x="4847874" y="437672"/>
                </a:cubicBezTo>
                <a:cubicBezTo>
                  <a:pt x="4840010" y="438583"/>
                  <a:pt x="4831813" y="437723"/>
                  <a:pt x="4829701" y="435797"/>
                </a:cubicBezTo>
                <a:cubicBezTo>
                  <a:pt x="4827618" y="433844"/>
                  <a:pt x="4832341" y="431528"/>
                  <a:pt x="4840205" y="430668"/>
                </a:cubicBezTo>
                <a:close/>
                <a:moveTo>
                  <a:pt x="6786401" y="429602"/>
                </a:moveTo>
                <a:cubicBezTo>
                  <a:pt x="6794237" y="428560"/>
                  <a:pt x="6804685" y="429523"/>
                  <a:pt x="6809880" y="431736"/>
                </a:cubicBezTo>
                <a:cubicBezTo>
                  <a:pt x="6815021" y="433975"/>
                  <a:pt x="6812909" y="436604"/>
                  <a:pt x="6804962" y="437646"/>
                </a:cubicBezTo>
                <a:cubicBezTo>
                  <a:pt x="6797154" y="438713"/>
                  <a:pt x="6786568" y="437698"/>
                  <a:pt x="6781427" y="435459"/>
                </a:cubicBezTo>
                <a:cubicBezTo>
                  <a:pt x="6776343" y="433246"/>
                  <a:pt x="6778593" y="430616"/>
                  <a:pt x="6786401" y="429602"/>
                </a:cubicBezTo>
                <a:close/>
                <a:moveTo>
                  <a:pt x="5218351" y="427909"/>
                </a:moveTo>
                <a:cubicBezTo>
                  <a:pt x="5223548" y="427336"/>
                  <a:pt x="5229133" y="427857"/>
                  <a:pt x="5230883" y="429185"/>
                </a:cubicBezTo>
                <a:cubicBezTo>
                  <a:pt x="5232690" y="430486"/>
                  <a:pt x="5229884" y="432048"/>
                  <a:pt x="5224659" y="432648"/>
                </a:cubicBezTo>
                <a:cubicBezTo>
                  <a:pt x="5219407" y="433246"/>
                  <a:pt x="5213795" y="432673"/>
                  <a:pt x="5212044" y="431372"/>
                </a:cubicBezTo>
                <a:cubicBezTo>
                  <a:pt x="5210377" y="430070"/>
                  <a:pt x="5213127" y="428507"/>
                  <a:pt x="5218351" y="427909"/>
                </a:cubicBezTo>
                <a:close/>
                <a:moveTo>
                  <a:pt x="3884215" y="427013"/>
                </a:moveTo>
                <a:cubicBezTo>
                  <a:pt x="3890925" y="427752"/>
                  <a:pt x="3895629" y="429262"/>
                  <a:pt x="3896712" y="431371"/>
                </a:cubicBezTo>
                <a:cubicBezTo>
                  <a:pt x="3898907" y="435589"/>
                  <a:pt x="3885764" y="440613"/>
                  <a:pt x="3867314" y="442592"/>
                </a:cubicBezTo>
                <a:cubicBezTo>
                  <a:pt x="3848808" y="444545"/>
                  <a:pt x="3832053" y="442696"/>
                  <a:pt x="3830024" y="438426"/>
                </a:cubicBezTo>
                <a:cubicBezTo>
                  <a:pt x="3827996" y="434209"/>
                  <a:pt x="3841278" y="429210"/>
                  <a:pt x="3859673" y="427283"/>
                </a:cubicBezTo>
                <a:cubicBezTo>
                  <a:pt x="3868787" y="426307"/>
                  <a:pt x="3877505" y="426274"/>
                  <a:pt x="3884215" y="427013"/>
                </a:cubicBezTo>
                <a:close/>
                <a:moveTo>
                  <a:pt x="7171540" y="426669"/>
                </a:moveTo>
                <a:cubicBezTo>
                  <a:pt x="7180414" y="427466"/>
                  <a:pt x="7188778" y="429093"/>
                  <a:pt x="7194530" y="431371"/>
                </a:cubicBezTo>
                <a:cubicBezTo>
                  <a:pt x="7206228" y="435953"/>
                  <a:pt x="7203089" y="441368"/>
                  <a:pt x="7187417" y="443503"/>
                </a:cubicBezTo>
                <a:cubicBezTo>
                  <a:pt x="7171689" y="445638"/>
                  <a:pt x="7149571" y="443607"/>
                  <a:pt x="7137957" y="438999"/>
                </a:cubicBezTo>
                <a:cubicBezTo>
                  <a:pt x="7126453" y="434417"/>
                  <a:pt x="7129843" y="429055"/>
                  <a:pt x="7145487" y="426946"/>
                </a:cubicBezTo>
                <a:cubicBezTo>
                  <a:pt x="7153282" y="425904"/>
                  <a:pt x="7162666" y="425872"/>
                  <a:pt x="7171540" y="426669"/>
                </a:cubicBezTo>
                <a:close/>
                <a:moveTo>
                  <a:pt x="6546327" y="424993"/>
                </a:moveTo>
                <a:cubicBezTo>
                  <a:pt x="6550188" y="424498"/>
                  <a:pt x="6555274" y="424993"/>
                  <a:pt x="6557580" y="426060"/>
                </a:cubicBezTo>
                <a:cubicBezTo>
                  <a:pt x="6559858" y="427127"/>
                  <a:pt x="6558719" y="428403"/>
                  <a:pt x="6554717" y="428898"/>
                </a:cubicBezTo>
                <a:cubicBezTo>
                  <a:pt x="6550883" y="429392"/>
                  <a:pt x="6545826" y="428898"/>
                  <a:pt x="6543519" y="427830"/>
                </a:cubicBezTo>
                <a:cubicBezTo>
                  <a:pt x="6541185" y="426763"/>
                  <a:pt x="6542408" y="425513"/>
                  <a:pt x="6546327" y="424993"/>
                </a:cubicBezTo>
                <a:close/>
                <a:moveTo>
                  <a:pt x="8110531" y="424974"/>
                </a:moveTo>
                <a:cubicBezTo>
                  <a:pt x="8123371" y="426073"/>
                  <a:pt x="8136188" y="428312"/>
                  <a:pt x="8145968" y="431424"/>
                </a:cubicBezTo>
                <a:cubicBezTo>
                  <a:pt x="8165725" y="437672"/>
                  <a:pt x="8165752" y="445169"/>
                  <a:pt x="8145914" y="448138"/>
                </a:cubicBezTo>
                <a:cubicBezTo>
                  <a:pt x="8125990" y="451105"/>
                  <a:pt x="8093702" y="448294"/>
                  <a:pt x="8074113" y="441941"/>
                </a:cubicBezTo>
                <a:cubicBezTo>
                  <a:pt x="8054690" y="435641"/>
                  <a:pt x="8055162" y="428196"/>
                  <a:pt x="8074947" y="425358"/>
                </a:cubicBezTo>
                <a:cubicBezTo>
                  <a:pt x="8084825" y="423913"/>
                  <a:pt x="8097690" y="423874"/>
                  <a:pt x="8110531" y="424974"/>
                </a:cubicBezTo>
                <a:close/>
                <a:moveTo>
                  <a:pt x="7650421" y="424847"/>
                </a:moveTo>
                <a:cubicBezTo>
                  <a:pt x="7659976" y="425690"/>
                  <a:pt x="7669264" y="427402"/>
                  <a:pt x="7676016" y="429784"/>
                </a:cubicBezTo>
                <a:cubicBezTo>
                  <a:pt x="7689770" y="434574"/>
                  <a:pt x="7688103" y="440249"/>
                  <a:pt x="7672376" y="442462"/>
                </a:cubicBezTo>
                <a:cubicBezTo>
                  <a:pt x="7656537" y="444701"/>
                  <a:pt x="7632613" y="442592"/>
                  <a:pt x="7619137" y="437750"/>
                </a:cubicBezTo>
                <a:cubicBezTo>
                  <a:pt x="7605661" y="432986"/>
                  <a:pt x="7607466" y="427310"/>
                  <a:pt x="7623221" y="425124"/>
                </a:cubicBezTo>
                <a:cubicBezTo>
                  <a:pt x="7631043" y="424030"/>
                  <a:pt x="7640866" y="424004"/>
                  <a:pt x="7650421" y="424847"/>
                </a:cubicBezTo>
                <a:close/>
                <a:moveTo>
                  <a:pt x="6289662" y="424316"/>
                </a:moveTo>
                <a:cubicBezTo>
                  <a:pt x="6293691" y="423822"/>
                  <a:pt x="6298582" y="424316"/>
                  <a:pt x="6300721" y="425384"/>
                </a:cubicBezTo>
                <a:cubicBezTo>
                  <a:pt x="6302916" y="426451"/>
                  <a:pt x="6301415" y="427674"/>
                  <a:pt x="6297470" y="428196"/>
                </a:cubicBezTo>
                <a:cubicBezTo>
                  <a:pt x="6293580" y="428716"/>
                  <a:pt x="6288523" y="428247"/>
                  <a:pt x="6286383" y="427154"/>
                </a:cubicBezTo>
                <a:cubicBezTo>
                  <a:pt x="6284271" y="426087"/>
                  <a:pt x="6285744" y="424837"/>
                  <a:pt x="6289662" y="424316"/>
                </a:cubicBezTo>
                <a:close/>
                <a:moveTo>
                  <a:pt x="5907013" y="424316"/>
                </a:moveTo>
                <a:cubicBezTo>
                  <a:pt x="5910430" y="423848"/>
                  <a:pt x="5914461" y="424264"/>
                  <a:pt x="5916072" y="425175"/>
                </a:cubicBezTo>
                <a:cubicBezTo>
                  <a:pt x="5917600" y="426060"/>
                  <a:pt x="5916211" y="427127"/>
                  <a:pt x="5912765" y="427597"/>
                </a:cubicBezTo>
                <a:cubicBezTo>
                  <a:pt x="5909347" y="427987"/>
                  <a:pt x="5905235" y="427597"/>
                  <a:pt x="5903623" y="426685"/>
                </a:cubicBezTo>
                <a:cubicBezTo>
                  <a:pt x="5902095" y="425774"/>
                  <a:pt x="5903568" y="424733"/>
                  <a:pt x="5907013" y="424316"/>
                </a:cubicBezTo>
                <a:close/>
                <a:moveTo>
                  <a:pt x="4239484" y="423958"/>
                </a:moveTo>
                <a:cubicBezTo>
                  <a:pt x="4246816" y="424739"/>
                  <a:pt x="4252172" y="426333"/>
                  <a:pt x="4253797" y="428559"/>
                </a:cubicBezTo>
                <a:cubicBezTo>
                  <a:pt x="4257103" y="433037"/>
                  <a:pt x="4244350" y="438401"/>
                  <a:pt x="4225121" y="440483"/>
                </a:cubicBezTo>
                <a:cubicBezTo>
                  <a:pt x="4205783" y="442592"/>
                  <a:pt x="4187471" y="440614"/>
                  <a:pt x="4184358" y="436083"/>
                </a:cubicBezTo>
                <a:cubicBezTo>
                  <a:pt x="4181218" y="431554"/>
                  <a:pt x="4194195" y="426269"/>
                  <a:pt x="4213312" y="424238"/>
                </a:cubicBezTo>
                <a:cubicBezTo>
                  <a:pt x="4222843" y="423209"/>
                  <a:pt x="4232152" y="423177"/>
                  <a:pt x="4239484" y="423958"/>
                </a:cubicBezTo>
                <a:close/>
                <a:moveTo>
                  <a:pt x="3429020" y="422757"/>
                </a:moveTo>
                <a:cubicBezTo>
                  <a:pt x="3436984" y="423659"/>
                  <a:pt x="3442222" y="425501"/>
                  <a:pt x="3442874" y="428065"/>
                </a:cubicBezTo>
                <a:cubicBezTo>
                  <a:pt x="3444125" y="433220"/>
                  <a:pt x="3426175" y="439416"/>
                  <a:pt x="3402834" y="441811"/>
                </a:cubicBezTo>
                <a:cubicBezTo>
                  <a:pt x="3379327" y="444233"/>
                  <a:pt x="3359514" y="441941"/>
                  <a:pt x="3358515" y="436735"/>
                </a:cubicBezTo>
                <a:cubicBezTo>
                  <a:pt x="3357515" y="431528"/>
                  <a:pt x="3375575" y="425435"/>
                  <a:pt x="3398805" y="423092"/>
                </a:cubicBezTo>
                <a:cubicBezTo>
                  <a:pt x="3410365" y="421895"/>
                  <a:pt x="3421055" y="421856"/>
                  <a:pt x="3429020" y="422757"/>
                </a:cubicBezTo>
                <a:close/>
                <a:moveTo>
                  <a:pt x="5335361" y="422390"/>
                </a:moveTo>
                <a:cubicBezTo>
                  <a:pt x="5337528" y="422129"/>
                  <a:pt x="5340029" y="422390"/>
                  <a:pt x="5340806" y="422937"/>
                </a:cubicBezTo>
                <a:cubicBezTo>
                  <a:pt x="5341640" y="423483"/>
                  <a:pt x="5340474" y="424186"/>
                  <a:pt x="5338167" y="424447"/>
                </a:cubicBezTo>
                <a:cubicBezTo>
                  <a:pt x="5335972" y="424681"/>
                  <a:pt x="5333527" y="424447"/>
                  <a:pt x="5332694" y="423899"/>
                </a:cubicBezTo>
                <a:cubicBezTo>
                  <a:pt x="5331943" y="423301"/>
                  <a:pt x="5333110" y="422650"/>
                  <a:pt x="5335361" y="422390"/>
                </a:cubicBezTo>
                <a:close/>
                <a:moveTo>
                  <a:pt x="3283492" y="420931"/>
                </a:moveTo>
                <a:cubicBezTo>
                  <a:pt x="3290188" y="420280"/>
                  <a:pt x="3295829" y="420905"/>
                  <a:pt x="3295940" y="422390"/>
                </a:cubicBezTo>
                <a:cubicBezTo>
                  <a:pt x="3296190" y="423848"/>
                  <a:pt x="3291022" y="425566"/>
                  <a:pt x="3284325" y="426216"/>
                </a:cubicBezTo>
                <a:cubicBezTo>
                  <a:pt x="3277573" y="426893"/>
                  <a:pt x="3272043" y="426269"/>
                  <a:pt x="3271849" y="424784"/>
                </a:cubicBezTo>
                <a:cubicBezTo>
                  <a:pt x="3271599" y="423352"/>
                  <a:pt x="3276879" y="421608"/>
                  <a:pt x="3283492" y="420931"/>
                </a:cubicBezTo>
                <a:close/>
                <a:moveTo>
                  <a:pt x="5794366" y="419317"/>
                </a:moveTo>
                <a:cubicBezTo>
                  <a:pt x="5796950" y="418979"/>
                  <a:pt x="5799952" y="419292"/>
                  <a:pt x="5801175" y="419942"/>
                </a:cubicBezTo>
                <a:cubicBezTo>
                  <a:pt x="5802313" y="420619"/>
                  <a:pt x="5801090" y="421426"/>
                  <a:pt x="5798562" y="421738"/>
                </a:cubicBezTo>
                <a:cubicBezTo>
                  <a:pt x="5795950" y="422051"/>
                  <a:pt x="5792893" y="421738"/>
                  <a:pt x="5791809" y="421088"/>
                </a:cubicBezTo>
                <a:cubicBezTo>
                  <a:pt x="5790588" y="420411"/>
                  <a:pt x="5791782" y="419603"/>
                  <a:pt x="5794366" y="419317"/>
                </a:cubicBezTo>
                <a:close/>
                <a:moveTo>
                  <a:pt x="5450563" y="417990"/>
                </a:moveTo>
                <a:cubicBezTo>
                  <a:pt x="5452843" y="417730"/>
                  <a:pt x="5455232" y="417990"/>
                  <a:pt x="5456037" y="418536"/>
                </a:cubicBezTo>
                <a:cubicBezTo>
                  <a:pt x="5456872" y="419083"/>
                  <a:pt x="5455816" y="419786"/>
                  <a:pt x="5453621" y="419994"/>
                </a:cubicBezTo>
                <a:cubicBezTo>
                  <a:pt x="5451369" y="420280"/>
                  <a:pt x="5448952" y="420021"/>
                  <a:pt x="5448063" y="419447"/>
                </a:cubicBezTo>
                <a:cubicBezTo>
                  <a:pt x="5447286" y="418875"/>
                  <a:pt x="5448397" y="418250"/>
                  <a:pt x="5450563" y="417990"/>
                </a:cubicBezTo>
                <a:close/>
                <a:moveTo>
                  <a:pt x="8230232" y="417209"/>
                </a:moveTo>
                <a:cubicBezTo>
                  <a:pt x="8243424" y="418328"/>
                  <a:pt x="8256684" y="420606"/>
                  <a:pt x="8266924" y="423769"/>
                </a:cubicBezTo>
                <a:cubicBezTo>
                  <a:pt x="8287597" y="430147"/>
                  <a:pt x="8288264" y="437802"/>
                  <a:pt x="8268146" y="440795"/>
                </a:cubicBezTo>
                <a:cubicBezTo>
                  <a:pt x="8248028" y="443763"/>
                  <a:pt x="8214796" y="440951"/>
                  <a:pt x="8194318" y="434469"/>
                </a:cubicBezTo>
                <a:cubicBezTo>
                  <a:pt x="8173894" y="428065"/>
                  <a:pt x="8173894" y="420488"/>
                  <a:pt x="8193956" y="417599"/>
                </a:cubicBezTo>
                <a:cubicBezTo>
                  <a:pt x="8203918" y="416128"/>
                  <a:pt x="8217040" y="416089"/>
                  <a:pt x="8230232" y="417209"/>
                </a:cubicBezTo>
                <a:close/>
                <a:moveTo>
                  <a:pt x="3763615" y="417075"/>
                </a:moveTo>
                <a:cubicBezTo>
                  <a:pt x="3770679" y="417853"/>
                  <a:pt x="3775535" y="419435"/>
                  <a:pt x="3776535" y="421635"/>
                </a:cubicBezTo>
                <a:cubicBezTo>
                  <a:pt x="3778536" y="426087"/>
                  <a:pt x="3764143" y="431424"/>
                  <a:pt x="3744414" y="433481"/>
                </a:cubicBezTo>
                <a:cubicBezTo>
                  <a:pt x="3724575" y="435537"/>
                  <a:pt x="3706958" y="433584"/>
                  <a:pt x="3705125" y="429107"/>
                </a:cubicBezTo>
                <a:cubicBezTo>
                  <a:pt x="3703319" y="424629"/>
                  <a:pt x="3717823" y="419370"/>
                  <a:pt x="3737440" y="417340"/>
                </a:cubicBezTo>
                <a:cubicBezTo>
                  <a:pt x="3747277" y="416324"/>
                  <a:pt x="3756551" y="416298"/>
                  <a:pt x="3763615" y="417075"/>
                </a:cubicBezTo>
                <a:close/>
                <a:moveTo>
                  <a:pt x="4951573" y="416974"/>
                </a:moveTo>
                <a:cubicBezTo>
                  <a:pt x="4959326" y="416089"/>
                  <a:pt x="4967467" y="416922"/>
                  <a:pt x="4969717" y="418823"/>
                </a:cubicBezTo>
                <a:cubicBezTo>
                  <a:pt x="4971968" y="420697"/>
                  <a:pt x="4967550" y="422989"/>
                  <a:pt x="4959770" y="423848"/>
                </a:cubicBezTo>
                <a:cubicBezTo>
                  <a:pt x="4951907" y="424733"/>
                  <a:pt x="4943793" y="423899"/>
                  <a:pt x="4941514" y="421999"/>
                </a:cubicBezTo>
                <a:cubicBezTo>
                  <a:pt x="4939264" y="420099"/>
                  <a:pt x="4943793" y="417860"/>
                  <a:pt x="4951573" y="416974"/>
                </a:cubicBezTo>
                <a:close/>
                <a:moveTo>
                  <a:pt x="4470880" y="416932"/>
                </a:moveTo>
                <a:cubicBezTo>
                  <a:pt x="4476596" y="417535"/>
                  <a:pt x="4480882" y="418758"/>
                  <a:pt x="4482369" y="420463"/>
                </a:cubicBezTo>
                <a:cubicBezTo>
                  <a:pt x="4485453" y="423900"/>
                  <a:pt x="4476200" y="427961"/>
                  <a:pt x="4461668" y="429575"/>
                </a:cubicBezTo>
                <a:cubicBezTo>
                  <a:pt x="4447080" y="431163"/>
                  <a:pt x="4432799" y="429653"/>
                  <a:pt x="4429908" y="426191"/>
                </a:cubicBezTo>
                <a:cubicBezTo>
                  <a:pt x="4426963" y="422755"/>
                  <a:pt x="4436327" y="418719"/>
                  <a:pt x="4450804" y="417131"/>
                </a:cubicBezTo>
                <a:cubicBezTo>
                  <a:pt x="4458015" y="416350"/>
                  <a:pt x="4465162" y="416330"/>
                  <a:pt x="4470880" y="416932"/>
                </a:cubicBezTo>
                <a:close/>
                <a:moveTo>
                  <a:pt x="7303363" y="416867"/>
                </a:moveTo>
                <a:cubicBezTo>
                  <a:pt x="7313151" y="417742"/>
                  <a:pt x="7322459" y="419512"/>
                  <a:pt x="7328961" y="421973"/>
                </a:cubicBezTo>
                <a:cubicBezTo>
                  <a:pt x="7342160" y="426920"/>
                  <a:pt x="7339214" y="432855"/>
                  <a:pt x="7322264" y="435146"/>
                </a:cubicBezTo>
                <a:cubicBezTo>
                  <a:pt x="7305287" y="437463"/>
                  <a:pt x="7280863" y="435250"/>
                  <a:pt x="7267747" y="430252"/>
                </a:cubicBezTo>
                <a:cubicBezTo>
                  <a:pt x="7254799" y="425306"/>
                  <a:pt x="7258022" y="419422"/>
                  <a:pt x="7274889" y="417131"/>
                </a:cubicBezTo>
                <a:cubicBezTo>
                  <a:pt x="7283308" y="416011"/>
                  <a:pt x="7293575" y="415992"/>
                  <a:pt x="7303363" y="416867"/>
                </a:cubicBezTo>
                <a:close/>
                <a:moveTo>
                  <a:pt x="5681025" y="416818"/>
                </a:moveTo>
                <a:cubicBezTo>
                  <a:pt x="5682526" y="416688"/>
                  <a:pt x="5684277" y="416818"/>
                  <a:pt x="5684944" y="417234"/>
                </a:cubicBezTo>
                <a:cubicBezTo>
                  <a:pt x="5685638" y="417626"/>
                  <a:pt x="5684831" y="418068"/>
                  <a:pt x="5683304" y="418276"/>
                </a:cubicBezTo>
                <a:cubicBezTo>
                  <a:pt x="5681803" y="418406"/>
                  <a:pt x="5680025" y="418276"/>
                  <a:pt x="5679386" y="417860"/>
                </a:cubicBezTo>
                <a:cubicBezTo>
                  <a:pt x="5678776" y="417469"/>
                  <a:pt x="5679442" y="417027"/>
                  <a:pt x="5681025" y="416818"/>
                </a:cubicBezTo>
                <a:close/>
                <a:moveTo>
                  <a:pt x="6940499" y="415953"/>
                </a:moveTo>
                <a:cubicBezTo>
                  <a:pt x="6947668" y="416603"/>
                  <a:pt x="6954329" y="417924"/>
                  <a:pt x="6958789" y="419759"/>
                </a:cubicBezTo>
                <a:cubicBezTo>
                  <a:pt x="6967875" y="423457"/>
                  <a:pt x="6964596" y="427856"/>
                  <a:pt x="6951565" y="429601"/>
                </a:cubicBezTo>
                <a:cubicBezTo>
                  <a:pt x="6938394" y="431318"/>
                  <a:pt x="6920527" y="429705"/>
                  <a:pt x="6911579" y="425956"/>
                </a:cubicBezTo>
                <a:cubicBezTo>
                  <a:pt x="6902743" y="422233"/>
                  <a:pt x="6906189" y="417833"/>
                  <a:pt x="6919165" y="416167"/>
                </a:cubicBezTo>
                <a:cubicBezTo>
                  <a:pt x="6925653" y="415321"/>
                  <a:pt x="6933330" y="415301"/>
                  <a:pt x="6940499" y="415953"/>
                </a:cubicBezTo>
                <a:close/>
                <a:moveTo>
                  <a:pt x="5565460" y="415828"/>
                </a:moveTo>
                <a:cubicBezTo>
                  <a:pt x="5568072" y="415543"/>
                  <a:pt x="5570990" y="415828"/>
                  <a:pt x="5572101" y="416506"/>
                </a:cubicBezTo>
                <a:cubicBezTo>
                  <a:pt x="5573102" y="417157"/>
                  <a:pt x="5571879" y="417938"/>
                  <a:pt x="5569184" y="418276"/>
                </a:cubicBezTo>
                <a:cubicBezTo>
                  <a:pt x="5566572" y="418563"/>
                  <a:pt x="5563683" y="418302"/>
                  <a:pt x="5562599" y="417625"/>
                </a:cubicBezTo>
                <a:cubicBezTo>
                  <a:pt x="5561515" y="416948"/>
                  <a:pt x="5562737" y="416194"/>
                  <a:pt x="5565460" y="415828"/>
                </a:cubicBezTo>
                <a:close/>
                <a:moveTo>
                  <a:pt x="7775387" y="415065"/>
                </a:moveTo>
                <a:cubicBezTo>
                  <a:pt x="7787030" y="416070"/>
                  <a:pt x="7798430" y="418120"/>
                  <a:pt x="7806835" y="420984"/>
                </a:cubicBezTo>
                <a:cubicBezTo>
                  <a:pt x="7823757" y="426711"/>
                  <a:pt x="7822395" y="433558"/>
                  <a:pt x="7803473" y="436266"/>
                </a:cubicBezTo>
                <a:cubicBezTo>
                  <a:pt x="7784522" y="438948"/>
                  <a:pt x="7755457" y="436422"/>
                  <a:pt x="7738675" y="430590"/>
                </a:cubicBezTo>
                <a:cubicBezTo>
                  <a:pt x="7721947" y="424811"/>
                  <a:pt x="7723725" y="418042"/>
                  <a:pt x="7742481" y="415412"/>
                </a:cubicBezTo>
                <a:cubicBezTo>
                  <a:pt x="7751859" y="414097"/>
                  <a:pt x="7763745" y="414059"/>
                  <a:pt x="7775387" y="415065"/>
                </a:cubicBezTo>
                <a:close/>
                <a:moveTo>
                  <a:pt x="4111809" y="413407"/>
                </a:moveTo>
                <a:cubicBezTo>
                  <a:pt x="4119026" y="414182"/>
                  <a:pt x="4124215" y="415763"/>
                  <a:pt x="4125673" y="417963"/>
                </a:cubicBezTo>
                <a:cubicBezTo>
                  <a:pt x="4128647" y="422389"/>
                  <a:pt x="4115420" y="427674"/>
                  <a:pt x="4096109" y="429731"/>
                </a:cubicBezTo>
                <a:cubicBezTo>
                  <a:pt x="4076852" y="431787"/>
                  <a:pt x="4058874" y="429861"/>
                  <a:pt x="4056124" y="425383"/>
                </a:cubicBezTo>
                <a:cubicBezTo>
                  <a:pt x="4053262" y="420931"/>
                  <a:pt x="4066655" y="415698"/>
                  <a:pt x="4085773" y="413694"/>
                </a:cubicBezTo>
                <a:cubicBezTo>
                  <a:pt x="4095346" y="412665"/>
                  <a:pt x="4104590" y="412632"/>
                  <a:pt x="4111809" y="413407"/>
                </a:cubicBezTo>
                <a:close/>
                <a:moveTo>
                  <a:pt x="3168538" y="413278"/>
                </a:moveTo>
                <a:cubicBezTo>
                  <a:pt x="3172900" y="412835"/>
                  <a:pt x="3176485" y="413251"/>
                  <a:pt x="3176540" y="414188"/>
                </a:cubicBezTo>
                <a:cubicBezTo>
                  <a:pt x="3176624" y="415126"/>
                  <a:pt x="3173151" y="416271"/>
                  <a:pt x="3168816" y="416714"/>
                </a:cubicBezTo>
                <a:cubicBezTo>
                  <a:pt x="3164398" y="417157"/>
                  <a:pt x="3160813" y="416740"/>
                  <a:pt x="3160813" y="415803"/>
                </a:cubicBezTo>
                <a:cubicBezTo>
                  <a:pt x="3160674" y="414839"/>
                  <a:pt x="3164175" y="413720"/>
                  <a:pt x="3168538" y="413278"/>
                </a:cubicBezTo>
                <a:close/>
                <a:moveTo>
                  <a:pt x="8463735" y="413148"/>
                </a:moveTo>
                <a:cubicBezTo>
                  <a:pt x="8465793" y="412835"/>
                  <a:pt x="8469266" y="413148"/>
                  <a:pt x="8471571" y="413824"/>
                </a:cubicBezTo>
                <a:cubicBezTo>
                  <a:pt x="8473822" y="414501"/>
                  <a:pt x="8473934" y="415282"/>
                  <a:pt x="8471850" y="415543"/>
                </a:cubicBezTo>
                <a:cubicBezTo>
                  <a:pt x="8469794" y="415881"/>
                  <a:pt x="8466320" y="415595"/>
                  <a:pt x="8464041" y="414944"/>
                </a:cubicBezTo>
                <a:cubicBezTo>
                  <a:pt x="8461847" y="414267"/>
                  <a:pt x="8461681" y="413486"/>
                  <a:pt x="8463735" y="413148"/>
                </a:cubicBezTo>
                <a:close/>
                <a:moveTo>
                  <a:pt x="4713401" y="413109"/>
                </a:moveTo>
                <a:cubicBezTo>
                  <a:pt x="4718618" y="413649"/>
                  <a:pt x="4722641" y="414749"/>
                  <a:pt x="4724223" y="416272"/>
                </a:cubicBezTo>
                <a:cubicBezTo>
                  <a:pt x="4727502" y="419344"/>
                  <a:pt x="4719666" y="423014"/>
                  <a:pt x="4706828" y="424447"/>
                </a:cubicBezTo>
                <a:cubicBezTo>
                  <a:pt x="4693908" y="425904"/>
                  <a:pt x="4680988" y="424524"/>
                  <a:pt x="4677848" y="421452"/>
                </a:cubicBezTo>
                <a:cubicBezTo>
                  <a:pt x="4674791" y="418328"/>
                  <a:pt x="4682599" y="414709"/>
                  <a:pt x="4695409" y="413303"/>
                </a:cubicBezTo>
                <a:cubicBezTo>
                  <a:pt x="4701772" y="412587"/>
                  <a:pt x="4708184" y="412568"/>
                  <a:pt x="4713401" y="413109"/>
                </a:cubicBezTo>
                <a:close/>
                <a:moveTo>
                  <a:pt x="8348824" y="412190"/>
                </a:moveTo>
                <a:cubicBezTo>
                  <a:pt x="8359494" y="413082"/>
                  <a:pt x="8370290" y="414891"/>
                  <a:pt x="8378682" y="417417"/>
                </a:cubicBezTo>
                <a:cubicBezTo>
                  <a:pt x="8395575" y="422519"/>
                  <a:pt x="8396521" y="428638"/>
                  <a:pt x="8380656" y="430981"/>
                </a:cubicBezTo>
                <a:cubicBezTo>
                  <a:pt x="8364650" y="433376"/>
                  <a:pt x="8337918" y="431111"/>
                  <a:pt x="8321136" y="425957"/>
                </a:cubicBezTo>
                <a:cubicBezTo>
                  <a:pt x="8304436" y="420854"/>
                  <a:pt x="8303797" y="414839"/>
                  <a:pt x="8319718" y="412470"/>
                </a:cubicBezTo>
                <a:cubicBezTo>
                  <a:pt x="8327610" y="411325"/>
                  <a:pt x="8338154" y="411299"/>
                  <a:pt x="8348824" y="412190"/>
                </a:cubicBezTo>
                <a:close/>
                <a:moveTo>
                  <a:pt x="6181516" y="411430"/>
                </a:moveTo>
                <a:cubicBezTo>
                  <a:pt x="6186323" y="410857"/>
                  <a:pt x="6192270" y="411403"/>
                  <a:pt x="6194799" y="412653"/>
                </a:cubicBezTo>
                <a:cubicBezTo>
                  <a:pt x="6197300" y="413955"/>
                  <a:pt x="6195299" y="415465"/>
                  <a:pt x="6190631" y="416064"/>
                </a:cubicBezTo>
                <a:cubicBezTo>
                  <a:pt x="6185796" y="416662"/>
                  <a:pt x="6179877" y="416089"/>
                  <a:pt x="6177294" y="414814"/>
                </a:cubicBezTo>
                <a:cubicBezTo>
                  <a:pt x="6174848" y="413512"/>
                  <a:pt x="6176738" y="412029"/>
                  <a:pt x="6181516" y="411430"/>
                </a:cubicBezTo>
                <a:close/>
                <a:moveTo>
                  <a:pt x="6686981" y="410180"/>
                </a:moveTo>
                <a:cubicBezTo>
                  <a:pt x="6695178" y="409138"/>
                  <a:pt x="6706042" y="410127"/>
                  <a:pt x="6711211" y="412393"/>
                </a:cubicBezTo>
                <a:cubicBezTo>
                  <a:pt x="6716406" y="414684"/>
                  <a:pt x="6713989" y="417417"/>
                  <a:pt x="6705792" y="418433"/>
                </a:cubicBezTo>
                <a:cubicBezTo>
                  <a:pt x="6697568" y="419500"/>
                  <a:pt x="6686647" y="418484"/>
                  <a:pt x="6681479" y="416194"/>
                </a:cubicBezTo>
                <a:cubicBezTo>
                  <a:pt x="6676311" y="413928"/>
                  <a:pt x="6678784" y="411247"/>
                  <a:pt x="6686981" y="410180"/>
                </a:cubicBezTo>
                <a:close/>
                <a:moveTo>
                  <a:pt x="7432184" y="408168"/>
                </a:moveTo>
                <a:cubicBezTo>
                  <a:pt x="7442094" y="409041"/>
                  <a:pt x="7451610" y="410804"/>
                  <a:pt x="7458419" y="413252"/>
                </a:cubicBezTo>
                <a:cubicBezTo>
                  <a:pt x="7472089" y="418198"/>
                  <a:pt x="7469561" y="424134"/>
                  <a:pt x="7452638" y="426451"/>
                </a:cubicBezTo>
                <a:cubicBezTo>
                  <a:pt x="7435773" y="428768"/>
                  <a:pt x="7410959" y="426556"/>
                  <a:pt x="7397427" y="421556"/>
                </a:cubicBezTo>
                <a:cubicBezTo>
                  <a:pt x="7384006" y="416584"/>
                  <a:pt x="7386813" y="410727"/>
                  <a:pt x="7403596" y="408435"/>
                </a:cubicBezTo>
                <a:cubicBezTo>
                  <a:pt x="7411973" y="407315"/>
                  <a:pt x="7422275" y="407296"/>
                  <a:pt x="7432184" y="408168"/>
                </a:cubicBezTo>
                <a:close/>
                <a:moveTo>
                  <a:pt x="3643585" y="407944"/>
                </a:moveTo>
                <a:cubicBezTo>
                  <a:pt x="3650538" y="408715"/>
                  <a:pt x="3655248" y="410283"/>
                  <a:pt x="3656054" y="412470"/>
                </a:cubicBezTo>
                <a:cubicBezTo>
                  <a:pt x="3657749" y="416844"/>
                  <a:pt x="3643105" y="422104"/>
                  <a:pt x="3623321" y="424160"/>
                </a:cubicBezTo>
                <a:cubicBezTo>
                  <a:pt x="3603398" y="426217"/>
                  <a:pt x="3586087" y="424264"/>
                  <a:pt x="3584587" y="419839"/>
                </a:cubicBezTo>
                <a:cubicBezTo>
                  <a:pt x="3583142" y="415412"/>
                  <a:pt x="3597980" y="410206"/>
                  <a:pt x="3617653" y="408201"/>
                </a:cubicBezTo>
                <a:cubicBezTo>
                  <a:pt x="3627434" y="407199"/>
                  <a:pt x="3636631" y="407173"/>
                  <a:pt x="3643585" y="407944"/>
                </a:cubicBezTo>
                <a:close/>
                <a:moveTo>
                  <a:pt x="6441237" y="407785"/>
                </a:moveTo>
                <a:cubicBezTo>
                  <a:pt x="6447128" y="407082"/>
                  <a:pt x="6454686" y="407785"/>
                  <a:pt x="6458131" y="409373"/>
                </a:cubicBezTo>
                <a:cubicBezTo>
                  <a:pt x="6461577" y="410987"/>
                  <a:pt x="6459520" y="412887"/>
                  <a:pt x="6453574" y="413616"/>
                </a:cubicBezTo>
                <a:cubicBezTo>
                  <a:pt x="6447683" y="414371"/>
                  <a:pt x="6440042" y="413695"/>
                  <a:pt x="6436680" y="412054"/>
                </a:cubicBezTo>
                <a:cubicBezTo>
                  <a:pt x="6433290" y="410466"/>
                  <a:pt x="6435319" y="408514"/>
                  <a:pt x="6441237" y="407785"/>
                </a:cubicBezTo>
                <a:close/>
                <a:moveTo>
                  <a:pt x="7897922" y="407149"/>
                </a:moveTo>
                <a:cubicBezTo>
                  <a:pt x="7909790" y="408162"/>
                  <a:pt x="7921496" y="410218"/>
                  <a:pt x="7930235" y="413095"/>
                </a:cubicBezTo>
                <a:cubicBezTo>
                  <a:pt x="7947906" y="418901"/>
                  <a:pt x="7947017" y="425826"/>
                  <a:pt x="7928068" y="428533"/>
                </a:cubicBezTo>
                <a:cubicBezTo>
                  <a:pt x="7909117" y="431242"/>
                  <a:pt x="7879441" y="428716"/>
                  <a:pt x="7861880" y="422806"/>
                </a:cubicBezTo>
                <a:cubicBezTo>
                  <a:pt x="7844457" y="416974"/>
                  <a:pt x="7845764" y="410127"/>
                  <a:pt x="7864631" y="407472"/>
                </a:cubicBezTo>
                <a:cubicBezTo>
                  <a:pt x="7874022" y="406171"/>
                  <a:pt x="7886054" y="406138"/>
                  <a:pt x="7897922" y="407149"/>
                </a:cubicBezTo>
                <a:close/>
                <a:moveTo>
                  <a:pt x="8582940" y="406743"/>
                </a:moveTo>
                <a:cubicBezTo>
                  <a:pt x="8583689" y="406639"/>
                  <a:pt x="8584857" y="406743"/>
                  <a:pt x="8585608" y="406977"/>
                </a:cubicBezTo>
                <a:cubicBezTo>
                  <a:pt x="8586358" y="407185"/>
                  <a:pt x="8586384" y="407420"/>
                  <a:pt x="8585747" y="407550"/>
                </a:cubicBezTo>
                <a:cubicBezTo>
                  <a:pt x="8585051" y="407654"/>
                  <a:pt x="8583801" y="407550"/>
                  <a:pt x="8583079" y="407315"/>
                </a:cubicBezTo>
                <a:cubicBezTo>
                  <a:pt x="8582383" y="407134"/>
                  <a:pt x="8582301" y="406848"/>
                  <a:pt x="8582940" y="406743"/>
                </a:cubicBezTo>
                <a:close/>
                <a:moveTo>
                  <a:pt x="5063053" y="405076"/>
                </a:moveTo>
                <a:cubicBezTo>
                  <a:pt x="5071611" y="404113"/>
                  <a:pt x="5080698" y="405025"/>
                  <a:pt x="5083393" y="407133"/>
                </a:cubicBezTo>
                <a:cubicBezTo>
                  <a:pt x="5086088" y="409216"/>
                  <a:pt x="5081309" y="411716"/>
                  <a:pt x="5072667" y="412705"/>
                </a:cubicBezTo>
                <a:cubicBezTo>
                  <a:pt x="5064081" y="413668"/>
                  <a:pt x="5054912" y="412756"/>
                  <a:pt x="5052355" y="410648"/>
                </a:cubicBezTo>
                <a:cubicBezTo>
                  <a:pt x="5049716" y="408539"/>
                  <a:pt x="5054495" y="406040"/>
                  <a:pt x="5063053" y="405076"/>
                </a:cubicBezTo>
                <a:close/>
                <a:moveTo>
                  <a:pt x="3054891" y="404843"/>
                </a:moveTo>
                <a:cubicBezTo>
                  <a:pt x="3059282" y="404400"/>
                  <a:pt x="3062755" y="404817"/>
                  <a:pt x="3062838" y="405754"/>
                </a:cubicBezTo>
                <a:cubicBezTo>
                  <a:pt x="3062838" y="406691"/>
                  <a:pt x="3059226" y="407785"/>
                  <a:pt x="3054891" y="408253"/>
                </a:cubicBezTo>
                <a:cubicBezTo>
                  <a:pt x="3050529" y="408696"/>
                  <a:pt x="3046972" y="408253"/>
                  <a:pt x="3046972" y="407316"/>
                </a:cubicBezTo>
                <a:cubicBezTo>
                  <a:pt x="3046972" y="406405"/>
                  <a:pt x="3050501" y="405285"/>
                  <a:pt x="3054891" y="404843"/>
                </a:cubicBezTo>
                <a:close/>
                <a:moveTo>
                  <a:pt x="7077496" y="403736"/>
                </a:moveTo>
                <a:cubicBezTo>
                  <a:pt x="7087073" y="404589"/>
                  <a:pt x="7096068" y="406327"/>
                  <a:pt x="7102223" y="408748"/>
                </a:cubicBezTo>
                <a:cubicBezTo>
                  <a:pt x="7114616" y="413616"/>
                  <a:pt x="7110865" y="419447"/>
                  <a:pt x="7093776" y="421713"/>
                </a:cubicBezTo>
                <a:cubicBezTo>
                  <a:pt x="7076548" y="424004"/>
                  <a:pt x="7052597" y="421816"/>
                  <a:pt x="7040287" y="416896"/>
                </a:cubicBezTo>
                <a:cubicBezTo>
                  <a:pt x="7028172" y="412028"/>
                  <a:pt x="7032257" y="406248"/>
                  <a:pt x="7049290" y="404036"/>
                </a:cubicBezTo>
                <a:cubicBezTo>
                  <a:pt x="7057765" y="402916"/>
                  <a:pt x="7067921" y="402883"/>
                  <a:pt x="7077496" y="403736"/>
                </a:cubicBezTo>
                <a:close/>
                <a:moveTo>
                  <a:pt x="3986272" y="403609"/>
                </a:moveTo>
                <a:cubicBezTo>
                  <a:pt x="3993201" y="404354"/>
                  <a:pt x="3998107" y="405870"/>
                  <a:pt x="3999328" y="407993"/>
                </a:cubicBezTo>
                <a:cubicBezTo>
                  <a:pt x="4001912" y="412262"/>
                  <a:pt x="3988741" y="417339"/>
                  <a:pt x="3969902" y="419343"/>
                </a:cubicBezTo>
                <a:cubicBezTo>
                  <a:pt x="3950980" y="421322"/>
                  <a:pt x="3933752" y="419473"/>
                  <a:pt x="3931363" y="415151"/>
                </a:cubicBezTo>
                <a:cubicBezTo>
                  <a:pt x="3929112" y="410882"/>
                  <a:pt x="3942311" y="405805"/>
                  <a:pt x="3961067" y="403853"/>
                </a:cubicBezTo>
                <a:cubicBezTo>
                  <a:pt x="3970390" y="402889"/>
                  <a:pt x="3979344" y="402863"/>
                  <a:pt x="3986272" y="403609"/>
                </a:cubicBezTo>
                <a:close/>
                <a:moveTo>
                  <a:pt x="4342575" y="403527"/>
                </a:moveTo>
                <a:cubicBezTo>
                  <a:pt x="4349682" y="404269"/>
                  <a:pt x="4354941" y="405780"/>
                  <a:pt x="4356636" y="407888"/>
                </a:cubicBezTo>
                <a:cubicBezTo>
                  <a:pt x="4360164" y="412158"/>
                  <a:pt x="4348078" y="417234"/>
                  <a:pt x="4329738" y="419265"/>
                </a:cubicBezTo>
                <a:cubicBezTo>
                  <a:pt x="4311316" y="421244"/>
                  <a:pt x="4293616" y="419369"/>
                  <a:pt x="4290282" y="415074"/>
                </a:cubicBezTo>
                <a:cubicBezTo>
                  <a:pt x="4287003" y="410778"/>
                  <a:pt x="4299173" y="405727"/>
                  <a:pt x="4317429" y="403775"/>
                </a:cubicBezTo>
                <a:cubicBezTo>
                  <a:pt x="4326516" y="402812"/>
                  <a:pt x="4335470" y="402786"/>
                  <a:pt x="4342575" y="403527"/>
                </a:cubicBezTo>
                <a:close/>
                <a:moveTo>
                  <a:pt x="6071954" y="400677"/>
                </a:moveTo>
                <a:cubicBezTo>
                  <a:pt x="6077790" y="399974"/>
                  <a:pt x="6084847" y="400651"/>
                  <a:pt x="6087736" y="402161"/>
                </a:cubicBezTo>
                <a:cubicBezTo>
                  <a:pt x="6090710" y="403749"/>
                  <a:pt x="6088376" y="405545"/>
                  <a:pt x="6082513" y="406248"/>
                </a:cubicBezTo>
                <a:cubicBezTo>
                  <a:pt x="6076622" y="406951"/>
                  <a:pt x="6069509" y="406275"/>
                  <a:pt x="6066592" y="404738"/>
                </a:cubicBezTo>
                <a:cubicBezTo>
                  <a:pt x="6063673" y="403202"/>
                  <a:pt x="6066091" y="401380"/>
                  <a:pt x="6071954" y="400677"/>
                </a:cubicBezTo>
                <a:close/>
                <a:moveTo>
                  <a:pt x="7558766" y="399847"/>
                </a:moveTo>
                <a:cubicBezTo>
                  <a:pt x="7568697" y="400709"/>
                  <a:pt x="7578290" y="402461"/>
                  <a:pt x="7585209" y="404895"/>
                </a:cubicBezTo>
                <a:cubicBezTo>
                  <a:pt x="7599186" y="409841"/>
                  <a:pt x="7597241" y="415699"/>
                  <a:pt x="7580541" y="417964"/>
                </a:cubicBezTo>
                <a:cubicBezTo>
                  <a:pt x="7563869" y="420229"/>
                  <a:pt x="7539111" y="418068"/>
                  <a:pt x="7525273" y="413122"/>
                </a:cubicBezTo>
                <a:cubicBezTo>
                  <a:pt x="7511519" y="408201"/>
                  <a:pt x="7513826" y="402369"/>
                  <a:pt x="7530302" y="400130"/>
                </a:cubicBezTo>
                <a:cubicBezTo>
                  <a:pt x="7538570" y="399010"/>
                  <a:pt x="7548837" y="398984"/>
                  <a:pt x="7558766" y="399847"/>
                </a:cubicBezTo>
                <a:close/>
                <a:moveTo>
                  <a:pt x="8698948" y="399844"/>
                </a:moveTo>
                <a:cubicBezTo>
                  <a:pt x="8699364" y="399792"/>
                  <a:pt x="8699920" y="399818"/>
                  <a:pt x="8700338" y="399922"/>
                </a:cubicBezTo>
                <a:cubicBezTo>
                  <a:pt x="8700671" y="400052"/>
                  <a:pt x="8700699" y="400182"/>
                  <a:pt x="8700504" y="400234"/>
                </a:cubicBezTo>
                <a:cubicBezTo>
                  <a:pt x="8700059" y="400313"/>
                  <a:pt x="8699503" y="400234"/>
                  <a:pt x="8699087" y="400105"/>
                </a:cubicBezTo>
                <a:cubicBezTo>
                  <a:pt x="8698642" y="400027"/>
                  <a:pt x="8698642" y="399897"/>
                  <a:pt x="8698948" y="399844"/>
                </a:cubicBezTo>
                <a:close/>
                <a:moveTo>
                  <a:pt x="4805138" y="398959"/>
                </a:moveTo>
                <a:cubicBezTo>
                  <a:pt x="4815919" y="397788"/>
                  <a:pt x="4826950" y="398907"/>
                  <a:pt x="4829813" y="401484"/>
                </a:cubicBezTo>
                <a:cubicBezTo>
                  <a:pt x="4832702" y="404036"/>
                  <a:pt x="4826256" y="407108"/>
                  <a:pt x="4815558" y="408331"/>
                </a:cubicBezTo>
                <a:cubicBezTo>
                  <a:pt x="4804721" y="409529"/>
                  <a:pt x="4793578" y="408384"/>
                  <a:pt x="4790772" y="405806"/>
                </a:cubicBezTo>
                <a:cubicBezTo>
                  <a:pt x="4787994" y="403203"/>
                  <a:pt x="4794413" y="400157"/>
                  <a:pt x="4805138" y="398959"/>
                </a:cubicBezTo>
                <a:close/>
                <a:moveTo>
                  <a:pt x="8018839" y="398871"/>
                </a:moveTo>
                <a:cubicBezTo>
                  <a:pt x="8031517" y="399947"/>
                  <a:pt x="8044117" y="402135"/>
                  <a:pt x="8053662" y="405181"/>
                </a:cubicBezTo>
                <a:cubicBezTo>
                  <a:pt x="8072890" y="411325"/>
                  <a:pt x="8072557" y="418640"/>
                  <a:pt x="8052717" y="421478"/>
                </a:cubicBezTo>
                <a:cubicBezTo>
                  <a:pt x="8032655" y="424367"/>
                  <a:pt x="8000868" y="421608"/>
                  <a:pt x="7981833" y="415412"/>
                </a:cubicBezTo>
                <a:cubicBezTo>
                  <a:pt x="7962911" y="409268"/>
                  <a:pt x="7963689" y="402004"/>
                  <a:pt x="7983556" y="399219"/>
                </a:cubicBezTo>
                <a:cubicBezTo>
                  <a:pt x="7993407" y="397826"/>
                  <a:pt x="8006161" y="397793"/>
                  <a:pt x="8018839" y="398871"/>
                </a:cubicBezTo>
                <a:close/>
                <a:moveTo>
                  <a:pt x="3529075" y="397807"/>
                </a:moveTo>
                <a:cubicBezTo>
                  <a:pt x="3536981" y="398692"/>
                  <a:pt x="3542254" y="400482"/>
                  <a:pt x="3543045" y="402968"/>
                </a:cubicBezTo>
                <a:cubicBezTo>
                  <a:pt x="3544601" y="407993"/>
                  <a:pt x="3527318" y="413955"/>
                  <a:pt x="3504478" y="416272"/>
                </a:cubicBezTo>
                <a:cubicBezTo>
                  <a:pt x="3481470" y="418614"/>
                  <a:pt x="3461797" y="416401"/>
                  <a:pt x="3460519" y="411326"/>
                </a:cubicBezTo>
                <a:cubicBezTo>
                  <a:pt x="3459186" y="406301"/>
                  <a:pt x="3476663" y="400391"/>
                  <a:pt x="3499309" y="398074"/>
                </a:cubicBezTo>
                <a:cubicBezTo>
                  <a:pt x="3510633" y="396941"/>
                  <a:pt x="3521170" y="396921"/>
                  <a:pt x="3529075" y="397807"/>
                </a:cubicBezTo>
                <a:close/>
                <a:moveTo>
                  <a:pt x="2942634" y="397709"/>
                </a:moveTo>
                <a:cubicBezTo>
                  <a:pt x="2943996" y="397579"/>
                  <a:pt x="2944940" y="397709"/>
                  <a:pt x="2944940" y="397995"/>
                </a:cubicBezTo>
                <a:cubicBezTo>
                  <a:pt x="2944912" y="398256"/>
                  <a:pt x="2943884" y="398568"/>
                  <a:pt x="2942550" y="398698"/>
                </a:cubicBezTo>
                <a:cubicBezTo>
                  <a:pt x="2941300" y="398802"/>
                  <a:pt x="2940272" y="398698"/>
                  <a:pt x="2940272" y="398438"/>
                </a:cubicBezTo>
                <a:cubicBezTo>
                  <a:pt x="2940300" y="398151"/>
                  <a:pt x="2941356" y="397839"/>
                  <a:pt x="2942634" y="397709"/>
                </a:cubicBezTo>
                <a:close/>
                <a:moveTo>
                  <a:pt x="4580098" y="397383"/>
                </a:moveTo>
                <a:cubicBezTo>
                  <a:pt x="4587097" y="398106"/>
                  <a:pt x="4592418" y="399583"/>
                  <a:pt x="4594433" y="401640"/>
                </a:cubicBezTo>
                <a:cubicBezTo>
                  <a:pt x="4598323" y="405754"/>
                  <a:pt x="4587486" y="410648"/>
                  <a:pt x="4569869" y="412601"/>
                </a:cubicBezTo>
                <a:cubicBezTo>
                  <a:pt x="4552280" y="414527"/>
                  <a:pt x="4534886" y="412679"/>
                  <a:pt x="4531024" y="408539"/>
                </a:cubicBezTo>
                <a:cubicBezTo>
                  <a:pt x="4527161" y="404426"/>
                  <a:pt x="4538276" y="399531"/>
                  <a:pt x="4555698" y="397657"/>
                </a:cubicBezTo>
                <a:cubicBezTo>
                  <a:pt x="4564423" y="396694"/>
                  <a:pt x="4573100" y="396661"/>
                  <a:pt x="4580098" y="397383"/>
                </a:cubicBezTo>
                <a:close/>
                <a:moveTo>
                  <a:pt x="3384912" y="397215"/>
                </a:moveTo>
                <a:cubicBezTo>
                  <a:pt x="3387913" y="396902"/>
                  <a:pt x="3390442" y="397189"/>
                  <a:pt x="3390581" y="397839"/>
                </a:cubicBezTo>
                <a:cubicBezTo>
                  <a:pt x="3390692" y="398491"/>
                  <a:pt x="3388441" y="399272"/>
                  <a:pt x="3385356" y="399558"/>
                </a:cubicBezTo>
                <a:cubicBezTo>
                  <a:pt x="3382328" y="399844"/>
                  <a:pt x="3379855" y="399558"/>
                  <a:pt x="3379688" y="398933"/>
                </a:cubicBezTo>
                <a:cubicBezTo>
                  <a:pt x="3379522" y="398282"/>
                  <a:pt x="3381911" y="397527"/>
                  <a:pt x="3384912" y="397215"/>
                </a:cubicBezTo>
                <a:close/>
                <a:moveTo>
                  <a:pt x="5175393" y="395756"/>
                </a:moveTo>
                <a:cubicBezTo>
                  <a:pt x="5184062" y="394793"/>
                  <a:pt x="5193400" y="395705"/>
                  <a:pt x="5196289" y="397814"/>
                </a:cubicBezTo>
                <a:cubicBezTo>
                  <a:pt x="5199095" y="399947"/>
                  <a:pt x="5194427" y="402473"/>
                  <a:pt x="5185758" y="403463"/>
                </a:cubicBezTo>
                <a:cubicBezTo>
                  <a:pt x="5177032" y="404452"/>
                  <a:pt x="5167696" y="403515"/>
                  <a:pt x="5164835" y="401380"/>
                </a:cubicBezTo>
                <a:cubicBezTo>
                  <a:pt x="5162028" y="399245"/>
                  <a:pt x="5166723" y="396746"/>
                  <a:pt x="5175393" y="395756"/>
                </a:cubicBezTo>
                <a:close/>
                <a:moveTo>
                  <a:pt x="6844212" y="394982"/>
                </a:moveTo>
                <a:cubicBezTo>
                  <a:pt x="6852444" y="395717"/>
                  <a:pt x="6860050" y="397214"/>
                  <a:pt x="6865121" y="399297"/>
                </a:cubicBezTo>
                <a:cubicBezTo>
                  <a:pt x="6875180" y="403540"/>
                  <a:pt x="6871178" y="408539"/>
                  <a:pt x="6855979" y="410517"/>
                </a:cubicBezTo>
                <a:cubicBezTo>
                  <a:pt x="6840724" y="412470"/>
                  <a:pt x="6820218" y="410622"/>
                  <a:pt x="6810187" y="406378"/>
                </a:cubicBezTo>
                <a:cubicBezTo>
                  <a:pt x="6800184" y="402161"/>
                  <a:pt x="6804491" y="397136"/>
                  <a:pt x="6819551" y="395235"/>
                </a:cubicBezTo>
                <a:cubicBezTo>
                  <a:pt x="6827123" y="394272"/>
                  <a:pt x="6835980" y="394246"/>
                  <a:pt x="6844212" y="394982"/>
                </a:cubicBezTo>
                <a:close/>
                <a:moveTo>
                  <a:pt x="7209598" y="394608"/>
                </a:moveTo>
                <a:cubicBezTo>
                  <a:pt x="7218969" y="395431"/>
                  <a:pt x="7227833" y="397110"/>
                  <a:pt x="7233988" y="399454"/>
                </a:cubicBezTo>
                <a:cubicBezTo>
                  <a:pt x="7246436" y="404140"/>
                  <a:pt x="7243269" y="409789"/>
                  <a:pt x="7226818" y="411976"/>
                </a:cubicBezTo>
                <a:cubicBezTo>
                  <a:pt x="7210285" y="414189"/>
                  <a:pt x="7186834" y="412080"/>
                  <a:pt x="7174552" y="407315"/>
                </a:cubicBezTo>
                <a:cubicBezTo>
                  <a:pt x="7162326" y="402603"/>
                  <a:pt x="7165772" y="397058"/>
                  <a:pt x="7182166" y="394898"/>
                </a:cubicBezTo>
                <a:cubicBezTo>
                  <a:pt x="7190349" y="393817"/>
                  <a:pt x="7200226" y="393784"/>
                  <a:pt x="7209598" y="394608"/>
                </a:cubicBezTo>
                <a:close/>
                <a:moveTo>
                  <a:pt x="3863181" y="394172"/>
                </a:moveTo>
                <a:cubicBezTo>
                  <a:pt x="3869836" y="394891"/>
                  <a:pt x="3874484" y="396355"/>
                  <a:pt x="3875539" y="398386"/>
                </a:cubicBezTo>
                <a:cubicBezTo>
                  <a:pt x="3877623" y="402500"/>
                  <a:pt x="3864536" y="407394"/>
                  <a:pt x="3846114" y="409268"/>
                </a:cubicBezTo>
                <a:cubicBezTo>
                  <a:pt x="3827691" y="411221"/>
                  <a:pt x="3811186" y="409398"/>
                  <a:pt x="3809213" y="405259"/>
                </a:cubicBezTo>
                <a:cubicBezTo>
                  <a:pt x="3807268" y="401172"/>
                  <a:pt x="3820494" y="396277"/>
                  <a:pt x="3838778" y="394429"/>
                </a:cubicBezTo>
                <a:cubicBezTo>
                  <a:pt x="3847865" y="393478"/>
                  <a:pt x="3856527" y="393452"/>
                  <a:pt x="3863181" y="394172"/>
                </a:cubicBezTo>
                <a:close/>
                <a:moveTo>
                  <a:pt x="5964336" y="393830"/>
                </a:moveTo>
                <a:cubicBezTo>
                  <a:pt x="5967615" y="393413"/>
                  <a:pt x="5971672" y="393804"/>
                  <a:pt x="5973312" y="394663"/>
                </a:cubicBezTo>
                <a:cubicBezTo>
                  <a:pt x="5974896" y="395522"/>
                  <a:pt x="5973506" y="396564"/>
                  <a:pt x="5970117" y="396980"/>
                </a:cubicBezTo>
                <a:cubicBezTo>
                  <a:pt x="5966782" y="397371"/>
                  <a:pt x="5962725" y="397006"/>
                  <a:pt x="5961197" y="396147"/>
                </a:cubicBezTo>
                <a:cubicBezTo>
                  <a:pt x="5959530" y="395262"/>
                  <a:pt x="5960919" y="394246"/>
                  <a:pt x="5964336" y="393830"/>
                </a:cubicBezTo>
                <a:close/>
                <a:moveTo>
                  <a:pt x="6336120" y="393310"/>
                </a:moveTo>
                <a:cubicBezTo>
                  <a:pt x="6342817" y="392477"/>
                  <a:pt x="6351236" y="393284"/>
                  <a:pt x="6355043" y="395054"/>
                </a:cubicBezTo>
                <a:cubicBezTo>
                  <a:pt x="6358739" y="396850"/>
                  <a:pt x="6356349" y="399011"/>
                  <a:pt x="6349597" y="399818"/>
                </a:cubicBezTo>
                <a:cubicBezTo>
                  <a:pt x="6342845" y="400677"/>
                  <a:pt x="6334369" y="399871"/>
                  <a:pt x="6330647" y="398074"/>
                </a:cubicBezTo>
                <a:cubicBezTo>
                  <a:pt x="6326923" y="396277"/>
                  <a:pt x="6329369" y="394143"/>
                  <a:pt x="6336120" y="393310"/>
                </a:cubicBezTo>
                <a:close/>
                <a:moveTo>
                  <a:pt x="4214270" y="392330"/>
                </a:moveTo>
                <a:cubicBezTo>
                  <a:pt x="4221432" y="393081"/>
                  <a:pt x="4226664" y="394611"/>
                  <a:pt x="4228289" y="396746"/>
                </a:cubicBezTo>
                <a:cubicBezTo>
                  <a:pt x="4231485" y="401067"/>
                  <a:pt x="4218842" y="406196"/>
                  <a:pt x="4199920" y="408253"/>
                </a:cubicBezTo>
                <a:cubicBezTo>
                  <a:pt x="4180913" y="410258"/>
                  <a:pt x="4163101" y="408357"/>
                  <a:pt x="4160046" y="403983"/>
                </a:cubicBezTo>
                <a:cubicBezTo>
                  <a:pt x="4157044" y="399635"/>
                  <a:pt x="4169855" y="394559"/>
                  <a:pt x="4188666" y="392580"/>
                </a:cubicBezTo>
                <a:cubicBezTo>
                  <a:pt x="4198015" y="391604"/>
                  <a:pt x="4207108" y="391578"/>
                  <a:pt x="4214270" y="392330"/>
                </a:cubicBezTo>
                <a:close/>
                <a:moveTo>
                  <a:pt x="6584810" y="392163"/>
                </a:moveTo>
                <a:cubicBezTo>
                  <a:pt x="6594563" y="390914"/>
                  <a:pt x="6607317" y="392086"/>
                  <a:pt x="6613291" y="394767"/>
                </a:cubicBezTo>
                <a:cubicBezTo>
                  <a:pt x="6619348" y="397422"/>
                  <a:pt x="6616209" y="400573"/>
                  <a:pt x="6606372" y="401849"/>
                </a:cubicBezTo>
                <a:cubicBezTo>
                  <a:pt x="6596592" y="403072"/>
                  <a:pt x="6583782" y="401926"/>
                  <a:pt x="6577752" y="399219"/>
                </a:cubicBezTo>
                <a:cubicBezTo>
                  <a:pt x="6571889" y="396537"/>
                  <a:pt x="6574974" y="393387"/>
                  <a:pt x="6584810" y="392163"/>
                </a:cubicBezTo>
                <a:close/>
                <a:moveTo>
                  <a:pt x="7683212" y="391955"/>
                </a:moveTo>
                <a:cubicBezTo>
                  <a:pt x="7693048" y="392795"/>
                  <a:pt x="7702621" y="394507"/>
                  <a:pt x="7709609" y="396903"/>
                </a:cubicBezTo>
                <a:cubicBezTo>
                  <a:pt x="7723724" y="401693"/>
                  <a:pt x="7722224" y="407420"/>
                  <a:pt x="7706053" y="409685"/>
                </a:cubicBezTo>
                <a:cubicBezTo>
                  <a:pt x="7689825" y="411924"/>
                  <a:pt x="7665289" y="409790"/>
                  <a:pt x="7651257" y="404946"/>
                </a:cubicBezTo>
                <a:cubicBezTo>
                  <a:pt x="7637419" y="400105"/>
                  <a:pt x="7639198" y="394430"/>
                  <a:pt x="7655230" y="392242"/>
                </a:cubicBezTo>
                <a:cubicBezTo>
                  <a:pt x="7663275" y="391148"/>
                  <a:pt x="7673375" y="391116"/>
                  <a:pt x="7683212" y="391955"/>
                </a:cubicBezTo>
                <a:close/>
                <a:moveTo>
                  <a:pt x="8138112" y="391183"/>
                </a:moveTo>
                <a:cubicBezTo>
                  <a:pt x="8151166" y="392274"/>
                  <a:pt x="8164238" y="394493"/>
                  <a:pt x="8174256" y="397579"/>
                </a:cubicBezTo>
                <a:cubicBezTo>
                  <a:pt x="8194373" y="403826"/>
                  <a:pt x="8194567" y="411299"/>
                  <a:pt x="8174450" y="414214"/>
                </a:cubicBezTo>
                <a:cubicBezTo>
                  <a:pt x="8154249" y="417156"/>
                  <a:pt x="8121517" y="414371"/>
                  <a:pt x="8101511" y="408070"/>
                </a:cubicBezTo>
                <a:cubicBezTo>
                  <a:pt x="8081698" y="401770"/>
                  <a:pt x="8082005" y="394402"/>
                  <a:pt x="8102094" y="391565"/>
                </a:cubicBezTo>
                <a:cubicBezTo>
                  <a:pt x="8112028" y="390133"/>
                  <a:pt x="8125059" y="390093"/>
                  <a:pt x="8138112" y="391183"/>
                </a:cubicBezTo>
                <a:close/>
                <a:moveTo>
                  <a:pt x="5289901" y="389951"/>
                </a:moveTo>
                <a:cubicBezTo>
                  <a:pt x="5295598" y="389301"/>
                  <a:pt x="5301849" y="389899"/>
                  <a:pt x="5303878" y="391331"/>
                </a:cubicBezTo>
                <a:cubicBezTo>
                  <a:pt x="5305851" y="392737"/>
                  <a:pt x="5302850" y="394403"/>
                  <a:pt x="5297126" y="395054"/>
                </a:cubicBezTo>
                <a:cubicBezTo>
                  <a:pt x="5291429" y="395705"/>
                  <a:pt x="5285122" y="395106"/>
                  <a:pt x="5283122" y="393674"/>
                </a:cubicBezTo>
                <a:cubicBezTo>
                  <a:pt x="5281148" y="392242"/>
                  <a:pt x="5284149" y="390602"/>
                  <a:pt x="5289901" y="389951"/>
                </a:cubicBezTo>
                <a:close/>
                <a:moveTo>
                  <a:pt x="3269765" y="387555"/>
                </a:moveTo>
                <a:cubicBezTo>
                  <a:pt x="3275600" y="386983"/>
                  <a:pt x="3280407" y="387529"/>
                  <a:pt x="3280602" y="388779"/>
                </a:cubicBezTo>
                <a:cubicBezTo>
                  <a:pt x="3280768" y="390003"/>
                  <a:pt x="3276211" y="391487"/>
                  <a:pt x="3270488" y="392060"/>
                </a:cubicBezTo>
                <a:cubicBezTo>
                  <a:pt x="3264652" y="392606"/>
                  <a:pt x="3259845" y="392060"/>
                  <a:pt x="3259623" y="390836"/>
                </a:cubicBezTo>
                <a:cubicBezTo>
                  <a:pt x="3259511" y="389586"/>
                  <a:pt x="3263958" y="388102"/>
                  <a:pt x="3269765" y="387555"/>
                </a:cubicBezTo>
                <a:close/>
                <a:moveTo>
                  <a:pt x="5851246" y="386670"/>
                </a:moveTo>
                <a:cubicBezTo>
                  <a:pt x="5857386" y="385968"/>
                  <a:pt x="5864583" y="386645"/>
                  <a:pt x="5867306" y="388207"/>
                </a:cubicBezTo>
                <a:cubicBezTo>
                  <a:pt x="5870140" y="389742"/>
                  <a:pt x="5867445" y="391618"/>
                  <a:pt x="5861277" y="392347"/>
                </a:cubicBezTo>
                <a:cubicBezTo>
                  <a:pt x="5855136" y="393049"/>
                  <a:pt x="5848050" y="392372"/>
                  <a:pt x="5845216" y="390810"/>
                </a:cubicBezTo>
                <a:cubicBezTo>
                  <a:pt x="5842493" y="389275"/>
                  <a:pt x="5845104" y="387400"/>
                  <a:pt x="5851246" y="386670"/>
                </a:cubicBezTo>
                <a:close/>
                <a:moveTo>
                  <a:pt x="8368651" y="386645"/>
                </a:moveTo>
                <a:cubicBezTo>
                  <a:pt x="8371346" y="386254"/>
                  <a:pt x="8375874" y="386619"/>
                  <a:pt x="8378792" y="387478"/>
                </a:cubicBezTo>
                <a:cubicBezTo>
                  <a:pt x="8381738" y="388336"/>
                  <a:pt x="8381876" y="389379"/>
                  <a:pt x="8379153" y="389742"/>
                </a:cubicBezTo>
                <a:cubicBezTo>
                  <a:pt x="8376430" y="390159"/>
                  <a:pt x="8371818" y="389769"/>
                  <a:pt x="8368928" y="388909"/>
                </a:cubicBezTo>
                <a:cubicBezTo>
                  <a:pt x="8365954" y="388051"/>
                  <a:pt x="8365928" y="387036"/>
                  <a:pt x="8368651" y="386645"/>
                </a:cubicBezTo>
                <a:close/>
                <a:moveTo>
                  <a:pt x="4915339" y="386359"/>
                </a:moveTo>
                <a:cubicBezTo>
                  <a:pt x="4924816" y="385291"/>
                  <a:pt x="4934679" y="386280"/>
                  <a:pt x="4937319" y="388546"/>
                </a:cubicBezTo>
                <a:cubicBezTo>
                  <a:pt x="4940097" y="390810"/>
                  <a:pt x="4934540" y="393518"/>
                  <a:pt x="4925037" y="394560"/>
                </a:cubicBezTo>
                <a:cubicBezTo>
                  <a:pt x="4915589" y="395626"/>
                  <a:pt x="4905754" y="394637"/>
                  <a:pt x="4903058" y="392347"/>
                </a:cubicBezTo>
                <a:cubicBezTo>
                  <a:pt x="4900280" y="390081"/>
                  <a:pt x="4905864" y="387400"/>
                  <a:pt x="4915339" y="386359"/>
                </a:cubicBezTo>
                <a:close/>
                <a:moveTo>
                  <a:pt x="7339232" y="385415"/>
                </a:moveTo>
                <a:cubicBezTo>
                  <a:pt x="7348947" y="386260"/>
                  <a:pt x="7358221" y="387985"/>
                  <a:pt x="7364779" y="390394"/>
                </a:cubicBezTo>
                <a:cubicBezTo>
                  <a:pt x="7377894" y="395158"/>
                  <a:pt x="7375115" y="400963"/>
                  <a:pt x="7358360" y="403202"/>
                </a:cubicBezTo>
                <a:cubicBezTo>
                  <a:pt x="7341632" y="405467"/>
                  <a:pt x="7317208" y="403280"/>
                  <a:pt x="7304203" y="398438"/>
                </a:cubicBezTo>
                <a:cubicBezTo>
                  <a:pt x="7291255" y="393596"/>
                  <a:pt x="7294339" y="387894"/>
                  <a:pt x="7311039" y="385707"/>
                </a:cubicBezTo>
                <a:cubicBezTo>
                  <a:pt x="7319361" y="384601"/>
                  <a:pt x="7329518" y="384568"/>
                  <a:pt x="7339232" y="385415"/>
                </a:cubicBezTo>
                <a:close/>
                <a:moveTo>
                  <a:pt x="5402410" y="384770"/>
                </a:moveTo>
                <a:cubicBezTo>
                  <a:pt x="5408689" y="384041"/>
                  <a:pt x="5415692" y="384718"/>
                  <a:pt x="5418025" y="386280"/>
                </a:cubicBezTo>
                <a:cubicBezTo>
                  <a:pt x="5420304" y="387842"/>
                  <a:pt x="5417136" y="389690"/>
                  <a:pt x="5410828" y="390419"/>
                </a:cubicBezTo>
                <a:cubicBezTo>
                  <a:pt x="5404466" y="391122"/>
                  <a:pt x="5397435" y="390446"/>
                  <a:pt x="5395185" y="388884"/>
                </a:cubicBezTo>
                <a:cubicBezTo>
                  <a:pt x="5392795" y="387322"/>
                  <a:pt x="5396018" y="385472"/>
                  <a:pt x="5402410" y="384770"/>
                </a:cubicBezTo>
                <a:close/>
                <a:moveTo>
                  <a:pt x="4446890" y="384692"/>
                </a:moveTo>
                <a:cubicBezTo>
                  <a:pt x="4453937" y="385420"/>
                  <a:pt x="4459209" y="386905"/>
                  <a:pt x="4461029" y="388961"/>
                </a:cubicBezTo>
                <a:cubicBezTo>
                  <a:pt x="4464753" y="393100"/>
                  <a:pt x="4453221" y="398099"/>
                  <a:pt x="4435215" y="400026"/>
                </a:cubicBezTo>
                <a:cubicBezTo>
                  <a:pt x="4417071" y="401979"/>
                  <a:pt x="4399566" y="400130"/>
                  <a:pt x="4396010" y="395939"/>
                </a:cubicBezTo>
                <a:cubicBezTo>
                  <a:pt x="4392480" y="391773"/>
                  <a:pt x="4404068" y="386853"/>
                  <a:pt x="4422101" y="384953"/>
                </a:cubicBezTo>
                <a:cubicBezTo>
                  <a:pt x="4431020" y="383989"/>
                  <a:pt x="4439843" y="383963"/>
                  <a:pt x="4446890" y="384692"/>
                </a:cubicBezTo>
                <a:close/>
                <a:moveTo>
                  <a:pt x="8255955" y="384636"/>
                </a:moveTo>
                <a:cubicBezTo>
                  <a:pt x="8268230" y="385648"/>
                  <a:pt x="8280594" y="387711"/>
                  <a:pt x="8290153" y="390601"/>
                </a:cubicBezTo>
                <a:cubicBezTo>
                  <a:pt x="8309326" y="396381"/>
                  <a:pt x="8310076" y="403332"/>
                  <a:pt x="8291460" y="406065"/>
                </a:cubicBezTo>
                <a:cubicBezTo>
                  <a:pt x="8272842" y="408747"/>
                  <a:pt x="8242000" y="406196"/>
                  <a:pt x="8222938" y="400312"/>
                </a:cubicBezTo>
                <a:cubicBezTo>
                  <a:pt x="8203932" y="394455"/>
                  <a:pt x="8203793" y="387659"/>
                  <a:pt x="8222298" y="384978"/>
                </a:cubicBezTo>
                <a:cubicBezTo>
                  <a:pt x="8231496" y="383663"/>
                  <a:pt x="8243680" y="383624"/>
                  <a:pt x="8255955" y="384636"/>
                </a:cubicBezTo>
                <a:close/>
                <a:moveTo>
                  <a:pt x="6981488" y="383765"/>
                </a:moveTo>
                <a:cubicBezTo>
                  <a:pt x="6990480" y="384562"/>
                  <a:pt x="6998872" y="386176"/>
                  <a:pt x="7004526" y="388415"/>
                </a:cubicBezTo>
                <a:cubicBezTo>
                  <a:pt x="7015891" y="392971"/>
                  <a:pt x="7012000" y="398386"/>
                  <a:pt x="6995718" y="400495"/>
                </a:cubicBezTo>
                <a:cubicBezTo>
                  <a:pt x="6979407" y="402630"/>
                  <a:pt x="6956956" y="400599"/>
                  <a:pt x="6945730" y="396017"/>
                </a:cubicBezTo>
                <a:cubicBezTo>
                  <a:pt x="6934560" y="391461"/>
                  <a:pt x="6938616" y="386098"/>
                  <a:pt x="6954844" y="384016"/>
                </a:cubicBezTo>
                <a:cubicBezTo>
                  <a:pt x="6962902" y="382986"/>
                  <a:pt x="6972495" y="382967"/>
                  <a:pt x="6981488" y="383765"/>
                </a:cubicBezTo>
                <a:close/>
                <a:moveTo>
                  <a:pt x="5740739" y="383547"/>
                </a:moveTo>
                <a:cubicBezTo>
                  <a:pt x="5745657" y="382974"/>
                  <a:pt x="5751242" y="383520"/>
                  <a:pt x="5753409" y="384770"/>
                </a:cubicBezTo>
                <a:cubicBezTo>
                  <a:pt x="5755465" y="385993"/>
                  <a:pt x="5753270" y="387478"/>
                  <a:pt x="5748408" y="388025"/>
                </a:cubicBezTo>
                <a:cubicBezTo>
                  <a:pt x="5743490" y="388597"/>
                  <a:pt x="5737821" y="388051"/>
                  <a:pt x="5735653" y="386801"/>
                </a:cubicBezTo>
                <a:cubicBezTo>
                  <a:pt x="5733597" y="385577"/>
                  <a:pt x="5735876" y="384093"/>
                  <a:pt x="5740739" y="383547"/>
                </a:cubicBezTo>
                <a:close/>
                <a:moveTo>
                  <a:pt x="3746797" y="383507"/>
                </a:moveTo>
                <a:cubicBezTo>
                  <a:pt x="3754577" y="384353"/>
                  <a:pt x="3759933" y="386071"/>
                  <a:pt x="3761031" y="388467"/>
                </a:cubicBezTo>
                <a:cubicBezTo>
                  <a:pt x="3763143" y="393257"/>
                  <a:pt x="3747332" y="399010"/>
                  <a:pt x="3725464" y="401223"/>
                </a:cubicBezTo>
                <a:cubicBezTo>
                  <a:pt x="3703457" y="403488"/>
                  <a:pt x="3684034" y="401353"/>
                  <a:pt x="3682200" y="396485"/>
                </a:cubicBezTo>
                <a:cubicBezTo>
                  <a:pt x="3680199" y="391696"/>
                  <a:pt x="3696344" y="385993"/>
                  <a:pt x="3718017" y="383780"/>
                </a:cubicBezTo>
                <a:cubicBezTo>
                  <a:pt x="3728813" y="382687"/>
                  <a:pt x="3739017" y="382661"/>
                  <a:pt x="3746797" y="383507"/>
                </a:cubicBezTo>
                <a:close/>
                <a:moveTo>
                  <a:pt x="7806205" y="382362"/>
                </a:moveTo>
                <a:cubicBezTo>
                  <a:pt x="7818053" y="383364"/>
                  <a:pt x="7829674" y="385407"/>
                  <a:pt x="7838288" y="388258"/>
                </a:cubicBezTo>
                <a:cubicBezTo>
                  <a:pt x="7855711" y="393986"/>
                  <a:pt x="7854376" y="400833"/>
                  <a:pt x="7835315" y="403515"/>
                </a:cubicBezTo>
                <a:cubicBezTo>
                  <a:pt x="7816032" y="406170"/>
                  <a:pt x="7786299" y="403645"/>
                  <a:pt x="7769128" y="397865"/>
                </a:cubicBezTo>
                <a:cubicBezTo>
                  <a:pt x="7752039" y="392059"/>
                  <a:pt x="7753706" y="385343"/>
                  <a:pt x="7772768" y="382713"/>
                </a:cubicBezTo>
                <a:cubicBezTo>
                  <a:pt x="7782285" y="381398"/>
                  <a:pt x="7794358" y="381359"/>
                  <a:pt x="7806205" y="382362"/>
                </a:cubicBezTo>
                <a:close/>
                <a:moveTo>
                  <a:pt x="4087912" y="382144"/>
                </a:moveTo>
                <a:cubicBezTo>
                  <a:pt x="4094789" y="382876"/>
                  <a:pt x="4099722" y="384367"/>
                  <a:pt x="4101083" y="386436"/>
                </a:cubicBezTo>
                <a:cubicBezTo>
                  <a:pt x="4103889" y="390575"/>
                  <a:pt x="4091191" y="395496"/>
                  <a:pt x="4072741" y="397449"/>
                </a:cubicBezTo>
                <a:cubicBezTo>
                  <a:pt x="4054262" y="399375"/>
                  <a:pt x="4037174" y="397552"/>
                  <a:pt x="4034534" y="393361"/>
                </a:cubicBezTo>
                <a:cubicBezTo>
                  <a:pt x="4032005" y="389222"/>
                  <a:pt x="4044759" y="384327"/>
                  <a:pt x="4063071" y="382401"/>
                </a:cubicBezTo>
                <a:cubicBezTo>
                  <a:pt x="4072214" y="381438"/>
                  <a:pt x="4081035" y="381412"/>
                  <a:pt x="4087912" y="382144"/>
                </a:cubicBezTo>
                <a:close/>
                <a:moveTo>
                  <a:pt x="5515112" y="382011"/>
                </a:moveTo>
                <a:cubicBezTo>
                  <a:pt x="5521308" y="381282"/>
                  <a:pt x="5528422" y="381958"/>
                  <a:pt x="5530811" y="383520"/>
                </a:cubicBezTo>
                <a:cubicBezTo>
                  <a:pt x="5533284" y="385083"/>
                  <a:pt x="5530144" y="386905"/>
                  <a:pt x="5523920" y="387634"/>
                </a:cubicBezTo>
                <a:cubicBezTo>
                  <a:pt x="5517695" y="388336"/>
                  <a:pt x="5510666" y="387634"/>
                  <a:pt x="5508276" y="386098"/>
                </a:cubicBezTo>
                <a:cubicBezTo>
                  <a:pt x="5505803" y="384562"/>
                  <a:pt x="5508915" y="382714"/>
                  <a:pt x="5515112" y="382011"/>
                </a:cubicBezTo>
                <a:close/>
                <a:moveTo>
                  <a:pt x="4685996" y="381486"/>
                </a:moveTo>
                <a:cubicBezTo>
                  <a:pt x="4692672" y="382167"/>
                  <a:pt x="4697799" y="383546"/>
                  <a:pt x="4699799" y="385473"/>
                </a:cubicBezTo>
                <a:cubicBezTo>
                  <a:pt x="4703939" y="389351"/>
                  <a:pt x="4693853" y="393986"/>
                  <a:pt x="4677347" y="395756"/>
                </a:cubicBezTo>
                <a:cubicBezTo>
                  <a:pt x="4660758" y="397579"/>
                  <a:pt x="4644059" y="395835"/>
                  <a:pt x="4640085" y="391955"/>
                </a:cubicBezTo>
                <a:cubicBezTo>
                  <a:pt x="4636168" y="388051"/>
                  <a:pt x="4646420" y="383468"/>
                  <a:pt x="4662898" y="381698"/>
                </a:cubicBezTo>
                <a:cubicBezTo>
                  <a:pt x="4671095" y="380826"/>
                  <a:pt x="4679320" y="380806"/>
                  <a:pt x="4685996" y="381486"/>
                </a:cubicBezTo>
                <a:close/>
                <a:moveTo>
                  <a:pt x="5627342" y="381204"/>
                </a:moveTo>
                <a:cubicBezTo>
                  <a:pt x="5633927" y="380475"/>
                  <a:pt x="5641540" y="381204"/>
                  <a:pt x="5644209" y="382843"/>
                </a:cubicBezTo>
                <a:cubicBezTo>
                  <a:pt x="5646958" y="384483"/>
                  <a:pt x="5643818" y="386462"/>
                  <a:pt x="5637206" y="387243"/>
                </a:cubicBezTo>
                <a:cubicBezTo>
                  <a:pt x="5630565" y="387998"/>
                  <a:pt x="5623007" y="387269"/>
                  <a:pt x="5620283" y="385603"/>
                </a:cubicBezTo>
                <a:cubicBezTo>
                  <a:pt x="5617505" y="383937"/>
                  <a:pt x="5620756" y="381958"/>
                  <a:pt x="5627342" y="381204"/>
                </a:cubicBezTo>
                <a:close/>
                <a:moveTo>
                  <a:pt x="3156645" y="380917"/>
                </a:moveTo>
                <a:cubicBezTo>
                  <a:pt x="3157924" y="380787"/>
                  <a:pt x="3158924" y="380917"/>
                  <a:pt x="3158924" y="381177"/>
                </a:cubicBezTo>
                <a:cubicBezTo>
                  <a:pt x="3158980" y="381464"/>
                  <a:pt x="3157952" y="381802"/>
                  <a:pt x="3156645" y="381880"/>
                </a:cubicBezTo>
                <a:cubicBezTo>
                  <a:pt x="3155423" y="382010"/>
                  <a:pt x="3154367" y="381906"/>
                  <a:pt x="3154339" y="381594"/>
                </a:cubicBezTo>
                <a:cubicBezTo>
                  <a:pt x="3154367" y="381359"/>
                  <a:pt x="3155367" y="381047"/>
                  <a:pt x="3156645" y="380917"/>
                </a:cubicBezTo>
                <a:close/>
                <a:moveTo>
                  <a:pt x="8488383" y="380709"/>
                </a:moveTo>
                <a:cubicBezTo>
                  <a:pt x="8489077" y="380605"/>
                  <a:pt x="8490271" y="380709"/>
                  <a:pt x="8490966" y="380917"/>
                </a:cubicBezTo>
                <a:cubicBezTo>
                  <a:pt x="8491717" y="381126"/>
                  <a:pt x="8491772" y="381386"/>
                  <a:pt x="8491104" y="381465"/>
                </a:cubicBezTo>
                <a:cubicBezTo>
                  <a:pt x="8490382" y="381595"/>
                  <a:pt x="8489242" y="381465"/>
                  <a:pt x="8488548" y="381256"/>
                </a:cubicBezTo>
                <a:cubicBezTo>
                  <a:pt x="8487799" y="381073"/>
                  <a:pt x="8487744" y="380787"/>
                  <a:pt x="8488383" y="380709"/>
                </a:cubicBezTo>
                <a:close/>
                <a:moveTo>
                  <a:pt x="6228031" y="379979"/>
                </a:moveTo>
                <a:cubicBezTo>
                  <a:pt x="6237367" y="378834"/>
                  <a:pt x="6248982" y="379902"/>
                  <a:pt x="6254067" y="382375"/>
                </a:cubicBezTo>
                <a:cubicBezTo>
                  <a:pt x="6259041" y="384849"/>
                  <a:pt x="6255457" y="387764"/>
                  <a:pt x="6246065" y="388909"/>
                </a:cubicBezTo>
                <a:cubicBezTo>
                  <a:pt x="6236756" y="390055"/>
                  <a:pt x="6225002" y="388961"/>
                  <a:pt x="6220056" y="386488"/>
                </a:cubicBezTo>
                <a:cubicBezTo>
                  <a:pt x="6215054" y="383989"/>
                  <a:pt x="6218695" y="381100"/>
                  <a:pt x="6228031" y="379979"/>
                </a:cubicBezTo>
                <a:close/>
                <a:moveTo>
                  <a:pt x="6726188" y="379198"/>
                </a:moveTo>
                <a:cubicBezTo>
                  <a:pt x="6737135" y="377819"/>
                  <a:pt x="6751668" y="379146"/>
                  <a:pt x="6758726" y="382114"/>
                </a:cubicBezTo>
                <a:cubicBezTo>
                  <a:pt x="6765812" y="385109"/>
                  <a:pt x="6762727" y="388675"/>
                  <a:pt x="6751696" y="390081"/>
                </a:cubicBezTo>
                <a:cubicBezTo>
                  <a:pt x="6740609" y="391487"/>
                  <a:pt x="6726021" y="390158"/>
                  <a:pt x="6718991" y="387139"/>
                </a:cubicBezTo>
                <a:cubicBezTo>
                  <a:pt x="6712017" y="384119"/>
                  <a:pt x="6715240" y="380604"/>
                  <a:pt x="6726188" y="379198"/>
                </a:cubicBezTo>
                <a:close/>
                <a:moveTo>
                  <a:pt x="7466185" y="376914"/>
                </a:moveTo>
                <a:cubicBezTo>
                  <a:pt x="7475917" y="377754"/>
                  <a:pt x="7485274" y="379459"/>
                  <a:pt x="7491929" y="381828"/>
                </a:cubicBezTo>
                <a:cubicBezTo>
                  <a:pt x="7505517" y="386592"/>
                  <a:pt x="7503127" y="392267"/>
                  <a:pt x="7486650" y="394481"/>
                </a:cubicBezTo>
                <a:cubicBezTo>
                  <a:pt x="7470172" y="396746"/>
                  <a:pt x="7445803" y="394636"/>
                  <a:pt x="7432354" y="389794"/>
                </a:cubicBezTo>
                <a:cubicBezTo>
                  <a:pt x="7419128" y="385030"/>
                  <a:pt x="7421768" y="379381"/>
                  <a:pt x="7438190" y="377194"/>
                </a:cubicBezTo>
                <a:cubicBezTo>
                  <a:pt x="7446345" y="376100"/>
                  <a:pt x="7456452" y="376074"/>
                  <a:pt x="7466185" y="376914"/>
                </a:cubicBezTo>
                <a:close/>
                <a:moveTo>
                  <a:pt x="6483195" y="376803"/>
                </a:moveTo>
                <a:cubicBezTo>
                  <a:pt x="6492948" y="375606"/>
                  <a:pt x="6505425" y="376726"/>
                  <a:pt x="6511176" y="379329"/>
                </a:cubicBezTo>
                <a:cubicBezTo>
                  <a:pt x="6516928" y="381958"/>
                  <a:pt x="6513704" y="385082"/>
                  <a:pt x="6503952" y="386306"/>
                </a:cubicBezTo>
                <a:cubicBezTo>
                  <a:pt x="6494171" y="387478"/>
                  <a:pt x="6481472" y="386359"/>
                  <a:pt x="6475776" y="383728"/>
                </a:cubicBezTo>
                <a:cubicBezTo>
                  <a:pt x="6470108" y="381100"/>
                  <a:pt x="6473414" y="378002"/>
                  <a:pt x="6483195" y="376803"/>
                </a:cubicBezTo>
                <a:close/>
                <a:moveTo>
                  <a:pt x="5025179" y="375060"/>
                </a:moveTo>
                <a:cubicBezTo>
                  <a:pt x="5034905" y="373992"/>
                  <a:pt x="5045214" y="375008"/>
                  <a:pt x="5048187" y="377324"/>
                </a:cubicBezTo>
                <a:cubicBezTo>
                  <a:pt x="5051215" y="379693"/>
                  <a:pt x="5045658" y="382454"/>
                  <a:pt x="5035961" y="383547"/>
                </a:cubicBezTo>
                <a:cubicBezTo>
                  <a:pt x="5026096" y="384614"/>
                  <a:pt x="5015759" y="383625"/>
                  <a:pt x="5012787" y="381229"/>
                </a:cubicBezTo>
                <a:cubicBezTo>
                  <a:pt x="5009896" y="378887"/>
                  <a:pt x="5015454" y="376127"/>
                  <a:pt x="5025179" y="375060"/>
                </a:cubicBezTo>
                <a:close/>
                <a:moveTo>
                  <a:pt x="3629250" y="374327"/>
                </a:moveTo>
                <a:cubicBezTo>
                  <a:pt x="3637103" y="375176"/>
                  <a:pt x="3642411" y="376907"/>
                  <a:pt x="3643300" y="379329"/>
                </a:cubicBezTo>
                <a:cubicBezTo>
                  <a:pt x="3645078" y="384224"/>
                  <a:pt x="3628517" y="390003"/>
                  <a:pt x="3606037" y="392268"/>
                </a:cubicBezTo>
                <a:cubicBezTo>
                  <a:pt x="3583670" y="394560"/>
                  <a:pt x="3564108" y="392372"/>
                  <a:pt x="3562468" y="387452"/>
                </a:cubicBezTo>
                <a:cubicBezTo>
                  <a:pt x="3560885" y="382609"/>
                  <a:pt x="3577668" y="376856"/>
                  <a:pt x="3599925" y="374617"/>
                </a:cubicBezTo>
                <a:cubicBezTo>
                  <a:pt x="3610998" y="373510"/>
                  <a:pt x="3621397" y="373478"/>
                  <a:pt x="3629250" y="374327"/>
                </a:cubicBezTo>
                <a:close/>
                <a:moveTo>
                  <a:pt x="7926966" y="374191"/>
                </a:moveTo>
                <a:cubicBezTo>
                  <a:pt x="7939501" y="375235"/>
                  <a:pt x="7951894" y="377364"/>
                  <a:pt x="7961189" y="380345"/>
                </a:cubicBezTo>
                <a:cubicBezTo>
                  <a:pt x="7979890" y="386359"/>
                  <a:pt x="7979138" y="393517"/>
                  <a:pt x="7959161" y="396303"/>
                </a:cubicBezTo>
                <a:cubicBezTo>
                  <a:pt x="7939182" y="399115"/>
                  <a:pt x="7907784" y="396433"/>
                  <a:pt x="7889110" y="390368"/>
                </a:cubicBezTo>
                <a:cubicBezTo>
                  <a:pt x="7870743" y="384353"/>
                  <a:pt x="7871994" y="377273"/>
                  <a:pt x="7891889" y="374538"/>
                </a:cubicBezTo>
                <a:cubicBezTo>
                  <a:pt x="7901753" y="373185"/>
                  <a:pt x="7914431" y="373146"/>
                  <a:pt x="7926966" y="374191"/>
                </a:cubicBezTo>
                <a:close/>
                <a:moveTo>
                  <a:pt x="7114693" y="374157"/>
                </a:moveTo>
                <a:cubicBezTo>
                  <a:pt x="7123467" y="374922"/>
                  <a:pt x="7131733" y="376478"/>
                  <a:pt x="7137429" y="378652"/>
                </a:cubicBezTo>
                <a:cubicBezTo>
                  <a:pt x="7148849" y="383026"/>
                  <a:pt x="7145432" y="388258"/>
                  <a:pt x="7129900" y="390289"/>
                </a:cubicBezTo>
                <a:cubicBezTo>
                  <a:pt x="7114227" y="392346"/>
                  <a:pt x="7092304" y="390394"/>
                  <a:pt x="7080967" y="385993"/>
                </a:cubicBezTo>
                <a:cubicBezTo>
                  <a:pt x="7069769" y="381594"/>
                  <a:pt x="7073353" y="376413"/>
                  <a:pt x="7088914" y="374408"/>
                </a:cubicBezTo>
                <a:cubicBezTo>
                  <a:pt x="7096638" y="373418"/>
                  <a:pt x="7105919" y="373393"/>
                  <a:pt x="7114693" y="374157"/>
                </a:cubicBezTo>
                <a:close/>
                <a:moveTo>
                  <a:pt x="3044749" y="372977"/>
                </a:moveTo>
                <a:cubicBezTo>
                  <a:pt x="3045277" y="372925"/>
                  <a:pt x="3045694" y="372977"/>
                  <a:pt x="3045694" y="373107"/>
                </a:cubicBezTo>
                <a:cubicBezTo>
                  <a:pt x="3045694" y="373211"/>
                  <a:pt x="3045194" y="373315"/>
                  <a:pt x="3044749" y="373393"/>
                </a:cubicBezTo>
                <a:cubicBezTo>
                  <a:pt x="3044305" y="373445"/>
                  <a:pt x="3043860" y="373393"/>
                  <a:pt x="3043832" y="373263"/>
                </a:cubicBezTo>
                <a:cubicBezTo>
                  <a:pt x="3043832" y="373159"/>
                  <a:pt x="3044277" y="373028"/>
                  <a:pt x="3044749" y="372977"/>
                </a:cubicBezTo>
                <a:close/>
                <a:moveTo>
                  <a:pt x="4318779" y="372325"/>
                </a:moveTo>
                <a:cubicBezTo>
                  <a:pt x="4326453" y="373120"/>
                  <a:pt x="4332115" y="374733"/>
                  <a:pt x="4333962" y="376986"/>
                </a:cubicBezTo>
                <a:cubicBezTo>
                  <a:pt x="4337657" y="381516"/>
                  <a:pt x="4324514" y="386905"/>
                  <a:pt x="4304619" y="389014"/>
                </a:cubicBezTo>
                <a:cubicBezTo>
                  <a:pt x="4284612" y="391122"/>
                  <a:pt x="4265495" y="389144"/>
                  <a:pt x="4261967" y="384536"/>
                </a:cubicBezTo>
                <a:cubicBezTo>
                  <a:pt x="4258465" y="380006"/>
                  <a:pt x="4271775" y="374668"/>
                  <a:pt x="4291531" y="372586"/>
                </a:cubicBezTo>
                <a:cubicBezTo>
                  <a:pt x="4301424" y="371557"/>
                  <a:pt x="4311108" y="371531"/>
                  <a:pt x="4318779" y="372325"/>
                </a:cubicBezTo>
                <a:close/>
                <a:moveTo>
                  <a:pt x="3964747" y="372261"/>
                </a:moveTo>
                <a:cubicBezTo>
                  <a:pt x="3971528" y="372983"/>
                  <a:pt x="3976321" y="374447"/>
                  <a:pt x="3977515" y="376465"/>
                </a:cubicBezTo>
                <a:cubicBezTo>
                  <a:pt x="3979989" y="380579"/>
                  <a:pt x="3966928" y="385447"/>
                  <a:pt x="3948507" y="387374"/>
                </a:cubicBezTo>
                <a:cubicBezTo>
                  <a:pt x="3929945" y="389301"/>
                  <a:pt x="3913051" y="387478"/>
                  <a:pt x="3910800" y="383338"/>
                </a:cubicBezTo>
                <a:cubicBezTo>
                  <a:pt x="3908549" y="379225"/>
                  <a:pt x="3921692" y="374382"/>
                  <a:pt x="3940059" y="372509"/>
                </a:cubicBezTo>
                <a:cubicBezTo>
                  <a:pt x="3949201" y="371558"/>
                  <a:pt x="3957969" y="371538"/>
                  <a:pt x="3964747" y="372261"/>
                </a:cubicBezTo>
                <a:close/>
                <a:moveTo>
                  <a:pt x="3485193" y="370894"/>
                </a:moveTo>
                <a:cubicBezTo>
                  <a:pt x="3494724" y="369930"/>
                  <a:pt x="3502921" y="370816"/>
                  <a:pt x="3503532" y="372899"/>
                </a:cubicBezTo>
                <a:cubicBezTo>
                  <a:pt x="3504116" y="374955"/>
                  <a:pt x="3496891" y="377377"/>
                  <a:pt x="3487222" y="378366"/>
                </a:cubicBezTo>
                <a:cubicBezTo>
                  <a:pt x="3477664" y="379303"/>
                  <a:pt x="3469466" y="378392"/>
                  <a:pt x="3468827" y="376335"/>
                </a:cubicBezTo>
                <a:cubicBezTo>
                  <a:pt x="3468327" y="374278"/>
                  <a:pt x="3475607" y="371832"/>
                  <a:pt x="3485193" y="370894"/>
                </a:cubicBezTo>
                <a:close/>
                <a:moveTo>
                  <a:pt x="6121803" y="370113"/>
                </a:moveTo>
                <a:cubicBezTo>
                  <a:pt x="6130834" y="369046"/>
                  <a:pt x="6141753" y="370035"/>
                  <a:pt x="6146477" y="372352"/>
                </a:cubicBezTo>
                <a:cubicBezTo>
                  <a:pt x="6151007" y="374668"/>
                  <a:pt x="6147450" y="377429"/>
                  <a:pt x="6138447" y="378522"/>
                </a:cubicBezTo>
                <a:cubicBezTo>
                  <a:pt x="6129472" y="379615"/>
                  <a:pt x="6118357" y="378600"/>
                  <a:pt x="6113828" y="376257"/>
                </a:cubicBezTo>
                <a:cubicBezTo>
                  <a:pt x="6109271" y="373914"/>
                  <a:pt x="6112884" y="371180"/>
                  <a:pt x="6121803" y="370113"/>
                </a:cubicBezTo>
                <a:close/>
                <a:moveTo>
                  <a:pt x="7590940" y="368732"/>
                </a:moveTo>
                <a:cubicBezTo>
                  <a:pt x="7600685" y="369553"/>
                  <a:pt x="7610119" y="371231"/>
                  <a:pt x="7616941" y="373574"/>
                </a:cubicBezTo>
                <a:cubicBezTo>
                  <a:pt x="7630779" y="378313"/>
                  <a:pt x="7628889" y="383937"/>
                  <a:pt x="7612634" y="386176"/>
                </a:cubicBezTo>
                <a:cubicBezTo>
                  <a:pt x="7596406" y="388363"/>
                  <a:pt x="7572010" y="386280"/>
                  <a:pt x="7558339" y="381516"/>
                </a:cubicBezTo>
                <a:cubicBezTo>
                  <a:pt x="7544807" y="376751"/>
                  <a:pt x="7546919" y="371180"/>
                  <a:pt x="7563062" y="369045"/>
                </a:cubicBezTo>
                <a:cubicBezTo>
                  <a:pt x="7571135" y="367952"/>
                  <a:pt x="7581194" y="367912"/>
                  <a:pt x="7590940" y="368732"/>
                </a:cubicBezTo>
                <a:close/>
                <a:moveTo>
                  <a:pt x="4792519" y="367441"/>
                </a:moveTo>
                <a:cubicBezTo>
                  <a:pt x="4798914" y="368082"/>
                  <a:pt x="4803888" y="369383"/>
                  <a:pt x="4805944" y="371206"/>
                </a:cubicBezTo>
                <a:cubicBezTo>
                  <a:pt x="4810083" y="374825"/>
                  <a:pt x="4800775" y="379173"/>
                  <a:pt x="4785132" y="380865"/>
                </a:cubicBezTo>
                <a:cubicBezTo>
                  <a:pt x="4769515" y="382557"/>
                  <a:pt x="4753621" y="380969"/>
                  <a:pt x="4749621" y="377298"/>
                </a:cubicBezTo>
                <a:cubicBezTo>
                  <a:pt x="4745674" y="373679"/>
                  <a:pt x="4755067" y="369332"/>
                  <a:pt x="4770571" y="367640"/>
                </a:cubicBezTo>
                <a:cubicBezTo>
                  <a:pt x="4778310" y="366819"/>
                  <a:pt x="4786125" y="366800"/>
                  <a:pt x="4792519" y="367441"/>
                </a:cubicBezTo>
                <a:close/>
                <a:moveTo>
                  <a:pt x="4553594" y="366839"/>
                </a:moveTo>
                <a:cubicBezTo>
                  <a:pt x="4561360" y="367626"/>
                  <a:pt x="4567271" y="369227"/>
                  <a:pt x="4569480" y="371466"/>
                </a:cubicBezTo>
                <a:cubicBezTo>
                  <a:pt x="4573759" y="375970"/>
                  <a:pt x="4561534" y="381334"/>
                  <a:pt x="4541943" y="383390"/>
                </a:cubicBezTo>
                <a:cubicBezTo>
                  <a:pt x="4522410" y="385499"/>
                  <a:pt x="4502987" y="383520"/>
                  <a:pt x="4498820" y="378964"/>
                </a:cubicBezTo>
                <a:cubicBezTo>
                  <a:pt x="4494651" y="374461"/>
                  <a:pt x="4507099" y="369149"/>
                  <a:pt x="4526577" y="367093"/>
                </a:cubicBezTo>
                <a:cubicBezTo>
                  <a:pt x="4536206" y="366077"/>
                  <a:pt x="4545826" y="366051"/>
                  <a:pt x="4553594" y="366839"/>
                </a:cubicBezTo>
                <a:close/>
                <a:moveTo>
                  <a:pt x="8045944" y="366612"/>
                </a:moveTo>
                <a:cubicBezTo>
                  <a:pt x="8058740" y="367672"/>
                  <a:pt x="8071459" y="369826"/>
                  <a:pt x="8081115" y="372821"/>
                </a:cubicBezTo>
                <a:cubicBezTo>
                  <a:pt x="8100594" y="378860"/>
                  <a:pt x="8100344" y="386124"/>
                  <a:pt x="8080310" y="388936"/>
                </a:cubicBezTo>
                <a:cubicBezTo>
                  <a:pt x="8060276" y="391773"/>
                  <a:pt x="8028265" y="389039"/>
                  <a:pt x="8008926" y="382947"/>
                </a:cubicBezTo>
                <a:cubicBezTo>
                  <a:pt x="7989726" y="376882"/>
                  <a:pt x="7990476" y="369722"/>
                  <a:pt x="8010315" y="366963"/>
                </a:cubicBezTo>
                <a:cubicBezTo>
                  <a:pt x="8020277" y="365583"/>
                  <a:pt x="8033149" y="365550"/>
                  <a:pt x="8045944" y="366612"/>
                </a:cubicBezTo>
                <a:close/>
                <a:moveTo>
                  <a:pt x="5135186" y="365608"/>
                </a:moveTo>
                <a:cubicBezTo>
                  <a:pt x="5145412" y="364490"/>
                  <a:pt x="5156471" y="365557"/>
                  <a:pt x="5159805" y="368030"/>
                </a:cubicBezTo>
                <a:cubicBezTo>
                  <a:pt x="5163139" y="370503"/>
                  <a:pt x="5157499" y="373445"/>
                  <a:pt x="5147190" y="374591"/>
                </a:cubicBezTo>
                <a:cubicBezTo>
                  <a:pt x="5136826" y="375736"/>
                  <a:pt x="5125739" y="374668"/>
                  <a:pt x="5122488" y="372143"/>
                </a:cubicBezTo>
                <a:cubicBezTo>
                  <a:pt x="5119181" y="369670"/>
                  <a:pt x="5124961" y="366754"/>
                  <a:pt x="5135186" y="365608"/>
                </a:cubicBezTo>
                <a:close/>
                <a:moveTo>
                  <a:pt x="6884776" y="364939"/>
                </a:moveTo>
                <a:cubicBezTo>
                  <a:pt x="6893706" y="365720"/>
                  <a:pt x="6901965" y="367315"/>
                  <a:pt x="6907440" y="369540"/>
                </a:cubicBezTo>
                <a:cubicBezTo>
                  <a:pt x="6918665" y="374044"/>
                  <a:pt x="6914331" y="379382"/>
                  <a:pt x="6897992" y="381465"/>
                </a:cubicBezTo>
                <a:cubicBezTo>
                  <a:pt x="6881542" y="383547"/>
                  <a:pt x="6859285" y="381595"/>
                  <a:pt x="6848310" y="377038"/>
                </a:cubicBezTo>
                <a:cubicBezTo>
                  <a:pt x="6837362" y="372535"/>
                  <a:pt x="6841807" y="367249"/>
                  <a:pt x="6858091" y="365218"/>
                </a:cubicBezTo>
                <a:cubicBezTo>
                  <a:pt x="6866246" y="364190"/>
                  <a:pt x="6875846" y="364158"/>
                  <a:pt x="6884776" y="364939"/>
                </a:cubicBezTo>
                <a:close/>
                <a:moveTo>
                  <a:pt x="2934297" y="364880"/>
                </a:moveTo>
                <a:cubicBezTo>
                  <a:pt x="2934798" y="364854"/>
                  <a:pt x="2935186" y="364854"/>
                  <a:pt x="2935186" y="364984"/>
                </a:cubicBezTo>
                <a:cubicBezTo>
                  <a:pt x="2935186" y="365088"/>
                  <a:pt x="2934826" y="365218"/>
                  <a:pt x="2934297" y="365271"/>
                </a:cubicBezTo>
                <a:cubicBezTo>
                  <a:pt x="2933797" y="365323"/>
                  <a:pt x="2933408" y="365271"/>
                  <a:pt x="2933408" y="365166"/>
                </a:cubicBezTo>
                <a:cubicBezTo>
                  <a:pt x="2933353" y="365062"/>
                  <a:pt x="2933797" y="364932"/>
                  <a:pt x="2934297" y="364880"/>
                </a:cubicBezTo>
                <a:close/>
                <a:moveTo>
                  <a:pt x="3370991" y="364515"/>
                </a:moveTo>
                <a:cubicBezTo>
                  <a:pt x="3374881" y="364125"/>
                  <a:pt x="3378216" y="364490"/>
                  <a:pt x="3378382" y="365323"/>
                </a:cubicBezTo>
                <a:cubicBezTo>
                  <a:pt x="3378549" y="366130"/>
                  <a:pt x="3375520" y="367144"/>
                  <a:pt x="3371602" y="367510"/>
                </a:cubicBezTo>
                <a:cubicBezTo>
                  <a:pt x="3367685" y="367952"/>
                  <a:pt x="3364294" y="367536"/>
                  <a:pt x="3364156" y="366702"/>
                </a:cubicBezTo>
                <a:cubicBezTo>
                  <a:pt x="3363961" y="365895"/>
                  <a:pt x="3367018" y="364880"/>
                  <a:pt x="3370991" y="364515"/>
                </a:cubicBezTo>
                <a:close/>
                <a:moveTo>
                  <a:pt x="7245580" y="363932"/>
                </a:moveTo>
                <a:cubicBezTo>
                  <a:pt x="7255430" y="364789"/>
                  <a:pt x="7264774" y="366520"/>
                  <a:pt x="7271304" y="368915"/>
                </a:cubicBezTo>
                <a:cubicBezTo>
                  <a:pt x="7284502" y="373784"/>
                  <a:pt x="7281224" y="379537"/>
                  <a:pt x="7264079" y="381827"/>
                </a:cubicBezTo>
                <a:cubicBezTo>
                  <a:pt x="7246824" y="384067"/>
                  <a:pt x="7222122" y="381933"/>
                  <a:pt x="7209174" y="377012"/>
                </a:cubicBezTo>
                <a:cubicBezTo>
                  <a:pt x="7196197" y="372170"/>
                  <a:pt x="7199698" y="366442"/>
                  <a:pt x="7216814" y="364203"/>
                </a:cubicBezTo>
                <a:cubicBezTo>
                  <a:pt x="7225372" y="363096"/>
                  <a:pt x="7235729" y="363077"/>
                  <a:pt x="7245580" y="363932"/>
                </a:cubicBezTo>
                <a:close/>
                <a:moveTo>
                  <a:pt x="6014908" y="362250"/>
                </a:moveTo>
                <a:cubicBezTo>
                  <a:pt x="6023245" y="361288"/>
                  <a:pt x="6033387" y="362199"/>
                  <a:pt x="6037499" y="364333"/>
                </a:cubicBezTo>
                <a:cubicBezTo>
                  <a:pt x="6041611" y="366468"/>
                  <a:pt x="6038166" y="369072"/>
                  <a:pt x="6029774" y="370035"/>
                </a:cubicBezTo>
                <a:cubicBezTo>
                  <a:pt x="6021355" y="371024"/>
                  <a:pt x="6011185" y="370087"/>
                  <a:pt x="6007046" y="367952"/>
                </a:cubicBezTo>
                <a:cubicBezTo>
                  <a:pt x="6002960" y="365791"/>
                  <a:pt x="6006490" y="363240"/>
                  <a:pt x="6014908" y="362250"/>
                </a:cubicBezTo>
                <a:close/>
                <a:moveTo>
                  <a:pt x="6397136" y="361990"/>
                </a:moveTo>
                <a:cubicBezTo>
                  <a:pt x="6403364" y="362550"/>
                  <a:pt x="6408935" y="363696"/>
                  <a:pt x="6412366" y="365297"/>
                </a:cubicBezTo>
                <a:cubicBezTo>
                  <a:pt x="6419230" y="368499"/>
                  <a:pt x="6415090" y="372274"/>
                  <a:pt x="6402864" y="373784"/>
                </a:cubicBezTo>
                <a:cubicBezTo>
                  <a:pt x="6390666" y="375268"/>
                  <a:pt x="6375161" y="373862"/>
                  <a:pt x="6368270" y="370634"/>
                </a:cubicBezTo>
                <a:cubicBezTo>
                  <a:pt x="6361462" y="367406"/>
                  <a:pt x="6365851" y="363656"/>
                  <a:pt x="6377967" y="362199"/>
                </a:cubicBezTo>
                <a:cubicBezTo>
                  <a:pt x="6384024" y="361457"/>
                  <a:pt x="6390908" y="361431"/>
                  <a:pt x="6397136" y="361990"/>
                </a:cubicBezTo>
                <a:close/>
                <a:moveTo>
                  <a:pt x="4191186" y="361788"/>
                </a:moveTo>
                <a:cubicBezTo>
                  <a:pt x="4198467" y="362536"/>
                  <a:pt x="4203753" y="364073"/>
                  <a:pt x="4205309" y="366234"/>
                </a:cubicBezTo>
                <a:cubicBezTo>
                  <a:pt x="4208617" y="370530"/>
                  <a:pt x="4195640" y="375632"/>
                  <a:pt x="4176328" y="377689"/>
                </a:cubicBezTo>
                <a:cubicBezTo>
                  <a:pt x="4157016" y="379693"/>
                  <a:pt x="4138816" y="377793"/>
                  <a:pt x="4135872" y="373445"/>
                </a:cubicBezTo>
                <a:cubicBezTo>
                  <a:pt x="4132842" y="369124"/>
                  <a:pt x="4145958" y="364021"/>
                  <a:pt x="4165102" y="362069"/>
                </a:cubicBezTo>
                <a:cubicBezTo>
                  <a:pt x="4174634" y="361079"/>
                  <a:pt x="4183907" y="361040"/>
                  <a:pt x="4191186" y="361788"/>
                </a:cubicBezTo>
                <a:close/>
                <a:moveTo>
                  <a:pt x="3847794" y="361398"/>
                </a:moveTo>
                <a:cubicBezTo>
                  <a:pt x="3855693" y="362237"/>
                  <a:pt x="3861201" y="363942"/>
                  <a:pt x="3862452" y="366312"/>
                </a:cubicBezTo>
                <a:cubicBezTo>
                  <a:pt x="3864897" y="371129"/>
                  <a:pt x="3849281" y="376804"/>
                  <a:pt x="3827357" y="379043"/>
                </a:cubicBezTo>
                <a:cubicBezTo>
                  <a:pt x="3805406" y="381282"/>
                  <a:pt x="3785761" y="379147"/>
                  <a:pt x="3783454" y="374331"/>
                </a:cubicBezTo>
                <a:cubicBezTo>
                  <a:pt x="3781176" y="369540"/>
                  <a:pt x="3797070" y="363891"/>
                  <a:pt x="3818799" y="361678"/>
                </a:cubicBezTo>
                <a:cubicBezTo>
                  <a:pt x="3829608" y="360584"/>
                  <a:pt x="3839896" y="360559"/>
                  <a:pt x="3847794" y="361398"/>
                </a:cubicBezTo>
                <a:close/>
                <a:moveTo>
                  <a:pt x="8271230" y="360714"/>
                </a:moveTo>
                <a:cubicBezTo>
                  <a:pt x="8276038" y="360063"/>
                  <a:pt x="8283846" y="360689"/>
                  <a:pt x="8288736" y="362146"/>
                </a:cubicBezTo>
                <a:cubicBezTo>
                  <a:pt x="8293710" y="363630"/>
                  <a:pt x="8293876" y="365348"/>
                  <a:pt x="8289069" y="366000"/>
                </a:cubicBezTo>
                <a:cubicBezTo>
                  <a:pt x="8284318" y="366677"/>
                  <a:pt x="8276454" y="366025"/>
                  <a:pt x="8271564" y="364568"/>
                </a:cubicBezTo>
                <a:cubicBezTo>
                  <a:pt x="8266673" y="363136"/>
                  <a:pt x="8266479" y="361392"/>
                  <a:pt x="8271230" y="360714"/>
                </a:cubicBezTo>
                <a:close/>
                <a:moveTo>
                  <a:pt x="6646211" y="360698"/>
                </a:moveTo>
                <a:cubicBezTo>
                  <a:pt x="6654068" y="361397"/>
                  <a:pt x="6661223" y="362823"/>
                  <a:pt x="6665836" y="364802"/>
                </a:cubicBezTo>
                <a:cubicBezTo>
                  <a:pt x="6675061" y="368785"/>
                  <a:pt x="6670615" y="373549"/>
                  <a:pt x="6655722" y="375397"/>
                </a:cubicBezTo>
                <a:cubicBezTo>
                  <a:pt x="6640800" y="377273"/>
                  <a:pt x="6621127" y="375476"/>
                  <a:pt x="6611958" y="371466"/>
                </a:cubicBezTo>
                <a:cubicBezTo>
                  <a:pt x="6602843" y="367483"/>
                  <a:pt x="6607595" y="362771"/>
                  <a:pt x="6622378" y="360949"/>
                </a:cubicBezTo>
                <a:cubicBezTo>
                  <a:pt x="6629796" y="360024"/>
                  <a:pt x="6638354" y="359998"/>
                  <a:pt x="6646211" y="360698"/>
                </a:cubicBezTo>
                <a:close/>
                <a:moveTo>
                  <a:pt x="8163353" y="360058"/>
                </a:moveTo>
                <a:cubicBezTo>
                  <a:pt x="8175374" y="361040"/>
                  <a:pt x="8187412" y="363044"/>
                  <a:pt x="8196652" y="365844"/>
                </a:cubicBezTo>
                <a:cubicBezTo>
                  <a:pt x="8215241" y="371467"/>
                  <a:pt x="8215436" y="378183"/>
                  <a:pt x="8197013" y="380813"/>
                </a:cubicBezTo>
                <a:cubicBezTo>
                  <a:pt x="8178536" y="383417"/>
                  <a:pt x="8148386" y="380943"/>
                  <a:pt x="8129992" y="375242"/>
                </a:cubicBezTo>
                <a:cubicBezTo>
                  <a:pt x="8111598" y="369619"/>
                  <a:pt x="8111764" y="362979"/>
                  <a:pt x="8130159" y="360403"/>
                </a:cubicBezTo>
                <a:cubicBezTo>
                  <a:pt x="8139328" y="359113"/>
                  <a:pt x="8151332" y="359074"/>
                  <a:pt x="8163353" y="360058"/>
                </a:cubicBezTo>
                <a:close/>
                <a:moveTo>
                  <a:pt x="7713916" y="359696"/>
                </a:moveTo>
                <a:cubicBezTo>
                  <a:pt x="7724982" y="360624"/>
                  <a:pt x="7735784" y="362511"/>
                  <a:pt x="7743703" y="365141"/>
                </a:cubicBezTo>
                <a:cubicBezTo>
                  <a:pt x="7759764" y="370426"/>
                  <a:pt x="7758207" y="376751"/>
                  <a:pt x="7740035" y="379225"/>
                </a:cubicBezTo>
                <a:cubicBezTo>
                  <a:pt x="7721863" y="381724"/>
                  <a:pt x="7694132" y="379355"/>
                  <a:pt x="7678238" y="374018"/>
                </a:cubicBezTo>
                <a:cubicBezTo>
                  <a:pt x="7662511" y="368681"/>
                  <a:pt x="7664484" y="362433"/>
                  <a:pt x="7682545" y="360011"/>
                </a:cubicBezTo>
                <a:cubicBezTo>
                  <a:pt x="7691520" y="358801"/>
                  <a:pt x="7702849" y="358768"/>
                  <a:pt x="7713916" y="359696"/>
                </a:cubicBezTo>
                <a:close/>
                <a:moveTo>
                  <a:pt x="5246527" y="359022"/>
                </a:moveTo>
                <a:cubicBezTo>
                  <a:pt x="5255336" y="358059"/>
                  <a:pt x="5265005" y="358996"/>
                  <a:pt x="5268034" y="361105"/>
                </a:cubicBezTo>
                <a:cubicBezTo>
                  <a:pt x="5271090" y="363240"/>
                  <a:pt x="5266339" y="365765"/>
                  <a:pt x="5257475" y="366781"/>
                </a:cubicBezTo>
                <a:cubicBezTo>
                  <a:pt x="5248584" y="367743"/>
                  <a:pt x="5238969" y="366806"/>
                  <a:pt x="5235913" y="364671"/>
                </a:cubicBezTo>
                <a:cubicBezTo>
                  <a:pt x="5232939" y="362563"/>
                  <a:pt x="5237635" y="360011"/>
                  <a:pt x="5246527" y="359022"/>
                </a:cubicBezTo>
                <a:close/>
                <a:moveTo>
                  <a:pt x="3257900" y="356965"/>
                </a:moveTo>
                <a:cubicBezTo>
                  <a:pt x="3259567" y="356810"/>
                  <a:pt x="3261039" y="356965"/>
                  <a:pt x="3261096" y="357330"/>
                </a:cubicBezTo>
                <a:cubicBezTo>
                  <a:pt x="3261179" y="357721"/>
                  <a:pt x="3259818" y="358163"/>
                  <a:pt x="3258067" y="358294"/>
                </a:cubicBezTo>
                <a:cubicBezTo>
                  <a:pt x="3256428" y="358450"/>
                  <a:pt x="3254955" y="358320"/>
                  <a:pt x="3254816" y="357928"/>
                </a:cubicBezTo>
                <a:cubicBezTo>
                  <a:pt x="3254816" y="357564"/>
                  <a:pt x="3256150" y="357148"/>
                  <a:pt x="3257900" y="356965"/>
                </a:cubicBezTo>
                <a:close/>
                <a:moveTo>
                  <a:pt x="5906486" y="356055"/>
                </a:moveTo>
                <a:cubicBezTo>
                  <a:pt x="5914987" y="355091"/>
                  <a:pt x="5924909" y="356028"/>
                  <a:pt x="5928909" y="358137"/>
                </a:cubicBezTo>
                <a:cubicBezTo>
                  <a:pt x="5932855" y="360272"/>
                  <a:pt x="5929159" y="362771"/>
                  <a:pt x="5920823" y="363761"/>
                </a:cubicBezTo>
                <a:cubicBezTo>
                  <a:pt x="5912265" y="364775"/>
                  <a:pt x="5902290" y="363838"/>
                  <a:pt x="5898343" y="361703"/>
                </a:cubicBezTo>
                <a:cubicBezTo>
                  <a:pt x="5894370" y="359569"/>
                  <a:pt x="5898066" y="357044"/>
                  <a:pt x="5906486" y="356055"/>
                </a:cubicBezTo>
                <a:close/>
                <a:moveTo>
                  <a:pt x="8393963" y="355845"/>
                </a:moveTo>
                <a:cubicBezTo>
                  <a:pt x="8394742" y="355690"/>
                  <a:pt x="8396131" y="355820"/>
                  <a:pt x="8397049" y="356106"/>
                </a:cubicBezTo>
                <a:cubicBezTo>
                  <a:pt x="8397911" y="356341"/>
                  <a:pt x="8397911" y="356653"/>
                  <a:pt x="8397160" y="356757"/>
                </a:cubicBezTo>
                <a:cubicBezTo>
                  <a:pt x="8396298" y="356887"/>
                  <a:pt x="8394881" y="356757"/>
                  <a:pt x="8394101" y="356497"/>
                </a:cubicBezTo>
                <a:cubicBezTo>
                  <a:pt x="8393103" y="356262"/>
                  <a:pt x="8393103" y="355950"/>
                  <a:pt x="8393963" y="355845"/>
                </a:cubicBezTo>
                <a:close/>
                <a:moveTo>
                  <a:pt x="7018947" y="355149"/>
                </a:moveTo>
                <a:cubicBezTo>
                  <a:pt x="7027255" y="355872"/>
                  <a:pt x="7035021" y="357342"/>
                  <a:pt x="7040286" y="359386"/>
                </a:cubicBezTo>
                <a:cubicBezTo>
                  <a:pt x="7050818" y="363526"/>
                  <a:pt x="7047372" y="368394"/>
                  <a:pt x="7032423" y="370321"/>
                </a:cubicBezTo>
                <a:cubicBezTo>
                  <a:pt x="7017446" y="372248"/>
                  <a:pt x="6996745" y="370425"/>
                  <a:pt x="6986187" y="366260"/>
                </a:cubicBezTo>
                <a:cubicBezTo>
                  <a:pt x="6975767" y="362146"/>
                  <a:pt x="6979434" y="357278"/>
                  <a:pt x="6994355" y="355403"/>
                </a:cubicBezTo>
                <a:cubicBezTo>
                  <a:pt x="7001788" y="354453"/>
                  <a:pt x="7010639" y="354427"/>
                  <a:pt x="7018947" y="355149"/>
                </a:cubicBezTo>
                <a:close/>
                <a:moveTo>
                  <a:pt x="7373187" y="355062"/>
                </a:moveTo>
                <a:cubicBezTo>
                  <a:pt x="7383160" y="355911"/>
                  <a:pt x="7392704" y="357642"/>
                  <a:pt x="7399484" y="360063"/>
                </a:cubicBezTo>
                <a:cubicBezTo>
                  <a:pt x="7413016" y="364880"/>
                  <a:pt x="7410292" y="370659"/>
                  <a:pt x="7393176" y="372924"/>
                </a:cubicBezTo>
                <a:cubicBezTo>
                  <a:pt x="7376060" y="375190"/>
                  <a:pt x="7351107" y="373054"/>
                  <a:pt x="7337631" y="368160"/>
                </a:cubicBezTo>
                <a:cubicBezTo>
                  <a:pt x="7324238" y="363292"/>
                  <a:pt x="7327238" y="357590"/>
                  <a:pt x="7344327" y="355351"/>
                </a:cubicBezTo>
                <a:cubicBezTo>
                  <a:pt x="7352816" y="354244"/>
                  <a:pt x="7363216" y="354212"/>
                  <a:pt x="7373187" y="355062"/>
                </a:cubicBezTo>
                <a:close/>
                <a:moveTo>
                  <a:pt x="4900133" y="354909"/>
                </a:moveTo>
                <a:cubicBezTo>
                  <a:pt x="4906517" y="355540"/>
                  <a:pt x="4911533" y="356822"/>
                  <a:pt x="4913700" y="358606"/>
                </a:cubicBezTo>
                <a:cubicBezTo>
                  <a:pt x="4918035" y="362199"/>
                  <a:pt x="4909171" y="366468"/>
                  <a:pt x="4893776" y="368108"/>
                </a:cubicBezTo>
                <a:cubicBezTo>
                  <a:pt x="4878356" y="369774"/>
                  <a:pt x="4862433" y="368213"/>
                  <a:pt x="4858293" y="364594"/>
                </a:cubicBezTo>
                <a:cubicBezTo>
                  <a:pt x="4854042" y="361027"/>
                  <a:pt x="4863100" y="356784"/>
                  <a:pt x="4878356" y="355117"/>
                </a:cubicBezTo>
                <a:cubicBezTo>
                  <a:pt x="4885997" y="354297"/>
                  <a:pt x="4893749" y="354278"/>
                  <a:pt x="4900133" y="354909"/>
                </a:cubicBezTo>
                <a:close/>
                <a:moveTo>
                  <a:pt x="4422190" y="354590"/>
                </a:moveTo>
                <a:cubicBezTo>
                  <a:pt x="4429818" y="355364"/>
                  <a:pt x="4435507" y="356939"/>
                  <a:pt x="4437467" y="359127"/>
                </a:cubicBezTo>
                <a:cubicBezTo>
                  <a:pt x="4441412" y="363579"/>
                  <a:pt x="4428796" y="368837"/>
                  <a:pt x="4409235" y="370894"/>
                </a:cubicBezTo>
                <a:cubicBezTo>
                  <a:pt x="4389618" y="372977"/>
                  <a:pt x="4370611" y="370998"/>
                  <a:pt x="4366832" y="366547"/>
                </a:cubicBezTo>
                <a:cubicBezTo>
                  <a:pt x="4363137" y="362094"/>
                  <a:pt x="4375891" y="356861"/>
                  <a:pt x="4395286" y="354856"/>
                </a:cubicBezTo>
                <a:cubicBezTo>
                  <a:pt x="4404997" y="353841"/>
                  <a:pt x="4414563" y="353815"/>
                  <a:pt x="4422190" y="354590"/>
                </a:cubicBezTo>
                <a:close/>
                <a:moveTo>
                  <a:pt x="3725454" y="353656"/>
                </a:moveTo>
                <a:cubicBezTo>
                  <a:pt x="3732043" y="354362"/>
                  <a:pt x="3736538" y="355794"/>
                  <a:pt x="3737413" y="357773"/>
                </a:cubicBezTo>
                <a:cubicBezTo>
                  <a:pt x="3739163" y="361782"/>
                  <a:pt x="3725686" y="366547"/>
                  <a:pt x="3707125" y="368394"/>
                </a:cubicBezTo>
                <a:cubicBezTo>
                  <a:pt x="3688481" y="370269"/>
                  <a:pt x="3672058" y="368499"/>
                  <a:pt x="3670419" y="364490"/>
                </a:cubicBezTo>
                <a:cubicBezTo>
                  <a:pt x="3668918" y="360480"/>
                  <a:pt x="3682506" y="355716"/>
                  <a:pt x="3700929" y="353893"/>
                </a:cubicBezTo>
                <a:cubicBezTo>
                  <a:pt x="3710182" y="352969"/>
                  <a:pt x="3718865" y="352950"/>
                  <a:pt x="3725454" y="353656"/>
                </a:cubicBezTo>
                <a:close/>
                <a:moveTo>
                  <a:pt x="5356478" y="353268"/>
                </a:moveTo>
                <a:cubicBezTo>
                  <a:pt x="5366176" y="352201"/>
                  <a:pt x="5377069" y="353216"/>
                  <a:pt x="5380680" y="355611"/>
                </a:cubicBezTo>
                <a:cubicBezTo>
                  <a:pt x="5384265" y="357980"/>
                  <a:pt x="5379124" y="360819"/>
                  <a:pt x="5369371" y="361886"/>
                </a:cubicBezTo>
                <a:cubicBezTo>
                  <a:pt x="5359423" y="363005"/>
                  <a:pt x="5348532" y="361990"/>
                  <a:pt x="5345030" y="359569"/>
                </a:cubicBezTo>
                <a:cubicBezTo>
                  <a:pt x="5341418" y="357174"/>
                  <a:pt x="5346587" y="354388"/>
                  <a:pt x="5356478" y="353268"/>
                </a:cubicBezTo>
                <a:close/>
                <a:moveTo>
                  <a:pt x="6277241" y="351863"/>
                </a:moveTo>
                <a:cubicBezTo>
                  <a:pt x="6286355" y="350770"/>
                  <a:pt x="6297748" y="351837"/>
                  <a:pt x="6302777" y="354180"/>
                </a:cubicBezTo>
                <a:cubicBezTo>
                  <a:pt x="6307807" y="356602"/>
                  <a:pt x="6304389" y="359414"/>
                  <a:pt x="6295274" y="360481"/>
                </a:cubicBezTo>
                <a:cubicBezTo>
                  <a:pt x="6286050" y="361600"/>
                  <a:pt x="6274574" y="360559"/>
                  <a:pt x="6269545" y="358164"/>
                </a:cubicBezTo>
                <a:cubicBezTo>
                  <a:pt x="6264543" y="355769"/>
                  <a:pt x="6268072" y="352983"/>
                  <a:pt x="6277241" y="351863"/>
                </a:cubicBezTo>
                <a:close/>
                <a:moveTo>
                  <a:pt x="5797618" y="351784"/>
                </a:moveTo>
                <a:cubicBezTo>
                  <a:pt x="5805954" y="350847"/>
                  <a:pt x="5815929" y="351759"/>
                  <a:pt x="5819736" y="353867"/>
                </a:cubicBezTo>
                <a:cubicBezTo>
                  <a:pt x="5823515" y="355976"/>
                  <a:pt x="5819680" y="358449"/>
                  <a:pt x="5811178" y="359464"/>
                </a:cubicBezTo>
                <a:cubicBezTo>
                  <a:pt x="5802702" y="360453"/>
                  <a:pt x="5792727" y="359517"/>
                  <a:pt x="5788976" y="357408"/>
                </a:cubicBezTo>
                <a:cubicBezTo>
                  <a:pt x="5785225" y="355274"/>
                  <a:pt x="5789003" y="352748"/>
                  <a:pt x="5797618" y="351784"/>
                </a:cubicBezTo>
                <a:close/>
                <a:moveTo>
                  <a:pt x="4658425" y="351687"/>
                </a:moveTo>
                <a:cubicBezTo>
                  <a:pt x="4665990" y="352443"/>
                  <a:pt x="4671790" y="353972"/>
                  <a:pt x="4674041" y="356106"/>
                </a:cubicBezTo>
                <a:cubicBezTo>
                  <a:pt x="4678542" y="360428"/>
                  <a:pt x="4667011" y="365557"/>
                  <a:pt x="4648255" y="367561"/>
                </a:cubicBezTo>
                <a:cubicBezTo>
                  <a:pt x="4629443" y="369566"/>
                  <a:pt x="4610548" y="367666"/>
                  <a:pt x="4606241" y="363344"/>
                </a:cubicBezTo>
                <a:cubicBezTo>
                  <a:pt x="4601907" y="359022"/>
                  <a:pt x="4613577" y="353919"/>
                  <a:pt x="4632221" y="351915"/>
                </a:cubicBezTo>
                <a:cubicBezTo>
                  <a:pt x="4641531" y="350951"/>
                  <a:pt x="4650860" y="350932"/>
                  <a:pt x="4658425" y="351687"/>
                </a:cubicBezTo>
                <a:close/>
                <a:moveTo>
                  <a:pt x="4067307" y="351563"/>
                </a:moveTo>
                <a:cubicBezTo>
                  <a:pt x="4074484" y="352305"/>
                  <a:pt x="4079617" y="353815"/>
                  <a:pt x="4081048" y="355924"/>
                </a:cubicBezTo>
                <a:cubicBezTo>
                  <a:pt x="4083800" y="360167"/>
                  <a:pt x="4070573" y="365218"/>
                  <a:pt x="4051289" y="367223"/>
                </a:cubicBezTo>
                <a:cubicBezTo>
                  <a:pt x="4031922" y="369201"/>
                  <a:pt x="4014027" y="367327"/>
                  <a:pt x="4011387" y="363058"/>
                </a:cubicBezTo>
                <a:cubicBezTo>
                  <a:pt x="4008720" y="358787"/>
                  <a:pt x="4022196" y="353763"/>
                  <a:pt x="4041314" y="351810"/>
                </a:cubicBezTo>
                <a:cubicBezTo>
                  <a:pt x="4050914" y="350847"/>
                  <a:pt x="4060132" y="350821"/>
                  <a:pt x="4067307" y="351563"/>
                </a:cubicBezTo>
                <a:close/>
                <a:moveTo>
                  <a:pt x="7834937" y="350714"/>
                </a:moveTo>
                <a:cubicBezTo>
                  <a:pt x="7847555" y="351759"/>
                  <a:pt x="7859948" y="353880"/>
                  <a:pt x="7869132" y="356835"/>
                </a:cubicBezTo>
                <a:cubicBezTo>
                  <a:pt x="7887805" y="362823"/>
                  <a:pt x="7886582" y="369956"/>
                  <a:pt x="7866242" y="372742"/>
                </a:cubicBezTo>
                <a:cubicBezTo>
                  <a:pt x="7845847" y="375528"/>
                  <a:pt x="7814170" y="372899"/>
                  <a:pt x="7795775" y="366833"/>
                </a:cubicBezTo>
                <a:cubicBezTo>
                  <a:pt x="7777408" y="360845"/>
                  <a:pt x="7779159" y="353789"/>
                  <a:pt x="7799388" y="351056"/>
                </a:cubicBezTo>
                <a:cubicBezTo>
                  <a:pt x="7809474" y="349701"/>
                  <a:pt x="7822319" y="349669"/>
                  <a:pt x="7834937" y="350714"/>
                </a:cubicBezTo>
                <a:close/>
                <a:moveTo>
                  <a:pt x="5466846" y="349936"/>
                </a:moveTo>
                <a:cubicBezTo>
                  <a:pt x="5476599" y="348843"/>
                  <a:pt x="5487463" y="349884"/>
                  <a:pt x="5491271" y="352253"/>
                </a:cubicBezTo>
                <a:cubicBezTo>
                  <a:pt x="5494994" y="354622"/>
                  <a:pt x="5490132" y="357434"/>
                  <a:pt x="5480323" y="358527"/>
                </a:cubicBezTo>
                <a:cubicBezTo>
                  <a:pt x="5470542" y="359620"/>
                  <a:pt x="5459706" y="358580"/>
                  <a:pt x="5455926" y="356211"/>
                </a:cubicBezTo>
                <a:cubicBezTo>
                  <a:pt x="5452258" y="353815"/>
                  <a:pt x="5457177" y="351003"/>
                  <a:pt x="5466846" y="349936"/>
                </a:cubicBezTo>
                <a:close/>
                <a:moveTo>
                  <a:pt x="5688444" y="349728"/>
                </a:moveTo>
                <a:cubicBezTo>
                  <a:pt x="5696364" y="348817"/>
                  <a:pt x="5705449" y="349650"/>
                  <a:pt x="5708839" y="351602"/>
                </a:cubicBezTo>
                <a:cubicBezTo>
                  <a:pt x="5712201" y="353581"/>
                  <a:pt x="5708505" y="355898"/>
                  <a:pt x="5700587" y="356783"/>
                </a:cubicBezTo>
                <a:cubicBezTo>
                  <a:pt x="5692640" y="357668"/>
                  <a:pt x="5683525" y="356835"/>
                  <a:pt x="5680191" y="354882"/>
                </a:cubicBezTo>
                <a:cubicBezTo>
                  <a:pt x="5676773" y="352929"/>
                  <a:pt x="5680553" y="350613"/>
                  <a:pt x="5688444" y="349728"/>
                </a:cubicBezTo>
                <a:close/>
                <a:moveTo>
                  <a:pt x="8508833" y="349181"/>
                </a:moveTo>
                <a:cubicBezTo>
                  <a:pt x="8509278" y="349155"/>
                  <a:pt x="8509778" y="349181"/>
                  <a:pt x="8510222" y="349338"/>
                </a:cubicBezTo>
                <a:cubicBezTo>
                  <a:pt x="8510528" y="349390"/>
                  <a:pt x="8510528" y="349494"/>
                  <a:pt x="8510222" y="349572"/>
                </a:cubicBezTo>
                <a:cubicBezTo>
                  <a:pt x="8509862" y="349624"/>
                  <a:pt x="8509333" y="349598"/>
                  <a:pt x="8509029" y="349468"/>
                </a:cubicBezTo>
                <a:cubicBezTo>
                  <a:pt x="8508584" y="349364"/>
                  <a:pt x="8508555" y="349260"/>
                  <a:pt x="8508833" y="349181"/>
                </a:cubicBezTo>
                <a:close/>
                <a:moveTo>
                  <a:pt x="3146308" y="349077"/>
                </a:moveTo>
                <a:cubicBezTo>
                  <a:pt x="3147281" y="348973"/>
                  <a:pt x="3148087" y="349077"/>
                  <a:pt x="3148087" y="349285"/>
                </a:cubicBezTo>
                <a:cubicBezTo>
                  <a:pt x="3148087" y="349494"/>
                  <a:pt x="3147337" y="349728"/>
                  <a:pt x="3146308" y="349806"/>
                </a:cubicBezTo>
                <a:cubicBezTo>
                  <a:pt x="3145308" y="349910"/>
                  <a:pt x="3144558" y="349832"/>
                  <a:pt x="3144558" y="349598"/>
                </a:cubicBezTo>
                <a:cubicBezTo>
                  <a:pt x="3144503" y="349415"/>
                  <a:pt x="3145281" y="349181"/>
                  <a:pt x="3146308" y="349077"/>
                </a:cubicBezTo>
                <a:close/>
                <a:moveTo>
                  <a:pt x="6786179" y="348820"/>
                </a:moveTo>
                <a:cubicBezTo>
                  <a:pt x="6793931" y="349500"/>
                  <a:pt x="6801059" y="350886"/>
                  <a:pt x="6805713" y="352826"/>
                </a:cubicBezTo>
                <a:cubicBezTo>
                  <a:pt x="6815160" y="356653"/>
                  <a:pt x="6811187" y="361288"/>
                  <a:pt x="6796710" y="363058"/>
                </a:cubicBezTo>
                <a:cubicBezTo>
                  <a:pt x="6782289" y="364880"/>
                  <a:pt x="6762977" y="363162"/>
                  <a:pt x="6753640" y="359257"/>
                </a:cubicBezTo>
                <a:cubicBezTo>
                  <a:pt x="6744388" y="355403"/>
                  <a:pt x="6748501" y="350821"/>
                  <a:pt x="6762894" y="349051"/>
                </a:cubicBezTo>
                <a:cubicBezTo>
                  <a:pt x="6770048" y="348165"/>
                  <a:pt x="6778426" y="348140"/>
                  <a:pt x="6786179" y="348820"/>
                </a:cubicBezTo>
                <a:close/>
                <a:moveTo>
                  <a:pt x="3585837" y="348608"/>
                </a:moveTo>
                <a:cubicBezTo>
                  <a:pt x="3595228" y="347698"/>
                  <a:pt x="3603398" y="348557"/>
                  <a:pt x="3604065" y="350561"/>
                </a:cubicBezTo>
                <a:cubicBezTo>
                  <a:pt x="3604787" y="352540"/>
                  <a:pt x="3597758" y="354935"/>
                  <a:pt x="3588393" y="355872"/>
                </a:cubicBezTo>
                <a:cubicBezTo>
                  <a:pt x="3578946" y="356784"/>
                  <a:pt x="3570749" y="355899"/>
                  <a:pt x="3570082" y="353893"/>
                </a:cubicBezTo>
                <a:cubicBezTo>
                  <a:pt x="3569471" y="351889"/>
                  <a:pt x="3576501" y="349520"/>
                  <a:pt x="3585837" y="348608"/>
                </a:cubicBezTo>
                <a:close/>
                <a:moveTo>
                  <a:pt x="5577048" y="348400"/>
                </a:moveTo>
                <a:cubicBezTo>
                  <a:pt x="5586857" y="347281"/>
                  <a:pt x="5598082" y="348348"/>
                  <a:pt x="5602000" y="350743"/>
                </a:cubicBezTo>
                <a:cubicBezTo>
                  <a:pt x="5606002" y="353165"/>
                  <a:pt x="5601333" y="356054"/>
                  <a:pt x="5591441" y="357147"/>
                </a:cubicBezTo>
                <a:cubicBezTo>
                  <a:pt x="5581578" y="358293"/>
                  <a:pt x="5570324" y="357200"/>
                  <a:pt x="5566351" y="354779"/>
                </a:cubicBezTo>
                <a:cubicBezTo>
                  <a:pt x="5562432" y="352358"/>
                  <a:pt x="5567212" y="349494"/>
                  <a:pt x="5577048" y="348400"/>
                </a:cubicBezTo>
                <a:close/>
                <a:moveTo>
                  <a:pt x="6526237" y="348218"/>
                </a:moveTo>
                <a:cubicBezTo>
                  <a:pt x="6537101" y="346864"/>
                  <a:pt x="6551216" y="348114"/>
                  <a:pt x="6557774" y="350977"/>
                </a:cubicBezTo>
                <a:cubicBezTo>
                  <a:pt x="6564331" y="353867"/>
                  <a:pt x="6560858" y="357304"/>
                  <a:pt x="6549827" y="358631"/>
                </a:cubicBezTo>
                <a:cubicBezTo>
                  <a:pt x="6538851" y="360011"/>
                  <a:pt x="6524625" y="358710"/>
                  <a:pt x="6518206" y="355820"/>
                </a:cubicBezTo>
                <a:cubicBezTo>
                  <a:pt x="6511649" y="352929"/>
                  <a:pt x="6515233" y="349520"/>
                  <a:pt x="6526237" y="348218"/>
                </a:cubicBezTo>
                <a:close/>
                <a:moveTo>
                  <a:pt x="7498386" y="346489"/>
                </a:moveTo>
                <a:cubicBezTo>
                  <a:pt x="7508601" y="347352"/>
                  <a:pt x="7518451" y="349103"/>
                  <a:pt x="7525523" y="351550"/>
                </a:cubicBezTo>
                <a:cubicBezTo>
                  <a:pt x="7539695" y="356445"/>
                  <a:pt x="7537360" y="362276"/>
                  <a:pt x="7520216" y="364567"/>
                </a:cubicBezTo>
                <a:cubicBezTo>
                  <a:pt x="7502988" y="366833"/>
                  <a:pt x="7477369" y="364645"/>
                  <a:pt x="7463253" y="359725"/>
                </a:cubicBezTo>
                <a:cubicBezTo>
                  <a:pt x="7449304" y="354805"/>
                  <a:pt x="7451917" y="349025"/>
                  <a:pt x="7469061" y="346760"/>
                </a:cubicBezTo>
                <a:cubicBezTo>
                  <a:pt x="7477591" y="345653"/>
                  <a:pt x="7488171" y="345627"/>
                  <a:pt x="7498386" y="346489"/>
                </a:cubicBezTo>
                <a:close/>
                <a:moveTo>
                  <a:pt x="5006931" y="344745"/>
                </a:moveTo>
                <a:cubicBezTo>
                  <a:pt x="5012752" y="345314"/>
                  <a:pt x="5017372" y="346474"/>
                  <a:pt x="5019400" y="348088"/>
                </a:cubicBezTo>
                <a:cubicBezTo>
                  <a:pt x="5023568" y="351316"/>
                  <a:pt x="5015760" y="355143"/>
                  <a:pt x="5001978" y="356653"/>
                </a:cubicBezTo>
                <a:cubicBezTo>
                  <a:pt x="4988140" y="358189"/>
                  <a:pt x="4973608" y="356731"/>
                  <a:pt x="4969579" y="353477"/>
                </a:cubicBezTo>
                <a:cubicBezTo>
                  <a:pt x="4965521" y="350248"/>
                  <a:pt x="4973441" y="346448"/>
                  <a:pt x="4987250" y="344938"/>
                </a:cubicBezTo>
                <a:cubicBezTo>
                  <a:pt x="4994086" y="344196"/>
                  <a:pt x="5001110" y="344175"/>
                  <a:pt x="5006931" y="344745"/>
                </a:cubicBezTo>
                <a:close/>
                <a:moveTo>
                  <a:pt x="7151073" y="344235"/>
                </a:moveTo>
                <a:cubicBezTo>
                  <a:pt x="7160749" y="345061"/>
                  <a:pt x="7169869" y="346746"/>
                  <a:pt x="7176163" y="349103"/>
                </a:cubicBezTo>
                <a:cubicBezTo>
                  <a:pt x="7188890" y="353815"/>
                  <a:pt x="7185388" y="359464"/>
                  <a:pt x="7168188" y="361652"/>
                </a:cubicBezTo>
                <a:cubicBezTo>
                  <a:pt x="7150961" y="363865"/>
                  <a:pt x="7126787" y="361782"/>
                  <a:pt x="7114283" y="357018"/>
                </a:cubicBezTo>
                <a:cubicBezTo>
                  <a:pt x="7101751" y="352253"/>
                  <a:pt x="7105613" y="346682"/>
                  <a:pt x="7122647" y="344521"/>
                </a:cubicBezTo>
                <a:cubicBezTo>
                  <a:pt x="7131163" y="343440"/>
                  <a:pt x="7141396" y="343407"/>
                  <a:pt x="7151073" y="344235"/>
                </a:cubicBezTo>
                <a:close/>
                <a:moveTo>
                  <a:pt x="4293011" y="343691"/>
                </a:moveTo>
                <a:cubicBezTo>
                  <a:pt x="4300083" y="344410"/>
                  <a:pt x="4305272" y="345874"/>
                  <a:pt x="4306925" y="347905"/>
                </a:cubicBezTo>
                <a:cubicBezTo>
                  <a:pt x="4310343" y="351993"/>
                  <a:pt x="4298117" y="356913"/>
                  <a:pt x="4279722" y="358787"/>
                </a:cubicBezTo>
                <a:cubicBezTo>
                  <a:pt x="4261188" y="360740"/>
                  <a:pt x="4243572" y="358917"/>
                  <a:pt x="4240321" y="354778"/>
                </a:cubicBezTo>
                <a:cubicBezTo>
                  <a:pt x="4237181" y="350665"/>
                  <a:pt x="4249601" y="345822"/>
                  <a:pt x="4267801" y="343949"/>
                </a:cubicBezTo>
                <a:cubicBezTo>
                  <a:pt x="4276986" y="342998"/>
                  <a:pt x="4285940" y="342971"/>
                  <a:pt x="4293011" y="343691"/>
                </a:cubicBezTo>
                <a:close/>
                <a:moveTo>
                  <a:pt x="7953742" y="343203"/>
                </a:moveTo>
                <a:cubicBezTo>
                  <a:pt x="7966489" y="344247"/>
                  <a:pt x="7979097" y="346369"/>
                  <a:pt x="7988587" y="349337"/>
                </a:cubicBezTo>
                <a:cubicBezTo>
                  <a:pt x="8007759" y="355299"/>
                  <a:pt x="8007092" y="362432"/>
                  <a:pt x="7986891" y="365218"/>
                </a:cubicBezTo>
                <a:cubicBezTo>
                  <a:pt x="7966663" y="368004"/>
                  <a:pt x="7934709" y="365348"/>
                  <a:pt x="7915730" y="359334"/>
                </a:cubicBezTo>
                <a:cubicBezTo>
                  <a:pt x="7896863" y="353295"/>
                  <a:pt x="7898058" y="346265"/>
                  <a:pt x="7918064" y="343532"/>
                </a:cubicBezTo>
                <a:cubicBezTo>
                  <a:pt x="7928108" y="342191"/>
                  <a:pt x="7940995" y="342158"/>
                  <a:pt x="7953742" y="343203"/>
                </a:cubicBezTo>
                <a:close/>
                <a:moveTo>
                  <a:pt x="3471856" y="342621"/>
                </a:moveTo>
                <a:cubicBezTo>
                  <a:pt x="3474301" y="342413"/>
                  <a:pt x="3476358" y="342621"/>
                  <a:pt x="3476525" y="343141"/>
                </a:cubicBezTo>
                <a:cubicBezTo>
                  <a:pt x="3476663" y="343663"/>
                  <a:pt x="3474830" y="344235"/>
                  <a:pt x="3472357" y="344469"/>
                </a:cubicBezTo>
                <a:cubicBezTo>
                  <a:pt x="3469995" y="344678"/>
                  <a:pt x="3467911" y="344521"/>
                  <a:pt x="3467744" y="343974"/>
                </a:cubicBezTo>
                <a:cubicBezTo>
                  <a:pt x="3467605" y="343480"/>
                  <a:pt x="3469467" y="342855"/>
                  <a:pt x="3471856" y="342621"/>
                </a:cubicBezTo>
                <a:close/>
                <a:moveTo>
                  <a:pt x="3945457" y="342025"/>
                </a:moveTo>
                <a:cubicBezTo>
                  <a:pt x="3952340" y="342744"/>
                  <a:pt x="3957189" y="344208"/>
                  <a:pt x="3958399" y="346239"/>
                </a:cubicBezTo>
                <a:cubicBezTo>
                  <a:pt x="3960788" y="350300"/>
                  <a:pt x="3947534" y="355169"/>
                  <a:pt x="3928695" y="357095"/>
                </a:cubicBezTo>
                <a:cubicBezTo>
                  <a:pt x="3909744" y="359048"/>
                  <a:pt x="3892656" y="357226"/>
                  <a:pt x="3890377" y="353086"/>
                </a:cubicBezTo>
                <a:cubicBezTo>
                  <a:pt x="3888126" y="348973"/>
                  <a:pt x="3901491" y="344130"/>
                  <a:pt x="3920303" y="342282"/>
                </a:cubicBezTo>
                <a:cubicBezTo>
                  <a:pt x="3929653" y="341331"/>
                  <a:pt x="3938572" y="341305"/>
                  <a:pt x="3945457" y="342025"/>
                </a:cubicBezTo>
                <a:close/>
                <a:moveTo>
                  <a:pt x="3036163" y="341214"/>
                </a:moveTo>
                <a:cubicBezTo>
                  <a:pt x="3036691" y="341188"/>
                  <a:pt x="3037052" y="341214"/>
                  <a:pt x="3037052" y="341319"/>
                </a:cubicBezTo>
                <a:cubicBezTo>
                  <a:pt x="3037052" y="341423"/>
                  <a:pt x="3036691" y="341553"/>
                  <a:pt x="3036163" y="341605"/>
                </a:cubicBezTo>
                <a:cubicBezTo>
                  <a:pt x="3035718" y="341657"/>
                  <a:pt x="3035274" y="341605"/>
                  <a:pt x="3035274" y="341501"/>
                </a:cubicBezTo>
                <a:cubicBezTo>
                  <a:pt x="3035302" y="341423"/>
                  <a:pt x="3035691" y="341267"/>
                  <a:pt x="3036163" y="341214"/>
                </a:cubicBezTo>
                <a:close/>
                <a:moveTo>
                  <a:pt x="6170040" y="340799"/>
                </a:moveTo>
                <a:cubicBezTo>
                  <a:pt x="6181794" y="339419"/>
                  <a:pt x="6196215" y="340695"/>
                  <a:pt x="6202439" y="343714"/>
                </a:cubicBezTo>
                <a:cubicBezTo>
                  <a:pt x="6208636" y="346708"/>
                  <a:pt x="6204106" y="350301"/>
                  <a:pt x="6192269" y="351707"/>
                </a:cubicBezTo>
                <a:cubicBezTo>
                  <a:pt x="6180460" y="353113"/>
                  <a:pt x="6165872" y="351785"/>
                  <a:pt x="6159731" y="348765"/>
                </a:cubicBezTo>
                <a:cubicBezTo>
                  <a:pt x="6153618" y="345719"/>
                  <a:pt x="6158259" y="342178"/>
                  <a:pt x="6170040" y="340799"/>
                </a:cubicBezTo>
                <a:close/>
                <a:moveTo>
                  <a:pt x="4763232" y="338412"/>
                </a:moveTo>
                <a:cubicBezTo>
                  <a:pt x="4770412" y="339119"/>
                  <a:pt x="4775976" y="340564"/>
                  <a:pt x="4778213" y="342569"/>
                </a:cubicBezTo>
                <a:cubicBezTo>
                  <a:pt x="4782771" y="346578"/>
                  <a:pt x="4772239" y="351368"/>
                  <a:pt x="4754622" y="353243"/>
                </a:cubicBezTo>
                <a:cubicBezTo>
                  <a:pt x="4737061" y="355143"/>
                  <a:pt x="4719139" y="353373"/>
                  <a:pt x="4714776" y="349311"/>
                </a:cubicBezTo>
                <a:cubicBezTo>
                  <a:pt x="4710358" y="345250"/>
                  <a:pt x="4721028" y="340485"/>
                  <a:pt x="4738561" y="338689"/>
                </a:cubicBezTo>
                <a:cubicBezTo>
                  <a:pt x="4747258" y="337739"/>
                  <a:pt x="4756053" y="337706"/>
                  <a:pt x="4763232" y="338412"/>
                </a:cubicBezTo>
                <a:close/>
                <a:moveTo>
                  <a:pt x="4526411" y="338270"/>
                </a:moveTo>
                <a:cubicBezTo>
                  <a:pt x="4534177" y="339041"/>
                  <a:pt x="4540041" y="340616"/>
                  <a:pt x="4542193" y="342829"/>
                </a:cubicBezTo>
                <a:cubicBezTo>
                  <a:pt x="4546556" y="347255"/>
                  <a:pt x="4534108" y="352540"/>
                  <a:pt x="4514435" y="354623"/>
                </a:cubicBezTo>
                <a:cubicBezTo>
                  <a:pt x="4494651" y="356679"/>
                  <a:pt x="4475228" y="354727"/>
                  <a:pt x="4471144" y="350248"/>
                </a:cubicBezTo>
                <a:cubicBezTo>
                  <a:pt x="4467031" y="345797"/>
                  <a:pt x="4479646" y="340538"/>
                  <a:pt x="4499208" y="338533"/>
                </a:cubicBezTo>
                <a:cubicBezTo>
                  <a:pt x="4508976" y="337531"/>
                  <a:pt x="4518645" y="337499"/>
                  <a:pt x="4526411" y="338270"/>
                </a:cubicBezTo>
                <a:close/>
                <a:moveTo>
                  <a:pt x="7621485" y="337976"/>
                </a:moveTo>
                <a:cubicBezTo>
                  <a:pt x="7632245" y="338865"/>
                  <a:pt x="7642686" y="340681"/>
                  <a:pt x="7650285" y="343220"/>
                </a:cubicBezTo>
                <a:cubicBezTo>
                  <a:pt x="7665568" y="348322"/>
                  <a:pt x="7663651" y="354388"/>
                  <a:pt x="7645784" y="356784"/>
                </a:cubicBezTo>
                <a:cubicBezTo>
                  <a:pt x="7627945" y="359204"/>
                  <a:pt x="7601020" y="356939"/>
                  <a:pt x="7585821" y="351784"/>
                </a:cubicBezTo>
                <a:cubicBezTo>
                  <a:pt x="7570788" y="346630"/>
                  <a:pt x="7573066" y="340641"/>
                  <a:pt x="7590766" y="338299"/>
                </a:cubicBezTo>
                <a:cubicBezTo>
                  <a:pt x="7599644" y="337127"/>
                  <a:pt x="7610725" y="337088"/>
                  <a:pt x="7621485" y="337976"/>
                </a:cubicBezTo>
                <a:close/>
                <a:moveTo>
                  <a:pt x="6922604" y="337319"/>
                </a:moveTo>
                <a:cubicBezTo>
                  <a:pt x="6930884" y="338032"/>
                  <a:pt x="6938574" y="339483"/>
                  <a:pt x="6943728" y="341501"/>
                </a:cubicBezTo>
                <a:cubicBezTo>
                  <a:pt x="6954092" y="345588"/>
                  <a:pt x="6950286" y="350431"/>
                  <a:pt x="6935198" y="352331"/>
                </a:cubicBezTo>
                <a:cubicBezTo>
                  <a:pt x="6920027" y="354258"/>
                  <a:pt x="6899354" y="352435"/>
                  <a:pt x="6889183" y="348322"/>
                </a:cubicBezTo>
                <a:cubicBezTo>
                  <a:pt x="6878958" y="344260"/>
                  <a:pt x="6882932" y="339418"/>
                  <a:pt x="6897936" y="337569"/>
                </a:cubicBezTo>
                <a:cubicBezTo>
                  <a:pt x="6905452" y="336632"/>
                  <a:pt x="6914324" y="336606"/>
                  <a:pt x="6922604" y="337319"/>
                </a:cubicBezTo>
                <a:close/>
                <a:moveTo>
                  <a:pt x="8177756" y="337153"/>
                </a:moveTo>
                <a:cubicBezTo>
                  <a:pt x="8182675" y="336476"/>
                  <a:pt x="8190622" y="337102"/>
                  <a:pt x="8195540" y="338559"/>
                </a:cubicBezTo>
                <a:cubicBezTo>
                  <a:pt x="8200458" y="340044"/>
                  <a:pt x="8200542" y="341787"/>
                  <a:pt x="8195651" y="342464"/>
                </a:cubicBezTo>
                <a:cubicBezTo>
                  <a:pt x="8190760" y="343115"/>
                  <a:pt x="8182758" y="342491"/>
                  <a:pt x="8177896" y="341007"/>
                </a:cubicBezTo>
                <a:cubicBezTo>
                  <a:pt x="8172922" y="339548"/>
                  <a:pt x="8172922" y="337805"/>
                  <a:pt x="8177756" y="337153"/>
                </a:cubicBezTo>
                <a:close/>
                <a:moveTo>
                  <a:pt x="8070856" y="336704"/>
                </a:moveTo>
                <a:cubicBezTo>
                  <a:pt x="8082741" y="337667"/>
                  <a:pt x="8094578" y="339627"/>
                  <a:pt x="8103539" y="342360"/>
                </a:cubicBezTo>
                <a:cubicBezTo>
                  <a:pt x="8121712" y="347854"/>
                  <a:pt x="8121628" y="354414"/>
                  <a:pt x="8103150" y="357044"/>
                </a:cubicBezTo>
                <a:cubicBezTo>
                  <a:pt x="8084589" y="359620"/>
                  <a:pt x="8054690" y="357147"/>
                  <a:pt x="8036740" y="351576"/>
                </a:cubicBezTo>
                <a:cubicBezTo>
                  <a:pt x="8018873" y="346057"/>
                  <a:pt x="8019430" y="339548"/>
                  <a:pt x="8037880" y="337023"/>
                </a:cubicBezTo>
                <a:cubicBezTo>
                  <a:pt x="8047036" y="335773"/>
                  <a:pt x="8058970" y="335741"/>
                  <a:pt x="8070856" y="336704"/>
                </a:cubicBezTo>
                <a:close/>
                <a:moveTo>
                  <a:pt x="5115475" y="335582"/>
                </a:moveTo>
                <a:cubicBezTo>
                  <a:pt x="5121502" y="336165"/>
                  <a:pt x="5126350" y="337349"/>
                  <a:pt x="5128602" y="339002"/>
                </a:cubicBezTo>
                <a:cubicBezTo>
                  <a:pt x="5133076" y="342257"/>
                  <a:pt x="5125350" y="346188"/>
                  <a:pt x="5111235" y="347724"/>
                </a:cubicBezTo>
                <a:cubicBezTo>
                  <a:pt x="5097231" y="349260"/>
                  <a:pt x="5082226" y="347802"/>
                  <a:pt x="5077779" y="344496"/>
                </a:cubicBezTo>
                <a:cubicBezTo>
                  <a:pt x="5073445" y="341188"/>
                  <a:pt x="5081309" y="337310"/>
                  <a:pt x="5095285" y="335773"/>
                </a:cubicBezTo>
                <a:cubicBezTo>
                  <a:pt x="5102246" y="335019"/>
                  <a:pt x="5109449" y="335000"/>
                  <a:pt x="5115475" y="335582"/>
                </a:cubicBezTo>
                <a:close/>
                <a:moveTo>
                  <a:pt x="3358794" y="334810"/>
                </a:moveTo>
                <a:cubicBezTo>
                  <a:pt x="3359765" y="334706"/>
                  <a:pt x="3360572" y="334810"/>
                  <a:pt x="3360655" y="335019"/>
                </a:cubicBezTo>
                <a:cubicBezTo>
                  <a:pt x="3360655" y="335227"/>
                  <a:pt x="3359849" y="335435"/>
                  <a:pt x="3358932" y="335513"/>
                </a:cubicBezTo>
                <a:cubicBezTo>
                  <a:pt x="3357960" y="335617"/>
                  <a:pt x="3357126" y="335539"/>
                  <a:pt x="3357070" y="335331"/>
                </a:cubicBezTo>
                <a:cubicBezTo>
                  <a:pt x="3357070" y="335149"/>
                  <a:pt x="3357876" y="334889"/>
                  <a:pt x="3358794" y="334810"/>
                </a:cubicBezTo>
                <a:close/>
                <a:moveTo>
                  <a:pt x="7279713" y="334661"/>
                </a:moveTo>
                <a:cubicBezTo>
                  <a:pt x="7289943" y="335526"/>
                  <a:pt x="7299661" y="337284"/>
                  <a:pt x="7306483" y="339732"/>
                </a:cubicBezTo>
                <a:cubicBezTo>
                  <a:pt x="7320125" y="344652"/>
                  <a:pt x="7316958" y="350535"/>
                  <a:pt x="7299202" y="352826"/>
                </a:cubicBezTo>
                <a:cubicBezTo>
                  <a:pt x="7281391" y="355117"/>
                  <a:pt x="7255883" y="352930"/>
                  <a:pt x="7242240" y="347958"/>
                </a:cubicBezTo>
                <a:cubicBezTo>
                  <a:pt x="7228763" y="343038"/>
                  <a:pt x="7232292" y="337206"/>
                  <a:pt x="7249881" y="334941"/>
                </a:cubicBezTo>
                <a:cubicBezTo>
                  <a:pt x="7258745" y="333821"/>
                  <a:pt x="7269484" y="333796"/>
                  <a:pt x="7279713" y="334661"/>
                </a:cubicBezTo>
                <a:close/>
                <a:moveTo>
                  <a:pt x="6066452" y="333535"/>
                </a:moveTo>
                <a:cubicBezTo>
                  <a:pt x="6076233" y="332389"/>
                  <a:pt x="6088126" y="333457"/>
                  <a:pt x="6093099" y="335956"/>
                </a:cubicBezTo>
                <a:cubicBezTo>
                  <a:pt x="6097989" y="338455"/>
                  <a:pt x="6094044" y="341345"/>
                  <a:pt x="6084235" y="342517"/>
                </a:cubicBezTo>
                <a:cubicBezTo>
                  <a:pt x="6074371" y="343663"/>
                  <a:pt x="6062395" y="342569"/>
                  <a:pt x="6057560" y="340069"/>
                </a:cubicBezTo>
                <a:cubicBezTo>
                  <a:pt x="6052614" y="337570"/>
                  <a:pt x="6056643" y="334681"/>
                  <a:pt x="6066452" y="333535"/>
                </a:cubicBezTo>
                <a:close/>
                <a:moveTo>
                  <a:pt x="2927462" y="333327"/>
                </a:moveTo>
                <a:cubicBezTo>
                  <a:pt x="2927990" y="333301"/>
                  <a:pt x="2928379" y="333327"/>
                  <a:pt x="2928379" y="333457"/>
                </a:cubicBezTo>
                <a:cubicBezTo>
                  <a:pt x="2928379" y="333535"/>
                  <a:pt x="2927962" y="333665"/>
                  <a:pt x="2927462" y="333743"/>
                </a:cubicBezTo>
                <a:cubicBezTo>
                  <a:pt x="2927017" y="333769"/>
                  <a:pt x="2926601" y="333717"/>
                  <a:pt x="2926601" y="333613"/>
                </a:cubicBezTo>
                <a:cubicBezTo>
                  <a:pt x="2926601" y="333535"/>
                  <a:pt x="2926990" y="333404"/>
                  <a:pt x="2927462" y="333327"/>
                </a:cubicBezTo>
                <a:close/>
                <a:moveTo>
                  <a:pt x="4167436" y="333303"/>
                </a:moveTo>
                <a:cubicBezTo>
                  <a:pt x="4174141" y="333990"/>
                  <a:pt x="4178997" y="335383"/>
                  <a:pt x="4180414" y="337310"/>
                </a:cubicBezTo>
                <a:cubicBezTo>
                  <a:pt x="4183274" y="341189"/>
                  <a:pt x="4171244" y="345823"/>
                  <a:pt x="4153543" y="347646"/>
                </a:cubicBezTo>
                <a:cubicBezTo>
                  <a:pt x="4135676" y="349468"/>
                  <a:pt x="4119032" y="347724"/>
                  <a:pt x="4116226" y="343818"/>
                </a:cubicBezTo>
                <a:cubicBezTo>
                  <a:pt x="4113559" y="339914"/>
                  <a:pt x="4125673" y="335305"/>
                  <a:pt x="4143374" y="333535"/>
                </a:cubicBezTo>
                <a:cubicBezTo>
                  <a:pt x="4152182" y="332636"/>
                  <a:pt x="4160733" y="332617"/>
                  <a:pt x="4167436" y="333303"/>
                </a:cubicBezTo>
                <a:close/>
                <a:moveTo>
                  <a:pt x="6687551" y="333288"/>
                </a:moveTo>
                <a:cubicBezTo>
                  <a:pt x="6695192" y="333958"/>
                  <a:pt x="6702181" y="335318"/>
                  <a:pt x="6706710" y="337206"/>
                </a:cubicBezTo>
                <a:cubicBezTo>
                  <a:pt x="6715713" y="340981"/>
                  <a:pt x="6711489" y="345485"/>
                  <a:pt x="6697068" y="347281"/>
                </a:cubicBezTo>
                <a:cubicBezTo>
                  <a:pt x="6682702" y="349052"/>
                  <a:pt x="6663557" y="347333"/>
                  <a:pt x="6654694" y="343532"/>
                </a:cubicBezTo>
                <a:cubicBezTo>
                  <a:pt x="6645718" y="339705"/>
                  <a:pt x="6650081" y="335227"/>
                  <a:pt x="6664474" y="333509"/>
                </a:cubicBezTo>
                <a:cubicBezTo>
                  <a:pt x="6671615" y="332637"/>
                  <a:pt x="6679910" y="332617"/>
                  <a:pt x="6687551" y="333288"/>
                </a:cubicBezTo>
                <a:close/>
                <a:moveTo>
                  <a:pt x="6444572" y="332910"/>
                </a:moveTo>
                <a:cubicBezTo>
                  <a:pt x="6452497" y="333613"/>
                  <a:pt x="6459604" y="335044"/>
                  <a:pt x="6464022" y="337023"/>
                </a:cubicBezTo>
                <a:cubicBezTo>
                  <a:pt x="6472969" y="341007"/>
                  <a:pt x="6467745" y="345771"/>
                  <a:pt x="6452296" y="347619"/>
                </a:cubicBezTo>
                <a:cubicBezTo>
                  <a:pt x="6436708" y="349494"/>
                  <a:pt x="6417007" y="347724"/>
                  <a:pt x="6408226" y="343714"/>
                </a:cubicBezTo>
                <a:cubicBezTo>
                  <a:pt x="6399474" y="339705"/>
                  <a:pt x="6404809" y="334967"/>
                  <a:pt x="6420203" y="333170"/>
                </a:cubicBezTo>
                <a:cubicBezTo>
                  <a:pt x="6427900" y="332233"/>
                  <a:pt x="6436646" y="332207"/>
                  <a:pt x="6444572" y="332910"/>
                </a:cubicBezTo>
                <a:close/>
                <a:moveTo>
                  <a:pt x="8300129" y="332285"/>
                </a:moveTo>
                <a:cubicBezTo>
                  <a:pt x="8300962" y="332181"/>
                  <a:pt x="8302324" y="332285"/>
                  <a:pt x="8303240" y="332545"/>
                </a:cubicBezTo>
                <a:cubicBezTo>
                  <a:pt x="8304102" y="332806"/>
                  <a:pt x="8304018" y="333092"/>
                  <a:pt x="8303240" y="333197"/>
                </a:cubicBezTo>
                <a:cubicBezTo>
                  <a:pt x="8302462" y="333327"/>
                  <a:pt x="8301074" y="333222"/>
                  <a:pt x="8300212" y="332963"/>
                </a:cubicBezTo>
                <a:cubicBezTo>
                  <a:pt x="8299350" y="332728"/>
                  <a:pt x="8299295" y="332415"/>
                  <a:pt x="8300129" y="332285"/>
                </a:cubicBezTo>
                <a:close/>
                <a:moveTo>
                  <a:pt x="3829675" y="331566"/>
                </a:moveTo>
                <a:cubicBezTo>
                  <a:pt x="3837500" y="332376"/>
                  <a:pt x="3842932" y="334029"/>
                  <a:pt x="3844113" y="336346"/>
                </a:cubicBezTo>
                <a:cubicBezTo>
                  <a:pt x="3846503" y="340981"/>
                  <a:pt x="3830914" y="346526"/>
                  <a:pt x="3809158" y="348713"/>
                </a:cubicBezTo>
                <a:cubicBezTo>
                  <a:pt x="3787373" y="350900"/>
                  <a:pt x="3767894" y="348843"/>
                  <a:pt x="3765699" y="344130"/>
                </a:cubicBezTo>
                <a:cubicBezTo>
                  <a:pt x="3763504" y="339445"/>
                  <a:pt x="3779343" y="333977"/>
                  <a:pt x="3800877" y="331842"/>
                </a:cubicBezTo>
                <a:cubicBezTo>
                  <a:pt x="3811631" y="330788"/>
                  <a:pt x="3821849" y="330755"/>
                  <a:pt x="3829675" y="331566"/>
                </a:cubicBezTo>
                <a:close/>
                <a:moveTo>
                  <a:pt x="7742358" y="329955"/>
                </a:moveTo>
                <a:cubicBezTo>
                  <a:pt x="7753441" y="330859"/>
                  <a:pt x="7764278" y="332701"/>
                  <a:pt x="7772295" y="335279"/>
                </a:cubicBezTo>
                <a:cubicBezTo>
                  <a:pt x="7788384" y="340460"/>
                  <a:pt x="7786938" y="346682"/>
                  <a:pt x="7768850" y="349129"/>
                </a:cubicBezTo>
                <a:cubicBezTo>
                  <a:pt x="7750677" y="351576"/>
                  <a:pt x="7722890" y="349259"/>
                  <a:pt x="7706913" y="344000"/>
                </a:cubicBezTo>
                <a:cubicBezTo>
                  <a:pt x="7691076" y="338793"/>
                  <a:pt x="7692937" y="332650"/>
                  <a:pt x="7710942" y="330254"/>
                </a:cubicBezTo>
                <a:cubicBezTo>
                  <a:pt x="7719945" y="329082"/>
                  <a:pt x="7731275" y="329050"/>
                  <a:pt x="7742358" y="329955"/>
                </a:cubicBezTo>
                <a:close/>
                <a:moveTo>
                  <a:pt x="3687063" y="329422"/>
                </a:moveTo>
                <a:cubicBezTo>
                  <a:pt x="3691537" y="329005"/>
                  <a:pt x="3695482" y="329422"/>
                  <a:pt x="3695871" y="330359"/>
                </a:cubicBezTo>
                <a:cubicBezTo>
                  <a:pt x="3696316" y="331322"/>
                  <a:pt x="3693010" y="332442"/>
                  <a:pt x="3688508" y="332884"/>
                </a:cubicBezTo>
                <a:cubicBezTo>
                  <a:pt x="3683951" y="333353"/>
                  <a:pt x="3680033" y="332936"/>
                  <a:pt x="3679672" y="331972"/>
                </a:cubicBezTo>
                <a:cubicBezTo>
                  <a:pt x="3679255" y="331009"/>
                  <a:pt x="3682590" y="329890"/>
                  <a:pt x="3687063" y="329422"/>
                </a:cubicBezTo>
                <a:close/>
                <a:moveTo>
                  <a:pt x="5224642" y="327872"/>
                </a:moveTo>
                <a:cubicBezTo>
                  <a:pt x="5231141" y="328485"/>
                  <a:pt x="5236427" y="329734"/>
                  <a:pt x="5238969" y="331478"/>
                </a:cubicBezTo>
                <a:cubicBezTo>
                  <a:pt x="5243998" y="335019"/>
                  <a:pt x="5236024" y="339211"/>
                  <a:pt x="5221130" y="340825"/>
                </a:cubicBezTo>
                <a:cubicBezTo>
                  <a:pt x="5206126" y="342438"/>
                  <a:pt x="5189870" y="340902"/>
                  <a:pt x="5184980" y="337362"/>
                </a:cubicBezTo>
                <a:cubicBezTo>
                  <a:pt x="5180034" y="333848"/>
                  <a:pt x="5188175" y="329734"/>
                  <a:pt x="5203042" y="328094"/>
                </a:cubicBezTo>
                <a:cubicBezTo>
                  <a:pt x="5210434" y="327287"/>
                  <a:pt x="5218143" y="327261"/>
                  <a:pt x="5224642" y="327872"/>
                </a:cubicBezTo>
                <a:close/>
                <a:moveTo>
                  <a:pt x="7055100" y="327218"/>
                </a:moveTo>
                <a:cubicBezTo>
                  <a:pt x="7063280" y="327911"/>
                  <a:pt x="7070935" y="329317"/>
                  <a:pt x="7076132" y="331270"/>
                </a:cubicBezTo>
                <a:cubicBezTo>
                  <a:pt x="7086607" y="335279"/>
                  <a:pt x="7083328" y="339965"/>
                  <a:pt x="7068740" y="341814"/>
                </a:cubicBezTo>
                <a:cubicBezTo>
                  <a:pt x="7054014" y="343688"/>
                  <a:pt x="7033618" y="341917"/>
                  <a:pt x="7023198" y="337935"/>
                </a:cubicBezTo>
                <a:cubicBezTo>
                  <a:pt x="7012834" y="333977"/>
                  <a:pt x="7016363" y="329265"/>
                  <a:pt x="7030923" y="327443"/>
                </a:cubicBezTo>
                <a:cubicBezTo>
                  <a:pt x="7038216" y="326544"/>
                  <a:pt x="7046920" y="326525"/>
                  <a:pt x="7055100" y="327218"/>
                </a:cubicBezTo>
                <a:close/>
                <a:moveTo>
                  <a:pt x="4395555" y="326899"/>
                </a:moveTo>
                <a:cubicBezTo>
                  <a:pt x="4402594" y="327605"/>
                  <a:pt x="4407833" y="329044"/>
                  <a:pt x="4409597" y="331036"/>
                </a:cubicBezTo>
                <a:cubicBezTo>
                  <a:pt x="4413293" y="335044"/>
                  <a:pt x="4401484" y="339809"/>
                  <a:pt x="4383422" y="341684"/>
                </a:cubicBezTo>
                <a:cubicBezTo>
                  <a:pt x="4365278" y="343584"/>
                  <a:pt x="4347661" y="341788"/>
                  <a:pt x="4344271" y="337779"/>
                </a:cubicBezTo>
                <a:cubicBezTo>
                  <a:pt x="4340825" y="333743"/>
                  <a:pt x="4352746" y="328979"/>
                  <a:pt x="4370696" y="327157"/>
                </a:cubicBezTo>
                <a:cubicBezTo>
                  <a:pt x="4379671" y="326220"/>
                  <a:pt x="4388514" y="326194"/>
                  <a:pt x="4395555" y="326899"/>
                </a:cubicBezTo>
                <a:close/>
                <a:moveTo>
                  <a:pt x="5959779" y="326844"/>
                </a:moveTo>
                <a:cubicBezTo>
                  <a:pt x="5970255" y="325647"/>
                  <a:pt x="5982787" y="326792"/>
                  <a:pt x="5987760" y="329395"/>
                </a:cubicBezTo>
                <a:cubicBezTo>
                  <a:pt x="5992735" y="331972"/>
                  <a:pt x="5988344" y="335097"/>
                  <a:pt x="5977924" y="336294"/>
                </a:cubicBezTo>
                <a:cubicBezTo>
                  <a:pt x="5967421" y="337466"/>
                  <a:pt x="5954805" y="336346"/>
                  <a:pt x="5949804" y="333743"/>
                </a:cubicBezTo>
                <a:cubicBezTo>
                  <a:pt x="5944914" y="331114"/>
                  <a:pt x="5949388" y="328042"/>
                  <a:pt x="5959779" y="326844"/>
                </a:cubicBezTo>
                <a:close/>
                <a:moveTo>
                  <a:pt x="3247285" y="326792"/>
                </a:moveTo>
                <a:cubicBezTo>
                  <a:pt x="3247730" y="326740"/>
                  <a:pt x="3248175" y="326792"/>
                  <a:pt x="3248202" y="326896"/>
                </a:cubicBezTo>
                <a:cubicBezTo>
                  <a:pt x="3248202" y="326974"/>
                  <a:pt x="3247842" y="327104"/>
                  <a:pt x="3247285" y="327157"/>
                </a:cubicBezTo>
                <a:cubicBezTo>
                  <a:pt x="3246869" y="327209"/>
                  <a:pt x="3246480" y="327157"/>
                  <a:pt x="3246396" y="327078"/>
                </a:cubicBezTo>
                <a:cubicBezTo>
                  <a:pt x="3246396" y="326949"/>
                  <a:pt x="3246785" y="326844"/>
                  <a:pt x="3247285" y="326792"/>
                </a:cubicBezTo>
                <a:close/>
                <a:moveTo>
                  <a:pt x="4869346" y="326320"/>
                </a:moveTo>
                <a:cubicBezTo>
                  <a:pt x="4876605" y="327026"/>
                  <a:pt x="4882302" y="328458"/>
                  <a:pt x="4884746" y="330436"/>
                </a:cubicBezTo>
                <a:cubicBezTo>
                  <a:pt x="4889553" y="334446"/>
                  <a:pt x="4879356" y="339236"/>
                  <a:pt x="4861795" y="341085"/>
                </a:cubicBezTo>
                <a:cubicBezTo>
                  <a:pt x="4844234" y="342985"/>
                  <a:pt x="4826144" y="341189"/>
                  <a:pt x="4821422" y="337179"/>
                </a:cubicBezTo>
                <a:cubicBezTo>
                  <a:pt x="4816781" y="333118"/>
                  <a:pt x="4827117" y="328380"/>
                  <a:pt x="4844567" y="326557"/>
                </a:cubicBezTo>
                <a:cubicBezTo>
                  <a:pt x="4853264" y="325634"/>
                  <a:pt x="4862087" y="325614"/>
                  <a:pt x="4869346" y="326320"/>
                </a:cubicBezTo>
                <a:close/>
                <a:moveTo>
                  <a:pt x="7405403" y="325819"/>
                </a:moveTo>
                <a:cubicBezTo>
                  <a:pt x="7415829" y="326694"/>
                  <a:pt x="7425825" y="328470"/>
                  <a:pt x="7432967" y="330931"/>
                </a:cubicBezTo>
                <a:cubicBezTo>
                  <a:pt x="7447305" y="335903"/>
                  <a:pt x="7444609" y="341840"/>
                  <a:pt x="7426770" y="344130"/>
                </a:cubicBezTo>
                <a:cubicBezTo>
                  <a:pt x="7408848" y="346474"/>
                  <a:pt x="7382757" y="344235"/>
                  <a:pt x="7368557" y="339236"/>
                </a:cubicBezTo>
                <a:cubicBezTo>
                  <a:pt x="7354526" y="334263"/>
                  <a:pt x="7357471" y="328380"/>
                  <a:pt x="7375254" y="326115"/>
                </a:cubicBezTo>
                <a:cubicBezTo>
                  <a:pt x="7384117" y="324969"/>
                  <a:pt x="7394975" y="324943"/>
                  <a:pt x="7405403" y="325819"/>
                </a:cubicBezTo>
                <a:close/>
                <a:moveTo>
                  <a:pt x="8414664" y="325698"/>
                </a:moveTo>
                <a:cubicBezTo>
                  <a:pt x="8414942" y="325647"/>
                  <a:pt x="8415444" y="325698"/>
                  <a:pt x="8415860" y="325803"/>
                </a:cubicBezTo>
                <a:cubicBezTo>
                  <a:pt x="8416248" y="325881"/>
                  <a:pt x="8416193" y="325985"/>
                  <a:pt x="8415860" y="326063"/>
                </a:cubicBezTo>
                <a:cubicBezTo>
                  <a:pt x="8415611" y="326090"/>
                  <a:pt x="8414999" y="326063"/>
                  <a:pt x="8414693" y="325959"/>
                </a:cubicBezTo>
                <a:cubicBezTo>
                  <a:pt x="8414276" y="325855"/>
                  <a:pt x="8414276" y="325751"/>
                  <a:pt x="8414664" y="325698"/>
                </a:cubicBezTo>
                <a:close/>
                <a:moveTo>
                  <a:pt x="5313854" y="324215"/>
                </a:moveTo>
                <a:cubicBezTo>
                  <a:pt x="5324747" y="323018"/>
                  <a:pt x="5336695" y="324162"/>
                  <a:pt x="5340612" y="326714"/>
                </a:cubicBezTo>
                <a:cubicBezTo>
                  <a:pt x="5344503" y="329318"/>
                  <a:pt x="5338862" y="332389"/>
                  <a:pt x="5327830" y="333614"/>
                </a:cubicBezTo>
                <a:cubicBezTo>
                  <a:pt x="5316800" y="334811"/>
                  <a:pt x="5304768" y="333665"/>
                  <a:pt x="5300961" y="331062"/>
                </a:cubicBezTo>
                <a:cubicBezTo>
                  <a:pt x="5297071" y="328485"/>
                  <a:pt x="5302906" y="325412"/>
                  <a:pt x="5313854" y="324215"/>
                </a:cubicBezTo>
                <a:close/>
                <a:moveTo>
                  <a:pt x="4630600" y="323592"/>
                </a:moveTo>
                <a:cubicBezTo>
                  <a:pt x="4638439" y="324363"/>
                  <a:pt x="4644434" y="325932"/>
                  <a:pt x="4646754" y="328119"/>
                </a:cubicBezTo>
                <a:cubicBezTo>
                  <a:pt x="4651395" y="332519"/>
                  <a:pt x="4639252" y="337752"/>
                  <a:pt x="4619718" y="339783"/>
                </a:cubicBezTo>
                <a:cubicBezTo>
                  <a:pt x="4600100" y="341839"/>
                  <a:pt x="4580484" y="339913"/>
                  <a:pt x="4576094" y="335461"/>
                </a:cubicBezTo>
                <a:cubicBezTo>
                  <a:pt x="4571620" y="331035"/>
                  <a:pt x="4583902" y="325854"/>
                  <a:pt x="4603381" y="323850"/>
                </a:cubicBezTo>
                <a:cubicBezTo>
                  <a:pt x="4613077" y="322847"/>
                  <a:pt x="4622761" y="322822"/>
                  <a:pt x="4630600" y="323592"/>
                </a:cubicBezTo>
                <a:close/>
                <a:moveTo>
                  <a:pt x="6341605" y="322249"/>
                </a:moveTo>
                <a:cubicBezTo>
                  <a:pt x="6348736" y="322880"/>
                  <a:pt x="6355085" y="324162"/>
                  <a:pt x="6358989" y="325959"/>
                </a:cubicBezTo>
                <a:cubicBezTo>
                  <a:pt x="6366825" y="329526"/>
                  <a:pt x="6361823" y="333795"/>
                  <a:pt x="6347735" y="335461"/>
                </a:cubicBezTo>
                <a:cubicBezTo>
                  <a:pt x="6333536" y="337127"/>
                  <a:pt x="6315809" y="335566"/>
                  <a:pt x="6308001" y="331921"/>
                </a:cubicBezTo>
                <a:cubicBezTo>
                  <a:pt x="6300331" y="328328"/>
                  <a:pt x="6305583" y="324085"/>
                  <a:pt x="6319532" y="322445"/>
                </a:cubicBezTo>
                <a:cubicBezTo>
                  <a:pt x="6326562" y="321638"/>
                  <a:pt x="6334474" y="321618"/>
                  <a:pt x="6341605" y="322249"/>
                </a:cubicBezTo>
                <a:close/>
                <a:moveTo>
                  <a:pt x="6824767" y="322020"/>
                </a:moveTo>
                <a:cubicBezTo>
                  <a:pt x="6831895" y="322632"/>
                  <a:pt x="6838460" y="323876"/>
                  <a:pt x="6842753" y="325620"/>
                </a:cubicBezTo>
                <a:cubicBezTo>
                  <a:pt x="6851506" y="329056"/>
                  <a:pt x="6848032" y="333222"/>
                  <a:pt x="6834778" y="334862"/>
                </a:cubicBezTo>
                <a:cubicBezTo>
                  <a:pt x="6821579" y="336476"/>
                  <a:pt x="6803852" y="334966"/>
                  <a:pt x="6795154" y="331425"/>
                </a:cubicBezTo>
                <a:cubicBezTo>
                  <a:pt x="6786624" y="327937"/>
                  <a:pt x="6790292" y="323824"/>
                  <a:pt x="6803407" y="322210"/>
                </a:cubicBezTo>
                <a:cubicBezTo>
                  <a:pt x="6809951" y="321428"/>
                  <a:pt x="6817640" y="321409"/>
                  <a:pt x="6824767" y="322020"/>
                </a:cubicBezTo>
                <a:close/>
                <a:moveTo>
                  <a:pt x="4048872" y="321923"/>
                </a:moveTo>
                <a:cubicBezTo>
                  <a:pt x="4056665" y="322718"/>
                  <a:pt x="4062223" y="324331"/>
                  <a:pt x="4063709" y="326583"/>
                </a:cubicBezTo>
                <a:cubicBezTo>
                  <a:pt x="4066794" y="331113"/>
                  <a:pt x="4052261" y="336529"/>
                  <a:pt x="4031143" y="338637"/>
                </a:cubicBezTo>
                <a:cubicBezTo>
                  <a:pt x="4010081" y="340772"/>
                  <a:pt x="3990602" y="338768"/>
                  <a:pt x="3987796" y="334186"/>
                </a:cubicBezTo>
                <a:cubicBezTo>
                  <a:pt x="3984962" y="329630"/>
                  <a:pt x="3999718" y="324266"/>
                  <a:pt x="4020613" y="322184"/>
                </a:cubicBezTo>
                <a:cubicBezTo>
                  <a:pt x="4031047" y="321155"/>
                  <a:pt x="4041077" y="321129"/>
                  <a:pt x="4048872" y="321923"/>
                </a:cubicBezTo>
                <a:close/>
                <a:moveTo>
                  <a:pt x="3572222" y="321351"/>
                </a:moveTo>
                <a:cubicBezTo>
                  <a:pt x="3575055" y="321065"/>
                  <a:pt x="3577474" y="321351"/>
                  <a:pt x="3577668" y="321950"/>
                </a:cubicBezTo>
                <a:cubicBezTo>
                  <a:pt x="3577918" y="322522"/>
                  <a:pt x="3575778" y="323225"/>
                  <a:pt x="3572917" y="323512"/>
                </a:cubicBezTo>
                <a:cubicBezTo>
                  <a:pt x="3570137" y="323772"/>
                  <a:pt x="3567636" y="323538"/>
                  <a:pt x="3567442" y="322912"/>
                </a:cubicBezTo>
                <a:cubicBezTo>
                  <a:pt x="3567220" y="322340"/>
                  <a:pt x="3569360" y="321638"/>
                  <a:pt x="3572222" y="321351"/>
                </a:cubicBezTo>
                <a:close/>
                <a:moveTo>
                  <a:pt x="7861484" y="321299"/>
                </a:moveTo>
                <a:cubicBezTo>
                  <a:pt x="7873876" y="322301"/>
                  <a:pt x="7886082" y="324345"/>
                  <a:pt x="7895224" y="327209"/>
                </a:cubicBezTo>
                <a:cubicBezTo>
                  <a:pt x="7913480" y="332988"/>
                  <a:pt x="7912479" y="339809"/>
                  <a:pt x="7892528" y="342517"/>
                </a:cubicBezTo>
                <a:cubicBezTo>
                  <a:pt x="7872578" y="345199"/>
                  <a:pt x="7841595" y="342647"/>
                  <a:pt x="7823368" y="336841"/>
                </a:cubicBezTo>
                <a:cubicBezTo>
                  <a:pt x="7805279" y="331036"/>
                  <a:pt x="7806862" y="324293"/>
                  <a:pt x="7826618" y="321638"/>
                </a:cubicBezTo>
                <a:cubicBezTo>
                  <a:pt x="7836511" y="320336"/>
                  <a:pt x="7849091" y="320297"/>
                  <a:pt x="7861484" y="321299"/>
                </a:cubicBezTo>
                <a:close/>
                <a:moveTo>
                  <a:pt x="5870331" y="321185"/>
                </a:moveTo>
                <a:cubicBezTo>
                  <a:pt x="5876205" y="321716"/>
                  <a:pt x="5881241" y="322796"/>
                  <a:pt x="5884062" y="324293"/>
                </a:cubicBezTo>
                <a:cubicBezTo>
                  <a:pt x="5889646" y="327339"/>
                  <a:pt x="5884396" y="330958"/>
                  <a:pt x="5871975" y="332364"/>
                </a:cubicBezTo>
                <a:cubicBezTo>
                  <a:pt x="5859610" y="333769"/>
                  <a:pt x="5844995" y="332442"/>
                  <a:pt x="5839326" y="329396"/>
                </a:cubicBezTo>
                <a:cubicBezTo>
                  <a:pt x="5833824" y="326350"/>
                  <a:pt x="5839326" y="322757"/>
                  <a:pt x="5851579" y="321377"/>
                </a:cubicBezTo>
                <a:cubicBezTo>
                  <a:pt x="5857748" y="320674"/>
                  <a:pt x="5864458" y="320654"/>
                  <a:pt x="5870331" y="321185"/>
                </a:cubicBezTo>
                <a:close/>
                <a:moveTo>
                  <a:pt x="5422139" y="320388"/>
                </a:moveTo>
                <a:cubicBezTo>
                  <a:pt x="5432947" y="319216"/>
                  <a:pt x="5445007" y="320335"/>
                  <a:pt x="5449063" y="322912"/>
                </a:cubicBezTo>
                <a:cubicBezTo>
                  <a:pt x="5453120" y="325491"/>
                  <a:pt x="5447646" y="328536"/>
                  <a:pt x="5436810" y="329734"/>
                </a:cubicBezTo>
                <a:cubicBezTo>
                  <a:pt x="5426001" y="330958"/>
                  <a:pt x="5413858" y="329838"/>
                  <a:pt x="5409829" y="327209"/>
                </a:cubicBezTo>
                <a:cubicBezTo>
                  <a:pt x="5405772" y="324631"/>
                  <a:pt x="5411330" y="321559"/>
                  <a:pt x="5422139" y="320388"/>
                </a:cubicBezTo>
                <a:close/>
                <a:moveTo>
                  <a:pt x="6588301" y="319138"/>
                </a:moveTo>
                <a:cubicBezTo>
                  <a:pt x="6596008" y="319815"/>
                  <a:pt x="6602996" y="321181"/>
                  <a:pt x="6607456" y="323069"/>
                </a:cubicBezTo>
                <a:cubicBezTo>
                  <a:pt x="6616486" y="326896"/>
                  <a:pt x="6611902" y="331452"/>
                  <a:pt x="6597091" y="333222"/>
                </a:cubicBezTo>
                <a:cubicBezTo>
                  <a:pt x="6582254" y="335019"/>
                  <a:pt x="6562997" y="333327"/>
                  <a:pt x="6554189" y="329448"/>
                </a:cubicBezTo>
                <a:cubicBezTo>
                  <a:pt x="6545325" y="325620"/>
                  <a:pt x="6550161" y="321090"/>
                  <a:pt x="6564831" y="319346"/>
                </a:cubicBezTo>
                <a:cubicBezTo>
                  <a:pt x="6572168" y="318474"/>
                  <a:pt x="6580593" y="318460"/>
                  <a:pt x="6588301" y="319138"/>
                </a:cubicBezTo>
                <a:close/>
                <a:moveTo>
                  <a:pt x="5745740" y="319086"/>
                </a:moveTo>
                <a:cubicBezTo>
                  <a:pt x="5756521" y="317914"/>
                  <a:pt x="5769025" y="319007"/>
                  <a:pt x="5773694" y="321638"/>
                </a:cubicBezTo>
                <a:cubicBezTo>
                  <a:pt x="5778417" y="324267"/>
                  <a:pt x="5773526" y="327391"/>
                  <a:pt x="5762717" y="328614"/>
                </a:cubicBezTo>
                <a:cubicBezTo>
                  <a:pt x="5751937" y="329812"/>
                  <a:pt x="5739349" y="328692"/>
                  <a:pt x="5734681" y="326037"/>
                </a:cubicBezTo>
                <a:cubicBezTo>
                  <a:pt x="5730041" y="323381"/>
                  <a:pt x="5734958" y="320283"/>
                  <a:pt x="5745740" y="319086"/>
                </a:cubicBezTo>
                <a:close/>
                <a:moveTo>
                  <a:pt x="5638595" y="318044"/>
                </a:moveTo>
                <a:cubicBezTo>
                  <a:pt x="5648820" y="316925"/>
                  <a:pt x="5660519" y="318018"/>
                  <a:pt x="5664770" y="320466"/>
                </a:cubicBezTo>
                <a:cubicBezTo>
                  <a:pt x="5669050" y="322939"/>
                  <a:pt x="5664215" y="325855"/>
                  <a:pt x="5653933" y="327027"/>
                </a:cubicBezTo>
                <a:cubicBezTo>
                  <a:pt x="5643708" y="328146"/>
                  <a:pt x="5631982" y="327078"/>
                  <a:pt x="5627731" y="324579"/>
                </a:cubicBezTo>
                <a:cubicBezTo>
                  <a:pt x="5623507" y="322106"/>
                  <a:pt x="5628398" y="319190"/>
                  <a:pt x="5638595" y="318044"/>
                </a:cubicBezTo>
                <a:close/>
                <a:moveTo>
                  <a:pt x="5547219" y="317598"/>
                </a:moveTo>
                <a:cubicBezTo>
                  <a:pt x="5552692" y="318103"/>
                  <a:pt x="5557264" y="319125"/>
                  <a:pt x="5559625" y="320544"/>
                </a:cubicBezTo>
                <a:cubicBezTo>
                  <a:pt x="5564378" y="323434"/>
                  <a:pt x="5558570" y="326818"/>
                  <a:pt x="5546566" y="328146"/>
                </a:cubicBezTo>
                <a:cubicBezTo>
                  <a:pt x="5534479" y="329500"/>
                  <a:pt x="5520920" y="328224"/>
                  <a:pt x="5516196" y="325361"/>
                </a:cubicBezTo>
                <a:cubicBezTo>
                  <a:pt x="5511528" y="322496"/>
                  <a:pt x="5517473" y="319112"/>
                  <a:pt x="5529394" y="317758"/>
                </a:cubicBezTo>
                <a:cubicBezTo>
                  <a:pt x="5535368" y="317107"/>
                  <a:pt x="5541745" y="317095"/>
                  <a:pt x="5547219" y="317598"/>
                </a:cubicBezTo>
                <a:close/>
                <a:moveTo>
                  <a:pt x="7528875" y="317103"/>
                </a:moveTo>
                <a:cubicBezTo>
                  <a:pt x="7539847" y="318011"/>
                  <a:pt x="7550433" y="319853"/>
                  <a:pt x="7558088" y="322418"/>
                </a:cubicBezTo>
                <a:cubicBezTo>
                  <a:pt x="7573538" y="327599"/>
                  <a:pt x="7571148" y="333743"/>
                  <a:pt x="7552754" y="336138"/>
                </a:cubicBezTo>
                <a:cubicBezTo>
                  <a:pt x="7534248" y="338559"/>
                  <a:pt x="7506795" y="336268"/>
                  <a:pt x="7491484" y="331035"/>
                </a:cubicBezTo>
                <a:cubicBezTo>
                  <a:pt x="7476341" y="325854"/>
                  <a:pt x="7479008" y="319762"/>
                  <a:pt x="7497348" y="317393"/>
                </a:cubicBezTo>
                <a:cubicBezTo>
                  <a:pt x="7506545" y="316222"/>
                  <a:pt x="7517903" y="316196"/>
                  <a:pt x="7528875" y="317103"/>
                </a:cubicBezTo>
                <a:close/>
                <a:moveTo>
                  <a:pt x="8088841" y="316013"/>
                </a:moveTo>
                <a:cubicBezTo>
                  <a:pt x="8091480" y="315649"/>
                  <a:pt x="8095732" y="316013"/>
                  <a:pt x="8098343" y="316794"/>
                </a:cubicBezTo>
                <a:cubicBezTo>
                  <a:pt x="8100983" y="317576"/>
                  <a:pt x="8100983" y="318486"/>
                  <a:pt x="8098343" y="318851"/>
                </a:cubicBezTo>
                <a:cubicBezTo>
                  <a:pt x="8095592" y="319215"/>
                  <a:pt x="8091313" y="318877"/>
                  <a:pt x="8088673" y="318096"/>
                </a:cubicBezTo>
                <a:cubicBezTo>
                  <a:pt x="8086061" y="317315"/>
                  <a:pt x="8086117" y="316378"/>
                  <a:pt x="8088841" y="316013"/>
                </a:cubicBezTo>
                <a:close/>
                <a:moveTo>
                  <a:pt x="4269171" y="315893"/>
                </a:moveTo>
                <a:cubicBezTo>
                  <a:pt x="4275937" y="316573"/>
                  <a:pt x="4280904" y="317954"/>
                  <a:pt x="4282473" y="319867"/>
                </a:cubicBezTo>
                <a:cubicBezTo>
                  <a:pt x="4285613" y="323694"/>
                  <a:pt x="4273887" y="328302"/>
                  <a:pt x="4256215" y="330098"/>
                </a:cubicBezTo>
                <a:cubicBezTo>
                  <a:pt x="4238376" y="331921"/>
                  <a:pt x="4221648" y="330176"/>
                  <a:pt x="4218592" y="326297"/>
                </a:cubicBezTo>
                <a:cubicBezTo>
                  <a:pt x="4215619" y="322418"/>
                  <a:pt x="4227484" y="317836"/>
                  <a:pt x="4245072" y="316118"/>
                </a:cubicBezTo>
                <a:cubicBezTo>
                  <a:pt x="4253840" y="315232"/>
                  <a:pt x="4262405" y="315213"/>
                  <a:pt x="4269171" y="315893"/>
                </a:cubicBezTo>
                <a:close/>
                <a:moveTo>
                  <a:pt x="7978375" y="315674"/>
                </a:moveTo>
                <a:cubicBezTo>
                  <a:pt x="7988857" y="316514"/>
                  <a:pt x="7999243" y="318226"/>
                  <a:pt x="8007092" y="320621"/>
                </a:cubicBezTo>
                <a:cubicBezTo>
                  <a:pt x="8022819" y="325412"/>
                  <a:pt x="8022318" y="331139"/>
                  <a:pt x="8005813" y="333378"/>
                </a:cubicBezTo>
                <a:cubicBezTo>
                  <a:pt x="7989281" y="335643"/>
                  <a:pt x="7962995" y="333508"/>
                  <a:pt x="7947406" y="328639"/>
                </a:cubicBezTo>
                <a:cubicBezTo>
                  <a:pt x="7931818" y="323798"/>
                  <a:pt x="7932679" y="318148"/>
                  <a:pt x="7949074" y="315961"/>
                </a:cubicBezTo>
                <a:cubicBezTo>
                  <a:pt x="7957312" y="314867"/>
                  <a:pt x="7967892" y="314835"/>
                  <a:pt x="7978375" y="315674"/>
                </a:cubicBezTo>
                <a:close/>
                <a:moveTo>
                  <a:pt x="7185719" y="315659"/>
                </a:moveTo>
                <a:cubicBezTo>
                  <a:pt x="7196183" y="316535"/>
                  <a:pt x="7206090" y="318318"/>
                  <a:pt x="7212953" y="320804"/>
                </a:cubicBezTo>
                <a:cubicBezTo>
                  <a:pt x="7226735" y="325803"/>
                  <a:pt x="7223011" y="331765"/>
                  <a:pt x="7204672" y="334108"/>
                </a:cubicBezTo>
                <a:cubicBezTo>
                  <a:pt x="7186111" y="336450"/>
                  <a:pt x="7159991" y="334238"/>
                  <a:pt x="7146292" y="329187"/>
                </a:cubicBezTo>
                <a:cubicBezTo>
                  <a:pt x="7132816" y="324162"/>
                  <a:pt x="7136761" y="318253"/>
                  <a:pt x="7155128" y="315961"/>
                </a:cubicBezTo>
                <a:cubicBezTo>
                  <a:pt x="7164229" y="314816"/>
                  <a:pt x="7175253" y="314784"/>
                  <a:pt x="7185719" y="315659"/>
                </a:cubicBezTo>
                <a:close/>
                <a:moveTo>
                  <a:pt x="4976240" y="315559"/>
                </a:moveTo>
                <a:cubicBezTo>
                  <a:pt x="4983867" y="316287"/>
                  <a:pt x="4989919" y="317772"/>
                  <a:pt x="4992586" y="319841"/>
                </a:cubicBezTo>
                <a:cubicBezTo>
                  <a:pt x="4997921" y="323981"/>
                  <a:pt x="4987612" y="328927"/>
                  <a:pt x="4969384" y="330880"/>
                </a:cubicBezTo>
                <a:cubicBezTo>
                  <a:pt x="4951212" y="332781"/>
                  <a:pt x="4932206" y="330984"/>
                  <a:pt x="4927066" y="326792"/>
                </a:cubicBezTo>
                <a:cubicBezTo>
                  <a:pt x="4921870" y="322627"/>
                  <a:pt x="4932429" y="317706"/>
                  <a:pt x="4950434" y="315805"/>
                </a:cubicBezTo>
                <a:cubicBezTo>
                  <a:pt x="4959409" y="314855"/>
                  <a:pt x="4968613" y="314829"/>
                  <a:pt x="4976240" y="315559"/>
                </a:cubicBezTo>
                <a:close/>
                <a:moveTo>
                  <a:pt x="6219223" y="313931"/>
                </a:moveTo>
                <a:cubicBezTo>
                  <a:pt x="6230671" y="312602"/>
                  <a:pt x="6245008" y="313853"/>
                  <a:pt x="6251150" y="316742"/>
                </a:cubicBezTo>
                <a:cubicBezTo>
                  <a:pt x="6257290" y="319632"/>
                  <a:pt x="6252956" y="323121"/>
                  <a:pt x="6241424" y="324448"/>
                </a:cubicBezTo>
                <a:cubicBezTo>
                  <a:pt x="6229837" y="325829"/>
                  <a:pt x="6215444" y="324527"/>
                  <a:pt x="6209386" y="321611"/>
                </a:cubicBezTo>
                <a:cubicBezTo>
                  <a:pt x="6203273" y="318695"/>
                  <a:pt x="6207719" y="315284"/>
                  <a:pt x="6219223" y="313931"/>
                </a:cubicBezTo>
                <a:close/>
                <a:moveTo>
                  <a:pt x="3458935" y="312916"/>
                </a:moveTo>
                <a:cubicBezTo>
                  <a:pt x="3461686" y="312656"/>
                  <a:pt x="3464187" y="312916"/>
                  <a:pt x="3464354" y="313463"/>
                </a:cubicBezTo>
                <a:cubicBezTo>
                  <a:pt x="3464493" y="314061"/>
                  <a:pt x="3462381" y="314765"/>
                  <a:pt x="3459547" y="315051"/>
                </a:cubicBezTo>
                <a:cubicBezTo>
                  <a:pt x="3456685" y="315311"/>
                  <a:pt x="3454212" y="315051"/>
                  <a:pt x="3454017" y="314452"/>
                </a:cubicBezTo>
                <a:cubicBezTo>
                  <a:pt x="3453878" y="313879"/>
                  <a:pt x="3456073" y="313176"/>
                  <a:pt x="3458935" y="312916"/>
                </a:cubicBezTo>
                <a:close/>
                <a:moveTo>
                  <a:pt x="3929602" y="312261"/>
                </a:moveTo>
                <a:cubicBezTo>
                  <a:pt x="3937364" y="313052"/>
                  <a:pt x="3942825" y="314660"/>
                  <a:pt x="3944144" y="316899"/>
                </a:cubicBezTo>
                <a:cubicBezTo>
                  <a:pt x="3946813" y="321402"/>
                  <a:pt x="3931807" y="326818"/>
                  <a:pt x="3910495" y="328979"/>
                </a:cubicBezTo>
                <a:cubicBezTo>
                  <a:pt x="3889127" y="331061"/>
                  <a:pt x="3869759" y="329083"/>
                  <a:pt x="3867287" y="324501"/>
                </a:cubicBezTo>
                <a:cubicBezTo>
                  <a:pt x="3864841" y="319945"/>
                  <a:pt x="3880068" y="314582"/>
                  <a:pt x="3901241" y="312526"/>
                </a:cubicBezTo>
                <a:cubicBezTo>
                  <a:pt x="3911773" y="311497"/>
                  <a:pt x="3921839" y="311471"/>
                  <a:pt x="3929602" y="312261"/>
                </a:cubicBezTo>
                <a:close/>
                <a:moveTo>
                  <a:pt x="4498913" y="311298"/>
                </a:moveTo>
                <a:cubicBezTo>
                  <a:pt x="4506189" y="312010"/>
                  <a:pt x="4511670" y="313462"/>
                  <a:pt x="4513657" y="315493"/>
                </a:cubicBezTo>
                <a:cubicBezTo>
                  <a:pt x="4517603" y="319554"/>
                  <a:pt x="4505905" y="324448"/>
                  <a:pt x="4487426" y="326349"/>
                </a:cubicBezTo>
                <a:cubicBezTo>
                  <a:pt x="4468949" y="328275"/>
                  <a:pt x="4450804" y="326427"/>
                  <a:pt x="4447025" y="322314"/>
                </a:cubicBezTo>
                <a:cubicBezTo>
                  <a:pt x="4443190" y="318226"/>
                  <a:pt x="4455083" y="313410"/>
                  <a:pt x="4473394" y="311535"/>
                </a:cubicBezTo>
                <a:cubicBezTo>
                  <a:pt x="4482563" y="310611"/>
                  <a:pt x="4491636" y="310586"/>
                  <a:pt x="4498913" y="311298"/>
                </a:cubicBezTo>
                <a:close/>
                <a:moveTo>
                  <a:pt x="4733817" y="311012"/>
                </a:moveTo>
                <a:cubicBezTo>
                  <a:pt x="4741194" y="311724"/>
                  <a:pt x="4746869" y="313176"/>
                  <a:pt x="4749120" y="315207"/>
                </a:cubicBezTo>
                <a:cubicBezTo>
                  <a:pt x="4753733" y="319268"/>
                  <a:pt x="4742813" y="324137"/>
                  <a:pt x="4724612" y="326037"/>
                </a:cubicBezTo>
                <a:cubicBezTo>
                  <a:pt x="4706357" y="327937"/>
                  <a:pt x="4687934" y="326141"/>
                  <a:pt x="4683516" y="322028"/>
                </a:cubicBezTo>
                <a:cubicBezTo>
                  <a:pt x="4679071" y="317940"/>
                  <a:pt x="4690213" y="313124"/>
                  <a:pt x="4708302" y="311249"/>
                </a:cubicBezTo>
                <a:cubicBezTo>
                  <a:pt x="4717361" y="310325"/>
                  <a:pt x="4726439" y="310299"/>
                  <a:pt x="4733817" y="311012"/>
                </a:cubicBezTo>
                <a:close/>
                <a:moveTo>
                  <a:pt x="6959252" y="310469"/>
                </a:moveTo>
                <a:cubicBezTo>
                  <a:pt x="6967182" y="311139"/>
                  <a:pt x="6974559" y="312499"/>
                  <a:pt x="6979518" y="314399"/>
                </a:cubicBezTo>
                <a:cubicBezTo>
                  <a:pt x="6989493" y="318200"/>
                  <a:pt x="6986020" y="322783"/>
                  <a:pt x="6971571" y="324553"/>
                </a:cubicBezTo>
                <a:cubicBezTo>
                  <a:pt x="6957122" y="326349"/>
                  <a:pt x="6937366" y="324657"/>
                  <a:pt x="6927446" y="320830"/>
                </a:cubicBezTo>
                <a:cubicBezTo>
                  <a:pt x="6917526" y="316977"/>
                  <a:pt x="6921332" y="312421"/>
                  <a:pt x="6935671" y="310677"/>
                </a:cubicBezTo>
                <a:cubicBezTo>
                  <a:pt x="6942840" y="309817"/>
                  <a:pt x="6951322" y="309798"/>
                  <a:pt x="6959252" y="310469"/>
                </a:cubicBezTo>
                <a:close/>
                <a:moveTo>
                  <a:pt x="8206766" y="309974"/>
                </a:moveTo>
                <a:cubicBezTo>
                  <a:pt x="8207627" y="309844"/>
                  <a:pt x="8208878" y="309948"/>
                  <a:pt x="8209766" y="310183"/>
                </a:cubicBezTo>
                <a:cubicBezTo>
                  <a:pt x="8210600" y="310443"/>
                  <a:pt x="8210656" y="310703"/>
                  <a:pt x="8209766" y="310833"/>
                </a:cubicBezTo>
                <a:cubicBezTo>
                  <a:pt x="8208988" y="310963"/>
                  <a:pt x="8207598" y="310859"/>
                  <a:pt x="8206766" y="310599"/>
                </a:cubicBezTo>
                <a:cubicBezTo>
                  <a:pt x="8205960" y="310364"/>
                  <a:pt x="8205960" y="310104"/>
                  <a:pt x="8206766" y="309974"/>
                </a:cubicBezTo>
                <a:close/>
                <a:moveTo>
                  <a:pt x="7650073" y="308828"/>
                </a:moveTo>
                <a:cubicBezTo>
                  <a:pt x="7661490" y="309759"/>
                  <a:pt x="7672583" y="311653"/>
                  <a:pt x="7680683" y="314295"/>
                </a:cubicBezTo>
                <a:cubicBezTo>
                  <a:pt x="7697050" y="319580"/>
                  <a:pt x="7695105" y="325881"/>
                  <a:pt x="7676265" y="328380"/>
                </a:cubicBezTo>
                <a:cubicBezTo>
                  <a:pt x="7657398" y="330880"/>
                  <a:pt x="7628778" y="328510"/>
                  <a:pt x="7612606" y="323147"/>
                </a:cubicBezTo>
                <a:cubicBezTo>
                  <a:pt x="7596490" y="317836"/>
                  <a:pt x="7598768" y="311562"/>
                  <a:pt x="7617525" y="309141"/>
                </a:cubicBezTo>
                <a:cubicBezTo>
                  <a:pt x="7626917" y="307930"/>
                  <a:pt x="7638656" y="307898"/>
                  <a:pt x="7650073" y="308828"/>
                </a:cubicBezTo>
                <a:close/>
                <a:moveTo>
                  <a:pt x="6707376" y="307995"/>
                </a:moveTo>
                <a:cubicBezTo>
                  <a:pt x="6719102" y="306590"/>
                  <a:pt x="6734719" y="307944"/>
                  <a:pt x="6742360" y="310990"/>
                </a:cubicBezTo>
                <a:cubicBezTo>
                  <a:pt x="6749834" y="314062"/>
                  <a:pt x="6746389" y="317732"/>
                  <a:pt x="6734608" y="319164"/>
                </a:cubicBezTo>
                <a:cubicBezTo>
                  <a:pt x="6722742" y="320622"/>
                  <a:pt x="6707015" y="319243"/>
                  <a:pt x="6699485" y="316144"/>
                </a:cubicBezTo>
                <a:cubicBezTo>
                  <a:pt x="6692067" y="313046"/>
                  <a:pt x="6695651" y="309427"/>
                  <a:pt x="6707376" y="307995"/>
                </a:cubicBezTo>
                <a:close/>
                <a:moveTo>
                  <a:pt x="6487714" y="307148"/>
                </a:moveTo>
                <a:cubicBezTo>
                  <a:pt x="6494845" y="307767"/>
                  <a:pt x="6501270" y="309023"/>
                  <a:pt x="6505314" y="310780"/>
                </a:cubicBezTo>
                <a:cubicBezTo>
                  <a:pt x="6513399" y="314295"/>
                  <a:pt x="6508870" y="318460"/>
                  <a:pt x="6495060" y="320101"/>
                </a:cubicBezTo>
                <a:cubicBezTo>
                  <a:pt x="6481278" y="321715"/>
                  <a:pt x="6463494" y="320179"/>
                  <a:pt x="6455436" y="316638"/>
                </a:cubicBezTo>
                <a:cubicBezTo>
                  <a:pt x="6447489" y="313124"/>
                  <a:pt x="6452213" y="308958"/>
                  <a:pt x="6465884" y="307344"/>
                </a:cubicBezTo>
                <a:cubicBezTo>
                  <a:pt x="6472748" y="306549"/>
                  <a:pt x="6480583" y="306530"/>
                  <a:pt x="6487714" y="307148"/>
                </a:cubicBezTo>
                <a:close/>
                <a:moveTo>
                  <a:pt x="5082580" y="306667"/>
                </a:moveTo>
                <a:cubicBezTo>
                  <a:pt x="5090290" y="307397"/>
                  <a:pt x="5096466" y="308880"/>
                  <a:pt x="5099314" y="310937"/>
                </a:cubicBezTo>
                <a:cubicBezTo>
                  <a:pt x="5104927" y="315103"/>
                  <a:pt x="5094951" y="320049"/>
                  <a:pt x="5076863" y="321975"/>
                </a:cubicBezTo>
                <a:cubicBezTo>
                  <a:pt x="5058718" y="323902"/>
                  <a:pt x="5039462" y="322079"/>
                  <a:pt x="5033905" y="317914"/>
                </a:cubicBezTo>
                <a:cubicBezTo>
                  <a:pt x="5028402" y="313749"/>
                  <a:pt x="5038629" y="308802"/>
                  <a:pt x="5056634" y="306927"/>
                </a:cubicBezTo>
                <a:cubicBezTo>
                  <a:pt x="5065623" y="305964"/>
                  <a:pt x="5074869" y="305938"/>
                  <a:pt x="5082580" y="306667"/>
                </a:cubicBezTo>
                <a:close/>
                <a:moveTo>
                  <a:pt x="7312293" y="306309"/>
                </a:moveTo>
                <a:cubicBezTo>
                  <a:pt x="7323161" y="307207"/>
                  <a:pt x="7333518" y="309036"/>
                  <a:pt x="7340798" y="311588"/>
                </a:cubicBezTo>
                <a:cubicBezTo>
                  <a:pt x="7355525" y="316743"/>
                  <a:pt x="7352218" y="322861"/>
                  <a:pt x="7333434" y="325256"/>
                </a:cubicBezTo>
                <a:cubicBezTo>
                  <a:pt x="7314567" y="327651"/>
                  <a:pt x="7287309" y="325386"/>
                  <a:pt x="7272777" y="320179"/>
                </a:cubicBezTo>
                <a:cubicBezTo>
                  <a:pt x="7258300" y="315025"/>
                  <a:pt x="7261967" y="308985"/>
                  <a:pt x="7280723" y="306615"/>
                </a:cubicBezTo>
                <a:cubicBezTo>
                  <a:pt x="7290046" y="305444"/>
                  <a:pt x="7301425" y="305411"/>
                  <a:pt x="7312293" y="306309"/>
                </a:cubicBezTo>
                <a:close/>
                <a:moveTo>
                  <a:pt x="3347650" y="305575"/>
                </a:moveTo>
                <a:cubicBezTo>
                  <a:pt x="3348095" y="305496"/>
                  <a:pt x="3348511" y="305522"/>
                  <a:pt x="3348511" y="305652"/>
                </a:cubicBezTo>
                <a:cubicBezTo>
                  <a:pt x="3348567" y="305757"/>
                  <a:pt x="3348150" y="305861"/>
                  <a:pt x="3347678" y="305912"/>
                </a:cubicBezTo>
                <a:cubicBezTo>
                  <a:pt x="3347206" y="305939"/>
                  <a:pt x="3346844" y="305886"/>
                  <a:pt x="3346844" y="305783"/>
                </a:cubicBezTo>
                <a:cubicBezTo>
                  <a:pt x="3346761" y="305705"/>
                  <a:pt x="3347178" y="305600"/>
                  <a:pt x="3347650" y="305575"/>
                </a:cubicBezTo>
                <a:close/>
                <a:moveTo>
                  <a:pt x="3805826" y="305334"/>
                </a:moveTo>
                <a:cubicBezTo>
                  <a:pt x="3811407" y="305907"/>
                  <a:pt x="3815284" y="307072"/>
                  <a:pt x="3816132" y="308698"/>
                </a:cubicBezTo>
                <a:cubicBezTo>
                  <a:pt x="3817882" y="311953"/>
                  <a:pt x="3806628" y="315858"/>
                  <a:pt x="3791096" y="317368"/>
                </a:cubicBezTo>
                <a:cubicBezTo>
                  <a:pt x="3775563" y="318877"/>
                  <a:pt x="3761642" y="317446"/>
                  <a:pt x="3760030" y="314165"/>
                </a:cubicBezTo>
                <a:cubicBezTo>
                  <a:pt x="3758530" y="310886"/>
                  <a:pt x="3769867" y="307032"/>
                  <a:pt x="3785289" y="305522"/>
                </a:cubicBezTo>
                <a:cubicBezTo>
                  <a:pt x="3792958" y="304780"/>
                  <a:pt x="3800245" y="304761"/>
                  <a:pt x="3805826" y="305334"/>
                </a:cubicBezTo>
                <a:close/>
                <a:moveTo>
                  <a:pt x="4147670" y="304846"/>
                </a:moveTo>
                <a:cubicBezTo>
                  <a:pt x="4154842" y="305561"/>
                  <a:pt x="4160033" y="307019"/>
                  <a:pt x="4161546" y="309037"/>
                </a:cubicBezTo>
                <a:cubicBezTo>
                  <a:pt x="4164520" y="313151"/>
                  <a:pt x="4151626" y="318019"/>
                  <a:pt x="4132565" y="319946"/>
                </a:cubicBezTo>
                <a:cubicBezTo>
                  <a:pt x="4113447" y="321872"/>
                  <a:pt x="4095581" y="320049"/>
                  <a:pt x="4092663" y="315910"/>
                </a:cubicBezTo>
                <a:cubicBezTo>
                  <a:pt x="4089856" y="311823"/>
                  <a:pt x="4102944" y="306955"/>
                  <a:pt x="4121895" y="305106"/>
                </a:cubicBezTo>
                <a:cubicBezTo>
                  <a:pt x="4131342" y="304156"/>
                  <a:pt x="4140497" y="304129"/>
                  <a:pt x="4147670" y="304846"/>
                </a:cubicBezTo>
                <a:close/>
                <a:moveTo>
                  <a:pt x="6135214" y="304451"/>
                </a:moveTo>
                <a:cubicBezTo>
                  <a:pt x="6142178" y="305060"/>
                  <a:pt x="6148283" y="306303"/>
                  <a:pt x="6151895" y="308048"/>
                </a:cubicBezTo>
                <a:cubicBezTo>
                  <a:pt x="6159148" y="311563"/>
                  <a:pt x="6153562" y="315754"/>
                  <a:pt x="6139476" y="317368"/>
                </a:cubicBezTo>
                <a:cubicBezTo>
                  <a:pt x="6125248" y="318982"/>
                  <a:pt x="6107881" y="317446"/>
                  <a:pt x="6100769" y="313905"/>
                </a:cubicBezTo>
                <a:cubicBezTo>
                  <a:pt x="6093600" y="310391"/>
                  <a:pt x="6099296" y="306278"/>
                  <a:pt x="6113383" y="304663"/>
                </a:cubicBezTo>
                <a:cubicBezTo>
                  <a:pt x="6120428" y="303870"/>
                  <a:pt x="6128250" y="303843"/>
                  <a:pt x="6135214" y="304451"/>
                </a:cubicBezTo>
                <a:close/>
                <a:moveTo>
                  <a:pt x="8320886" y="303361"/>
                </a:moveTo>
                <a:cubicBezTo>
                  <a:pt x="8321191" y="303309"/>
                  <a:pt x="8321691" y="303361"/>
                  <a:pt x="8322052" y="303465"/>
                </a:cubicBezTo>
                <a:cubicBezTo>
                  <a:pt x="8322414" y="303543"/>
                  <a:pt x="8322414" y="303674"/>
                  <a:pt x="8322108" y="303725"/>
                </a:cubicBezTo>
                <a:cubicBezTo>
                  <a:pt x="8321802" y="303752"/>
                  <a:pt x="8321302" y="303725"/>
                  <a:pt x="8320886" y="303596"/>
                </a:cubicBezTo>
                <a:cubicBezTo>
                  <a:pt x="8320580" y="303517"/>
                  <a:pt x="8320496" y="303386"/>
                  <a:pt x="8320886" y="303361"/>
                </a:cubicBezTo>
                <a:close/>
                <a:moveTo>
                  <a:pt x="7769215" y="300745"/>
                </a:moveTo>
                <a:cubicBezTo>
                  <a:pt x="7781173" y="301708"/>
                  <a:pt x="7792885" y="303661"/>
                  <a:pt x="7801555" y="306382"/>
                </a:cubicBezTo>
                <a:cubicBezTo>
                  <a:pt x="7818977" y="311874"/>
                  <a:pt x="7817532" y="318436"/>
                  <a:pt x="7798081" y="321013"/>
                </a:cubicBezTo>
                <a:cubicBezTo>
                  <a:pt x="7778603" y="323590"/>
                  <a:pt x="7748649" y="321143"/>
                  <a:pt x="7731337" y="315571"/>
                </a:cubicBezTo>
                <a:cubicBezTo>
                  <a:pt x="7714111" y="310078"/>
                  <a:pt x="7716111" y="303596"/>
                  <a:pt x="7735395" y="301044"/>
                </a:cubicBezTo>
                <a:cubicBezTo>
                  <a:pt x="7745051" y="299808"/>
                  <a:pt x="7757256" y="299782"/>
                  <a:pt x="7769215" y="300745"/>
                </a:cubicBezTo>
                <a:close/>
                <a:moveTo>
                  <a:pt x="3671919" y="300706"/>
                </a:moveTo>
                <a:cubicBezTo>
                  <a:pt x="3676754" y="300237"/>
                  <a:pt x="3681033" y="300680"/>
                  <a:pt x="3681394" y="301669"/>
                </a:cubicBezTo>
                <a:cubicBezTo>
                  <a:pt x="3681839" y="302710"/>
                  <a:pt x="3678310" y="303882"/>
                  <a:pt x="3673419" y="304376"/>
                </a:cubicBezTo>
                <a:cubicBezTo>
                  <a:pt x="3668557" y="304871"/>
                  <a:pt x="3664306" y="304402"/>
                  <a:pt x="3663833" y="303386"/>
                </a:cubicBezTo>
                <a:cubicBezTo>
                  <a:pt x="3663444" y="302372"/>
                  <a:pt x="3667084" y="301174"/>
                  <a:pt x="3671919" y="300706"/>
                </a:cubicBezTo>
                <a:close/>
                <a:moveTo>
                  <a:pt x="4370702" y="299960"/>
                </a:moveTo>
                <a:cubicBezTo>
                  <a:pt x="4377440" y="300621"/>
                  <a:pt x="4382449" y="301968"/>
                  <a:pt x="4384144" y="303856"/>
                </a:cubicBezTo>
                <a:cubicBezTo>
                  <a:pt x="4387451" y="307605"/>
                  <a:pt x="4376197" y="312109"/>
                  <a:pt x="4358802" y="313905"/>
                </a:cubicBezTo>
                <a:cubicBezTo>
                  <a:pt x="4341381" y="315649"/>
                  <a:pt x="4324625" y="313983"/>
                  <a:pt x="4321374" y="310182"/>
                </a:cubicBezTo>
                <a:cubicBezTo>
                  <a:pt x="4318207" y="306355"/>
                  <a:pt x="4329626" y="301903"/>
                  <a:pt x="4346882" y="300185"/>
                </a:cubicBezTo>
                <a:cubicBezTo>
                  <a:pt x="4355496" y="299326"/>
                  <a:pt x="4363964" y="299300"/>
                  <a:pt x="4370702" y="299960"/>
                </a:cubicBezTo>
                <a:close/>
                <a:moveTo>
                  <a:pt x="4838499" y="299293"/>
                </a:moveTo>
                <a:cubicBezTo>
                  <a:pt x="4846067" y="300016"/>
                  <a:pt x="4851973" y="301487"/>
                  <a:pt x="4854403" y="303517"/>
                </a:cubicBezTo>
                <a:cubicBezTo>
                  <a:pt x="4859405" y="307631"/>
                  <a:pt x="4848624" y="312552"/>
                  <a:pt x="4830256" y="314452"/>
                </a:cubicBezTo>
                <a:cubicBezTo>
                  <a:pt x="4811918" y="316378"/>
                  <a:pt x="4793051" y="314582"/>
                  <a:pt x="4788132" y="310391"/>
                </a:cubicBezTo>
                <a:cubicBezTo>
                  <a:pt x="4783464" y="306278"/>
                  <a:pt x="4794440" y="301409"/>
                  <a:pt x="4812612" y="299561"/>
                </a:cubicBezTo>
                <a:cubicBezTo>
                  <a:pt x="4821699" y="298597"/>
                  <a:pt x="4830931" y="298571"/>
                  <a:pt x="4838499" y="299293"/>
                </a:cubicBezTo>
                <a:close/>
                <a:moveTo>
                  <a:pt x="5189870" y="298912"/>
                </a:moveTo>
                <a:cubicBezTo>
                  <a:pt x="5198137" y="299683"/>
                  <a:pt x="5204820" y="301252"/>
                  <a:pt x="5207988" y="303439"/>
                </a:cubicBezTo>
                <a:cubicBezTo>
                  <a:pt x="5214322" y="307839"/>
                  <a:pt x="5204070" y="313072"/>
                  <a:pt x="5184869" y="315128"/>
                </a:cubicBezTo>
                <a:cubicBezTo>
                  <a:pt x="5165724" y="317159"/>
                  <a:pt x="5145106" y="315258"/>
                  <a:pt x="5138826" y="310781"/>
                </a:cubicBezTo>
                <a:cubicBezTo>
                  <a:pt x="5132686" y="306355"/>
                  <a:pt x="5143301" y="301174"/>
                  <a:pt x="5162250" y="299170"/>
                </a:cubicBezTo>
                <a:cubicBezTo>
                  <a:pt x="5171754" y="298167"/>
                  <a:pt x="5181605" y="298142"/>
                  <a:pt x="5189870" y="298912"/>
                </a:cubicBezTo>
                <a:close/>
                <a:moveTo>
                  <a:pt x="7091223" y="298258"/>
                </a:moveTo>
                <a:cubicBezTo>
                  <a:pt x="7101584" y="299118"/>
                  <a:pt x="7111309" y="300875"/>
                  <a:pt x="7117978" y="303335"/>
                </a:cubicBezTo>
                <a:cubicBezTo>
                  <a:pt x="7131510" y="308308"/>
                  <a:pt x="7127398" y="314192"/>
                  <a:pt x="7108864" y="316482"/>
                </a:cubicBezTo>
                <a:cubicBezTo>
                  <a:pt x="7090275" y="318800"/>
                  <a:pt x="7064350" y="316587"/>
                  <a:pt x="7051013" y="311614"/>
                </a:cubicBezTo>
                <a:cubicBezTo>
                  <a:pt x="7037841" y="306615"/>
                  <a:pt x="7042204" y="300836"/>
                  <a:pt x="7060654" y="298571"/>
                </a:cubicBezTo>
                <a:cubicBezTo>
                  <a:pt x="7069865" y="297438"/>
                  <a:pt x="7080862" y="297399"/>
                  <a:pt x="7091223" y="298258"/>
                </a:cubicBezTo>
                <a:close/>
                <a:moveTo>
                  <a:pt x="6030987" y="297985"/>
                </a:moveTo>
                <a:cubicBezTo>
                  <a:pt x="6037776" y="298583"/>
                  <a:pt x="6043682" y="299808"/>
                  <a:pt x="6047085" y="301513"/>
                </a:cubicBezTo>
                <a:cubicBezTo>
                  <a:pt x="6053976" y="304975"/>
                  <a:pt x="6048335" y="309010"/>
                  <a:pt x="6034220" y="310625"/>
                </a:cubicBezTo>
                <a:cubicBezTo>
                  <a:pt x="6020188" y="312213"/>
                  <a:pt x="6003350" y="310703"/>
                  <a:pt x="5996514" y="307267"/>
                </a:cubicBezTo>
                <a:cubicBezTo>
                  <a:pt x="5989705" y="303830"/>
                  <a:pt x="5995596" y="299768"/>
                  <a:pt x="6009573" y="298206"/>
                </a:cubicBezTo>
                <a:cubicBezTo>
                  <a:pt x="6016519" y="297412"/>
                  <a:pt x="6024196" y="297386"/>
                  <a:pt x="6030987" y="297985"/>
                </a:cubicBezTo>
                <a:close/>
                <a:moveTo>
                  <a:pt x="7436132" y="297714"/>
                </a:moveTo>
                <a:cubicBezTo>
                  <a:pt x="7447111" y="298609"/>
                  <a:pt x="7457655" y="300432"/>
                  <a:pt x="7465199" y="302970"/>
                </a:cubicBezTo>
                <a:cubicBezTo>
                  <a:pt x="7480371" y="308125"/>
                  <a:pt x="7477592" y="314217"/>
                  <a:pt x="7458864" y="316613"/>
                </a:cubicBezTo>
                <a:cubicBezTo>
                  <a:pt x="7440108" y="319034"/>
                  <a:pt x="7412628" y="316768"/>
                  <a:pt x="7397651" y="311562"/>
                </a:cubicBezTo>
                <a:cubicBezTo>
                  <a:pt x="7382757" y="306407"/>
                  <a:pt x="7385813" y="300367"/>
                  <a:pt x="7404458" y="298024"/>
                </a:cubicBezTo>
                <a:cubicBezTo>
                  <a:pt x="7413738" y="296852"/>
                  <a:pt x="7425152" y="296820"/>
                  <a:pt x="7436132" y="297714"/>
                </a:cubicBezTo>
                <a:close/>
                <a:moveTo>
                  <a:pt x="4602094" y="297233"/>
                </a:moveTo>
                <a:cubicBezTo>
                  <a:pt x="4609527" y="297959"/>
                  <a:pt x="4615189" y="299430"/>
                  <a:pt x="4617328" y="301461"/>
                </a:cubicBezTo>
                <a:cubicBezTo>
                  <a:pt x="4621636" y="305574"/>
                  <a:pt x="4610076" y="310443"/>
                  <a:pt x="4591487" y="312343"/>
                </a:cubicBezTo>
                <a:cubicBezTo>
                  <a:pt x="4572843" y="314270"/>
                  <a:pt x="4554309" y="312447"/>
                  <a:pt x="4550140" y="308334"/>
                </a:cubicBezTo>
                <a:cubicBezTo>
                  <a:pt x="4545972" y="304220"/>
                  <a:pt x="4557754" y="299351"/>
                  <a:pt x="4576233" y="297478"/>
                </a:cubicBezTo>
                <a:cubicBezTo>
                  <a:pt x="4585457" y="296527"/>
                  <a:pt x="4594662" y="296508"/>
                  <a:pt x="4602094" y="297233"/>
                </a:cubicBezTo>
                <a:close/>
                <a:moveTo>
                  <a:pt x="6387015" y="296179"/>
                </a:moveTo>
                <a:cubicBezTo>
                  <a:pt x="6394034" y="296787"/>
                  <a:pt x="6400307" y="298024"/>
                  <a:pt x="6404197" y="299743"/>
                </a:cubicBezTo>
                <a:cubicBezTo>
                  <a:pt x="6411977" y="303206"/>
                  <a:pt x="6407171" y="307345"/>
                  <a:pt x="6393333" y="308933"/>
                </a:cubicBezTo>
                <a:cubicBezTo>
                  <a:pt x="6379578" y="310547"/>
                  <a:pt x="6362045" y="309011"/>
                  <a:pt x="6354348" y="305548"/>
                </a:cubicBezTo>
                <a:cubicBezTo>
                  <a:pt x="6346623" y="302060"/>
                  <a:pt x="6351625" y="297972"/>
                  <a:pt x="6365352" y="296384"/>
                </a:cubicBezTo>
                <a:cubicBezTo>
                  <a:pt x="6372229" y="295590"/>
                  <a:pt x="6379995" y="295571"/>
                  <a:pt x="6387015" y="296179"/>
                </a:cubicBezTo>
                <a:close/>
                <a:moveTo>
                  <a:pt x="5293118" y="294753"/>
                </a:moveTo>
                <a:cubicBezTo>
                  <a:pt x="5299877" y="295376"/>
                  <a:pt x="5305393" y="296645"/>
                  <a:pt x="5308075" y="298415"/>
                </a:cubicBezTo>
                <a:cubicBezTo>
                  <a:pt x="5313410" y="301956"/>
                  <a:pt x="5305380" y="306199"/>
                  <a:pt x="5290012" y="307840"/>
                </a:cubicBezTo>
                <a:cubicBezTo>
                  <a:pt x="5274591" y="309480"/>
                  <a:pt x="5257753" y="307944"/>
                  <a:pt x="5252445" y="304350"/>
                </a:cubicBezTo>
                <a:cubicBezTo>
                  <a:pt x="5247166" y="300810"/>
                  <a:pt x="5255419" y="296619"/>
                  <a:pt x="5270702" y="294979"/>
                </a:cubicBezTo>
                <a:cubicBezTo>
                  <a:pt x="5278357" y="294158"/>
                  <a:pt x="5286359" y="294132"/>
                  <a:pt x="5293118" y="294753"/>
                </a:cubicBezTo>
                <a:close/>
                <a:moveTo>
                  <a:pt x="6863533" y="294356"/>
                </a:moveTo>
                <a:cubicBezTo>
                  <a:pt x="6872039" y="295069"/>
                  <a:pt x="6879903" y="296526"/>
                  <a:pt x="6885126" y="298570"/>
                </a:cubicBezTo>
                <a:cubicBezTo>
                  <a:pt x="6895630" y="302658"/>
                  <a:pt x="6891545" y="307527"/>
                  <a:pt x="6875929" y="309400"/>
                </a:cubicBezTo>
                <a:cubicBezTo>
                  <a:pt x="6860174" y="311301"/>
                  <a:pt x="6838974" y="309530"/>
                  <a:pt x="6828497" y="305391"/>
                </a:cubicBezTo>
                <a:cubicBezTo>
                  <a:pt x="6818161" y="301305"/>
                  <a:pt x="6822496" y="296462"/>
                  <a:pt x="6838085" y="294613"/>
                </a:cubicBezTo>
                <a:cubicBezTo>
                  <a:pt x="6845878" y="293676"/>
                  <a:pt x="6855027" y="293644"/>
                  <a:pt x="6863533" y="294356"/>
                </a:cubicBezTo>
                <a:close/>
                <a:moveTo>
                  <a:pt x="5925161" y="293881"/>
                </a:moveTo>
                <a:cubicBezTo>
                  <a:pt x="5930944" y="294393"/>
                  <a:pt x="5935925" y="295433"/>
                  <a:pt x="5938718" y="296878"/>
                </a:cubicBezTo>
                <a:cubicBezTo>
                  <a:pt x="5944386" y="299794"/>
                  <a:pt x="5939273" y="303282"/>
                  <a:pt x="5927270" y="304636"/>
                </a:cubicBezTo>
                <a:cubicBezTo>
                  <a:pt x="5915126" y="306017"/>
                  <a:pt x="5900706" y="304741"/>
                  <a:pt x="5895065" y="301799"/>
                </a:cubicBezTo>
                <a:cubicBezTo>
                  <a:pt x="5889507" y="298883"/>
                  <a:pt x="5894731" y="295421"/>
                  <a:pt x="5906791" y="294066"/>
                </a:cubicBezTo>
                <a:cubicBezTo>
                  <a:pt x="5912793" y="293389"/>
                  <a:pt x="5919378" y="293370"/>
                  <a:pt x="5925161" y="293881"/>
                </a:cubicBezTo>
                <a:close/>
                <a:moveTo>
                  <a:pt x="4030664" y="293757"/>
                </a:moveTo>
                <a:cubicBezTo>
                  <a:pt x="4038820" y="294574"/>
                  <a:pt x="4044633" y="296240"/>
                  <a:pt x="4046176" y="298570"/>
                </a:cubicBezTo>
                <a:cubicBezTo>
                  <a:pt x="4049289" y="303231"/>
                  <a:pt x="4034061" y="308802"/>
                  <a:pt x="4011943" y="310962"/>
                </a:cubicBezTo>
                <a:cubicBezTo>
                  <a:pt x="3989825" y="313149"/>
                  <a:pt x="3969485" y="311093"/>
                  <a:pt x="3966623" y="306355"/>
                </a:cubicBezTo>
                <a:cubicBezTo>
                  <a:pt x="3963762" y="301669"/>
                  <a:pt x="3979210" y="296175"/>
                  <a:pt x="4001107" y="294040"/>
                </a:cubicBezTo>
                <a:cubicBezTo>
                  <a:pt x="4012012" y="292973"/>
                  <a:pt x="4022510" y="292941"/>
                  <a:pt x="4030664" y="293757"/>
                </a:cubicBezTo>
                <a:close/>
                <a:moveTo>
                  <a:pt x="3559023" y="293598"/>
                </a:moveTo>
                <a:cubicBezTo>
                  <a:pt x="3559940" y="293520"/>
                  <a:pt x="3560690" y="293598"/>
                  <a:pt x="3560829" y="293781"/>
                </a:cubicBezTo>
                <a:cubicBezTo>
                  <a:pt x="3560856" y="293990"/>
                  <a:pt x="3560135" y="294224"/>
                  <a:pt x="3559217" y="294301"/>
                </a:cubicBezTo>
                <a:cubicBezTo>
                  <a:pt x="3558328" y="294406"/>
                  <a:pt x="3557523" y="294301"/>
                  <a:pt x="3557411" y="294120"/>
                </a:cubicBezTo>
                <a:cubicBezTo>
                  <a:pt x="3557384" y="293937"/>
                  <a:pt x="3558078" y="293703"/>
                  <a:pt x="3559023" y="293598"/>
                </a:cubicBezTo>
                <a:close/>
                <a:moveTo>
                  <a:pt x="6629181" y="293364"/>
                </a:moveTo>
                <a:cubicBezTo>
                  <a:pt x="6636590" y="293995"/>
                  <a:pt x="6643342" y="295277"/>
                  <a:pt x="6647691" y="297061"/>
                </a:cubicBezTo>
                <a:cubicBezTo>
                  <a:pt x="6656360" y="300680"/>
                  <a:pt x="6652053" y="304975"/>
                  <a:pt x="6637994" y="306615"/>
                </a:cubicBezTo>
                <a:cubicBezTo>
                  <a:pt x="6623905" y="308281"/>
                  <a:pt x="6605455" y="306719"/>
                  <a:pt x="6596814" y="303075"/>
                </a:cubicBezTo>
                <a:cubicBezTo>
                  <a:pt x="6588255" y="299482"/>
                  <a:pt x="6592673" y="295212"/>
                  <a:pt x="6606733" y="293572"/>
                </a:cubicBezTo>
                <a:cubicBezTo>
                  <a:pt x="6613708" y="292752"/>
                  <a:pt x="6621773" y="292733"/>
                  <a:pt x="6629181" y="293364"/>
                </a:cubicBezTo>
                <a:close/>
                <a:moveTo>
                  <a:pt x="7886440" y="293003"/>
                </a:moveTo>
                <a:cubicBezTo>
                  <a:pt x="7898835" y="293989"/>
                  <a:pt x="7911062" y="295993"/>
                  <a:pt x="7920176" y="298779"/>
                </a:cubicBezTo>
                <a:cubicBezTo>
                  <a:pt x="7938598" y="304429"/>
                  <a:pt x="7937570" y="311146"/>
                  <a:pt x="7917786" y="313775"/>
                </a:cubicBezTo>
                <a:cubicBezTo>
                  <a:pt x="7897946" y="316404"/>
                  <a:pt x="7866908" y="313905"/>
                  <a:pt x="7848625" y="308204"/>
                </a:cubicBezTo>
                <a:cubicBezTo>
                  <a:pt x="7830452" y="302555"/>
                  <a:pt x="7831925" y="295916"/>
                  <a:pt x="7851681" y="293338"/>
                </a:cubicBezTo>
                <a:cubicBezTo>
                  <a:pt x="7861476" y="292049"/>
                  <a:pt x="7874043" y="292017"/>
                  <a:pt x="7886440" y="293003"/>
                </a:cubicBezTo>
                <a:close/>
                <a:moveTo>
                  <a:pt x="7984030" y="291230"/>
                </a:moveTo>
                <a:cubicBezTo>
                  <a:pt x="7993671" y="289980"/>
                  <a:pt x="8008954" y="291204"/>
                  <a:pt x="8018095" y="293937"/>
                </a:cubicBezTo>
                <a:cubicBezTo>
                  <a:pt x="8027376" y="296697"/>
                  <a:pt x="8027155" y="300003"/>
                  <a:pt x="8017484" y="301253"/>
                </a:cubicBezTo>
                <a:cubicBezTo>
                  <a:pt x="8007787" y="302528"/>
                  <a:pt x="7992393" y="301305"/>
                  <a:pt x="7983168" y="298545"/>
                </a:cubicBezTo>
                <a:cubicBezTo>
                  <a:pt x="7973999" y="295786"/>
                  <a:pt x="7974415" y="292505"/>
                  <a:pt x="7984030" y="291230"/>
                </a:cubicBezTo>
                <a:close/>
                <a:moveTo>
                  <a:pt x="5399256" y="290620"/>
                </a:moveTo>
                <a:cubicBezTo>
                  <a:pt x="5406050" y="291235"/>
                  <a:pt x="5411649" y="292491"/>
                  <a:pt x="5414441" y="294249"/>
                </a:cubicBezTo>
                <a:cubicBezTo>
                  <a:pt x="5420025" y="297764"/>
                  <a:pt x="5412302" y="301981"/>
                  <a:pt x="5397130" y="303621"/>
                </a:cubicBezTo>
                <a:cubicBezTo>
                  <a:pt x="5381875" y="305288"/>
                  <a:pt x="5364953" y="303725"/>
                  <a:pt x="5359396" y="300159"/>
                </a:cubicBezTo>
                <a:cubicBezTo>
                  <a:pt x="5353977" y="296618"/>
                  <a:pt x="5361813" y="292427"/>
                  <a:pt x="5376902" y="290838"/>
                </a:cubicBezTo>
                <a:cubicBezTo>
                  <a:pt x="5384474" y="290031"/>
                  <a:pt x="5392462" y="290005"/>
                  <a:pt x="5399256" y="290620"/>
                </a:cubicBezTo>
                <a:close/>
                <a:moveTo>
                  <a:pt x="3886487" y="289850"/>
                </a:moveTo>
                <a:cubicBezTo>
                  <a:pt x="3894684" y="289043"/>
                  <a:pt x="3902075" y="289824"/>
                  <a:pt x="3903020" y="291516"/>
                </a:cubicBezTo>
                <a:cubicBezTo>
                  <a:pt x="3903992" y="293234"/>
                  <a:pt x="3898213" y="295239"/>
                  <a:pt x="3890016" y="296020"/>
                </a:cubicBezTo>
                <a:cubicBezTo>
                  <a:pt x="3881847" y="296827"/>
                  <a:pt x="3874344" y="296072"/>
                  <a:pt x="3873427" y="294380"/>
                </a:cubicBezTo>
                <a:cubicBezTo>
                  <a:pt x="3872538" y="292635"/>
                  <a:pt x="3878345" y="290605"/>
                  <a:pt x="3886487" y="289850"/>
                </a:cubicBezTo>
                <a:close/>
                <a:moveTo>
                  <a:pt x="5821372" y="289612"/>
                </a:moveTo>
                <a:cubicBezTo>
                  <a:pt x="5827953" y="290200"/>
                  <a:pt x="5833587" y="291398"/>
                  <a:pt x="5836713" y="293051"/>
                </a:cubicBezTo>
                <a:cubicBezTo>
                  <a:pt x="5842992" y="296384"/>
                  <a:pt x="5836824" y="300367"/>
                  <a:pt x="5822820" y="301929"/>
                </a:cubicBezTo>
                <a:cubicBezTo>
                  <a:pt x="5808871" y="303491"/>
                  <a:pt x="5792533" y="302007"/>
                  <a:pt x="5786336" y="298648"/>
                </a:cubicBezTo>
                <a:cubicBezTo>
                  <a:pt x="5780223" y="295316"/>
                  <a:pt x="5786502" y="291359"/>
                  <a:pt x="5800340" y="289823"/>
                </a:cubicBezTo>
                <a:cubicBezTo>
                  <a:pt x="5807259" y="289041"/>
                  <a:pt x="5814789" y="289022"/>
                  <a:pt x="5821372" y="289612"/>
                </a:cubicBezTo>
                <a:close/>
                <a:moveTo>
                  <a:pt x="7557603" y="289416"/>
                </a:moveTo>
                <a:cubicBezTo>
                  <a:pt x="7568815" y="290324"/>
                  <a:pt x="7579665" y="292166"/>
                  <a:pt x="7587515" y="294718"/>
                </a:cubicBezTo>
                <a:cubicBezTo>
                  <a:pt x="7603270" y="299872"/>
                  <a:pt x="7601103" y="306068"/>
                  <a:pt x="7582208" y="308437"/>
                </a:cubicBezTo>
                <a:cubicBezTo>
                  <a:pt x="7563424" y="310859"/>
                  <a:pt x="7535388" y="308567"/>
                  <a:pt x="7519744" y="303361"/>
                </a:cubicBezTo>
                <a:cubicBezTo>
                  <a:pt x="7504211" y="298180"/>
                  <a:pt x="7506823" y="292088"/>
                  <a:pt x="7525523" y="289718"/>
                </a:cubicBezTo>
                <a:cubicBezTo>
                  <a:pt x="7534818" y="288534"/>
                  <a:pt x="7546391" y="288508"/>
                  <a:pt x="7557603" y="289416"/>
                </a:cubicBezTo>
                <a:close/>
                <a:moveTo>
                  <a:pt x="4943039" y="289104"/>
                </a:moveTo>
                <a:cubicBezTo>
                  <a:pt x="4950684" y="289824"/>
                  <a:pt x="4956714" y="291295"/>
                  <a:pt x="4959326" y="293338"/>
                </a:cubicBezTo>
                <a:cubicBezTo>
                  <a:pt x="4964605" y="297425"/>
                  <a:pt x="4954129" y="302346"/>
                  <a:pt x="4935819" y="304272"/>
                </a:cubicBezTo>
                <a:cubicBezTo>
                  <a:pt x="4917591" y="306173"/>
                  <a:pt x="4898446" y="304350"/>
                  <a:pt x="4893360" y="300237"/>
                </a:cubicBezTo>
                <a:cubicBezTo>
                  <a:pt x="4888248" y="296098"/>
                  <a:pt x="4898889" y="291230"/>
                  <a:pt x="4917063" y="289381"/>
                </a:cubicBezTo>
                <a:cubicBezTo>
                  <a:pt x="4926135" y="288417"/>
                  <a:pt x="4935395" y="288384"/>
                  <a:pt x="4943039" y="289104"/>
                </a:cubicBezTo>
                <a:close/>
                <a:moveTo>
                  <a:pt x="8113764" y="288756"/>
                </a:moveTo>
                <a:cubicBezTo>
                  <a:pt x="8114626" y="288626"/>
                  <a:pt x="8115959" y="288730"/>
                  <a:pt x="8116709" y="288938"/>
                </a:cubicBezTo>
                <a:cubicBezTo>
                  <a:pt x="8117543" y="289225"/>
                  <a:pt x="8117598" y="289511"/>
                  <a:pt x="8116738" y="289615"/>
                </a:cubicBezTo>
                <a:cubicBezTo>
                  <a:pt x="8115904" y="289719"/>
                  <a:pt x="8114570" y="289615"/>
                  <a:pt x="8113764" y="289355"/>
                </a:cubicBezTo>
                <a:cubicBezTo>
                  <a:pt x="8112985" y="289121"/>
                  <a:pt x="8112985" y="288835"/>
                  <a:pt x="8113764" y="288756"/>
                </a:cubicBezTo>
                <a:close/>
                <a:moveTo>
                  <a:pt x="4248168" y="288456"/>
                </a:moveTo>
                <a:cubicBezTo>
                  <a:pt x="4255305" y="289159"/>
                  <a:pt x="4260536" y="290591"/>
                  <a:pt x="4262161" y="292583"/>
                </a:cubicBezTo>
                <a:cubicBezTo>
                  <a:pt x="4265468" y="296592"/>
                  <a:pt x="4253019" y="301357"/>
                  <a:pt x="4234263" y="303179"/>
                </a:cubicBezTo>
                <a:cubicBezTo>
                  <a:pt x="4215425" y="305105"/>
                  <a:pt x="4197668" y="303309"/>
                  <a:pt x="4194612" y="299274"/>
                </a:cubicBezTo>
                <a:cubicBezTo>
                  <a:pt x="4191528" y="295265"/>
                  <a:pt x="4204115" y="290526"/>
                  <a:pt x="4222732" y="288704"/>
                </a:cubicBezTo>
                <a:cubicBezTo>
                  <a:pt x="4231986" y="287780"/>
                  <a:pt x="4241030" y="287754"/>
                  <a:pt x="4248168" y="288456"/>
                </a:cubicBezTo>
                <a:close/>
                <a:moveTo>
                  <a:pt x="7218774" y="288391"/>
                </a:moveTo>
                <a:cubicBezTo>
                  <a:pt x="7229764" y="289296"/>
                  <a:pt x="7240170" y="291138"/>
                  <a:pt x="7247408" y="293703"/>
                </a:cubicBezTo>
                <a:cubicBezTo>
                  <a:pt x="7262024" y="298857"/>
                  <a:pt x="7258301" y="305002"/>
                  <a:pt x="7239072" y="307397"/>
                </a:cubicBezTo>
                <a:cubicBezTo>
                  <a:pt x="7219649" y="309818"/>
                  <a:pt x="7192224" y="307527"/>
                  <a:pt x="7177774" y="302320"/>
                </a:cubicBezTo>
                <a:cubicBezTo>
                  <a:pt x="7163381" y="297165"/>
                  <a:pt x="7167383" y="291047"/>
                  <a:pt x="7186639" y="288704"/>
                </a:cubicBezTo>
                <a:cubicBezTo>
                  <a:pt x="7196212" y="287519"/>
                  <a:pt x="7207784" y="287486"/>
                  <a:pt x="7218774" y="288391"/>
                </a:cubicBezTo>
                <a:close/>
                <a:moveTo>
                  <a:pt x="5715398" y="288098"/>
                </a:moveTo>
                <a:cubicBezTo>
                  <a:pt x="5721469" y="288645"/>
                  <a:pt x="5726609" y="289759"/>
                  <a:pt x="5729402" y="291308"/>
                </a:cubicBezTo>
                <a:cubicBezTo>
                  <a:pt x="5734959" y="294379"/>
                  <a:pt x="5728929" y="298076"/>
                  <a:pt x="5715925" y="299482"/>
                </a:cubicBezTo>
                <a:cubicBezTo>
                  <a:pt x="5702838" y="300914"/>
                  <a:pt x="5687805" y="299561"/>
                  <a:pt x="5682248" y="296462"/>
                </a:cubicBezTo>
                <a:cubicBezTo>
                  <a:pt x="5676747" y="293364"/>
                  <a:pt x="5682859" y="289719"/>
                  <a:pt x="5695808" y="288288"/>
                </a:cubicBezTo>
                <a:cubicBezTo>
                  <a:pt x="5702324" y="287571"/>
                  <a:pt x="5709327" y="287552"/>
                  <a:pt x="5715398" y="288098"/>
                </a:cubicBezTo>
                <a:close/>
                <a:moveTo>
                  <a:pt x="5609149" y="288043"/>
                </a:moveTo>
                <a:cubicBezTo>
                  <a:pt x="5614796" y="288554"/>
                  <a:pt x="5619548" y="289588"/>
                  <a:pt x="5622062" y="291021"/>
                </a:cubicBezTo>
                <a:cubicBezTo>
                  <a:pt x="5627009" y="293936"/>
                  <a:pt x="5621173" y="297399"/>
                  <a:pt x="5608919" y="298701"/>
                </a:cubicBezTo>
                <a:cubicBezTo>
                  <a:pt x="5596582" y="300080"/>
                  <a:pt x="5582522" y="298779"/>
                  <a:pt x="5577520" y="295889"/>
                </a:cubicBezTo>
                <a:cubicBezTo>
                  <a:pt x="5572574" y="292973"/>
                  <a:pt x="5578521" y="289537"/>
                  <a:pt x="5590859" y="288209"/>
                </a:cubicBezTo>
                <a:cubicBezTo>
                  <a:pt x="5596957" y="287546"/>
                  <a:pt x="5603501" y="287532"/>
                  <a:pt x="5609149" y="288043"/>
                </a:cubicBezTo>
                <a:close/>
                <a:moveTo>
                  <a:pt x="5506053" y="287539"/>
                </a:moveTo>
                <a:cubicBezTo>
                  <a:pt x="5513326" y="288197"/>
                  <a:pt x="5519376" y="289537"/>
                  <a:pt x="5522475" y="291411"/>
                </a:cubicBezTo>
                <a:cubicBezTo>
                  <a:pt x="5528755" y="295160"/>
                  <a:pt x="5520836" y="299638"/>
                  <a:pt x="5504747" y="301409"/>
                </a:cubicBezTo>
                <a:cubicBezTo>
                  <a:pt x="5488659" y="303153"/>
                  <a:pt x="5470487" y="301461"/>
                  <a:pt x="5464374" y="297686"/>
                </a:cubicBezTo>
                <a:cubicBezTo>
                  <a:pt x="5458232" y="293910"/>
                  <a:pt x="5466318" y="289485"/>
                  <a:pt x="5482296" y="287766"/>
                </a:cubicBezTo>
                <a:cubicBezTo>
                  <a:pt x="5490285" y="286907"/>
                  <a:pt x="5498780" y="286882"/>
                  <a:pt x="5506053" y="287539"/>
                </a:cubicBezTo>
                <a:close/>
                <a:moveTo>
                  <a:pt x="6286052" y="286506"/>
                </a:moveTo>
                <a:cubicBezTo>
                  <a:pt x="6293183" y="287122"/>
                  <a:pt x="6299497" y="288378"/>
                  <a:pt x="6303332" y="290135"/>
                </a:cubicBezTo>
                <a:cubicBezTo>
                  <a:pt x="6311029" y="293650"/>
                  <a:pt x="6305777" y="297841"/>
                  <a:pt x="6291634" y="299456"/>
                </a:cubicBezTo>
                <a:cubicBezTo>
                  <a:pt x="6277380" y="301070"/>
                  <a:pt x="6259624" y="299534"/>
                  <a:pt x="6251983" y="295993"/>
                </a:cubicBezTo>
                <a:cubicBezTo>
                  <a:pt x="6244369" y="292479"/>
                  <a:pt x="6249760" y="288313"/>
                  <a:pt x="6263875" y="286725"/>
                </a:cubicBezTo>
                <a:cubicBezTo>
                  <a:pt x="6270975" y="285918"/>
                  <a:pt x="6278922" y="285892"/>
                  <a:pt x="6286052" y="286506"/>
                </a:cubicBezTo>
                <a:close/>
                <a:moveTo>
                  <a:pt x="4472252" y="285378"/>
                </a:moveTo>
                <a:cubicBezTo>
                  <a:pt x="4478959" y="286029"/>
                  <a:pt x="4483995" y="287349"/>
                  <a:pt x="4485759" y="289198"/>
                </a:cubicBezTo>
                <a:cubicBezTo>
                  <a:pt x="4489372" y="292896"/>
                  <a:pt x="4478452" y="297322"/>
                  <a:pt x="4461419" y="299014"/>
                </a:cubicBezTo>
                <a:cubicBezTo>
                  <a:pt x="4444330" y="300732"/>
                  <a:pt x="4427574" y="299118"/>
                  <a:pt x="4424129" y="295369"/>
                </a:cubicBezTo>
                <a:cubicBezTo>
                  <a:pt x="4420684" y="291671"/>
                  <a:pt x="4431714" y="287298"/>
                  <a:pt x="4448721" y="285580"/>
                </a:cubicBezTo>
                <a:cubicBezTo>
                  <a:pt x="4457167" y="284747"/>
                  <a:pt x="4465545" y="284727"/>
                  <a:pt x="4472252" y="285378"/>
                </a:cubicBezTo>
                <a:close/>
                <a:moveTo>
                  <a:pt x="3447376" y="285293"/>
                </a:moveTo>
                <a:cubicBezTo>
                  <a:pt x="3448321" y="285215"/>
                  <a:pt x="3449126" y="285293"/>
                  <a:pt x="3449126" y="285476"/>
                </a:cubicBezTo>
                <a:cubicBezTo>
                  <a:pt x="3449238" y="285658"/>
                  <a:pt x="3448515" y="285866"/>
                  <a:pt x="3447571" y="285996"/>
                </a:cubicBezTo>
                <a:cubicBezTo>
                  <a:pt x="3446543" y="286074"/>
                  <a:pt x="3445848" y="285996"/>
                  <a:pt x="3445848" y="285788"/>
                </a:cubicBezTo>
                <a:cubicBezTo>
                  <a:pt x="3445737" y="285606"/>
                  <a:pt x="3446376" y="285371"/>
                  <a:pt x="3447376" y="285293"/>
                </a:cubicBezTo>
                <a:close/>
                <a:moveTo>
                  <a:pt x="4706103" y="284239"/>
                </a:moveTo>
                <a:cubicBezTo>
                  <a:pt x="4714046" y="284995"/>
                  <a:pt x="4720167" y="286531"/>
                  <a:pt x="4722584" y="288679"/>
                </a:cubicBezTo>
                <a:cubicBezTo>
                  <a:pt x="4727501" y="292974"/>
                  <a:pt x="4715554" y="298128"/>
                  <a:pt x="4695964" y="300133"/>
                </a:cubicBezTo>
                <a:cubicBezTo>
                  <a:pt x="4676292" y="302138"/>
                  <a:pt x="4656480" y="300238"/>
                  <a:pt x="4651756" y="295890"/>
                </a:cubicBezTo>
                <a:cubicBezTo>
                  <a:pt x="4647116" y="291568"/>
                  <a:pt x="4659203" y="286440"/>
                  <a:pt x="4678681" y="284487"/>
                </a:cubicBezTo>
                <a:cubicBezTo>
                  <a:pt x="4688393" y="283511"/>
                  <a:pt x="4698160" y="283484"/>
                  <a:pt x="4706103" y="284239"/>
                </a:cubicBezTo>
                <a:close/>
                <a:moveTo>
                  <a:pt x="3771811" y="282664"/>
                </a:moveTo>
                <a:cubicBezTo>
                  <a:pt x="3774951" y="282325"/>
                  <a:pt x="3777786" y="282637"/>
                  <a:pt x="3778119" y="283288"/>
                </a:cubicBezTo>
                <a:cubicBezTo>
                  <a:pt x="3778453" y="283913"/>
                  <a:pt x="3776147" y="284695"/>
                  <a:pt x="3772923" y="285006"/>
                </a:cubicBezTo>
                <a:cubicBezTo>
                  <a:pt x="3769755" y="285319"/>
                  <a:pt x="3766921" y="285033"/>
                  <a:pt x="3766560" y="284382"/>
                </a:cubicBezTo>
                <a:cubicBezTo>
                  <a:pt x="3766254" y="283731"/>
                  <a:pt x="3768644" y="282976"/>
                  <a:pt x="3771811" y="282664"/>
                </a:cubicBezTo>
                <a:close/>
                <a:moveTo>
                  <a:pt x="8227690" y="282144"/>
                </a:moveTo>
                <a:cubicBezTo>
                  <a:pt x="8227994" y="282065"/>
                  <a:pt x="8228496" y="282144"/>
                  <a:pt x="8228884" y="282222"/>
                </a:cubicBezTo>
                <a:cubicBezTo>
                  <a:pt x="8229106" y="282300"/>
                  <a:pt x="8229190" y="282404"/>
                  <a:pt x="8228828" y="282482"/>
                </a:cubicBezTo>
                <a:cubicBezTo>
                  <a:pt x="8228496" y="282534"/>
                  <a:pt x="8227994" y="282482"/>
                  <a:pt x="8227690" y="282404"/>
                </a:cubicBezTo>
                <a:cubicBezTo>
                  <a:pt x="8227300" y="282274"/>
                  <a:pt x="8227300" y="282169"/>
                  <a:pt x="8227690" y="282144"/>
                </a:cubicBezTo>
                <a:close/>
                <a:moveTo>
                  <a:pt x="6529845" y="281915"/>
                </a:moveTo>
                <a:cubicBezTo>
                  <a:pt x="6536565" y="282488"/>
                  <a:pt x="6542644" y="283653"/>
                  <a:pt x="6546520" y="285267"/>
                </a:cubicBezTo>
                <a:cubicBezTo>
                  <a:pt x="6554161" y="288521"/>
                  <a:pt x="6549993" y="292375"/>
                  <a:pt x="6537072" y="293937"/>
                </a:cubicBezTo>
                <a:cubicBezTo>
                  <a:pt x="6524069" y="295446"/>
                  <a:pt x="6507341" y="293989"/>
                  <a:pt x="6499644" y="290709"/>
                </a:cubicBezTo>
                <a:cubicBezTo>
                  <a:pt x="6492114" y="287428"/>
                  <a:pt x="6496337" y="283627"/>
                  <a:pt x="6509314" y="282117"/>
                </a:cubicBezTo>
                <a:cubicBezTo>
                  <a:pt x="6515760" y="281362"/>
                  <a:pt x="6523123" y="281342"/>
                  <a:pt x="6529845" y="281915"/>
                </a:cubicBezTo>
                <a:close/>
                <a:moveTo>
                  <a:pt x="6996818" y="281600"/>
                </a:moveTo>
                <a:cubicBezTo>
                  <a:pt x="7007825" y="282508"/>
                  <a:pt x="7018099" y="284357"/>
                  <a:pt x="7025059" y="286934"/>
                </a:cubicBezTo>
                <a:cubicBezTo>
                  <a:pt x="7039037" y="292141"/>
                  <a:pt x="7034396" y="298389"/>
                  <a:pt x="7014501" y="300810"/>
                </a:cubicBezTo>
                <a:cubicBezTo>
                  <a:pt x="6994466" y="303231"/>
                  <a:pt x="6966875" y="300914"/>
                  <a:pt x="6953065" y="295655"/>
                </a:cubicBezTo>
                <a:cubicBezTo>
                  <a:pt x="6939283" y="290448"/>
                  <a:pt x="6944367" y="284304"/>
                  <a:pt x="6964180" y="281909"/>
                </a:cubicBezTo>
                <a:cubicBezTo>
                  <a:pt x="6974072" y="280724"/>
                  <a:pt x="6985811" y="280692"/>
                  <a:pt x="6996818" y="281600"/>
                </a:cubicBezTo>
                <a:close/>
                <a:moveTo>
                  <a:pt x="7677120" y="280913"/>
                </a:moveTo>
                <a:cubicBezTo>
                  <a:pt x="7689165" y="281870"/>
                  <a:pt x="7700898" y="283822"/>
                  <a:pt x="7709470" y="286543"/>
                </a:cubicBezTo>
                <a:cubicBezTo>
                  <a:pt x="7726837" y="292037"/>
                  <a:pt x="7724947" y="298571"/>
                  <a:pt x="7705136" y="301174"/>
                </a:cubicBezTo>
                <a:cubicBezTo>
                  <a:pt x="7685185" y="303752"/>
                  <a:pt x="7655008" y="301331"/>
                  <a:pt x="7637837" y="295759"/>
                </a:cubicBezTo>
                <a:cubicBezTo>
                  <a:pt x="7620832" y="290240"/>
                  <a:pt x="7623165" y="283757"/>
                  <a:pt x="7642894" y="281258"/>
                </a:cubicBezTo>
                <a:cubicBezTo>
                  <a:pt x="7652716" y="279996"/>
                  <a:pt x="7665074" y="279956"/>
                  <a:pt x="7677120" y="280913"/>
                </a:cubicBezTo>
                <a:close/>
                <a:moveTo>
                  <a:pt x="5048346" y="280092"/>
                </a:moveTo>
                <a:cubicBezTo>
                  <a:pt x="5056453" y="280841"/>
                  <a:pt x="5062928" y="282364"/>
                  <a:pt x="5065832" y="284486"/>
                </a:cubicBezTo>
                <a:cubicBezTo>
                  <a:pt x="5071750" y="288782"/>
                  <a:pt x="5061079" y="293885"/>
                  <a:pt x="5041935" y="295941"/>
                </a:cubicBezTo>
                <a:cubicBezTo>
                  <a:pt x="5022790" y="297920"/>
                  <a:pt x="5002589" y="295993"/>
                  <a:pt x="4996893" y="291697"/>
                </a:cubicBezTo>
                <a:cubicBezTo>
                  <a:pt x="4991196" y="287376"/>
                  <a:pt x="5002061" y="282299"/>
                  <a:pt x="5021067" y="280347"/>
                </a:cubicBezTo>
                <a:cubicBezTo>
                  <a:pt x="5030501" y="279370"/>
                  <a:pt x="5040239" y="279344"/>
                  <a:pt x="5048346" y="280092"/>
                </a:cubicBezTo>
                <a:close/>
                <a:moveTo>
                  <a:pt x="6766997" y="280086"/>
                </a:moveTo>
                <a:cubicBezTo>
                  <a:pt x="6775565" y="280809"/>
                  <a:pt x="6783442" y="282274"/>
                  <a:pt x="6788625" y="284304"/>
                </a:cubicBezTo>
                <a:cubicBezTo>
                  <a:pt x="6798989" y="288392"/>
                  <a:pt x="6794571" y="293260"/>
                  <a:pt x="6778593" y="295212"/>
                </a:cubicBezTo>
                <a:cubicBezTo>
                  <a:pt x="6762506" y="297112"/>
                  <a:pt x="6741082" y="295316"/>
                  <a:pt x="6730774" y="291177"/>
                </a:cubicBezTo>
                <a:cubicBezTo>
                  <a:pt x="6720631" y="287038"/>
                  <a:pt x="6725243" y="282195"/>
                  <a:pt x="6741220" y="280321"/>
                </a:cubicBezTo>
                <a:cubicBezTo>
                  <a:pt x="6749167" y="279383"/>
                  <a:pt x="6758428" y="279364"/>
                  <a:pt x="6766997" y="280086"/>
                </a:cubicBezTo>
                <a:close/>
                <a:moveTo>
                  <a:pt x="7343041" y="279725"/>
                </a:moveTo>
                <a:cubicBezTo>
                  <a:pt x="7353844" y="280608"/>
                  <a:pt x="7364153" y="282390"/>
                  <a:pt x="7371419" y="284877"/>
                </a:cubicBezTo>
                <a:cubicBezTo>
                  <a:pt x="7386118" y="289849"/>
                  <a:pt x="7382978" y="295837"/>
                  <a:pt x="7364389" y="298155"/>
                </a:cubicBezTo>
                <a:cubicBezTo>
                  <a:pt x="7345716" y="300498"/>
                  <a:pt x="7318708" y="298285"/>
                  <a:pt x="7304176" y="293234"/>
                </a:cubicBezTo>
                <a:cubicBezTo>
                  <a:pt x="7289727" y="288183"/>
                  <a:pt x="7293227" y="282300"/>
                  <a:pt x="7311706" y="279983"/>
                </a:cubicBezTo>
                <a:cubicBezTo>
                  <a:pt x="7320944" y="278863"/>
                  <a:pt x="7332239" y="278843"/>
                  <a:pt x="7343041" y="279725"/>
                </a:cubicBezTo>
                <a:close/>
                <a:moveTo>
                  <a:pt x="6185431" y="277587"/>
                </a:moveTo>
                <a:cubicBezTo>
                  <a:pt x="6193423" y="278284"/>
                  <a:pt x="6200466" y="279696"/>
                  <a:pt x="6204718" y="281648"/>
                </a:cubicBezTo>
                <a:cubicBezTo>
                  <a:pt x="6213137" y="285580"/>
                  <a:pt x="6206968" y="290292"/>
                  <a:pt x="6190796" y="292114"/>
                </a:cubicBezTo>
                <a:cubicBezTo>
                  <a:pt x="6174625" y="293989"/>
                  <a:pt x="6154619" y="292218"/>
                  <a:pt x="6146255" y="288235"/>
                </a:cubicBezTo>
                <a:cubicBezTo>
                  <a:pt x="6137975" y="284304"/>
                  <a:pt x="6144421" y="279644"/>
                  <a:pt x="6160454" y="277822"/>
                </a:cubicBezTo>
                <a:cubicBezTo>
                  <a:pt x="6168499" y="276910"/>
                  <a:pt x="6177438" y="276891"/>
                  <a:pt x="6185431" y="277587"/>
                </a:cubicBezTo>
                <a:close/>
                <a:moveTo>
                  <a:pt x="4130036" y="277099"/>
                </a:moveTo>
                <a:cubicBezTo>
                  <a:pt x="4138074" y="277887"/>
                  <a:pt x="4143874" y="279488"/>
                  <a:pt x="4145568" y="281727"/>
                </a:cubicBezTo>
                <a:cubicBezTo>
                  <a:pt x="4148875" y="286257"/>
                  <a:pt x="4134232" y="291620"/>
                  <a:pt x="4112781" y="293729"/>
                </a:cubicBezTo>
                <a:cubicBezTo>
                  <a:pt x="4091274" y="295837"/>
                  <a:pt x="4071296" y="293859"/>
                  <a:pt x="4068155" y="289277"/>
                </a:cubicBezTo>
                <a:cubicBezTo>
                  <a:pt x="4065071" y="284747"/>
                  <a:pt x="4079826" y="279435"/>
                  <a:pt x="4101083" y="277353"/>
                </a:cubicBezTo>
                <a:cubicBezTo>
                  <a:pt x="4111726" y="276337"/>
                  <a:pt x="4121999" y="276311"/>
                  <a:pt x="4130036" y="277099"/>
                </a:cubicBezTo>
                <a:close/>
                <a:moveTo>
                  <a:pt x="7904199" y="274984"/>
                </a:moveTo>
                <a:cubicBezTo>
                  <a:pt x="7906477" y="274697"/>
                  <a:pt x="7910033" y="274957"/>
                  <a:pt x="7912284" y="275634"/>
                </a:cubicBezTo>
                <a:cubicBezTo>
                  <a:pt x="7914452" y="276286"/>
                  <a:pt x="7914341" y="277067"/>
                  <a:pt x="7912007" y="277353"/>
                </a:cubicBezTo>
                <a:cubicBezTo>
                  <a:pt x="7909617" y="277639"/>
                  <a:pt x="7906060" y="277353"/>
                  <a:pt x="7903921" y="276702"/>
                </a:cubicBezTo>
                <a:cubicBezTo>
                  <a:pt x="7901670" y="276077"/>
                  <a:pt x="7901920" y="275296"/>
                  <a:pt x="7904199" y="274984"/>
                </a:cubicBezTo>
                <a:close/>
                <a:moveTo>
                  <a:pt x="3658276" y="274464"/>
                </a:moveTo>
                <a:cubicBezTo>
                  <a:pt x="3659860" y="274333"/>
                  <a:pt x="3661249" y="274464"/>
                  <a:pt x="3661416" y="274802"/>
                </a:cubicBezTo>
                <a:cubicBezTo>
                  <a:pt x="3661527" y="275140"/>
                  <a:pt x="3660388" y="275531"/>
                  <a:pt x="3658720" y="275661"/>
                </a:cubicBezTo>
                <a:cubicBezTo>
                  <a:pt x="3657220" y="275791"/>
                  <a:pt x="3655747" y="275687"/>
                  <a:pt x="3655581" y="275322"/>
                </a:cubicBezTo>
                <a:cubicBezTo>
                  <a:pt x="3655552" y="274984"/>
                  <a:pt x="3656692" y="274645"/>
                  <a:pt x="3658276" y="274464"/>
                </a:cubicBezTo>
                <a:close/>
                <a:moveTo>
                  <a:pt x="7794303" y="273643"/>
                </a:moveTo>
                <a:cubicBezTo>
                  <a:pt x="7806036" y="274567"/>
                  <a:pt x="7817546" y="276454"/>
                  <a:pt x="7826090" y="279097"/>
                </a:cubicBezTo>
                <a:cubicBezTo>
                  <a:pt x="7843346" y="284408"/>
                  <a:pt x="7842013" y="290709"/>
                  <a:pt x="7822978" y="293156"/>
                </a:cubicBezTo>
                <a:cubicBezTo>
                  <a:pt x="7803889" y="295655"/>
                  <a:pt x="7774518" y="293312"/>
                  <a:pt x="7757430" y="287975"/>
                </a:cubicBezTo>
                <a:cubicBezTo>
                  <a:pt x="7740425" y="282638"/>
                  <a:pt x="7742203" y="276390"/>
                  <a:pt x="7761181" y="273968"/>
                </a:cubicBezTo>
                <a:cubicBezTo>
                  <a:pt x="7770614" y="272757"/>
                  <a:pt x="7782569" y="272719"/>
                  <a:pt x="7794303" y="273643"/>
                </a:cubicBezTo>
                <a:close/>
                <a:moveTo>
                  <a:pt x="4348609" y="273337"/>
                </a:moveTo>
                <a:cubicBezTo>
                  <a:pt x="4355718" y="274020"/>
                  <a:pt x="4360985" y="275413"/>
                  <a:pt x="4362721" y="277352"/>
                </a:cubicBezTo>
                <a:cubicBezTo>
                  <a:pt x="4366222" y="281258"/>
                  <a:pt x="4354190" y="285970"/>
                  <a:pt x="4335768" y="287792"/>
                </a:cubicBezTo>
                <a:cubicBezTo>
                  <a:pt x="4317373" y="289641"/>
                  <a:pt x="4299589" y="287897"/>
                  <a:pt x="4296283" y="283939"/>
                </a:cubicBezTo>
                <a:cubicBezTo>
                  <a:pt x="4292948" y="280008"/>
                  <a:pt x="4305146" y="275374"/>
                  <a:pt x="4323431" y="273578"/>
                </a:cubicBezTo>
                <a:cubicBezTo>
                  <a:pt x="4332545" y="272679"/>
                  <a:pt x="4341498" y="272653"/>
                  <a:pt x="4348609" y="273337"/>
                </a:cubicBezTo>
                <a:close/>
                <a:moveTo>
                  <a:pt x="4809459" y="272865"/>
                </a:moveTo>
                <a:cubicBezTo>
                  <a:pt x="4817669" y="273630"/>
                  <a:pt x="4824075" y="275192"/>
                  <a:pt x="4826728" y="277379"/>
                </a:cubicBezTo>
                <a:cubicBezTo>
                  <a:pt x="4832007" y="281779"/>
                  <a:pt x="4820198" y="286986"/>
                  <a:pt x="4800164" y="289042"/>
                </a:cubicBezTo>
                <a:cubicBezTo>
                  <a:pt x="4780213" y="291099"/>
                  <a:pt x="4759707" y="289147"/>
                  <a:pt x="4754539" y="284721"/>
                </a:cubicBezTo>
                <a:cubicBezTo>
                  <a:pt x="4749509" y="280322"/>
                  <a:pt x="4761485" y="275141"/>
                  <a:pt x="4781352" y="273136"/>
                </a:cubicBezTo>
                <a:cubicBezTo>
                  <a:pt x="4791231" y="272133"/>
                  <a:pt x="4801248" y="272101"/>
                  <a:pt x="4809459" y="272865"/>
                </a:cubicBezTo>
                <a:close/>
                <a:moveTo>
                  <a:pt x="5153051" y="272699"/>
                </a:moveTo>
                <a:cubicBezTo>
                  <a:pt x="5161334" y="273460"/>
                  <a:pt x="5168003" y="275010"/>
                  <a:pt x="5171115" y="277170"/>
                </a:cubicBezTo>
                <a:cubicBezTo>
                  <a:pt x="5177422" y="281492"/>
                  <a:pt x="5166974" y="286673"/>
                  <a:pt x="5147635" y="288704"/>
                </a:cubicBezTo>
                <a:cubicBezTo>
                  <a:pt x="5128323" y="290734"/>
                  <a:pt x="5107622" y="288808"/>
                  <a:pt x="5101565" y="284408"/>
                </a:cubicBezTo>
                <a:cubicBezTo>
                  <a:pt x="5095480" y="280061"/>
                  <a:pt x="5106150" y="274932"/>
                  <a:pt x="5125295" y="272953"/>
                </a:cubicBezTo>
                <a:cubicBezTo>
                  <a:pt x="5134868" y="271964"/>
                  <a:pt x="5144766" y="271938"/>
                  <a:pt x="5153051" y="272699"/>
                </a:cubicBezTo>
                <a:close/>
                <a:moveTo>
                  <a:pt x="4573759" y="272126"/>
                </a:moveTo>
                <a:cubicBezTo>
                  <a:pt x="4580435" y="272764"/>
                  <a:pt x="4585499" y="274060"/>
                  <a:pt x="4587402" y="275870"/>
                </a:cubicBezTo>
                <a:cubicBezTo>
                  <a:pt x="4591237" y="279514"/>
                  <a:pt x="4580733" y="283836"/>
                  <a:pt x="4563923" y="285502"/>
                </a:cubicBezTo>
                <a:cubicBezTo>
                  <a:pt x="4547084" y="287195"/>
                  <a:pt x="4530385" y="285606"/>
                  <a:pt x="4526744" y="281935"/>
                </a:cubicBezTo>
                <a:cubicBezTo>
                  <a:pt x="4523132" y="278290"/>
                  <a:pt x="4533719" y="273969"/>
                  <a:pt x="4550446" y="272328"/>
                </a:cubicBezTo>
                <a:cubicBezTo>
                  <a:pt x="4558796" y="271508"/>
                  <a:pt x="4567083" y="271488"/>
                  <a:pt x="4573759" y="272126"/>
                </a:cubicBezTo>
                <a:close/>
                <a:moveTo>
                  <a:pt x="7124762" y="271964"/>
                </a:moveTo>
                <a:cubicBezTo>
                  <a:pt x="7135560" y="272849"/>
                  <a:pt x="7145736" y="274645"/>
                  <a:pt x="7152766" y="277145"/>
                </a:cubicBezTo>
                <a:cubicBezTo>
                  <a:pt x="7166855" y="282195"/>
                  <a:pt x="7162936" y="288209"/>
                  <a:pt x="7143569" y="290552"/>
                </a:cubicBezTo>
                <a:cubicBezTo>
                  <a:pt x="7124313" y="292921"/>
                  <a:pt x="7097221" y="290682"/>
                  <a:pt x="7083272" y="285580"/>
                </a:cubicBezTo>
                <a:cubicBezTo>
                  <a:pt x="7069490" y="280503"/>
                  <a:pt x="7073909" y="274541"/>
                  <a:pt x="7093025" y="272250"/>
                </a:cubicBezTo>
                <a:cubicBezTo>
                  <a:pt x="7102543" y="271104"/>
                  <a:pt x="7113963" y="271078"/>
                  <a:pt x="7124762" y="271964"/>
                </a:cubicBezTo>
                <a:close/>
                <a:moveTo>
                  <a:pt x="6082232" y="271730"/>
                </a:moveTo>
                <a:cubicBezTo>
                  <a:pt x="6089314" y="272341"/>
                  <a:pt x="6095503" y="273591"/>
                  <a:pt x="6099102" y="275348"/>
                </a:cubicBezTo>
                <a:cubicBezTo>
                  <a:pt x="6106411" y="278811"/>
                  <a:pt x="6100520" y="282976"/>
                  <a:pt x="6086098" y="284590"/>
                </a:cubicBezTo>
                <a:cubicBezTo>
                  <a:pt x="6071621" y="286230"/>
                  <a:pt x="6053949" y="284668"/>
                  <a:pt x="6046780" y="281154"/>
                </a:cubicBezTo>
                <a:cubicBezTo>
                  <a:pt x="6039722" y="277665"/>
                  <a:pt x="6045640" y="273551"/>
                  <a:pt x="6060007" y="271938"/>
                </a:cubicBezTo>
                <a:cubicBezTo>
                  <a:pt x="6067175" y="271143"/>
                  <a:pt x="6075150" y="271117"/>
                  <a:pt x="6082232" y="271730"/>
                </a:cubicBezTo>
                <a:close/>
                <a:moveTo>
                  <a:pt x="7465258" y="270910"/>
                </a:moveTo>
                <a:cubicBezTo>
                  <a:pt x="7476578" y="271820"/>
                  <a:pt x="7487456" y="273669"/>
                  <a:pt x="7495236" y="276233"/>
                </a:cubicBezTo>
                <a:cubicBezTo>
                  <a:pt x="7510908" y="281362"/>
                  <a:pt x="7508212" y="287585"/>
                  <a:pt x="7489039" y="289980"/>
                </a:cubicBezTo>
                <a:cubicBezTo>
                  <a:pt x="7469783" y="292427"/>
                  <a:pt x="7441469" y="290110"/>
                  <a:pt x="7425881" y="284903"/>
                </a:cubicBezTo>
                <a:cubicBezTo>
                  <a:pt x="7410431" y="279696"/>
                  <a:pt x="7413543" y="273578"/>
                  <a:pt x="7432633" y="271209"/>
                </a:cubicBezTo>
                <a:cubicBezTo>
                  <a:pt x="7442178" y="270024"/>
                  <a:pt x="7453939" y="269998"/>
                  <a:pt x="7465258" y="270910"/>
                </a:cubicBezTo>
                <a:close/>
                <a:moveTo>
                  <a:pt x="6432102" y="269976"/>
                </a:moveTo>
                <a:cubicBezTo>
                  <a:pt x="6440166" y="270663"/>
                  <a:pt x="6447405" y="272055"/>
                  <a:pt x="6451906" y="273995"/>
                </a:cubicBezTo>
                <a:cubicBezTo>
                  <a:pt x="6461021" y="277900"/>
                  <a:pt x="6455603" y="282534"/>
                  <a:pt x="6439875" y="284357"/>
                </a:cubicBezTo>
                <a:cubicBezTo>
                  <a:pt x="6424120" y="286153"/>
                  <a:pt x="6403892" y="284408"/>
                  <a:pt x="6395027" y="280503"/>
                </a:cubicBezTo>
                <a:cubicBezTo>
                  <a:pt x="6386053" y="276598"/>
                  <a:pt x="6391610" y="271964"/>
                  <a:pt x="6407337" y="270194"/>
                </a:cubicBezTo>
                <a:cubicBezTo>
                  <a:pt x="6415145" y="269309"/>
                  <a:pt x="6424037" y="269289"/>
                  <a:pt x="6432102" y="269976"/>
                </a:cubicBezTo>
                <a:close/>
                <a:moveTo>
                  <a:pt x="6899673" y="269044"/>
                </a:moveTo>
                <a:cubicBezTo>
                  <a:pt x="6908071" y="269738"/>
                  <a:pt x="6915859" y="271144"/>
                  <a:pt x="6921027" y="273084"/>
                </a:cubicBezTo>
                <a:cubicBezTo>
                  <a:pt x="6931502" y="277067"/>
                  <a:pt x="6927640" y="281752"/>
                  <a:pt x="6912219" y="283575"/>
                </a:cubicBezTo>
                <a:cubicBezTo>
                  <a:pt x="6896769" y="285450"/>
                  <a:pt x="6875819" y="283680"/>
                  <a:pt x="6865565" y="279722"/>
                </a:cubicBezTo>
                <a:cubicBezTo>
                  <a:pt x="6855201" y="275765"/>
                  <a:pt x="6859369" y="271079"/>
                  <a:pt x="6874651" y="269282"/>
                </a:cubicBezTo>
                <a:cubicBezTo>
                  <a:pt x="6882264" y="268371"/>
                  <a:pt x="6891274" y="268351"/>
                  <a:pt x="6899673" y="269044"/>
                </a:cubicBezTo>
                <a:close/>
                <a:moveTo>
                  <a:pt x="8021429" y="268709"/>
                </a:moveTo>
                <a:cubicBezTo>
                  <a:pt x="8022097" y="268605"/>
                  <a:pt x="8023125" y="268709"/>
                  <a:pt x="8023764" y="268866"/>
                </a:cubicBezTo>
                <a:cubicBezTo>
                  <a:pt x="8024403" y="269074"/>
                  <a:pt x="8024403" y="269282"/>
                  <a:pt x="8023764" y="269412"/>
                </a:cubicBezTo>
                <a:cubicBezTo>
                  <a:pt x="8023125" y="269465"/>
                  <a:pt x="8022041" y="269412"/>
                  <a:pt x="8021402" y="269204"/>
                </a:cubicBezTo>
                <a:cubicBezTo>
                  <a:pt x="8020790" y="269022"/>
                  <a:pt x="8020790" y="268787"/>
                  <a:pt x="8021429" y="268709"/>
                </a:cubicBezTo>
                <a:close/>
                <a:moveTo>
                  <a:pt x="4008758" y="268401"/>
                </a:moveTo>
                <a:cubicBezTo>
                  <a:pt x="4015680" y="269087"/>
                  <a:pt x="4020613" y="270479"/>
                  <a:pt x="4021919" y="272406"/>
                </a:cubicBezTo>
                <a:cubicBezTo>
                  <a:pt x="4024447" y="276311"/>
                  <a:pt x="4011388" y="280946"/>
                  <a:pt x="3992659" y="282741"/>
                </a:cubicBezTo>
                <a:cubicBezTo>
                  <a:pt x="3973820" y="284590"/>
                  <a:pt x="3956537" y="282872"/>
                  <a:pt x="3954119" y="278941"/>
                </a:cubicBezTo>
                <a:cubicBezTo>
                  <a:pt x="3951757" y="275010"/>
                  <a:pt x="3964955" y="270402"/>
                  <a:pt x="3983656" y="268631"/>
                </a:cubicBezTo>
                <a:cubicBezTo>
                  <a:pt x="3992923" y="267734"/>
                  <a:pt x="4001835" y="267713"/>
                  <a:pt x="4008758" y="268401"/>
                </a:cubicBezTo>
                <a:close/>
                <a:moveTo>
                  <a:pt x="6669945" y="267242"/>
                </a:moveTo>
                <a:cubicBezTo>
                  <a:pt x="6678410" y="267949"/>
                  <a:pt x="6686134" y="269387"/>
                  <a:pt x="6691122" y="271392"/>
                </a:cubicBezTo>
                <a:cubicBezTo>
                  <a:pt x="6701125" y="275427"/>
                  <a:pt x="6696346" y="280217"/>
                  <a:pt x="6680369" y="282118"/>
                </a:cubicBezTo>
                <a:cubicBezTo>
                  <a:pt x="6664364" y="283992"/>
                  <a:pt x="6643218" y="282195"/>
                  <a:pt x="6633298" y="278134"/>
                </a:cubicBezTo>
                <a:cubicBezTo>
                  <a:pt x="6623406" y="274099"/>
                  <a:pt x="6628352" y="269335"/>
                  <a:pt x="6644329" y="267487"/>
                </a:cubicBezTo>
                <a:cubicBezTo>
                  <a:pt x="6652276" y="266562"/>
                  <a:pt x="6661480" y="266536"/>
                  <a:pt x="6669945" y="267242"/>
                </a:cubicBezTo>
                <a:close/>
                <a:moveTo>
                  <a:pt x="5256951" y="267075"/>
                </a:moveTo>
                <a:cubicBezTo>
                  <a:pt x="5265082" y="267811"/>
                  <a:pt x="5271688" y="269308"/>
                  <a:pt x="5274870" y="271391"/>
                </a:cubicBezTo>
                <a:cubicBezTo>
                  <a:pt x="5281317" y="275634"/>
                  <a:pt x="5271452" y="280659"/>
                  <a:pt x="5252807" y="282612"/>
                </a:cubicBezTo>
                <a:cubicBezTo>
                  <a:pt x="5234079" y="284590"/>
                  <a:pt x="5213822" y="282716"/>
                  <a:pt x="5207543" y="278498"/>
                </a:cubicBezTo>
                <a:cubicBezTo>
                  <a:pt x="5201319" y="274254"/>
                  <a:pt x="5211405" y="269256"/>
                  <a:pt x="5229884" y="267329"/>
                </a:cubicBezTo>
                <a:cubicBezTo>
                  <a:pt x="5239164" y="266366"/>
                  <a:pt x="5248820" y="266340"/>
                  <a:pt x="5256951" y="267075"/>
                </a:cubicBezTo>
                <a:close/>
                <a:moveTo>
                  <a:pt x="3546575" y="266470"/>
                </a:moveTo>
                <a:cubicBezTo>
                  <a:pt x="3547075" y="266419"/>
                  <a:pt x="3547491" y="266470"/>
                  <a:pt x="3547491" y="266575"/>
                </a:cubicBezTo>
                <a:cubicBezTo>
                  <a:pt x="3547546" y="266653"/>
                  <a:pt x="3547214" y="266783"/>
                  <a:pt x="3546741" y="266809"/>
                </a:cubicBezTo>
                <a:cubicBezTo>
                  <a:pt x="3546296" y="266861"/>
                  <a:pt x="3545852" y="266809"/>
                  <a:pt x="3545852" y="266705"/>
                </a:cubicBezTo>
                <a:cubicBezTo>
                  <a:pt x="3545852" y="266653"/>
                  <a:pt x="3546157" y="266523"/>
                  <a:pt x="3546575" y="266470"/>
                </a:cubicBezTo>
                <a:close/>
                <a:moveTo>
                  <a:pt x="5980230" y="266168"/>
                </a:moveTo>
                <a:cubicBezTo>
                  <a:pt x="5987594" y="266809"/>
                  <a:pt x="5993971" y="268110"/>
                  <a:pt x="5997625" y="269933"/>
                </a:cubicBezTo>
                <a:cubicBezTo>
                  <a:pt x="6005016" y="273578"/>
                  <a:pt x="5998597" y="277900"/>
                  <a:pt x="5983314" y="279618"/>
                </a:cubicBezTo>
                <a:cubicBezTo>
                  <a:pt x="5967976" y="281311"/>
                  <a:pt x="5949582" y="279722"/>
                  <a:pt x="5942302" y="276000"/>
                </a:cubicBezTo>
                <a:cubicBezTo>
                  <a:pt x="5935134" y="272355"/>
                  <a:pt x="5941663" y="268033"/>
                  <a:pt x="5956918" y="266367"/>
                </a:cubicBezTo>
                <a:cubicBezTo>
                  <a:pt x="5964518" y="265546"/>
                  <a:pt x="5972867" y="265527"/>
                  <a:pt x="5980230" y="266168"/>
                </a:cubicBezTo>
                <a:close/>
                <a:moveTo>
                  <a:pt x="5876161" y="263092"/>
                </a:moveTo>
                <a:cubicBezTo>
                  <a:pt x="5882630" y="263659"/>
                  <a:pt x="5888202" y="264804"/>
                  <a:pt x="5891342" y="266393"/>
                </a:cubicBezTo>
                <a:cubicBezTo>
                  <a:pt x="5897649" y="269620"/>
                  <a:pt x="5891731" y="273474"/>
                  <a:pt x="5878088" y="274932"/>
                </a:cubicBezTo>
                <a:cubicBezTo>
                  <a:pt x="5864445" y="276442"/>
                  <a:pt x="5848273" y="275010"/>
                  <a:pt x="5842077" y="271781"/>
                </a:cubicBezTo>
                <a:cubicBezTo>
                  <a:pt x="5835908" y="268553"/>
                  <a:pt x="5841937" y="264752"/>
                  <a:pt x="5855581" y="263268"/>
                </a:cubicBezTo>
                <a:cubicBezTo>
                  <a:pt x="5862319" y="262539"/>
                  <a:pt x="5869689" y="262526"/>
                  <a:pt x="5876161" y="263092"/>
                </a:cubicBezTo>
                <a:close/>
                <a:moveTo>
                  <a:pt x="3869871" y="263086"/>
                </a:moveTo>
                <a:cubicBezTo>
                  <a:pt x="3878540" y="262227"/>
                  <a:pt x="3886376" y="263035"/>
                  <a:pt x="3887376" y="264805"/>
                </a:cubicBezTo>
                <a:cubicBezTo>
                  <a:pt x="3888432" y="266575"/>
                  <a:pt x="3882235" y="268710"/>
                  <a:pt x="3873455" y="269569"/>
                </a:cubicBezTo>
                <a:cubicBezTo>
                  <a:pt x="3864758" y="270402"/>
                  <a:pt x="3856894" y="269595"/>
                  <a:pt x="3855866" y="267824"/>
                </a:cubicBezTo>
                <a:cubicBezTo>
                  <a:pt x="3854921" y="266002"/>
                  <a:pt x="3861201" y="263919"/>
                  <a:pt x="3869871" y="263086"/>
                </a:cubicBezTo>
                <a:close/>
                <a:moveTo>
                  <a:pt x="4912367" y="263027"/>
                </a:moveTo>
                <a:cubicBezTo>
                  <a:pt x="4920641" y="263795"/>
                  <a:pt x="4927149" y="265350"/>
                  <a:pt x="4929955" y="267512"/>
                </a:cubicBezTo>
                <a:cubicBezTo>
                  <a:pt x="4935569" y="271911"/>
                  <a:pt x="4924065" y="277119"/>
                  <a:pt x="4904198" y="279149"/>
                </a:cubicBezTo>
                <a:cubicBezTo>
                  <a:pt x="4884246" y="281205"/>
                  <a:pt x="4863490" y="279253"/>
                  <a:pt x="4858155" y="274853"/>
                </a:cubicBezTo>
                <a:cubicBezTo>
                  <a:pt x="4852737" y="270454"/>
                  <a:pt x="4864407" y="265273"/>
                  <a:pt x="4884192" y="263268"/>
                </a:cubicBezTo>
                <a:cubicBezTo>
                  <a:pt x="4894056" y="262278"/>
                  <a:pt x="4904093" y="262259"/>
                  <a:pt x="4912367" y="263027"/>
                </a:cubicBezTo>
                <a:close/>
                <a:moveTo>
                  <a:pt x="5361088" y="262712"/>
                </a:moveTo>
                <a:cubicBezTo>
                  <a:pt x="5369254" y="263444"/>
                  <a:pt x="5375971" y="264934"/>
                  <a:pt x="5379319" y="267017"/>
                </a:cubicBezTo>
                <a:cubicBezTo>
                  <a:pt x="5385960" y="271183"/>
                  <a:pt x="5376540" y="276182"/>
                  <a:pt x="5358146" y="278134"/>
                </a:cubicBezTo>
                <a:cubicBezTo>
                  <a:pt x="5339584" y="280112"/>
                  <a:pt x="5319244" y="278239"/>
                  <a:pt x="5312658" y="274021"/>
                </a:cubicBezTo>
                <a:cubicBezTo>
                  <a:pt x="5306128" y="269803"/>
                  <a:pt x="5315826" y="264857"/>
                  <a:pt x="5334165" y="262956"/>
                </a:cubicBezTo>
                <a:cubicBezTo>
                  <a:pt x="5343307" y="262006"/>
                  <a:pt x="5352922" y="261980"/>
                  <a:pt x="5361088" y="262712"/>
                </a:cubicBezTo>
                <a:close/>
                <a:moveTo>
                  <a:pt x="7250075" y="262689"/>
                </a:moveTo>
                <a:cubicBezTo>
                  <a:pt x="7261002" y="263568"/>
                  <a:pt x="7271373" y="265351"/>
                  <a:pt x="7278611" y="267824"/>
                </a:cubicBezTo>
                <a:cubicBezTo>
                  <a:pt x="7293117" y="272849"/>
                  <a:pt x="7289615" y="278863"/>
                  <a:pt x="7270554" y="281231"/>
                </a:cubicBezTo>
                <a:cubicBezTo>
                  <a:pt x="7251437" y="283575"/>
                  <a:pt x="7224039" y="281336"/>
                  <a:pt x="7209645" y="276259"/>
                </a:cubicBezTo>
                <a:cubicBezTo>
                  <a:pt x="7195336" y="271183"/>
                  <a:pt x="7199226" y="265299"/>
                  <a:pt x="7218204" y="262982"/>
                </a:cubicBezTo>
                <a:cubicBezTo>
                  <a:pt x="7227665" y="261836"/>
                  <a:pt x="7239148" y="261810"/>
                  <a:pt x="7250075" y="262689"/>
                </a:cubicBezTo>
                <a:close/>
                <a:moveTo>
                  <a:pt x="7585045" y="262407"/>
                </a:moveTo>
                <a:cubicBezTo>
                  <a:pt x="7596983" y="263353"/>
                  <a:pt x="7608564" y="265273"/>
                  <a:pt x="7616996" y="267955"/>
                </a:cubicBezTo>
                <a:cubicBezTo>
                  <a:pt x="7633835" y="273344"/>
                  <a:pt x="7631612" y="279775"/>
                  <a:pt x="7611689" y="282326"/>
                </a:cubicBezTo>
                <a:cubicBezTo>
                  <a:pt x="7591655" y="284851"/>
                  <a:pt x="7561757" y="282430"/>
                  <a:pt x="7545029" y="276989"/>
                </a:cubicBezTo>
                <a:cubicBezTo>
                  <a:pt x="7528413" y="271548"/>
                  <a:pt x="7531053" y="265195"/>
                  <a:pt x="7550948" y="262696"/>
                </a:cubicBezTo>
                <a:cubicBezTo>
                  <a:pt x="7560813" y="261485"/>
                  <a:pt x="7573108" y="261459"/>
                  <a:pt x="7585045" y="262407"/>
                </a:cubicBezTo>
                <a:close/>
                <a:moveTo>
                  <a:pt x="4227883" y="262149"/>
                </a:moveTo>
                <a:cubicBezTo>
                  <a:pt x="4235305" y="262864"/>
                  <a:pt x="4240710" y="264322"/>
                  <a:pt x="4242349" y="266340"/>
                </a:cubicBezTo>
                <a:cubicBezTo>
                  <a:pt x="4245684" y="270428"/>
                  <a:pt x="4232624" y="275348"/>
                  <a:pt x="4213091" y="277249"/>
                </a:cubicBezTo>
                <a:cubicBezTo>
                  <a:pt x="4193556" y="279175"/>
                  <a:pt x="4175079" y="277326"/>
                  <a:pt x="4171855" y="273213"/>
                </a:cubicBezTo>
                <a:cubicBezTo>
                  <a:pt x="4168715" y="269126"/>
                  <a:pt x="4181914" y="264258"/>
                  <a:pt x="4201309" y="262409"/>
                </a:cubicBezTo>
                <a:cubicBezTo>
                  <a:pt x="4211020" y="261459"/>
                  <a:pt x="4220460" y="261433"/>
                  <a:pt x="4227883" y="262149"/>
                </a:cubicBezTo>
                <a:close/>
                <a:moveTo>
                  <a:pt x="8134272" y="261759"/>
                </a:moveTo>
                <a:cubicBezTo>
                  <a:pt x="8134994" y="261655"/>
                  <a:pt x="8136050" y="261759"/>
                  <a:pt x="8136634" y="261940"/>
                </a:cubicBezTo>
                <a:cubicBezTo>
                  <a:pt x="8137300" y="262123"/>
                  <a:pt x="8137272" y="262357"/>
                  <a:pt x="8136634" y="262435"/>
                </a:cubicBezTo>
                <a:cubicBezTo>
                  <a:pt x="8136050" y="262513"/>
                  <a:pt x="8134994" y="262435"/>
                  <a:pt x="8134299" y="262227"/>
                </a:cubicBezTo>
                <a:cubicBezTo>
                  <a:pt x="8133688" y="262071"/>
                  <a:pt x="8133660" y="261836"/>
                  <a:pt x="8134272" y="261759"/>
                </a:cubicBezTo>
                <a:close/>
                <a:moveTo>
                  <a:pt x="6332936" y="260369"/>
                </a:moveTo>
                <a:cubicBezTo>
                  <a:pt x="6341289" y="261075"/>
                  <a:pt x="6348736" y="262513"/>
                  <a:pt x="6353293" y="264518"/>
                </a:cubicBezTo>
                <a:cubicBezTo>
                  <a:pt x="6362407" y="268553"/>
                  <a:pt x="6356489" y="273369"/>
                  <a:pt x="6340066" y="275244"/>
                </a:cubicBezTo>
                <a:cubicBezTo>
                  <a:pt x="6323422" y="277145"/>
                  <a:pt x="6302582" y="275348"/>
                  <a:pt x="6293580" y="271287"/>
                </a:cubicBezTo>
                <a:cubicBezTo>
                  <a:pt x="6284549" y="267226"/>
                  <a:pt x="6290579" y="262461"/>
                  <a:pt x="6307140" y="260613"/>
                </a:cubicBezTo>
                <a:cubicBezTo>
                  <a:pt x="6315323" y="259688"/>
                  <a:pt x="6324582" y="259662"/>
                  <a:pt x="6332936" y="260369"/>
                </a:cubicBezTo>
                <a:close/>
                <a:moveTo>
                  <a:pt x="4676434" y="259659"/>
                </a:moveTo>
                <a:cubicBezTo>
                  <a:pt x="4683634" y="260339"/>
                  <a:pt x="4689171" y="261720"/>
                  <a:pt x="4691324" y="263633"/>
                </a:cubicBezTo>
                <a:cubicBezTo>
                  <a:pt x="4695687" y="267460"/>
                  <a:pt x="4684738" y="272068"/>
                  <a:pt x="4666899" y="273838"/>
                </a:cubicBezTo>
                <a:cubicBezTo>
                  <a:pt x="4649116" y="275634"/>
                  <a:pt x="4631111" y="273942"/>
                  <a:pt x="4626887" y="270090"/>
                </a:cubicBezTo>
                <a:cubicBezTo>
                  <a:pt x="4622746" y="266211"/>
                  <a:pt x="4633806" y="261629"/>
                  <a:pt x="4651561" y="259884"/>
                </a:cubicBezTo>
                <a:cubicBezTo>
                  <a:pt x="4660369" y="258999"/>
                  <a:pt x="4669234" y="258979"/>
                  <a:pt x="4676434" y="259659"/>
                </a:cubicBezTo>
                <a:close/>
                <a:moveTo>
                  <a:pt x="5465416" y="259500"/>
                </a:moveTo>
                <a:cubicBezTo>
                  <a:pt x="5473793" y="260249"/>
                  <a:pt x="5480754" y="261771"/>
                  <a:pt x="5484325" y="263893"/>
                </a:cubicBezTo>
                <a:cubicBezTo>
                  <a:pt x="5491382" y="268137"/>
                  <a:pt x="5482156" y="273239"/>
                  <a:pt x="5463485" y="275218"/>
                </a:cubicBezTo>
                <a:cubicBezTo>
                  <a:pt x="5444756" y="277197"/>
                  <a:pt x="5423805" y="275349"/>
                  <a:pt x="5416803" y="271026"/>
                </a:cubicBezTo>
                <a:cubicBezTo>
                  <a:pt x="5409911" y="266731"/>
                  <a:pt x="5419386" y="261680"/>
                  <a:pt x="5438003" y="259754"/>
                </a:cubicBezTo>
                <a:cubicBezTo>
                  <a:pt x="5447242" y="258778"/>
                  <a:pt x="5457038" y="258752"/>
                  <a:pt x="5465416" y="259500"/>
                </a:cubicBezTo>
                <a:close/>
                <a:moveTo>
                  <a:pt x="4449623" y="259213"/>
                </a:moveTo>
                <a:cubicBezTo>
                  <a:pt x="4456965" y="259916"/>
                  <a:pt x="4462461" y="261342"/>
                  <a:pt x="4464364" y="263321"/>
                </a:cubicBezTo>
                <a:cubicBezTo>
                  <a:pt x="4468254" y="267277"/>
                  <a:pt x="4456223" y="272042"/>
                  <a:pt x="4437467" y="273890"/>
                </a:cubicBezTo>
                <a:cubicBezTo>
                  <a:pt x="4418682" y="275765"/>
                  <a:pt x="4400371" y="273994"/>
                  <a:pt x="4396676" y="269985"/>
                </a:cubicBezTo>
                <a:cubicBezTo>
                  <a:pt x="4392980" y="265976"/>
                  <a:pt x="4405206" y="261263"/>
                  <a:pt x="4423795" y="259441"/>
                </a:cubicBezTo>
                <a:cubicBezTo>
                  <a:pt x="4433091" y="258530"/>
                  <a:pt x="4442281" y="258510"/>
                  <a:pt x="4449623" y="259213"/>
                </a:cubicBezTo>
                <a:close/>
                <a:moveTo>
                  <a:pt x="5775885" y="258833"/>
                </a:moveTo>
                <a:cubicBezTo>
                  <a:pt x="5784239" y="259565"/>
                  <a:pt x="5791366" y="261055"/>
                  <a:pt x="5795312" y="263138"/>
                </a:cubicBezTo>
                <a:cubicBezTo>
                  <a:pt x="5803120" y="267277"/>
                  <a:pt x="5795117" y="272276"/>
                  <a:pt x="5777278" y="274203"/>
                </a:cubicBezTo>
                <a:cubicBezTo>
                  <a:pt x="5759439" y="276156"/>
                  <a:pt x="5738571" y="274307"/>
                  <a:pt x="5730846" y="270115"/>
                </a:cubicBezTo>
                <a:cubicBezTo>
                  <a:pt x="5723122" y="265898"/>
                  <a:pt x="5731347" y="260977"/>
                  <a:pt x="5749102" y="259077"/>
                </a:cubicBezTo>
                <a:cubicBezTo>
                  <a:pt x="5757952" y="258126"/>
                  <a:pt x="5767532" y="258101"/>
                  <a:pt x="5775885" y="258833"/>
                </a:cubicBezTo>
                <a:close/>
                <a:moveTo>
                  <a:pt x="3436651" y="258296"/>
                </a:moveTo>
                <a:cubicBezTo>
                  <a:pt x="3437039" y="258271"/>
                  <a:pt x="3437457" y="258296"/>
                  <a:pt x="3437512" y="258374"/>
                </a:cubicBezTo>
                <a:cubicBezTo>
                  <a:pt x="3437512" y="258478"/>
                  <a:pt x="3437123" y="258582"/>
                  <a:pt x="3436679" y="258634"/>
                </a:cubicBezTo>
                <a:cubicBezTo>
                  <a:pt x="3436234" y="258661"/>
                  <a:pt x="3435873" y="258634"/>
                  <a:pt x="3435790" y="258557"/>
                </a:cubicBezTo>
                <a:cubicBezTo>
                  <a:pt x="3435762" y="258478"/>
                  <a:pt x="3436151" y="258348"/>
                  <a:pt x="3436651" y="258296"/>
                </a:cubicBezTo>
                <a:close/>
                <a:moveTo>
                  <a:pt x="5671967" y="258080"/>
                </a:moveTo>
                <a:cubicBezTo>
                  <a:pt x="5679893" y="258777"/>
                  <a:pt x="5686583" y="260196"/>
                  <a:pt x="5690139" y="262175"/>
                </a:cubicBezTo>
                <a:cubicBezTo>
                  <a:pt x="5697391" y="266132"/>
                  <a:pt x="5689361" y="270897"/>
                  <a:pt x="5672217" y="272745"/>
                </a:cubicBezTo>
                <a:cubicBezTo>
                  <a:pt x="5654960" y="274620"/>
                  <a:pt x="5635233" y="272849"/>
                  <a:pt x="5628147" y="268839"/>
                </a:cubicBezTo>
                <a:cubicBezTo>
                  <a:pt x="5621061" y="264857"/>
                  <a:pt x="5629286" y="260144"/>
                  <a:pt x="5646375" y="258322"/>
                </a:cubicBezTo>
                <a:cubicBezTo>
                  <a:pt x="5654878" y="257411"/>
                  <a:pt x="5664040" y="257384"/>
                  <a:pt x="5671967" y="258080"/>
                </a:cubicBezTo>
                <a:close/>
                <a:moveTo>
                  <a:pt x="5569820" y="257505"/>
                </a:moveTo>
                <a:cubicBezTo>
                  <a:pt x="5578604" y="258276"/>
                  <a:pt x="5585954" y="259857"/>
                  <a:pt x="5589774" y="262071"/>
                </a:cubicBezTo>
                <a:cubicBezTo>
                  <a:pt x="5597555" y="266523"/>
                  <a:pt x="5588330" y="271807"/>
                  <a:pt x="5568963" y="273890"/>
                </a:cubicBezTo>
                <a:cubicBezTo>
                  <a:pt x="5549568" y="275946"/>
                  <a:pt x="5527616" y="273994"/>
                  <a:pt x="5520114" y="269490"/>
                </a:cubicBezTo>
                <a:cubicBezTo>
                  <a:pt x="5512584" y="265038"/>
                  <a:pt x="5522086" y="259806"/>
                  <a:pt x="5541259" y="257801"/>
                </a:cubicBezTo>
                <a:cubicBezTo>
                  <a:pt x="5550818" y="256773"/>
                  <a:pt x="5561036" y="256734"/>
                  <a:pt x="5569820" y="257505"/>
                </a:cubicBezTo>
                <a:close/>
                <a:moveTo>
                  <a:pt x="7813892" y="256578"/>
                </a:moveTo>
                <a:cubicBezTo>
                  <a:pt x="7815087" y="256447"/>
                  <a:pt x="7816866" y="256578"/>
                  <a:pt x="7817921" y="256916"/>
                </a:cubicBezTo>
                <a:cubicBezTo>
                  <a:pt x="7818894" y="257254"/>
                  <a:pt x="7818866" y="257593"/>
                  <a:pt x="7817671" y="257723"/>
                </a:cubicBezTo>
                <a:cubicBezTo>
                  <a:pt x="7816532" y="257880"/>
                  <a:pt x="7814754" y="257749"/>
                  <a:pt x="7813753" y="257411"/>
                </a:cubicBezTo>
                <a:cubicBezTo>
                  <a:pt x="7812669" y="257098"/>
                  <a:pt x="7812780" y="256734"/>
                  <a:pt x="7813892" y="256578"/>
                </a:cubicBezTo>
                <a:close/>
                <a:moveTo>
                  <a:pt x="7030881" y="256392"/>
                </a:moveTo>
                <a:cubicBezTo>
                  <a:pt x="7041905" y="257288"/>
                  <a:pt x="7052221" y="259103"/>
                  <a:pt x="7059237" y="261629"/>
                </a:cubicBezTo>
                <a:cubicBezTo>
                  <a:pt x="7073409" y="266783"/>
                  <a:pt x="7068907" y="272875"/>
                  <a:pt x="7048984" y="275270"/>
                </a:cubicBezTo>
                <a:cubicBezTo>
                  <a:pt x="7029006" y="277692"/>
                  <a:pt x="7001386" y="275427"/>
                  <a:pt x="6987437" y="270246"/>
                </a:cubicBezTo>
                <a:cubicBezTo>
                  <a:pt x="6973516" y="265091"/>
                  <a:pt x="6978434" y="259024"/>
                  <a:pt x="6998274" y="256682"/>
                </a:cubicBezTo>
                <a:cubicBezTo>
                  <a:pt x="7008123" y="255523"/>
                  <a:pt x="7019856" y="255497"/>
                  <a:pt x="7030881" y="256392"/>
                </a:cubicBezTo>
                <a:close/>
                <a:moveTo>
                  <a:pt x="7702350" y="255480"/>
                </a:moveTo>
                <a:cubicBezTo>
                  <a:pt x="7713375" y="256349"/>
                  <a:pt x="7724128" y="258113"/>
                  <a:pt x="7732005" y="260560"/>
                </a:cubicBezTo>
                <a:cubicBezTo>
                  <a:pt x="7747982" y="265481"/>
                  <a:pt x="7746343" y="271365"/>
                  <a:pt x="7728226" y="273656"/>
                </a:cubicBezTo>
                <a:cubicBezTo>
                  <a:pt x="7710082" y="275946"/>
                  <a:pt x="7682490" y="273786"/>
                  <a:pt x="7666707" y="268813"/>
                </a:cubicBezTo>
                <a:cubicBezTo>
                  <a:pt x="7650924" y="263841"/>
                  <a:pt x="7653008" y="258035"/>
                  <a:pt x="7671069" y="255770"/>
                </a:cubicBezTo>
                <a:cubicBezTo>
                  <a:pt x="7680031" y="254638"/>
                  <a:pt x="7691326" y="254612"/>
                  <a:pt x="7702350" y="255480"/>
                </a:cubicBezTo>
                <a:close/>
                <a:moveTo>
                  <a:pt x="6572970" y="255276"/>
                </a:moveTo>
                <a:cubicBezTo>
                  <a:pt x="6581788" y="256019"/>
                  <a:pt x="6589769" y="257528"/>
                  <a:pt x="6594840" y="259624"/>
                </a:cubicBezTo>
                <a:cubicBezTo>
                  <a:pt x="6605122" y="263816"/>
                  <a:pt x="6599842" y="268814"/>
                  <a:pt x="6582893" y="270740"/>
                </a:cubicBezTo>
                <a:cubicBezTo>
                  <a:pt x="6565887" y="272719"/>
                  <a:pt x="6543852" y="270845"/>
                  <a:pt x="6533766" y="266628"/>
                </a:cubicBezTo>
                <a:cubicBezTo>
                  <a:pt x="6523707" y="262410"/>
                  <a:pt x="6529209" y="257463"/>
                  <a:pt x="6546076" y="255537"/>
                </a:cubicBezTo>
                <a:cubicBezTo>
                  <a:pt x="6554495" y="254560"/>
                  <a:pt x="6564151" y="254534"/>
                  <a:pt x="6572970" y="255276"/>
                </a:cubicBezTo>
                <a:close/>
                <a:moveTo>
                  <a:pt x="5015194" y="254504"/>
                </a:moveTo>
                <a:cubicBezTo>
                  <a:pt x="5023568" y="255269"/>
                  <a:pt x="5030222" y="256825"/>
                  <a:pt x="5033181" y="258999"/>
                </a:cubicBezTo>
                <a:cubicBezTo>
                  <a:pt x="5039157" y="263372"/>
                  <a:pt x="5027959" y="268579"/>
                  <a:pt x="5008146" y="270610"/>
                </a:cubicBezTo>
                <a:cubicBezTo>
                  <a:pt x="4988278" y="272641"/>
                  <a:pt x="4967300" y="270715"/>
                  <a:pt x="4961548" y="266314"/>
                </a:cubicBezTo>
                <a:cubicBezTo>
                  <a:pt x="4955768" y="261915"/>
                  <a:pt x="4967160" y="256760"/>
                  <a:pt x="4986889" y="254755"/>
                </a:cubicBezTo>
                <a:cubicBezTo>
                  <a:pt x="4996726" y="253765"/>
                  <a:pt x="5006820" y="253739"/>
                  <a:pt x="5015194" y="254504"/>
                </a:cubicBezTo>
                <a:close/>
                <a:moveTo>
                  <a:pt x="6805394" y="254088"/>
                </a:moveTo>
                <a:cubicBezTo>
                  <a:pt x="6815314" y="254898"/>
                  <a:pt x="6824456" y="256551"/>
                  <a:pt x="6830471" y="258869"/>
                </a:cubicBezTo>
                <a:cubicBezTo>
                  <a:pt x="6842502" y="263503"/>
                  <a:pt x="6837557" y="269074"/>
                  <a:pt x="6819079" y="271235"/>
                </a:cubicBezTo>
                <a:cubicBezTo>
                  <a:pt x="6800601" y="273422"/>
                  <a:pt x="6775898" y="271365"/>
                  <a:pt x="6763867" y="266653"/>
                </a:cubicBezTo>
                <a:cubicBezTo>
                  <a:pt x="6752002" y="261967"/>
                  <a:pt x="6757338" y="256474"/>
                  <a:pt x="6775648" y="254365"/>
                </a:cubicBezTo>
                <a:cubicBezTo>
                  <a:pt x="6784776" y="253310"/>
                  <a:pt x="6795474" y="253277"/>
                  <a:pt x="6805394" y="254088"/>
                </a:cubicBezTo>
                <a:close/>
                <a:moveTo>
                  <a:pt x="3755724" y="253922"/>
                </a:moveTo>
                <a:cubicBezTo>
                  <a:pt x="3765116" y="253037"/>
                  <a:pt x="3773479" y="253870"/>
                  <a:pt x="3774396" y="255771"/>
                </a:cubicBezTo>
                <a:cubicBezTo>
                  <a:pt x="3775341" y="257645"/>
                  <a:pt x="3768533" y="259910"/>
                  <a:pt x="3759086" y="260796"/>
                </a:cubicBezTo>
                <a:cubicBezTo>
                  <a:pt x="3749722" y="261680"/>
                  <a:pt x="3741331" y="260847"/>
                  <a:pt x="3740413" y="258947"/>
                </a:cubicBezTo>
                <a:cubicBezTo>
                  <a:pt x="3739469" y="257046"/>
                  <a:pt x="3746360" y="254782"/>
                  <a:pt x="3755724" y="253922"/>
                </a:cubicBezTo>
                <a:close/>
                <a:moveTo>
                  <a:pt x="7372652" y="253886"/>
                </a:moveTo>
                <a:cubicBezTo>
                  <a:pt x="7383687" y="254769"/>
                  <a:pt x="7394232" y="256552"/>
                  <a:pt x="7401679" y="259025"/>
                </a:cubicBezTo>
                <a:cubicBezTo>
                  <a:pt x="7416795" y="264024"/>
                  <a:pt x="7413738" y="270037"/>
                  <a:pt x="7394788" y="272355"/>
                </a:cubicBezTo>
                <a:cubicBezTo>
                  <a:pt x="7375699" y="274698"/>
                  <a:pt x="7348134" y="272485"/>
                  <a:pt x="7333240" y="267434"/>
                </a:cubicBezTo>
                <a:cubicBezTo>
                  <a:pt x="7318458" y="262384"/>
                  <a:pt x="7321848" y="256474"/>
                  <a:pt x="7340688" y="254157"/>
                </a:cubicBezTo>
                <a:cubicBezTo>
                  <a:pt x="7350094" y="253024"/>
                  <a:pt x="7361618" y="253005"/>
                  <a:pt x="7372652" y="253886"/>
                </a:cubicBezTo>
                <a:close/>
                <a:moveTo>
                  <a:pt x="6232536" y="252725"/>
                </a:moveTo>
                <a:cubicBezTo>
                  <a:pt x="6240417" y="253395"/>
                  <a:pt x="6247384" y="254755"/>
                  <a:pt x="6251567" y="256656"/>
                </a:cubicBezTo>
                <a:cubicBezTo>
                  <a:pt x="6260014" y="260483"/>
                  <a:pt x="6254095" y="265012"/>
                  <a:pt x="6238340" y="266783"/>
                </a:cubicBezTo>
                <a:cubicBezTo>
                  <a:pt x="6222446" y="268553"/>
                  <a:pt x="6202773" y="266860"/>
                  <a:pt x="6194437" y="263034"/>
                </a:cubicBezTo>
                <a:cubicBezTo>
                  <a:pt x="6186184" y="259207"/>
                  <a:pt x="6192297" y="254677"/>
                  <a:pt x="6208025" y="252933"/>
                </a:cubicBezTo>
                <a:cubicBezTo>
                  <a:pt x="6215861" y="252073"/>
                  <a:pt x="6224655" y="252054"/>
                  <a:pt x="6232536" y="252725"/>
                </a:cubicBezTo>
                <a:close/>
                <a:moveTo>
                  <a:pt x="4110371" y="251443"/>
                </a:moveTo>
                <a:cubicBezTo>
                  <a:pt x="4118249" y="252204"/>
                  <a:pt x="4123924" y="253753"/>
                  <a:pt x="4125534" y="255927"/>
                </a:cubicBezTo>
                <a:cubicBezTo>
                  <a:pt x="4128841" y="260274"/>
                  <a:pt x="4114310" y="265481"/>
                  <a:pt x="4093247" y="267486"/>
                </a:cubicBezTo>
                <a:cubicBezTo>
                  <a:pt x="4072129" y="269517"/>
                  <a:pt x="4052540" y="267590"/>
                  <a:pt x="4049483" y="263217"/>
                </a:cubicBezTo>
                <a:cubicBezTo>
                  <a:pt x="4046455" y="258843"/>
                  <a:pt x="4061014" y="253688"/>
                  <a:pt x="4081993" y="251683"/>
                </a:cubicBezTo>
                <a:cubicBezTo>
                  <a:pt x="4092414" y="250707"/>
                  <a:pt x="4102493" y="250681"/>
                  <a:pt x="4110371" y="251443"/>
                </a:cubicBezTo>
                <a:close/>
                <a:moveTo>
                  <a:pt x="7929178" y="249600"/>
                </a:moveTo>
                <a:cubicBezTo>
                  <a:pt x="7929928" y="249523"/>
                  <a:pt x="7930929" y="249574"/>
                  <a:pt x="7931539" y="249783"/>
                </a:cubicBezTo>
                <a:cubicBezTo>
                  <a:pt x="7932179" y="249965"/>
                  <a:pt x="7932123" y="250173"/>
                  <a:pt x="7931484" y="250277"/>
                </a:cubicBezTo>
                <a:cubicBezTo>
                  <a:pt x="7930845" y="250355"/>
                  <a:pt x="7929845" y="250277"/>
                  <a:pt x="7929178" y="250069"/>
                </a:cubicBezTo>
                <a:cubicBezTo>
                  <a:pt x="7928594" y="249887"/>
                  <a:pt x="7928594" y="249678"/>
                  <a:pt x="7929178" y="249600"/>
                </a:cubicBezTo>
                <a:close/>
                <a:moveTo>
                  <a:pt x="4778338" y="248722"/>
                </a:moveTo>
                <a:cubicBezTo>
                  <a:pt x="4785771" y="249412"/>
                  <a:pt x="4791537" y="250811"/>
                  <a:pt x="4793885" y="252750"/>
                </a:cubicBezTo>
                <a:cubicBezTo>
                  <a:pt x="4798747" y="256656"/>
                  <a:pt x="4787800" y="261368"/>
                  <a:pt x="4769627" y="263217"/>
                </a:cubicBezTo>
                <a:cubicBezTo>
                  <a:pt x="4751371" y="265064"/>
                  <a:pt x="4732809" y="263295"/>
                  <a:pt x="4728225" y="259363"/>
                </a:cubicBezTo>
                <a:cubicBezTo>
                  <a:pt x="4723640" y="255406"/>
                  <a:pt x="4734728" y="250746"/>
                  <a:pt x="4752788" y="248950"/>
                </a:cubicBezTo>
                <a:cubicBezTo>
                  <a:pt x="4761806" y="248052"/>
                  <a:pt x="4770905" y="248031"/>
                  <a:pt x="4778338" y="248722"/>
                </a:cubicBezTo>
                <a:close/>
                <a:moveTo>
                  <a:pt x="3645244" y="248585"/>
                </a:moveTo>
                <a:cubicBezTo>
                  <a:pt x="3645633" y="248559"/>
                  <a:pt x="3646078" y="248585"/>
                  <a:pt x="3646106" y="248690"/>
                </a:cubicBezTo>
                <a:cubicBezTo>
                  <a:pt x="3646106" y="248741"/>
                  <a:pt x="3645800" y="248872"/>
                  <a:pt x="3645439" y="248924"/>
                </a:cubicBezTo>
                <a:cubicBezTo>
                  <a:pt x="3644967" y="248975"/>
                  <a:pt x="3644578" y="248924"/>
                  <a:pt x="3644467" y="248846"/>
                </a:cubicBezTo>
                <a:cubicBezTo>
                  <a:pt x="3644439" y="248741"/>
                  <a:pt x="3644744" y="248638"/>
                  <a:pt x="3645244" y="248585"/>
                </a:cubicBezTo>
                <a:close/>
                <a:moveTo>
                  <a:pt x="3969653" y="248533"/>
                </a:moveTo>
                <a:cubicBezTo>
                  <a:pt x="3973431" y="248168"/>
                  <a:pt x="3976793" y="248481"/>
                  <a:pt x="3977349" y="249236"/>
                </a:cubicBezTo>
                <a:cubicBezTo>
                  <a:pt x="3977822" y="249991"/>
                  <a:pt x="3975182" y="250903"/>
                  <a:pt x="3971486" y="251266"/>
                </a:cubicBezTo>
                <a:cubicBezTo>
                  <a:pt x="3967763" y="251631"/>
                  <a:pt x="3964346" y="251293"/>
                  <a:pt x="3963845" y="250538"/>
                </a:cubicBezTo>
                <a:cubicBezTo>
                  <a:pt x="3963344" y="249783"/>
                  <a:pt x="3965957" y="248871"/>
                  <a:pt x="3969653" y="248533"/>
                </a:cubicBezTo>
                <a:close/>
                <a:moveTo>
                  <a:pt x="4327143" y="247749"/>
                </a:moveTo>
                <a:cubicBezTo>
                  <a:pt x="4334538" y="248455"/>
                  <a:pt x="4339991" y="249887"/>
                  <a:pt x="4341769" y="251866"/>
                </a:cubicBezTo>
                <a:cubicBezTo>
                  <a:pt x="4345354" y="255901"/>
                  <a:pt x="4332767" y="260665"/>
                  <a:pt x="4313538" y="262539"/>
                </a:cubicBezTo>
                <a:cubicBezTo>
                  <a:pt x="4294337" y="264414"/>
                  <a:pt x="4275943" y="262644"/>
                  <a:pt x="4272497" y="258608"/>
                </a:cubicBezTo>
                <a:cubicBezTo>
                  <a:pt x="4269079" y="254573"/>
                  <a:pt x="4281861" y="249835"/>
                  <a:pt x="4300868" y="247986"/>
                </a:cubicBezTo>
                <a:cubicBezTo>
                  <a:pt x="4310413" y="247063"/>
                  <a:pt x="4319749" y="247043"/>
                  <a:pt x="4327143" y="247749"/>
                </a:cubicBezTo>
                <a:close/>
                <a:moveTo>
                  <a:pt x="5118095" y="247221"/>
                </a:moveTo>
                <a:cubicBezTo>
                  <a:pt x="5126649" y="247999"/>
                  <a:pt x="5133519" y="249574"/>
                  <a:pt x="5136687" y="251761"/>
                </a:cubicBezTo>
                <a:cubicBezTo>
                  <a:pt x="5143078" y="256161"/>
                  <a:pt x="5132102" y="261419"/>
                  <a:pt x="5112096" y="263476"/>
                </a:cubicBezTo>
                <a:cubicBezTo>
                  <a:pt x="5092006" y="265560"/>
                  <a:pt x="5070667" y="263607"/>
                  <a:pt x="5064442" y="259155"/>
                </a:cubicBezTo>
                <a:cubicBezTo>
                  <a:pt x="5058246" y="254704"/>
                  <a:pt x="5069444" y="249496"/>
                  <a:pt x="5089394" y="247465"/>
                </a:cubicBezTo>
                <a:cubicBezTo>
                  <a:pt x="5099300" y="246463"/>
                  <a:pt x="5109540" y="246444"/>
                  <a:pt x="5118095" y="247221"/>
                </a:cubicBezTo>
                <a:close/>
                <a:moveTo>
                  <a:pt x="4549349" y="246720"/>
                </a:moveTo>
                <a:cubicBezTo>
                  <a:pt x="4556498" y="247394"/>
                  <a:pt x="4561896" y="248754"/>
                  <a:pt x="4563868" y="250642"/>
                </a:cubicBezTo>
                <a:cubicBezTo>
                  <a:pt x="4567981" y="254469"/>
                  <a:pt x="4556644" y="259024"/>
                  <a:pt x="4538609" y="260822"/>
                </a:cubicBezTo>
                <a:cubicBezTo>
                  <a:pt x="4520465" y="262592"/>
                  <a:pt x="4502655" y="260899"/>
                  <a:pt x="4498820" y="257046"/>
                </a:cubicBezTo>
                <a:cubicBezTo>
                  <a:pt x="4494929" y="253219"/>
                  <a:pt x="4506434" y="248664"/>
                  <a:pt x="4524328" y="246919"/>
                </a:cubicBezTo>
                <a:cubicBezTo>
                  <a:pt x="4533302" y="246059"/>
                  <a:pt x="4542202" y="246047"/>
                  <a:pt x="4549349" y="246720"/>
                </a:cubicBezTo>
                <a:close/>
                <a:moveTo>
                  <a:pt x="7157022" y="246704"/>
                </a:moveTo>
                <a:cubicBezTo>
                  <a:pt x="7168161" y="247595"/>
                  <a:pt x="7178664" y="249405"/>
                  <a:pt x="7185917" y="251917"/>
                </a:cubicBezTo>
                <a:cubicBezTo>
                  <a:pt x="7200533" y="257020"/>
                  <a:pt x="7196504" y="263086"/>
                  <a:pt x="7176775" y="265507"/>
                </a:cubicBezTo>
                <a:cubicBezTo>
                  <a:pt x="7156964" y="267903"/>
                  <a:pt x="7129066" y="265637"/>
                  <a:pt x="7114644" y="260483"/>
                </a:cubicBezTo>
                <a:cubicBezTo>
                  <a:pt x="7100279" y="255328"/>
                  <a:pt x="7104724" y="249340"/>
                  <a:pt x="7124314" y="246997"/>
                </a:cubicBezTo>
                <a:cubicBezTo>
                  <a:pt x="7134108" y="245839"/>
                  <a:pt x="7145883" y="245813"/>
                  <a:pt x="7157022" y="246704"/>
                </a:cubicBezTo>
                <a:close/>
                <a:moveTo>
                  <a:pt x="6133060" y="245464"/>
                </a:moveTo>
                <a:cubicBezTo>
                  <a:pt x="6141504" y="246183"/>
                  <a:pt x="6148909" y="247647"/>
                  <a:pt x="6153312" y="249678"/>
                </a:cubicBezTo>
                <a:cubicBezTo>
                  <a:pt x="6162121" y="253792"/>
                  <a:pt x="6155370" y="258634"/>
                  <a:pt x="6138142" y="260560"/>
                </a:cubicBezTo>
                <a:cubicBezTo>
                  <a:pt x="6120886" y="262487"/>
                  <a:pt x="6099852" y="260665"/>
                  <a:pt x="6091210" y="256525"/>
                </a:cubicBezTo>
                <a:cubicBezTo>
                  <a:pt x="6082568" y="252438"/>
                  <a:pt x="6089460" y="247595"/>
                  <a:pt x="6106576" y="245721"/>
                </a:cubicBezTo>
                <a:cubicBezTo>
                  <a:pt x="6115134" y="244770"/>
                  <a:pt x="6124616" y="244744"/>
                  <a:pt x="6133060" y="245464"/>
                </a:cubicBezTo>
                <a:close/>
                <a:moveTo>
                  <a:pt x="7492947" y="245311"/>
                </a:moveTo>
                <a:cubicBezTo>
                  <a:pt x="7504385" y="246209"/>
                  <a:pt x="7515409" y="248038"/>
                  <a:pt x="7523328" y="250589"/>
                </a:cubicBezTo>
                <a:cubicBezTo>
                  <a:pt x="7539278" y="255692"/>
                  <a:pt x="7536638" y="261836"/>
                  <a:pt x="7517355" y="264258"/>
                </a:cubicBezTo>
                <a:cubicBezTo>
                  <a:pt x="7497960" y="266679"/>
                  <a:pt x="7469256" y="264388"/>
                  <a:pt x="7453501" y="259180"/>
                </a:cubicBezTo>
                <a:cubicBezTo>
                  <a:pt x="7437857" y="254026"/>
                  <a:pt x="7440831" y="247960"/>
                  <a:pt x="7460087" y="245617"/>
                </a:cubicBezTo>
                <a:cubicBezTo>
                  <a:pt x="7469660" y="244445"/>
                  <a:pt x="7481510" y="244412"/>
                  <a:pt x="7492947" y="245311"/>
                </a:cubicBezTo>
                <a:close/>
                <a:moveTo>
                  <a:pt x="6475380" y="244849"/>
                </a:moveTo>
                <a:cubicBezTo>
                  <a:pt x="6484278" y="245591"/>
                  <a:pt x="6492281" y="247101"/>
                  <a:pt x="6497283" y="249210"/>
                </a:cubicBezTo>
                <a:cubicBezTo>
                  <a:pt x="6507508" y="253401"/>
                  <a:pt x="6501729" y="258452"/>
                  <a:pt x="6484390" y="260405"/>
                </a:cubicBezTo>
                <a:cubicBezTo>
                  <a:pt x="6467107" y="262409"/>
                  <a:pt x="6444822" y="260535"/>
                  <a:pt x="6434874" y="256265"/>
                </a:cubicBezTo>
                <a:cubicBezTo>
                  <a:pt x="6424982" y="252022"/>
                  <a:pt x="6430901" y="247049"/>
                  <a:pt x="6448101" y="245096"/>
                </a:cubicBezTo>
                <a:cubicBezTo>
                  <a:pt x="6456687" y="244133"/>
                  <a:pt x="6466481" y="244107"/>
                  <a:pt x="6475380" y="244849"/>
                </a:cubicBezTo>
                <a:close/>
                <a:moveTo>
                  <a:pt x="8042131" y="242597"/>
                </a:moveTo>
                <a:cubicBezTo>
                  <a:pt x="8042715" y="242545"/>
                  <a:pt x="8043743" y="242597"/>
                  <a:pt x="8044353" y="242780"/>
                </a:cubicBezTo>
                <a:cubicBezTo>
                  <a:pt x="8044993" y="242962"/>
                  <a:pt x="8044993" y="243170"/>
                  <a:pt x="8044353" y="243274"/>
                </a:cubicBezTo>
                <a:cubicBezTo>
                  <a:pt x="8043659" y="243352"/>
                  <a:pt x="8042659" y="243274"/>
                  <a:pt x="8042076" y="243092"/>
                </a:cubicBezTo>
                <a:cubicBezTo>
                  <a:pt x="8041408" y="242909"/>
                  <a:pt x="8041492" y="242701"/>
                  <a:pt x="8042131" y="242597"/>
                </a:cubicBezTo>
                <a:close/>
                <a:moveTo>
                  <a:pt x="6936623" y="242291"/>
                </a:moveTo>
                <a:cubicBezTo>
                  <a:pt x="6947585" y="243177"/>
                  <a:pt x="6957762" y="244980"/>
                  <a:pt x="6964597" y="247492"/>
                </a:cubicBezTo>
                <a:cubicBezTo>
                  <a:pt x="6978406" y="252542"/>
                  <a:pt x="6973489" y="258556"/>
                  <a:pt x="6953454" y="260977"/>
                </a:cubicBezTo>
                <a:cubicBezTo>
                  <a:pt x="6933365" y="263372"/>
                  <a:pt x="6905828" y="261107"/>
                  <a:pt x="6892269" y="255978"/>
                </a:cubicBezTo>
                <a:cubicBezTo>
                  <a:pt x="6878736" y="250876"/>
                  <a:pt x="6884043" y="244914"/>
                  <a:pt x="6903939" y="242597"/>
                </a:cubicBezTo>
                <a:cubicBezTo>
                  <a:pt x="6913914" y="241438"/>
                  <a:pt x="6925661" y="241406"/>
                  <a:pt x="6936623" y="242291"/>
                </a:cubicBezTo>
                <a:close/>
                <a:moveTo>
                  <a:pt x="5219962" y="241595"/>
                </a:moveTo>
                <a:cubicBezTo>
                  <a:pt x="5228278" y="242337"/>
                  <a:pt x="5235023" y="243847"/>
                  <a:pt x="5238247" y="245956"/>
                </a:cubicBezTo>
                <a:cubicBezTo>
                  <a:pt x="5244720" y="250225"/>
                  <a:pt x="5234523" y="255276"/>
                  <a:pt x="5215267" y="257281"/>
                </a:cubicBezTo>
                <a:cubicBezTo>
                  <a:pt x="5196122" y="259260"/>
                  <a:pt x="5175311" y="257385"/>
                  <a:pt x="5169002" y="253063"/>
                </a:cubicBezTo>
                <a:cubicBezTo>
                  <a:pt x="5162751" y="248819"/>
                  <a:pt x="5173170" y="243795"/>
                  <a:pt x="5192260" y="241843"/>
                </a:cubicBezTo>
                <a:cubicBezTo>
                  <a:pt x="5201763" y="240879"/>
                  <a:pt x="5211647" y="240854"/>
                  <a:pt x="5219962" y="241595"/>
                </a:cubicBezTo>
                <a:close/>
                <a:moveTo>
                  <a:pt x="6709936" y="241399"/>
                </a:moveTo>
                <a:cubicBezTo>
                  <a:pt x="6720185" y="242239"/>
                  <a:pt x="6729578" y="243951"/>
                  <a:pt x="6735690" y="246346"/>
                </a:cubicBezTo>
                <a:cubicBezTo>
                  <a:pt x="6747944" y="251084"/>
                  <a:pt x="6742387" y="256838"/>
                  <a:pt x="6723159" y="259076"/>
                </a:cubicBezTo>
                <a:cubicBezTo>
                  <a:pt x="6703709" y="261315"/>
                  <a:pt x="6678033" y="259180"/>
                  <a:pt x="6665975" y="254339"/>
                </a:cubicBezTo>
                <a:cubicBezTo>
                  <a:pt x="6653915" y="249548"/>
                  <a:pt x="6659861" y="243873"/>
                  <a:pt x="6679034" y="241686"/>
                </a:cubicBezTo>
                <a:cubicBezTo>
                  <a:pt x="6688579" y="240592"/>
                  <a:pt x="6699686" y="240559"/>
                  <a:pt x="6709936" y="241399"/>
                </a:cubicBezTo>
                <a:close/>
                <a:moveTo>
                  <a:pt x="6031872" y="240489"/>
                </a:moveTo>
                <a:cubicBezTo>
                  <a:pt x="6039770" y="241159"/>
                  <a:pt x="6046641" y="242519"/>
                  <a:pt x="6050613" y="244419"/>
                </a:cubicBezTo>
                <a:cubicBezTo>
                  <a:pt x="6058644" y="248298"/>
                  <a:pt x="6052003" y="252880"/>
                  <a:pt x="6035693" y="254625"/>
                </a:cubicBezTo>
                <a:cubicBezTo>
                  <a:pt x="6019298" y="256421"/>
                  <a:pt x="5999598" y="254729"/>
                  <a:pt x="5991651" y="250850"/>
                </a:cubicBezTo>
                <a:cubicBezTo>
                  <a:pt x="5983759" y="246997"/>
                  <a:pt x="5990679" y="242467"/>
                  <a:pt x="6006961" y="240697"/>
                </a:cubicBezTo>
                <a:cubicBezTo>
                  <a:pt x="6015047" y="239837"/>
                  <a:pt x="6023973" y="239818"/>
                  <a:pt x="6031872" y="240489"/>
                </a:cubicBezTo>
                <a:close/>
                <a:moveTo>
                  <a:pt x="3535043" y="240306"/>
                </a:moveTo>
                <a:cubicBezTo>
                  <a:pt x="3535488" y="240255"/>
                  <a:pt x="3535849" y="240281"/>
                  <a:pt x="3535849" y="240385"/>
                </a:cubicBezTo>
                <a:cubicBezTo>
                  <a:pt x="3535904" y="240489"/>
                  <a:pt x="3535572" y="240593"/>
                  <a:pt x="3535154" y="240619"/>
                </a:cubicBezTo>
                <a:cubicBezTo>
                  <a:pt x="3534682" y="240671"/>
                  <a:pt x="3534321" y="240619"/>
                  <a:pt x="3534265" y="240541"/>
                </a:cubicBezTo>
                <a:cubicBezTo>
                  <a:pt x="3534265" y="240437"/>
                  <a:pt x="3534570" y="240359"/>
                  <a:pt x="3535043" y="240306"/>
                </a:cubicBezTo>
                <a:close/>
                <a:moveTo>
                  <a:pt x="7610196" y="239072"/>
                </a:moveTo>
                <a:cubicBezTo>
                  <a:pt x="7619650" y="239804"/>
                  <a:pt x="7628834" y="241295"/>
                  <a:pt x="7635503" y="243378"/>
                </a:cubicBezTo>
                <a:cubicBezTo>
                  <a:pt x="7648868" y="247544"/>
                  <a:pt x="7647145" y="252568"/>
                  <a:pt x="7631473" y="254521"/>
                </a:cubicBezTo>
                <a:cubicBezTo>
                  <a:pt x="7615691" y="256474"/>
                  <a:pt x="7592101" y="254625"/>
                  <a:pt x="7578873" y="250381"/>
                </a:cubicBezTo>
                <a:cubicBezTo>
                  <a:pt x="7565592" y="246190"/>
                  <a:pt x="7567593" y="241243"/>
                  <a:pt x="7583264" y="239317"/>
                </a:cubicBezTo>
                <a:cubicBezTo>
                  <a:pt x="7591016" y="238366"/>
                  <a:pt x="7600742" y="238340"/>
                  <a:pt x="7610196" y="239072"/>
                </a:cubicBezTo>
                <a:close/>
                <a:moveTo>
                  <a:pt x="4880442" y="238816"/>
                </a:moveTo>
                <a:cubicBezTo>
                  <a:pt x="4888310" y="239532"/>
                  <a:pt x="4894486" y="240996"/>
                  <a:pt x="4897112" y="243040"/>
                </a:cubicBezTo>
                <a:cubicBezTo>
                  <a:pt x="4902418" y="247153"/>
                  <a:pt x="4891359" y="251996"/>
                  <a:pt x="4872353" y="253949"/>
                </a:cubicBezTo>
                <a:cubicBezTo>
                  <a:pt x="4853403" y="255875"/>
                  <a:pt x="4833730" y="254052"/>
                  <a:pt x="4828618" y="249913"/>
                </a:cubicBezTo>
                <a:cubicBezTo>
                  <a:pt x="4823560" y="245799"/>
                  <a:pt x="4834786" y="240957"/>
                  <a:pt x="4853625" y="239083"/>
                </a:cubicBezTo>
                <a:cubicBezTo>
                  <a:pt x="4863018" y="238133"/>
                  <a:pt x="4872576" y="238100"/>
                  <a:pt x="4880442" y="238816"/>
                </a:cubicBezTo>
                <a:close/>
                <a:moveTo>
                  <a:pt x="7722475" y="238796"/>
                </a:moveTo>
                <a:cubicBezTo>
                  <a:pt x="7723336" y="238718"/>
                  <a:pt x="7724587" y="238796"/>
                  <a:pt x="7725253" y="239031"/>
                </a:cubicBezTo>
                <a:cubicBezTo>
                  <a:pt x="7726004" y="239239"/>
                  <a:pt x="7725920" y="239525"/>
                  <a:pt x="7725059" y="239604"/>
                </a:cubicBezTo>
                <a:cubicBezTo>
                  <a:pt x="7724309" y="239708"/>
                  <a:pt x="7723059" y="239604"/>
                  <a:pt x="7722336" y="239395"/>
                </a:cubicBezTo>
                <a:cubicBezTo>
                  <a:pt x="7721558" y="239187"/>
                  <a:pt x="7721752" y="238927"/>
                  <a:pt x="7722475" y="238796"/>
                </a:cubicBezTo>
                <a:close/>
                <a:moveTo>
                  <a:pt x="7280269" y="237634"/>
                </a:moveTo>
                <a:cubicBezTo>
                  <a:pt x="7291415" y="238516"/>
                  <a:pt x="7302009" y="240306"/>
                  <a:pt x="7309455" y="242805"/>
                </a:cubicBezTo>
                <a:cubicBezTo>
                  <a:pt x="7324377" y="247856"/>
                  <a:pt x="7320931" y="253869"/>
                  <a:pt x="7301481" y="256213"/>
                </a:cubicBezTo>
                <a:cubicBezTo>
                  <a:pt x="7282085" y="258556"/>
                  <a:pt x="7254188" y="256317"/>
                  <a:pt x="7239350" y="251240"/>
                </a:cubicBezTo>
                <a:cubicBezTo>
                  <a:pt x="7224678" y="246164"/>
                  <a:pt x="7228513" y="240228"/>
                  <a:pt x="7247769" y="237911"/>
                </a:cubicBezTo>
                <a:cubicBezTo>
                  <a:pt x="7257425" y="236778"/>
                  <a:pt x="7269123" y="236753"/>
                  <a:pt x="7280269" y="237634"/>
                </a:cubicBezTo>
                <a:close/>
                <a:moveTo>
                  <a:pt x="5322270" y="237003"/>
                </a:moveTo>
                <a:cubicBezTo>
                  <a:pt x="5330629" y="237741"/>
                  <a:pt x="5337473" y="239239"/>
                  <a:pt x="5340806" y="241322"/>
                </a:cubicBezTo>
                <a:cubicBezTo>
                  <a:pt x="5347559" y="245539"/>
                  <a:pt x="5337723" y="250616"/>
                  <a:pt x="5318772" y="252568"/>
                </a:cubicBezTo>
                <a:cubicBezTo>
                  <a:pt x="5299711" y="254547"/>
                  <a:pt x="5278843" y="252672"/>
                  <a:pt x="5272257" y="248428"/>
                </a:cubicBezTo>
                <a:cubicBezTo>
                  <a:pt x="5265700" y="244186"/>
                  <a:pt x="5275786" y="239187"/>
                  <a:pt x="5294625" y="237234"/>
                </a:cubicBezTo>
                <a:cubicBezTo>
                  <a:pt x="5304031" y="236283"/>
                  <a:pt x="5313909" y="236264"/>
                  <a:pt x="5322270" y="237003"/>
                </a:cubicBezTo>
                <a:close/>
                <a:moveTo>
                  <a:pt x="4209929" y="236251"/>
                </a:moveTo>
                <a:cubicBezTo>
                  <a:pt x="4218168" y="237039"/>
                  <a:pt x="4224163" y="238640"/>
                  <a:pt x="4226011" y="240879"/>
                </a:cubicBezTo>
                <a:cubicBezTo>
                  <a:pt x="4229734" y="245357"/>
                  <a:pt x="4215118" y="250694"/>
                  <a:pt x="4193223" y="252803"/>
                </a:cubicBezTo>
                <a:cubicBezTo>
                  <a:pt x="4171438" y="254886"/>
                  <a:pt x="4150793" y="252907"/>
                  <a:pt x="4147375" y="248351"/>
                </a:cubicBezTo>
                <a:cubicBezTo>
                  <a:pt x="4143957" y="243847"/>
                  <a:pt x="4158767" y="238562"/>
                  <a:pt x="4180385" y="236506"/>
                </a:cubicBezTo>
                <a:cubicBezTo>
                  <a:pt x="4191208" y="235490"/>
                  <a:pt x="4201691" y="235464"/>
                  <a:pt x="4209929" y="236251"/>
                </a:cubicBezTo>
                <a:close/>
                <a:moveTo>
                  <a:pt x="3870267" y="235916"/>
                </a:moveTo>
                <a:cubicBezTo>
                  <a:pt x="3874893" y="236368"/>
                  <a:pt x="3878124" y="237286"/>
                  <a:pt x="3878873" y="238562"/>
                </a:cubicBezTo>
                <a:cubicBezTo>
                  <a:pt x="3880374" y="241113"/>
                  <a:pt x="3871205" y="244186"/>
                  <a:pt x="3858478" y="245382"/>
                </a:cubicBezTo>
                <a:cubicBezTo>
                  <a:pt x="3845779" y="246554"/>
                  <a:pt x="3834248" y="245435"/>
                  <a:pt x="3832775" y="242831"/>
                </a:cubicBezTo>
                <a:cubicBezTo>
                  <a:pt x="3831386" y="240280"/>
                  <a:pt x="3840583" y="237234"/>
                  <a:pt x="3853282" y="236062"/>
                </a:cubicBezTo>
                <a:cubicBezTo>
                  <a:pt x="3859618" y="235477"/>
                  <a:pt x="3865640" y="235463"/>
                  <a:pt x="3870267" y="235916"/>
                </a:cubicBezTo>
                <a:close/>
                <a:moveTo>
                  <a:pt x="4647755" y="235891"/>
                </a:moveTo>
                <a:cubicBezTo>
                  <a:pt x="4654228" y="236493"/>
                  <a:pt x="4659203" y="237716"/>
                  <a:pt x="4661148" y="239421"/>
                </a:cubicBezTo>
                <a:cubicBezTo>
                  <a:pt x="4664926" y="242806"/>
                  <a:pt x="4655035" y="246867"/>
                  <a:pt x="4638947" y="248481"/>
                </a:cubicBezTo>
                <a:cubicBezTo>
                  <a:pt x="4622831" y="250043"/>
                  <a:pt x="4606714" y="248533"/>
                  <a:pt x="4602991" y="245123"/>
                </a:cubicBezTo>
                <a:cubicBezTo>
                  <a:pt x="4599295" y="241686"/>
                  <a:pt x="4609270" y="237677"/>
                  <a:pt x="4625359" y="236089"/>
                </a:cubicBezTo>
                <a:cubicBezTo>
                  <a:pt x="4633305" y="235307"/>
                  <a:pt x="4641280" y="235288"/>
                  <a:pt x="4647755" y="235891"/>
                </a:cubicBezTo>
                <a:close/>
                <a:moveTo>
                  <a:pt x="5931750" y="235868"/>
                </a:moveTo>
                <a:cubicBezTo>
                  <a:pt x="5940127" y="236577"/>
                  <a:pt x="5947373" y="238028"/>
                  <a:pt x="5951499" y="240046"/>
                </a:cubicBezTo>
                <a:cubicBezTo>
                  <a:pt x="5959752" y="244160"/>
                  <a:pt x="5952333" y="249002"/>
                  <a:pt x="5934800" y="250903"/>
                </a:cubicBezTo>
                <a:cubicBezTo>
                  <a:pt x="5917210" y="252829"/>
                  <a:pt x="5896260" y="251007"/>
                  <a:pt x="5888063" y="246893"/>
                </a:cubicBezTo>
                <a:cubicBezTo>
                  <a:pt x="5880088" y="242806"/>
                  <a:pt x="5887702" y="237989"/>
                  <a:pt x="5905208" y="236142"/>
                </a:cubicBezTo>
                <a:cubicBezTo>
                  <a:pt x="5913862" y="235191"/>
                  <a:pt x="5923372" y="235158"/>
                  <a:pt x="5931750" y="235868"/>
                </a:cubicBezTo>
                <a:close/>
                <a:moveTo>
                  <a:pt x="6377348" y="235780"/>
                </a:moveTo>
                <a:cubicBezTo>
                  <a:pt x="6386143" y="236512"/>
                  <a:pt x="6394014" y="238002"/>
                  <a:pt x="6398890" y="240072"/>
                </a:cubicBezTo>
                <a:cubicBezTo>
                  <a:pt x="6408671" y="244264"/>
                  <a:pt x="6402641" y="249236"/>
                  <a:pt x="6385302" y="251163"/>
                </a:cubicBezTo>
                <a:cubicBezTo>
                  <a:pt x="6367963" y="253116"/>
                  <a:pt x="6345956" y="251267"/>
                  <a:pt x="6336315" y="247076"/>
                </a:cubicBezTo>
                <a:cubicBezTo>
                  <a:pt x="6326729" y="242858"/>
                  <a:pt x="6333035" y="237912"/>
                  <a:pt x="6350264" y="236037"/>
                </a:cubicBezTo>
                <a:cubicBezTo>
                  <a:pt x="6358836" y="235074"/>
                  <a:pt x="6368554" y="235048"/>
                  <a:pt x="6377348" y="235780"/>
                </a:cubicBezTo>
                <a:close/>
                <a:moveTo>
                  <a:pt x="4427980" y="233866"/>
                </a:moveTo>
                <a:cubicBezTo>
                  <a:pt x="4436014" y="234618"/>
                  <a:pt x="4442009" y="236154"/>
                  <a:pt x="4444051" y="238302"/>
                </a:cubicBezTo>
                <a:cubicBezTo>
                  <a:pt x="4448247" y="242598"/>
                  <a:pt x="4435049" y="247700"/>
                  <a:pt x="4414376" y="249705"/>
                </a:cubicBezTo>
                <a:cubicBezTo>
                  <a:pt x="4393785" y="251710"/>
                  <a:pt x="4373696" y="249809"/>
                  <a:pt x="4369750" y="245488"/>
                </a:cubicBezTo>
                <a:cubicBezTo>
                  <a:pt x="4365749" y="241165"/>
                  <a:pt x="4379281" y="236089"/>
                  <a:pt x="4399676" y="234137"/>
                </a:cubicBezTo>
                <a:cubicBezTo>
                  <a:pt x="4409874" y="233147"/>
                  <a:pt x="4419947" y="233114"/>
                  <a:pt x="4427980" y="233866"/>
                </a:cubicBezTo>
                <a:close/>
                <a:moveTo>
                  <a:pt x="5424677" y="233491"/>
                </a:moveTo>
                <a:cubicBezTo>
                  <a:pt x="5433225" y="234240"/>
                  <a:pt x="5440297" y="235763"/>
                  <a:pt x="5443867" y="237885"/>
                </a:cubicBezTo>
                <a:cubicBezTo>
                  <a:pt x="5451064" y="242207"/>
                  <a:pt x="5441449" y="247309"/>
                  <a:pt x="5422222" y="249314"/>
                </a:cubicBezTo>
                <a:cubicBezTo>
                  <a:pt x="5402993" y="251319"/>
                  <a:pt x="5381598" y="249444"/>
                  <a:pt x="5374623" y="245096"/>
                </a:cubicBezTo>
                <a:cubicBezTo>
                  <a:pt x="5367621" y="240775"/>
                  <a:pt x="5377513" y="235699"/>
                  <a:pt x="5396630" y="233746"/>
                </a:cubicBezTo>
                <a:cubicBezTo>
                  <a:pt x="5406106" y="232769"/>
                  <a:pt x="5416130" y="232743"/>
                  <a:pt x="5424677" y="233491"/>
                </a:cubicBezTo>
                <a:close/>
                <a:moveTo>
                  <a:pt x="5830621" y="233000"/>
                </a:moveTo>
                <a:cubicBezTo>
                  <a:pt x="5838929" y="233713"/>
                  <a:pt x="5846050" y="235164"/>
                  <a:pt x="5850023" y="237182"/>
                </a:cubicBezTo>
                <a:cubicBezTo>
                  <a:pt x="5857970" y="241243"/>
                  <a:pt x="5850217" y="246059"/>
                  <a:pt x="5832601" y="247986"/>
                </a:cubicBezTo>
                <a:cubicBezTo>
                  <a:pt x="5814901" y="249887"/>
                  <a:pt x="5794116" y="248090"/>
                  <a:pt x="5786364" y="243976"/>
                </a:cubicBezTo>
                <a:cubicBezTo>
                  <a:pt x="5778528" y="239915"/>
                  <a:pt x="5786531" y="235099"/>
                  <a:pt x="5804092" y="233250"/>
                </a:cubicBezTo>
                <a:cubicBezTo>
                  <a:pt x="5812817" y="232313"/>
                  <a:pt x="5822312" y="232287"/>
                  <a:pt x="5830621" y="233000"/>
                </a:cubicBezTo>
                <a:close/>
                <a:moveTo>
                  <a:pt x="3426592" y="232288"/>
                </a:moveTo>
                <a:cubicBezTo>
                  <a:pt x="3427036" y="232262"/>
                  <a:pt x="3427426" y="232288"/>
                  <a:pt x="3427426" y="232392"/>
                </a:cubicBezTo>
                <a:cubicBezTo>
                  <a:pt x="3427481" y="232471"/>
                  <a:pt x="3427119" y="232548"/>
                  <a:pt x="3426703" y="232627"/>
                </a:cubicBezTo>
                <a:cubicBezTo>
                  <a:pt x="3426258" y="232652"/>
                  <a:pt x="3425869" y="232627"/>
                  <a:pt x="3425842" y="232548"/>
                </a:cubicBezTo>
                <a:cubicBezTo>
                  <a:pt x="3425842" y="232471"/>
                  <a:pt x="3426175" y="232366"/>
                  <a:pt x="3426592" y="232288"/>
                </a:cubicBezTo>
                <a:close/>
                <a:moveTo>
                  <a:pt x="7063722" y="232073"/>
                </a:moveTo>
                <a:cubicBezTo>
                  <a:pt x="7074784" y="232958"/>
                  <a:pt x="7085149" y="234747"/>
                  <a:pt x="7092220" y="237234"/>
                </a:cubicBezTo>
                <a:cubicBezTo>
                  <a:pt x="7106502" y="242284"/>
                  <a:pt x="7102140" y="248325"/>
                  <a:pt x="7082273" y="250642"/>
                </a:cubicBezTo>
                <a:cubicBezTo>
                  <a:pt x="7062405" y="253011"/>
                  <a:pt x="7034675" y="250772"/>
                  <a:pt x="7020559" y="245669"/>
                </a:cubicBezTo>
                <a:cubicBezTo>
                  <a:pt x="7006582" y="240593"/>
                  <a:pt x="7011306" y="234656"/>
                  <a:pt x="7031035" y="232340"/>
                </a:cubicBezTo>
                <a:cubicBezTo>
                  <a:pt x="7040899" y="231208"/>
                  <a:pt x="7052659" y="231187"/>
                  <a:pt x="7063722" y="232073"/>
                </a:cubicBezTo>
                <a:close/>
                <a:moveTo>
                  <a:pt x="4066962" y="231533"/>
                </a:moveTo>
                <a:cubicBezTo>
                  <a:pt x="4075102" y="230804"/>
                  <a:pt x="4082688" y="231507"/>
                  <a:pt x="4083911" y="233174"/>
                </a:cubicBezTo>
                <a:cubicBezTo>
                  <a:pt x="4085078" y="234814"/>
                  <a:pt x="4079465" y="236818"/>
                  <a:pt x="4071296" y="237626"/>
                </a:cubicBezTo>
                <a:cubicBezTo>
                  <a:pt x="4063071" y="238380"/>
                  <a:pt x="4055429" y="237626"/>
                  <a:pt x="4054236" y="235959"/>
                </a:cubicBezTo>
                <a:cubicBezTo>
                  <a:pt x="4053096" y="234267"/>
                  <a:pt x="4058764" y="232288"/>
                  <a:pt x="4066962" y="231533"/>
                </a:cubicBezTo>
                <a:close/>
                <a:moveTo>
                  <a:pt x="7837427" y="231532"/>
                </a:moveTo>
                <a:cubicBezTo>
                  <a:pt x="7838094" y="231454"/>
                  <a:pt x="7839094" y="231532"/>
                  <a:pt x="7839706" y="231715"/>
                </a:cubicBezTo>
                <a:cubicBezTo>
                  <a:pt x="7840289" y="231898"/>
                  <a:pt x="7840262" y="232105"/>
                  <a:pt x="7839594" y="232158"/>
                </a:cubicBezTo>
                <a:cubicBezTo>
                  <a:pt x="7839011" y="232235"/>
                  <a:pt x="7837900" y="232158"/>
                  <a:pt x="7837344" y="232001"/>
                </a:cubicBezTo>
                <a:cubicBezTo>
                  <a:pt x="7836761" y="231819"/>
                  <a:pt x="7836844" y="231611"/>
                  <a:pt x="7837427" y="231532"/>
                </a:cubicBezTo>
                <a:close/>
                <a:moveTo>
                  <a:pt x="5527261" y="231071"/>
                </a:moveTo>
                <a:cubicBezTo>
                  <a:pt x="5536208" y="231852"/>
                  <a:pt x="5543676" y="233446"/>
                  <a:pt x="5547566" y="235672"/>
                </a:cubicBezTo>
                <a:cubicBezTo>
                  <a:pt x="5555346" y="240124"/>
                  <a:pt x="5545649" y="245435"/>
                  <a:pt x="5525893" y="247492"/>
                </a:cubicBezTo>
                <a:cubicBezTo>
                  <a:pt x="5505998" y="249574"/>
                  <a:pt x="5483657" y="247596"/>
                  <a:pt x="5476071" y="243118"/>
                </a:cubicBezTo>
                <a:cubicBezTo>
                  <a:pt x="5468541" y="238640"/>
                  <a:pt x="5478350" y="233381"/>
                  <a:pt x="5498078" y="231350"/>
                </a:cubicBezTo>
                <a:cubicBezTo>
                  <a:pt x="5507887" y="230322"/>
                  <a:pt x="5518313" y="230289"/>
                  <a:pt x="5527261" y="231071"/>
                </a:cubicBezTo>
                <a:close/>
                <a:moveTo>
                  <a:pt x="3742914" y="230934"/>
                </a:moveTo>
                <a:cubicBezTo>
                  <a:pt x="3745581" y="230699"/>
                  <a:pt x="3747832" y="230934"/>
                  <a:pt x="3748138" y="231454"/>
                </a:cubicBezTo>
                <a:cubicBezTo>
                  <a:pt x="3748416" y="231975"/>
                  <a:pt x="3746499" y="232600"/>
                  <a:pt x="3743803" y="232860"/>
                </a:cubicBezTo>
                <a:cubicBezTo>
                  <a:pt x="3741192" y="233094"/>
                  <a:pt x="3738857" y="232860"/>
                  <a:pt x="3738635" y="232340"/>
                </a:cubicBezTo>
                <a:cubicBezTo>
                  <a:pt x="3738357" y="231819"/>
                  <a:pt x="3740191" y="231194"/>
                  <a:pt x="3742914" y="230934"/>
                </a:cubicBezTo>
                <a:close/>
                <a:moveTo>
                  <a:pt x="5730242" y="230787"/>
                </a:moveTo>
                <a:cubicBezTo>
                  <a:pt x="5739127" y="231552"/>
                  <a:pt x="5746657" y="233108"/>
                  <a:pt x="5750741" y="235282"/>
                </a:cubicBezTo>
                <a:cubicBezTo>
                  <a:pt x="5759049" y="239655"/>
                  <a:pt x="5750296" y="244836"/>
                  <a:pt x="5731180" y="246867"/>
                </a:cubicBezTo>
                <a:cubicBezTo>
                  <a:pt x="5712062" y="248898"/>
                  <a:pt x="5689805" y="246997"/>
                  <a:pt x="5681692" y="242572"/>
                </a:cubicBezTo>
                <a:cubicBezTo>
                  <a:pt x="5673690" y="238198"/>
                  <a:pt x="5682581" y="233043"/>
                  <a:pt x="5701614" y="231038"/>
                </a:cubicBezTo>
                <a:cubicBezTo>
                  <a:pt x="5711118" y="230048"/>
                  <a:pt x="5721358" y="230022"/>
                  <a:pt x="5730242" y="230787"/>
                </a:cubicBezTo>
                <a:close/>
                <a:moveTo>
                  <a:pt x="5628412" y="230563"/>
                </a:moveTo>
                <a:cubicBezTo>
                  <a:pt x="5637053" y="231311"/>
                  <a:pt x="5644320" y="232834"/>
                  <a:pt x="5648181" y="234969"/>
                </a:cubicBezTo>
                <a:cubicBezTo>
                  <a:pt x="5655962" y="239239"/>
                  <a:pt x="5647043" y="244315"/>
                  <a:pt x="5628203" y="246320"/>
                </a:cubicBezTo>
                <a:cubicBezTo>
                  <a:pt x="5609336" y="248298"/>
                  <a:pt x="5587690" y="246398"/>
                  <a:pt x="5580077" y="242103"/>
                </a:cubicBezTo>
                <a:cubicBezTo>
                  <a:pt x="5572546" y="237781"/>
                  <a:pt x="5581632" y="232756"/>
                  <a:pt x="5600389" y="230804"/>
                </a:cubicBezTo>
                <a:cubicBezTo>
                  <a:pt x="5609753" y="229840"/>
                  <a:pt x="5619770" y="229814"/>
                  <a:pt x="5628412" y="230563"/>
                </a:cubicBezTo>
                <a:close/>
                <a:moveTo>
                  <a:pt x="4982382" y="230156"/>
                </a:moveTo>
                <a:cubicBezTo>
                  <a:pt x="4990676" y="230901"/>
                  <a:pt x="4997254" y="232418"/>
                  <a:pt x="5000171" y="234527"/>
                </a:cubicBezTo>
                <a:cubicBezTo>
                  <a:pt x="5006007" y="238822"/>
                  <a:pt x="4994781" y="243925"/>
                  <a:pt x="4975052" y="245903"/>
                </a:cubicBezTo>
                <a:cubicBezTo>
                  <a:pt x="4955240" y="247908"/>
                  <a:pt x="4934540" y="246008"/>
                  <a:pt x="4928871" y="241686"/>
                </a:cubicBezTo>
                <a:cubicBezTo>
                  <a:pt x="4923202" y="237416"/>
                  <a:pt x="4934623" y="232340"/>
                  <a:pt x="4954295" y="230413"/>
                </a:cubicBezTo>
                <a:cubicBezTo>
                  <a:pt x="4964077" y="229437"/>
                  <a:pt x="4974086" y="229411"/>
                  <a:pt x="4982382" y="230156"/>
                </a:cubicBezTo>
                <a:close/>
                <a:moveTo>
                  <a:pt x="6614216" y="229947"/>
                </a:moveTo>
                <a:cubicBezTo>
                  <a:pt x="6624698" y="230804"/>
                  <a:pt x="6634229" y="232547"/>
                  <a:pt x="6640384" y="234995"/>
                </a:cubicBezTo>
                <a:cubicBezTo>
                  <a:pt x="6652666" y="239890"/>
                  <a:pt x="6646552" y="245695"/>
                  <a:pt x="6626491" y="247986"/>
                </a:cubicBezTo>
                <a:cubicBezTo>
                  <a:pt x="6606428" y="250277"/>
                  <a:pt x="6580226" y="248090"/>
                  <a:pt x="6568027" y="243143"/>
                </a:cubicBezTo>
                <a:cubicBezTo>
                  <a:pt x="6555995" y="238249"/>
                  <a:pt x="6562443" y="232470"/>
                  <a:pt x="6582338" y="230231"/>
                </a:cubicBezTo>
                <a:cubicBezTo>
                  <a:pt x="6592299" y="229124"/>
                  <a:pt x="6603733" y="229092"/>
                  <a:pt x="6614216" y="229947"/>
                </a:cubicBezTo>
                <a:close/>
                <a:moveTo>
                  <a:pt x="6842072" y="229372"/>
                </a:moveTo>
                <a:cubicBezTo>
                  <a:pt x="6852874" y="230244"/>
                  <a:pt x="6862856" y="232014"/>
                  <a:pt x="6869483" y="234475"/>
                </a:cubicBezTo>
                <a:cubicBezTo>
                  <a:pt x="6882820" y="239448"/>
                  <a:pt x="6877568" y="245357"/>
                  <a:pt x="6857507" y="247700"/>
                </a:cubicBezTo>
                <a:cubicBezTo>
                  <a:pt x="6837501" y="250044"/>
                  <a:pt x="6810492" y="247831"/>
                  <a:pt x="6797293" y="242806"/>
                </a:cubicBezTo>
                <a:cubicBezTo>
                  <a:pt x="6784234" y="237808"/>
                  <a:pt x="6789847" y="231924"/>
                  <a:pt x="6809742" y="229659"/>
                </a:cubicBezTo>
                <a:cubicBezTo>
                  <a:pt x="6819648" y="228527"/>
                  <a:pt x="6831270" y="228501"/>
                  <a:pt x="6842072" y="229372"/>
                </a:cubicBezTo>
                <a:close/>
                <a:moveTo>
                  <a:pt x="7401074" y="228851"/>
                </a:moveTo>
                <a:cubicBezTo>
                  <a:pt x="7412523" y="229743"/>
                  <a:pt x="7423491" y="231559"/>
                  <a:pt x="7431300" y="234084"/>
                </a:cubicBezTo>
                <a:cubicBezTo>
                  <a:pt x="7446999" y="239212"/>
                  <a:pt x="7444026" y="245305"/>
                  <a:pt x="7424409" y="247700"/>
                </a:cubicBezTo>
                <a:cubicBezTo>
                  <a:pt x="7404764" y="250094"/>
                  <a:pt x="7376088" y="247830"/>
                  <a:pt x="7360472" y="242649"/>
                </a:cubicBezTo>
                <a:cubicBezTo>
                  <a:pt x="7345134" y="237520"/>
                  <a:pt x="7348495" y="231480"/>
                  <a:pt x="7367974" y="229164"/>
                </a:cubicBezTo>
                <a:cubicBezTo>
                  <a:pt x="7377699" y="227992"/>
                  <a:pt x="7389626" y="227960"/>
                  <a:pt x="7401074" y="228851"/>
                </a:cubicBezTo>
                <a:close/>
                <a:moveTo>
                  <a:pt x="6279447" y="227692"/>
                </a:moveTo>
                <a:cubicBezTo>
                  <a:pt x="6288418" y="228435"/>
                  <a:pt x="6296372" y="229945"/>
                  <a:pt x="6301221" y="232054"/>
                </a:cubicBezTo>
                <a:cubicBezTo>
                  <a:pt x="6310918" y="236323"/>
                  <a:pt x="6304388" y="241400"/>
                  <a:pt x="6286494" y="243378"/>
                </a:cubicBezTo>
                <a:cubicBezTo>
                  <a:pt x="6268461" y="245383"/>
                  <a:pt x="6246065" y="243509"/>
                  <a:pt x="6236478" y="239213"/>
                </a:cubicBezTo>
                <a:cubicBezTo>
                  <a:pt x="6226947" y="234943"/>
                  <a:pt x="6233727" y="229893"/>
                  <a:pt x="6251567" y="227940"/>
                </a:cubicBezTo>
                <a:cubicBezTo>
                  <a:pt x="6260485" y="226977"/>
                  <a:pt x="6270475" y="226951"/>
                  <a:pt x="6279447" y="227692"/>
                </a:cubicBezTo>
                <a:close/>
                <a:moveTo>
                  <a:pt x="4749187" y="224907"/>
                </a:moveTo>
                <a:cubicBezTo>
                  <a:pt x="4756331" y="225558"/>
                  <a:pt x="4761861" y="226885"/>
                  <a:pt x="4764070" y="228747"/>
                </a:cubicBezTo>
                <a:cubicBezTo>
                  <a:pt x="4768515" y="232444"/>
                  <a:pt x="4758012" y="236869"/>
                  <a:pt x="4740534" y="238588"/>
                </a:cubicBezTo>
                <a:cubicBezTo>
                  <a:pt x="4722973" y="240306"/>
                  <a:pt x="4705134" y="238692"/>
                  <a:pt x="4700799" y="234917"/>
                </a:cubicBezTo>
                <a:cubicBezTo>
                  <a:pt x="4696548" y="231194"/>
                  <a:pt x="4707218" y="226820"/>
                  <a:pt x="4724612" y="225129"/>
                </a:cubicBezTo>
                <a:cubicBezTo>
                  <a:pt x="4733282" y="224282"/>
                  <a:pt x="4742042" y="224256"/>
                  <a:pt x="4749187" y="224907"/>
                </a:cubicBezTo>
                <a:close/>
                <a:moveTo>
                  <a:pt x="7950407" y="224451"/>
                </a:moveTo>
                <a:cubicBezTo>
                  <a:pt x="7950991" y="224347"/>
                  <a:pt x="7951992" y="224425"/>
                  <a:pt x="7952603" y="224608"/>
                </a:cubicBezTo>
                <a:cubicBezTo>
                  <a:pt x="7953242" y="224790"/>
                  <a:pt x="7953102" y="224946"/>
                  <a:pt x="7952491" y="225076"/>
                </a:cubicBezTo>
                <a:cubicBezTo>
                  <a:pt x="7951908" y="225154"/>
                  <a:pt x="7950908" y="225102"/>
                  <a:pt x="7950269" y="224894"/>
                </a:cubicBezTo>
                <a:cubicBezTo>
                  <a:pt x="7949602" y="224712"/>
                  <a:pt x="7949741" y="224530"/>
                  <a:pt x="7950407" y="224451"/>
                </a:cubicBezTo>
                <a:close/>
                <a:moveTo>
                  <a:pt x="3632796" y="223305"/>
                </a:moveTo>
                <a:cubicBezTo>
                  <a:pt x="3633185" y="223228"/>
                  <a:pt x="3633629" y="223280"/>
                  <a:pt x="3633629" y="223358"/>
                </a:cubicBezTo>
                <a:cubicBezTo>
                  <a:pt x="3633740" y="223462"/>
                  <a:pt x="3633434" y="223567"/>
                  <a:pt x="3632935" y="223644"/>
                </a:cubicBezTo>
                <a:cubicBezTo>
                  <a:pt x="3632490" y="223670"/>
                  <a:pt x="3632129" y="223618"/>
                  <a:pt x="3632101" y="223541"/>
                </a:cubicBezTo>
                <a:cubicBezTo>
                  <a:pt x="3632101" y="223436"/>
                  <a:pt x="3632379" y="223331"/>
                  <a:pt x="3632796" y="223305"/>
                </a:cubicBezTo>
                <a:close/>
                <a:moveTo>
                  <a:pt x="5083219" y="223085"/>
                </a:moveTo>
                <a:cubicBezTo>
                  <a:pt x="5091534" y="223827"/>
                  <a:pt x="5098189" y="225337"/>
                  <a:pt x="5101232" y="227446"/>
                </a:cubicBezTo>
                <a:cubicBezTo>
                  <a:pt x="5107317" y="231663"/>
                  <a:pt x="5096508" y="236714"/>
                  <a:pt x="5076974" y="238692"/>
                </a:cubicBezTo>
                <a:cubicBezTo>
                  <a:pt x="5057440" y="240645"/>
                  <a:pt x="5036656" y="238796"/>
                  <a:pt x="5030793" y="234527"/>
                </a:cubicBezTo>
                <a:cubicBezTo>
                  <a:pt x="5024902" y="230283"/>
                  <a:pt x="5035850" y="225284"/>
                  <a:pt x="5055245" y="223332"/>
                </a:cubicBezTo>
                <a:cubicBezTo>
                  <a:pt x="5064929" y="222369"/>
                  <a:pt x="5074904" y="222343"/>
                  <a:pt x="5083219" y="223085"/>
                </a:cubicBezTo>
                <a:close/>
                <a:moveTo>
                  <a:pt x="7187868" y="222570"/>
                </a:moveTo>
                <a:cubicBezTo>
                  <a:pt x="7199031" y="223449"/>
                  <a:pt x="7209576" y="225233"/>
                  <a:pt x="7216898" y="227706"/>
                </a:cubicBezTo>
                <a:cubicBezTo>
                  <a:pt x="7231653" y="232730"/>
                  <a:pt x="7227707" y="238718"/>
                  <a:pt x="7208062" y="241061"/>
                </a:cubicBezTo>
                <a:cubicBezTo>
                  <a:pt x="7188278" y="243430"/>
                  <a:pt x="7160353" y="241191"/>
                  <a:pt x="7145737" y="236115"/>
                </a:cubicBezTo>
                <a:cubicBezTo>
                  <a:pt x="7131288" y="231064"/>
                  <a:pt x="7135539" y="225180"/>
                  <a:pt x="7155128" y="222864"/>
                </a:cubicBezTo>
                <a:cubicBezTo>
                  <a:pt x="7164923" y="221718"/>
                  <a:pt x="7176705" y="221692"/>
                  <a:pt x="7187868" y="222570"/>
                </a:cubicBezTo>
                <a:close/>
                <a:moveTo>
                  <a:pt x="4308006" y="222518"/>
                </a:moveTo>
                <a:cubicBezTo>
                  <a:pt x="4316241" y="223286"/>
                  <a:pt x="4322319" y="224855"/>
                  <a:pt x="4324292" y="227055"/>
                </a:cubicBezTo>
                <a:cubicBezTo>
                  <a:pt x="4328237" y="231454"/>
                  <a:pt x="4314066" y="236713"/>
                  <a:pt x="4292643" y="238744"/>
                </a:cubicBezTo>
                <a:cubicBezTo>
                  <a:pt x="4271136" y="240801"/>
                  <a:pt x="4250629" y="238848"/>
                  <a:pt x="4246878" y="234423"/>
                </a:cubicBezTo>
                <a:cubicBezTo>
                  <a:pt x="4243156" y="229997"/>
                  <a:pt x="4257465" y="224816"/>
                  <a:pt x="4278778" y="222785"/>
                </a:cubicBezTo>
                <a:cubicBezTo>
                  <a:pt x="4289378" y="221783"/>
                  <a:pt x="4299770" y="221750"/>
                  <a:pt x="4308006" y="222518"/>
                </a:cubicBezTo>
                <a:close/>
                <a:moveTo>
                  <a:pt x="3952035" y="222264"/>
                </a:moveTo>
                <a:cubicBezTo>
                  <a:pt x="3959650" y="221561"/>
                  <a:pt x="3966846" y="222186"/>
                  <a:pt x="3967819" y="223774"/>
                </a:cubicBezTo>
                <a:cubicBezTo>
                  <a:pt x="3968846" y="225363"/>
                  <a:pt x="3963344" y="227185"/>
                  <a:pt x="3955593" y="227888"/>
                </a:cubicBezTo>
                <a:cubicBezTo>
                  <a:pt x="3947868" y="228616"/>
                  <a:pt x="3940754" y="227939"/>
                  <a:pt x="3939754" y="226377"/>
                </a:cubicBezTo>
                <a:cubicBezTo>
                  <a:pt x="3938781" y="224816"/>
                  <a:pt x="3944256" y="222941"/>
                  <a:pt x="3952035" y="222264"/>
                </a:cubicBezTo>
                <a:close/>
                <a:moveTo>
                  <a:pt x="4525744" y="222170"/>
                </a:moveTo>
                <a:cubicBezTo>
                  <a:pt x="4533344" y="222869"/>
                  <a:pt x="4539082" y="224296"/>
                  <a:pt x="4541165" y="226274"/>
                </a:cubicBezTo>
                <a:cubicBezTo>
                  <a:pt x="4545390" y="230283"/>
                  <a:pt x="4533246" y="235047"/>
                  <a:pt x="4513963" y="236922"/>
                </a:cubicBezTo>
                <a:cubicBezTo>
                  <a:pt x="4494735" y="238796"/>
                  <a:pt x="4475756" y="237000"/>
                  <a:pt x="4471699" y="232991"/>
                </a:cubicBezTo>
                <a:cubicBezTo>
                  <a:pt x="4467726" y="228982"/>
                  <a:pt x="4479980" y="224243"/>
                  <a:pt x="4499152" y="222421"/>
                </a:cubicBezTo>
                <a:cubicBezTo>
                  <a:pt x="4508683" y="221496"/>
                  <a:pt x="4518145" y="221470"/>
                  <a:pt x="4525744" y="222170"/>
                </a:cubicBezTo>
                <a:close/>
                <a:moveTo>
                  <a:pt x="7519462" y="220680"/>
                </a:moveTo>
                <a:cubicBezTo>
                  <a:pt x="7531018" y="221569"/>
                  <a:pt x="7542167" y="223371"/>
                  <a:pt x="7550198" y="225884"/>
                </a:cubicBezTo>
                <a:cubicBezTo>
                  <a:pt x="7566315" y="230986"/>
                  <a:pt x="7563785" y="237053"/>
                  <a:pt x="7544390" y="239448"/>
                </a:cubicBezTo>
                <a:cubicBezTo>
                  <a:pt x="7524857" y="241843"/>
                  <a:pt x="7495903" y="239578"/>
                  <a:pt x="7479982" y="234449"/>
                </a:cubicBezTo>
                <a:cubicBezTo>
                  <a:pt x="7464005" y="229295"/>
                  <a:pt x="7466922" y="223306"/>
                  <a:pt x="7486288" y="220963"/>
                </a:cubicBezTo>
                <a:cubicBezTo>
                  <a:pt x="7495944" y="219817"/>
                  <a:pt x="7507907" y="219792"/>
                  <a:pt x="7519462" y="220680"/>
                </a:cubicBezTo>
                <a:close/>
                <a:moveTo>
                  <a:pt x="6517529" y="220312"/>
                </a:moveTo>
                <a:cubicBezTo>
                  <a:pt x="6527507" y="221126"/>
                  <a:pt x="6536517" y="222785"/>
                  <a:pt x="6542213" y="225102"/>
                </a:cubicBezTo>
                <a:cubicBezTo>
                  <a:pt x="6553717" y="229763"/>
                  <a:pt x="6547465" y="235308"/>
                  <a:pt x="6528181" y="237469"/>
                </a:cubicBezTo>
                <a:cubicBezTo>
                  <a:pt x="6508814" y="239655"/>
                  <a:pt x="6483862" y="237625"/>
                  <a:pt x="6472580" y="232887"/>
                </a:cubicBezTo>
                <a:cubicBezTo>
                  <a:pt x="6461243" y="228226"/>
                  <a:pt x="6467912" y="222733"/>
                  <a:pt x="6487029" y="220599"/>
                </a:cubicBezTo>
                <a:cubicBezTo>
                  <a:pt x="6496601" y="219532"/>
                  <a:pt x="6507550" y="219499"/>
                  <a:pt x="6517529" y="220312"/>
                </a:cubicBezTo>
                <a:close/>
                <a:moveTo>
                  <a:pt x="6181922" y="220286"/>
                </a:moveTo>
                <a:cubicBezTo>
                  <a:pt x="6191610" y="221093"/>
                  <a:pt x="6200133" y="222733"/>
                  <a:pt x="6205246" y="225024"/>
                </a:cubicBezTo>
                <a:cubicBezTo>
                  <a:pt x="6215527" y="229632"/>
                  <a:pt x="6207997" y="235126"/>
                  <a:pt x="6188380" y="237287"/>
                </a:cubicBezTo>
                <a:cubicBezTo>
                  <a:pt x="6168680" y="239421"/>
                  <a:pt x="6144421" y="237390"/>
                  <a:pt x="6134362" y="232731"/>
                </a:cubicBezTo>
                <a:cubicBezTo>
                  <a:pt x="6124304" y="228096"/>
                  <a:pt x="6132112" y="222655"/>
                  <a:pt x="6151618" y="220546"/>
                </a:cubicBezTo>
                <a:cubicBezTo>
                  <a:pt x="6161386" y="219505"/>
                  <a:pt x="6172236" y="219479"/>
                  <a:pt x="6181922" y="220286"/>
                </a:cubicBezTo>
                <a:close/>
                <a:moveTo>
                  <a:pt x="6970206" y="218701"/>
                </a:moveTo>
                <a:cubicBezTo>
                  <a:pt x="6981019" y="219557"/>
                  <a:pt x="6991105" y="221301"/>
                  <a:pt x="6997913" y="223748"/>
                </a:cubicBezTo>
                <a:cubicBezTo>
                  <a:pt x="7011584" y="228669"/>
                  <a:pt x="7006860" y="234500"/>
                  <a:pt x="6987270" y="236766"/>
                </a:cubicBezTo>
                <a:cubicBezTo>
                  <a:pt x="6967570" y="239057"/>
                  <a:pt x="6940506" y="236870"/>
                  <a:pt x="6926946" y="231924"/>
                </a:cubicBezTo>
                <a:cubicBezTo>
                  <a:pt x="6913469" y="227029"/>
                  <a:pt x="6918665" y="221223"/>
                  <a:pt x="6938144" y="218984"/>
                </a:cubicBezTo>
                <a:cubicBezTo>
                  <a:pt x="6947854" y="217878"/>
                  <a:pt x="6959393" y="217846"/>
                  <a:pt x="6970206" y="218701"/>
                </a:cubicBezTo>
                <a:close/>
                <a:moveTo>
                  <a:pt x="6747337" y="217647"/>
                </a:moveTo>
                <a:cubicBezTo>
                  <a:pt x="6757906" y="218496"/>
                  <a:pt x="6767604" y="220221"/>
                  <a:pt x="6773953" y="222629"/>
                </a:cubicBezTo>
                <a:cubicBezTo>
                  <a:pt x="6786707" y="227445"/>
                  <a:pt x="6781177" y="233277"/>
                  <a:pt x="6761310" y="235516"/>
                </a:cubicBezTo>
                <a:cubicBezTo>
                  <a:pt x="6741415" y="237781"/>
                  <a:pt x="6714962" y="235646"/>
                  <a:pt x="6702347" y="230751"/>
                </a:cubicBezTo>
                <a:cubicBezTo>
                  <a:pt x="6689899" y="225857"/>
                  <a:pt x="6695817" y="220156"/>
                  <a:pt x="6715490" y="217917"/>
                </a:cubicBezTo>
                <a:cubicBezTo>
                  <a:pt x="6725326" y="216823"/>
                  <a:pt x="6736767" y="216797"/>
                  <a:pt x="6747337" y="217647"/>
                </a:cubicBezTo>
                <a:close/>
                <a:moveTo>
                  <a:pt x="5184431" y="216979"/>
                </a:moveTo>
                <a:cubicBezTo>
                  <a:pt x="5193024" y="217734"/>
                  <a:pt x="5199957" y="219270"/>
                  <a:pt x="5203180" y="221405"/>
                </a:cubicBezTo>
                <a:cubicBezTo>
                  <a:pt x="5209821" y="225727"/>
                  <a:pt x="5199095" y="230882"/>
                  <a:pt x="5179200" y="232912"/>
                </a:cubicBezTo>
                <a:cubicBezTo>
                  <a:pt x="5159194" y="234917"/>
                  <a:pt x="5137770" y="232990"/>
                  <a:pt x="5131380" y="228643"/>
                </a:cubicBezTo>
                <a:cubicBezTo>
                  <a:pt x="5125044" y="224296"/>
                  <a:pt x="5135936" y="219219"/>
                  <a:pt x="5155720" y="217240"/>
                </a:cubicBezTo>
                <a:cubicBezTo>
                  <a:pt x="5165585" y="216250"/>
                  <a:pt x="5175838" y="216224"/>
                  <a:pt x="5184431" y="216979"/>
                </a:cubicBezTo>
                <a:close/>
                <a:moveTo>
                  <a:pt x="3840584" y="215652"/>
                </a:moveTo>
                <a:cubicBezTo>
                  <a:pt x="3841640" y="215575"/>
                  <a:pt x="3842668" y="215652"/>
                  <a:pt x="3842779" y="215887"/>
                </a:cubicBezTo>
                <a:cubicBezTo>
                  <a:pt x="3842863" y="216069"/>
                  <a:pt x="3842112" y="216330"/>
                  <a:pt x="3841028" y="216434"/>
                </a:cubicBezTo>
                <a:cubicBezTo>
                  <a:pt x="3839917" y="216537"/>
                  <a:pt x="3839028" y="216434"/>
                  <a:pt x="3838861" y="216225"/>
                </a:cubicBezTo>
                <a:cubicBezTo>
                  <a:pt x="3838778" y="216017"/>
                  <a:pt x="3839528" y="215756"/>
                  <a:pt x="3840584" y="215652"/>
                </a:cubicBezTo>
                <a:close/>
                <a:moveTo>
                  <a:pt x="4849769" y="215352"/>
                </a:moveTo>
                <a:cubicBezTo>
                  <a:pt x="4857334" y="216029"/>
                  <a:pt x="4863253" y="217409"/>
                  <a:pt x="4865712" y="219323"/>
                </a:cubicBezTo>
                <a:cubicBezTo>
                  <a:pt x="4870742" y="223202"/>
                  <a:pt x="4860044" y="227836"/>
                  <a:pt x="4841733" y="229658"/>
                </a:cubicBezTo>
                <a:cubicBezTo>
                  <a:pt x="4823393" y="231481"/>
                  <a:pt x="4804527" y="229736"/>
                  <a:pt x="4799720" y="225831"/>
                </a:cubicBezTo>
                <a:cubicBezTo>
                  <a:pt x="4794856" y="221952"/>
                  <a:pt x="4805805" y="217370"/>
                  <a:pt x="4823949" y="215600"/>
                </a:cubicBezTo>
                <a:cubicBezTo>
                  <a:pt x="4832994" y="214702"/>
                  <a:pt x="4842204" y="214676"/>
                  <a:pt x="4849769" y="215352"/>
                </a:cubicBezTo>
                <a:close/>
                <a:moveTo>
                  <a:pt x="6082451" y="215274"/>
                </a:moveTo>
                <a:cubicBezTo>
                  <a:pt x="6091516" y="216030"/>
                  <a:pt x="6099435" y="217566"/>
                  <a:pt x="6104075" y="219714"/>
                </a:cubicBezTo>
                <a:cubicBezTo>
                  <a:pt x="6113383" y="224010"/>
                  <a:pt x="6105993" y="229164"/>
                  <a:pt x="6087376" y="231195"/>
                </a:cubicBezTo>
                <a:cubicBezTo>
                  <a:pt x="6068758" y="233199"/>
                  <a:pt x="6046113" y="231273"/>
                  <a:pt x="6036943" y="226925"/>
                </a:cubicBezTo>
                <a:cubicBezTo>
                  <a:pt x="6027829" y="222578"/>
                  <a:pt x="6035498" y="217475"/>
                  <a:pt x="6053949" y="215522"/>
                </a:cubicBezTo>
                <a:cubicBezTo>
                  <a:pt x="6063175" y="214546"/>
                  <a:pt x="6073385" y="214520"/>
                  <a:pt x="6082451" y="215274"/>
                </a:cubicBezTo>
                <a:close/>
                <a:moveTo>
                  <a:pt x="3524123" y="215157"/>
                </a:moveTo>
                <a:cubicBezTo>
                  <a:pt x="3524651" y="215105"/>
                  <a:pt x="3525013" y="215157"/>
                  <a:pt x="3525013" y="215235"/>
                </a:cubicBezTo>
                <a:cubicBezTo>
                  <a:pt x="3525040" y="215313"/>
                  <a:pt x="3524706" y="215417"/>
                  <a:pt x="3524262" y="215470"/>
                </a:cubicBezTo>
                <a:cubicBezTo>
                  <a:pt x="3523901" y="215495"/>
                  <a:pt x="3523484" y="215470"/>
                  <a:pt x="3523484" y="215391"/>
                </a:cubicBezTo>
                <a:cubicBezTo>
                  <a:pt x="3523428" y="215287"/>
                  <a:pt x="3523790" y="215183"/>
                  <a:pt x="3524123" y="215157"/>
                </a:cubicBezTo>
                <a:close/>
                <a:moveTo>
                  <a:pt x="7634877" y="214737"/>
                </a:moveTo>
                <a:cubicBezTo>
                  <a:pt x="7644179" y="215444"/>
                  <a:pt x="7653217" y="216888"/>
                  <a:pt x="7659816" y="218906"/>
                </a:cubicBezTo>
                <a:cubicBezTo>
                  <a:pt x="7673042" y="222941"/>
                  <a:pt x="7671431" y="227758"/>
                  <a:pt x="7656065" y="229658"/>
                </a:cubicBezTo>
                <a:cubicBezTo>
                  <a:pt x="7640615" y="231559"/>
                  <a:pt x="7617386" y="229762"/>
                  <a:pt x="7604270" y="225675"/>
                </a:cubicBezTo>
                <a:cubicBezTo>
                  <a:pt x="7591184" y="221614"/>
                  <a:pt x="7593045" y="216823"/>
                  <a:pt x="7608355" y="215001"/>
                </a:cubicBezTo>
                <a:cubicBezTo>
                  <a:pt x="7616010" y="214064"/>
                  <a:pt x="7625576" y="214031"/>
                  <a:pt x="7634877" y="214737"/>
                </a:cubicBezTo>
                <a:close/>
                <a:moveTo>
                  <a:pt x="7746009" y="214454"/>
                </a:moveTo>
                <a:cubicBezTo>
                  <a:pt x="7746704" y="214350"/>
                  <a:pt x="7747648" y="214428"/>
                  <a:pt x="7748176" y="214611"/>
                </a:cubicBezTo>
                <a:cubicBezTo>
                  <a:pt x="7748788" y="214792"/>
                  <a:pt x="7748733" y="215001"/>
                  <a:pt x="7748038" y="215078"/>
                </a:cubicBezTo>
                <a:cubicBezTo>
                  <a:pt x="7747427" y="215157"/>
                  <a:pt x="7746509" y="215078"/>
                  <a:pt x="7745870" y="214923"/>
                </a:cubicBezTo>
                <a:cubicBezTo>
                  <a:pt x="7745342" y="214740"/>
                  <a:pt x="7745370" y="214532"/>
                  <a:pt x="7746009" y="214454"/>
                </a:cubicBezTo>
                <a:close/>
                <a:moveTo>
                  <a:pt x="4184185" y="214297"/>
                </a:moveTo>
                <a:cubicBezTo>
                  <a:pt x="4190221" y="214864"/>
                  <a:pt x="4194612" y="216016"/>
                  <a:pt x="4195918" y="217604"/>
                </a:cubicBezTo>
                <a:cubicBezTo>
                  <a:pt x="4198557" y="220832"/>
                  <a:pt x="4187805" y="224686"/>
                  <a:pt x="4171855" y="226170"/>
                </a:cubicBezTo>
                <a:cubicBezTo>
                  <a:pt x="4155878" y="227679"/>
                  <a:pt x="4140956" y="226247"/>
                  <a:pt x="4138399" y="223019"/>
                </a:cubicBezTo>
                <a:cubicBezTo>
                  <a:pt x="4135872" y="219765"/>
                  <a:pt x="4146791" y="215990"/>
                  <a:pt x="4162574" y="214506"/>
                </a:cubicBezTo>
                <a:cubicBezTo>
                  <a:pt x="4170465" y="213751"/>
                  <a:pt x="4178148" y="213731"/>
                  <a:pt x="4184185" y="214297"/>
                </a:cubicBezTo>
                <a:close/>
                <a:moveTo>
                  <a:pt x="7309285" y="213527"/>
                </a:moveTo>
                <a:cubicBezTo>
                  <a:pt x="7320646" y="214409"/>
                  <a:pt x="7331476" y="216199"/>
                  <a:pt x="7339131" y="218699"/>
                </a:cubicBezTo>
                <a:cubicBezTo>
                  <a:pt x="7354414" y="223722"/>
                  <a:pt x="7350996" y="229763"/>
                  <a:pt x="7331296" y="232105"/>
                </a:cubicBezTo>
                <a:cubicBezTo>
                  <a:pt x="7311595" y="234449"/>
                  <a:pt x="7283114" y="232210"/>
                  <a:pt x="7267886" y="227133"/>
                </a:cubicBezTo>
                <a:cubicBezTo>
                  <a:pt x="7252881" y="222031"/>
                  <a:pt x="7256633" y="216094"/>
                  <a:pt x="7276250" y="213804"/>
                </a:cubicBezTo>
                <a:cubicBezTo>
                  <a:pt x="7286031" y="212671"/>
                  <a:pt x="7297924" y="212645"/>
                  <a:pt x="7309285" y="213527"/>
                </a:cubicBezTo>
                <a:close/>
                <a:moveTo>
                  <a:pt x="5284922" y="212241"/>
                </a:moveTo>
                <a:cubicBezTo>
                  <a:pt x="5293529" y="212997"/>
                  <a:pt x="5300559" y="214532"/>
                  <a:pt x="5303990" y="216667"/>
                </a:cubicBezTo>
                <a:cubicBezTo>
                  <a:pt x="5310909" y="220936"/>
                  <a:pt x="5300516" y="226040"/>
                  <a:pt x="5280844" y="228070"/>
                </a:cubicBezTo>
                <a:cubicBezTo>
                  <a:pt x="5261087" y="230075"/>
                  <a:pt x="5239608" y="228174"/>
                  <a:pt x="5232912" y="223827"/>
                </a:cubicBezTo>
                <a:cubicBezTo>
                  <a:pt x="5226271" y="219531"/>
                  <a:pt x="5236830" y="214454"/>
                  <a:pt x="5256392" y="212502"/>
                </a:cubicBezTo>
                <a:cubicBezTo>
                  <a:pt x="5266131" y="211512"/>
                  <a:pt x="5276316" y="211486"/>
                  <a:pt x="5284922" y="212241"/>
                </a:cubicBezTo>
                <a:close/>
                <a:moveTo>
                  <a:pt x="4623163" y="211623"/>
                </a:moveTo>
                <a:cubicBezTo>
                  <a:pt x="4630250" y="212268"/>
                  <a:pt x="4635668" y="213583"/>
                  <a:pt x="4637752" y="215418"/>
                </a:cubicBezTo>
                <a:cubicBezTo>
                  <a:pt x="4641920" y="219115"/>
                  <a:pt x="4631000" y="223515"/>
                  <a:pt x="4613299" y="225207"/>
                </a:cubicBezTo>
                <a:cubicBezTo>
                  <a:pt x="4595460" y="226924"/>
                  <a:pt x="4577761" y="225258"/>
                  <a:pt x="4573759" y="221562"/>
                </a:cubicBezTo>
                <a:cubicBezTo>
                  <a:pt x="4569841" y="217891"/>
                  <a:pt x="4580901" y="213518"/>
                  <a:pt x="4598572" y="211852"/>
                </a:cubicBezTo>
                <a:cubicBezTo>
                  <a:pt x="4607325" y="211005"/>
                  <a:pt x="4616078" y="210979"/>
                  <a:pt x="4623163" y="211623"/>
                </a:cubicBezTo>
                <a:close/>
                <a:moveTo>
                  <a:pt x="6421241" y="211343"/>
                </a:moveTo>
                <a:cubicBezTo>
                  <a:pt x="6431290" y="212162"/>
                  <a:pt x="6440306" y="213829"/>
                  <a:pt x="6445933" y="216146"/>
                </a:cubicBezTo>
                <a:cubicBezTo>
                  <a:pt x="6457187" y="220806"/>
                  <a:pt x="6450434" y="226403"/>
                  <a:pt x="6430762" y="228616"/>
                </a:cubicBezTo>
                <a:cubicBezTo>
                  <a:pt x="6411033" y="230804"/>
                  <a:pt x="6385831" y="228721"/>
                  <a:pt x="6374744" y="224008"/>
                </a:cubicBezTo>
                <a:cubicBezTo>
                  <a:pt x="6363796" y="219296"/>
                  <a:pt x="6370743" y="213751"/>
                  <a:pt x="6390360" y="211616"/>
                </a:cubicBezTo>
                <a:cubicBezTo>
                  <a:pt x="6400114" y="210549"/>
                  <a:pt x="6411193" y="210523"/>
                  <a:pt x="6421241" y="211343"/>
                </a:cubicBezTo>
                <a:close/>
                <a:moveTo>
                  <a:pt x="5983955" y="210602"/>
                </a:moveTo>
                <a:cubicBezTo>
                  <a:pt x="5993291" y="211382"/>
                  <a:pt x="6001390" y="212970"/>
                  <a:pt x="6006045" y="215184"/>
                </a:cubicBezTo>
                <a:cubicBezTo>
                  <a:pt x="6015408" y="219636"/>
                  <a:pt x="6007350" y="224946"/>
                  <a:pt x="5987928" y="227029"/>
                </a:cubicBezTo>
                <a:cubicBezTo>
                  <a:pt x="5968476" y="229112"/>
                  <a:pt x="5945164" y="227133"/>
                  <a:pt x="5935912" y="222629"/>
                </a:cubicBezTo>
                <a:cubicBezTo>
                  <a:pt x="5926825" y="218151"/>
                  <a:pt x="5935160" y="212866"/>
                  <a:pt x="5954445" y="210862"/>
                </a:cubicBezTo>
                <a:cubicBezTo>
                  <a:pt x="5964045" y="209846"/>
                  <a:pt x="5974618" y="209820"/>
                  <a:pt x="5983955" y="210602"/>
                </a:cubicBezTo>
                <a:close/>
                <a:moveTo>
                  <a:pt x="4405220" y="210149"/>
                </a:moveTo>
                <a:cubicBezTo>
                  <a:pt x="4413180" y="210881"/>
                  <a:pt x="4419113" y="212371"/>
                  <a:pt x="4421155" y="214454"/>
                </a:cubicBezTo>
                <a:cubicBezTo>
                  <a:pt x="4425184" y="218646"/>
                  <a:pt x="4411986" y="223644"/>
                  <a:pt x="4391563" y="225597"/>
                </a:cubicBezTo>
                <a:cubicBezTo>
                  <a:pt x="4370945" y="227549"/>
                  <a:pt x="4351078" y="225727"/>
                  <a:pt x="4347160" y="221484"/>
                </a:cubicBezTo>
                <a:cubicBezTo>
                  <a:pt x="4343270" y="217292"/>
                  <a:pt x="4356719" y="212319"/>
                  <a:pt x="4377114" y="210393"/>
                </a:cubicBezTo>
                <a:cubicBezTo>
                  <a:pt x="4387270" y="209442"/>
                  <a:pt x="4397259" y="209416"/>
                  <a:pt x="4405220" y="210149"/>
                </a:cubicBezTo>
                <a:close/>
                <a:moveTo>
                  <a:pt x="7095301" y="208756"/>
                </a:moveTo>
                <a:cubicBezTo>
                  <a:pt x="7106183" y="209605"/>
                  <a:pt x="7116408" y="211343"/>
                  <a:pt x="7123424" y="213778"/>
                </a:cubicBezTo>
                <a:cubicBezTo>
                  <a:pt x="7137623" y="218646"/>
                  <a:pt x="7133400" y="224451"/>
                  <a:pt x="7113949" y="226690"/>
                </a:cubicBezTo>
                <a:cubicBezTo>
                  <a:pt x="7094415" y="228982"/>
                  <a:pt x="7067129" y="226847"/>
                  <a:pt x="7053125" y="221900"/>
                </a:cubicBezTo>
                <a:cubicBezTo>
                  <a:pt x="7039258" y="217032"/>
                  <a:pt x="7043816" y="211278"/>
                  <a:pt x="7063239" y="209065"/>
                </a:cubicBezTo>
                <a:cubicBezTo>
                  <a:pt x="7072881" y="207946"/>
                  <a:pt x="7084419" y="207906"/>
                  <a:pt x="7095301" y="208756"/>
                </a:cubicBezTo>
                <a:close/>
                <a:moveTo>
                  <a:pt x="5385905" y="208356"/>
                </a:moveTo>
                <a:cubicBezTo>
                  <a:pt x="5394880" y="209130"/>
                  <a:pt x="5402271" y="210705"/>
                  <a:pt x="5405995" y="212892"/>
                </a:cubicBezTo>
                <a:cubicBezTo>
                  <a:pt x="5413497" y="217344"/>
                  <a:pt x="5403189" y="222655"/>
                  <a:pt x="5382876" y="224712"/>
                </a:cubicBezTo>
                <a:cubicBezTo>
                  <a:pt x="5362508" y="226795"/>
                  <a:pt x="5340057" y="224842"/>
                  <a:pt x="5332777" y="220339"/>
                </a:cubicBezTo>
                <a:cubicBezTo>
                  <a:pt x="5325580" y="215887"/>
                  <a:pt x="5336167" y="210627"/>
                  <a:pt x="5356312" y="208623"/>
                </a:cubicBezTo>
                <a:cubicBezTo>
                  <a:pt x="5366371" y="207607"/>
                  <a:pt x="5376930" y="207581"/>
                  <a:pt x="5385905" y="208356"/>
                </a:cubicBezTo>
                <a:close/>
                <a:moveTo>
                  <a:pt x="4049233" y="207581"/>
                </a:moveTo>
                <a:cubicBezTo>
                  <a:pt x="4057263" y="206852"/>
                  <a:pt x="4064710" y="207529"/>
                  <a:pt x="4065822" y="209144"/>
                </a:cubicBezTo>
                <a:cubicBezTo>
                  <a:pt x="4067044" y="210732"/>
                  <a:pt x="4061431" y="212685"/>
                  <a:pt x="4053401" y="213413"/>
                </a:cubicBezTo>
                <a:cubicBezTo>
                  <a:pt x="4045287" y="214142"/>
                  <a:pt x="4037784" y="213439"/>
                  <a:pt x="4036701" y="211825"/>
                </a:cubicBezTo>
                <a:cubicBezTo>
                  <a:pt x="4035533" y="210237"/>
                  <a:pt x="4041146" y="208284"/>
                  <a:pt x="4049233" y="207581"/>
                </a:cubicBezTo>
                <a:close/>
                <a:moveTo>
                  <a:pt x="5884520" y="207552"/>
                </a:moveTo>
                <a:cubicBezTo>
                  <a:pt x="5893606" y="208317"/>
                  <a:pt x="5901414" y="209872"/>
                  <a:pt x="5905819" y="212033"/>
                </a:cubicBezTo>
                <a:cubicBezTo>
                  <a:pt x="5914682" y="216380"/>
                  <a:pt x="5906403" y="221588"/>
                  <a:pt x="5887202" y="223566"/>
                </a:cubicBezTo>
                <a:cubicBezTo>
                  <a:pt x="5868001" y="225623"/>
                  <a:pt x="5845327" y="223697"/>
                  <a:pt x="5836630" y="219296"/>
                </a:cubicBezTo>
                <a:cubicBezTo>
                  <a:pt x="5828072" y="214923"/>
                  <a:pt x="5836492" y="209794"/>
                  <a:pt x="5855554" y="207815"/>
                </a:cubicBezTo>
                <a:cubicBezTo>
                  <a:pt x="5865070" y="206813"/>
                  <a:pt x="5875434" y="206787"/>
                  <a:pt x="5884520" y="207552"/>
                </a:cubicBezTo>
                <a:close/>
                <a:moveTo>
                  <a:pt x="7859073" y="207217"/>
                </a:moveTo>
                <a:cubicBezTo>
                  <a:pt x="7859657" y="207139"/>
                  <a:pt x="7860685" y="207191"/>
                  <a:pt x="7861269" y="207374"/>
                </a:cubicBezTo>
                <a:cubicBezTo>
                  <a:pt x="7861880" y="207529"/>
                  <a:pt x="7861796" y="207738"/>
                  <a:pt x="7861129" y="207841"/>
                </a:cubicBezTo>
                <a:cubicBezTo>
                  <a:pt x="7860517" y="207920"/>
                  <a:pt x="7859518" y="207841"/>
                  <a:pt x="7858934" y="207660"/>
                </a:cubicBezTo>
                <a:cubicBezTo>
                  <a:pt x="7858406" y="207477"/>
                  <a:pt x="7858406" y="207295"/>
                  <a:pt x="7859073" y="207217"/>
                </a:cubicBezTo>
                <a:close/>
                <a:moveTo>
                  <a:pt x="4949419" y="207187"/>
                </a:moveTo>
                <a:cubicBezTo>
                  <a:pt x="4957054" y="207874"/>
                  <a:pt x="4963076" y="209260"/>
                  <a:pt x="4965716" y="211173"/>
                </a:cubicBezTo>
                <a:cubicBezTo>
                  <a:pt x="4971051" y="215027"/>
                  <a:pt x="4960576" y="219661"/>
                  <a:pt x="4942292" y="221458"/>
                </a:cubicBezTo>
                <a:cubicBezTo>
                  <a:pt x="4924036" y="223280"/>
                  <a:pt x="4904947" y="221562"/>
                  <a:pt x="4899751" y="217656"/>
                </a:cubicBezTo>
                <a:cubicBezTo>
                  <a:pt x="4894694" y="213751"/>
                  <a:pt x="4905336" y="209169"/>
                  <a:pt x="4923453" y="207399"/>
                </a:cubicBezTo>
                <a:cubicBezTo>
                  <a:pt x="4932540" y="206513"/>
                  <a:pt x="4941785" y="206500"/>
                  <a:pt x="4949419" y="207187"/>
                </a:cubicBezTo>
                <a:close/>
                <a:moveTo>
                  <a:pt x="3729827" y="207035"/>
                </a:moveTo>
                <a:cubicBezTo>
                  <a:pt x="3730883" y="206931"/>
                  <a:pt x="3731883" y="207035"/>
                  <a:pt x="3731938" y="207243"/>
                </a:cubicBezTo>
                <a:cubicBezTo>
                  <a:pt x="3732077" y="207451"/>
                  <a:pt x="3731244" y="207686"/>
                  <a:pt x="3730244" y="207790"/>
                </a:cubicBezTo>
                <a:cubicBezTo>
                  <a:pt x="3729104" y="207868"/>
                  <a:pt x="3728187" y="207817"/>
                  <a:pt x="3728048" y="207581"/>
                </a:cubicBezTo>
                <a:cubicBezTo>
                  <a:pt x="3727937" y="207374"/>
                  <a:pt x="3728687" y="207139"/>
                  <a:pt x="3729827" y="207035"/>
                </a:cubicBezTo>
                <a:close/>
                <a:moveTo>
                  <a:pt x="6652463" y="206888"/>
                </a:moveTo>
                <a:cubicBezTo>
                  <a:pt x="6662884" y="207725"/>
                  <a:pt x="6672393" y="209430"/>
                  <a:pt x="6678562" y="211825"/>
                </a:cubicBezTo>
                <a:cubicBezTo>
                  <a:pt x="6690927" y="216589"/>
                  <a:pt x="6685009" y="222317"/>
                  <a:pt x="6665169" y="224530"/>
                </a:cubicBezTo>
                <a:cubicBezTo>
                  <a:pt x="6645302" y="226769"/>
                  <a:pt x="6619210" y="224660"/>
                  <a:pt x="6607067" y="219791"/>
                </a:cubicBezTo>
                <a:cubicBezTo>
                  <a:pt x="6594925" y="215001"/>
                  <a:pt x="6601232" y="209377"/>
                  <a:pt x="6620905" y="207164"/>
                </a:cubicBezTo>
                <a:cubicBezTo>
                  <a:pt x="6630714" y="206084"/>
                  <a:pt x="6642043" y="206052"/>
                  <a:pt x="6652463" y="206888"/>
                </a:cubicBezTo>
                <a:close/>
                <a:moveTo>
                  <a:pt x="6876722" y="206318"/>
                </a:moveTo>
                <a:cubicBezTo>
                  <a:pt x="6887371" y="207164"/>
                  <a:pt x="6897229" y="208882"/>
                  <a:pt x="6903799" y="211278"/>
                </a:cubicBezTo>
                <a:cubicBezTo>
                  <a:pt x="6917054" y="216120"/>
                  <a:pt x="6911969" y="221821"/>
                  <a:pt x="6892379" y="224087"/>
                </a:cubicBezTo>
                <a:cubicBezTo>
                  <a:pt x="6872679" y="226326"/>
                  <a:pt x="6846031" y="224191"/>
                  <a:pt x="6832971" y="219296"/>
                </a:cubicBezTo>
                <a:cubicBezTo>
                  <a:pt x="6819995" y="214506"/>
                  <a:pt x="6825386" y="208804"/>
                  <a:pt x="6844892" y="206591"/>
                </a:cubicBezTo>
                <a:cubicBezTo>
                  <a:pt x="6854631" y="205498"/>
                  <a:pt x="6866072" y="205472"/>
                  <a:pt x="6876722" y="206318"/>
                </a:cubicBezTo>
                <a:close/>
                <a:moveTo>
                  <a:pt x="5486373" y="205742"/>
                </a:moveTo>
                <a:cubicBezTo>
                  <a:pt x="5495585" y="206527"/>
                  <a:pt x="5503247" y="208128"/>
                  <a:pt x="5507165" y="210367"/>
                </a:cubicBezTo>
                <a:cubicBezTo>
                  <a:pt x="5515084" y="214871"/>
                  <a:pt x="5504970" y="220260"/>
                  <a:pt x="5484491" y="222369"/>
                </a:cubicBezTo>
                <a:cubicBezTo>
                  <a:pt x="5463901" y="224478"/>
                  <a:pt x="5440894" y="222499"/>
                  <a:pt x="5433225" y="217917"/>
                </a:cubicBezTo>
                <a:cubicBezTo>
                  <a:pt x="5425584" y="213361"/>
                  <a:pt x="5435892" y="208050"/>
                  <a:pt x="5456288" y="206019"/>
                </a:cubicBezTo>
                <a:cubicBezTo>
                  <a:pt x="5466402" y="204990"/>
                  <a:pt x="5477163" y="204958"/>
                  <a:pt x="5486373" y="205742"/>
                </a:cubicBezTo>
                <a:close/>
                <a:moveTo>
                  <a:pt x="7428170" y="205134"/>
                </a:moveTo>
                <a:cubicBezTo>
                  <a:pt x="7439552" y="206006"/>
                  <a:pt x="7450472" y="207776"/>
                  <a:pt x="7458253" y="210237"/>
                </a:cubicBezTo>
                <a:cubicBezTo>
                  <a:pt x="7473868" y="215209"/>
                  <a:pt x="7471006" y="221172"/>
                  <a:pt x="7451639" y="223488"/>
                </a:cubicBezTo>
                <a:cubicBezTo>
                  <a:pt x="7432160" y="225805"/>
                  <a:pt x="7403763" y="223592"/>
                  <a:pt x="7388202" y="218567"/>
                </a:cubicBezTo>
                <a:cubicBezTo>
                  <a:pt x="7372837" y="213569"/>
                  <a:pt x="7376088" y="207686"/>
                  <a:pt x="7395316" y="205421"/>
                </a:cubicBezTo>
                <a:cubicBezTo>
                  <a:pt x="7404943" y="204288"/>
                  <a:pt x="7416787" y="204262"/>
                  <a:pt x="7428170" y="205134"/>
                </a:cubicBezTo>
                <a:close/>
                <a:moveTo>
                  <a:pt x="5785941" y="205014"/>
                </a:moveTo>
                <a:cubicBezTo>
                  <a:pt x="5795478" y="205818"/>
                  <a:pt x="5803606" y="207451"/>
                  <a:pt x="5808065" y="209743"/>
                </a:cubicBezTo>
                <a:cubicBezTo>
                  <a:pt x="5817152" y="214325"/>
                  <a:pt x="5807983" y="219792"/>
                  <a:pt x="5787615" y="221926"/>
                </a:cubicBezTo>
                <a:cubicBezTo>
                  <a:pt x="5767220" y="224088"/>
                  <a:pt x="5743295" y="222056"/>
                  <a:pt x="5734487" y="217397"/>
                </a:cubicBezTo>
                <a:cubicBezTo>
                  <a:pt x="5725762" y="212789"/>
                  <a:pt x="5735071" y="207374"/>
                  <a:pt x="5755354" y="205265"/>
                </a:cubicBezTo>
                <a:cubicBezTo>
                  <a:pt x="5765455" y="204237"/>
                  <a:pt x="5776403" y="204211"/>
                  <a:pt x="5785941" y="205014"/>
                </a:cubicBezTo>
                <a:close/>
                <a:moveTo>
                  <a:pt x="5585725" y="204737"/>
                </a:moveTo>
                <a:cubicBezTo>
                  <a:pt x="5594630" y="205491"/>
                  <a:pt x="5602098" y="207034"/>
                  <a:pt x="5606002" y="209196"/>
                </a:cubicBezTo>
                <a:cubicBezTo>
                  <a:pt x="5613977" y="213491"/>
                  <a:pt x="5604585" y="218672"/>
                  <a:pt x="5585023" y="220702"/>
                </a:cubicBezTo>
                <a:cubicBezTo>
                  <a:pt x="5565406" y="222733"/>
                  <a:pt x="5543148" y="220806"/>
                  <a:pt x="5535397" y="216433"/>
                </a:cubicBezTo>
                <a:cubicBezTo>
                  <a:pt x="5527727" y="212111"/>
                  <a:pt x="5537341" y="206957"/>
                  <a:pt x="5556819" y="205004"/>
                </a:cubicBezTo>
                <a:cubicBezTo>
                  <a:pt x="5566476" y="204014"/>
                  <a:pt x="5576819" y="203981"/>
                  <a:pt x="5585725" y="204737"/>
                </a:cubicBezTo>
                <a:close/>
                <a:moveTo>
                  <a:pt x="5686052" y="204229"/>
                </a:moveTo>
                <a:cubicBezTo>
                  <a:pt x="5695350" y="205017"/>
                  <a:pt x="5703227" y="206618"/>
                  <a:pt x="5707506" y="208857"/>
                </a:cubicBezTo>
                <a:cubicBezTo>
                  <a:pt x="5716037" y="213361"/>
                  <a:pt x="5706700" y="218724"/>
                  <a:pt x="5686555" y="220833"/>
                </a:cubicBezTo>
                <a:cubicBezTo>
                  <a:pt x="5666271" y="222941"/>
                  <a:pt x="5643125" y="220937"/>
                  <a:pt x="5634734" y="216381"/>
                </a:cubicBezTo>
                <a:cubicBezTo>
                  <a:pt x="5626425" y="211852"/>
                  <a:pt x="5635957" y="206567"/>
                  <a:pt x="5656073" y="204484"/>
                </a:cubicBezTo>
                <a:cubicBezTo>
                  <a:pt x="5666035" y="203468"/>
                  <a:pt x="5676754" y="203442"/>
                  <a:pt x="5686052" y="204229"/>
                </a:cubicBezTo>
                <a:close/>
                <a:moveTo>
                  <a:pt x="6324679" y="203529"/>
                </a:moveTo>
                <a:cubicBezTo>
                  <a:pt x="6334709" y="204347"/>
                  <a:pt x="6343636" y="206006"/>
                  <a:pt x="6349096" y="208310"/>
                </a:cubicBezTo>
                <a:cubicBezTo>
                  <a:pt x="6360100" y="212997"/>
                  <a:pt x="6352986" y="218567"/>
                  <a:pt x="6333091" y="220754"/>
                </a:cubicBezTo>
                <a:cubicBezTo>
                  <a:pt x="6313058" y="222967"/>
                  <a:pt x="6287994" y="220858"/>
                  <a:pt x="6277185" y="216146"/>
                </a:cubicBezTo>
                <a:cubicBezTo>
                  <a:pt x="6266432" y="211460"/>
                  <a:pt x="6273906" y="205967"/>
                  <a:pt x="6293635" y="203806"/>
                </a:cubicBezTo>
                <a:cubicBezTo>
                  <a:pt x="6303513" y="202739"/>
                  <a:pt x="6314648" y="202713"/>
                  <a:pt x="6324679" y="203529"/>
                </a:cubicBezTo>
                <a:close/>
                <a:moveTo>
                  <a:pt x="7526218" y="201802"/>
                </a:moveTo>
                <a:cubicBezTo>
                  <a:pt x="7535860" y="200683"/>
                  <a:pt x="7550003" y="201750"/>
                  <a:pt x="7558062" y="204223"/>
                </a:cubicBezTo>
                <a:cubicBezTo>
                  <a:pt x="7566119" y="206696"/>
                  <a:pt x="7564842" y="209664"/>
                  <a:pt x="7555227" y="210809"/>
                </a:cubicBezTo>
                <a:cubicBezTo>
                  <a:pt x="7545557" y="211981"/>
                  <a:pt x="7531303" y="210887"/>
                  <a:pt x="7523328" y="208388"/>
                </a:cubicBezTo>
                <a:cubicBezTo>
                  <a:pt x="7515298" y="205863"/>
                  <a:pt x="7516659" y="202922"/>
                  <a:pt x="7526218" y="201802"/>
                </a:cubicBezTo>
                <a:close/>
                <a:moveTo>
                  <a:pt x="4721938" y="201496"/>
                </a:moveTo>
                <a:cubicBezTo>
                  <a:pt x="4729190" y="202146"/>
                  <a:pt x="4734782" y="203467"/>
                  <a:pt x="4737005" y="205316"/>
                </a:cubicBezTo>
                <a:cubicBezTo>
                  <a:pt x="4741561" y="209065"/>
                  <a:pt x="4730753" y="213491"/>
                  <a:pt x="4712830" y="215183"/>
                </a:cubicBezTo>
                <a:cubicBezTo>
                  <a:pt x="4694964" y="216927"/>
                  <a:pt x="4676819" y="215287"/>
                  <a:pt x="4672568" y="211538"/>
                </a:cubicBezTo>
                <a:cubicBezTo>
                  <a:pt x="4668233" y="207789"/>
                  <a:pt x="4679181" y="203389"/>
                  <a:pt x="4696908" y="201697"/>
                </a:cubicBezTo>
                <a:cubicBezTo>
                  <a:pt x="4705773" y="200864"/>
                  <a:pt x="4714685" y="200844"/>
                  <a:pt x="4721938" y="201496"/>
                </a:cubicBezTo>
                <a:close/>
                <a:moveTo>
                  <a:pt x="4281368" y="201193"/>
                </a:moveTo>
                <a:cubicBezTo>
                  <a:pt x="4287370" y="201749"/>
                  <a:pt x="4291796" y="202881"/>
                  <a:pt x="4293227" y="204457"/>
                </a:cubicBezTo>
                <a:cubicBezTo>
                  <a:pt x="4296061" y="207607"/>
                  <a:pt x="4285669" y="211382"/>
                  <a:pt x="4269997" y="212788"/>
                </a:cubicBezTo>
                <a:cubicBezTo>
                  <a:pt x="4254270" y="214324"/>
                  <a:pt x="4239293" y="212892"/>
                  <a:pt x="4236570" y="209742"/>
                </a:cubicBezTo>
                <a:cubicBezTo>
                  <a:pt x="4233958" y="206565"/>
                  <a:pt x="4244461" y="202842"/>
                  <a:pt x="4260050" y="201385"/>
                </a:cubicBezTo>
                <a:cubicBezTo>
                  <a:pt x="4267788" y="200656"/>
                  <a:pt x="4275367" y="200637"/>
                  <a:pt x="4281368" y="201193"/>
                </a:cubicBezTo>
                <a:close/>
                <a:moveTo>
                  <a:pt x="5048833" y="200113"/>
                </a:moveTo>
                <a:cubicBezTo>
                  <a:pt x="5056585" y="200799"/>
                  <a:pt x="5062788" y="202192"/>
                  <a:pt x="5065609" y="204119"/>
                </a:cubicBezTo>
                <a:cubicBezTo>
                  <a:pt x="5071138" y="207998"/>
                  <a:pt x="5060968" y="212632"/>
                  <a:pt x="5042741" y="214402"/>
                </a:cubicBezTo>
                <a:cubicBezTo>
                  <a:pt x="5024430" y="216224"/>
                  <a:pt x="5005145" y="214506"/>
                  <a:pt x="4999699" y="210576"/>
                </a:cubicBezTo>
                <a:cubicBezTo>
                  <a:pt x="4994308" y="206670"/>
                  <a:pt x="5004645" y="202088"/>
                  <a:pt x="5022762" y="200344"/>
                </a:cubicBezTo>
                <a:cubicBezTo>
                  <a:pt x="5031779" y="199446"/>
                  <a:pt x="5041080" y="199426"/>
                  <a:pt x="5048833" y="200113"/>
                </a:cubicBezTo>
                <a:close/>
                <a:moveTo>
                  <a:pt x="3936947" y="199901"/>
                </a:moveTo>
                <a:cubicBezTo>
                  <a:pt x="3940560" y="199589"/>
                  <a:pt x="3943894" y="199901"/>
                  <a:pt x="3944282" y="200604"/>
                </a:cubicBezTo>
                <a:cubicBezTo>
                  <a:pt x="3944810" y="201307"/>
                  <a:pt x="3942227" y="202114"/>
                  <a:pt x="3938587" y="202453"/>
                </a:cubicBezTo>
                <a:cubicBezTo>
                  <a:pt x="3935002" y="202791"/>
                  <a:pt x="3931751" y="202453"/>
                  <a:pt x="3931251" y="201776"/>
                </a:cubicBezTo>
                <a:cubicBezTo>
                  <a:pt x="3930834" y="201073"/>
                  <a:pt x="3933418" y="200266"/>
                  <a:pt x="3936947" y="199901"/>
                </a:cubicBezTo>
                <a:close/>
                <a:moveTo>
                  <a:pt x="7217485" y="199400"/>
                </a:moveTo>
                <a:cubicBezTo>
                  <a:pt x="7228492" y="200253"/>
                  <a:pt x="7238919" y="201984"/>
                  <a:pt x="7246158" y="204406"/>
                </a:cubicBezTo>
                <a:cubicBezTo>
                  <a:pt x="7260746" y="209247"/>
                  <a:pt x="7257022" y="215027"/>
                  <a:pt x="7237738" y="217292"/>
                </a:cubicBezTo>
                <a:cubicBezTo>
                  <a:pt x="7218343" y="219557"/>
                  <a:pt x="7190834" y="217396"/>
                  <a:pt x="7176358" y="212502"/>
                </a:cubicBezTo>
                <a:cubicBezTo>
                  <a:pt x="7162047" y="207634"/>
                  <a:pt x="7166132" y="201906"/>
                  <a:pt x="7185332" y="199667"/>
                </a:cubicBezTo>
                <a:cubicBezTo>
                  <a:pt x="7194891" y="198574"/>
                  <a:pt x="7206478" y="198548"/>
                  <a:pt x="7217485" y="199400"/>
                </a:cubicBezTo>
                <a:close/>
                <a:moveTo>
                  <a:pt x="7654731" y="198208"/>
                </a:moveTo>
                <a:cubicBezTo>
                  <a:pt x="7655509" y="198105"/>
                  <a:pt x="7656704" y="198208"/>
                  <a:pt x="7657427" y="198443"/>
                </a:cubicBezTo>
                <a:cubicBezTo>
                  <a:pt x="7658149" y="198651"/>
                  <a:pt x="7658037" y="198860"/>
                  <a:pt x="7657288" y="198964"/>
                </a:cubicBezTo>
                <a:cubicBezTo>
                  <a:pt x="7656370" y="199068"/>
                  <a:pt x="7655176" y="198964"/>
                  <a:pt x="7654481" y="198756"/>
                </a:cubicBezTo>
                <a:cubicBezTo>
                  <a:pt x="7653814" y="198574"/>
                  <a:pt x="7653925" y="198313"/>
                  <a:pt x="7654731" y="198208"/>
                </a:cubicBezTo>
                <a:close/>
                <a:moveTo>
                  <a:pt x="4503995" y="198069"/>
                </a:moveTo>
                <a:cubicBezTo>
                  <a:pt x="4512427" y="198833"/>
                  <a:pt x="4518770" y="200395"/>
                  <a:pt x="4521048" y="202582"/>
                </a:cubicBezTo>
                <a:cubicBezTo>
                  <a:pt x="4525689" y="206957"/>
                  <a:pt x="4512128" y="212164"/>
                  <a:pt x="4490705" y="214194"/>
                </a:cubicBezTo>
                <a:cubicBezTo>
                  <a:pt x="4469171" y="216224"/>
                  <a:pt x="4448192" y="214324"/>
                  <a:pt x="4443746" y="209898"/>
                </a:cubicBezTo>
                <a:cubicBezTo>
                  <a:pt x="4439383" y="205498"/>
                  <a:pt x="4453166" y="200344"/>
                  <a:pt x="4474395" y="198339"/>
                </a:cubicBezTo>
                <a:cubicBezTo>
                  <a:pt x="4485038" y="197336"/>
                  <a:pt x="4495561" y="197304"/>
                  <a:pt x="4503995" y="198069"/>
                </a:cubicBezTo>
                <a:close/>
                <a:moveTo>
                  <a:pt x="6557440" y="197314"/>
                </a:moveTo>
                <a:cubicBezTo>
                  <a:pt x="6567645" y="198130"/>
                  <a:pt x="6576891" y="199796"/>
                  <a:pt x="6582781" y="202113"/>
                </a:cubicBezTo>
                <a:cubicBezTo>
                  <a:pt x="6594646" y="206800"/>
                  <a:pt x="6588422" y="212372"/>
                  <a:pt x="6568804" y="214558"/>
                </a:cubicBezTo>
                <a:cubicBezTo>
                  <a:pt x="6549104" y="216745"/>
                  <a:pt x="6523624" y="214688"/>
                  <a:pt x="6511898" y="209924"/>
                </a:cubicBezTo>
                <a:cubicBezTo>
                  <a:pt x="6500311" y="205264"/>
                  <a:pt x="6506812" y="199744"/>
                  <a:pt x="6526347" y="197610"/>
                </a:cubicBezTo>
                <a:cubicBezTo>
                  <a:pt x="6536072" y="196529"/>
                  <a:pt x="6547235" y="196496"/>
                  <a:pt x="6557440" y="197314"/>
                </a:cubicBezTo>
                <a:close/>
                <a:moveTo>
                  <a:pt x="6227382" y="197207"/>
                </a:moveTo>
                <a:cubicBezTo>
                  <a:pt x="6236951" y="197982"/>
                  <a:pt x="6245412" y="199563"/>
                  <a:pt x="6250510" y="201776"/>
                </a:cubicBezTo>
                <a:cubicBezTo>
                  <a:pt x="6260708" y="206228"/>
                  <a:pt x="6253511" y="211539"/>
                  <a:pt x="6234200" y="213648"/>
                </a:cubicBezTo>
                <a:cubicBezTo>
                  <a:pt x="6214999" y="215678"/>
                  <a:pt x="6191075" y="213725"/>
                  <a:pt x="6180961" y="209247"/>
                </a:cubicBezTo>
                <a:cubicBezTo>
                  <a:pt x="6170958" y="204770"/>
                  <a:pt x="6178433" y="199511"/>
                  <a:pt x="6197605" y="197480"/>
                </a:cubicBezTo>
                <a:cubicBezTo>
                  <a:pt x="6207136" y="196465"/>
                  <a:pt x="6217813" y="196432"/>
                  <a:pt x="6227382" y="197207"/>
                </a:cubicBezTo>
                <a:close/>
                <a:moveTo>
                  <a:pt x="7002814" y="195865"/>
                </a:moveTo>
                <a:cubicBezTo>
                  <a:pt x="7013570" y="196705"/>
                  <a:pt x="7023601" y="198417"/>
                  <a:pt x="7030367" y="200813"/>
                </a:cubicBezTo>
                <a:cubicBezTo>
                  <a:pt x="7044095" y="205550"/>
                  <a:pt x="7039565" y="211278"/>
                  <a:pt x="7020058" y="213491"/>
                </a:cubicBezTo>
                <a:cubicBezTo>
                  <a:pt x="7000580" y="215756"/>
                  <a:pt x="6973683" y="213647"/>
                  <a:pt x="6960123" y="208779"/>
                </a:cubicBezTo>
                <a:cubicBezTo>
                  <a:pt x="6946702" y="203988"/>
                  <a:pt x="6951592" y="198339"/>
                  <a:pt x="6970905" y="196152"/>
                </a:cubicBezTo>
                <a:cubicBezTo>
                  <a:pt x="6980574" y="195058"/>
                  <a:pt x="6992056" y="195026"/>
                  <a:pt x="7002814" y="195865"/>
                </a:cubicBezTo>
                <a:close/>
                <a:moveTo>
                  <a:pt x="6783186" y="194972"/>
                </a:moveTo>
                <a:cubicBezTo>
                  <a:pt x="6793703" y="195801"/>
                  <a:pt x="6803379" y="197493"/>
                  <a:pt x="6809742" y="199849"/>
                </a:cubicBezTo>
                <a:cubicBezTo>
                  <a:pt x="6822580" y="204562"/>
                  <a:pt x="6817133" y="210237"/>
                  <a:pt x="6797544" y="212450"/>
                </a:cubicBezTo>
                <a:cubicBezTo>
                  <a:pt x="6777844" y="214663"/>
                  <a:pt x="6751558" y="212554"/>
                  <a:pt x="6738942" y="207738"/>
                </a:cubicBezTo>
                <a:cubicBezTo>
                  <a:pt x="6726382" y="203026"/>
                  <a:pt x="6732023" y="197402"/>
                  <a:pt x="6751585" y="195267"/>
                </a:cubicBezTo>
                <a:cubicBezTo>
                  <a:pt x="6761310" y="194173"/>
                  <a:pt x="6772668" y="194141"/>
                  <a:pt x="6783186" y="194972"/>
                </a:cubicBezTo>
                <a:close/>
                <a:moveTo>
                  <a:pt x="4146207" y="194147"/>
                </a:moveTo>
                <a:cubicBezTo>
                  <a:pt x="4153683" y="193471"/>
                  <a:pt x="4160740" y="194122"/>
                  <a:pt x="4161852" y="195632"/>
                </a:cubicBezTo>
                <a:cubicBezTo>
                  <a:pt x="4163131" y="197115"/>
                  <a:pt x="4157934" y="198887"/>
                  <a:pt x="4150460" y="199563"/>
                </a:cubicBezTo>
                <a:cubicBezTo>
                  <a:pt x="4142958" y="200266"/>
                  <a:pt x="4135872" y="199589"/>
                  <a:pt x="4134704" y="198131"/>
                </a:cubicBezTo>
                <a:cubicBezTo>
                  <a:pt x="4133509" y="196621"/>
                  <a:pt x="4138678" y="194825"/>
                  <a:pt x="4146207" y="194147"/>
                </a:cubicBezTo>
                <a:close/>
                <a:moveTo>
                  <a:pt x="5149118" y="193675"/>
                </a:moveTo>
                <a:cubicBezTo>
                  <a:pt x="5157464" y="194408"/>
                  <a:pt x="5164196" y="195892"/>
                  <a:pt x="5167307" y="197949"/>
                </a:cubicBezTo>
                <a:cubicBezTo>
                  <a:pt x="5173643" y="202062"/>
                  <a:pt x="5163112" y="207008"/>
                  <a:pt x="5143717" y="208935"/>
                </a:cubicBezTo>
                <a:cubicBezTo>
                  <a:pt x="5124238" y="210887"/>
                  <a:pt x="5103287" y="209065"/>
                  <a:pt x="5097229" y="204874"/>
                </a:cubicBezTo>
                <a:cubicBezTo>
                  <a:pt x="5091172" y="200734"/>
                  <a:pt x="5101898" y="195814"/>
                  <a:pt x="5121237" y="193914"/>
                </a:cubicBezTo>
                <a:cubicBezTo>
                  <a:pt x="5130811" y="192963"/>
                  <a:pt x="5140771" y="192943"/>
                  <a:pt x="5149118" y="193675"/>
                </a:cubicBezTo>
                <a:close/>
                <a:moveTo>
                  <a:pt x="4820688" y="192375"/>
                </a:moveTo>
                <a:cubicBezTo>
                  <a:pt x="4828187" y="193042"/>
                  <a:pt x="4834036" y="194395"/>
                  <a:pt x="4836454" y="196282"/>
                </a:cubicBezTo>
                <a:cubicBezTo>
                  <a:pt x="4841399" y="200057"/>
                  <a:pt x="4830590" y="204588"/>
                  <a:pt x="4812389" y="206358"/>
                </a:cubicBezTo>
                <a:cubicBezTo>
                  <a:pt x="4794106" y="208102"/>
                  <a:pt x="4775350" y="206462"/>
                  <a:pt x="4770627" y="202609"/>
                </a:cubicBezTo>
                <a:cubicBezTo>
                  <a:pt x="4765903" y="198808"/>
                  <a:pt x="4776878" y="194304"/>
                  <a:pt x="4795023" y="192586"/>
                </a:cubicBezTo>
                <a:cubicBezTo>
                  <a:pt x="4804041" y="191727"/>
                  <a:pt x="4813189" y="191708"/>
                  <a:pt x="4820688" y="192375"/>
                </a:cubicBezTo>
                <a:close/>
                <a:moveTo>
                  <a:pt x="3826440" y="192143"/>
                </a:moveTo>
                <a:cubicBezTo>
                  <a:pt x="3826885" y="192117"/>
                  <a:pt x="3827218" y="192143"/>
                  <a:pt x="3827302" y="192221"/>
                </a:cubicBezTo>
                <a:cubicBezTo>
                  <a:pt x="3827357" y="192299"/>
                  <a:pt x="3827079" y="192403"/>
                  <a:pt x="3826635" y="192456"/>
                </a:cubicBezTo>
                <a:cubicBezTo>
                  <a:pt x="3826190" y="192481"/>
                  <a:pt x="3825858" y="192456"/>
                  <a:pt x="3825774" y="192377"/>
                </a:cubicBezTo>
                <a:cubicBezTo>
                  <a:pt x="3825718" y="192299"/>
                  <a:pt x="3825996" y="192195"/>
                  <a:pt x="3826440" y="192143"/>
                </a:cubicBezTo>
                <a:close/>
                <a:moveTo>
                  <a:pt x="7336547" y="191394"/>
                </a:moveTo>
                <a:cubicBezTo>
                  <a:pt x="7346696" y="192169"/>
                  <a:pt x="7356387" y="193744"/>
                  <a:pt x="7363250" y="195944"/>
                </a:cubicBezTo>
                <a:cubicBezTo>
                  <a:pt x="7376921" y="200344"/>
                  <a:pt x="7374059" y="205629"/>
                  <a:pt x="7356526" y="207686"/>
                </a:cubicBezTo>
                <a:cubicBezTo>
                  <a:pt x="7338965" y="209742"/>
                  <a:pt x="7313596" y="207790"/>
                  <a:pt x="7300008" y="203338"/>
                </a:cubicBezTo>
                <a:cubicBezTo>
                  <a:pt x="7286475" y="198887"/>
                  <a:pt x="7289671" y="193679"/>
                  <a:pt x="7307093" y="191648"/>
                </a:cubicBezTo>
                <a:cubicBezTo>
                  <a:pt x="7315790" y="190646"/>
                  <a:pt x="7326398" y="190620"/>
                  <a:pt x="7336547" y="191394"/>
                </a:cubicBezTo>
                <a:close/>
                <a:moveTo>
                  <a:pt x="6130760" y="191307"/>
                </a:moveTo>
                <a:cubicBezTo>
                  <a:pt x="6140586" y="192110"/>
                  <a:pt x="6149214" y="193744"/>
                  <a:pt x="6154313" y="196022"/>
                </a:cubicBezTo>
                <a:cubicBezTo>
                  <a:pt x="6164566" y="200630"/>
                  <a:pt x="6156759" y="206071"/>
                  <a:pt x="6136780" y="208206"/>
                </a:cubicBezTo>
                <a:cubicBezTo>
                  <a:pt x="6116635" y="210366"/>
                  <a:pt x="6092043" y="208310"/>
                  <a:pt x="6081986" y="203702"/>
                </a:cubicBezTo>
                <a:cubicBezTo>
                  <a:pt x="6071954" y="199094"/>
                  <a:pt x="6080040" y="193679"/>
                  <a:pt x="6100017" y="191570"/>
                </a:cubicBezTo>
                <a:cubicBezTo>
                  <a:pt x="6109910" y="190528"/>
                  <a:pt x="6120934" y="190503"/>
                  <a:pt x="6130760" y="191307"/>
                </a:cubicBezTo>
                <a:close/>
                <a:moveTo>
                  <a:pt x="7768739" y="191050"/>
                </a:moveTo>
                <a:cubicBezTo>
                  <a:pt x="7769045" y="190998"/>
                  <a:pt x="7769489" y="191024"/>
                  <a:pt x="7769767" y="191102"/>
                </a:cubicBezTo>
                <a:cubicBezTo>
                  <a:pt x="7770073" y="191180"/>
                  <a:pt x="7770045" y="191284"/>
                  <a:pt x="7769767" y="191362"/>
                </a:cubicBezTo>
                <a:cubicBezTo>
                  <a:pt x="7769406" y="191388"/>
                  <a:pt x="7768961" y="191362"/>
                  <a:pt x="7768655" y="191258"/>
                </a:cubicBezTo>
                <a:cubicBezTo>
                  <a:pt x="7768377" y="191180"/>
                  <a:pt x="7768434" y="191076"/>
                  <a:pt x="7768739" y="191050"/>
                </a:cubicBezTo>
                <a:close/>
                <a:moveTo>
                  <a:pt x="4374585" y="190357"/>
                </a:moveTo>
                <a:cubicBezTo>
                  <a:pt x="4379226" y="190783"/>
                  <a:pt x="4382657" y="191648"/>
                  <a:pt x="4383782" y="192846"/>
                </a:cubicBezTo>
                <a:cubicBezTo>
                  <a:pt x="4386117" y="195267"/>
                  <a:pt x="4378336" y="198078"/>
                  <a:pt x="4366443" y="199224"/>
                </a:cubicBezTo>
                <a:cubicBezTo>
                  <a:pt x="4354495" y="200344"/>
                  <a:pt x="4342964" y="199277"/>
                  <a:pt x="4340686" y="196855"/>
                </a:cubicBezTo>
                <a:cubicBezTo>
                  <a:pt x="4338463" y="194435"/>
                  <a:pt x="4346327" y="191623"/>
                  <a:pt x="4358136" y="190503"/>
                </a:cubicBezTo>
                <a:cubicBezTo>
                  <a:pt x="4364096" y="189943"/>
                  <a:pt x="4369945" y="189930"/>
                  <a:pt x="4374585" y="190357"/>
                </a:cubicBezTo>
                <a:close/>
                <a:moveTo>
                  <a:pt x="7443386" y="189331"/>
                </a:moveTo>
                <a:cubicBezTo>
                  <a:pt x="7447582" y="188811"/>
                  <a:pt x="7453779" y="189305"/>
                  <a:pt x="7457224" y="190373"/>
                </a:cubicBezTo>
                <a:cubicBezTo>
                  <a:pt x="7460586" y="191440"/>
                  <a:pt x="7459975" y="192716"/>
                  <a:pt x="7455723" y="193210"/>
                </a:cubicBezTo>
                <a:cubicBezTo>
                  <a:pt x="7451528" y="193705"/>
                  <a:pt x="7445331" y="193236"/>
                  <a:pt x="7441942" y="192169"/>
                </a:cubicBezTo>
                <a:cubicBezTo>
                  <a:pt x="7438495" y="191076"/>
                  <a:pt x="7439191" y="189826"/>
                  <a:pt x="7443386" y="189331"/>
                </a:cubicBezTo>
                <a:close/>
                <a:moveTo>
                  <a:pt x="6461983" y="189019"/>
                </a:moveTo>
                <a:cubicBezTo>
                  <a:pt x="6471704" y="189800"/>
                  <a:pt x="6480442" y="191388"/>
                  <a:pt x="6485917" y="193601"/>
                </a:cubicBezTo>
                <a:cubicBezTo>
                  <a:pt x="6497032" y="198054"/>
                  <a:pt x="6490725" y="203338"/>
                  <a:pt x="6471691" y="205395"/>
                </a:cubicBezTo>
                <a:cubicBezTo>
                  <a:pt x="6452657" y="207478"/>
                  <a:pt x="6428371" y="205525"/>
                  <a:pt x="6417479" y="201021"/>
                </a:cubicBezTo>
                <a:cubicBezTo>
                  <a:pt x="6406642" y="196569"/>
                  <a:pt x="6413283" y="191310"/>
                  <a:pt x="6432150" y="189279"/>
                </a:cubicBezTo>
                <a:cubicBezTo>
                  <a:pt x="6441557" y="188264"/>
                  <a:pt x="6452261" y="188238"/>
                  <a:pt x="6461983" y="189019"/>
                </a:cubicBezTo>
                <a:close/>
                <a:moveTo>
                  <a:pt x="5247995" y="188866"/>
                </a:moveTo>
                <a:cubicBezTo>
                  <a:pt x="5256356" y="189584"/>
                  <a:pt x="5263171" y="191049"/>
                  <a:pt x="5266477" y="193080"/>
                </a:cubicBezTo>
                <a:cubicBezTo>
                  <a:pt x="5272952" y="197194"/>
                  <a:pt x="5262782" y="202088"/>
                  <a:pt x="5243582" y="204015"/>
                </a:cubicBezTo>
                <a:cubicBezTo>
                  <a:pt x="5224325" y="205915"/>
                  <a:pt x="5203486" y="204092"/>
                  <a:pt x="5197039" y="199953"/>
                </a:cubicBezTo>
                <a:cubicBezTo>
                  <a:pt x="5190703" y="195866"/>
                  <a:pt x="5201096" y="190997"/>
                  <a:pt x="5220241" y="189123"/>
                </a:cubicBezTo>
                <a:cubicBezTo>
                  <a:pt x="5229730" y="188172"/>
                  <a:pt x="5239636" y="188146"/>
                  <a:pt x="5247995" y="188866"/>
                </a:cubicBezTo>
                <a:close/>
                <a:moveTo>
                  <a:pt x="4600980" y="187590"/>
                </a:moveTo>
                <a:cubicBezTo>
                  <a:pt x="4609339" y="188335"/>
                  <a:pt x="4615717" y="189851"/>
                  <a:pt x="4618134" y="191960"/>
                </a:cubicBezTo>
                <a:cubicBezTo>
                  <a:pt x="4622914" y="196230"/>
                  <a:pt x="4609910" y="201307"/>
                  <a:pt x="4589070" y="203338"/>
                </a:cubicBezTo>
                <a:cubicBezTo>
                  <a:pt x="4568035" y="205317"/>
                  <a:pt x="4547251" y="203442"/>
                  <a:pt x="4542611" y="199120"/>
                </a:cubicBezTo>
                <a:cubicBezTo>
                  <a:pt x="4537998" y="194825"/>
                  <a:pt x="4551169" y="189800"/>
                  <a:pt x="4571926" y="187848"/>
                </a:cubicBezTo>
                <a:cubicBezTo>
                  <a:pt x="4582276" y="186871"/>
                  <a:pt x="4592619" y="186845"/>
                  <a:pt x="4600980" y="187590"/>
                </a:cubicBezTo>
                <a:close/>
                <a:moveTo>
                  <a:pt x="6033335" y="186952"/>
                </a:moveTo>
                <a:cubicBezTo>
                  <a:pt x="6042897" y="187730"/>
                  <a:pt x="6051212" y="189318"/>
                  <a:pt x="6056032" y="191544"/>
                </a:cubicBezTo>
                <a:cubicBezTo>
                  <a:pt x="6065785" y="196022"/>
                  <a:pt x="6057700" y="201359"/>
                  <a:pt x="6038054" y="203415"/>
                </a:cubicBezTo>
                <a:cubicBezTo>
                  <a:pt x="6018215" y="205524"/>
                  <a:pt x="5994263" y="203546"/>
                  <a:pt x="5984760" y="199016"/>
                </a:cubicBezTo>
                <a:cubicBezTo>
                  <a:pt x="5975229" y="194512"/>
                  <a:pt x="5983565" y="189253"/>
                  <a:pt x="6003154" y="187222"/>
                </a:cubicBezTo>
                <a:cubicBezTo>
                  <a:pt x="6012963" y="186206"/>
                  <a:pt x="6023772" y="186174"/>
                  <a:pt x="6033335" y="186952"/>
                </a:cubicBezTo>
                <a:close/>
                <a:moveTo>
                  <a:pt x="7125950" y="185976"/>
                </a:moveTo>
                <a:cubicBezTo>
                  <a:pt x="7136971" y="186819"/>
                  <a:pt x="7147349" y="188537"/>
                  <a:pt x="7154518" y="190945"/>
                </a:cubicBezTo>
                <a:cubicBezTo>
                  <a:pt x="7168911" y="195762"/>
                  <a:pt x="7164771" y="201567"/>
                  <a:pt x="7145153" y="203833"/>
                </a:cubicBezTo>
                <a:cubicBezTo>
                  <a:pt x="7125508" y="206097"/>
                  <a:pt x="7097861" y="203962"/>
                  <a:pt x="7083690" y="199042"/>
                </a:cubicBezTo>
                <a:cubicBezTo>
                  <a:pt x="7069547" y="194174"/>
                  <a:pt x="7074103" y="188472"/>
                  <a:pt x="7093526" y="186259"/>
                </a:cubicBezTo>
                <a:cubicBezTo>
                  <a:pt x="7103265" y="185166"/>
                  <a:pt x="7114929" y="185133"/>
                  <a:pt x="7125950" y="185976"/>
                </a:cubicBezTo>
                <a:close/>
                <a:moveTo>
                  <a:pt x="5346774" y="184999"/>
                </a:moveTo>
                <a:cubicBezTo>
                  <a:pt x="5355263" y="185719"/>
                  <a:pt x="5362231" y="187183"/>
                  <a:pt x="5365676" y="189227"/>
                </a:cubicBezTo>
                <a:cubicBezTo>
                  <a:pt x="5372622" y="193366"/>
                  <a:pt x="5362703" y="198313"/>
                  <a:pt x="5343475" y="200240"/>
                </a:cubicBezTo>
                <a:cubicBezTo>
                  <a:pt x="5324219" y="202140"/>
                  <a:pt x="5303046" y="200318"/>
                  <a:pt x="5296293" y="196152"/>
                </a:cubicBezTo>
                <a:cubicBezTo>
                  <a:pt x="5289569" y="192013"/>
                  <a:pt x="5299683" y="187144"/>
                  <a:pt x="5318745" y="185243"/>
                </a:cubicBezTo>
                <a:cubicBezTo>
                  <a:pt x="5328275" y="184306"/>
                  <a:pt x="5338286" y="184280"/>
                  <a:pt x="5346774" y="184999"/>
                </a:cubicBezTo>
                <a:close/>
                <a:moveTo>
                  <a:pt x="6689294" y="184833"/>
                </a:moveTo>
                <a:cubicBezTo>
                  <a:pt x="6699401" y="185628"/>
                  <a:pt x="6708640" y="187248"/>
                  <a:pt x="6714629" y="189513"/>
                </a:cubicBezTo>
                <a:cubicBezTo>
                  <a:pt x="6726660" y="194043"/>
                  <a:pt x="6721103" y="199484"/>
                  <a:pt x="6701986" y="201619"/>
                </a:cubicBezTo>
                <a:cubicBezTo>
                  <a:pt x="6682925" y="203702"/>
                  <a:pt x="6657639" y="201723"/>
                  <a:pt x="6645718" y="197115"/>
                </a:cubicBezTo>
                <a:cubicBezTo>
                  <a:pt x="6633854" y="192559"/>
                  <a:pt x="6639855" y="187170"/>
                  <a:pt x="6658750" y="185113"/>
                </a:cubicBezTo>
                <a:cubicBezTo>
                  <a:pt x="6668211" y="184072"/>
                  <a:pt x="6679187" y="184039"/>
                  <a:pt x="6689294" y="184833"/>
                </a:cubicBezTo>
                <a:close/>
                <a:moveTo>
                  <a:pt x="4032227" y="184436"/>
                </a:moveTo>
                <a:cubicBezTo>
                  <a:pt x="4040091" y="183708"/>
                  <a:pt x="4047510" y="184384"/>
                  <a:pt x="4048566" y="185920"/>
                </a:cubicBezTo>
                <a:cubicBezTo>
                  <a:pt x="4049705" y="187535"/>
                  <a:pt x="4044175" y="189357"/>
                  <a:pt x="4036256" y="190060"/>
                </a:cubicBezTo>
                <a:cubicBezTo>
                  <a:pt x="4028309" y="190763"/>
                  <a:pt x="4020974" y="190112"/>
                  <a:pt x="4019890" y="188524"/>
                </a:cubicBezTo>
                <a:cubicBezTo>
                  <a:pt x="4018778" y="186962"/>
                  <a:pt x="4024335" y="185113"/>
                  <a:pt x="4032227" y="184436"/>
                </a:cubicBezTo>
                <a:close/>
                <a:moveTo>
                  <a:pt x="4918986" y="184339"/>
                </a:moveTo>
                <a:cubicBezTo>
                  <a:pt x="4926655" y="185010"/>
                  <a:pt x="4932705" y="186377"/>
                  <a:pt x="4935345" y="188290"/>
                </a:cubicBezTo>
                <a:cubicBezTo>
                  <a:pt x="4940569" y="192143"/>
                  <a:pt x="4929955" y="196673"/>
                  <a:pt x="4911587" y="198495"/>
                </a:cubicBezTo>
                <a:cubicBezTo>
                  <a:pt x="4893137" y="200266"/>
                  <a:pt x="4873965" y="198574"/>
                  <a:pt x="4868852" y="194721"/>
                </a:cubicBezTo>
                <a:cubicBezTo>
                  <a:pt x="4863795" y="190868"/>
                  <a:pt x="4874604" y="186312"/>
                  <a:pt x="4892915" y="184567"/>
                </a:cubicBezTo>
                <a:cubicBezTo>
                  <a:pt x="4902029" y="183695"/>
                  <a:pt x="4911316" y="183669"/>
                  <a:pt x="4918986" y="184339"/>
                </a:cubicBezTo>
                <a:close/>
                <a:moveTo>
                  <a:pt x="6910371" y="183903"/>
                </a:moveTo>
                <a:cubicBezTo>
                  <a:pt x="6921063" y="184736"/>
                  <a:pt x="6930990" y="186428"/>
                  <a:pt x="6937644" y="188785"/>
                </a:cubicBezTo>
                <a:cubicBezTo>
                  <a:pt x="6951065" y="193497"/>
                  <a:pt x="6946064" y="199172"/>
                  <a:pt x="6926474" y="201385"/>
                </a:cubicBezTo>
                <a:cubicBezTo>
                  <a:pt x="6906829" y="203624"/>
                  <a:pt x="6880126" y="201516"/>
                  <a:pt x="6866928" y="196699"/>
                </a:cubicBezTo>
                <a:cubicBezTo>
                  <a:pt x="6853757" y="191935"/>
                  <a:pt x="6859091" y="186363"/>
                  <a:pt x="6878515" y="184177"/>
                </a:cubicBezTo>
                <a:cubicBezTo>
                  <a:pt x="6888225" y="183096"/>
                  <a:pt x="6899681" y="183070"/>
                  <a:pt x="6910371" y="183903"/>
                </a:cubicBezTo>
                <a:close/>
                <a:moveTo>
                  <a:pt x="5936165" y="183320"/>
                </a:moveTo>
                <a:cubicBezTo>
                  <a:pt x="5945811" y="184112"/>
                  <a:pt x="5954139" y="185725"/>
                  <a:pt x="5958919" y="187978"/>
                </a:cubicBezTo>
                <a:cubicBezTo>
                  <a:pt x="5968449" y="192508"/>
                  <a:pt x="5960002" y="197922"/>
                  <a:pt x="5939718" y="200032"/>
                </a:cubicBezTo>
                <a:cubicBezTo>
                  <a:pt x="5919378" y="202166"/>
                  <a:pt x="5895315" y="200135"/>
                  <a:pt x="5885868" y="195554"/>
                </a:cubicBezTo>
                <a:cubicBezTo>
                  <a:pt x="5876615" y="190998"/>
                  <a:pt x="5885423" y="185661"/>
                  <a:pt x="5905512" y="183604"/>
                </a:cubicBezTo>
                <a:cubicBezTo>
                  <a:pt x="5915557" y="182562"/>
                  <a:pt x="5926519" y="182530"/>
                  <a:pt x="5936165" y="183320"/>
                </a:cubicBezTo>
                <a:close/>
                <a:moveTo>
                  <a:pt x="7564008" y="182953"/>
                </a:moveTo>
                <a:cubicBezTo>
                  <a:pt x="7564842" y="182848"/>
                  <a:pt x="7565981" y="182927"/>
                  <a:pt x="7566703" y="183161"/>
                </a:cubicBezTo>
                <a:cubicBezTo>
                  <a:pt x="7567369" y="183395"/>
                  <a:pt x="7567231" y="183604"/>
                  <a:pt x="7566425" y="183682"/>
                </a:cubicBezTo>
                <a:cubicBezTo>
                  <a:pt x="7565647" y="183786"/>
                  <a:pt x="7564452" y="183682"/>
                  <a:pt x="7563785" y="183500"/>
                </a:cubicBezTo>
                <a:cubicBezTo>
                  <a:pt x="7563062" y="183317"/>
                  <a:pt x="7563201" y="183057"/>
                  <a:pt x="7564008" y="182953"/>
                </a:cubicBezTo>
                <a:close/>
                <a:moveTo>
                  <a:pt x="5445389" y="182207"/>
                </a:moveTo>
                <a:cubicBezTo>
                  <a:pt x="5453989" y="182934"/>
                  <a:pt x="5461109" y="184410"/>
                  <a:pt x="5464734" y="186467"/>
                </a:cubicBezTo>
                <a:cubicBezTo>
                  <a:pt x="5472042" y="190607"/>
                  <a:pt x="5462428" y="195554"/>
                  <a:pt x="5443117" y="197506"/>
                </a:cubicBezTo>
                <a:cubicBezTo>
                  <a:pt x="5423860" y="199458"/>
                  <a:pt x="5402410" y="197611"/>
                  <a:pt x="5395268" y="193419"/>
                </a:cubicBezTo>
                <a:cubicBezTo>
                  <a:pt x="5388294" y="189253"/>
                  <a:pt x="5398047" y="184333"/>
                  <a:pt x="5417164" y="182458"/>
                </a:cubicBezTo>
                <a:cubicBezTo>
                  <a:pt x="5426709" y="181508"/>
                  <a:pt x="5436788" y="181482"/>
                  <a:pt x="5445389" y="182207"/>
                </a:cubicBezTo>
                <a:close/>
                <a:moveTo>
                  <a:pt x="4242571" y="181547"/>
                </a:moveTo>
                <a:cubicBezTo>
                  <a:pt x="4249963" y="180896"/>
                  <a:pt x="4257021" y="181521"/>
                  <a:pt x="4258271" y="183005"/>
                </a:cubicBezTo>
                <a:cubicBezTo>
                  <a:pt x="4259521" y="184463"/>
                  <a:pt x="4254687" y="186233"/>
                  <a:pt x="4247212" y="186884"/>
                </a:cubicBezTo>
                <a:cubicBezTo>
                  <a:pt x="4239877" y="187535"/>
                  <a:pt x="4232819" y="186936"/>
                  <a:pt x="4231512" y="185426"/>
                </a:cubicBezTo>
                <a:cubicBezTo>
                  <a:pt x="4230262" y="183968"/>
                  <a:pt x="4235209" y="182224"/>
                  <a:pt x="4242571" y="181547"/>
                </a:cubicBezTo>
                <a:close/>
                <a:moveTo>
                  <a:pt x="6366769" y="181407"/>
                </a:moveTo>
                <a:cubicBezTo>
                  <a:pt x="6376390" y="182171"/>
                  <a:pt x="6384984" y="183733"/>
                  <a:pt x="6390277" y="185920"/>
                </a:cubicBezTo>
                <a:cubicBezTo>
                  <a:pt x="6400974" y="190321"/>
                  <a:pt x="6394333" y="195554"/>
                  <a:pt x="6375327" y="197611"/>
                </a:cubicBezTo>
                <a:cubicBezTo>
                  <a:pt x="6356238" y="199667"/>
                  <a:pt x="6332175" y="197715"/>
                  <a:pt x="6321727" y="193263"/>
                </a:cubicBezTo>
                <a:cubicBezTo>
                  <a:pt x="6311252" y="188863"/>
                  <a:pt x="6318142" y="183682"/>
                  <a:pt x="6337093" y="181678"/>
                </a:cubicBezTo>
                <a:cubicBezTo>
                  <a:pt x="6346498" y="180675"/>
                  <a:pt x="6357148" y="180642"/>
                  <a:pt x="6366769" y="181407"/>
                </a:cubicBezTo>
                <a:close/>
                <a:moveTo>
                  <a:pt x="5838380" y="181062"/>
                </a:moveTo>
                <a:cubicBezTo>
                  <a:pt x="5847793" y="181833"/>
                  <a:pt x="5855859" y="183408"/>
                  <a:pt x="5860359" y="185609"/>
                </a:cubicBezTo>
                <a:cubicBezTo>
                  <a:pt x="5869418" y="190034"/>
                  <a:pt x="5860664" y="195345"/>
                  <a:pt x="5840687" y="197401"/>
                </a:cubicBezTo>
                <a:cubicBezTo>
                  <a:pt x="5820652" y="199484"/>
                  <a:pt x="5797173" y="197532"/>
                  <a:pt x="5788253" y="193028"/>
                </a:cubicBezTo>
                <a:cubicBezTo>
                  <a:pt x="5779473" y="188576"/>
                  <a:pt x="5788531" y="183343"/>
                  <a:pt x="5808315" y="181338"/>
                </a:cubicBezTo>
                <a:cubicBezTo>
                  <a:pt x="5818207" y="180323"/>
                  <a:pt x="5828968" y="180290"/>
                  <a:pt x="5838380" y="181062"/>
                </a:cubicBezTo>
                <a:close/>
                <a:moveTo>
                  <a:pt x="5544840" y="179910"/>
                </a:moveTo>
                <a:cubicBezTo>
                  <a:pt x="5554173" y="180694"/>
                  <a:pt x="5561973" y="182288"/>
                  <a:pt x="5566044" y="184515"/>
                </a:cubicBezTo>
                <a:cubicBezTo>
                  <a:pt x="5574213" y="188967"/>
                  <a:pt x="5564211" y="194278"/>
                  <a:pt x="5543621" y="196361"/>
                </a:cubicBezTo>
                <a:cubicBezTo>
                  <a:pt x="5522976" y="198443"/>
                  <a:pt x="5499691" y="196491"/>
                  <a:pt x="5491743" y="191934"/>
                </a:cubicBezTo>
                <a:cubicBezTo>
                  <a:pt x="5483769" y="187457"/>
                  <a:pt x="5494022" y="182197"/>
                  <a:pt x="5514445" y="180168"/>
                </a:cubicBezTo>
                <a:cubicBezTo>
                  <a:pt x="5524642" y="179152"/>
                  <a:pt x="5535506" y="179125"/>
                  <a:pt x="5544840" y="179910"/>
                </a:cubicBezTo>
                <a:close/>
                <a:moveTo>
                  <a:pt x="5740950" y="179500"/>
                </a:moveTo>
                <a:cubicBezTo>
                  <a:pt x="5750477" y="180284"/>
                  <a:pt x="5758577" y="181885"/>
                  <a:pt x="5762995" y="184124"/>
                </a:cubicBezTo>
                <a:cubicBezTo>
                  <a:pt x="5771832" y="188654"/>
                  <a:pt x="5762551" y="194043"/>
                  <a:pt x="5742072" y="196126"/>
                </a:cubicBezTo>
                <a:cubicBezTo>
                  <a:pt x="5721538" y="198235"/>
                  <a:pt x="5697752" y="196256"/>
                  <a:pt x="5689056" y="191674"/>
                </a:cubicBezTo>
                <a:cubicBezTo>
                  <a:pt x="5680442" y="187144"/>
                  <a:pt x="5689945" y="181833"/>
                  <a:pt x="5710340" y="179777"/>
                </a:cubicBezTo>
                <a:cubicBezTo>
                  <a:pt x="5720468" y="178747"/>
                  <a:pt x="5731423" y="178715"/>
                  <a:pt x="5740950" y="179500"/>
                </a:cubicBezTo>
                <a:close/>
                <a:moveTo>
                  <a:pt x="5643041" y="179132"/>
                </a:moveTo>
                <a:cubicBezTo>
                  <a:pt x="5652509" y="179920"/>
                  <a:pt x="5660491" y="181521"/>
                  <a:pt x="5664770" y="183760"/>
                </a:cubicBezTo>
                <a:cubicBezTo>
                  <a:pt x="5673300" y="188290"/>
                  <a:pt x="5663658" y="193653"/>
                  <a:pt x="5643014" y="195762"/>
                </a:cubicBezTo>
                <a:cubicBezTo>
                  <a:pt x="5622339" y="197871"/>
                  <a:pt x="5598721" y="195866"/>
                  <a:pt x="5590358" y="191310"/>
                </a:cubicBezTo>
                <a:cubicBezTo>
                  <a:pt x="5582021" y="186753"/>
                  <a:pt x="5591969" y="181443"/>
                  <a:pt x="5612392" y="179386"/>
                </a:cubicBezTo>
                <a:cubicBezTo>
                  <a:pt x="5622618" y="178371"/>
                  <a:pt x="5633572" y="178345"/>
                  <a:pt x="5643041" y="179132"/>
                </a:cubicBezTo>
                <a:close/>
                <a:moveTo>
                  <a:pt x="4697302" y="178199"/>
                </a:moveTo>
                <a:cubicBezTo>
                  <a:pt x="4705398" y="178912"/>
                  <a:pt x="4711637" y="180363"/>
                  <a:pt x="4714109" y="182381"/>
                </a:cubicBezTo>
                <a:cubicBezTo>
                  <a:pt x="4719028" y="186494"/>
                  <a:pt x="4706913" y="191336"/>
                  <a:pt x="4686879" y="193263"/>
                </a:cubicBezTo>
                <a:cubicBezTo>
                  <a:pt x="4666845" y="195215"/>
                  <a:pt x="4646671" y="193367"/>
                  <a:pt x="4641864" y="189253"/>
                </a:cubicBezTo>
                <a:cubicBezTo>
                  <a:pt x="4637168" y="185140"/>
                  <a:pt x="4649478" y="180324"/>
                  <a:pt x="4669345" y="178449"/>
                </a:cubicBezTo>
                <a:cubicBezTo>
                  <a:pt x="4679251" y="177512"/>
                  <a:pt x="4689205" y="177486"/>
                  <a:pt x="4697302" y="178199"/>
                </a:cubicBezTo>
                <a:close/>
                <a:moveTo>
                  <a:pt x="3922221" y="177825"/>
                </a:moveTo>
                <a:cubicBezTo>
                  <a:pt x="3923082" y="177773"/>
                  <a:pt x="3923861" y="177825"/>
                  <a:pt x="3923943" y="178007"/>
                </a:cubicBezTo>
                <a:cubicBezTo>
                  <a:pt x="3924027" y="178163"/>
                  <a:pt x="3923499" y="178319"/>
                  <a:pt x="3922610" y="178449"/>
                </a:cubicBezTo>
                <a:cubicBezTo>
                  <a:pt x="3921720" y="178501"/>
                  <a:pt x="3921026" y="178449"/>
                  <a:pt x="3920860" y="178267"/>
                </a:cubicBezTo>
                <a:cubicBezTo>
                  <a:pt x="3920804" y="178111"/>
                  <a:pt x="3921471" y="177903"/>
                  <a:pt x="3922221" y="177825"/>
                </a:cubicBezTo>
                <a:close/>
                <a:moveTo>
                  <a:pt x="4475221" y="177661"/>
                </a:moveTo>
                <a:cubicBezTo>
                  <a:pt x="4481438" y="178215"/>
                  <a:pt x="4486121" y="179347"/>
                  <a:pt x="4487815" y="180922"/>
                </a:cubicBezTo>
                <a:cubicBezTo>
                  <a:pt x="4491177" y="184098"/>
                  <a:pt x="4481008" y="187925"/>
                  <a:pt x="4465224" y="189358"/>
                </a:cubicBezTo>
                <a:cubicBezTo>
                  <a:pt x="4449358" y="190868"/>
                  <a:pt x="4433881" y="189435"/>
                  <a:pt x="4430686" y="186233"/>
                </a:cubicBezTo>
                <a:cubicBezTo>
                  <a:pt x="4427490" y="183057"/>
                  <a:pt x="4437661" y="179309"/>
                  <a:pt x="4453415" y="177876"/>
                </a:cubicBezTo>
                <a:cubicBezTo>
                  <a:pt x="4461251" y="177134"/>
                  <a:pt x="4469004" y="177108"/>
                  <a:pt x="4475221" y="177661"/>
                </a:cubicBezTo>
                <a:close/>
                <a:moveTo>
                  <a:pt x="5016521" y="177553"/>
                </a:moveTo>
                <a:cubicBezTo>
                  <a:pt x="5024117" y="178208"/>
                  <a:pt x="5030154" y="179542"/>
                  <a:pt x="5032849" y="181417"/>
                </a:cubicBezTo>
                <a:cubicBezTo>
                  <a:pt x="5038267" y="185166"/>
                  <a:pt x="5028125" y="189644"/>
                  <a:pt x="5010091" y="191388"/>
                </a:cubicBezTo>
                <a:cubicBezTo>
                  <a:pt x="4992141" y="193132"/>
                  <a:pt x="4973107" y="191466"/>
                  <a:pt x="4967856" y="187691"/>
                </a:cubicBezTo>
                <a:cubicBezTo>
                  <a:pt x="4962605" y="183890"/>
                  <a:pt x="4972940" y="179490"/>
                  <a:pt x="4990835" y="177772"/>
                </a:cubicBezTo>
                <a:cubicBezTo>
                  <a:pt x="4999769" y="176925"/>
                  <a:pt x="5008925" y="176900"/>
                  <a:pt x="5016521" y="177553"/>
                </a:cubicBezTo>
                <a:close/>
                <a:moveTo>
                  <a:pt x="7246117" y="176961"/>
                </a:moveTo>
                <a:cubicBezTo>
                  <a:pt x="7257050" y="177791"/>
                  <a:pt x="7267429" y="179476"/>
                  <a:pt x="7274667" y="181833"/>
                </a:cubicBezTo>
                <a:cubicBezTo>
                  <a:pt x="7289255" y="186598"/>
                  <a:pt x="7285726" y="192221"/>
                  <a:pt x="7266554" y="194433"/>
                </a:cubicBezTo>
                <a:cubicBezTo>
                  <a:pt x="7247408" y="196673"/>
                  <a:pt x="7219983" y="194564"/>
                  <a:pt x="7205590" y="189774"/>
                </a:cubicBezTo>
                <a:cubicBezTo>
                  <a:pt x="7191279" y="185036"/>
                  <a:pt x="7195169" y="179412"/>
                  <a:pt x="7214231" y="177225"/>
                </a:cubicBezTo>
                <a:cubicBezTo>
                  <a:pt x="7223693" y="176157"/>
                  <a:pt x="7235182" y="176132"/>
                  <a:pt x="7246117" y="176961"/>
                </a:cubicBezTo>
                <a:close/>
                <a:moveTo>
                  <a:pt x="6595140" y="175933"/>
                </a:moveTo>
                <a:cubicBezTo>
                  <a:pt x="6604581" y="176672"/>
                  <a:pt x="6613152" y="178176"/>
                  <a:pt x="6618654" y="180271"/>
                </a:cubicBezTo>
                <a:cubicBezTo>
                  <a:pt x="6629658" y="184515"/>
                  <a:pt x="6624017" y="189565"/>
                  <a:pt x="6605983" y="191570"/>
                </a:cubicBezTo>
                <a:cubicBezTo>
                  <a:pt x="6587867" y="193523"/>
                  <a:pt x="6564276" y="191674"/>
                  <a:pt x="6553412" y="187379"/>
                </a:cubicBezTo>
                <a:cubicBezTo>
                  <a:pt x="6542574" y="183161"/>
                  <a:pt x="6548493" y="178136"/>
                  <a:pt x="6566416" y="176184"/>
                </a:cubicBezTo>
                <a:cubicBezTo>
                  <a:pt x="6575390" y="175220"/>
                  <a:pt x="6585699" y="175195"/>
                  <a:pt x="6595140" y="175933"/>
                </a:cubicBezTo>
                <a:close/>
                <a:moveTo>
                  <a:pt x="7678350" y="175585"/>
                </a:moveTo>
                <a:cubicBezTo>
                  <a:pt x="7678627" y="175560"/>
                  <a:pt x="7679155" y="175585"/>
                  <a:pt x="7679350" y="175663"/>
                </a:cubicBezTo>
                <a:cubicBezTo>
                  <a:pt x="7679683" y="175742"/>
                  <a:pt x="7679683" y="175846"/>
                  <a:pt x="7679350" y="175871"/>
                </a:cubicBezTo>
                <a:cubicBezTo>
                  <a:pt x="7679016" y="175950"/>
                  <a:pt x="7678544" y="175871"/>
                  <a:pt x="7678238" y="175820"/>
                </a:cubicBezTo>
                <a:cubicBezTo>
                  <a:pt x="7677961" y="175742"/>
                  <a:pt x="7678016" y="175637"/>
                  <a:pt x="7678350" y="175585"/>
                </a:cubicBezTo>
                <a:close/>
                <a:moveTo>
                  <a:pt x="3609816" y="175560"/>
                </a:moveTo>
                <a:cubicBezTo>
                  <a:pt x="3610261" y="175508"/>
                  <a:pt x="3610650" y="175560"/>
                  <a:pt x="3610705" y="175637"/>
                </a:cubicBezTo>
                <a:cubicBezTo>
                  <a:pt x="3610789" y="175716"/>
                  <a:pt x="3610372" y="175820"/>
                  <a:pt x="3609927" y="175846"/>
                </a:cubicBezTo>
                <a:cubicBezTo>
                  <a:pt x="3609539" y="175872"/>
                  <a:pt x="3609177" y="175846"/>
                  <a:pt x="3609150" y="175742"/>
                </a:cubicBezTo>
                <a:cubicBezTo>
                  <a:pt x="3609150" y="175690"/>
                  <a:pt x="3609427" y="175585"/>
                  <a:pt x="3609816" y="175560"/>
                </a:cubicBezTo>
                <a:close/>
                <a:moveTo>
                  <a:pt x="6271437" y="174801"/>
                </a:moveTo>
                <a:cubicBezTo>
                  <a:pt x="6280951" y="175565"/>
                  <a:pt x="6289384" y="177121"/>
                  <a:pt x="6294497" y="179282"/>
                </a:cubicBezTo>
                <a:cubicBezTo>
                  <a:pt x="6304833" y="183630"/>
                  <a:pt x="6297803" y="188837"/>
                  <a:pt x="6278797" y="190841"/>
                </a:cubicBezTo>
                <a:cubicBezTo>
                  <a:pt x="6259735" y="192872"/>
                  <a:pt x="6235951" y="190945"/>
                  <a:pt x="6225752" y="186546"/>
                </a:cubicBezTo>
                <a:cubicBezTo>
                  <a:pt x="6215721" y="182198"/>
                  <a:pt x="6222946" y="177043"/>
                  <a:pt x="6241896" y="175064"/>
                </a:cubicBezTo>
                <a:cubicBezTo>
                  <a:pt x="6251329" y="174062"/>
                  <a:pt x="6261923" y="174036"/>
                  <a:pt x="6271437" y="174801"/>
                </a:cubicBezTo>
                <a:close/>
                <a:moveTo>
                  <a:pt x="7349773" y="174310"/>
                </a:moveTo>
                <a:cubicBezTo>
                  <a:pt x="7355998" y="173581"/>
                  <a:pt x="7365111" y="174258"/>
                  <a:pt x="7370141" y="175846"/>
                </a:cubicBezTo>
                <a:cubicBezTo>
                  <a:pt x="7375115" y="177407"/>
                  <a:pt x="7374059" y="179282"/>
                  <a:pt x="7367696" y="180037"/>
                </a:cubicBezTo>
                <a:cubicBezTo>
                  <a:pt x="7361416" y="180740"/>
                  <a:pt x="7352246" y="180063"/>
                  <a:pt x="7347300" y="178476"/>
                </a:cubicBezTo>
                <a:cubicBezTo>
                  <a:pt x="7342354" y="176887"/>
                  <a:pt x="7343410" y="175013"/>
                  <a:pt x="7349773" y="174310"/>
                </a:cubicBezTo>
                <a:close/>
                <a:moveTo>
                  <a:pt x="7034414" y="173597"/>
                </a:moveTo>
                <a:cubicBezTo>
                  <a:pt x="7045282" y="174427"/>
                  <a:pt x="7055458" y="176118"/>
                  <a:pt x="7062405" y="178475"/>
                </a:cubicBezTo>
                <a:cubicBezTo>
                  <a:pt x="7076326" y="183265"/>
                  <a:pt x="7071880" y="188940"/>
                  <a:pt x="7052263" y="191153"/>
                </a:cubicBezTo>
                <a:cubicBezTo>
                  <a:pt x="7032673" y="193366"/>
                  <a:pt x="7005415" y="191257"/>
                  <a:pt x="6991605" y="186442"/>
                </a:cubicBezTo>
                <a:cubicBezTo>
                  <a:pt x="6977962" y="181677"/>
                  <a:pt x="6982797" y="176053"/>
                  <a:pt x="7002275" y="173893"/>
                </a:cubicBezTo>
                <a:cubicBezTo>
                  <a:pt x="7011987" y="172799"/>
                  <a:pt x="7023545" y="172766"/>
                  <a:pt x="7034414" y="173597"/>
                </a:cubicBezTo>
                <a:close/>
                <a:moveTo>
                  <a:pt x="6818099" y="172796"/>
                </a:moveTo>
                <a:cubicBezTo>
                  <a:pt x="6828838" y="173626"/>
                  <a:pt x="6838751" y="175311"/>
                  <a:pt x="6845309" y="177668"/>
                </a:cubicBezTo>
                <a:cubicBezTo>
                  <a:pt x="6858425" y="182458"/>
                  <a:pt x="6853089" y="188082"/>
                  <a:pt x="6833166" y="190295"/>
                </a:cubicBezTo>
                <a:cubicBezTo>
                  <a:pt x="6813188" y="192533"/>
                  <a:pt x="6786346" y="190425"/>
                  <a:pt x="6773314" y="185609"/>
                </a:cubicBezTo>
                <a:cubicBezTo>
                  <a:pt x="6760393" y="180871"/>
                  <a:pt x="6766090" y="175247"/>
                  <a:pt x="6785930" y="173060"/>
                </a:cubicBezTo>
                <a:cubicBezTo>
                  <a:pt x="6795794" y="171993"/>
                  <a:pt x="6807359" y="171966"/>
                  <a:pt x="6818099" y="172796"/>
                </a:cubicBezTo>
                <a:close/>
                <a:moveTo>
                  <a:pt x="5114326" y="171511"/>
                </a:moveTo>
                <a:cubicBezTo>
                  <a:pt x="5122099" y="172188"/>
                  <a:pt x="5128337" y="173555"/>
                  <a:pt x="5131241" y="175455"/>
                </a:cubicBezTo>
                <a:cubicBezTo>
                  <a:pt x="5137020" y="179204"/>
                  <a:pt x="5126989" y="183734"/>
                  <a:pt x="5108900" y="185557"/>
                </a:cubicBezTo>
                <a:cubicBezTo>
                  <a:pt x="5090617" y="187301"/>
                  <a:pt x="5071222" y="185583"/>
                  <a:pt x="5065609" y="181782"/>
                </a:cubicBezTo>
                <a:cubicBezTo>
                  <a:pt x="5059995" y="177954"/>
                  <a:pt x="5070166" y="173451"/>
                  <a:pt x="5088199" y="171706"/>
                </a:cubicBezTo>
                <a:cubicBezTo>
                  <a:pt x="5097244" y="170847"/>
                  <a:pt x="5106552" y="170834"/>
                  <a:pt x="5114326" y="171511"/>
                </a:cubicBezTo>
                <a:close/>
                <a:moveTo>
                  <a:pt x="4793635" y="169692"/>
                </a:moveTo>
                <a:cubicBezTo>
                  <a:pt x="4801575" y="170385"/>
                  <a:pt x="4807765" y="171797"/>
                  <a:pt x="4810335" y="173763"/>
                </a:cubicBezTo>
                <a:cubicBezTo>
                  <a:pt x="4815335" y="177746"/>
                  <a:pt x="4803860" y="182458"/>
                  <a:pt x="4784410" y="184255"/>
                </a:cubicBezTo>
                <a:cubicBezTo>
                  <a:pt x="4765070" y="186129"/>
                  <a:pt x="4745258" y="184333"/>
                  <a:pt x="4740368" y="180402"/>
                </a:cubicBezTo>
                <a:cubicBezTo>
                  <a:pt x="4735478" y="176418"/>
                  <a:pt x="4747176" y="171732"/>
                  <a:pt x="4766432" y="169936"/>
                </a:cubicBezTo>
                <a:cubicBezTo>
                  <a:pt x="4776004" y="169025"/>
                  <a:pt x="4785695" y="168999"/>
                  <a:pt x="4793635" y="169692"/>
                </a:cubicBezTo>
                <a:close/>
                <a:moveTo>
                  <a:pt x="3812714" y="169286"/>
                </a:moveTo>
                <a:cubicBezTo>
                  <a:pt x="3813103" y="169259"/>
                  <a:pt x="3813519" y="169286"/>
                  <a:pt x="3813575" y="169363"/>
                </a:cubicBezTo>
                <a:cubicBezTo>
                  <a:pt x="3813575" y="169441"/>
                  <a:pt x="3813353" y="169519"/>
                  <a:pt x="3812824" y="169572"/>
                </a:cubicBezTo>
                <a:cubicBezTo>
                  <a:pt x="3812491" y="169623"/>
                  <a:pt x="3812130" y="169572"/>
                  <a:pt x="3812019" y="169519"/>
                </a:cubicBezTo>
                <a:cubicBezTo>
                  <a:pt x="3812019" y="169416"/>
                  <a:pt x="3812324" y="169312"/>
                  <a:pt x="3812714" y="169286"/>
                </a:cubicBezTo>
                <a:close/>
                <a:moveTo>
                  <a:pt x="6176313" y="168982"/>
                </a:moveTo>
                <a:cubicBezTo>
                  <a:pt x="6186010" y="169753"/>
                  <a:pt x="6194562" y="171329"/>
                  <a:pt x="6199688" y="173529"/>
                </a:cubicBezTo>
                <a:cubicBezTo>
                  <a:pt x="6209914" y="177981"/>
                  <a:pt x="6202328" y="183265"/>
                  <a:pt x="6182711" y="185323"/>
                </a:cubicBezTo>
                <a:cubicBezTo>
                  <a:pt x="6162983" y="187406"/>
                  <a:pt x="6138781" y="185453"/>
                  <a:pt x="6128695" y="180975"/>
                </a:cubicBezTo>
                <a:cubicBezTo>
                  <a:pt x="6118747" y="176497"/>
                  <a:pt x="6126554" y="171264"/>
                  <a:pt x="6146061" y="169259"/>
                </a:cubicBezTo>
                <a:cubicBezTo>
                  <a:pt x="6155771" y="168243"/>
                  <a:pt x="6166615" y="168211"/>
                  <a:pt x="6176313" y="168982"/>
                </a:cubicBezTo>
                <a:close/>
                <a:moveTo>
                  <a:pt x="7790023" y="168348"/>
                </a:moveTo>
                <a:cubicBezTo>
                  <a:pt x="7790302" y="168295"/>
                  <a:pt x="7790773" y="168348"/>
                  <a:pt x="7790968" y="168399"/>
                </a:cubicBezTo>
                <a:cubicBezTo>
                  <a:pt x="7791357" y="168452"/>
                  <a:pt x="7791330" y="168555"/>
                  <a:pt x="7790968" y="168633"/>
                </a:cubicBezTo>
                <a:cubicBezTo>
                  <a:pt x="7790663" y="168660"/>
                  <a:pt x="7790190" y="168633"/>
                  <a:pt x="7789996" y="168555"/>
                </a:cubicBezTo>
                <a:cubicBezTo>
                  <a:pt x="7789634" y="168478"/>
                  <a:pt x="7789718" y="168373"/>
                  <a:pt x="7790023" y="168348"/>
                </a:cubicBezTo>
                <a:close/>
                <a:moveTo>
                  <a:pt x="4148942" y="167895"/>
                </a:moveTo>
                <a:cubicBezTo>
                  <a:pt x="4155544" y="168491"/>
                  <a:pt x="4160323" y="169701"/>
                  <a:pt x="4161712" y="171394"/>
                </a:cubicBezTo>
                <a:cubicBezTo>
                  <a:pt x="4164492" y="174830"/>
                  <a:pt x="4152571" y="178892"/>
                  <a:pt x="4135094" y="180479"/>
                </a:cubicBezTo>
                <a:cubicBezTo>
                  <a:pt x="4117560" y="182068"/>
                  <a:pt x="4101111" y="180558"/>
                  <a:pt x="4098470" y="177121"/>
                </a:cubicBezTo>
                <a:cubicBezTo>
                  <a:pt x="4095831" y="173684"/>
                  <a:pt x="4107918" y="169623"/>
                  <a:pt x="4125229" y="168087"/>
                </a:cubicBezTo>
                <a:cubicBezTo>
                  <a:pt x="4133914" y="167319"/>
                  <a:pt x="4142339" y="167299"/>
                  <a:pt x="4148942" y="167895"/>
                </a:cubicBezTo>
                <a:close/>
                <a:moveTo>
                  <a:pt x="6501012" y="167788"/>
                </a:moveTo>
                <a:cubicBezTo>
                  <a:pt x="6509987" y="168491"/>
                  <a:pt x="6518066" y="169923"/>
                  <a:pt x="6523152" y="171915"/>
                </a:cubicBezTo>
                <a:cubicBezTo>
                  <a:pt x="6533377" y="175950"/>
                  <a:pt x="6527764" y="180740"/>
                  <a:pt x="6510342" y="182615"/>
                </a:cubicBezTo>
                <a:cubicBezTo>
                  <a:pt x="6492947" y="184515"/>
                  <a:pt x="6470496" y="182719"/>
                  <a:pt x="6460437" y="178683"/>
                </a:cubicBezTo>
                <a:cubicBezTo>
                  <a:pt x="6450323" y="174648"/>
                  <a:pt x="6456213" y="169858"/>
                  <a:pt x="6473497" y="168036"/>
                </a:cubicBezTo>
                <a:cubicBezTo>
                  <a:pt x="6482166" y="167112"/>
                  <a:pt x="6492037" y="167086"/>
                  <a:pt x="6501012" y="167788"/>
                </a:cubicBezTo>
                <a:close/>
                <a:moveTo>
                  <a:pt x="4354641" y="167638"/>
                </a:moveTo>
                <a:cubicBezTo>
                  <a:pt x="4359740" y="168094"/>
                  <a:pt x="4363513" y="169025"/>
                  <a:pt x="4364777" y="170326"/>
                </a:cubicBezTo>
                <a:cubicBezTo>
                  <a:pt x="4367332" y="172930"/>
                  <a:pt x="4358720" y="176028"/>
                  <a:pt x="4345493" y="177252"/>
                </a:cubicBezTo>
                <a:cubicBezTo>
                  <a:pt x="4332294" y="178475"/>
                  <a:pt x="4319568" y="177329"/>
                  <a:pt x="4317150" y="174700"/>
                </a:cubicBezTo>
                <a:cubicBezTo>
                  <a:pt x="4314733" y="172071"/>
                  <a:pt x="4323403" y="168999"/>
                  <a:pt x="4336545" y="167800"/>
                </a:cubicBezTo>
                <a:cubicBezTo>
                  <a:pt x="4343116" y="167202"/>
                  <a:pt x="4349542" y="167183"/>
                  <a:pt x="4354641" y="167638"/>
                </a:cubicBezTo>
                <a:close/>
                <a:moveTo>
                  <a:pt x="7153371" y="166922"/>
                </a:moveTo>
                <a:cubicBezTo>
                  <a:pt x="7160812" y="167489"/>
                  <a:pt x="7167814" y="168634"/>
                  <a:pt x="7172607" y="170223"/>
                </a:cubicBezTo>
                <a:cubicBezTo>
                  <a:pt x="7182387" y="173425"/>
                  <a:pt x="7179610" y="177226"/>
                  <a:pt x="7166550" y="178736"/>
                </a:cubicBezTo>
                <a:cubicBezTo>
                  <a:pt x="7153379" y="180246"/>
                  <a:pt x="7134762" y="178814"/>
                  <a:pt x="7125148" y="175585"/>
                </a:cubicBezTo>
                <a:cubicBezTo>
                  <a:pt x="7115561" y="172383"/>
                  <a:pt x="7118395" y="168583"/>
                  <a:pt x="7131510" y="167098"/>
                </a:cubicBezTo>
                <a:cubicBezTo>
                  <a:pt x="7138054" y="166369"/>
                  <a:pt x="7145932" y="166356"/>
                  <a:pt x="7153371" y="166922"/>
                </a:cubicBezTo>
                <a:close/>
                <a:moveTo>
                  <a:pt x="5211610" y="166635"/>
                </a:moveTo>
                <a:cubicBezTo>
                  <a:pt x="5219401" y="167300"/>
                  <a:pt x="5225701" y="168647"/>
                  <a:pt x="5228688" y="170509"/>
                </a:cubicBezTo>
                <a:cubicBezTo>
                  <a:pt x="5234801" y="174258"/>
                  <a:pt x="5225104" y="178762"/>
                  <a:pt x="5207181" y="180558"/>
                </a:cubicBezTo>
                <a:cubicBezTo>
                  <a:pt x="5189064" y="182302"/>
                  <a:pt x="5169669" y="180610"/>
                  <a:pt x="5163751" y="176809"/>
                </a:cubicBezTo>
                <a:cubicBezTo>
                  <a:pt x="5157889" y="173034"/>
                  <a:pt x="5167725" y="168556"/>
                  <a:pt x="5185591" y="166864"/>
                </a:cubicBezTo>
                <a:cubicBezTo>
                  <a:pt x="5194538" y="165992"/>
                  <a:pt x="5203819" y="165972"/>
                  <a:pt x="5211610" y="166635"/>
                </a:cubicBezTo>
                <a:close/>
                <a:moveTo>
                  <a:pt x="4575851" y="165724"/>
                </a:moveTo>
                <a:cubicBezTo>
                  <a:pt x="4583888" y="166434"/>
                  <a:pt x="4590001" y="167879"/>
                  <a:pt x="4592292" y="169883"/>
                </a:cubicBezTo>
                <a:cubicBezTo>
                  <a:pt x="4596851" y="173945"/>
                  <a:pt x="4584207" y="178788"/>
                  <a:pt x="4564062" y="180662"/>
                </a:cubicBezTo>
                <a:cubicBezTo>
                  <a:pt x="4543722" y="182589"/>
                  <a:pt x="4523771" y="180766"/>
                  <a:pt x="4519353" y="176679"/>
                </a:cubicBezTo>
                <a:cubicBezTo>
                  <a:pt x="4514963" y="172617"/>
                  <a:pt x="4527717" y="167827"/>
                  <a:pt x="4547862" y="165979"/>
                </a:cubicBezTo>
                <a:cubicBezTo>
                  <a:pt x="4557852" y="165041"/>
                  <a:pt x="4567813" y="165015"/>
                  <a:pt x="4575851" y="165724"/>
                </a:cubicBezTo>
                <a:close/>
                <a:moveTo>
                  <a:pt x="6080179" y="164696"/>
                </a:moveTo>
                <a:cubicBezTo>
                  <a:pt x="6089349" y="165431"/>
                  <a:pt x="6097365" y="166928"/>
                  <a:pt x="6102075" y="169025"/>
                </a:cubicBezTo>
                <a:cubicBezTo>
                  <a:pt x="6111521" y="173216"/>
                  <a:pt x="6103964" y="178240"/>
                  <a:pt x="6085208" y="180219"/>
                </a:cubicBezTo>
                <a:cubicBezTo>
                  <a:pt x="6066285" y="182171"/>
                  <a:pt x="6043362" y="180324"/>
                  <a:pt x="6034109" y="176080"/>
                </a:cubicBezTo>
                <a:cubicBezTo>
                  <a:pt x="6024911" y="171862"/>
                  <a:pt x="6032608" y="166864"/>
                  <a:pt x="6051364" y="164937"/>
                </a:cubicBezTo>
                <a:cubicBezTo>
                  <a:pt x="6060686" y="163986"/>
                  <a:pt x="6071009" y="163960"/>
                  <a:pt x="6080179" y="164696"/>
                </a:cubicBezTo>
                <a:close/>
                <a:moveTo>
                  <a:pt x="4017555" y="164547"/>
                </a:moveTo>
                <a:cubicBezTo>
                  <a:pt x="4018389" y="164442"/>
                  <a:pt x="4019139" y="164521"/>
                  <a:pt x="4019307" y="164703"/>
                </a:cubicBezTo>
                <a:cubicBezTo>
                  <a:pt x="4019418" y="164833"/>
                  <a:pt x="4018834" y="165041"/>
                  <a:pt x="4017973" y="165119"/>
                </a:cubicBezTo>
                <a:cubicBezTo>
                  <a:pt x="4017139" y="165197"/>
                  <a:pt x="4016416" y="165119"/>
                  <a:pt x="4016277" y="164964"/>
                </a:cubicBezTo>
                <a:cubicBezTo>
                  <a:pt x="4016222" y="164781"/>
                  <a:pt x="4016805" y="164598"/>
                  <a:pt x="4017555" y="164547"/>
                </a:cubicBezTo>
                <a:close/>
                <a:moveTo>
                  <a:pt x="7266970" y="163557"/>
                </a:moveTo>
                <a:cubicBezTo>
                  <a:pt x="7267803" y="163453"/>
                  <a:pt x="7268915" y="163531"/>
                  <a:pt x="7269554" y="163765"/>
                </a:cubicBezTo>
                <a:cubicBezTo>
                  <a:pt x="7270165" y="163948"/>
                  <a:pt x="7269998" y="164156"/>
                  <a:pt x="7269220" y="164260"/>
                </a:cubicBezTo>
                <a:cubicBezTo>
                  <a:pt x="7268387" y="164364"/>
                  <a:pt x="7267220" y="164286"/>
                  <a:pt x="7266636" y="164078"/>
                </a:cubicBezTo>
                <a:cubicBezTo>
                  <a:pt x="7266025" y="163896"/>
                  <a:pt x="7266136" y="163661"/>
                  <a:pt x="7266970" y="163557"/>
                </a:cubicBezTo>
                <a:close/>
                <a:moveTo>
                  <a:pt x="6725164" y="163312"/>
                </a:moveTo>
                <a:cubicBezTo>
                  <a:pt x="6735115" y="164077"/>
                  <a:pt x="6744236" y="165639"/>
                  <a:pt x="6750169" y="167826"/>
                </a:cubicBezTo>
                <a:cubicBezTo>
                  <a:pt x="6762200" y="172227"/>
                  <a:pt x="6756836" y="177485"/>
                  <a:pt x="6738137" y="179516"/>
                </a:cubicBezTo>
                <a:cubicBezTo>
                  <a:pt x="6719297" y="181573"/>
                  <a:pt x="6694400" y="179646"/>
                  <a:pt x="6682536" y="175169"/>
                </a:cubicBezTo>
                <a:cubicBezTo>
                  <a:pt x="6670810" y="170768"/>
                  <a:pt x="6676478" y="165587"/>
                  <a:pt x="6695178" y="163583"/>
                </a:cubicBezTo>
                <a:cubicBezTo>
                  <a:pt x="6704431" y="162581"/>
                  <a:pt x="6715213" y="162548"/>
                  <a:pt x="6725164" y="163312"/>
                </a:cubicBezTo>
                <a:close/>
                <a:moveTo>
                  <a:pt x="5308977" y="162532"/>
                </a:moveTo>
                <a:cubicBezTo>
                  <a:pt x="5316972" y="163206"/>
                  <a:pt x="5323509" y="164572"/>
                  <a:pt x="5326692" y="166474"/>
                </a:cubicBezTo>
                <a:cubicBezTo>
                  <a:pt x="5333082" y="170326"/>
                  <a:pt x="5323607" y="174909"/>
                  <a:pt x="5305435" y="176653"/>
                </a:cubicBezTo>
                <a:cubicBezTo>
                  <a:pt x="5287261" y="178449"/>
                  <a:pt x="5267284" y="176731"/>
                  <a:pt x="5261004" y="172878"/>
                </a:cubicBezTo>
                <a:cubicBezTo>
                  <a:pt x="5254751" y="169025"/>
                  <a:pt x="5264505" y="164495"/>
                  <a:pt x="5282511" y="162750"/>
                </a:cubicBezTo>
                <a:cubicBezTo>
                  <a:pt x="5291527" y="161878"/>
                  <a:pt x="5300982" y="161858"/>
                  <a:pt x="5308977" y="162532"/>
                </a:cubicBezTo>
                <a:close/>
                <a:moveTo>
                  <a:pt x="6943062" y="162096"/>
                </a:moveTo>
                <a:cubicBezTo>
                  <a:pt x="6953884" y="162926"/>
                  <a:pt x="6963957" y="164611"/>
                  <a:pt x="6970737" y="166967"/>
                </a:cubicBezTo>
                <a:cubicBezTo>
                  <a:pt x="6984297" y="171654"/>
                  <a:pt x="6979518" y="177278"/>
                  <a:pt x="6959789" y="179516"/>
                </a:cubicBezTo>
                <a:cubicBezTo>
                  <a:pt x="6940006" y="181703"/>
                  <a:pt x="6912969" y="179620"/>
                  <a:pt x="6899465" y="174830"/>
                </a:cubicBezTo>
                <a:cubicBezTo>
                  <a:pt x="6886127" y="170118"/>
                  <a:pt x="6891268" y="164547"/>
                  <a:pt x="6910885" y="162359"/>
                </a:cubicBezTo>
                <a:cubicBezTo>
                  <a:pt x="6920666" y="161292"/>
                  <a:pt x="6932239" y="161266"/>
                  <a:pt x="6943062" y="162096"/>
                </a:cubicBezTo>
                <a:close/>
                <a:moveTo>
                  <a:pt x="4890085" y="162029"/>
                </a:moveTo>
                <a:cubicBezTo>
                  <a:pt x="4898015" y="162718"/>
                  <a:pt x="4904239" y="164117"/>
                  <a:pt x="4906920" y="166057"/>
                </a:cubicBezTo>
                <a:cubicBezTo>
                  <a:pt x="4912255" y="169962"/>
                  <a:pt x="4901141" y="174597"/>
                  <a:pt x="4882023" y="176418"/>
                </a:cubicBezTo>
                <a:cubicBezTo>
                  <a:pt x="4862824" y="178242"/>
                  <a:pt x="4843067" y="176497"/>
                  <a:pt x="4837843" y="172565"/>
                </a:cubicBezTo>
                <a:cubicBezTo>
                  <a:pt x="4832702" y="168661"/>
                  <a:pt x="4843956" y="164027"/>
                  <a:pt x="4863018" y="162256"/>
                </a:cubicBezTo>
                <a:cubicBezTo>
                  <a:pt x="4872521" y="161358"/>
                  <a:pt x="4882155" y="161338"/>
                  <a:pt x="4890085" y="162029"/>
                </a:cubicBezTo>
                <a:close/>
                <a:moveTo>
                  <a:pt x="4225149" y="161631"/>
                </a:moveTo>
                <a:cubicBezTo>
                  <a:pt x="4226510" y="161501"/>
                  <a:pt x="4227872" y="161631"/>
                  <a:pt x="4228150" y="161891"/>
                </a:cubicBezTo>
                <a:cubicBezTo>
                  <a:pt x="4228317" y="162152"/>
                  <a:pt x="4227400" y="162516"/>
                  <a:pt x="4226011" y="162646"/>
                </a:cubicBezTo>
                <a:cubicBezTo>
                  <a:pt x="4224621" y="162750"/>
                  <a:pt x="4223232" y="162646"/>
                  <a:pt x="4223065" y="162359"/>
                </a:cubicBezTo>
                <a:cubicBezTo>
                  <a:pt x="4222760" y="162099"/>
                  <a:pt x="4223704" y="161761"/>
                  <a:pt x="4225149" y="161631"/>
                </a:cubicBezTo>
                <a:close/>
                <a:moveTo>
                  <a:pt x="7588321" y="161006"/>
                </a:moveTo>
                <a:cubicBezTo>
                  <a:pt x="7588654" y="160953"/>
                  <a:pt x="7589099" y="161006"/>
                  <a:pt x="7589377" y="161058"/>
                </a:cubicBezTo>
                <a:cubicBezTo>
                  <a:pt x="7589655" y="161162"/>
                  <a:pt x="7589571" y="161240"/>
                  <a:pt x="7589293" y="161292"/>
                </a:cubicBezTo>
                <a:cubicBezTo>
                  <a:pt x="7588960" y="161345"/>
                  <a:pt x="7588515" y="161292"/>
                  <a:pt x="7588237" y="161189"/>
                </a:cubicBezTo>
                <a:cubicBezTo>
                  <a:pt x="7587959" y="161136"/>
                  <a:pt x="7587959" y="161032"/>
                  <a:pt x="7588321" y="161006"/>
                </a:cubicBezTo>
                <a:close/>
                <a:moveTo>
                  <a:pt x="5985065" y="160642"/>
                </a:moveTo>
                <a:cubicBezTo>
                  <a:pt x="5994589" y="161410"/>
                  <a:pt x="6002849" y="162971"/>
                  <a:pt x="6007600" y="165146"/>
                </a:cubicBezTo>
                <a:cubicBezTo>
                  <a:pt x="6017158" y="169546"/>
                  <a:pt x="6008906" y="174778"/>
                  <a:pt x="5989122" y="176809"/>
                </a:cubicBezTo>
                <a:cubicBezTo>
                  <a:pt x="5969254" y="178839"/>
                  <a:pt x="5945469" y="176887"/>
                  <a:pt x="5936106" y="172461"/>
                </a:cubicBezTo>
                <a:cubicBezTo>
                  <a:pt x="5926713" y="168062"/>
                  <a:pt x="5935271" y="162906"/>
                  <a:pt x="5954945" y="160902"/>
                </a:cubicBezTo>
                <a:cubicBezTo>
                  <a:pt x="5964754" y="159900"/>
                  <a:pt x="5975542" y="159874"/>
                  <a:pt x="5985065" y="160642"/>
                </a:cubicBezTo>
                <a:close/>
                <a:moveTo>
                  <a:pt x="6407233" y="160235"/>
                </a:moveTo>
                <a:cubicBezTo>
                  <a:pt x="6416201" y="160934"/>
                  <a:pt x="6424231" y="162360"/>
                  <a:pt x="6429233" y="164339"/>
                </a:cubicBezTo>
                <a:cubicBezTo>
                  <a:pt x="6439236" y="168400"/>
                  <a:pt x="6433234" y="173191"/>
                  <a:pt x="6415590" y="175038"/>
                </a:cubicBezTo>
                <a:cubicBezTo>
                  <a:pt x="6398028" y="176939"/>
                  <a:pt x="6375605" y="175143"/>
                  <a:pt x="6365657" y="171082"/>
                </a:cubicBezTo>
                <a:cubicBezTo>
                  <a:pt x="6355876" y="167046"/>
                  <a:pt x="6362185" y="162308"/>
                  <a:pt x="6379606" y="160486"/>
                </a:cubicBezTo>
                <a:cubicBezTo>
                  <a:pt x="6388359" y="159561"/>
                  <a:pt x="6398265" y="159535"/>
                  <a:pt x="6407233" y="160235"/>
                </a:cubicBezTo>
                <a:close/>
                <a:moveTo>
                  <a:pt x="5406276" y="159346"/>
                </a:moveTo>
                <a:cubicBezTo>
                  <a:pt x="5414539" y="160043"/>
                  <a:pt x="5421359" y="161448"/>
                  <a:pt x="5424806" y="163401"/>
                </a:cubicBezTo>
                <a:cubicBezTo>
                  <a:pt x="5431641" y="167332"/>
                  <a:pt x="5422333" y="172018"/>
                  <a:pt x="5403688" y="173841"/>
                </a:cubicBezTo>
                <a:cubicBezTo>
                  <a:pt x="5385043" y="175663"/>
                  <a:pt x="5364453" y="173919"/>
                  <a:pt x="5357701" y="169936"/>
                </a:cubicBezTo>
                <a:cubicBezTo>
                  <a:pt x="5350949" y="166004"/>
                  <a:pt x="5360590" y="161345"/>
                  <a:pt x="5379096" y="159548"/>
                </a:cubicBezTo>
                <a:cubicBezTo>
                  <a:pt x="5388308" y="158663"/>
                  <a:pt x="5398013" y="158650"/>
                  <a:pt x="5406276" y="159346"/>
                </a:cubicBezTo>
                <a:close/>
                <a:moveTo>
                  <a:pt x="5888761" y="158227"/>
                </a:moveTo>
                <a:cubicBezTo>
                  <a:pt x="5897886" y="158962"/>
                  <a:pt x="5905749" y="160459"/>
                  <a:pt x="5910181" y="162542"/>
                </a:cubicBezTo>
                <a:cubicBezTo>
                  <a:pt x="5919018" y="166760"/>
                  <a:pt x="5910766" y="171784"/>
                  <a:pt x="5891592" y="173763"/>
                </a:cubicBezTo>
                <a:cubicBezTo>
                  <a:pt x="5872280" y="175716"/>
                  <a:pt x="5849606" y="173841"/>
                  <a:pt x="5840827" y="169597"/>
                </a:cubicBezTo>
                <a:cubicBezTo>
                  <a:pt x="5832184" y="165406"/>
                  <a:pt x="5840604" y="160381"/>
                  <a:pt x="5859777" y="158480"/>
                </a:cubicBezTo>
                <a:cubicBezTo>
                  <a:pt x="5869252" y="157517"/>
                  <a:pt x="5879636" y="157491"/>
                  <a:pt x="5888761" y="158227"/>
                </a:cubicBezTo>
                <a:close/>
                <a:moveTo>
                  <a:pt x="4448088" y="157553"/>
                </a:moveTo>
                <a:cubicBezTo>
                  <a:pt x="4452478" y="157934"/>
                  <a:pt x="4455778" y="158715"/>
                  <a:pt x="4456945" y="159809"/>
                </a:cubicBezTo>
                <a:cubicBezTo>
                  <a:pt x="4459196" y="162048"/>
                  <a:pt x="4452110" y="164703"/>
                  <a:pt x="4440829" y="165718"/>
                </a:cubicBezTo>
                <a:cubicBezTo>
                  <a:pt x="4429714" y="166760"/>
                  <a:pt x="4418767" y="165744"/>
                  <a:pt x="4416487" y="163531"/>
                </a:cubicBezTo>
                <a:cubicBezTo>
                  <a:pt x="4414237" y="161318"/>
                  <a:pt x="4421573" y="158689"/>
                  <a:pt x="4432687" y="157700"/>
                </a:cubicBezTo>
                <a:cubicBezTo>
                  <a:pt x="4438217" y="157192"/>
                  <a:pt x="4443698" y="157172"/>
                  <a:pt x="4448088" y="157553"/>
                </a:cubicBezTo>
                <a:close/>
                <a:moveTo>
                  <a:pt x="5502646" y="157481"/>
                </a:moveTo>
                <a:cubicBezTo>
                  <a:pt x="5510777" y="158155"/>
                  <a:pt x="5517543" y="159522"/>
                  <a:pt x="5521031" y="161423"/>
                </a:cubicBezTo>
                <a:cubicBezTo>
                  <a:pt x="5528089" y="165275"/>
                  <a:pt x="5519169" y="169858"/>
                  <a:pt x="5501135" y="171628"/>
                </a:cubicBezTo>
                <a:cubicBezTo>
                  <a:pt x="5483046" y="173451"/>
                  <a:pt x="5462763" y="171706"/>
                  <a:pt x="5455871" y="167853"/>
                </a:cubicBezTo>
                <a:cubicBezTo>
                  <a:pt x="5448980" y="163974"/>
                  <a:pt x="5458093" y="159444"/>
                  <a:pt x="5476071" y="157700"/>
                </a:cubicBezTo>
                <a:cubicBezTo>
                  <a:pt x="5485019" y="156827"/>
                  <a:pt x="5494515" y="156807"/>
                  <a:pt x="5502646" y="157481"/>
                </a:cubicBezTo>
                <a:close/>
                <a:moveTo>
                  <a:pt x="4672197" y="156173"/>
                </a:moveTo>
                <a:cubicBezTo>
                  <a:pt x="4680536" y="156899"/>
                  <a:pt x="4686935" y="158376"/>
                  <a:pt x="4689436" y="160433"/>
                </a:cubicBezTo>
                <a:cubicBezTo>
                  <a:pt x="4694492" y="164598"/>
                  <a:pt x="4681877" y="169545"/>
                  <a:pt x="4661148" y="171498"/>
                </a:cubicBezTo>
                <a:cubicBezTo>
                  <a:pt x="4640364" y="173424"/>
                  <a:pt x="4619468" y="171576"/>
                  <a:pt x="4614661" y="167384"/>
                </a:cubicBezTo>
                <a:cubicBezTo>
                  <a:pt x="4609826" y="163219"/>
                  <a:pt x="4622691" y="158324"/>
                  <a:pt x="4643309" y="156424"/>
                </a:cubicBezTo>
                <a:cubicBezTo>
                  <a:pt x="4653576" y="155473"/>
                  <a:pt x="4663858" y="155447"/>
                  <a:pt x="4672197" y="156173"/>
                </a:cubicBezTo>
                <a:close/>
                <a:moveTo>
                  <a:pt x="5793300" y="156166"/>
                </a:moveTo>
                <a:cubicBezTo>
                  <a:pt x="5802688" y="156925"/>
                  <a:pt x="5810691" y="158468"/>
                  <a:pt x="5815095" y="160616"/>
                </a:cubicBezTo>
                <a:cubicBezTo>
                  <a:pt x="5824043" y="164989"/>
                  <a:pt x="5815095" y="170196"/>
                  <a:pt x="5795088" y="172201"/>
                </a:cubicBezTo>
                <a:cubicBezTo>
                  <a:pt x="5775000" y="174257"/>
                  <a:pt x="5751575" y="172305"/>
                  <a:pt x="5742767" y="167905"/>
                </a:cubicBezTo>
                <a:cubicBezTo>
                  <a:pt x="5734153" y="163558"/>
                  <a:pt x="5743295" y="158403"/>
                  <a:pt x="5763190" y="156424"/>
                </a:cubicBezTo>
                <a:cubicBezTo>
                  <a:pt x="5773138" y="155434"/>
                  <a:pt x="5783912" y="155408"/>
                  <a:pt x="5793300" y="156166"/>
                </a:cubicBezTo>
                <a:close/>
                <a:moveTo>
                  <a:pt x="5695721" y="156150"/>
                </a:moveTo>
                <a:cubicBezTo>
                  <a:pt x="5704116" y="156833"/>
                  <a:pt x="5711229" y="158220"/>
                  <a:pt x="5715092" y="160147"/>
                </a:cubicBezTo>
                <a:cubicBezTo>
                  <a:pt x="5722788" y="164077"/>
                  <a:pt x="5714424" y="168738"/>
                  <a:pt x="5696224" y="170561"/>
                </a:cubicBezTo>
                <a:cubicBezTo>
                  <a:pt x="5678024" y="172383"/>
                  <a:pt x="5657074" y="170638"/>
                  <a:pt x="5649571" y="166707"/>
                </a:cubicBezTo>
                <a:cubicBezTo>
                  <a:pt x="5642040" y="162750"/>
                  <a:pt x="5650627" y="158142"/>
                  <a:pt x="5668660" y="156371"/>
                </a:cubicBezTo>
                <a:cubicBezTo>
                  <a:pt x="5677649" y="155486"/>
                  <a:pt x="5687325" y="155467"/>
                  <a:pt x="5695721" y="156150"/>
                </a:cubicBezTo>
                <a:close/>
                <a:moveTo>
                  <a:pt x="5599802" y="156050"/>
                </a:moveTo>
                <a:cubicBezTo>
                  <a:pt x="5608399" y="156762"/>
                  <a:pt x="5615615" y="158207"/>
                  <a:pt x="5619450" y="160199"/>
                </a:cubicBezTo>
                <a:cubicBezTo>
                  <a:pt x="5627147" y="164208"/>
                  <a:pt x="5618116" y="169051"/>
                  <a:pt x="5599333" y="170899"/>
                </a:cubicBezTo>
                <a:cubicBezTo>
                  <a:pt x="5580466" y="172826"/>
                  <a:pt x="5559014" y="171003"/>
                  <a:pt x="5551484" y="166942"/>
                </a:cubicBezTo>
                <a:cubicBezTo>
                  <a:pt x="5544037" y="162906"/>
                  <a:pt x="5553207" y="158142"/>
                  <a:pt x="5571880" y="156294"/>
                </a:cubicBezTo>
                <a:cubicBezTo>
                  <a:pt x="5581231" y="155357"/>
                  <a:pt x="5591206" y="155337"/>
                  <a:pt x="5599802" y="156050"/>
                </a:cubicBezTo>
                <a:close/>
                <a:moveTo>
                  <a:pt x="3907605" y="155721"/>
                </a:moveTo>
                <a:cubicBezTo>
                  <a:pt x="3907966" y="155668"/>
                  <a:pt x="3908355" y="155721"/>
                  <a:pt x="3908411" y="155773"/>
                </a:cubicBezTo>
                <a:cubicBezTo>
                  <a:pt x="3908522" y="155851"/>
                  <a:pt x="3908189" y="155955"/>
                  <a:pt x="3907744" y="156007"/>
                </a:cubicBezTo>
                <a:cubicBezTo>
                  <a:pt x="3907411" y="156034"/>
                  <a:pt x="3907050" y="156007"/>
                  <a:pt x="3907022" y="155929"/>
                </a:cubicBezTo>
                <a:cubicBezTo>
                  <a:pt x="3906911" y="155851"/>
                  <a:pt x="3907161" y="155747"/>
                  <a:pt x="3907605" y="155721"/>
                </a:cubicBezTo>
                <a:close/>
                <a:moveTo>
                  <a:pt x="7383673" y="155070"/>
                </a:moveTo>
                <a:cubicBezTo>
                  <a:pt x="7384507" y="154966"/>
                  <a:pt x="7385646" y="155070"/>
                  <a:pt x="7386258" y="155279"/>
                </a:cubicBezTo>
                <a:cubicBezTo>
                  <a:pt x="7386842" y="155435"/>
                  <a:pt x="7386730" y="155669"/>
                  <a:pt x="7385924" y="155799"/>
                </a:cubicBezTo>
                <a:cubicBezTo>
                  <a:pt x="7385090" y="155878"/>
                  <a:pt x="7383951" y="155799"/>
                  <a:pt x="7383340" y="155592"/>
                </a:cubicBezTo>
                <a:cubicBezTo>
                  <a:pt x="7382757" y="155409"/>
                  <a:pt x="7382840" y="155175"/>
                  <a:pt x="7383673" y="155070"/>
                </a:cubicBezTo>
                <a:close/>
                <a:moveTo>
                  <a:pt x="4986751" y="155044"/>
                </a:moveTo>
                <a:cubicBezTo>
                  <a:pt x="4994947" y="155741"/>
                  <a:pt x="5001450" y="157166"/>
                  <a:pt x="5004339" y="159157"/>
                </a:cubicBezTo>
                <a:cubicBezTo>
                  <a:pt x="5010063" y="163115"/>
                  <a:pt x="4999060" y="167905"/>
                  <a:pt x="4979554" y="169753"/>
                </a:cubicBezTo>
                <a:cubicBezTo>
                  <a:pt x="4960076" y="171628"/>
                  <a:pt x="4939541" y="169832"/>
                  <a:pt x="4934012" y="165822"/>
                </a:cubicBezTo>
                <a:cubicBezTo>
                  <a:pt x="4928398" y="161839"/>
                  <a:pt x="4939652" y="157127"/>
                  <a:pt x="4958991" y="155305"/>
                </a:cubicBezTo>
                <a:cubicBezTo>
                  <a:pt x="4968661" y="154380"/>
                  <a:pt x="4978554" y="154348"/>
                  <a:pt x="4986751" y="155044"/>
                </a:cubicBezTo>
                <a:close/>
                <a:moveTo>
                  <a:pt x="6312151" y="154559"/>
                </a:moveTo>
                <a:cubicBezTo>
                  <a:pt x="6319984" y="155175"/>
                  <a:pt x="6326950" y="156425"/>
                  <a:pt x="6331202" y="158169"/>
                </a:cubicBezTo>
                <a:cubicBezTo>
                  <a:pt x="6339677" y="161683"/>
                  <a:pt x="6334092" y="165875"/>
                  <a:pt x="6318587" y="167489"/>
                </a:cubicBezTo>
                <a:cubicBezTo>
                  <a:pt x="6303026" y="169129"/>
                  <a:pt x="6283493" y="167567"/>
                  <a:pt x="6275073" y="164027"/>
                </a:cubicBezTo>
                <a:cubicBezTo>
                  <a:pt x="6266681" y="160512"/>
                  <a:pt x="6272461" y="156347"/>
                  <a:pt x="6287911" y="154758"/>
                </a:cubicBezTo>
                <a:cubicBezTo>
                  <a:pt x="6295622" y="153964"/>
                  <a:pt x="6304319" y="153945"/>
                  <a:pt x="6312151" y="154559"/>
                </a:cubicBezTo>
                <a:close/>
                <a:moveTo>
                  <a:pt x="6633002" y="153918"/>
                </a:moveTo>
                <a:cubicBezTo>
                  <a:pt x="6643203" y="154705"/>
                  <a:pt x="6652497" y="156306"/>
                  <a:pt x="6658472" y="158533"/>
                </a:cubicBezTo>
                <a:cubicBezTo>
                  <a:pt x="6670531" y="163011"/>
                  <a:pt x="6664668" y="168399"/>
                  <a:pt x="6645246" y="170482"/>
                </a:cubicBezTo>
                <a:cubicBezTo>
                  <a:pt x="6625767" y="172591"/>
                  <a:pt x="6600204" y="170612"/>
                  <a:pt x="6588394" y="166083"/>
                </a:cubicBezTo>
                <a:cubicBezTo>
                  <a:pt x="6576585" y="161552"/>
                  <a:pt x="6582781" y="156216"/>
                  <a:pt x="6602093" y="154185"/>
                </a:cubicBezTo>
                <a:cubicBezTo>
                  <a:pt x="6611693" y="153156"/>
                  <a:pt x="6622802" y="153130"/>
                  <a:pt x="6633002" y="153918"/>
                </a:cubicBezTo>
                <a:close/>
                <a:moveTo>
                  <a:pt x="7700301" y="153560"/>
                </a:moveTo>
                <a:cubicBezTo>
                  <a:pt x="7700607" y="153508"/>
                  <a:pt x="7701051" y="153560"/>
                  <a:pt x="7701273" y="153612"/>
                </a:cubicBezTo>
                <a:cubicBezTo>
                  <a:pt x="7701607" y="153690"/>
                  <a:pt x="7701523" y="153795"/>
                  <a:pt x="7701218" y="153821"/>
                </a:cubicBezTo>
                <a:cubicBezTo>
                  <a:pt x="7700940" y="153872"/>
                  <a:pt x="7700495" y="153821"/>
                  <a:pt x="7700162" y="153743"/>
                </a:cubicBezTo>
                <a:cubicBezTo>
                  <a:pt x="7699968" y="153690"/>
                  <a:pt x="7699968" y="153586"/>
                  <a:pt x="7700301" y="153560"/>
                </a:cubicBezTo>
                <a:close/>
                <a:moveTo>
                  <a:pt x="7064680" y="152512"/>
                </a:moveTo>
                <a:cubicBezTo>
                  <a:pt x="7075132" y="153300"/>
                  <a:pt x="7084940" y="154901"/>
                  <a:pt x="7091637" y="157127"/>
                </a:cubicBezTo>
                <a:cubicBezTo>
                  <a:pt x="7105085" y="161605"/>
                  <a:pt x="7100834" y="166967"/>
                  <a:pt x="7082162" y="169050"/>
                </a:cubicBezTo>
                <a:cubicBezTo>
                  <a:pt x="7063406" y="171159"/>
                  <a:pt x="7037230" y="169181"/>
                  <a:pt x="7023921" y="164625"/>
                </a:cubicBezTo>
                <a:cubicBezTo>
                  <a:pt x="7010722" y="160120"/>
                  <a:pt x="7015168" y="154809"/>
                  <a:pt x="7033869" y="152779"/>
                </a:cubicBezTo>
                <a:cubicBezTo>
                  <a:pt x="7043135" y="151750"/>
                  <a:pt x="7054229" y="151724"/>
                  <a:pt x="7064680" y="152512"/>
                </a:cubicBezTo>
                <a:close/>
                <a:moveTo>
                  <a:pt x="4112254" y="151869"/>
                </a:moveTo>
                <a:cubicBezTo>
                  <a:pt x="4113643" y="151712"/>
                  <a:pt x="4114948" y="151869"/>
                  <a:pt x="4115143" y="152129"/>
                </a:cubicBezTo>
                <a:cubicBezTo>
                  <a:pt x="4115421" y="152389"/>
                  <a:pt x="4114393" y="152753"/>
                  <a:pt x="4112947" y="152857"/>
                </a:cubicBezTo>
                <a:cubicBezTo>
                  <a:pt x="4111586" y="152962"/>
                  <a:pt x="4110252" y="152857"/>
                  <a:pt x="4110058" y="152545"/>
                </a:cubicBezTo>
                <a:cubicBezTo>
                  <a:pt x="4109864" y="152310"/>
                  <a:pt x="4110780" y="151973"/>
                  <a:pt x="4112254" y="151869"/>
                </a:cubicBezTo>
                <a:close/>
                <a:moveTo>
                  <a:pt x="6851682" y="151631"/>
                </a:moveTo>
                <a:cubicBezTo>
                  <a:pt x="6862265" y="152435"/>
                  <a:pt x="6872040" y="154068"/>
                  <a:pt x="6878514" y="156347"/>
                </a:cubicBezTo>
                <a:cubicBezTo>
                  <a:pt x="6891630" y="160928"/>
                  <a:pt x="6886517" y="166421"/>
                  <a:pt x="6866927" y="168583"/>
                </a:cubicBezTo>
                <a:cubicBezTo>
                  <a:pt x="6847254" y="170743"/>
                  <a:pt x="6820801" y="168713"/>
                  <a:pt x="6807852" y="164052"/>
                </a:cubicBezTo>
                <a:cubicBezTo>
                  <a:pt x="6795071" y="159444"/>
                  <a:pt x="6800517" y="154003"/>
                  <a:pt x="6819995" y="151894"/>
                </a:cubicBezTo>
                <a:cubicBezTo>
                  <a:pt x="6829706" y="150853"/>
                  <a:pt x="6841099" y="150827"/>
                  <a:pt x="6851682" y="151631"/>
                </a:cubicBezTo>
                <a:close/>
                <a:moveTo>
                  <a:pt x="7176635" y="151139"/>
                </a:moveTo>
                <a:cubicBezTo>
                  <a:pt x="7177469" y="151060"/>
                  <a:pt x="7178637" y="151139"/>
                  <a:pt x="7179220" y="151321"/>
                </a:cubicBezTo>
                <a:cubicBezTo>
                  <a:pt x="7179804" y="151530"/>
                  <a:pt x="7179609" y="151790"/>
                  <a:pt x="7178831" y="151893"/>
                </a:cubicBezTo>
                <a:cubicBezTo>
                  <a:pt x="7178025" y="151972"/>
                  <a:pt x="7176886" y="151893"/>
                  <a:pt x="7176302" y="151660"/>
                </a:cubicBezTo>
                <a:cubicBezTo>
                  <a:pt x="7175691" y="151477"/>
                  <a:pt x="7175857" y="151243"/>
                  <a:pt x="7176635" y="151139"/>
                </a:cubicBezTo>
                <a:close/>
                <a:moveTo>
                  <a:pt x="4319374" y="149681"/>
                </a:moveTo>
                <a:cubicBezTo>
                  <a:pt x="4322679" y="149369"/>
                  <a:pt x="4326015" y="149655"/>
                  <a:pt x="4326653" y="150332"/>
                </a:cubicBezTo>
                <a:cubicBezTo>
                  <a:pt x="4327292" y="150983"/>
                  <a:pt x="4325014" y="151789"/>
                  <a:pt x="4321624" y="152076"/>
                </a:cubicBezTo>
                <a:cubicBezTo>
                  <a:pt x="4318207" y="152389"/>
                  <a:pt x="4314983" y="152076"/>
                  <a:pt x="4314344" y="151425"/>
                </a:cubicBezTo>
                <a:cubicBezTo>
                  <a:pt x="4313677" y="150774"/>
                  <a:pt x="4315955" y="149993"/>
                  <a:pt x="4319374" y="149681"/>
                </a:cubicBezTo>
                <a:close/>
                <a:moveTo>
                  <a:pt x="5081646" y="149639"/>
                </a:moveTo>
                <a:cubicBezTo>
                  <a:pt x="5089381" y="150287"/>
                  <a:pt x="5095577" y="151608"/>
                  <a:pt x="5098398" y="153457"/>
                </a:cubicBezTo>
                <a:cubicBezTo>
                  <a:pt x="5104009" y="157179"/>
                  <a:pt x="5094035" y="161632"/>
                  <a:pt x="5075890" y="163349"/>
                </a:cubicBezTo>
                <a:cubicBezTo>
                  <a:pt x="5057689" y="165068"/>
                  <a:pt x="5038433" y="163428"/>
                  <a:pt x="5032987" y="159678"/>
                </a:cubicBezTo>
                <a:cubicBezTo>
                  <a:pt x="5027458" y="155930"/>
                  <a:pt x="5037711" y="151530"/>
                  <a:pt x="5055661" y="149864"/>
                </a:cubicBezTo>
                <a:cubicBezTo>
                  <a:pt x="5064637" y="149018"/>
                  <a:pt x="5073911" y="148992"/>
                  <a:pt x="5081646" y="149639"/>
                </a:cubicBezTo>
                <a:close/>
                <a:moveTo>
                  <a:pt x="6218010" y="148977"/>
                </a:moveTo>
                <a:cubicBezTo>
                  <a:pt x="6225669" y="149583"/>
                  <a:pt x="6232449" y="150813"/>
                  <a:pt x="6236534" y="152518"/>
                </a:cubicBezTo>
                <a:cubicBezTo>
                  <a:pt x="6244730" y="155981"/>
                  <a:pt x="6238840" y="160042"/>
                  <a:pt x="6223501" y="161656"/>
                </a:cubicBezTo>
                <a:cubicBezTo>
                  <a:pt x="6208052" y="163244"/>
                  <a:pt x="6188991" y="161761"/>
                  <a:pt x="6180905" y="158272"/>
                </a:cubicBezTo>
                <a:cubicBezTo>
                  <a:pt x="6172903" y="154835"/>
                  <a:pt x="6178903" y="150774"/>
                  <a:pt x="6194214" y="149186"/>
                </a:cubicBezTo>
                <a:cubicBezTo>
                  <a:pt x="6201814" y="148392"/>
                  <a:pt x="6210352" y="148373"/>
                  <a:pt x="6218010" y="148977"/>
                </a:cubicBezTo>
                <a:close/>
                <a:moveTo>
                  <a:pt x="4766502" y="148139"/>
                </a:moveTo>
                <a:cubicBezTo>
                  <a:pt x="4774454" y="148821"/>
                  <a:pt x="4780630" y="150215"/>
                  <a:pt x="4783159" y="152154"/>
                </a:cubicBezTo>
                <a:cubicBezTo>
                  <a:pt x="4788244" y="156085"/>
                  <a:pt x="4776546" y="160719"/>
                  <a:pt x="4757068" y="162516"/>
                </a:cubicBezTo>
                <a:cubicBezTo>
                  <a:pt x="4737588" y="164364"/>
                  <a:pt x="4717722" y="162620"/>
                  <a:pt x="4712830" y="158689"/>
                </a:cubicBezTo>
                <a:cubicBezTo>
                  <a:pt x="4707968" y="154784"/>
                  <a:pt x="4719833" y="150150"/>
                  <a:pt x="4739173" y="148379"/>
                </a:cubicBezTo>
                <a:cubicBezTo>
                  <a:pt x="4748815" y="147481"/>
                  <a:pt x="4758547" y="147455"/>
                  <a:pt x="4766502" y="148139"/>
                </a:cubicBezTo>
                <a:close/>
                <a:moveTo>
                  <a:pt x="4545000" y="146961"/>
                </a:moveTo>
                <a:cubicBezTo>
                  <a:pt x="4550162" y="147410"/>
                  <a:pt x="4554073" y="148327"/>
                  <a:pt x="4555531" y="149603"/>
                </a:cubicBezTo>
                <a:cubicBezTo>
                  <a:pt x="4558365" y="152154"/>
                  <a:pt x="4550251" y="155226"/>
                  <a:pt x="4537220" y="156425"/>
                </a:cubicBezTo>
                <a:cubicBezTo>
                  <a:pt x="4524215" y="157621"/>
                  <a:pt x="4511350" y="156476"/>
                  <a:pt x="4508599" y="153899"/>
                </a:cubicBezTo>
                <a:cubicBezTo>
                  <a:pt x="4505765" y="151321"/>
                  <a:pt x="4513990" y="148275"/>
                  <a:pt x="4526967" y="147130"/>
                </a:cubicBezTo>
                <a:cubicBezTo>
                  <a:pt x="4533427" y="146531"/>
                  <a:pt x="4539839" y="146512"/>
                  <a:pt x="4545000" y="146961"/>
                </a:cubicBezTo>
                <a:close/>
                <a:moveTo>
                  <a:pt x="6540112" y="146134"/>
                </a:moveTo>
                <a:cubicBezTo>
                  <a:pt x="6549667" y="146869"/>
                  <a:pt x="6558316" y="148366"/>
                  <a:pt x="6563803" y="150463"/>
                </a:cubicBezTo>
                <a:cubicBezTo>
                  <a:pt x="6574807" y="154654"/>
                  <a:pt x="6568943" y="159678"/>
                  <a:pt x="6550494" y="161657"/>
                </a:cubicBezTo>
                <a:cubicBezTo>
                  <a:pt x="6532071" y="163609"/>
                  <a:pt x="6508175" y="161761"/>
                  <a:pt x="6497310" y="157518"/>
                </a:cubicBezTo>
                <a:cubicBezTo>
                  <a:pt x="6486418" y="153300"/>
                  <a:pt x="6492669" y="148301"/>
                  <a:pt x="6510981" y="146375"/>
                </a:cubicBezTo>
                <a:cubicBezTo>
                  <a:pt x="6520095" y="145424"/>
                  <a:pt x="6530556" y="145398"/>
                  <a:pt x="6540112" y="146134"/>
                </a:cubicBezTo>
                <a:close/>
                <a:moveTo>
                  <a:pt x="5177332" y="144705"/>
                </a:moveTo>
                <a:cubicBezTo>
                  <a:pt x="5185057" y="145354"/>
                  <a:pt x="5191302" y="146674"/>
                  <a:pt x="5194261" y="148536"/>
                </a:cubicBezTo>
                <a:cubicBezTo>
                  <a:pt x="5200179" y="152181"/>
                  <a:pt x="5190453" y="156581"/>
                  <a:pt x="5172588" y="158325"/>
                </a:cubicBezTo>
                <a:cubicBezTo>
                  <a:pt x="5154638" y="160043"/>
                  <a:pt x="5135353" y="158403"/>
                  <a:pt x="5129601" y="154680"/>
                </a:cubicBezTo>
                <a:cubicBezTo>
                  <a:pt x="5123822" y="150957"/>
                  <a:pt x="5133686" y="146635"/>
                  <a:pt x="5151525" y="144917"/>
                </a:cubicBezTo>
                <a:cubicBezTo>
                  <a:pt x="5160403" y="144084"/>
                  <a:pt x="5169607" y="144058"/>
                  <a:pt x="5177332" y="144705"/>
                </a:cubicBezTo>
                <a:close/>
                <a:moveTo>
                  <a:pt x="6123626" y="144439"/>
                </a:moveTo>
                <a:cubicBezTo>
                  <a:pt x="6130958" y="145022"/>
                  <a:pt x="6137377" y="146206"/>
                  <a:pt x="6141142" y="147859"/>
                </a:cubicBezTo>
                <a:cubicBezTo>
                  <a:pt x="6148812" y="151140"/>
                  <a:pt x="6142921" y="155070"/>
                  <a:pt x="6127999" y="156581"/>
                </a:cubicBezTo>
                <a:cubicBezTo>
                  <a:pt x="6113050" y="158142"/>
                  <a:pt x="6094739" y="156685"/>
                  <a:pt x="6087264" y="153379"/>
                </a:cubicBezTo>
                <a:cubicBezTo>
                  <a:pt x="6079762" y="150046"/>
                  <a:pt x="6085792" y="146167"/>
                  <a:pt x="6100629" y="144630"/>
                </a:cubicBezTo>
                <a:cubicBezTo>
                  <a:pt x="6108048" y="143876"/>
                  <a:pt x="6116294" y="143857"/>
                  <a:pt x="6123626" y="144439"/>
                </a:cubicBezTo>
                <a:close/>
                <a:moveTo>
                  <a:pt x="4001718" y="142783"/>
                </a:moveTo>
                <a:cubicBezTo>
                  <a:pt x="4002746" y="142678"/>
                  <a:pt x="4003636" y="142783"/>
                  <a:pt x="4003775" y="142964"/>
                </a:cubicBezTo>
                <a:cubicBezTo>
                  <a:pt x="4003913" y="143173"/>
                  <a:pt x="4003191" y="143381"/>
                  <a:pt x="4002190" y="143485"/>
                </a:cubicBezTo>
                <a:cubicBezTo>
                  <a:pt x="4001162" y="143589"/>
                  <a:pt x="4000246" y="143485"/>
                  <a:pt x="4000078" y="143303"/>
                </a:cubicBezTo>
                <a:cubicBezTo>
                  <a:pt x="3999940" y="143094"/>
                  <a:pt x="4000662" y="142886"/>
                  <a:pt x="4001718" y="142783"/>
                </a:cubicBezTo>
                <a:close/>
                <a:moveTo>
                  <a:pt x="6760407" y="141949"/>
                </a:moveTo>
                <a:cubicBezTo>
                  <a:pt x="6770855" y="142743"/>
                  <a:pt x="6780442" y="144357"/>
                  <a:pt x="6786708" y="146609"/>
                </a:cubicBezTo>
                <a:cubicBezTo>
                  <a:pt x="6799461" y="151113"/>
                  <a:pt x="6793987" y="156528"/>
                  <a:pt x="6774426" y="158663"/>
                </a:cubicBezTo>
                <a:cubicBezTo>
                  <a:pt x="6754808" y="160798"/>
                  <a:pt x="6728633" y="158767"/>
                  <a:pt x="6716185" y="154185"/>
                </a:cubicBezTo>
                <a:cubicBezTo>
                  <a:pt x="6703736" y="149629"/>
                  <a:pt x="6709544" y="144266"/>
                  <a:pt x="6728938" y="142210"/>
                </a:cubicBezTo>
                <a:cubicBezTo>
                  <a:pt x="6738650" y="141181"/>
                  <a:pt x="6749959" y="141155"/>
                  <a:pt x="6760407" y="141949"/>
                </a:cubicBezTo>
                <a:close/>
                <a:moveTo>
                  <a:pt x="6974253" y="141483"/>
                </a:moveTo>
                <a:cubicBezTo>
                  <a:pt x="6984555" y="142255"/>
                  <a:pt x="6994161" y="143823"/>
                  <a:pt x="7000636" y="146010"/>
                </a:cubicBezTo>
                <a:cubicBezTo>
                  <a:pt x="7013723" y="150437"/>
                  <a:pt x="7009194" y="155721"/>
                  <a:pt x="6990522" y="157778"/>
                </a:cubicBezTo>
                <a:cubicBezTo>
                  <a:pt x="6971765" y="159809"/>
                  <a:pt x="6945952" y="157882"/>
                  <a:pt x="6933032" y="153404"/>
                </a:cubicBezTo>
                <a:cubicBezTo>
                  <a:pt x="6920194" y="148978"/>
                  <a:pt x="6924973" y="143746"/>
                  <a:pt x="6943701" y="141741"/>
                </a:cubicBezTo>
                <a:cubicBezTo>
                  <a:pt x="6952954" y="140739"/>
                  <a:pt x="6963951" y="140713"/>
                  <a:pt x="6974253" y="141483"/>
                </a:cubicBezTo>
                <a:close/>
                <a:moveTo>
                  <a:pt x="4861184" y="140760"/>
                </a:moveTo>
                <a:cubicBezTo>
                  <a:pt x="4868978" y="141422"/>
                  <a:pt x="4875077" y="142769"/>
                  <a:pt x="4877662" y="144656"/>
                </a:cubicBezTo>
                <a:cubicBezTo>
                  <a:pt x="4882802" y="148457"/>
                  <a:pt x="4871826" y="152987"/>
                  <a:pt x="4852958" y="154731"/>
                </a:cubicBezTo>
                <a:cubicBezTo>
                  <a:pt x="4834064" y="156476"/>
                  <a:pt x="4814669" y="154809"/>
                  <a:pt x="4809585" y="151009"/>
                </a:cubicBezTo>
                <a:cubicBezTo>
                  <a:pt x="4804610" y="147181"/>
                  <a:pt x="4815836" y="142730"/>
                  <a:pt x="4834536" y="140986"/>
                </a:cubicBezTo>
                <a:cubicBezTo>
                  <a:pt x="4843901" y="140126"/>
                  <a:pt x="4853390" y="140100"/>
                  <a:pt x="4861184" y="140760"/>
                </a:cubicBezTo>
                <a:close/>
                <a:moveTo>
                  <a:pt x="5273025" y="140602"/>
                </a:moveTo>
                <a:cubicBezTo>
                  <a:pt x="5280857" y="141253"/>
                  <a:pt x="5287235" y="142574"/>
                  <a:pt x="5290319" y="144423"/>
                </a:cubicBezTo>
                <a:cubicBezTo>
                  <a:pt x="5296515" y="148093"/>
                  <a:pt x="5287151" y="152519"/>
                  <a:pt x="5269230" y="154264"/>
                </a:cubicBezTo>
                <a:cubicBezTo>
                  <a:pt x="5251223" y="155982"/>
                  <a:pt x="5231661" y="154368"/>
                  <a:pt x="5225576" y="150593"/>
                </a:cubicBezTo>
                <a:cubicBezTo>
                  <a:pt x="5219574" y="146869"/>
                  <a:pt x="5229160" y="142522"/>
                  <a:pt x="5247000" y="140804"/>
                </a:cubicBezTo>
                <a:cubicBezTo>
                  <a:pt x="5255905" y="139971"/>
                  <a:pt x="5265193" y="139952"/>
                  <a:pt x="5273025" y="140602"/>
                </a:cubicBezTo>
                <a:close/>
                <a:moveTo>
                  <a:pt x="4206588" y="140464"/>
                </a:moveTo>
                <a:cubicBezTo>
                  <a:pt x="4207449" y="140387"/>
                  <a:pt x="4208227" y="140464"/>
                  <a:pt x="4208310" y="140594"/>
                </a:cubicBezTo>
                <a:cubicBezTo>
                  <a:pt x="4208477" y="140777"/>
                  <a:pt x="4207978" y="140959"/>
                  <a:pt x="4207116" y="141037"/>
                </a:cubicBezTo>
                <a:cubicBezTo>
                  <a:pt x="4206310" y="141090"/>
                  <a:pt x="4205587" y="141037"/>
                  <a:pt x="4205421" y="140881"/>
                </a:cubicBezTo>
                <a:cubicBezTo>
                  <a:pt x="4205310" y="140725"/>
                  <a:pt x="4205838" y="140517"/>
                  <a:pt x="4206588" y="140464"/>
                </a:cubicBezTo>
                <a:close/>
                <a:moveTo>
                  <a:pt x="6030086" y="140175"/>
                </a:moveTo>
                <a:cubicBezTo>
                  <a:pt x="6037874" y="140784"/>
                  <a:pt x="6044654" y="142027"/>
                  <a:pt x="6048558" y="143772"/>
                </a:cubicBezTo>
                <a:cubicBezTo>
                  <a:pt x="6056449" y="147312"/>
                  <a:pt x="6049891" y="151503"/>
                  <a:pt x="6033831" y="153118"/>
                </a:cubicBezTo>
                <a:cubicBezTo>
                  <a:pt x="6017742" y="154732"/>
                  <a:pt x="5998320" y="153196"/>
                  <a:pt x="5990512" y="149655"/>
                </a:cubicBezTo>
                <a:cubicBezTo>
                  <a:pt x="5982843" y="146141"/>
                  <a:pt x="5989567" y="142001"/>
                  <a:pt x="6005572" y="140387"/>
                </a:cubicBezTo>
                <a:cubicBezTo>
                  <a:pt x="6013506" y="139593"/>
                  <a:pt x="6022300" y="139567"/>
                  <a:pt x="6030086" y="140175"/>
                </a:cubicBezTo>
                <a:close/>
                <a:moveTo>
                  <a:pt x="6447017" y="139313"/>
                </a:moveTo>
                <a:cubicBezTo>
                  <a:pt x="6455873" y="139990"/>
                  <a:pt x="6463827" y="141376"/>
                  <a:pt x="6468801" y="143303"/>
                </a:cubicBezTo>
                <a:cubicBezTo>
                  <a:pt x="6478777" y="147208"/>
                  <a:pt x="6472942" y="151817"/>
                  <a:pt x="6455630" y="153665"/>
                </a:cubicBezTo>
                <a:cubicBezTo>
                  <a:pt x="6438347" y="155487"/>
                  <a:pt x="6416340" y="153743"/>
                  <a:pt x="6406420" y="149812"/>
                </a:cubicBezTo>
                <a:cubicBezTo>
                  <a:pt x="6396668" y="145933"/>
                  <a:pt x="6402697" y="141325"/>
                  <a:pt x="6419814" y="139580"/>
                </a:cubicBezTo>
                <a:cubicBezTo>
                  <a:pt x="6428400" y="138669"/>
                  <a:pt x="6438159" y="138637"/>
                  <a:pt x="6447017" y="139313"/>
                </a:cubicBezTo>
                <a:close/>
                <a:moveTo>
                  <a:pt x="4638207" y="138454"/>
                </a:moveTo>
                <a:cubicBezTo>
                  <a:pt x="4642823" y="138851"/>
                  <a:pt x="4646352" y="139658"/>
                  <a:pt x="4647727" y="140778"/>
                </a:cubicBezTo>
                <a:cubicBezTo>
                  <a:pt x="4650478" y="143043"/>
                  <a:pt x="4643337" y="145724"/>
                  <a:pt x="4631833" y="146792"/>
                </a:cubicBezTo>
                <a:cubicBezTo>
                  <a:pt x="4620468" y="147834"/>
                  <a:pt x="4608965" y="146844"/>
                  <a:pt x="4606269" y="144553"/>
                </a:cubicBezTo>
                <a:cubicBezTo>
                  <a:pt x="4603602" y="142288"/>
                  <a:pt x="4610771" y="139632"/>
                  <a:pt x="4622163" y="138591"/>
                </a:cubicBezTo>
                <a:cubicBezTo>
                  <a:pt x="4627888" y="138071"/>
                  <a:pt x="4633592" y="138057"/>
                  <a:pt x="4638207" y="138454"/>
                </a:cubicBezTo>
                <a:close/>
                <a:moveTo>
                  <a:pt x="4412652" y="138175"/>
                </a:moveTo>
                <a:cubicBezTo>
                  <a:pt x="4419154" y="137628"/>
                  <a:pt x="4425407" y="138148"/>
                  <a:pt x="4426685" y="139424"/>
                </a:cubicBezTo>
                <a:cubicBezTo>
                  <a:pt x="4428046" y="140700"/>
                  <a:pt x="4423823" y="142184"/>
                  <a:pt x="4417237" y="142756"/>
                </a:cubicBezTo>
                <a:cubicBezTo>
                  <a:pt x="4410792" y="143329"/>
                  <a:pt x="4404539" y="142808"/>
                  <a:pt x="4403205" y="141533"/>
                </a:cubicBezTo>
                <a:cubicBezTo>
                  <a:pt x="4401927" y="140257"/>
                  <a:pt x="4406151" y="138747"/>
                  <a:pt x="4412652" y="138175"/>
                </a:cubicBezTo>
                <a:close/>
                <a:moveTo>
                  <a:pt x="7081134" y="137836"/>
                </a:moveTo>
                <a:cubicBezTo>
                  <a:pt x="7086136" y="137289"/>
                  <a:pt x="7093082" y="137785"/>
                  <a:pt x="7096667" y="138982"/>
                </a:cubicBezTo>
                <a:cubicBezTo>
                  <a:pt x="7100279" y="140154"/>
                  <a:pt x="7099195" y="141533"/>
                  <a:pt x="7094138" y="142106"/>
                </a:cubicBezTo>
                <a:cubicBezTo>
                  <a:pt x="7089164" y="142653"/>
                  <a:pt x="7082218" y="142131"/>
                  <a:pt x="7078578" y="140960"/>
                </a:cubicBezTo>
                <a:cubicBezTo>
                  <a:pt x="7074993" y="139737"/>
                  <a:pt x="7076104" y="138382"/>
                  <a:pt x="7081134" y="137836"/>
                </a:cubicBezTo>
                <a:close/>
                <a:moveTo>
                  <a:pt x="5369038" y="137094"/>
                </a:moveTo>
                <a:cubicBezTo>
                  <a:pt x="5377319" y="137777"/>
                  <a:pt x="5384125" y="139164"/>
                  <a:pt x="5387515" y="141090"/>
                </a:cubicBezTo>
                <a:cubicBezTo>
                  <a:pt x="5394352" y="144943"/>
                  <a:pt x="5384793" y="149577"/>
                  <a:pt x="5366038" y="151400"/>
                </a:cubicBezTo>
                <a:cubicBezTo>
                  <a:pt x="5347309" y="153222"/>
                  <a:pt x="5326663" y="151477"/>
                  <a:pt x="5320022" y="147572"/>
                </a:cubicBezTo>
                <a:cubicBezTo>
                  <a:pt x="5313410" y="143668"/>
                  <a:pt x="5323190" y="139085"/>
                  <a:pt x="5341724" y="137315"/>
                </a:cubicBezTo>
                <a:cubicBezTo>
                  <a:pt x="5351005" y="136429"/>
                  <a:pt x="5360758" y="136410"/>
                  <a:pt x="5369038" y="137094"/>
                </a:cubicBezTo>
                <a:close/>
                <a:moveTo>
                  <a:pt x="5936439" y="136850"/>
                </a:moveTo>
                <a:cubicBezTo>
                  <a:pt x="5944588" y="137497"/>
                  <a:pt x="5951638" y="138812"/>
                  <a:pt x="5955667" y="140647"/>
                </a:cubicBezTo>
                <a:cubicBezTo>
                  <a:pt x="5963698" y="144370"/>
                  <a:pt x="5956473" y="148744"/>
                  <a:pt x="5939440" y="150436"/>
                </a:cubicBezTo>
                <a:cubicBezTo>
                  <a:pt x="5922351" y="152154"/>
                  <a:pt x="5902067" y="150540"/>
                  <a:pt x="5894176" y="146817"/>
                </a:cubicBezTo>
                <a:cubicBezTo>
                  <a:pt x="5886229" y="143094"/>
                  <a:pt x="5893675" y="138747"/>
                  <a:pt x="5910626" y="137055"/>
                </a:cubicBezTo>
                <a:cubicBezTo>
                  <a:pt x="5919045" y="136222"/>
                  <a:pt x="5928291" y="136202"/>
                  <a:pt x="5936439" y="136850"/>
                </a:cubicBezTo>
                <a:close/>
                <a:moveTo>
                  <a:pt x="5464259" y="134738"/>
                </a:moveTo>
                <a:cubicBezTo>
                  <a:pt x="5472655" y="135427"/>
                  <a:pt x="5479629" y="136820"/>
                  <a:pt x="5483185" y="138747"/>
                </a:cubicBezTo>
                <a:cubicBezTo>
                  <a:pt x="5490299" y="142652"/>
                  <a:pt x="5480963" y="147312"/>
                  <a:pt x="5462318" y="149108"/>
                </a:cubicBezTo>
                <a:cubicBezTo>
                  <a:pt x="5443507" y="150956"/>
                  <a:pt x="5422527" y="149213"/>
                  <a:pt x="5415525" y="145308"/>
                </a:cubicBezTo>
                <a:cubicBezTo>
                  <a:pt x="5408578" y="141350"/>
                  <a:pt x="5418165" y="136742"/>
                  <a:pt x="5436810" y="134946"/>
                </a:cubicBezTo>
                <a:cubicBezTo>
                  <a:pt x="5446049" y="134060"/>
                  <a:pt x="5455865" y="134048"/>
                  <a:pt x="5464259" y="134738"/>
                </a:cubicBezTo>
                <a:close/>
                <a:moveTo>
                  <a:pt x="5842593" y="134480"/>
                </a:moveTo>
                <a:cubicBezTo>
                  <a:pt x="5851016" y="135160"/>
                  <a:pt x="5858233" y="136533"/>
                  <a:pt x="5862276" y="138434"/>
                </a:cubicBezTo>
                <a:cubicBezTo>
                  <a:pt x="5870418" y="142261"/>
                  <a:pt x="5862526" y="146817"/>
                  <a:pt x="5844743" y="148587"/>
                </a:cubicBezTo>
                <a:cubicBezTo>
                  <a:pt x="5826793" y="150384"/>
                  <a:pt x="5805787" y="148692"/>
                  <a:pt x="5797839" y="144813"/>
                </a:cubicBezTo>
                <a:cubicBezTo>
                  <a:pt x="5789976" y="140960"/>
                  <a:pt x="5797979" y="136456"/>
                  <a:pt x="5815678" y="134685"/>
                </a:cubicBezTo>
                <a:cubicBezTo>
                  <a:pt x="5824543" y="133813"/>
                  <a:pt x="5834171" y="133800"/>
                  <a:pt x="5842593" y="134480"/>
                </a:cubicBezTo>
                <a:close/>
                <a:moveTo>
                  <a:pt x="7409515" y="134269"/>
                </a:moveTo>
                <a:cubicBezTo>
                  <a:pt x="7409848" y="134217"/>
                  <a:pt x="7410293" y="134269"/>
                  <a:pt x="7410543" y="134346"/>
                </a:cubicBezTo>
                <a:cubicBezTo>
                  <a:pt x="7410821" y="134425"/>
                  <a:pt x="7410737" y="134503"/>
                  <a:pt x="7410432" y="134529"/>
                </a:cubicBezTo>
                <a:cubicBezTo>
                  <a:pt x="7410071" y="134581"/>
                  <a:pt x="7409682" y="134529"/>
                  <a:pt x="7409404" y="134477"/>
                </a:cubicBezTo>
                <a:cubicBezTo>
                  <a:pt x="7409181" y="134399"/>
                  <a:pt x="7409210" y="134295"/>
                  <a:pt x="7409515" y="134269"/>
                </a:cubicBezTo>
                <a:close/>
                <a:moveTo>
                  <a:pt x="4955716" y="134219"/>
                </a:moveTo>
                <a:cubicBezTo>
                  <a:pt x="4963438" y="134867"/>
                  <a:pt x="4969537" y="136182"/>
                  <a:pt x="4972190" y="138018"/>
                </a:cubicBezTo>
                <a:cubicBezTo>
                  <a:pt x="4977525" y="141741"/>
                  <a:pt x="4967078" y="146167"/>
                  <a:pt x="4948655" y="147911"/>
                </a:cubicBezTo>
                <a:cubicBezTo>
                  <a:pt x="4930149" y="149629"/>
                  <a:pt x="4910865" y="147989"/>
                  <a:pt x="4905641" y="144266"/>
                </a:cubicBezTo>
                <a:cubicBezTo>
                  <a:pt x="4900473" y="140517"/>
                  <a:pt x="4911171" y="136117"/>
                  <a:pt x="4929510" y="134425"/>
                </a:cubicBezTo>
                <a:cubicBezTo>
                  <a:pt x="4938652" y="133592"/>
                  <a:pt x="4947996" y="133573"/>
                  <a:pt x="4955716" y="134219"/>
                </a:cubicBezTo>
                <a:close/>
                <a:moveTo>
                  <a:pt x="5558597" y="133608"/>
                </a:moveTo>
                <a:cubicBezTo>
                  <a:pt x="5566704" y="134263"/>
                  <a:pt x="5573477" y="135597"/>
                  <a:pt x="5576992" y="137472"/>
                </a:cubicBezTo>
                <a:cubicBezTo>
                  <a:pt x="5584133" y="141221"/>
                  <a:pt x="5575547" y="145672"/>
                  <a:pt x="5557707" y="147417"/>
                </a:cubicBezTo>
                <a:cubicBezTo>
                  <a:pt x="5539786" y="149161"/>
                  <a:pt x="5519640" y="147521"/>
                  <a:pt x="5512555" y="143720"/>
                </a:cubicBezTo>
                <a:cubicBezTo>
                  <a:pt x="5505664" y="139945"/>
                  <a:pt x="5514445" y="135545"/>
                  <a:pt x="5532200" y="133827"/>
                </a:cubicBezTo>
                <a:cubicBezTo>
                  <a:pt x="5541050" y="132980"/>
                  <a:pt x="5550490" y="132955"/>
                  <a:pt x="5558597" y="133608"/>
                </a:cubicBezTo>
                <a:close/>
                <a:moveTo>
                  <a:pt x="5748009" y="133355"/>
                </a:moveTo>
                <a:cubicBezTo>
                  <a:pt x="5756285" y="134022"/>
                  <a:pt x="5763329" y="135375"/>
                  <a:pt x="5767192" y="137262"/>
                </a:cubicBezTo>
                <a:cubicBezTo>
                  <a:pt x="5774888" y="141037"/>
                  <a:pt x="5766886" y="145542"/>
                  <a:pt x="5749102" y="147312"/>
                </a:cubicBezTo>
                <a:cubicBezTo>
                  <a:pt x="5731319" y="149056"/>
                  <a:pt x="5710646" y="147364"/>
                  <a:pt x="5703088" y="143563"/>
                </a:cubicBezTo>
                <a:cubicBezTo>
                  <a:pt x="5695502" y="139762"/>
                  <a:pt x="5703755" y="135284"/>
                  <a:pt x="5721426" y="133566"/>
                </a:cubicBezTo>
                <a:cubicBezTo>
                  <a:pt x="5730221" y="132707"/>
                  <a:pt x="5739731" y="132688"/>
                  <a:pt x="5748009" y="133355"/>
                </a:cubicBezTo>
                <a:close/>
                <a:moveTo>
                  <a:pt x="6669243" y="133097"/>
                </a:moveTo>
                <a:cubicBezTo>
                  <a:pt x="6679583" y="133878"/>
                  <a:pt x="6689010" y="135466"/>
                  <a:pt x="6695067" y="137679"/>
                </a:cubicBezTo>
                <a:cubicBezTo>
                  <a:pt x="6707293" y="142157"/>
                  <a:pt x="6701542" y="147494"/>
                  <a:pt x="6681952" y="149603"/>
                </a:cubicBezTo>
                <a:cubicBezTo>
                  <a:pt x="6662362" y="151712"/>
                  <a:pt x="6636576" y="149707"/>
                  <a:pt x="6624406" y="145177"/>
                </a:cubicBezTo>
                <a:cubicBezTo>
                  <a:pt x="6612346" y="140699"/>
                  <a:pt x="6618459" y="135388"/>
                  <a:pt x="6637938" y="133357"/>
                </a:cubicBezTo>
                <a:cubicBezTo>
                  <a:pt x="6647649" y="132342"/>
                  <a:pt x="6658903" y="132316"/>
                  <a:pt x="6669243" y="133097"/>
                </a:cubicBezTo>
                <a:close/>
                <a:moveTo>
                  <a:pt x="5653573" y="132945"/>
                </a:moveTo>
                <a:cubicBezTo>
                  <a:pt x="5661879" y="133612"/>
                  <a:pt x="5668896" y="134972"/>
                  <a:pt x="5672662" y="136872"/>
                </a:cubicBezTo>
                <a:cubicBezTo>
                  <a:pt x="5680163" y="140699"/>
                  <a:pt x="5671745" y="145255"/>
                  <a:pt x="5653655" y="147025"/>
                </a:cubicBezTo>
                <a:cubicBezTo>
                  <a:pt x="5635595" y="148821"/>
                  <a:pt x="5614781" y="147130"/>
                  <a:pt x="5607418" y="143251"/>
                </a:cubicBezTo>
                <a:cubicBezTo>
                  <a:pt x="5600055" y="139424"/>
                  <a:pt x="5608780" y="134893"/>
                  <a:pt x="5626730" y="133176"/>
                </a:cubicBezTo>
                <a:cubicBezTo>
                  <a:pt x="5635663" y="132303"/>
                  <a:pt x="5645264" y="132277"/>
                  <a:pt x="5653573" y="132945"/>
                </a:cubicBezTo>
                <a:close/>
                <a:moveTo>
                  <a:pt x="6354647" y="132759"/>
                </a:moveTo>
                <a:cubicBezTo>
                  <a:pt x="6363483" y="133448"/>
                  <a:pt x="6371368" y="134841"/>
                  <a:pt x="6376244" y="136768"/>
                </a:cubicBezTo>
                <a:cubicBezTo>
                  <a:pt x="6385997" y="140620"/>
                  <a:pt x="6379856" y="145281"/>
                  <a:pt x="6362379" y="147104"/>
                </a:cubicBezTo>
                <a:cubicBezTo>
                  <a:pt x="6344901" y="148926"/>
                  <a:pt x="6322699" y="147208"/>
                  <a:pt x="6313169" y="143276"/>
                </a:cubicBezTo>
                <a:cubicBezTo>
                  <a:pt x="6303582" y="139345"/>
                  <a:pt x="6309973" y="134763"/>
                  <a:pt x="6327339" y="132967"/>
                </a:cubicBezTo>
                <a:cubicBezTo>
                  <a:pt x="6336022" y="132081"/>
                  <a:pt x="6345810" y="132069"/>
                  <a:pt x="6354647" y="132759"/>
                </a:cubicBezTo>
                <a:close/>
                <a:moveTo>
                  <a:pt x="6883963" y="131317"/>
                </a:moveTo>
                <a:cubicBezTo>
                  <a:pt x="6894130" y="132076"/>
                  <a:pt x="6903549" y="133617"/>
                  <a:pt x="6909829" y="135779"/>
                </a:cubicBezTo>
                <a:cubicBezTo>
                  <a:pt x="6922528" y="140127"/>
                  <a:pt x="6917721" y="145308"/>
                  <a:pt x="6898993" y="147312"/>
                </a:cubicBezTo>
                <a:cubicBezTo>
                  <a:pt x="6880237" y="149343"/>
                  <a:pt x="6854784" y="147416"/>
                  <a:pt x="6842308" y="143042"/>
                </a:cubicBezTo>
                <a:cubicBezTo>
                  <a:pt x="6829888" y="138695"/>
                  <a:pt x="6834972" y="133540"/>
                  <a:pt x="6853617" y="131561"/>
                </a:cubicBezTo>
                <a:cubicBezTo>
                  <a:pt x="6862883" y="130585"/>
                  <a:pt x="6873797" y="130559"/>
                  <a:pt x="6883963" y="131317"/>
                </a:cubicBezTo>
                <a:close/>
                <a:moveTo>
                  <a:pt x="4095386" y="130910"/>
                </a:moveTo>
                <a:cubicBezTo>
                  <a:pt x="4096220" y="130858"/>
                  <a:pt x="4096970" y="130910"/>
                  <a:pt x="4097136" y="131067"/>
                </a:cubicBezTo>
                <a:cubicBezTo>
                  <a:pt x="4097193" y="131223"/>
                  <a:pt x="4096665" y="131431"/>
                  <a:pt x="4095915" y="131483"/>
                </a:cubicBezTo>
                <a:cubicBezTo>
                  <a:pt x="4095054" y="131561"/>
                  <a:pt x="4094276" y="131483"/>
                  <a:pt x="4094165" y="131327"/>
                </a:cubicBezTo>
                <a:cubicBezTo>
                  <a:pt x="4094080" y="131171"/>
                  <a:pt x="4094692" y="130988"/>
                  <a:pt x="4095386" y="130910"/>
                </a:cubicBezTo>
                <a:close/>
                <a:moveTo>
                  <a:pt x="4717027" y="130807"/>
                </a:moveTo>
                <a:cubicBezTo>
                  <a:pt x="4727169" y="129896"/>
                  <a:pt x="4737367" y="130755"/>
                  <a:pt x="4739951" y="132734"/>
                </a:cubicBezTo>
                <a:cubicBezTo>
                  <a:pt x="4742535" y="134790"/>
                  <a:pt x="4736394" y="137159"/>
                  <a:pt x="4726252" y="138096"/>
                </a:cubicBezTo>
                <a:cubicBezTo>
                  <a:pt x="4715999" y="139008"/>
                  <a:pt x="4705718" y="138122"/>
                  <a:pt x="4703189" y="136117"/>
                </a:cubicBezTo>
                <a:cubicBezTo>
                  <a:pt x="4700688" y="134113"/>
                  <a:pt x="4706913" y="131744"/>
                  <a:pt x="4717027" y="130807"/>
                </a:cubicBezTo>
                <a:close/>
                <a:moveTo>
                  <a:pt x="7204756" y="130520"/>
                </a:moveTo>
                <a:cubicBezTo>
                  <a:pt x="7205395" y="130442"/>
                  <a:pt x="7206229" y="130520"/>
                  <a:pt x="7206701" y="130676"/>
                </a:cubicBezTo>
                <a:cubicBezTo>
                  <a:pt x="7207173" y="130833"/>
                  <a:pt x="7207090" y="131015"/>
                  <a:pt x="7206451" y="131093"/>
                </a:cubicBezTo>
                <a:cubicBezTo>
                  <a:pt x="7205867" y="131145"/>
                  <a:pt x="7205006" y="131093"/>
                  <a:pt x="7204450" y="130937"/>
                </a:cubicBezTo>
                <a:cubicBezTo>
                  <a:pt x="7204005" y="130781"/>
                  <a:pt x="7204117" y="130598"/>
                  <a:pt x="7204756" y="130520"/>
                </a:cubicBezTo>
                <a:close/>
                <a:moveTo>
                  <a:pt x="4300367" y="129661"/>
                </a:moveTo>
                <a:cubicBezTo>
                  <a:pt x="4301202" y="129582"/>
                  <a:pt x="4301923" y="129661"/>
                  <a:pt x="4302062" y="129817"/>
                </a:cubicBezTo>
                <a:cubicBezTo>
                  <a:pt x="4302173" y="129947"/>
                  <a:pt x="4301673" y="130155"/>
                  <a:pt x="4300895" y="130207"/>
                </a:cubicBezTo>
                <a:cubicBezTo>
                  <a:pt x="4300118" y="130285"/>
                  <a:pt x="4299367" y="130207"/>
                  <a:pt x="4299172" y="130077"/>
                </a:cubicBezTo>
                <a:cubicBezTo>
                  <a:pt x="4299061" y="129921"/>
                  <a:pt x="4299562" y="129739"/>
                  <a:pt x="4300367" y="129661"/>
                </a:cubicBezTo>
                <a:close/>
                <a:moveTo>
                  <a:pt x="6996718" y="128880"/>
                </a:moveTo>
                <a:cubicBezTo>
                  <a:pt x="6997468" y="128775"/>
                  <a:pt x="6998580" y="128828"/>
                  <a:pt x="6999163" y="129036"/>
                </a:cubicBezTo>
                <a:cubicBezTo>
                  <a:pt x="6999747" y="129244"/>
                  <a:pt x="6999552" y="129452"/>
                  <a:pt x="6998746" y="129556"/>
                </a:cubicBezTo>
                <a:cubicBezTo>
                  <a:pt x="6997940" y="129635"/>
                  <a:pt x="6996746" y="129556"/>
                  <a:pt x="6996246" y="129375"/>
                </a:cubicBezTo>
                <a:cubicBezTo>
                  <a:pt x="6995690" y="129192"/>
                  <a:pt x="6995912" y="128932"/>
                  <a:pt x="6996718" y="128880"/>
                </a:cubicBezTo>
                <a:close/>
                <a:moveTo>
                  <a:pt x="5050845" y="128138"/>
                </a:moveTo>
                <a:cubicBezTo>
                  <a:pt x="5058899" y="128815"/>
                  <a:pt x="5065332" y="130182"/>
                  <a:pt x="5068250" y="132082"/>
                </a:cubicBezTo>
                <a:cubicBezTo>
                  <a:pt x="5074084" y="135909"/>
                  <a:pt x="5063442" y="140465"/>
                  <a:pt x="5044436" y="142261"/>
                </a:cubicBezTo>
                <a:cubicBezTo>
                  <a:pt x="5025457" y="144058"/>
                  <a:pt x="5005368" y="142340"/>
                  <a:pt x="4999644" y="138487"/>
                </a:cubicBezTo>
                <a:cubicBezTo>
                  <a:pt x="4994031" y="134634"/>
                  <a:pt x="5004812" y="130103"/>
                  <a:pt x="5023708" y="128333"/>
                </a:cubicBezTo>
                <a:cubicBezTo>
                  <a:pt x="5033113" y="127474"/>
                  <a:pt x="5042790" y="127461"/>
                  <a:pt x="5050845" y="128138"/>
                </a:cubicBezTo>
                <a:close/>
                <a:moveTo>
                  <a:pt x="6261583" y="127532"/>
                </a:moveTo>
                <a:cubicBezTo>
                  <a:pt x="6269828" y="128170"/>
                  <a:pt x="6277129" y="129466"/>
                  <a:pt x="6281547" y="131275"/>
                </a:cubicBezTo>
                <a:cubicBezTo>
                  <a:pt x="6290384" y="134893"/>
                  <a:pt x="6284327" y="139215"/>
                  <a:pt x="6267848" y="140934"/>
                </a:cubicBezTo>
                <a:cubicBezTo>
                  <a:pt x="6251371" y="142600"/>
                  <a:pt x="6230725" y="141011"/>
                  <a:pt x="6221945" y="137341"/>
                </a:cubicBezTo>
                <a:cubicBezTo>
                  <a:pt x="6213276" y="133722"/>
                  <a:pt x="6219555" y="129375"/>
                  <a:pt x="6235950" y="127734"/>
                </a:cubicBezTo>
                <a:cubicBezTo>
                  <a:pt x="6244147" y="126913"/>
                  <a:pt x="6253337" y="126894"/>
                  <a:pt x="6261583" y="127532"/>
                </a:cubicBezTo>
                <a:close/>
                <a:moveTo>
                  <a:pt x="4505099" y="127344"/>
                </a:moveTo>
                <a:cubicBezTo>
                  <a:pt x="4515158" y="126459"/>
                  <a:pt x="4525105" y="127318"/>
                  <a:pt x="4527217" y="129270"/>
                </a:cubicBezTo>
                <a:cubicBezTo>
                  <a:pt x="4529413" y="131224"/>
                  <a:pt x="4523049" y="133541"/>
                  <a:pt x="4513018" y="134477"/>
                </a:cubicBezTo>
                <a:cubicBezTo>
                  <a:pt x="4502876" y="135363"/>
                  <a:pt x="4492845" y="134503"/>
                  <a:pt x="4490733" y="132551"/>
                </a:cubicBezTo>
                <a:cubicBezTo>
                  <a:pt x="4488650" y="130572"/>
                  <a:pt x="4495040" y="128256"/>
                  <a:pt x="4505099" y="127344"/>
                </a:cubicBezTo>
                <a:close/>
                <a:moveTo>
                  <a:pt x="6776565" y="126719"/>
                </a:moveTo>
                <a:cubicBezTo>
                  <a:pt x="6784151" y="125886"/>
                  <a:pt x="6794404" y="126641"/>
                  <a:pt x="6799461" y="128437"/>
                </a:cubicBezTo>
                <a:cubicBezTo>
                  <a:pt x="6804491" y="130181"/>
                  <a:pt x="6802379" y="132290"/>
                  <a:pt x="6794598" y="133123"/>
                </a:cubicBezTo>
                <a:cubicBezTo>
                  <a:pt x="6786957" y="133956"/>
                  <a:pt x="6776593" y="133150"/>
                  <a:pt x="6771591" y="131378"/>
                </a:cubicBezTo>
                <a:cubicBezTo>
                  <a:pt x="6766618" y="129582"/>
                  <a:pt x="6768812" y="127526"/>
                  <a:pt x="6776565" y="126719"/>
                </a:cubicBezTo>
                <a:close/>
                <a:moveTo>
                  <a:pt x="6578062" y="125072"/>
                </a:moveTo>
                <a:cubicBezTo>
                  <a:pt x="6588277" y="125847"/>
                  <a:pt x="6597550" y="127422"/>
                  <a:pt x="6603483" y="129609"/>
                </a:cubicBezTo>
                <a:cubicBezTo>
                  <a:pt x="6615431" y="134034"/>
                  <a:pt x="6609179" y="139319"/>
                  <a:pt x="6589645" y="141376"/>
                </a:cubicBezTo>
                <a:cubicBezTo>
                  <a:pt x="6569972" y="143459"/>
                  <a:pt x="6544436" y="141480"/>
                  <a:pt x="6532710" y="137028"/>
                </a:cubicBezTo>
                <a:cubicBezTo>
                  <a:pt x="6521096" y="132577"/>
                  <a:pt x="6527515" y="127370"/>
                  <a:pt x="6546993" y="125339"/>
                </a:cubicBezTo>
                <a:cubicBezTo>
                  <a:pt x="6556691" y="124323"/>
                  <a:pt x="6567847" y="124297"/>
                  <a:pt x="6578062" y="125072"/>
                </a:cubicBezTo>
                <a:close/>
                <a:moveTo>
                  <a:pt x="4811835" y="124038"/>
                </a:moveTo>
                <a:cubicBezTo>
                  <a:pt x="4820114" y="123309"/>
                  <a:pt x="4828617" y="124038"/>
                  <a:pt x="4830895" y="125678"/>
                </a:cubicBezTo>
                <a:cubicBezTo>
                  <a:pt x="4833118" y="127318"/>
                  <a:pt x="4828173" y="129270"/>
                  <a:pt x="4819865" y="130052"/>
                </a:cubicBezTo>
                <a:cubicBezTo>
                  <a:pt x="4811556" y="130807"/>
                  <a:pt x="4802942" y="130078"/>
                  <a:pt x="4800775" y="128437"/>
                </a:cubicBezTo>
                <a:cubicBezTo>
                  <a:pt x="4798552" y="126772"/>
                  <a:pt x="4803470" y="124793"/>
                  <a:pt x="4811835" y="124038"/>
                </a:cubicBezTo>
                <a:close/>
                <a:moveTo>
                  <a:pt x="6167876" y="123494"/>
                </a:moveTo>
                <a:cubicBezTo>
                  <a:pt x="6175112" y="124057"/>
                  <a:pt x="6181475" y="125196"/>
                  <a:pt x="6185239" y="126772"/>
                </a:cubicBezTo>
                <a:cubicBezTo>
                  <a:pt x="6192797" y="129974"/>
                  <a:pt x="6187184" y="133774"/>
                  <a:pt x="6172485" y="135259"/>
                </a:cubicBezTo>
                <a:cubicBezTo>
                  <a:pt x="6157898" y="136769"/>
                  <a:pt x="6139808" y="135337"/>
                  <a:pt x="6132279" y="132135"/>
                </a:cubicBezTo>
                <a:cubicBezTo>
                  <a:pt x="6124804" y="128932"/>
                  <a:pt x="6130639" y="125157"/>
                  <a:pt x="6145283" y="123674"/>
                </a:cubicBezTo>
                <a:cubicBezTo>
                  <a:pt x="6152534" y="122944"/>
                  <a:pt x="6160642" y="122931"/>
                  <a:pt x="6167876" y="123494"/>
                </a:cubicBezTo>
                <a:close/>
                <a:moveTo>
                  <a:pt x="5145030" y="123192"/>
                </a:moveTo>
                <a:cubicBezTo>
                  <a:pt x="5153088" y="123856"/>
                  <a:pt x="5159583" y="125209"/>
                  <a:pt x="5162640" y="127109"/>
                </a:cubicBezTo>
                <a:cubicBezTo>
                  <a:pt x="5168696" y="130884"/>
                  <a:pt x="5158499" y="135440"/>
                  <a:pt x="5139660" y="137211"/>
                </a:cubicBezTo>
                <a:cubicBezTo>
                  <a:pt x="5120876" y="139007"/>
                  <a:pt x="5100731" y="137289"/>
                  <a:pt x="5094729" y="133488"/>
                </a:cubicBezTo>
                <a:cubicBezTo>
                  <a:pt x="5088866" y="129635"/>
                  <a:pt x="5099314" y="125157"/>
                  <a:pt x="5118041" y="123413"/>
                </a:cubicBezTo>
                <a:cubicBezTo>
                  <a:pt x="5127350" y="122554"/>
                  <a:pt x="5136971" y="122528"/>
                  <a:pt x="5145030" y="123192"/>
                </a:cubicBezTo>
                <a:close/>
                <a:moveTo>
                  <a:pt x="4393536" y="119585"/>
                </a:moveTo>
                <a:cubicBezTo>
                  <a:pt x="4394536" y="119481"/>
                  <a:pt x="4395453" y="119585"/>
                  <a:pt x="4395648" y="119741"/>
                </a:cubicBezTo>
                <a:cubicBezTo>
                  <a:pt x="4395871" y="119924"/>
                  <a:pt x="4395259" y="120132"/>
                  <a:pt x="4394259" y="120236"/>
                </a:cubicBezTo>
                <a:cubicBezTo>
                  <a:pt x="4393259" y="120341"/>
                  <a:pt x="4392341" y="120236"/>
                  <a:pt x="4392147" y="120054"/>
                </a:cubicBezTo>
                <a:cubicBezTo>
                  <a:pt x="4392008" y="119872"/>
                  <a:pt x="4392620" y="119638"/>
                  <a:pt x="4393536" y="119585"/>
                </a:cubicBezTo>
                <a:close/>
                <a:moveTo>
                  <a:pt x="4599684" y="119533"/>
                </a:moveTo>
                <a:cubicBezTo>
                  <a:pt x="4606937" y="118908"/>
                  <a:pt x="4614217" y="119507"/>
                  <a:pt x="4615884" y="120913"/>
                </a:cubicBezTo>
                <a:cubicBezTo>
                  <a:pt x="4617524" y="122345"/>
                  <a:pt x="4613022" y="124011"/>
                  <a:pt x="4605714" y="124662"/>
                </a:cubicBezTo>
                <a:cubicBezTo>
                  <a:pt x="4598462" y="125339"/>
                  <a:pt x="4591182" y="124714"/>
                  <a:pt x="4589514" y="123282"/>
                </a:cubicBezTo>
                <a:cubicBezTo>
                  <a:pt x="4587847" y="121877"/>
                  <a:pt x="4592349" y="120185"/>
                  <a:pt x="4599684" y="119533"/>
                </a:cubicBezTo>
                <a:close/>
                <a:moveTo>
                  <a:pt x="7115617" y="119429"/>
                </a:moveTo>
                <a:cubicBezTo>
                  <a:pt x="7116200" y="119352"/>
                  <a:pt x="7117090" y="119429"/>
                  <a:pt x="7117561" y="119560"/>
                </a:cubicBezTo>
                <a:cubicBezTo>
                  <a:pt x="7118062" y="119716"/>
                  <a:pt x="7117923" y="119872"/>
                  <a:pt x="7117339" y="119976"/>
                </a:cubicBezTo>
                <a:cubicBezTo>
                  <a:pt x="7116672" y="120028"/>
                  <a:pt x="7115783" y="119976"/>
                  <a:pt x="7115283" y="119820"/>
                </a:cubicBezTo>
                <a:cubicBezTo>
                  <a:pt x="7114867" y="119664"/>
                  <a:pt x="7115033" y="119482"/>
                  <a:pt x="7115617" y="119429"/>
                </a:cubicBezTo>
                <a:close/>
                <a:moveTo>
                  <a:pt x="6906967" y="118883"/>
                </a:moveTo>
                <a:cubicBezTo>
                  <a:pt x="6907828" y="118805"/>
                  <a:pt x="6908913" y="118883"/>
                  <a:pt x="6909468" y="119091"/>
                </a:cubicBezTo>
                <a:cubicBezTo>
                  <a:pt x="6909996" y="119273"/>
                  <a:pt x="6909774" y="119482"/>
                  <a:pt x="6909023" y="119585"/>
                </a:cubicBezTo>
                <a:cubicBezTo>
                  <a:pt x="6908161" y="119663"/>
                  <a:pt x="6907078" y="119585"/>
                  <a:pt x="6906467" y="119403"/>
                </a:cubicBezTo>
                <a:cubicBezTo>
                  <a:pt x="6905967" y="119195"/>
                  <a:pt x="6906189" y="118961"/>
                  <a:pt x="6906967" y="118883"/>
                </a:cubicBezTo>
                <a:close/>
                <a:moveTo>
                  <a:pt x="5239632" y="118801"/>
                </a:moveTo>
                <a:cubicBezTo>
                  <a:pt x="5248048" y="119487"/>
                  <a:pt x="5254891" y="120887"/>
                  <a:pt x="5258142" y="122840"/>
                </a:cubicBezTo>
                <a:cubicBezTo>
                  <a:pt x="5264727" y="126745"/>
                  <a:pt x="5254474" y="131431"/>
                  <a:pt x="5235106" y="133280"/>
                </a:cubicBezTo>
                <a:cubicBezTo>
                  <a:pt x="5215712" y="135076"/>
                  <a:pt x="5194649" y="133358"/>
                  <a:pt x="5188286" y="129375"/>
                </a:cubicBezTo>
                <a:cubicBezTo>
                  <a:pt x="5181895" y="125469"/>
                  <a:pt x="5192398" y="120809"/>
                  <a:pt x="5211683" y="119039"/>
                </a:cubicBezTo>
                <a:cubicBezTo>
                  <a:pt x="5221227" y="118141"/>
                  <a:pt x="5231216" y="118115"/>
                  <a:pt x="5239632" y="118801"/>
                </a:cubicBezTo>
                <a:close/>
                <a:moveTo>
                  <a:pt x="6486418" y="118388"/>
                </a:moveTo>
                <a:cubicBezTo>
                  <a:pt x="6495920" y="119111"/>
                  <a:pt x="6504479" y="120575"/>
                  <a:pt x="6509869" y="122606"/>
                </a:cubicBezTo>
                <a:cubicBezTo>
                  <a:pt x="6520651" y="126719"/>
                  <a:pt x="6514621" y="131587"/>
                  <a:pt x="6496143" y="133540"/>
                </a:cubicBezTo>
                <a:cubicBezTo>
                  <a:pt x="6477637" y="135466"/>
                  <a:pt x="6453824" y="133644"/>
                  <a:pt x="6443154" y="129504"/>
                </a:cubicBezTo>
                <a:cubicBezTo>
                  <a:pt x="6432540" y="125365"/>
                  <a:pt x="6438931" y="120523"/>
                  <a:pt x="6457297" y="118622"/>
                </a:cubicBezTo>
                <a:cubicBezTo>
                  <a:pt x="6466467" y="117685"/>
                  <a:pt x="6476915" y="117665"/>
                  <a:pt x="6486418" y="118388"/>
                </a:cubicBezTo>
                <a:close/>
                <a:moveTo>
                  <a:pt x="4906559" y="118232"/>
                </a:moveTo>
                <a:cubicBezTo>
                  <a:pt x="4912783" y="117685"/>
                  <a:pt x="4919146" y="118232"/>
                  <a:pt x="4920896" y="119456"/>
                </a:cubicBezTo>
                <a:cubicBezTo>
                  <a:pt x="4922675" y="120653"/>
                  <a:pt x="4919036" y="122111"/>
                  <a:pt x="4912867" y="122684"/>
                </a:cubicBezTo>
                <a:cubicBezTo>
                  <a:pt x="4906698" y="123257"/>
                  <a:pt x="4900279" y="122710"/>
                  <a:pt x="4898557" y="121461"/>
                </a:cubicBezTo>
                <a:cubicBezTo>
                  <a:pt x="4896750" y="120289"/>
                  <a:pt x="4900390" y="118805"/>
                  <a:pt x="4906559" y="118232"/>
                </a:cubicBezTo>
                <a:close/>
                <a:moveTo>
                  <a:pt x="6077713" y="117910"/>
                </a:moveTo>
                <a:cubicBezTo>
                  <a:pt x="6086813" y="118616"/>
                  <a:pt x="6094767" y="120054"/>
                  <a:pt x="6099434" y="122059"/>
                </a:cubicBezTo>
                <a:cubicBezTo>
                  <a:pt x="6108882" y="126094"/>
                  <a:pt x="6101380" y="130910"/>
                  <a:pt x="6082652" y="132785"/>
                </a:cubicBezTo>
                <a:cubicBezTo>
                  <a:pt x="6063951" y="134686"/>
                  <a:pt x="6041166" y="132889"/>
                  <a:pt x="6031942" y="128828"/>
                </a:cubicBezTo>
                <a:cubicBezTo>
                  <a:pt x="6022855" y="124793"/>
                  <a:pt x="6030552" y="120002"/>
                  <a:pt x="6049113" y="118154"/>
                </a:cubicBezTo>
                <a:cubicBezTo>
                  <a:pt x="6058366" y="117229"/>
                  <a:pt x="6068612" y="117203"/>
                  <a:pt x="6077713" y="117910"/>
                </a:cubicBezTo>
                <a:close/>
                <a:moveTo>
                  <a:pt x="5333489" y="115440"/>
                </a:moveTo>
                <a:cubicBezTo>
                  <a:pt x="5342016" y="116123"/>
                  <a:pt x="5349004" y="117516"/>
                  <a:pt x="5352449" y="119456"/>
                </a:cubicBezTo>
                <a:cubicBezTo>
                  <a:pt x="5359341" y="123413"/>
                  <a:pt x="5349338" y="128125"/>
                  <a:pt x="5329997" y="129948"/>
                </a:cubicBezTo>
                <a:cubicBezTo>
                  <a:pt x="5310603" y="131822"/>
                  <a:pt x="5289319" y="130052"/>
                  <a:pt x="5282566" y="126094"/>
                </a:cubicBezTo>
                <a:cubicBezTo>
                  <a:pt x="5275786" y="122163"/>
                  <a:pt x="5286095" y="117477"/>
                  <a:pt x="5305295" y="115681"/>
                </a:cubicBezTo>
                <a:cubicBezTo>
                  <a:pt x="5314896" y="114782"/>
                  <a:pt x="5324962" y="114756"/>
                  <a:pt x="5333489" y="115440"/>
                </a:cubicBezTo>
                <a:close/>
                <a:moveTo>
                  <a:pt x="5984110" y="115394"/>
                </a:moveTo>
                <a:cubicBezTo>
                  <a:pt x="5992387" y="116039"/>
                  <a:pt x="5999556" y="117347"/>
                  <a:pt x="6003682" y="119170"/>
                </a:cubicBezTo>
                <a:cubicBezTo>
                  <a:pt x="6011990" y="122840"/>
                  <a:pt x="6004794" y="127214"/>
                  <a:pt x="5987677" y="128958"/>
                </a:cubicBezTo>
                <a:cubicBezTo>
                  <a:pt x="5970394" y="130676"/>
                  <a:pt x="5949720" y="129036"/>
                  <a:pt x="5941580" y="125340"/>
                </a:cubicBezTo>
                <a:cubicBezTo>
                  <a:pt x="5933438" y="121643"/>
                  <a:pt x="5940801" y="117295"/>
                  <a:pt x="5957890" y="115602"/>
                </a:cubicBezTo>
                <a:cubicBezTo>
                  <a:pt x="5966448" y="114769"/>
                  <a:pt x="5975833" y="114750"/>
                  <a:pt x="5984110" y="115394"/>
                </a:cubicBezTo>
                <a:close/>
                <a:moveTo>
                  <a:pt x="6703347" y="113740"/>
                </a:moveTo>
                <a:cubicBezTo>
                  <a:pt x="6712767" y="114444"/>
                  <a:pt x="6721381" y="115875"/>
                  <a:pt x="6726966" y="117867"/>
                </a:cubicBezTo>
                <a:cubicBezTo>
                  <a:pt x="6738192" y="121877"/>
                  <a:pt x="6733051" y="126641"/>
                  <a:pt x="6715323" y="128489"/>
                </a:cubicBezTo>
                <a:cubicBezTo>
                  <a:pt x="6697513" y="130390"/>
                  <a:pt x="6674033" y="128619"/>
                  <a:pt x="6662890" y="124584"/>
                </a:cubicBezTo>
                <a:cubicBezTo>
                  <a:pt x="6651859" y="120549"/>
                  <a:pt x="6657250" y="115811"/>
                  <a:pt x="6674894" y="113988"/>
                </a:cubicBezTo>
                <a:cubicBezTo>
                  <a:pt x="6683702" y="113064"/>
                  <a:pt x="6693928" y="113038"/>
                  <a:pt x="6703347" y="113740"/>
                </a:cubicBezTo>
                <a:close/>
                <a:moveTo>
                  <a:pt x="5426977" y="112943"/>
                </a:moveTo>
                <a:cubicBezTo>
                  <a:pt x="5435531" y="113630"/>
                  <a:pt x="5442603" y="115030"/>
                  <a:pt x="5446174" y="116983"/>
                </a:cubicBezTo>
                <a:cubicBezTo>
                  <a:pt x="5453427" y="120862"/>
                  <a:pt x="5443728" y="125600"/>
                  <a:pt x="5424611" y="127422"/>
                </a:cubicBezTo>
                <a:cubicBezTo>
                  <a:pt x="5405272" y="129270"/>
                  <a:pt x="5383959" y="127500"/>
                  <a:pt x="5376902" y="123568"/>
                </a:cubicBezTo>
                <a:cubicBezTo>
                  <a:pt x="5369927" y="119612"/>
                  <a:pt x="5379846" y="114977"/>
                  <a:pt x="5398881" y="113181"/>
                </a:cubicBezTo>
                <a:cubicBezTo>
                  <a:pt x="5408384" y="112283"/>
                  <a:pt x="5418422" y="112257"/>
                  <a:pt x="5426977" y="112943"/>
                </a:cubicBezTo>
                <a:close/>
                <a:moveTo>
                  <a:pt x="4694186" y="112738"/>
                </a:moveTo>
                <a:cubicBezTo>
                  <a:pt x="4698104" y="112348"/>
                  <a:pt x="4702105" y="112712"/>
                  <a:pt x="4703078" y="113467"/>
                </a:cubicBezTo>
                <a:cubicBezTo>
                  <a:pt x="4704106" y="114222"/>
                  <a:pt x="4701660" y="115160"/>
                  <a:pt x="4697743" y="115497"/>
                </a:cubicBezTo>
                <a:cubicBezTo>
                  <a:pt x="4693770" y="115863"/>
                  <a:pt x="4689741" y="115524"/>
                  <a:pt x="4688768" y="114743"/>
                </a:cubicBezTo>
                <a:cubicBezTo>
                  <a:pt x="4687795" y="113988"/>
                  <a:pt x="4690269" y="113077"/>
                  <a:pt x="4694186" y="112738"/>
                </a:cubicBezTo>
                <a:close/>
                <a:moveTo>
                  <a:pt x="5892293" y="112492"/>
                </a:moveTo>
                <a:cubicBezTo>
                  <a:pt x="5901184" y="113188"/>
                  <a:pt x="5908847" y="114600"/>
                  <a:pt x="5913181" y="116566"/>
                </a:cubicBezTo>
                <a:cubicBezTo>
                  <a:pt x="5921824" y="120549"/>
                  <a:pt x="5913820" y="125261"/>
                  <a:pt x="5895037" y="127084"/>
                </a:cubicBezTo>
                <a:cubicBezTo>
                  <a:pt x="5876309" y="128933"/>
                  <a:pt x="5854108" y="127162"/>
                  <a:pt x="5845632" y="123178"/>
                </a:cubicBezTo>
                <a:cubicBezTo>
                  <a:pt x="5837158" y="119221"/>
                  <a:pt x="5845466" y="114509"/>
                  <a:pt x="5864027" y="112713"/>
                </a:cubicBezTo>
                <a:cubicBezTo>
                  <a:pt x="5873279" y="111815"/>
                  <a:pt x="5883402" y="111795"/>
                  <a:pt x="5892293" y="112492"/>
                </a:cubicBezTo>
                <a:close/>
                <a:moveTo>
                  <a:pt x="6395990" y="111505"/>
                </a:moveTo>
                <a:cubicBezTo>
                  <a:pt x="6405990" y="112264"/>
                  <a:pt x="6414937" y="113805"/>
                  <a:pt x="6420481" y="115967"/>
                </a:cubicBezTo>
                <a:cubicBezTo>
                  <a:pt x="6431595" y="120289"/>
                  <a:pt x="6424871" y="125443"/>
                  <a:pt x="6405226" y="127448"/>
                </a:cubicBezTo>
                <a:cubicBezTo>
                  <a:pt x="6385470" y="129478"/>
                  <a:pt x="6360406" y="127578"/>
                  <a:pt x="6349430" y="123178"/>
                </a:cubicBezTo>
                <a:cubicBezTo>
                  <a:pt x="6338482" y="118856"/>
                  <a:pt x="6345624" y="113754"/>
                  <a:pt x="6365185" y="111749"/>
                </a:cubicBezTo>
                <a:cubicBezTo>
                  <a:pt x="6374938" y="110773"/>
                  <a:pt x="6385990" y="110747"/>
                  <a:pt x="6395990" y="111505"/>
                </a:cubicBezTo>
                <a:close/>
                <a:moveTo>
                  <a:pt x="5798813" y="111394"/>
                </a:moveTo>
                <a:cubicBezTo>
                  <a:pt x="5807142" y="112049"/>
                  <a:pt x="5814248" y="113376"/>
                  <a:pt x="5818181" y="115238"/>
                </a:cubicBezTo>
                <a:cubicBezTo>
                  <a:pt x="5826071" y="118961"/>
                  <a:pt x="5818181" y="123387"/>
                  <a:pt x="5800424" y="125157"/>
                </a:cubicBezTo>
                <a:cubicBezTo>
                  <a:pt x="5782641" y="126875"/>
                  <a:pt x="5761829" y="125235"/>
                  <a:pt x="5754076" y="121460"/>
                </a:cubicBezTo>
                <a:cubicBezTo>
                  <a:pt x="5746324" y="117711"/>
                  <a:pt x="5754466" y="113311"/>
                  <a:pt x="5772109" y="111593"/>
                </a:cubicBezTo>
                <a:cubicBezTo>
                  <a:pt x="5780932" y="110760"/>
                  <a:pt x="5790483" y="110740"/>
                  <a:pt x="5798813" y="111394"/>
                </a:cubicBezTo>
                <a:close/>
                <a:moveTo>
                  <a:pt x="5520190" y="111320"/>
                </a:moveTo>
                <a:cubicBezTo>
                  <a:pt x="5528700" y="112003"/>
                  <a:pt x="5535800" y="113389"/>
                  <a:pt x="5539482" y="115316"/>
                </a:cubicBezTo>
                <a:cubicBezTo>
                  <a:pt x="5546845" y="119195"/>
                  <a:pt x="5537675" y="123856"/>
                  <a:pt x="5518835" y="125573"/>
                </a:cubicBezTo>
                <a:cubicBezTo>
                  <a:pt x="5499940" y="127422"/>
                  <a:pt x="5478683" y="125677"/>
                  <a:pt x="5471376" y="121773"/>
                </a:cubicBezTo>
                <a:cubicBezTo>
                  <a:pt x="5464207" y="117893"/>
                  <a:pt x="5473682" y="113285"/>
                  <a:pt x="5492438" y="111541"/>
                </a:cubicBezTo>
                <a:cubicBezTo>
                  <a:pt x="5501760" y="110655"/>
                  <a:pt x="5511680" y="110636"/>
                  <a:pt x="5520190" y="111320"/>
                </a:cubicBezTo>
                <a:close/>
                <a:moveTo>
                  <a:pt x="4486204" y="110187"/>
                </a:moveTo>
                <a:cubicBezTo>
                  <a:pt x="4487538" y="110083"/>
                  <a:pt x="4488872" y="110187"/>
                  <a:pt x="4489177" y="110448"/>
                </a:cubicBezTo>
                <a:cubicBezTo>
                  <a:pt x="4489428" y="110708"/>
                  <a:pt x="4488621" y="110994"/>
                  <a:pt x="4487288" y="111125"/>
                </a:cubicBezTo>
                <a:cubicBezTo>
                  <a:pt x="4485926" y="111228"/>
                  <a:pt x="4484621" y="111125"/>
                  <a:pt x="4484315" y="110864"/>
                </a:cubicBezTo>
                <a:cubicBezTo>
                  <a:pt x="4484036" y="110655"/>
                  <a:pt x="4484843" y="110317"/>
                  <a:pt x="4486204" y="110187"/>
                </a:cubicBezTo>
                <a:close/>
                <a:moveTo>
                  <a:pt x="5614198" y="110031"/>
                </a:moveTo>
                <a:cubicBezTo>
                  <a:pt x="5623237" y="110753"/>
                  <a:pt x="5630829" y="112218"/>
                  <a:pt x="5634873" y="114248"/>
                </a:cubicBezTo>
                <a:cubicBezTo>
                  <a:pt x="5642986" y="118362"/>
                  <a:pt x="5633566" y="123204"/>
                  <a:pt x="5613810" y="125130"/>
                </a:cubicBezTo>
                <a:cubicBezTo>
                  <a:pt x="5593942" y="127058"/>
                  <a:pt x="5571353" y="125235"/>
                  <a:pt x="5563433" y="121095"/>
                </a:cubicBezTo>
                <a:cubicBezTo>
                  <a:pt x="5555597" y="116982"/>
                  <a:pt x="5565128" y="112166"/>
                  <a:pt x="5584856" y="110265"/>
                </a:cubicBezTo>
                <a:cubicBezTo>
                  <a:pt x="5594679" y="109328"/>
                  <a:pt x="5605161" y="109308"/>
                  <a:pt x="5614198" y="110031"/>
                </a:cubicBezTo>
                <a:close/>
                <a:moveTo>
                  <a:pt x="6595591" y="110005"/>
                </a:moveTo>
                <a:cubicBezTo>
                  <a:pt x="6603732" y="109146"/>
                  <a:pt x="6614403" y="109953"/>
                  <a:pt x="6619376" y="111802"/>
                </a:cubicBezTo>
                <a:cubicBezTo>
                  <a:pt x="6624461" y="113624"/>
                  <a:pt x="6621877" y="115784"/>
                  <a:pt x="6613680" y="116644"/>
                </a:cubicBezTo>
                <a:cubicBezTo>
                  <a:pt x="6605428" y="117503"/>
                  <a:pt x="6594758" y="116696"/>
                  <a:pt x="6589756" y="114848"/>
                </a:cubicBezTo>
                <a:cubicBezTo>
                  <a:pt x="6584726" y="113025"/>
                  <a:pt x="6587394" y="110838"/>
                  <a:pt x="6595591" y="110005"/>
                </a:cubicBezTo>
                <a:close/>
                <a:moveTo>
                  <a:pt x="5707426" y="109835"/>
                </a:moveTo>
                <a:cubicBezTo>
                  <a:pt x="5716676" y="110565"/>
                  <a:pt x="5724511" y="112049"/>
                  <a:pt x="5728763" y="114119"/>
                </a:cubicBezTo>
                <a:cubicBezTo>
                  <a:pt x="5737376" y="118284"/>
                  <a:pt x="5728179" y="123257"/>
                  <a:pt x="5708117" y="125184"/>
                </a:cubicBezTo>
                <a:cubicBezTo>
                  <a:pt x="5688084" y="127136"/>
                  <a:pt x="5664965" y="125287"/>
                  <a:pt x="5656573" y="121096"/>
                </a:cubicBezTo>
                <a:cubicBezTo>
                  <a:pt x="5648210" y="116904"/>
                  <a:pt x="5657685" y="111958"/>
                  <a:pt x="5677607" y="110084"/>
                </a:cubicBezTo>
                <a:cubicBezTo>
                  <a:pt x="5687514" y="109133"/>
                  <a:pt x="5698178" y="109107"/>
                  <a:pt x="5707426" y="109835"/>
                </a:cubicBezTo>
                <a:close/>
                <a:moveTo>
                  <a:pt x="6817523" y="109693"/>
                </a:moveTo>
                <a:cubicBezTo>
                  <a:pt x="6818328" y="109615"/>
                  <a:pt x="6819468" y="109667"/>
                  <a:pt x="6819940" y="109849"/>
                </a:cubicBezTo>
                <a:cubicBezTo>
                  <a:pt x="6820440" y="110057"/>
                  <a:pt x="6820246" y="110266"/>
                  <a:pt x="6819468" y="110344"/>
                </a:cubicBezTo>
                <a:cubicBezTo>
                  <a:pt x="6818662" y="110448"/>
                  <a:pt x="6817578" y="110344"/>
                  <a:pt x="6816995" y="110162"/>
                </a:cubicBezTo>
                <a:cubicBezTo>
                  <a:pt x="6816494" y="109979"/>
                  <a:pt x="6816689" y="109771"/>
                  <a:pt x="6817523" y="109693"/>
                </a:cubicBezTo>
                <a:close/>
                <a:moveTo>
                  <a:pt x="7027171" y="109172"/>
                </a:moveTo>
                <a:cubicBezTo>
                  <a:pt x="7027477" y="109146"/>
                  <a:pt x="7027894" y="109172"/>
                  <a:pt x="7028116" y="109250"/>
                </a:cubicBezTo>
                <a:cubicBezTo>
                  <a:pt x="7028394" y="109303"/>
                  <a:pt x="7028227" y="109407"/>
                  <a:pt x="7027949" y="109433"/>
                </a:cubicBezTo>
                <a:cubicBezTo>
                  <a:pt x="7027616" y="109484"/>
                  <a:pt x="7027200" y="109458"/>
                  <a:pt x="7027005" y="109354"/>
                </a:cubicBezTo>
                <a:cubicBezTo>
                  <a:pt x="7026727" y="109303"/>
                  <a:pt x="7026838" y="109198"/>
                  <a:pt x="7027171" y="109172"/>
                </a:cubicBezTo>
                <a:close/>
                <a:moveTo>
                  <a:pt x="5019386" y="108033"/>
                </a:moveTo>
                <a:cubicBezTo>
                  <a:pt x="5026992" y="108658"/>
                  <a:pt x="5033043" y="109927"/>
                  <a:pt x="5035738" y="111698"/>
                </a:cubicBezTo>
                <a:cubicBezTo>
                  <a:pt x="5041212" y="115264"/>
                  <a:pt x="5031014" y="119509"/>
                  <a:pt x="5013036" y="121148"/>
                </a:cubicBezTo>
                <a:cubicBezTo>
                  <a:pt x="4995031" y="122815"/>
                  <a:pt x="4976080" y="121252"/>
                  <a:pt x="4970773" y="117660"/>
                </a:cubicBezTo>
                <a:cubicBezTo>
                  <a:pt x="4965494" y="114093"/>
                  <a:pt x="4975830" y="109875"/>
                  <a:pt x="4993697" y="108235"/>
                </a:cubicBezTo>
                <a:cubicBezTo>
                  <a:pt x="5002617" y="107428"/>
                  <a:pt x="5011779" y="107408"/>
                  <a:pt x="5019386" y="108033"/>
                </a:cubicBezTo>
                <a:close/>
                <a:moveTo>
                  <a:pt x="6304645" y="106106"/>
                </a:moveTo>
                <a:cubicBezTo>
                  <a:pt x="6314295" y="106842"/>
                  <a:pt x="6322866" y="108339"/>
                  <a:pt x="6328091" y="110422"/>
                </a:cubicBezTo>
                <a:cubicBezTo>
                  <a:pt x="6338649" y="114587"/>
                  <a:pt x="6331731" y="119585"/>
                  <a:pt x="6312475" y="121512"/>
                </a:cubicBezTo>
                <a:cubicBezTo>
                  <a:pt x="6293162" y="123491"/>
                  <a:pt x="6269044" y="121668"/>
                  <a:pt x="6258735" y="117424"/>
                </a:cubicBezTo>
                <a:cubicBezTo>
                  <a:pt x="6248454" y="113233"/>
                  <a:pt x="6255623" y="108260"/>
                  <a:pt x="6274740" y="106360"/>
                </a:cubicBezTo>
                <a:cubicBezTo>
                  <a:pt x="6284270" y="105397"/>
                  <a:pt x="6294997" y="105371"/>
                  <a:pt x="6304645" y="106106"/>
                </a:cubicBezTo>
                <a:close/>
                <a:moveTo>
                  <a:pt x="4787439" y="105866"/>
                </a:moveTo>
                <a:cubicBezTo>
                  <a:pt x="4790411" y="105580"/>
                  <a:pt x="4793496" y="105839"/>
                  <a:pt x="4794246" y="106413"/>
                </a:cubicBezTo>
                <a:cubicBezTo>
                  <a:pt x="4795024" y="106985"/>
                  <a:pt x="4793218" y="107688"/>
                  <a:pt x="4790273" y="108001"/>
                </a:cubicBezTo>
                <a:cubicBezTo>
                  <a:pt x="4787243" y="108261"/>
                  <a:pt x="4784215" y="108001"/>
                  <a:pt x="4783437" y="107401"/>
                </a:cubicBezTo>
                <a:cubicBezTo>
                  <a:pt x="4782631" y="106829"/>
                  <a:pt x="4784437" y="106126"/>
                  <a:pt x="4787439" y="105866"/>
                </a:cubicBezTo>
                <a:close/>
                <a:moveTo>
                  <a:pt x="6506063" y="103080"/>
                </a:moveTo>
                <a:cubicBezTo>
                  <a:pt x="6513815" y="102299"/>
                  <a:pt x="6523651" y="103028"/>
                  <a:pt x="6528292" y="104720"/>
                </a:cubicBezTo>
                <a:cubicBezTo>
                  <a:pt x="6532904" y="106438"/>
                  <a:pt x="6530320" y="108469"/>
                  <a:pt x="6522540" y="109250"/>
                </a:cubicBezTo>
                <a:cubicBezTo>
                  <a:pt x="6514788" y="110057"/>
                  <a:pt x="6504840" y="109329"/>
                  <a:pt x="6500311" y="107610"/>
                </a:cubicBezTo>
                <a:cubicBezTo>
                  <a:pt x="6495754" y="105865"/>
                  <a:pt x="6498366" y="103835"/>
                  <a:pt x="6506063" y="103080"/>
                </a:cubicBezTo>
                <a:close/>
                <a:moveTo>
                  <a:pt x="5112196" y="103067"/>
                </a:moveTo>
                <a:cubicBezTo>
                  <a:pt x="5119820" y="103685"/>
                  <a:pt x="5125933" y="104941"/>
                  <a:pt x="5128711" y="106698"/>
                </a:cubicBezTo>
                <a:cubicBezTo>
                  <a:pt x="5134436" y="110239"/>
                  <a:pt x="5124628" y="114457"/>
                  <a:pt x="5106789" y="116096"/>
                </a:cubicBezTo>
                <a:cubicBezTo>
                  <a:pt x="5088949" y="117736"/>
                  <a:pt x="5069943" y="116174"/>
                  <a:pt x="5064386" y="112608"/>
                </a:cubicBezTo>
                <a:cubicBezTo>
                  <a:pt x="5058912" y="109093"/>
                  <a:pt x="5068887" y="104850"/>
                  <a:pt x="5086616" y="103262"/>
                </a:cubicBezTo>
                <a:cubicBezTo>
                  <a:pt x="5095438" y="102468"/>
                  <a:pt x="5104572" y="102448"/>
                  <a:pt x="5112196" y="103067"/>
                </a:cubicBezTo>
                <a:close/>
                <a:moveTo>
                  <a:pt x="4578679" y="101830"/>
                </a:moveTo>
                <a:cubicBezTo>
                  <a:pt x="4579650" y="101752"/>
                  <a:pt x="4580623" y="101830"/>
                  <a:pt x="4580817" y="102012"/>
                </a:cubicBezTo>
                <a:cubicBezTo>
                  <a:pt x="4581040" y="102169"/>
                  <a:pt x="4580428" y="102403"/>
                  <a:pt x="4579512" y="102507"/>
                </a:cubicBezTo>
                <a:cubicBezTo>
                  <a:pt x="4578511" y="102612"/>
                  <a:pt x="4577650" y="102507"/>
                  <a:pt x="4577456" y="102325"/>
                </a:cubicBezTo>
                <a:cubicBezTo>
                  <a:pt x="4577260" y="102143"/>
                  <a:pt x="4577761" y="101934"/>
                  <a:pt x="4578679" y="101830"/>
                </a:cubicBezTo>
                <a:close/>
                <a:moveTo>
                  <a:pt x="6213405" y="101397"/>
                </a:moveTo>
                <a:cubicBezTo>
                  <a:pt x="6222800" y="102116"/>
                  <a:pt x="6231088" y="103574"/>
                  <a:pt x="6236062" y="105605"/>
                </a:cubicBezTo>
                <a:cubicBezTo>
                  <a:pt x="6246065" y="109693"/>
                  <a:pt x="6239007" y="114534"/>
                  <a:pt x="6220001" y="116409"/>
                </a:cubicBezTo>
                <a:cubicBezTo>
                  <a:pt x="6200995" y="118362"/>
                  <a:pt x="6177543" y="116540"/>
                  <a:pt x="6167679" y="112426"/>
                </a:cubicBezTo>
                <a:cubicBezTo>
                  <a:pt x="6157925" y="108339"/>
                  <a:pt x="6165261" y="103522"/>
                  <a:pt x="6184100" y="101622"/>
                </a:cubicBezTo>
                <a:cubicBezTo>
                  <a:pt x="6193506" y="100697"/>
                  <a:pt x="6204009" y="100678"/>
                  <a:pt x="6213405" y="101397"/>
                </a:cubicBezTo>
                <a:close/>
                <a:moveTo>
                  <a:pt x="6727522" y="100998"/>
                </a:moveTo>
                <a:cubicBezTo>
                  <a:pt x="6728911" y="100841"/>
                  <a:pt x="6730828" y="100998"/>
                  <a:pt x="6731828" y="101310"/>
                </a:cubicBezTo>
                <a:cubicBezTo>
                  <a:pt x="6732662" y="101623"/>
                  <a:pt x="6732301" y="102039"/>
                  <a:pt x="6730828" y="102170"/>
                </a:cubicBezTo>
                <a:cubicBezTo>
                  <a:pt x="6729411" y="102326"/>
                  <a:pt x="6727438" y="102170"/>
                  <a:pt x="6726605" y="101831"/>
                </a:cubicBezTo>
                <a:cubicBezTo>
                  <a:pt x="6725605" y="101518"/>
                  <a:pt x="6726021" y="101154"/>
                  <a:pt x="6727522" y="100998"/>
                </a:cubicBezTo>
                <a:close/>
                <a:moveTo>
                  <a:pt x="4880411" y="99747"/>
                </a:moveTo>
                <a:cubicBezTo>
                  <a:pt x="4882301" y="99617"/>
                  <a:pt x="4884163" y="99747"/>
                  <a:pt x="4884746" y="100112"/>
                </a:cubicBezTo>
                <a:cubicBezTo>
                  <a:pt x="4885246" y="100476"/>
                  <a:pt x="4884135" y="100945"/>
                  <a:pt x="4882301" y="101049"/>
                </a:cubicBezTo>
                <a:cubicBezTo>
                  <a:pt x="4880468" y="101231"/>
                  <a:pt x="4878522" y="101049"/>
                  <a:pt x="4878050" y="100710"/>
                </a:cubicBezTo>
                <a:cubicBezTo>
                  <a:pt x="4877521" y="100346"/>
                  <a:pt x="4878633" y="99903"/>
                  <a:pt x="4880411" y="99747"/>
                </a:cubicBezTo>
                <a:close/>
                <a:moveTo>
                  <a:pt x="6938533" y="99540"/>
                </a:moveTo>
                <a:cubicBezTo>
                  <a:pt x="6938810" y="99514"/>
                  <a:pt x="6939255" y="99540"/>
                  <a:pt x="6939533" y="99644"/>
                </a:cubicBezTo>
                <a:cubicBezTo>
                  <a:pt x="6939699" y="99697"/>
                  <a:pt x="6939589" y="99774"/>
                  <a:pt x="6939310" y="99826"/>
                </a:cubicBezTo>
                <a:cubicBezTo>
                  <a:pt x="6938978" y="99826"/>
                  <a:pt x="6938533" y="99826"/>
                  <a:pt x="6938339" y="99722"/>
                </a:cubicBezTo>
                <a:cubicBezTo>
                  <a:pt x="6938144" y="99670"/>
                  <a:pt x="6938226" y="99566"/>
                  <a:pt x="6938533" y="99540"/>
                </a:cubicBezTo>
                <a:close/>
                <a:moveTo>
                  <a:pt x="5204386" y="99028"/>
                </a:moveTo>
                <a:cubicBezTo>
                  <a:pt x="5211871" y="99630"/>
                  <a:pt x="5217935" y="100854"/>
                  <a:pt x="5220824" y="102559"/>
                </a:cubicBezTo>
                <a:cubicBezTo>
                  <a:pt x="5226576" y="105996"/>
                  <a:pt x="5217324" y="110109"/>
                  <a:pt x="5200067" y="111723"/>
                </a:cubicBezTo>
                <a:cubicBezTo>
                  <a:pt x="5182757" y="113311"/>
                  <a:pt x="5164056" y="111802"/>
                  <a:pt x="5158415" y="108339"/>
                </a:cubicBezTo>
                <a:cubicBezTo>
                  <a:pt x="5152859" y="104876"/>
                  <a:pt x="5162250" y="100815"/>
                  <a:pt x="5179422" y="99227"/>
                </a:cubicBezTo>
                <a:cubicBezTo>
                  <a:pt x="5187994" y="98446"/>
                  <a:pt x="5196901" y="98426"/>
                  <a:pt x="5204386" y="99028"/>
                </a:cubicBezTo>
                <a:close/>
                <a:moveTo>
                  <a:pt x="6121914" y="97626"/>
                </a:moveTo>
                <a:cubicBezTo>
                  <a:pt x="6130910" y="98309"/>
                  <a:pt x="6138795" y="99695"/>
                  <a:pt x="6143421" y="101622"/>
                </a:cubicBezTo>
                <a:cubicBezTo>
                  <a:pt x="6152785" y="105527"/>
                  <a:pt x="6145588" y="110187"/>
                  <a:pt x="6127278" y="112010"/>
                </a:cubicBezTo>
                <a:cubicBezTo>
                  <a:pt x="6108882" y="113858"/>
                  <a:pt x="6086375" y="112088"/>
                  <a:pt x="6077179" y="108157"/>
                </a:cubicBezTo>
                <a:cubicBezTo>
                  <a:pt x="6068064" y="104252"/>
                  <a:pt x="6075566" y="99644"/>
                  <a:pt x="6093738" y="97847"/>
                </a:cubicBezTo>
                <a:cubicBezTo>
                  <a:pt x="6102810" y="96961"/>
                  <a:pt x="6112918" y="96942"/>
                  <a:pt x="6121914" y="97626"/>
                </a:cubicBezTo>
                <a:close/>
                <a:moveTo>
                  <a:pt x="5296080" y="95855"/>
                </a:moveTo>
                <a:cubicBezTo>
                  <a:pt x="5303261" y="96428"/>
                  <a:pt x="5309130" y="97599"/>
                  <a:pt x="5311992" y="99226"/>
                </a:cubicBezTo>
                <a:cubicBezTo>
                  <a:pt x="5317771" y="102532"/>
                  <a:pt x="5309213" y="106438"/>
                  <a:pt x="5292791" y="107948"/>
                </a:cubicBezTo>
                <a:cubicBezTo>
                  <a:pt x="5276425" y="109510"/>
                  <a:pt x="5258419" y="108052"/>
                  <a:pt x="5252807" y="104745"/>
                </a:cubicBezTo>
                <a:cubicBezTo>
                  <a:pt x="5247249" y="101439"/>
                  <a:pt x="5255974" y="97586"/>
                  <a:pt x="5272313" y="96076"/>
                </a:cubicBezTo>
                <a:cubicBezTo>
                  <a:pt x="5280413" y="95308"/>
                  <a:pt x="5288901" y="95283"/>
                  <a:pt x="5296080" y="95855"/>
                </a:cubicBezTo>
                <a:close/>
                <a:moveTo>
                  <a:pt x="4670734" y="94150"/>
                </a:moveTo>
                <a:cubicBezTo>
                  <a:pt x="4671458" y="94073"/>
                  <a:pt x="4672262" y="94150"/>
                  <a:pt x="4672457" y="94281"/>
                </a:cubicBezTo>
                <a:cubicBezTo>
                  <a:pt x="4672596" y="94437"/>
                  <a:pt x="4672124" y="94593"/>
                  <a:pt x="4671401" y="94671"/>
                </a:cubicBezTo>
                <a:cubicBezTo>
                  <a:pt x="4670678" y="94749"/>
                  <a:pt x="4669901" y="94671"/>
                  <a:pt x="4669707" y="94515"/>
                </a:cubicBezTo>
                <a:cubicBezTo>
                  <a:pt x="4669539" y="94385"/>
                  <a:pt x="4670012" y="94203"/>
                  <a:pt x="4670734" y="94150"/>
                </a:cubicBezTo>
                <a:close/>
                <a:moveTo>
                  <a:pt x="4972691" y="94124"/>
                </a:moveTo>
                <a:cubicBezTo>
                  <a:pt x="4974358" y="93968"/>
                  <a:pt x="4976108" y="94124"/>
                  <a:pt x="4976554" y="94436"/>
                </a:cubicBezTo>
                <a:cubicBezTo>
                  <a:pt x="4977054" y="94749"/>
                  <a:pt x="4976081" y="95139"/>
                  <a:pt x="4974497" y="95295"/>
                </a:cubicBezTo>
                <a:cubicBezTo>
                  <a:pt x="4972830" y="95452"/>
                  <a:pt x="4971051" y="95295"/>
                  <a:pt x="4970579" y="94957"/>
                </a:cubicBezTo>
                <a:cubicBezTo>
                  <a:pt x="4970106" y="94671"/>
                  <a:pt x="4971024" y="94281"/>
                  <a:pt x="4972691" y="94124"/>
                </a:cubicBezTo>
                <a:close/>
                <a:moveTo>
                  <a:pt x="5386334" y="94069"/>
                </a:moveTo>
                <a:cubicBezTo>
                  <a:pt x="5392517" y="94560"/>
                  <a:pt x="5397602" y="95555"/>
                  <a:pt x="5400132" y="96935"/>
                </a:cubicBezTo>
                <a:cubicBezTo>
                  <a:pt x="5405271" y="99773"/>
                  <a:pt x="5398186" y="103106"/>
                  <a:pt x="5384265" y="104381"/>
                </a:cubicBezTo>
                <a:cubicBezTo>
                  <a:pt x="5370316" y="105684"/>
                  <a:pt x="5354922" y="104434"/>
                  <a:pt x="5349892" y="101596"/>
                </a:cubicBezTo>
                <a:cubicBezTo>
                  <a:pt x="5344947" y="98836"/>
                  <a:pt x="5352143" y="95504"/>
                  <a:pt x="5365953" y="94228"/>
                </a:cubicBezTo>
                <a:cubicBezTo>
                  <a:pt x="5372873" y="93590"/>
                  <a:pt x="5380153" y="93577"/>
                  <a:pt x="5386334" y="94069"/>
                </a:cubicBezTo>
                <a:close/>
                <a:moveTo>
                  <a:pt x="6031515" y="93896"/>
                </a:moveTo>
                <a:cubicBezTo>
                  <a:pt x="6040924" y="94619"/>
                  <a:pt x="6049100" y="96090"/>
                  <a:pt x="6053838" y="98134"/>
                </a:cubicBezTo>
                <a:cubicBezTo>
                  <a:pt x="6063397" y="102247"/>
                  <a:pt x="6055450" y="107115"/>
                  <a:pt x="6036027" y="109016"/>
                </a:cubicBezTo>
                <a:cubicBezTo>
                  <a:pt x="6016576" y="110968"/>
                  <a:pt x="5993068" y="109146"/>
                  <a:pt x="5983649" y="104981"/>
                </a:cubicBezTo>
                <a:cubicBezTo>
                  <a:pt x="5974313" y="100867"/>
                  <a:pt x="5982454" y="96025"/>
                  <a:pt x="6001794" y="94150"/>
                </a:cubicBezTo>
                <a:cubicBezTo>
                  <a:pt x="6011463" y="93200"/>
                  <a:pt x="6022106" y="93174"/>
                  <a:pt x="6031515" y="93896"/>
                </a:cubicBezTo>
                <a:close/>
                <a:moveTo>
                  <a:pt x="6639049" y="93552"/>
                </a:moveTo>
                <a:cubicBezTo>
                  <a:pt x="6639856" y="93448"/>
                  <a:pt x="6640911" y="93552"/>
                  <a:pt x="6641383" y="93734"/>
                </a:cubicBezTo>
                <a:cubicBezTo>
                  <a:pt x="6641912" y="93916"/>
                  <a:pt x="6641662" y="94124"/>
                  <a:pt x="6640884" y="94202"/>
                </a:cubicBezTo>
                <a:cubicBezTo>
                  <a:pt x="6640050" y="94281"/>
                  <a:pt x="6639022" y="94202"/>
                  <a:pt x="6638522" y="94020"/>
                </a:cubicBezTo>
                <a:cubicBezTo>
                  <a:pt x="6637994" y="93838"/>
                  <a:pt x="6638272" y="93629"/>
                  <a:pt x="6639049" y="93552"/>
                </a:cubicBezTo>
                <a:close/>
                <a:moveTo>
                  <a:pt x="6434620" y="91953"/>
                </a:moveTo>
                <a:cubicBezTo>
                  <a:pt x="6444495" y="92685"/>
                  <a:pt x="6453352" y="94175"/>
                  <a:pt x="6458854" y="96258"/>
                </a:cubicBezTo>
                <a:cubicBezTo>
                  <a:pt x="6470024" y="100476"/>
                  <a:pt x="6463438" y="105475"/>
                  <a:pt x="6444127" y="107454"/>
                </a:cubicBezTo>
                <a:cubicBezTo>
                  <a:pt x="6424732" y="109406"/>
                  <a:pt x="6400085" y="107557"/>
                  <a:pt x="6389109" y="103314"/>
                </a:cubicBezTo>
                <a:cubicBezTo>
                  <a:pt x="6378272" y="99096"/>
                  <a:pt x="6385080" y="94124"/>
                  <a:pt x="6404281" y="92198"/>
                </a:cubicBezTo>
                <a:cubicBezTo>
                  <a:pt x="6413854" y="91247"/>
                  <a:pt x="6424745" y="91221"/>
                  <a:pt x="6434620" y="91953"/>
                </a:cubicBezTo>
                <a:close/>
                <a:moveTo>
                  <a:pt x="5940243" y="91439"/>
                </a:moveTo>
                <a:cubicBezTo>
                  <a:pt x="5949499" y="92146"/>
                  <a:pt x="5957487" y="93590"/>
                  <a:pt x="5962031" y="95608"/>
                </a:cubicBezTo>
                <a:cubicBezTo>
                  <a:pt x="5971256" y="99644"/>
                  <a:pt x="5963114" y="104459"/>
                  <a:pt x="5943692" y="106360"/>
                </a:cubicBezTo>
                <a:cubicBezTo>
                  <a:pt x="5924268" y="108287"/>
                  <a:pt x="5901067" y="106464"/>
                  <a:pt x="5892175" y="102377"/>
                </a:cubicBezTo>
                <a:cubicBezTo>
                  <a:pt x="5883173" y="98316"/>
                  <a:pt x="5891619" y="93526"/>
                  <a:pt x="5910848" y="91703"/>
                </a:cubicBezTo>
                <a:cubicBezTo>
                  <a:pt x="5920463" y="90766"/>
                  <a:pt x="5930986" y="90733"/>
                  <a:pt x="5940243" y="91439"/>
                </a:cubicBezTo>
                <a:close/>
                <a:moveTo>
                  <a:pt x="5481692" y="90564"/>
                </a:moveTo>
                <a:cubicBezTo>
                  <a:pt x="5489826" y="91202"/>
                  <a:pt x="5496593" y="92497"/>
                  <a:pt x="5500024" y="94307"/>
                </a:cubicBezTo>
                <a:cubicBezTo>
                  <a:pt x="5506998" y="97951"/>
                  <a:pt x="5498080" y="102299"/>
                  <a:pt x="5479990" y="104043"/>
                </a:cubicBezTo>
                <a:cubicBezTo>
                  <a:pt x="5461928" y="105709"/>
                  <a:pt x="5441589" y="104122"/>
                  <a:pt x="5434837" y="100399"/>
                </a:cubicBezTo>
                <a:cubicBezTo>
                  <a:pt x="5428057" y="96728"/>
                  <a:pt x="5437170" y="92432"/>
                  <a:pt x="5455148" y="90766"/>
                </a:cubicBezTo>
                <a:cubicBezTo>
                  <a:pt x="5464055" y="89945"/>
                  <a:pt x="5473557" y="89926"/>
                  <a:pt x="5481692" y="90564"/>
                </a:cubicBezTo>
                <a:close/>
                <a:moveTo>
                  <a:pt x="6849532" y="90427"/>
                </a:moveTo>
                <a:cubicBezTo>
                  <a:pt x="6850283" y="90349"/>
                  <a:pt x="6851394" y="90427"/>
                  <a:pt x="6851922" y="90610"/>
                </a:cubicBezTo>
                <a:cubicBezTo>
                  <a:pt x="6852505" y="90791"/>
                  <a:pt x="6852228" y="91000"/>
                  <a:pt x="6851422" y="91078"/>
                </a:cubicBezTo>
                <a:cubicBezTo>
                  <a:pt x="6850671" y="91182"/>
                  <a:pt x="6849615" y="91104"/>
                  <a:pt x="6849032" y="90921"/>
                </a:cubicBezTo>
                <a:cubicBezTo>
                  <a:pt x="6848505" y="90740"/>
                  <a:pt x="6848726" y="90505"/>
                  <a:pt x="6849532" y="90427"/>
                </a:cubicBezTo>
                <a:close/>
                <a:moveTo>
                  <a:pt x="5572366" y="89932"/>
                </a:moveTo>
                <a:cubicBezTo>
                  <a:pt x="5579889" y="90519"/>
                  <a:pt x="5586176" y="91716"/>
                  <a:pt x="5589440" y="93396"/>
                </a:cubicBezTo>
                <a:cubicBezTo>
                  <a:pt x="5596054" y="96728"/>
                  <a:pt x="5588164" y="100737"/>
                  <a:pt x="5571658" y="102326"/>
                </a:cubicBezTo>
                <a:cubicBezTo>
                  <a:pt x="5555097" y="103887"/>
                  <a:pt x="5536314" y="102404"/>
                  <a:pt x="5529811" y="99019"/>
                </a:cubicBezTo>
                <a:cubicBezTo>
                  <a:pt x="5523366" y="95635"/>
                  <a:pt x="5531451" y="91704"/>
                  <a:pt x="5547872" y="90141"/>
                </a:cubicBezTo>
                <a:cubicBezTo>
                  <a:pt x="5556083" y="89373"/>
                  <a:pt x="5564843" y="89347"/>
                  <a:pt x="5572366" y="89932"/>
                </a:cubicBezTo>
                <a:close/>
                <a:moveTo>
                  <a:pt x="5663190" y="89910"/>
                </a:moveTo>
                <a:cubicBezTo>
                  <a:pt x="5670259" y="90460"/>
                  <a:pt x="5676219" y="91573"/>
                  <a:pt x="5679415" y="93109"/>
                </a:cubicBezTo>
                <a:cubicBezTo>
                  <a:pt x="5685833" y="96259"/>
                  <a:pt x="5678691" y="99983"/>
                  <a:pt x="5663326" y="101492"/>
                </a:cubicBezTo>
                <a:cubicBezTo>
                  <a:pt x="5647933" y="102924"/>
                  <a:pt x="5630343" y="101544"/>
                  <a:pt x="5624007" y="98394"/>
                </a:cubicBezTo>
                <a:cubicBezTo>
                  <a:pt x="5617645" y="95218"/>
                  <a:pt x="5625008" y="91547"/>
                  <a:pt x="5640319" y="90089"/>
                </a:cubicBezTo>
                <a:cubicBezTo>
                  <a:pt x="5647946" y="89373"/>
                  <a:pt x="5656122" y="89360"/>
                  <a:pt x="5663190" y="89910"/>
                </a:cubicBezTo>
                <a:close/>
                <a:moveTo>
                  <a:pt x="7056153" y="89907"/>
                </a:moveTo>
                <a:cubicBezTo>
                  <a:pt x="7056403" y="89854"/>
                  <a:pt x="7056847" y="89907"/>
                  <a:pt x="7057042" y="89958"/>
                </a:cubicBezTo>
                <a:cubicBezTo>
                  <a:pt x="7057292" y="90037"/>
                  <a:pt x="7057236" y="90115"/>
                  <a:pt x="7056903" y="90141"/>
                </a:cubicBezTo>
                <a:cubicBezTo>
                  <a:pt x="7056570" y="90193"/>
                  <a:pt x="7056181" y="90141"/>
                  <a:pt x="7055986" y="90089"/>
                </a:cubicBezTo>
                <a:cubicBezTo>
                  <a:pt x="7055708" y="90011"/>
                  <a:pt x="7055847" y="89932"/>
                  <a:pt x="7056153" y="89907"/>
                </a:cubicBezTo>
                <a:close/>
                <a:moveTo>
                  <a:pt x="5849055" y="89633"/>
                </a:moveTo>
                <a:cubicBezTo>
                  <a:pt x="5858241" y="90343"/>
                  <a:pt x="5866126" y="91781"/>
                  <a:pt x="5870558" y="93786"/>
                </a:cubicBezTo>
                <a:cubicBezTo>
                  <a:pt x="5879421" y="97821"/>
                  <a:pt x="5870919" y="102637"/>
                  <a:pt x="5851440" y="104512"/>
                </a:cubicBezTo>
                <a:cubicBezTo>
                  <a:pt x="5831934" y="106413"/>
                  <a:pt x="5808900" y="104590"/>
                  <a:pt x="5800257" y="100529"/>
                </a:cubicBezTo>
                <a:cubicBezTo>
                  <a:pt x="5791533" y="96467"/>
                  <a:pt x="5800369" y="91677"/>
                  <a:pt x="5819736" y="89854"/>
                </a:cubicBezTo>
                <a:cubicBezTo>
                  <a:pt x="5829378" y="88943"/>
                  <a:pt x="5839867" y="88924"/>
                  <a:pt x="5849055" y="89633"/>
                </a:cubicBezTo>
                <a:close/>
                <a:moveTo>
                  <a:pt x="6322228" y="89568"/>
                </a:moveTo>
                <a:cubicBezTo>
                  <a:pt x="6333814" y="88423"/>
                  <a:pt x="6348513" y="89516"/>
                  <a:pt x="6355071" y="92016"/>
                </a:cubicBezTo>
                <a:cubicBezTo>
                  <a:pt x="6361573" y="94567"/>
                  <a:pt x="6357349" y="97587"/>
                  <a:pt x="6345624" y="98758"/>
                </a:cubicBezTo>
                <a:cubicBezTo>
                  <a:pt x="6333814" y="99930"/>
                  <a:pt x="6319032" y="98811"/>
                  <a:pt x="6312613" y="96259"/>
                </a:cubicBezTo>
                <a:cubicBezTo>
                  <a:pt x="6306195" y="93707"/>
                  <a:pt x="6310501" y="90714"/>
                  <a:pt x="6322228" y="89568"/>
                </a:cubicBezTo>
                <a:close/>
                <a:moveTo>
                  <a:pt x="5757757" y="88556"/>
                </a:moveTo>
                <a:cubicBezTo>
                  <a:pt x="5766885" y="89262"/>
                  <a:pt x="5774666" y="90700"/>
                  <a:pt x="5778972" y="92693"/>
                </a:cubicBezTo>
                <a:cubicBezTo>
                  <a:pt x="5787531" y="96728"/>
                  <a:pt x="5778695" y="101544"/>
                  <a:pt x="5759078" y="103418"/>
                </a:cubicBezTo>
                <a:cubicBezTo>
                  <a:pt x="5739461" y="105345"/>
                  <a:pt x="5716676" y="103523"/>
                  <a:pt x="5708173" y="99435"/>
                </a:cubicBezTo>
                <a:cubicBezTo>
                  <a:pt x="5699837" y="95426"/>
                  <a:pt x="5708978" y="90636"/>
                  <a:pt x="5728457" y="88813"/>
                </a:cubicBezTo>
                <a:cubicBezTo>
                  <a:pt x="5738154" y="87876"/>
                  <a:pt x="5748630" y="87851"/>
                  <a:pt x="5757757" y="88556"/>
                </a:cubicBezTo>
                <a:close/>
                <a:moveTo>
                  <a:pt x="5063164" y="88266"/>
                </a:moveTo>
                <a:cubicBezTo>
                  <a:pt x="5067332" y="87875"/>
                  <a:pt x="5071750" y="88241"/>
                  <a:pt x="5073029" y="89048"/>
                </a:cubicBezTo>
                <a:cubicBezTo>
                  <a:pt x="5074335" y="89854"/>
                  <a:pt x="5072028" y="90818"/>
                  <a:pt x="5067832" y="91208"/>
                </a:cubicBezTo>
                <a:cubicBezTo>
                  <a:pt x="5063664" y="91599"/>
                  <a:pt x="5059302" y="91234"/>
                  <a:pt x="5057940" y="90427"/>
                </a:cubicBezTo>
                <a:cubicBezTo>
                  <a:pt x="5056745" y="89594"/>
                  <a:pt x="5059051" y="88657"/>
                  <a:pt x="5063164" y="88266"/>
                </a:cubicBezTo>
                <a:close/>
                <a:moveTo>
                  <a:pt x="4762290" y="87069"/>
                </a:moveTo>
                <a:cubicBezTo>
                  <a:pt x="4763097" y="87018"/>
                  <a:pt x="4763736" y="87069"/>
                  <a:pt x="4763958" y="87199"/>
                </a:cubicBezTo>
                <a:cubicBezTo>
                  <a:pt x="4764152" y="87381"/>
                  <a:pt x="4763736" y="87563"/>
                  <a:pt x="4763041" y="87615"/>
                </a:cubicBezTo>
                <a:cubicBezTo>
                  <a:pt x="4762263" y="87668"/>
                  <a:pt x="4761513" y="87615"/>
                  <a:pt x="4761319" y="87459"/>
                </a:cubicBezTo>
                <a:cubicBezTo>
                  <a:pt x="4761124" y="87329"/>
                  <a:pt x="4761597" y="87147"/>
                  <a:pt x="4762290" y="87069"/>
                </a:cubicBezTo>
                <a:close/>
                <a:moveTo>
                  <a:pt x="6549993" y="86574"/>
                </a:moveTo>
                <a:cubicBezTo>
                  <a:pt x="6550800" y="86470"/>
                  <a:pt x="6551828" y="86549"/>
                  <a:pt x="6552328" y="86730"/>
                </a:cubicBezTo>
                <a:cubicBezTo>
                  <a:pt x="6552856" y="86939"/>
                  <a:pt x="6552550" y="87095"/>
                  <a:pt x="6551744" y="87225"/>
                </a:cubicBezTo>
                <a:cubicBezTo>
                  <a:pt x="6550966" y="87303"/>
                  <a:pt x="6549911" y="87225"/>
                  <a:pt x="6549438" y="87043"/>
                </a:cubicBezTo>
                <a:cubicBezTo>
                  <a:pt x="6548910" y="86861"/>
                  <a:pt x="6549244" y="86653"/>
                  <a:pt x="6549993" y="86574"/>
                </a:cubicBezTo>
                <a:close/>
                <a:moveTo>
                  <a:pt x="6232782" y="84804"/>
                </a:moveTo>
                <a:cubicBezTo>
                  <a:pt x="6244092" y="83685"/>
                  <a:pt x="6258263" y="84752"/>
                  <a:pt x="6264459" y="87173"/>
                </a:cubicBezTo>
                <a:cubicBezTo>
                  <a:pt x="6270489" y="89620"/>
                  <a:pt x="6266238" y="92536"/>
                  <a:pt x="6254818" y="93655"/>
                </a:cubicBezTo>
                <a:cubicBezTo>
                  <a:pt x="6243370" y="94775"/>
                  <a:pt x="6229087" y="93734"/>
                  <a:pt x="6223030" y="91260"/>
                </a:cubicBezTo>
                <a:cubicBezTo>
                  <a:pt x="6217056" y="88787"/>
                  <a:pt x="6221363" y="85923"/>
                  <a:pt x="6232782" y="84804"/>
                </a:cubicBezTo>
                <a:close/>
                <a:moveTo>
                  <a:pt x="5155304" y="84361"/>
                </a:moveTo>
                <a:cubicBezTo>
                  <a:pt x="5158417" y="84101"/>
                  <a:pt x="5161724" y="84361"/>
                  <a:pt x="5162640" y="84960"/>
                </a:cubicBezTo>
                <a:cubicBezTo>
                  <a:pt x="5163668" y="85559"/>
                  <a:pt x="5162029" y="86262"/>
                  <a:pt x="5158916" y="86522"/>
                </a:cubicBezTo>
                <a:cubicBezTo>
                  <a:pt x="5155860" y="86808"/>
                  <a:pt x="5152609" y="86548"/>
                  <a:pt x="5151581" y="85975"/>
                </a:cubicBezTo>
                <a:cubicBezTo>
                  <a:pt x="5150609" y="85325"/>
                  <a:pt x="5152303" y="84647"/>
                  <a:pt x="5155304" y="84361"/>
                </a:cubicBezTo>
                <a:close/>
                <a:moveTo>
                  <a:pt x="6761561" y="82278"/>
                </a:moveTo>
                <a:cubicBezTo>
                  <a:pt x="6762088" y="82227"/>
                  <a:pt x="6763034" y="82278"/>
                  <a:pt x="6763395" y="82435"/>
                </a:cubicBezTo>
                <a:cubicBezTo>
                  <a:pt x="6763783" y="82591"/>
                  <a:pt x="6763645" y="82721"/>
                  <a:pt x="6762977" y="82825"/>
                </a:cubicBezTo>
                <a:cubicBezTo>
                  <a:pt x="6762366" y="82878"/>
                  <a:pt x="6761561" y="82825"/>
                  <a:pt x="6761143" y="82669"/>
                </a:cubicBezTo>
                <a:cubicBezTo>
                  <a:pt x="6760727" y="82539"/>
                  <a:pt x="6760865" y="82357"/>
                  <a:pt x="6761561" y="82278"/>
                </a:cubicBezTo>
                <a:close/>
                <a:moveTo>
                  <a:pt x="5247250" y="81133"/>
                </a:moveTo>
                <a:cubicBezTo>
                  <a:pt x="5249390" y="80951"/>
                  <a:pt x="5251695" y="81108"/>
                  <a:pt x="5252390" y="81576"/>
                </a:cubicBezTo>
                <a:cubicBezTo>
                  <a:pt x="5253140" y="81992"/>
                  <a:pt x="5251973" y="82487"/>
                  <a:pt x="5249862" y="82669"/>
                </a:cubicBezTo>
                <a:cubicBezTo>
                  <a:pt x="5247694" y="82851"/>
                  <a:pt x="5245416" y="82695"/>
                  <a:pt x="5244722" y="82253"/>
                </a:cubicBezTo>
                <a:cubicBezTo>
                  <a:pt x="5243998" y="81837"/>
                  <a:pt x="5245054" y="81315"/>
                  <a:pt x="5247250" y="81133"/>
                </a:cubicBezTo>
                <a:close/>
                <a:moveTo>
                  <a:pt x="4853515" y="80768"/>
                </a:moveTo>
                <a:cubicBezTo>
                  <a:pt x="4854264" y="80690"/>
                  <a:pt x="4854960" y="80742"/>
                  <a:pt x="4855209" y="80898"/>
                </a:cubicBezTo>
                <a:cubicBezTo>
                  <a:pt x="4855404" y="81055"/>
                  <a:pt x="4854931" y="81211"/>
                  <a:pt x="4854264" y="81263"/>
                </a:cubicBezTo>
                <a:cubicBezTo>
                  <a:pt x="4853515" y="81341"/>
                  <a:pt x="4852736" y="81289"/>
                  <a:pt x="4852597" y="81133"/>
                </a:cubicBezTo>
                <a:cubicBezTo>
                  <a:pt x="4852374" y="80977"/>
                  <a:pt x="4852792" y="80847"/>
                  <a:pt x="4853515" y="80768"/>
                </a:cubicBezTo>
                <a:close/>
                <a:moveTo>
                  <a:pt x="6461049" y="80300"/>
                </a:moveTo>
                <a:cubicBezTo>
                  <a:pt x="6461911" y="80195"/>
                  <a:pt x="6462883" y="80300"/>
                  <a:pt x="6463439" y="80456"/>
                </a:cubicBezTo>
                <a:cubicBezTo>
                  <a:pt x="6463828" y="80612"/>
                  <a:pt x="6463605" y="80847"/>
                  <a:pt x="6462828" y="80925"/>
                </a:cubicBezTo>
                <a:cubicBezTo>
                  <a:pt x="6461994" y="81003"/>
                  <a:pt x="6460966" y="80925"/>
                  <a:pt x="6460493" y="80768"/>
                </a:cubicBezTo>
                <a:cubicBezTo>
                  <a:pt x="6460021" y="80586"/>
                  <a:pt x="6460272" y="80378"/>
                  <a:pt x="6461049" y="80300"/>
                </a:cubicBezTo>
                <a:close/>
                <a:moveTo>
                  <a:pt x="5338639" y="78503"/>
                </a:moveTo>
                <a:cubicBezTo>
                  <a:pt x="5340223" y="78348"/>
                  <a:pt x="5341946" y="78503"/>
                  <a:pt x="5342557" y="78816"/>
                </a:cubicBezTo>
                <a:cubicBezTo>
                  <a:pt x="5343140" y="79129"/>
                  <a:pt x="5342363" y="79493"/>
                  <a:pt x="5340750" y="79676"/>
                </a:cubicBezTo>
                <a:cubicBezTo>
                  <a:pt x="5339139" y="79806"/>
                  <a:pt x="5337416" y="79676"/>
                  <a:pt x="5336805" y="79338"/>
                </a:cubicBezTo>
                <a:cubicBezTo>
                  <a:pt x="5336222" y="79050"/>
                  <a:pt x="5337083" y="78660"/>
                  <a:pt x="5338639" y="78503"/>
                </a:cubicBezTo>
                <a:close/>
                <a:moveTo>
                  <a:pt x="6165348" y="77592"/>
                </a:moveTo>
                <a:cubicBezTo>
                  <a:pt x="6174722" y="78295"/>
                  <a:pt x="6182974" y="79727"/>
                  <a:pt x="6187907" y="81706"/>
                </a:cubicBezTo>
                <a:cubicBezTo>
                  <a:pt x="6197688" y="85715"/>
                  <a:pt x="6190408" y="90480"/>
                  <a:pt x="6171429" y="92327"/>
                </a:cubicBezTo>
                <a:cubicBezTo>
                  <a:pt x="6152340" y="94228"/>
                  <a:pt x="6128972" y="92432"/>
                  <a:pt x="6119274" y="88397"/>
                </a:cubicBezTo>
                <a:cubicBezTo>
                  <a:pt x="6109605" y="84387"/>
                  <a:pt x="6117162" y="79675"/>
                  <a:pt x="6136058" y="77852"/>
                </a:cubicBezTo>
                <a:cubicBezTo>
                  <a:pt x="6145477" y="76915"/>
                  <a:pt x="6155974" y="76889"/>
                  <a:pt x="6165348" y="77592"/>
                </a:cubicBezTo>
                <a:close/>
                <a:moveTo>
                  <a:pt x="5880477" y="75588"/>
                </a:moveTo>
                <a:cubicBezTo>
                  <a:pt x="5883673" y="75275"/>
                  <a:pt x="5887424" y="75588"/>
                  <a:pt x="5888953" y="76212"/>
                </a:cubicBezTo>
                <a:cubicBezTo>
                  <a:pt x="5890424" y="76863"/>
                  <a:pt x="5889036" y="77671"/>
                  <a:pt x="5885868" y="77957"/>
                </a:cubicBezTo>
                <a:cubicBezTo>
                  <a:pt x="5882589" y="78243"/>
                  <a:pt x="5878837" y="77957"/>
                  <a:pt x="5877337" y="77306"/>
                </a:cubicBezTo>
                <a:cubicBezTo>
                  <a:pt x="5875836" y="76655"/>
                  <a:pt x="5877310" y="75874"/>
                  <a:pt x="5880477" y="75588"/>
                </a:cubicBezTo>
                <a:close/>
                <a:moveTo>
                  <a:pt x="4944543" y="75249"/>
                </a:moveTo>
                <a:cubicBezTo>
                  <a:pt x="4944932" y="75223"/>
                  <a:pt x="4945321" y="75249"/>
                  <a:pt x="4945432" y="75301"/>
                </a:cubicBezTo>
                <a:cubicBezTo>
                  <a:pt x="4945515" y="75379"/>
                  <a:pt x="4945321" y="75457"/>
                  <a:pt x="4944932" y="75483"/>
                </a:cubicBezTo>
                <a:cubicBezTo>
                  <a:pt x="4944626" y="75510"/>
                  <a:pt x="4944182" y="75483"/>
                  <a:pt x="4944070" y="75431"/>
                </a:cubicBezTo>
                <a:cubicBezTo>
                  <a:pt x="4944042" y="75353"/>
                  <a:pt x="4944182" y="75276"/>
                  <a:pt x="4944543" y="75249"/>
                </a:cubicBezTo>
                <a:close/>
                <a:moveTo>
                  <a:pt x="6074174" y="75074"/>
                </a:moveTo>
                <a:cubicBezTo>
                  <a:pt x="6082333" y="75686"/>
                  <a:pt x="6089474" y="76928"/>
                  <a:pt x="6093683" y="78660"/>
                </a:cubicBezTo>
                <a:cubicBezTo>
                  <a:pt x="6101964" y="82149"/>
                  <a:pt x="6095351" y="86289"/>
                  <a:pt x="6078568" y="87929"/>
                </a:cubicBezTo>
                <a:cubicBezTo>
                  <a:pt x="6061785" y="89542"/>
                  <a:pt x="6041472" y="88033"/>
                  <a:pt x="6033220" y="84492"/>
                </a:cubicBezTo>
                <a:cubicBezTo>
                  <a:pt x="6024967" y="81004"/>
                  <a:pt x="6031914" y="76864"/>
                  <a:pt x="6048559" y="75276"/>
                </a:cubicBezTo>
                <a:cubicBezTo>
                  <a:pt x="6056839" y="74482"/>
                  <a:pt x="6066015" y="74462"/>
                  <a:pt x="6074174" y="75074"/>
                </a:cubicBezTo>
                <a:close/>
                <a:moveTo>
                  <a:pt x="6673921" y="74911"/>
                </a:moveTo>
                <a:cubicBezTo>
                  <a:pt x="6674171" y="74884"/>
                  <a:pt x="6674644" y="74911"/>
                  <a:pt x="6674810" y="74989"/>
                </a:cubicBezTo>
                <a:cubicBezTo>
                  <a:pt x="6674977" y="75041"/>
                  <a:pt x="6674894" y="75145"/>
                  <a:pt x="6674588" y="75172"/>
                </a:cubicBezTo>
                <a:cubicBezTo>
                  <a:pt x="6674228" y="75197"/>
                  <a:pt x="6673838" y="75172"/>
                  <a:pt x="6673644" y="75119"/>
                </a:cubicBezTo>
                <a:cubicBezTo>
                  <a:pt x="6673449" y="75015"/>
                  <a:pt x="6673505" y="74937"/>
                  <a:pt x="6673921" y="74911"/>
                </a:cubicBezTo>
                <a:close/>
                <a:moveTo>
                  <a:pt x="6370714" y="74130"/>
                </a:moveTo>
                <a:cubicBezTo>
                  <a:pt x="6372994" y="73895"/>
                  <a:pt x="6375911" y="74104"/>
                  <a:pt x="6377105" y="74598"/>
                </a:cubicBezTo>
                <a:cubicBezTo>
                  <a:pt x="6378467" y="75067"/>
                  <a:pt x="6377634" y="75666"/>
                  <a:pt x="6375356" y="75874"/>
                </a:cubicBezTo>
                <a:cubicBezTo>
                  <a:pt x="6373049" y="76109"/>
                  <a:pt x="6370187" y="75900"/>
                  <a:pt x="6368881" y="75380"/>
                </a:cubicBezTo>
                <a:cubicBezTo>
                  <a:pt x="6367631" y="74911"/>
                  <a:pt x="6368464" y="74338"/>
                  <a:pt x="6370714" y="74130"/>
                </a:cubicBezTo>
                <a:close/>
                <a:moveTo>
                  <a:pt x="5425250" y="74052"/>
                </a:moveTo>
                <a:cubicBezTo>
                  <a:pt x="5433197" y="73323"/>
                  <a:pt x="5442173" y="74026"/>
                  <a:pt x="5445145" y="75614"/>
                </a:cubicBezTo>
                <a:cubicBezTo>
                  <a:pt x="5448202" y="77202"/>
                  <a:pt x="5444117" y="79128"/>
                  <a:pt x="5436059" y="79805"/>
                </a:cubicBezTo>
                <a:cubicBezTo>
                  <a:pt x="5428056" y="80586"/>
                  <a:pt x="5419109" y="79909"/>
                  <a:pt x="5416080" y="78269"/>
                </a:cubicBezTo>
                <a:cubicBezTo>
                  <a:pt x="5413107" y="76707"/>
                  <a:pt x="5417248" y="74781"/>
                  <a:pt x="5425250" y="74052"/>
                </a:cubicBezTo>
                <a:close/>
                <a:moveTo>
                  <a:pt x="5518530" y="74026"/>
                </a:moveTo>
                <a:cubicBezTo>
                  <a:pt x="5522586" y="73661"/>
                  <a:pt x="5527282" y="74026"/>
                  <a:pt x="5528921" y="74833"/>
                </a:cubicBezTo>
                <a:cubicBezTo>
                  <a:pt x="5530561" y="75666"/>
                  <a:pt x="5528505" y="76629"/>
                  <a:pt x="5524337" y="77045"/>
                </a:cubicBezTo>
                <a:cubicBezTo>
                  <a:pt x="5520225" y="77435"/>
                  <a:pt x="5515557" y="77072"/>
                  <a:pt x="5513889" y="76264"/>
                </a:cubicBezTo>
                <a:cubicBezTo>
                  <a:pt x="5512278" y="75406"/>
                  <a:pt x="5514390" y="74442"/>
                  <a:pt x="5518530" y="74026"/>
                </a:cubicBezTo>
                <a:close/>
                <a:moveTo>
                  <a:pt x="5609864" y="73739"/>
                </a:moveTo>
                <a:cubicBezTo>
                  <a:pt x="5612782" y="73479"/>
                  <a:pt x="5616117" y="73739"/>
                  <a:pt x="5617340" y="74312"/>
                </a:cubicBezTo>
                <a:cubicBezTo>
                  <a:pt x="5618534" y="74884"/>
                  <a:pt x="5617144" y="75588"/>
                  <a:pt x="5614227" y="75874"/>
                </a:cubicBezTo>
                <a:cubicBezTo>
                  <a:pt x="5611281" y="76160"/>
                  <a:pt x="5607919" y="75874"/>
                  <a:pt x="5606752" y="75301"/>
                </a:cubicBezTo>
                <a:cubicBezTo>
                  <a:pt x="5605558" y="74702"/>
                  <a:pt x="5606975" y="74026"/>
                  <a:pt x="5609864" y="73739"/>
                </a:cubicBezTo>
                <a:close/>
                <a:moveTo>
                  <a:pt x="5984511" y="72373"/>
                </a:moveTo>
                <a:cubicBezTo>
                  <a:pt x="5992604" y="72978"/>
                  <a:pt x="5999612" y="74208"/>
                  <a:pt x="6003656" y="75927"/>
                </a:cubicBezTo>
                <a:cubicBezTo>
                  <a:pt x="6011685" y="79389"/>
                  <a:pt x="6004766" y="83528"/>
                  <a:pt x="5987956" y="85169"/>
                </a:cubicBezTo>
                <a:cubicBezTo>
                  <a:pt x="5971061" y="86809"/>
                  <a:pt x="5950916" y="85273"/>
                  <a:pt x="5942914" y="81758"/>
                </a:cubicBezTo>
                <a:cubicBezTo>
                  <a:pt x="5934994" y="78243"/>
                  <a:pt x="5942163" y="74157"/>
                  <a:pt x="5958863" y="72568"/>
                </a:cubicBezTo>
                <a:cubicBezTo>
                  <a:pt x="5967241" y="71787"/>
                  <a:pt x="5976418" y="71767"/>
                  <a:pt x="5984511" y="72373"/>
                </a:cubicBezTo>
                <a:close/>
                <a:moveTo>
                  <a:pt x="5785781" y="72177"/>
                </a:moveTo>
                <a:cubicBezTo>
                  <a:pt x="5794589" y="71318"/>
                  <a:pt x="5804871" y="72151"/>
                  <a:pt x="5808788" y="73922"/>
                </a:cubicBezTo>
                <a:cubicBezTo>
                  <a:pt x="5812706" y="75692"/>
                  <a:pt x="5808788" y="77853"/>
                  <a:pt x="5799952" y="78686"/>
                </a:cubicBezTo>
                <a:cubicBezTo>
                  <a:pt x="5791116" y="79545"/>
                  <a:pt x="5780834" y="78738"/>
                  <a:pt x="5776861" y="76967"/>
                </a:cubicBezTo>
                <a:cubicBezTo>
                  <a:pt x="5773083" y="75145"/>
                  <a:pt x="5777000" y="73010"/>
                  <a:pt x="5785781" y="72177"/>
                </a:cubicBezTo>
                <a:close/>
                <a:moveTo>
                  <a:pt x="6881153" y="71917"/>
                </a:moveTo>
                <a:cubicBezTo>
                  <a:pt x="6881486" y="71891"/>
                  <a:pt x="6881931" y="71943"/>
                  <a:pt x="6882070" y="71995"/>
                </a:cubicBezTo>
                <a:cubicBezTo>
                  <a:pt x="6882265" y="72048"/>
                  <a:pt x="6882237" y="72125"/>
                  <a:pt x="6881931" y="72151"/>
                </a:cubicBezTo>
                <a:cubicBezTo>
                  <a:pt x="6881598" y="72229"/>
                  <a:pt x="6881153" y="72151"/>
                  <a:pt x="6880931" y="72099"/>
                </a:cubicBezTo>
                <a:cubicBezTo>
                  <a:pt x="6880736" y="72021"/>
                  <a:pt x="6880876" y="71943"/>
                  <a:pt x="6881153" y="71917"/>
                </a:cubicBezTo>
                <a:close/>
                <a:moveTo>
                  <a:pt x="5034461" y="69860"/>
                </a:moveTo>
                <a:cubicBezTo>
                  <a:pt x="5036044" y="69730"/>
                  <a:pt x="5037767" y="69834"/>
                  <a:pt x="5038239" y="70173"/>
                </a:cubicBezTo>
                <a:cubicBezTo>
                  <a:pt x="5038740" y="70485"/>
                  <a:pt x="5037794" y="70849"/>
                  <a:pt x="5036211" y="70980"/>
                </a:cubicBezTo>
                <a:cubicBezTo>
                  <a:pt x="5034627" y="71110"/>
                  <a:pt x="5032932" y="70980"/>
                  <a:pt x="5032460" y="70668"/>
                </a:cubicBezTo>
                <a:cubicBezTo>
                  <a:pt x="5031849" y="70355"/>
                  <a:pt x="5032849" y="70016"/>
                  <a:pt x="5034461" y="69860"/>
                </a:cubicBezTo>
                <a:close/>
                <a:moveTo>
                  <a:pt x="6282076" y="69236"/>
                </a:moveTo>
                <a:cubicBezTo>
                  <a:pt x="6284298" y="69027"/>
                  <a:pt x="6287105" y="69184"/>
                  <a:pt x="6288328" y="69704"/>
                </a:cubicBezTo>
                <a:cubicBezTo>
                  <a:pt x="6289634" y="70173"/>
                  <a:pt x="6288745" y="70746"/>
                  <a:pt x="6286494" y="70980"/>
                </a:cubicBezTo>
                <a:cubicBezTo>
                  <a:pt x="6284159" y="71189"/>
                  <a:pt x="6281325" y="71006"/>
                  <a:pt x="6280131" y="70512"/>
                </a:cubicBezTo>
                <a:cubicBezTo>
                  <a:pt x="6278881" y="70017"/>
                  <a:pt x="6279686" y="69470"/>
                  <a:pt x="6282076" y="69236"/>
                </a:cubicBezTo>
                <a:close/>
                <a:moveTo>
                  <a:pt x="5713502" y="69087"/>
                </a:moveTo>
                <a:cubicBezTo>
                  <a:pt x="5720496" y="69620"/>
                  <a:pt x="5726429" y="70707"/>
                  <a:pt x="5729652" y="72229"/>
                </a:cubicBezTo>
                <a:cubicBezTo>
                  <a:pt x="5736098" y="75250"/>
                  <a:pt x="5729152" y="78869"/>
                  <a:pt x="5714091" y="80275"/>
                </a:cubicBezTo>
                <a:cubicBezTo>
                  <a:pt x="5699031" y="81706"/>
                  <a:pt x="5681582" y="80352"/>
                  <a:pt x="5675301" y="77306"/>
                </a:cubicBezTo>
                <a:cubicBezTo>
                  <a:pt x="5668938" y="74234"/>
                  <a:pt x="5676025" y="70668"/>
                  <a:pt x="5690972" y="69262"/>
                </a:cubicBezTo>
                <a:cubicBezTo>
                  <a:pt x="5698447" y="68572"/>
                  <a:pt x="5706506" y="68553"/>
                  <a:pt x="5713502" y="69087"/>
                </a:cubicBezTo>
                <a:close/>
                <a:moveTo>
                  <a:pt x="6586061" y="68039"/>
                </a:moveTo>
                <a:cubicBezTo>
                  <a:pt x="6586366" y="68012"/>
                  <a:pt x="6586755" y="68039"/>
                  <a:pt x="6586922" y="68117"/>
                </a:cubicBezTo>
                <a:cubicBezTo>
                  <a:pt x="6587172" y="68194"/>
                  <a:pt x="6587032" y="68273"/>
                  <a:pt x="6586727" y="68325"/>
                </a:cubicBezTo>
                <a:cubicBezTo>
                  <a:pt x="6586366" y="68350"/>
                  <a:pt x="6585977" y="68325"/>
                  <a:pt x="6585782" y="68246"/>
                </a:cubicBezTo>
                <a:cubicBezTo>
                  <a:pt x="6585588" y="68168"/>
                  <a:pt x="6585672" y="68117"/>
                  <a:pt x="6586061" y="68039"/>
                </a:cubicBezTo>
                <a:close/>
                <a:moveTo>
                  <a:pt x="5124877" y="65721"/>
                </a:moveTo>
                <a:cubicBezTo>
                  <a:pt x="5126128" y="65591"/>
                  <a:pt x="5127379" y="65695"/>
                  <a:pt x="5127796" y="65929"/>
                </a:cubicBezTo>
                <a:cubicBezTo>
                  <a:pt x="5128240" y="66190"/>
                  <a:pt x="5127573" y="66450"/>
                  <a:pt x="5126350" y="66580"/>
                </a:cubicBezTo>
                <a:cubicBezTo>
                  <a:pt x="5125045" y="66658"/>
                  <a:pt x="5123767" y="66580"/>
                  <a:pt x="5123377" y="66320"/>
                </a:cubicBezTo>
                <a:cubicBezTo>
                  <a:pt x="5122960" y="66111"/>
                  <a:pt x="5123683" y="65825"/>
                  <a:pt x="5124877" y="65721"/>
                </a:cubicBezTo>
                <a:close/>
                <a:moveTo>
                  <a:pt x="6194714" y="65538"/>
                </a:moveTo>
                <a:cubicBezTo>
                  <a:pt x="6195548" y="65460"/>
                  <a:pt x="6196492" y="65538"/>
                  <a:pt x="6196937" y="65720"/>
                </a:cubicBezTo>
                <a:cubicBezTo>
                  <a:pt x="6197382" y="65903"/>
                  <a:pt x="6197104" y="66085"/>
                  <a:pt x="6196243" y="66190"/>
                </a:cubicBezTo>
                <a:cubicBezTo>
                  <a:pt x="6195465" y="66267"/>
                  <a:pt x="6194464" y="66190"/>
                  <a:pt x="6193992" y="66007"/>
                </a:cubicBezTo>
                <a:cubicBezTo>
                  <a:pt x="6193604" y="65825"/>
                  <a:pt x="6193909" y="65617"/>
                  <a:pt x="6194714" y="65538"/>
                </a:cubicBezTo>
                <a:close/>
                <a:moveTo>
                  <a:pt x="6794015" y="63951"/>
                </a:moveTo>
                <a:cubicBezTo>
                  <a:pt x="6794377" y="63924"/>
                  <a:pt x="6794793" y="63951"/>
                  <a:pt x="6795016" y="64028"/>
                </a:cubicBezTo>
                <a:cubicBezTo>
                  <a:pt x="6795154" y="64107"/>
                  <a:pt x="6795098" y="64185"/>
                  <a:pt x="6794793" y="64211"/>
                </a:cubicBezTo>
                <a:cubicBezTo>
                  <a:pt x="6794459" y="64237"/>
                  <a:pt x="6794015" y="64211"/>
                  <a:pt x="6793876" y="64132"/>
                </a:cubicBezTo>
                <a:cubicBezTo>
                  <a:pt x="6793682" y="64055"/>
                  <a:pt x="6793737" y="64002"/>
                  <a:pt x="6794015" y="63951"/>
                </a:cubicBezTo>
                <a:close/>
                <a:moveTo>
                  <a:pt x="5215157" y="62259"/>
                </a:moveTo>
                <a:cubicBezTo>
                  <a:pt x="5215879" y="62232"/>
                  <a:pt x="5216630" y="62259"/>
                  <a:pt x="5216907" y="62415"/>
                </a:cubicBezTo>
                <a:cubicBezTo>
                  <a:pt x="5217101" y="62545"/>
                  <a:pt x="5216796" y="62728"/>
                  <a:pt x="5216073" y="62779"/>
                </a:cubicBezTo>
                <a:cubicBezTo>
                  <a:pt x="5215379" y="62857"/>
                  <a:pt x="5214601" y="62779"/>
                  <a:pt x="5214322" y="62649"/>
                </a:cubicBezTo>
                <a:cubicBezTo>
                  <a:pt x="5214128" y="62493"/>
                  <a:pt x="5214545" y="62336"/>
                  <a:pt x="5215157" y="62259"/>
                </a:cubicBezTo>
                <a:close/>
                <a:moveTo>
                  <a:pt x="6997635" y="62129"/>
                </a:moveTo>
                <a:cubicBezTo>
                  <a:pt x="6997969" y="62103"/>
                  <a:pt x="6998358" y="62129"/>
                  <a:pt x="6998580" y="62206"/>
                </a:cubicBezTo>
                <a:cubicBezTo>
                  <a:pt x="6998774" y="62259"/>
                  <a:pt x="6998746" y="62363"/>
                  <a:pt x="6998358" y="62389"/>
                </a:cubicBezTo>
                <a:cubicBezTo>
                  <a:pt x="6998107" y="62415"/>
                  <a:pt x="6997635" y="62415"/>
                  <a:pt x="6997468" y="62337"/>
                </a:cubicBezTo>
                <a:cubicBezTo>
                  <a:pt x="6997218" y="62259"/>
                  <a:pt x="6997357" y="62180"/>
                  <a:pt x="6997635" y="62129"/>
                </a:cubicBezTo>
                <a:close/>
                <a:moveTo>
                  <a:pt x="6101658" y="60202"/>
                </a:moveTo>
                <a:cubicBezTo>
                  <a:pt x="6107215" y="59655"/>
                  <a:pt x="6113995" y="60202"/>
                  <a:pt x="6116857" y="61321"/>
                </a:cubicBezTo>
                <a:cubicBezTo>
                  <a:pt x="6119692" y="62466"/>
                  <a:pt x="6117412" y="63846"/>
                  <a:pt x="6111828" y="64367"/>
                </a:cubicBezTo>
                <a:cubicBezTo>
                  <a:pt x="6106298" y="64940"/>
                  <a:pt x="6099434" y="64393"/>
                  <a:pt x="6096657" y="63274"/>
                </a:cubicBezTo>
                <a:cubicBezTo>
                  <a:pt x="6093877" y="62076"/>
                  <a:pt x="6096129" y="60722"/>
                  <a:pt x="6101658" y="60202"/>
                </a:cubicBezTo>
                <a:close/>
                <a:moveTo>
                  <a:pt x="5304962" y="59316"/>
                </a:moveTo>
                <a:cubicBezTo>
                  <a:pt x="5305684" y="59264"/>
                  <a:pt x="5306407" y="59316"/>
                  <a:pt x="5306658" y="59446"/>
                </a:cubicBezTo>
                <a:cubicBezTo>
                  <a:pt x="5306963" y="59602"/>
                  <a:pt x="5306573" y="59785"/>
                  <a:pt x="5305878" y="59811"/>
                </a:cubicBezTo>
                <a:cubicBezTo>
                  <a:pt x="5305184" y="59889"/>
                  <a:pt x="5304379" y="59811"/>
                  <a:pt x="5304184" y="59707"/>
                </a:cubicBezTo>
                <a:cubicBezTo>
                  <a:pt x="5303961" y="59550"/>
                  <a:pt x="5304323" y="59395"/>
                  <a:pt x="5304962" y="59316"/>
                </a:cubicBezTo>
                <a:close/>
                <a:moveTo>
                  <a:pt x="6017243" y="59082"/>
                </a:moveTo>
                <a:cubicBezTo>
                  <a:pt x="6018132" y="59003"/>
                  <a:pt x="6019105" y="59082"/>
                  <a:pt x="6019549" y="59264"/>
                </a:cubicBezTo>
                <a:cubicBezTo>
                  <a:pt x="6019938" y="59420"/>
                  <a:pt x="6019576" y="59629"/>
                  <a:pt x="6018743" y="59707"/>
                </a:cubicBezTo>
                <a:cubicBezTo>
                  <a:pt x="6017966" y="59785"/>
                  <a:pt x="6016964" y="59707"/>
                  <a:pt x="6016548" y="59524"/>
                </a:cubicBezTo>
                <a:cubicBezTo>
                  <a:pt x="6016131" y="59369"/>
                  <a:pt x="6016437" y="59160"/>
                  <a:pt x="6017243" y="59082"/>
                </a:cubicBezTo>
                <a:close/>
                <a:moveTo>
                  <a:pt x="5394518" y="57025"/>
                </a:moveTo>
                <a:cubicBezTo>
                  <a:pt x="5395213" y="56999"/>
                  <a:pt x="5395991" y="57025"/>
                  <a:pt x="5396241" y="57181"/>
                </a:cubicBezTo>
                <a:cubicBezTo>
                  <a:pt x="5396463" y="57312"/>
                  <a:pt x="5396130" y="57467"/>
                  <a:pt x="5395464" y="57546"/>
                </a:cubicBezTo>
                <a:cubicBezTo>
                  <a:pt x="5394740" y="57597"/>
                  <a:pt x="5393934" y="57546"/>
                  <a:pt x="5393740" y="57390"/>
                </a:cubicBezTo>
                <a:cubicBezTo>
                  <a:pt x="5393463" y="57260"/>
                  <a:pt x="5393851" y="57103"/>
                  <a:pt x="5394518" y="57025"/>
                </a:cubicBezTo>
                <a:close/>
                <a:moveTo>
                  <a:pt x="6707238" y="56635"/>
                </a:moveTo>
                <a:cubicBezTo>
                  <a:pt x="6707488" y="56583"/>
                  <a:pt x="6707932" y="56635"/>
                  <a:pt x="6708072" y="56687"/>
                </a:cubicBezTo>
                <a:cubicBezTo>
                  <a:pt x="6708210" y="56714"/>
                  <a:pt x="6708154" y="56818"/>
                  <a:pt x="6707932" y="56869"/>
                </a:cubicBezTo>
                <a:cubicBezTo>
                  <a:pt x="6707570" y="56921"/>
                  <a:pt x="6707182" y="56869"/>
                  <a:pt x="6706960" y="56818"/>
                </a:cubicBezTo>
                <a:cubicBezTo>
                  <a:pt x="6706737" y="56739"/>
                  <a:pt x="6706932" y="56661"/>
                  <a:pt x="6707238" y="56635"/>
                </a:cubicBezTo>
                <a:close/>
                <a:moveTo>
                  <a:pt x="5928020" y="56583"/>
                </a:moveTo>
                <a:cubicBezTo>
                  <a:pt x="5929520" y="56427"/>
                  <a:pt x="5931271" y="56583"/>
                  <a:pt x="5931992" y="56895"/>
                </a:cubicBezTo>
                <a:cubicBezTo>
                  <a:pt x="5932660" y="57208"/>
                  <a:pt x="5931992" y="57572"/>
                  <a:pt x="5930549" y="57677"/>
                </a:cubicBezTo>
                <a:cubicBezTo>
                  <a:pt x="5929047" y="57833"/>
                  <a:pt x="5927270" y="57677"/>
                  <a:pt x="5926575" y="57364"/>
                </a:cubicBezTo>
                <a:cubicBezTo>
                  <a:pt x="5925935" y="57104"/>
                  <a:pt x="5926435" y="56714"/>
                  <a:pt x="5928020" y="56583"/>
                </a:cubicBezTo>
                <a:close/>
                <a:moveTo>
                  <a:pt x="6410700" y="56348"/>
                </a:moveTo>
                <a:cubicBezTo>
                  <a:pt x="6411061" y="56296"/>
                  <a:pt x="6411422" y="56348"/>
                  <a:pt x="6411645" y="56400"/>
                </a:cubicBezTo>
                <a:cubicBezTo>
                  <a:pt x="6411812" y="56479"/>
                  <a:pt x="6411701" y="56557"/>
                  <a:pt x="6411283" y="56583"/>
                </a:cubicBezTo>
                <a:cubicBezTo>
                  <a:pt x="6411033" y="56634"/>
                  <a:pt x="6410644" y="56583"/>
                  <a:pt x="6410450" y="56531"/>
                </a:cubicBezTo>
                <a:cubicBezTo>
                  <a:pt x="6410311" y="56452"/>
                  <a:pt x="6410367" y="56348"/>
                  <a:pt x="6410700" y="56348"/>
                </a:cubicBezTo>
                <a:close/>
                <a:moveTo>
                  <a:pt x="5484102" y="55515"/>
                </a:moveTo>
                <a:cubicBezTo>
                  <a:pt x="5484436" y="55463"/>
                  <a:pt x="5484824" y="55515"/>
                  <a:pt x="5484964" y="55567"/>
                </a:cubicBezTo>
                <a:cubicBezTo>
                  <a:pt x="5485102" y="55645"/>
                  <a:pt x="5484964" y="55723"/>
                  <a:pt x="5484547" y="55750"/>
                </a:cubicBezTo>
                <a:cubicBezTo>
                  <a:pt x="5484241" y="55775"/>
                  <a:pt x="5483879" y="55750"/>
                  <a:pt x="5483769" y="55698"/>
                </a:cubicBezTo>
                <a:cubicBezTo>
                  <a:pt x="5483602" y="55619"/>
                  <a:pt x="5483769" y="55541"/>
                  <a:pt x="5484102" y="55515"/>
                </a:cubicBezTo>
                <a:close/>
                <a:moveTo>
                  <a:pt x="5839741" y="55255"/>
                </a:moveTo>
                <a:cubicBezTo>
                  <a:pt x="5840603" y="55177"/>
                  <a:pt x="5841576" y="55255"/>
                  <a:pt x="5841965" y="55438"/>
                </a:cubicBezTo>
                <a:cubicBezTo>
                  <a:pt x="5842381" y="55568"/>
                  <a:pt x="5841965" y="55750"/>
                  <a:pt x="5841158" y="55881"/>
                </a:cubicBezTo>
                <a:cubicBezTo>
                  <a:pt x="5840325" y="55958"/>
                  <a:pt x="5839436" y="55881"/>
                  <a:pt x="5839046" y="55724"/>
                </a:cubicBezTo>
                <a:cubicBezTo>
                  <a:pt x="5838547" y="55542"/>
                  <a:pt x="5839046" y="55333"/>
                  <a:pt x="5839741" y="55255"/>
                </a:cubicBezTo>
                <a:close/>
                <a:moveTo>
                  <a:pt x="5573353" y="54500"/>
                </a:moveTo>
                <a:cubicBezTo>
                  <a:pt x="5573659" y="54475"/>
                  <a:pt x="5574047" y="54500"/>
                  <a:pt x="5574215" y="54578"/>
                </a:cubicBezTo>
                <a:cubicBezTo>
                  <a:pt x="5574298" y="54631"/>
                  <a:pt x="5574215" y="54735"/>
                  <a:pt x="5573797" y="54786"/>
                </a:cubicBezTo>
                <a:cubicBezTo>
                  <a:pt x="5573492" y="54813"/>
                  <a:pt x="5573103" y="54761"/>
                  <a:pt x="5572935" y="54709"/>
                </a:cubicBezTo>
                <a:cubicBezTo>
                  <a:pt x="5572796" y="54604"/>
                  <a:pt x="5573019" y="54552"/>
                  <a:pt x="5573353" y="54500"/>
                </a:cubicBezTo>
                <a:close/>
                <a:moveTo>
                  <a:pt x="5750714" y="54188"/>
                </a:moveTo>
                <a:cubicBezTo>
                  <a:pt x="5751881" y="54084"/>
                  <a:pt x="5753215" y="54188"/>
                  <a:pt x="5753715" y="54422"/>
                </a:cubicBezTo>
                <a:cubicBezTo>
                  <a:pt x="5754187" y="54631"/>
                  <a:pt x="5753715" y="54917"/>
                  <a:pt x="5752520" y="55021"/>
                </a:cubicBezTo>
                <a:cubicBezTo>
                  <a:pt x="5751353" y="55152"/>
                  <a:pt x="5749991" y="55047"/>
                  <a:pt x="5749491" y="54813"/>
                </a:cubicBezTo>
                <a:cubicBezTo>
                  <a:pt x="5748963" y="54579"/>
                  <a:pt x="5749491" y="54292"/>
                  <a:pt x="5750714" y="54188"/>
                </a:cubicBezTo>
                <a:close/>
                <a:moveTo>
                  <a:pt x="6911357" y="53771"/>
                </a:moveTo>
                <a:cubicBezTo>
                  <a:pt x="6911635" y="53746"/>
                  <a:pt x="6912052" y="53746"/>
                  <a:pt x="6912274" y="53823"/>
                </a:cubicBezTo>
                <a:cubicBezTo>
                  <a:pt x="6912497" y="53902"/>
                  <a:pt x="6912358" y="53980"/>
                  <a:pt x="6911969" y="54006"/>
                </a:cubicBezTo>
                <a:cubicBezTo>
                  <a:pt x="6911774" y="54032"/>
                  <a:pt x="6911357" y="54006"/>
                  <a:pt x="6911135" y="53928"/>
                </a:cubicBezTo>
                <a:cubicBezTo>
                  <a:pt x="6910912" y="53875"/>
                  <a:pt x="6911024" y="53771"/>
                  <a:pt x="6911357" y="53771"/>
                </a:cubicBezTo>
                <a:close/>
                <a:moveTo>
                  <a:pt x="5660491" y="53277"/>
                </a:moveTo>
                <a:cubicBezTo>
                  <a:pt x="5663326" y="53016"/>
                  <a:pt x="5666632" y="53277"/>
                  <a:pt x="5667827" y="53822"/>
                </a:cubicBezTo>
                <a:cubicBezTo>
                  <a:pt x="5669050" y="54422"/>
                  <a:pt x="5667660" y="55072"/>
                  <a:pt x="5664854" y="55333"/>
                </a:cubicBezTo>
                <a:cubicBezTo>
                  <a:pt x="5661908" y="55594"/>
                  <a:pt x="5658629" y="55333"/>
                  <a:pt x="5657490" y="54786"/>
                </a:cubicBezTo>
                <a:cubicBezTo>
                  <a:pt x="5656296" y="54188"/>
                  <a:pt x="5657602" y="53536"/>
                  <a:pt x="5660491" y="53277"/>
                </a:cubicBezTo>
                <a:close/>
                <a:moveTo>
                  <a:pt x="5005896" y="51584"/>
                </a:moveTo>
                <a:cubicBezTo>
                  <a:pt x="5006201" y="51558"/>
                  <a:pt x="5006591" y="51584"/>
                  <a:pt x="5006702" y="51637"/>
                </a:cubicBezTo>
                <a:cubicBezTo>
                  <a:pt x="5006813" y="51740"/>
                  <a:pt x="5006591" y="51793"/>
                  <a:pt x="5006201" y="51846"/>
                </a:cubicBezTo>
                <a:cubicBezTo>
                  <a:pt x="5005896" y="51871"/>
                  <a:pt x="5005562" y="51846"/>
                  <a:pt x="5005423" y="51767"/>
                </a:cubicBezTo>
                <a:cubicBezTo>
                  <a:pt x="5005312" y="51715"/>
                  <a:pt x="5005562" y="51611"/>
                  <a:pt x="5005896" y="51584"/>
                </a:cubicBezTo>
                <a:close/>
                <a:moveTo>
                  <a:pt x="6323144" y="51454"/>
                </a:moveTo>
                <a:cubicBezTo>
                  <a:pt x="6323505" y="51376"/>
                  <a:pt x="6323923" y="51454"/>
                  <a:pt x="6324061" y="51506"/>
                </a:cubicBezTo>
                <a:cubicBezTo>
                  <a:pt x="6324312" y="51558"/>
                  <a:pt x="6324145" y="51636"/>
                  <a:pt x="6323839" y="51688"/>
                </a:cubicBezTo>
                <a:cubicBezTo>
                  <a:pt x="6323505" y="51715"/>
                  <a:pt x="6323116" y="51688"/>
                  <a:pt x="6322950" y="51610"/>
                </a:cubicBezTo>
                <a:cubicBezTo>
                  <a:pt x="6322700" y="51532"/>
                  <a:pt x="6322839" y="51454"/>
                  <a:pt x="6323144" y="51454"/>
                </a:cubicBezTo>
                <a:close/>
                <a:moveTo>
                  <a:pt x="5094813" y="47289"/>
                </a:moveTo>
                <a:cubicBezTo>
                  <a:pt x="5095146" y="47263"/>
                  <a:pt x="5095535" y="47289"/>
                  <a:pt x="5095619" y="47367"/>
                </a:cubicBezTo>
                <a:cubicBezTo>
                  <a:pt x="5095785" y="47445"/>
                  <a:pt x="5095591" y="47523"/>
                  <a:pt x="5095230" y="47549"/>
                </a:cubicBezTo>
                <a:cubicBezTo>
                  <a:pt x="5094868" y="47575"/>
                  <a:pt x="5094507" y="47549"/>
                  <a:pt x="5094396" y="47497"/>
                </a:cubicBezTo>
                <a:cubicBezTo>
                  <a:pt x="5094229" y="47419"/>
                  <a:pt x="5094507" y="47341"/>
                  <a:pt x="5094813" y="47289"/>
                </a:cubicBezTo>
                <a:close/>
                <a:moveTo>
                  <a:pt x="6235311" y="46976"/>
                </a:moveTo>
                <a:cubicBezTo>
                  <a:pt x="6236117" y="46899"/>
                  <a:pt x="6237117" y="46976"/>
                  <a:pt x="6237506" y="47159"/>
                </a:cubicBezTo>
                <a:cubicBezTo>
                  <a:pt x="6237979" y="47341"/>
                  <a:pt x="6237645" y="47523"/>
                  <a:pt x="6236867" y="47601"/>
                </a:cubicBezTo>
                <a:cubicBezTo>
                  <a:pt x="6236033" y="47680"/>
                  <a:pt x="6235089" y="47601"/>
                  <a:pt x="6234616" y="47445"/>
                </a:cubicBezTo>
                <a:cubicBezTo>
                  <a:pt x="6234171" y="47263"/>
                  <a:pt x="6234478" y="47055"/>
                  <a:pt x="6235311" y="46976"/>
                </a:cubicBezTo>
                <a:close/>
                <a:moveTo>
                  <a:pt x="6825302" y="45987"/>
                </a:moveTo>
                <a:cubicBezTo>
                  <a:pt x="6825608" y="45961"/>
                  <a:pt x="6826080" y="45987"/>
                  <a:pt x="6826247" y="46066"/>
                </a:cubicBezTo>
                <a:cubicBezTo>
                  <a:pt x="6826442" y="46118"/>
                  <a:pt x="6826386" y="46195"/>
                  <a:pt x="6826080" y="46248"/>
                </a:cubicBezTo>
                <a:cubicBezTo>
                  <a:pt x="6825664" y="46273"/>
                  <a:pt x="6825330" y="46248"/>
                  <a:pt x="6825080" y="46169"/>
                </a:cubicBezTo>
                <a:cubicBezTo>
                  <a:pt x="6824913" y="46092"/>
                  <a:pt x="6824941" y="46013"/>
                  <a:pt x="6825302" y="45987"/>
                </a:cubicBezTo>
                <a:close/>
                <a:moveTo>
                  <a:pt x="6148367" y="43540"/>
                </a:moveTo>
                <a:cubicBezTo>
                  <a:pt x="6148673" y="43487"/>
                  <a:pt x="6149062" y="43514"/>
                  <a:pt x="6149257" y="43592"/>
                </a:cubicBezTo>
                <a:cubicBezTo>
                  <a:pt x="6149396" y="43669"/>
                  <a:pt x="6149285" y="43722"/>
                  <a:pt x="6148978" y="43748"/>
                </a:cubicBezTo>
                <a:cubicBezTo>
                  <a:pt x="6148618" y="43800"/>
                  <a:pt x="6148201" y="43773"/>
                  <a:pt x="6148062" y="43696"/>
                </a:cubicBezTo>
                <a:cubicBezTo>
                  <a:pt x="6147895" y="43643"/>
                  <a:pt x="6148062" y="43565"/>
                  <a:pt x="6148367" y="43540"/>
                </a:cubicBezTo>
                <a:close/>
                <a:moveTo>
                  <a:pt x="5183284" y="43540"/>
                </a:moveTo>
                <a:cubicBezTo>
                  <a:pt x="5183951" y="43488"/>
                  <a:pt x="5184701" y="43540"/>
                  <a:pt x="5184980" y="43670"/>
                </a:cubicBezTo>
                <a:cubicBezTo>
                  <a:pt x="5185174" y="43800"/>
                  <a:pt x="5184841" y="43956"/>
                  <a:pt x="5184146" y="44035"/>
                </a:cubicBezTo>
                <a:cubicBezTo>
                  <a:pt x="5183451" y="44086"/>
                  <a:pt x="5182645" y="44035"/>
                  <a:pt x="5182451" y="43930"/>
                </a:cubicBezTo>
                <a:cubicBezTo>
                  <a:pt x="5182173" y="43774"/>
                  <a:pt x="5182618" y="43592"/>
                  <a:pt x="5183284" y="43540"/>
                </a:cubicBezTo>
                <a:close/>
                <a:moveTo>
                  <a:pt x="5272036" y="40598"/>
                </a:moveTo>
                <a:cubicBezTo>
                  <a:pt x="5272313" y="40572"/>
                  <a:pt x="5272675" y="40598"/>
                  <a:pt x="5272758" y="40676"/>
                </a:cubicBezTo>
                <a:cubicBezTo>
                  <a:pt x="5272952" y="40728"/>
                  <a:pt x="5272729" y="40833"/>
                  <a:pt x="5272424" y="40833"/>
                </a:cubicBezTo>
                <a:cubicBezTo>
                  <a:pt x="5272063" y="40858"/>
                  <a:pt x="5271701" y="40833"/>
                  <a:pt x="5271591" y="40780"/>
                </a:cubicBezTo>
                <a:cubicBezTo>
                  <a:pt x="5271452" y="40728"/>
                  <a:pt x="5271618" y="40624"/>
                  <a:pt x="5272036" y="40598"/>
                </a:cubicBezTo>
                <a:close/>
                <a:moveTo>
                  <a:pt x="6060561" y="40337"/>
                </a:moveTo>
                <a:cubicBezTo>
                  <a:pt x="6061395" y="40260"/>
                  <a:pt x="6062312" y="40337"/>
                  <a:pt x="6062785" y="40467"/>
                </a:cubicBezTo>
                <a:cubicBezTo>
                  <a:pt x="6063118" y="40676"/>
                  <a:pt x="6062868" y="40858"/>
                  <a:pt x="6062034" y="40936"/>
                </a:cubicBezTo>
                <a:cubicBezTo>
                  <a:pt x="6061284" y="41014"/>
                  <a:pt x="6060256" y="40936"/>
                  <a:pt x="6059840" y="40754"/>
                </a:cubicBezTo>
                <a:cubicBezTo>
                  <a:pt x="6059450" y="40597"/>
                  <a:pt x="6059840" y="40390"/>
                  <a:pt x="6060561" y="40337"/>
                </a:cubicBezTo>
                <a:close/>
                <a:moveTo>
                  <a:pt x="6447572" y="38333"/>
                </a:moveTo>
                <a:cubicBezTo>
                  <a:pt x="6447878" y="38307"/>
                  <a:pt x="6448240" y="38333"/>
                  <a:pt x="6448461" y="38411"/>
                </a:cubicBezTo>
                <a:cubicBezTo>
                  <a:pt x="6448656" y="38489"/>
                  <a:pt x="6448545" y="38542"/>
                  <a:pt x="6448184" y="38568"/>
                </a:cubicBezTo>
                <a:cubicBezTo>
                  <a:pt x="6447878" y="38619"/>
                  <a:pt x="6447488" y="38568"/>
                  <a:pt x="6447294" y="38515"/>
                </a:cubicBezTo>
                <a:cubicBezTo>
                  <a:pt x="6447100" y="38438"/>
                  <a:pt x="6447267" y="38385"/>
                  <a:pt x="6447572" y="38333"/>
                </a:cubicBezTo>
                <a:close/>
                <a:moveTo>
                  <a:pt x="5360174" y="38177"/>
                </a:moveTo>
                <a:cubicBezTo>
                  <a:pt x="5360535" y="38124"/>
                  <a:pt x="5360869" y="38177"/>
                  <a:pt x="5361008" y="38228"/>
                </a:cubicBezTo>
                <a:cubicBezTo>
                  <a:pt x="5361063" y="38307"/>
                  <a:pt x="5361008" y="38384"/>
                  <a:pt x="5360563" y="38411"/>
                </a:cubicBezTo>
                <a:cubicBezTo>
                  <a:pt x="5360285" y="38437"/>
                  <a:pt x="5359924" y="38411"/>
                  <a:pt x="5359730" y="38333"/>
                </a:cubicBezTo>
                <a:cubicBezTo>
                  <a:pt x="5359674" y="38281"/>
                  <a:pt x="5359868" y="38202"/>
                  <a:pt x="5360174" y="38177"/>
                </a:cubicBezTo>
                <a:close/>
                <a:moveTo>
                  <a:pt x="5973394" y="38021"/>
                </a:moveTo>
                <a:cubicBezTo>
                  <a:pt x="5974090" y="37942"/>
                  <a:pt x="5974840" y="37995"/>
                  <a:pt x="5975145" y="38125"/>
                </a:cubicBezTo>
                <a:cubicBezTo>
                  <a:pt x="5975423" y="38229"/>
                  <a:pt x="5975145" y="38411"/>
                  <a:pt x="5974506" y="38489"/>
                </a:cubicBezTo>
                <a:cubicBezTo>
                  <a:pt x="5973867" y="38542"/>
                  <a:pt x="5973117" y="38515"/>
                  <a:pt x="5972812" y="38359"/>
                </a:cubicBezTo>
                <a:cubicBezTo>
                  <a:pt x="5972505" y="38229"/>
                  <a:pt x="5972755" y="38073"/>
                  <a:pt x="5973394" y="38021"/>
                </a:cubicBezTo>
                <a:close/>
                <a:moveTo>
                  <a:pt x="5448202" y="36354"/>
                </a:moveTo>
                <a:cubicBezTo>
                  <a:pt x="5448508" y="36328"/>
                  <a:pt x="5448897" y="36354"/>
                  <a:pt x="5449063" y="36432"/>
                </a:cubicBezTo>
                <a:cubicBezTo>
                  <a:pt x="5449202" y="36485"/>
                  <a:pt x="5449063" y="36562"/>
                  <a:pt x="5448646" y="36615"/>
                </a:cubicBezTo>
                <a:cubicBezTo>
                  <a:pt x="5448341" y="36615"/>
                  <a:pt x="5447952" y="36615"/>
                  <a:pt x="5447840" y="36510"/>
                </a:cubicBezTo>
                <a:cubicBezTo>
                  <a:pt x="5447730" y="36459"/>
                  <a:pt x="5447868" y="36380"/>
                  <a:pt x="5448202" y="36354"/>
                </a:cubicBezTo>
                <a:close/>
                <a:moveTo>
                  <a:pt x="5885979" y="36198"/>
                </a:moveTo>
                <a:cubicBezTo>
                  <a:pt x="5886646" y="36119"/>
                  <a:pt x="5887424" y="36172"/>
                  <a:pt x="5887702" y="36328"/>
                </a:cubicBezTo>
                <a:cubicBezTo>
                  <a:pt x="5888063" y="36432"/>
                  <a:pt x="5887784" y="36615"/>
                  <a:pt x="5887091" y="36667"/>
                </a:cubicBezTo>
                <a:cubicBezTo>
                  <a:pt x="5886452" y="36718"/>
                  <a:pt x="5885645" y="36667"/>
                  <a:pt x="5885395" y="36510"/>
                </a:cubicBezTo>
                <a:cubicBezTo>
                  <a:pt x="5885033" y="36380"/>
                  <a:pt x="5885395" y="36250"/>
                  <a:pt x="5885979" y="36198"/>
                </a:cubicBezTo>
                <a:close/>
                <a:moveTo>
                  <a:pt x="5536090" y="35130"/>
                </a:moveTo>
                <a:cubicBezTo>
                  <a:pt x="5536369" y="35105"/>
                  <a:pt x="5536813" y="35130"/>
                  <a:pt x="5536897" y="35208"/>
                </a:cubicBezTo>
                <a:cubicBezTo>
                  <a:pt x="5537008" y="35260"/>
                  <a:pt x="5536842" y="35339"/>
                  <a:pt x="5536535" y="35365"/>
                </a:cubicBezTo>
                <a:cubicBezTo>
                  <a:pt x="5536174" y="35391"/>
                  <a:pt x="5535840" y="35391"/>
                  <a:pt x="5535646" y="35312"/>
                </a:cubicBezTo>
                <a:cubicBezTo>
                  <a:pt x="5535562" y="35235"/>
                  <a:pt x="5535702" y="35182"/>
                  <a:pt x="5536090" y="35130"/>
                </a:cubicBezTo>
                <a:close/>
                <a:moveTo>
                  <a:pt x="5623757" y="34532"/>
                </a:moveTo>
                <a:cubicBezTo>
                  <a:pt x="5624064" y="34507"/>
                  <a:pt x="5624480" y="34532"/>
                  <a:pt x="5624619" y="34610"/>
                </a:cubicBezTo>
                <a:cubicBezTo>
                  <a:pt x="5624759" y="34663"/>
                  <a:pt x="5624535" y="34740"/>
                  <a:pt x="5624203" y="34793"/>
                </a:cubicBezTo>
                <a:cubicBezTo>
                  <a:pt x="5623952" y="34793"/>
                  <a:pt x="5623508" y="34793"/>
                  <a:pt x="5623425" y="34688"/>
                </a:cubicBezTo>
                <a:cubicBezTo>
                  <a:pt x="5623313" y="34663"/>
                  <a:pt x="5623425" y="34558"/>
                  <a:pt x="5623757" y="34532"/>
                </a:cubicBezTo>
                <a:close/>
                <a:moveTo>
                  <a:pt x="6361267" y="33491"/>
                </a:moveTo>
                <a:cubicBezTo>
                  <a:pt x="6361573" y="33465"/>
                  <a:pt x="6361962" y="33491"/>
                  <a:pt x="6362185" y="33569"/>
                </a:cubicBezTo>
                <a:cubicBezTo>
                  <a:pt x="6362323" y="33621"/>
                  <a:pt x="6362212" y="33699"/>
                  <a:pt x="6361935" y="33725"/>
                </a:cubicBezTo>
                <a:cubicBezTo>
                  <a:pt x="6361573" y="33751"/>
                  <a:pt x="6361212" y="33725"/>
                  <a:pt x="6360989" y="33647"/>
                </a:cubicBezTo>
                <a:cubicBezTo>
                  <a:pt x="6360823" y="33595"/>
                  <a:pt x="6360933" y="33491"/>
                  <a:pt x="6361267" y="33491"/>
                </a:cubicBezTo>
                <a:close/>
                <a:moveTo>
                  <a:pt x="6275157" y="29195"/>
                </a:moveTo>
                <a:cubicBezTo>
                  <a:pt x="6275462" y="29143"/>
                  <a:pt x="6275823" y="29195"/>
                  <a:pt x="6276046" y="29273"/>
                </a:cubicBezTo>
                <a:cubicBezTo>
                  <a:pt x="6276185" y="29352"/>
                  <a:pt x="6276074" y="29403"/>
                  <a:pt x="6275712" y="29456"/>
                </a:cubicBezTo>
                <a:cubicBezTo>
                  <a:pt x="6275435" y="29456"/>
                  <a:pt x="6275046" y="29456"/>
                  <a:pt x="6274851" y="29377"/>
                </a:cubicBezTo>
                <a:cubicBezTo>
                  <a:pt x="6274684" y="29299"/>
                  <a:pt x="6274796" y="29247"/>
                  <a:pt x="6275157" y="29195"/>
                </a:cubicBezTo>
                <a:close/>
                <a:moveTo>
                  <a:pt x="6189019" y="25497"/>
                </a:moveTo>
                <a:cubicBezTo>
                  <a:pt x="6189324" y="25472"/>
                  <a:pt x="6189742" y="25497"/>
                  <a:pt x="6189908" y="25550"/>
                </a:cubicBezTo>
                <a:cubicBezTo>
                  <a:pt x="6190075" y="25628"/>
                  <a:pt x="6189881" y="25706"/>
                  <a:pt x="6189602" y="25732"/>
                </a:cubicBezTo>
                <a:cubicBezTo>
                  <a:pt x="6189324" y="25758"/>
                  <a:pt x="6188963" y="25732"/>
                  <a:pt x="6188741" y="25680"/>
                </a:cubicBezTo>
                <a:cubicBezTo>
                  <a:pt x="6188574" y="25602"/>
                  <a:pt x="6188741" y="25497"/>
                  <a:pt x="6189019" y="25497"/>
                </a:cubicBezTo>
                <a:close/>
                <a:moveTo>
                  <a:pt x="6102964" y="22374"/>
                </a:moveTo>
                <a:cubicBezTo>
                  <a:pt x="6103269" y="22347"/>
                  <a:pt x="6103658" y="22374"/>
                  <a:pt x="6103797" y="22452"/>
                </a:cubicBezTo>
                <a:cubicBezTo>
                  <a:pt x="6103965" y="22504"/>
                  <a:pt x="6103881" y="22581"/>
                  <a:pt x="6103547" y="22634"/>
                </a:cubicBezTo>
                <a:cubicBezTo>
                  <a:pt x="6103187" y="22634"/>
                  <a:pt x="6102853" y="22634"/>
                  <a:pt x="6102603" y="22556"/>
                </a:cubicBezTo>
                <a:cubicBezTo>
                  <a:pt x="6102547" y="22504"/>
                  <a:pt x="6102603" y="22400"/>
                  <a:pt x="6102964" y="22374"/>
                </a:cubicBezTo>
                <a:close/>
                <a:moveTo>
                  <a:pt x="5239775" y="22374"/>
                </a:moveTo>
                <a:cubicBezTo>
                  <a:pt x="5240081" y="22347"/>
                  <a:pt x="5240497" y="22374"/>
                  <a:pt x="5240581" y="22452"/>
                </a:cubicBezTo>
                <a:cubicBezTo>
                  <a:pt x="5240637" y="22504"/>
                  <a:pt x="5240497" y="22581"/>
                  <a:pt x="5240109" y="22608"/>
                </a:cubicBezTo>
                <a:cubicBezTo>
                  <a:pt x="5239775" y="22634"/>
                  <a:pt x="5239441" y="22608"/>
                  <a:pt x="5239359" y="22556"/>
                </a:cubicBezTo>
                <a:cubicBezTo>
                  <a:pt x="5239191" y="22478"/>
                  <a:pt x="5239359" y="22400"/>
                  <a:pt x="5239775" y="22374"/>
                </a:cubicBezTo>
                <a:close/>
                <a:moveTo>
                  <a:pt x="5326663" y="19822"/>
                </a:moveTo>
                <a:cubicBezTo>
                  <a:pt x="5326997" y="19796"/>
                  <a:pt x="5327359" y="19822"/>
                  <a:pt x="5327497" y="19875"/>
                </a:cubicBezTo>
                <a:cubicBezTo>
                  <a:pt x="5327609" y="19952"/>
                  <a:pt x="5327414" y="20031"/>
                  <a:pt x="5327052" y="20057"/>
                </a:cubicBezTo>
                <a:cubicBezTo>
                  <a:pt x="5326775" y="20083"/>
                  <a:pt x="5326386" y="20057"/>
                  <a:pt x="5326302" y="20005"/>
                </a:cubicBezTo>
                <a:cubicBezTo>
                  <a:pt x="5326164" y="19926"/>
                  <a:pt x="5326358" y="19849"/>
                  <a:pt x="5326663" y="19822"/>
                </a:cubicBezTo>
                <a:close/>
                <a:moveTo>
                  <a:pt x="5413357" y="17844"/>
                </a:moveTo>
                <a:cubicBezTo>
                  <a:pt x="5413719" y="17844"/>
                  <a:pt x="5414079" y="17844"/>
                  <a:pt x="5414190" y="17922"/>
                </a:cubicBezTo>
                <a:cubicBezTo>
                  <a:pt x="5414302" y="18000"/>
                  <a:pt x="5414136" y="18053"/>
                  <a:pt x="5413830" y="18105"/>
                </a:cubicBezTo>
                <a:cubicBezTo>
                  <a:pt x="5413524" y="18130"/>
                  <a:pt x="5413107" y="18105"/>
                  <a:pt x="5413024" y="18026"/>
                </a:cubicBezTo>
                <a:cubicBezTo>
                  <a:pt x="5412912" y="17974"/>
                  <a:pt x="5413024" y="17896"/>
                  <a:pt x="5413357" y="17844"/>
                </a:cubicBezTo>
                <a:close/>
                <a:moveTo>
                  <a:pt x="5499940" y="16464"/>
                </a:moveTo>
                <a:cubicBezTo>
                  <a:pt x="5500218" y="16412"/>
                  <a:pt x="5500579" y="16464"/>
                  <a:pt x="5500718" y="16516"/>
                </a:cubicBezTo>
                <a:cubicBezTo>
                  <a:pt x="5500857" y="16568"/>
                  <a:pt x="5500718" y="16647"/>
                  <a:pt x="5500385" y="16698"/>
                </a:cubicBezTo>
                <a:cubicBezTo>
                  <a:pt x="5500024" y="16724"/>
                  <a:pt x="5499663" y="16698"/>
                  <a:pt x="5499552" y="16594"/>
                </a:cubicBezTo>
                <a:cubicBezTo>
                  <a:pt x="5499384" y="16543"/>
                  <a:pt x="5499606" y="16464"/>
                  <a:pt x="5499940" y="16464"/>
                </a:cubicBezTo>
                <a:close/>
                <a:moveTo>
                  <a:pt x="6398223" y="16048"/>
                </a:moveTo>
                <a:cubicBezTo>
                  <a:pt x="6398585" y="16022"/>
                  <a:pt x="6399002" y="16048"/>
                  <a:pt x="6399169" y="16126"/>
                </a:cubicBezTo>
                <a:cubicBezTo>
                  <a:pt x="6399307" y="16178"/>
                  <a:pt x="6399196" y="16256"/>
                  <a:pt x="6398891" y="16281"/>
                </a:cubicBezTo>
                <a:cubicBezTo>
                  <a:pt x="6398585" y="16308"/>
                  <a:pt x="6398168" y="16281"/>
                  <a:pt x="6398029" y="16230"/>
                </a:cubicBezTo>
                <a:cubicBezTo>
                  <a:pt x="6397863" y="16152"/>
                  <a:pt x="6398029" y="16074"/>
                  <a:pt x="6398223" y="16048"/>
                </a:cubicBezTo>
                <a:close/>
                <a:moveTo>
                  <a:pt x="5586383" y="15605"/>
                </a:moveTo>
                <a:cubicBezTo>
                  <a:pt x="5586662" y="15579"/>
                  <a:pt x="5587051" y="15605"/>
                  <a:pt x="5587162" y="15683"/>
                </a:cubicBezTo>
                <a:cubicBezTo>
                  <a:pt x="5587329" y="15735"/>
                  <a:pt x="5587162" y="15814"/>
                  <a:pt x="5586745" y="15840"/>
                </a:cubicBezTo>
                <a:cubicBezTo>
                  <a:pt x="5586523" y="15865"/>
                  <a:pt x="5586134" y="15840"/>
                  <a:pt x="5585967" y="15787"/>
                </a:cubicBezTo>
                <a:cubicBezTo>
                  <a:pt x="5585828" y="15710"/>
                  <a:pt x="5586078" y="15631"/>
                  <a:pt x="5586383" y="15605"/>
                </a:cubicBezTo>
                <a:close/>
                <a:moveTo>
                  <a:pt x="6313308" y="11779"/>
                </a:moveTo>
                <a:cubicBezTo>
                  <a:pt x="6313641" y="11726"/>
                  <a:pt x="6313975" y="11779"/>
                  <a:pt x="6314142" y="11830"/>
                </a:cubicBezTo>
                <a:cubicBezTo>
                  <a:pt x="6314364" y="11909"/>
                  <a:pt x="6314253" y="11960"/>
                  <a:pt x="6313947" y="12013"/>
                </a:cubicBezTo>
                <a:cubicBezTo>
                  <a:pt x="6313641" y="12039"/>
                  <a:pt x="6313224" y="12013"/>
                  <a:pt x="6313058" y="11935"/>
                </a:cubicBezTo>
                <a:cubicBezTo>
                  <a:pt x="6312919" y="11883"/>
                  <a:pt x="6313002" y="11804"/>
                  <a:pt x="6313308" y="11779"/>
                </a:cubicBezTo>
                <a:close/>
                <a:moveTo>
                  <a:pt x="6228448" y="8029"/>
                </a:moveTo>
                <a:cubicBezTo>
                  <a:pt x="6228753" y="7977"/>
                  <a:pt x="6229170" y="8029"/>
                  <a:pt x="6229337" y="8081"/>
                </a:cubicBezTo>
                <a:cubicBezTo>
                  <a:pt x="6229531" y="8160"/>
                  <a:pt x="6229337" y="8238"/>
                  <a:pt x="6229059" y="8264"/>
                </a:cubicBezTo>
                <a:cubicBezTo>
                  <a:pt x="6228726" y="8290"/>
                  <a:pt x="6228364" y="8264"/>
                  <a:pt x="6228169" y="8185"/>
                </a:cubicBezTo>
                <a:cubicBezTo>
                  <a:pt x="6228030" y="8134"/>
                  <a:pt x="6228169" y="8055"/>
                  <a:pt x="6228448" y="8029"/>
                </a:cubicBezTo>
                <a:close/>
                <a:moveTo>
                  <a:pt x="5379597" y="10"/>
                </a:moveTo>
                <a:cubicBezTo>
                  <a:pt x="5379930" y="-16"/>
                  <a:pt x="5380263" y="10"/>
                  <a:pt x="5380486" y="63"/>
                </a:cubicBezTo>
                <a:cubicBezTo>
                  <a:pt x="5380541" y="114"/>
                  <a:pt x="5380347" y="193"/>
                  <a:pt x="5380041" y="219"/>
                </a:cubicBezTo>
                <a:cubicBezTo>
                  <a:pt x="5379763" y="245"/>
                  <a:pt x="5379319" y="219"/>
                  <a:pt x="5379207" y="167"/>
                </a:cubicBezTo>
                <a:cubicBezTo>
                  <a:pt x="5379124" y="114"/>
                  <a:pt x="5379319" y="37"/>
                  <a:pt x="5379597" y="10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0"/>
                </a:srgbClr>
              </a:gs>
              <a:gs pos="50000">
                <a:srgbClr val="FFFFFF">
                  <a:alpha val="60000"/>
                </a:srgbClr>
              </a:gs>
            </a:gsLst>
            <a:lin ang="16200000" scaled="0"/>
          </a:gradFill>
          <a:ln w="24717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850900" y="1554396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3930165" y="3605572"/>
            <a:ext cx="433167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4" Type="http://schemas.openxmlformats.org/officeDocument/2006/relationships/theme" Target="../theme/theme2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7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9" Type="http://schemas.openxmlformats.org/officeDocument/2006/relationships/theme" Target="../theme/theme3.xml"/><Relationship Id="rId18" Type="http://schemas.openxmlformats.org/officeDocument/2006/relationships/tags" Target="../tags/tag201.xml"/><Relationship Id="rId17" Type="http://schemas.openxmlformats.org/officeDocument/2006/relationships/tags" Target="../tags/tag200.xml"/><Relationship Id="rId16" Type="http://schemas.openxmlformats.org/officeDocument/2006/relationships/tags" Target="../tags/tag199.xml"/><Relationship Id="rId15" Type="http://schemas.openxmlformats.org/officeDocument/2006/relationships/tags" Target="../tags/tag198.xml"/><Relationship Id="rId14" Type="http://schemas.openxmlformats.org/officeDocument/2006/relationships/tags" Target="../tags/tag197.xml"/><Relationship Id="rId13" Type="http://schemas.openxmlformats.org/officeDocument/2006/relationships/tags" Target="../tags/tag196.xml"/><Relationship Id="rId12" Type="http://schemas.openxmlformats.org/officeDocument/2006/relationships/tags" Target="../tags/tag195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0800" tIns="39600" rIns="75600" bIns="396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0800" tIns="0" rIns="8280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44711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447113"/>
            <a:ext cx="396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44711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任意多边形: 形状 7"/>
          <p:cNvSpPr>
            <a:spLocks noChangeAspect="1"/>
          </p:cNvSpPr>
          <p:nvPr userDrawn="1">
            <p:custDataLst>
              <p:tags r:id="rId17"/>
            </p:custDataLst>
          </p:nvPr>
        </p:nvSpPr>
        <p:spPr>
          <a:xfrm>
            <a:off x="7189470" y="469900"/>
            <a:ext cx="5002530" cy="5918200"/>
          </a:xfrm>
          <a:custGeom>
            <a:avLst/>
            <a:gdLst>
              <a:gd name="connsiteX0" fmla="*/ 3384262 w 4840150"/>
              <a:gd name="connsiteY0" fmla="*/ 5663454 h 5724538"/>
              <a:gd name="connsiteX1" fmla="*/ 3394917 w 4840150"/>
              <a:gd name="connsiteY1" fmla="*/ 5671338 h 5724538"/>
              <a:gd name="connsiteX2" fmla="*/ 3394917 w 4840150"/>
              <a:gd name="connsiteY2" fmla="*/ 5715878 h 5724538"/>
              <a:gd name="connsiteX3" fmla="*/ 3365224 w 4840150"/>
              <a:gd name="connsiteY3" fmla="*/ 5718353 h 5724538"/>
              <a:gd name="connsiteX4" fmla="*/ 3365224 w 4840150"/>
              <a:gd name="connsiteY4" fmla="*/ 5671338 h 5724538"/>
              <a:gd name="connsiteX5" fmla="*/ 3371138 w 4840150"/>
              <a:gd name="connsiteY5" fmla="*/ 5665424 h 5724538"/>
              <a:gd name="connsiteX6" fmla="*/ 3384262 w 4840150"/>
              <a:gd name="connsiteY6" fmla="*/ 5663454 h 5724538"/>
              <a:gd name="connsiteX7" fmla="*/ 2738436 w 4840150"/>
              <a:gd name="connsiteY7" fmla="*/ 5604067 h 5724538"/>
              <a:gd name="connsiteX8" fmla="*/ 2749091 w 4840150"/>
              <a:gd name="connsiteY8" fmla="*/ 5611951 h 5724538"/>
              <a:gd name="connsiteX9" fmla="*/ 2749091 w 4840150"/>
              <a:gd name="connsiteY9" fmla="*/ 5654017 h 5724538"/>
              <a:gd name="connsiteX10" fmla="*/ 2743548 w 4840150"/>
              <a:gd name="connsiteY10" fmla="*/ 5660574 h 5724538"/>
              <a:gd name="connsiteX11" fmla="*/ 2719398 w 4840150"/>
              <a:gd name="connsiteY11" fmla="*/ 5656491 h 5724538"/>
              <a:gd name="connsiteX12" fmla="*/ 2719398 w 4840150"/>
              <a:gd name="connsiteY12" fmla="*/ 5611951 h 5724538"/>
              <a:gd name="connsiteX13" fmla="*/ 2725311 w 4840150"/>
              <a:gd name="connsiteY13" fmla="*/ 5606037 h 5724538"/>
              <a:gd name="connsiteX14" fmla="*/ 2738436 w 4840150"/>
              <a:gd name="connsiteY14" fmla="*/ 5604067 h 5724538"/>
              <a:gd name="connsiteX15" fmla="*/ 2564746 w 4840150"/>
              <a:gd name="connsiteY15" fmla="*/ 5542050 h 5724538"/>
              <a:gd name="connsiteX16" fmla="*/ 2578356 w 4840150"/>
              <a:gd name="connsiteY16" fmla="*/ 5555040 h 5724538"/>
              <a:gd name="connsiteX17" fmla="*/ 2578356 w 4840150"/>
              <a:gd name="connsiteY17" fmla="*/ 5604528 h 5724538"/>
              <a:gd name="connsiteX18" fmla="*/ 2575040 w 4840150"/>
              <a:gd name="connsiteY18" fmla="*/ 5607844 h 5724538"/>
              <a:gd name="connsiteX19" fmla="*/ 2543713 w 4840150"/>
              <a:gd name="connsiteY19" fmla="*/ 5604528 h 5724538"/>
              <a:gd name="connsiteX20" fmla="*/ 2543713 w 4840150"/>
              <a:gd name="connsiteY20" fmla="*/ 5555040 h 5724538"/>
              <a:gd name="connsiteX21" fmla="*/ 2564746 w 4840150"/>
              <a:gd name="connsiteY21" fmla="*/ 5542050 h 5724538"/>
              <a:gd name="connsiteX22" fmla="*/ 3403578 w 4840150"/>
              <a:gd name="connsiteY22" fmla="*/ 5460084 h 5724538"/>
              <a:gd name="connsiteX23" fmla="*/ 3419661 w 4840150"/>
              <a:gd name="connsiteY23" fmla="*/ 5475858 h 5724538"/>
              <a:gd name="connsiteX24" fmla="*/ 3419661 w 4840150"/>
              <a:gd name="connsiteY24" fmla="*/ 5540193 h 5724538"/>
              <a:gd name="connsiteX25" fmla="*/ 3380071 w 4840150"/>
              <a:gd name="connsiteY25" fmla="*/ 5540193 h 5724538"/>
              <a:gd name="connsiteX26" fmla="*/ 3380071 w 4840150"/>
              <a:gd name="connsiteY26" fmla="*/ 5475858 h 5724538"/>
              <a:gd name="connsiteX27" fmla="*/ 3403578 w 4840150"/>
              <a:gd name="connsiteY27" fmla="*/ 5460084 h 5724538"/>
              <a:gd name="connsiteX28" fmla="*/ 2951685 w 4840150"/>
              <a:gd name="connsiteY28" fmla="*/ 5427916 h 5724538"/>
              <a:gd name="connsiteX29" fmla="*/ 2969315 w 4840150"/>
              <a:gd name="connsiteY29" fmla="*/ 5443690 h 5724538"/>
              <a:gd name="connsiteX30" fmla="*/ 2954468 w 4840150"/>
              <a:gd name="connsiteY30" fmla="*/ 5512974 h 5724538"/>
              <a:gd name="connsiteX31" fmla="*/ 2924775 w 4840150"/>
              <a:gd name="connsiteY31" fmla="*/ 5510500 h 5724538"/>
              <a:gd name="connsiteX32" fmla="*/ 2924775 w 4840150"/>
              <a:gd name="connsiteY32" fmla="*/ 5443690 h 5724538"/>
              <a:gd name="connsiteX33" fmla="*/ 2951685 w 4840150"/>
              <a:gd name="connsiteY33" fmla="*/ 5427916 h 5724538"/>
              <a:gd name="connsiteX34" fmla="*/ 4119925 w 4840150"/>
              <a:gd name="connsiteY34" fmla="*/ 5406574 h 5724538"/>
              <a:gd name="connsiteX35" fmla="*/ 4132297 w 4840150"/>
              <a:gd name="connsiteY35" fmla="*/ 5406574 h 5724538"/>
              <a:gd name="connsiteX36" fmla="*/ 4132297 w 4840150"/>
              <a:gd name="connsiteY36" fmla="*/ 5426369 h 5724538"/>
              <a:gd name="connsiteX37" fmla="*/ 4119925 w 4840150"/>
              <a:gd name="connsiteY37" fmla="*/ 5428844 h 5724538"/>
              <a:gd name="connsiteX38" fmla="*/ 4119925 w 4840150"/>
              <a:gd name="connsiteY38" fmla="*/ 5406574 h 5724538"/>
              <a:gd name="connsiteX39" fmla="*/ 3672053 w 4840150"/>
              <a:gd name="connsiteY39" fmla="*/ 5401934 h 5724538"/>
              <a:gd name="connsiteX40" fmla="*/ 3696797 w 4840150"/>
              <a:gd name="connsiteY40" fmla="*/ 5421420 h 5724538"/>
              <a:gd name="connsiteX41" fmla="*/ 3696797 w 4840150"/>
              <a:gd name="connsiteY41" fmla="*/ 5498127 h 5724538"/>
              <a:gd name="connsiteX42" fmla="*/ 3647308 w 4840150"/>
              <a:gd name="connsiteY42" fmla="*/ 5500602 h 5724538"/>
              <a:gd name="connsiteX43" fmla="*/ 3647308 w 4840150"/>
              <a:gd name="connsiteY43" fmla="*/ 5421420 h 5724538"/>
              <a:gd name="connsiteX44" fmla="*/ 3672053 w 4840150"/>
              <a:gd name="connsiteY44" fmla="*/ 5401934 h 5724538"/>
              <a:gd name="connsiteX45" fmla="*/ 2767826 w 4840150"/>
              <a:gd name="connsiteY45" fmla="*/ 5401718 h 5724538"/>
              <a:gd name="connsiteX46" fmla="*/ 2786208 w 4840150"/>
              <a:gd name="connsiteY46" fmla="*/ 5411523 h 5724538"/>
              <a:gd name="connsiteX47" fmla="*/ 2786208 w 4840150"/>
              <a:gd name="connsiteY47" fmla="*/ 5468435 h 5724538"/>
              <a:gd name="connsiteX48" fmla="*/ 2744142 w 4840150"/>
              <a:gd name="connsiteY48" fmla="*/ 5470910 h 5724538"/>
              <a:gd name="connsiteX49" fmla="*/ 2744142 w 4840150"/>
              <a:gd name="connsiteY49" fmla="*/ 5411523 h 5724538"/>
              <a:gd name="connsiteX50" fmla="*/ 2747903 w 4840150"/>
              <a:gd name="connsiteY50" fmla="*/ 5407762 h 5724538"/>
              <a:gd name="connsiteX51" fmla="*/ 2767826 w 4840150"/>
              <a:gd name="connsiteY51" fmla="*/ 5401718 h 5724538"/>
              <a:gd name="connsiteX52" fmla="*/ 2601358 w 4840150"/>
              <a:gd name="connsiteY52" fmla="*/ 5339529 h 5724538"/>
              <a:gd name="connsiteX53" fmla="*/ 2617946 w 4840150"/>
              <a:gd name="connsiteY53" fmla="*/ 5352136 h 5724538"/>
              <a:gd name="connsiteX54" fmla="*/ 2617946 w 4840150"/>
              <a:gd name="connsiteY54" fmla="*/ 5418946 h 5724538"/>
              <a:gd name="connsiteX55" fmla="*/ 2607578 w 4840150"/>
              <a:gd name="connsiteY55" fmla="*/ 5428299 h 5724538"/>
              <a:gd name="connsiteX56" fmla="*/ 2570932 w 4840150"/>
              <a:gd name="connsiteY56" fmla="*/ 5416471 h 5724538"/>
              <a:gd name="connsiteX57" fmla="*/ 2570932 w 4840150"/>
              <a:gd name="connsiteY57" fmla="*/ 5352136 h 5724538"/>
              <a:gd name="connsiteX58" fmla="*/ 2580706 w 4840150"/>
              <a:gd name="connsiteY58" fmla="*/ 5342362 h 5724538"/>
              <a:gd name="connsiteX59" fmla="*/ 2601358 w 4840150"/>
              <a:gd name="connsiteY59" fmla="*/ 5339529 h 5724538"/>
              <a:gd name="connsiteX60" fmla="*/ 3263772 w 4840150"/>
              <a:gd name="connsiteY60" fmla="*/ 5319969 h 5724538"/>
              <a:gd name="connsiteX61" fmla="*/ 3276144 w 4840150"/>
              <a:gd name="connsiteY61" fmla="*/ 5319969 h 5724538"/>
              <a:gd name="connsiteX62" fmla="*/ 3276144 w 4840150"/>
              <a:gd name="connsiteY62" fmla="*/ 5337290 h 5724538"/>
              <a:gd name="connsiteX63" fmla="*/ 3263772 w 4840150"/>
              <a:gd name="connsiteY63" fmla="*/ 5337290 h 5724538"/>
              <a:gd name="connsiteX64" fmla="*/ 3263772 w 4840150"/>
              <a:gd name="connsiteY64" fmla="*/ 5319969 h 5724538"/>
              <a:gd name="connsiteX65" fmla="*/ 3404814 w 4840150"/>
              <a:gd name="connsiteY65" fmla="*/ 5310071 h 5724538"/>
              <a:gd name="connsiteX66" fmla="*/ 3422135 w 4840150"/>
              <a:gd name="connsiteY66" fmla="*/ 5310071 h 5724538"/>
              <a:gd name="connsiteX67" fmla="*/ 3422135 w 4840150"/>
              <a:gd name="connsiteY67" fmla="*/ 5339764 h 5724538"/>
              <a:gd name="connsiteX68" fmla="*/ 3404814 w 4840150"/>
              <a:gd name="connsiteY68" fmla="*/ 5337290 h 5724538"/>
              <a:gd name="connsiteX69" fmla="*/ 3404814 w 4840150"/>
              <a:gd name="connsiteY69" fmla="*/ 5310071 h 5724538"/>
              <a:gd name="connsiteX70" fmla="*/ 4015999 w 4840150"/>
              <a:gd name="connsiteY70" fmla="*/ 5290276 h 5724538"/>
              <a:gd name="connsiteX71" fmla="*/ 4028371 w 4840150"/>
              <a:gd name="connsiteY71" fmla="*/ 5290276 h 5724538"/>
              <a:gd name="connsiteX72" fmla="*/ 4028371 w 4840150"/>
              <a:gd name="connsiteY72" fmla="*/ 5312546 h 5724538"/>
              <a:gd name="connsiteX73" fmla="*/ 4015999 w 4840150"/>
              <a:gd name="connsiteY73" fmla="*/ 5310071 h 5724538"/>
              <a:gd name="connsiteX74" fmla="*/ 4015999 w 4840150"/>
              <a:gd name="connsiteY74" fmla="*/ 5290276 h 5724538"/>
              <a:gd name="connsiteX75" fmla="*/ 3553899 w 4840150"/>
              <a:gd name="connsiteY75" fmla="*/ 5281925 h 5724538"/>
              <a:gd name="connsiteX76" fmla="*/ 3563178 w 4840150"/>
              <a:gd name="connsiteY76" fmla="*/ 5290276 h 5724538"/>
              <a:gd name="connsiteX77" fmla="*/ 3563178 w 4840150"/>
              <a:gd name="connsiteY77" fmla="*/ 5324918 h 5724538"/>
              <a:gd name="connsiteX78" fmla="*/ 3540908 w 4840150"/>
              <a:gd name="connsiteY78" fmla="*/ 5327392 h 5724538"/>
              <a:gd name="connsiteX79" fmla="*/ 3540908 w 4840150"/>
              <a:gd name="connsiteY79" fmla="*/ 5290276 h 5724538"/>
              <a:gd name="connsiteX80" fmla="*/ 3553899 w 4840150"/>
              <a:gd name="connsiteY80" fmla="*/ 5281925 h 5724538"/>
              <a:gd name="connsiteX81" fmla="*/ 3124567 w 4840150"/>
              <a:gd name="connsiteY81" fmla="*/ 5279268 h 5724538"/>
              <a:gd name="connsiteX82" fmla="*/ 3137576 w 4840150"/>
              <a:gd name="connsiteY82" fmla="*/ 5290276 h 5724538"/>
              <a:gd name="connsiteX83" fmla="*/ 3137576 w 4840150"/>
              <a:gd name="connsiteY83" fmla="*/ 5349663 h 5724538"/>
              <a:gd name="connsiteX84" fmla="*/ 3097985 w 4840150"/>
              <a:gd name="connsiteY84" fmla="*/ 5349663 h 5724538"/>
              <a:gd name="connsiteX85" fmla="*/ 3097985 w 4840150"/>
              <a:gd name="connsiteY85" fmla="*/ 5290276 h 5724538"/>
              <a:gd name="connsiteX86" fmla="*/ 3107586 w 4840150"/>
              <a:gd name="connsiteY86" fmla="*/ 5280675 h 5724538"/>
              <a:gd name="connsiteX87" fmla="*/ 3124567 w 4840150"/>
              <a:gd name="connsiteY87" fmla="*/ 5279268 h 5724538"/>
              <a:gd name="connsiteX88" fmla="*/ 2958180 w 4840150"/>
              <a:gd name="connsiteY88" fmla="*/ 5242025 h 5724538"/>
              <a:gd name="connsiteX89" fmla="*/ 2984162 w 4840150"/>
              <a:gd name="connsiteY89" fmla="*/ 5260582 h 5724538"/>
              <a:gd name="connsiteX90" fmla="*/ 2984162 w 4840150"/>
              <a:gd name="connsiteY90" fmla="*/ 5332341 h 5724538"/>
              <a:gd name="connsiteX91" fmla="*/ 2932199 w 4840150"/>
              <a:gd name="connsiteY91" fmla="*/ 5334815 h 5724538"/>
              <a:gd name="connsiteX92" fmla="*/ 2932199 w 4840150"/>
              <a:gd name="connsiteY92" fmla="*/ 5260582 h 5724538"/>
              <a:gd name="connsiteX93" fmla="*/ 2958180 w 4840150"/>
              <a:gd name="connsiteY93" fmla="*/ 5242025 h 5724538"/>
              <a:gd name="connsiteX94" fmla="*/ 3687209 w 4840150"/>
              <a:gd name="connsiteY94" fmla="*/ 5222230 h 5724538"/>
              <a:gd name="connsiteX95" fmla="*/ 3711643 w 4840150"/>
              <a:gd name="connsiteY95" fmla="*/ 5240787 h 5724538"/>
              <a:gd name="connsiteX96" fmla="*/ 3711643 w 4840150"/>
              <a:gd name="connsiteY96" fmla="*/ 5317495 h 5724538"/>
              <a:gd name="connsiteX97" fmla="*/ 3664629 w 4840150"/>
              <a:gd name="connsiteY97" fmla="*/ 5317495 h 5724538"/>
              <a:gd name="connsiteX98" fmla="*/ 3664629 w 4840150"/>
              <a:gd name="connsiteY98" fmla="*/ 5240787 h 5724538"/>
              <a:gd name="connsiteX99" fmla="*/ 3687209 w 4840150"/>
              <a:gd name="connsiteY99" fmla="*/ 5222230 h 5724538"/>
              <a:gd name="connsiteX100" fmla="*/ 2801573 w 4840150"/>
              <a:gd name="connsiteY100" fmla="*/ 5218966 h 5724538"/>
              <a:gd name="connsiteX101" fmla="*/ 2813425 w 4840150"/>
              <a:gd name="connsiteY101" fmla="*/ 5228415 h 5724538"/>
              <a:gd name="connsiteX102" fmla="*/ 2813425 w 4840150"/>
              <a:gd name="connsiteY102" fmla="*/ 5277904 h 5724538"/>
              <a:gd name="connsiteX103" fmla="*/ 2810110 w 4840150"/>
              <a:gd name="connsiteY103" fmla="*/ 5281220 h 5724538"/>
              <a:gd name="connsiteX104" fmla="*/ 2778783 w 4840150"/>
              <a:gd name="connsiteY104" fmla="*/ 5277904 h 5724538"/>
              <a:gd name="connsiteX105" fmla="*/ 2778783 w 4840150"/>
              <a:gd name="connsiteY105" fmla="*/ 5228415 h 5724538"/>
              <a:gd name="connsiteX106" fmla="*/ 2786528 w 4840150"/>
              <a:gd name="connsiteY106" fmla="*/ 5220671 h 5724538"/>
              <a:gd name="connsiteX107" fmla="*/ 2801573 w 4840150"/>
              <a:gd name="connsiteY107" fmla="*/ 5218966 h 5724538"/>
              <a:gd name="connsiteX108" fmla="*/ 4119499 w 4840150"/>
              <a:gd name="connsiteY108" fmla="*/ 5204831 h 5724538"/>
              <a:gd name="connsiteX109" fmla="*/ 4137245 w 4840150"/>
              <a:gd name="connsiteY109" fmla="*/ 5211094 h 5724538"/>
              <a:gd name="connsiteX110" fmla="*/ 4137245 w 4840150"/>
              <a:gd name="connsiteY110" fmla="*/ 5255634 h 5724538"/>
              <a:gd name="connsiteX111" fmla="*/ 4112501 w 4840150"/>
              <a:gd name="connsiteY111" fmla="*/ 5253160 h 5724538"/>
              <a:gd name="connsiteX112" fmla="*/ 4112501 w 4840150"/>
              <a:gd name="connsiteY112" fmla="*/ 5211094 h 5724538"/>
              <a:gd name="connsiteX113" fmla="*/ 4119499 w 4840150"/>
              <a:gd name="connsiteY113" fmla="*/ 5204831 h 5724538"/>
              <a:gd name="connsiteX114" fmla="*/ 3807218 w 4840150"/>
              <a:gd name="connsiteY114" fmla="*/ 5199031 h 5724538"/>
              <a:gd name="connsiteX115" fmla="*/ 3820518 w 4840150"/>
              <a:gd name="connsiteY115" fmla="*/ 5211094 h 5724538"/>
              <a:gd name="connsiteX116" fmla="*/ 3820518 w 4840150"/>
              <a:gd name="connsiteY116" fmla="*/ 5263057 h 5724538"/>
              <a:gd name="connsiteX117" fmla="*/ 3788351 w 4840150"/>
              <a:gd name="connsiteY117" fmla="*/ 5260582 h 5724538"/>
              <a:gd name="connsiteX118" fmla="*/ 3788351 w 4840150"/>
              <a:gd name="connsiteY118" fmla="*/ 5211094 h 5724538"/>
              <a:gd name="connsiteX119" fmla="*/ 3807218 w 4840150"/>
              <a:gd name="connsiteY119" fmla="*/ 5199031 h 5724538"/>
              <a:gd name="connsiteX120" fmla="*/ 2244814 w 4840150"/>
              <a:gd name="connsiteY120" fmla="*/ 5190387 h 5724538"/>
              <a:gd name="connsiteX121" fmla="*/ 2261628 w 4840150"/>
              <a:gd name="connsiteY121" fmla="*/ 5198722 h 5724538"/>
              <a:gd name="connsiteX122" fmla="*/ 2261628 w 4840150"/>
              <a:gd name="connsiteY122" fmla="*/ 5250685 h 5724538"/>
              <a:gd name="connsiteX123" fmla="*/ 2226986 w 4840150"/>
              <a:gd name="connsiteY123" fmla="*/ 5248211 h 5724538"/>
              <a:gd name="connsiteX124" fmla="*/ 2226986 w 4840150"/>
              <a:gd name="connsiteY124" fmla="*/ 5196248 h 5724538"/>
              <a:gd name="connsiteX125" fmla="*/ 2244814 w 4840150"/>
              <a:gd name="connsiteY125" fmla="*/ 5190387 h 5724538"/>
              <a:gd name="connsiteX126" fmla="*/ 2626606 w 4840150"/>
              <a:gd name="connsiteY126" fmla="*/ 5144903 h 5724538"/>
              <a:gd name="connsiteX127" fmla="*/ 2652588 w 4840150"/>
              <a:gd name="connsiteY127" fmla="*/ 5161606 h 5724538"/>
              <a:gd name="connsiteX128" fmla="*/ 2652588 w 4840150"/>
              <a:gd name="connsiteY128" fmla="*/ 5233364 h 5724538"/>
              <a:gd name="connsiteX129" fmla="*/ 2640983 w 4840150"/>
              <a:gd name="connsiteY129" fmla="*/ 5244969 h 5724538"/>
              <a:gd name="connsiteX130" fmla="*/ 2600625 w 4840150"/>
              <a:gd name="connsiteY130" fmla="*/ 5233364 h 5724538"/>
              <a:gd name="connsiteX131" fmla="*/ 2600625 w 4840150"/>
              <a:gd name="connsiteY131" fmla="*/ 5161606 h 5724538"/>
              <a:gd name="connsiteX132" fmla="*/ 2626606 w 4840150"/>
              <a:gd name="connsiteY132" fmla="*/ 5144903 h 5724538"/>
              <a:gd name="connsiteX133" fmla="*/ 3422135 w 4840150"/>
              <a:gd name="connsiteY133" fmla="*/ 5134387 h 5724538"/>
              <a:gd name="connsiteX134" fmla="*/ 3439456 w 4840150"/>
              <a:gd name="connsiteY134" fmla="*/ 5134387 h 5724538"/>
              <a:gd name="connsiteX135" fmla="*/ 3439456 w 4840150"/>
              <a:gd name="connsiteY135" fmla="*/ 5161606 h 5724538"/>
              <a:gd name="connsiteX136" fmla="*/ 3422135 w 4840150"/>
              <a:gd name="connsiteY136" fmla="*/ 5161606 h 5724538"/>
              <a:gd name="connsiteX137" fmla="*/ 3422135 w 4840150"/>
              <a:gd name="connsiteY137" fmla="*/ 5134387 h 5724538"/>
              <a:gd name="connsiteX138" fmla="*/ 3916094 w 4840150"/>
              <a:gd name="connsiteY138" fmla="*/ 5127273 h 5724538"/>
              <a:gd name="connsiteX139" fmla="*/ 3941766 w 4840150"/>
              <a:gd name="connsiteY139" fmla="*/ 5146759 h 5724538"/>
              <a:gd name="connsiteX140" fmla="*/ 3941766 w 4840150"/>
              <a:gd name="connsiteY140" fmla="*/ 5225941 h 5724538"/>
              <a:gd name="connsiteX141" fmla="*/ 3892277 w 4840150"/>
              <a:gd name="connsiteY141" fmla="*/ 5225941 h 5724538"/>
              <a:gd name="connsiteX142" fmla="*/ 3892277 w 4840150"/>
              <a:gd name="connsiteY142" fmla="*/ 5146759 h 5724538"/>
              <a:gd name="connsiteX143" fmla="*/ 3916094 w 4840150"/>
              <a:gd name="connsiteY143" fmla="*/ 5127273 h 5724538"/>
              <a:gd name="connsiteX144" fmla="*/ 3130152 w 4840150"/>
              <a:gd name="connsiteY144" fmla="*/ 5126963 h 5724538"/>
              <a:gd name="connsiteX145" fmla="*/ 3149948 w 4840150"/>
              <a:gd name="connsiteY145" fmla="*/ 5126963 h 5724538"/>
              <a:gd name="connsiteX146" fmla="*/ 3149948 w 4840150"/>
              <a:gd name="connsiteY146" fmla="*/ 5156656 h 5724538"/>
              <a:gd name="connsiteX147" fmla="*/ 3130152 w 4840150"/>
              <a:gd name="connsiteY147" fmla="*/ 5159131 h 5724538"/>
              <a:gd name="connsiteX148" fmla="*/ 3130152 w 4840150"/>
              <a:gd name="connsiteY148" fmla="*/ 5126963 h 5724538"/>
              <a:gd name="connsiteX149" fmla="*/ 3280845 w 4840150"/>
              <a:gd name="connsiteY149" fmla="*/ 5119788 h 5724538"/>
              <a:gd name="connsiteX150" fmla="*/ 3303363 w 4840150"/>
              <a:gd name="connsiteY150" fmla="*/ 5129438 h 5724538"/>
              <a:gd name="connsiteX151" fmla="*/ 3303363 w 4840150"/>
              <a:gd name="connsiteY151" fmla="*/ 5178927 h 5724538"/>
              <a:gd name="connsiteX152" fmla="*/ 3271195 w 4840150"/>
              <a:gd name="connsiteY152" fmla="*/ 5176452 h 5724538"/>
              <a:gd name="connsiteX153" fmla="*/ 3271195 w 4840150"/>
              <a:gd name="connsiteY153" fmla="*/ 5129438 h 5724538"/>
              <a:gd name="connsiteX154" fmla="*/ 3280845 w 4840150"/>
              <a:gd name="connsiteY154" fmla="*/ 5119788 h 5724538"/>
              <a:gd name="connsiteX155" fmla="*/ 4024968 w 4840150"/>
              <a:gd name="connsiteY155" fmla="*/ 5094487 h 5724538"/>
              <a:gd name="connsiteX156" fmla="*/ 4033319 w 4840150"/>
              <a:gd name="connsiteY156" fmla="*/ 5104694 h 5724538"/>
              <a:gd name="connsiteX157" fmla="*/ 4033319 w 4840150"/>
              <a:gd name="connsiteY157" fmla="*/ 5139336 h 5724538"/>
              <a:gd name="connsiteX158" fmla="*/ 4011049 w 4840150"/>
              <a:gd name="connsiteY158" fmla="*/ 5139336 h 5724538"/>
              <a:gd name="connsiteX159" fmla="*/ 4011049 w 4840150"/>
              <a:gd name="connsiteY159" fmla="*/ 5104694 h 5724538"/>
              <a:gd name="connsiteX160" fmla="*/ 4024968 w 4840150"/>
              <a:gd name="connsiteY160" fmla="*/ 5094487 h 5724538"/>
              <a:gd name="connsiteX161" fmla="*/ 3567199 w 4840150"/>
              <a:gd name="connsiteY161" fmla="*/ 5094177 h 5724538"/>
              <a:gd name="connsiteX162" fmla="*/ 3580499 w 4840150"/>
              <a:gd name="connsiteY162" fmla="*/ 5107168 h 5724538"/>
              <a:gd name="connsiteX163" fmla="*/ 3580499 w 4840150"/>
              <a:gd name="connsiteY163" fmla="*/ 5156656 h 5724538"/>
              <a:gd name="connsiteX164" fmla="*/ 3548331 w 4840150"/>
              <a:gd name="connsiteY164" fmla="*/ 5156656 h 5724538"/>
              <a:gd name="connsiteX165" fmla="*/ 3548331 w 4840150"/>
              <a:gd name="connsiteY165" fmla="*/ 5107168 h 5724538"/>
              <a:gd name="connsiteX166" fmla="*/ 3567199 w 4840150"/>
              <a:gd name="connsiteY166" fmla="*/ 5094177 h 5724538"/>
              <a:gd name="connsiteX167" fmla="*/ 2984975 w 4840150"/>
              <a:gd name="connsiteY167" fmla="*/ 5090785 h 5724538"/>
              <a:gd name="connsiteX168" fmla="*/ 2996534 w 4840150"/>
              <a:gd name="connsiteY168" fmla="*/ 5097271 h 5724538"/>
              <a:gd name="connsiteX169" fmla="*/ 2996534 w 4840150"/>
              <a:gd name="connsiteY169" fmla="*/ 5134387 h 5724538"/>
              <a:gd name="connsiteX170" fmla="*/ 2969315 w 4840150"/>
              <a:gd name="connsiteY170" fmla="*/ 5134387 h 5724538"/>
              <a:gd name="connsiteX171" fmla="*/ 2969315 w 4840150"/>
              <a:gd name="connsiteY171" fmla="*/ 5097271 h 5724538"/>
              <a:gd name="connsiteX172" fmla="*/ 2972210 w 4840150"/>
              <a:gd name="connsiteY172" fmla="*/ 5094376 h 5724538"/>
              <a:gd name="connsiteX173" fmla="*/ 2984975 w 4840150"/>
              <a:gd name="connsiteY173" fmla="*/ 5090785 h 5724538"/>
              <a:gd name="connsiteX174" fmla="*/ 4216737 w 4840150"/>
              <a:gd name="connsiteY174" fmla="*/ 5083352 h 5724538"/>
              <a:gd name="connsiteX175" fmla="*/ 4243646 w 4840150"/>
              <a:gd name="connsiteY175" fmla="*/ 5107168 h 5724538"/>
              <a:gd name="connsiteX176" fmla="*/ 4243646 w 4840150"/>
              <a:gd name="connsiteY176" fmla="*/ 5196247 h 5724538"/>
              <a:gd name="connsiteX177" fmla="*/ 4191683 w 4840150"/>
              <a:gd name="connsiteY177" fmla="*/ 5186349 h 5724538"/>
              <a:gd name="connsiteX178" fmla="*/ 4191683 w 4840150"/>
              <a:gd name="connsiteY178" fmla="*/ 5094796 h 5724538"/>
              <a:gd name="connsiteX179" fmla="*/ 4216737 w 4840150"/>
              <a:gd name="connsiteY179" fmla="*/ 5083352 h 5724538"/>
              <a:gd name="connsiteX180" fmla="*/ 2453408 w 4840150"/>
              <a:gd name="connsiteY180" fmla="*/ 5077027 h 5724538"/>
              <a:gd name="connsiteX181" fmla="*/ 2474429 w 4840150"/>
              <a:gd name="connsiteY181" fmla="*/ 5089847 h 5724538"/>
              <a:gd name="connsiteX182" fmla="*/ 2474429 w 4840150"/>
              <a:gd name="connsiteY182" fmla="*/ 5161606 h 5724538"/>
              <a:gd name="connsiteX183" fmla="*/ 2467414 w 4840150"/>
              <a:gd name="connsiteY183" fmla="*/ 5168633 h 5724538"/>
              <a:gd name="connsiteX184" fmla="*/ 2422466 w 4840150"/>
              <a:gd name="connsiteY184" fmla="*/ 5161606 h 5724538"/>
              <a:gd name="connsiteX185" fmla="*/ 2422466 w 4840150"/>
              <a:gd name="connsiteY185" fmla="*/ 5089847 h 5724538"/>
              <a:gd name="connsiteX186" fmla="*/ 2429481 w 4840150"/>
              <a:gd name="connsiteY186" fmla="*/ 5082819 h 5724538"/>
              <a:gd name="connsiteX187" fmla="*/ 2453408 w 4840150"/>
              <a:gd name="connsiteY187" fmla="*/ 5077027 h 5724538"/>
              <a:gd name="connsiteX188" fmla="*/ 2827774 w 4840150"/>
              <a:gd name="connsiteY188" fmla="*/ 5044739 h 5724538"/>
              <a:gd name="connsiteX189" fmla="*/ 2840644 w 4840150"/>
              <a:gd name="connsiteY189" fmla="*/ 5052731 h 5724538"/>
              <a:gd name="connsiteX190" fmla="*/ 2840644 w 4840150"/>
              <a:gd name="connsiteY190" fmla="*/ 5097271 h 5724538"/>
              <a:gd name="connsiteX191" fmla="*/ 2808477 w 4840150"/>
              <a:gd name="connsiteY191" fmla="*/ 5099745 h 5724538"/>
              <a:gd name="connsiteX192" fmla="*/ 2808477 w 4840150"/>
              <a:gd name="connsiteY192" fmla="*/ 5052731 h 5724538"/>
              <a:gd name="connsiteX193" fmla="*/ 2813029 w 4840150"/>
              <a:gd name="connsiteY193" fmla="*/ 5048178 h 5724538"/>
              <a:gd name="connsiteX194" fmla="*/ 2827774 w 4840150"/>
              <a:gd name="connsiteY194" fmla="*/ 5044739 h 5724538"/>
              <a:gd name="connsiteX195" fmla="*/ 4123018 w 4840150"/>
              <a:gd name="connsiteY195" fmla="*/ 5022728 h 5724538"/>
              <a:gd name="connsiteX196" fmla="*/ 4132297 w 4840150"/>
              <a:gd name="connsiteY196" fmla="*/ 5032935 h 5724538"/>
              <a:gd name="connsiteX197" fmla="*/ 4132297 w 4840150"/>
              <a:gd name="connsiteY197" fmla="*/ 5070051 h 5724538"/>
              <a:gd name="connsiteX198" fmla="*/ 4110027 w 4840150"/>
              <a:gd name="connsiteY198" fmla="*/ 5070051 h 5724538"/>
              <a:gd name="connsiteX199" fmla="*/ 4110027 w 4840150"/>
              <a:gd name="connsiteY199" fmla="*/ 5032935 h 5724538"/>
              <a:gd name="connsiteX200" fmla="*/ 4123018 w 4840150"/>
              <a:gd name="connsiteY200" fmla="*/ 5022728 h 5724538"/>
              <a:gd name="connsiteX201" fmla="*/ 3815571 w 4840150"/>
              <a:gd name="connsiteY201" fmla="*/ 5016543 h 5724538"/>
              <a:gd name="connsiteX202" fmla="*/ 3830417 w 4840150"/>
              <a:gd name="connsiteY202" fmla="*/ 5030461 h 5724538"/>
              <a:gd name="connsiteX203" fmla="*/ 3830417 w 4840150"/>
              <a:gd name="connsiteY203" fmla="*/ 5092322 h 5724538"/>
              <a:gd name="connsiteX204" fmla="*/ 3793300 w 4840150"/>
              <a:gd name="connsiteY204" fmla="*/ 5089847 h 5724538"/>
              <a:gd name="connsiteX205" fmla="*/ 3793300 w 4840150"/>
              <a:gd name="connsiteY205" fmla="*/ 5030461 h 5724538"/>
              <a:gd name="connsiteX206" fmla="*/ 3815571 w 4840150"/>
              <a:gd name="connsiteY206" fmla="*/ 5016543 h 5724538"/>
              <a:gd name="connsiteX207" fmla="*/ 2287078 w 4840150"/>
              <a:gd name="connsiteY207" fmla="*/ 4998677 h 5724538"/>
              <a:gd name="connsiteX208" fmla="*/ 2301219 w 4840150"/>
              <a:gd name="connsiteY208" fmla="*/ 5008191 h 5724538"/>
              <a:gd name="connsiteX209" fmla="*/ 2301219 w 4840150"/>
              <a:gd name="connsiteY209" fmla="*/ 5055205 h 5724538"/>
              <a:gd name="connsiteX210" fmla="*/ 2294971 w 4840150"/>
              <a:gd name="connsiteY210" fmla="*/ 5061465 h 5724538"/>
              <a:gd name="connsiteX211" fmla="*/ 2264102 w 4840150"/>
              <a:gd name="connsiteY211" fmla="*/ 5055205 h 5724538"/>
              <a:gd name="connsiteX212" fmla="*/ 2264102 w 4840150"/>
              <a:gd name="connsiteY212" fmla="*/ 5008191 h 5724538"/>
              <a:gd name="connsiteX213" fmla="*/ 2270350 w 4840150"/>
              <a:gd name="connsiteY213" fmla="*/ 5001931 h 5724538"/>
              <a:gd name="connsiteX214" fmla="*/ 2287078 w 4840150"/>
              <a:gd name="connsiteY214" fmla="*/ 4998677 h 5724538"/>
              <a:gd name="connsiteX215" fmla="*/ 3925064 w 4840150"/>
              <a:gd name="connsiteY215" fmla="*/ 4990561 h 5724538"/>
              <a:gd name="connsiteX216" fmla="*/ 3926919 w 4840150"/>
              <a:gd name="connsiteY216" fmla="*/ 4993344 h 5724538"/>
              <a:gd name="connsiteX217" fmla="*/ 3926919 w 4840150"/>
              <a:gd name="connsiteY217" fmla="*/ 5018089 h 5724538"/>
              <a:gd name="connsiteX218" fmla="*/ 3912073 w 4840150"/>
              <a:gd name="connsiteY218" fmla="*/ 5018089 h 5724538"/>
              <a:gd name="connsiteX219" fmla="*/ 3912073 w 4840150"/>
              <a:gd name="connsiteY219" fmla="*/ 4993344 h 5724538"/>
              <a:gd name="connsiteX220" fmla="*/ 3925064 w 4840150"/>
              <a:gd name="connsiteY220" fmla="*/ 4990561 h 5724538"/>
              <a:gd name="connsiteX221" fmla="*/ 2665693 w 4840150"/>
              <a:gd name="connsiteY221" fmla="*/ 4973314 h 5724538"/>
              <a:gd name="connsiteX222" fmla="*/ 2682281 w 4840150"/>
              <a:gd name="connsiteY222" fmla="*/ 4985921 h 5724538"/>
              <a:gd name="connsiteX223" fmla="*/ 2682281 w 4840150"/>
              <a:gd name="connsiteY223" fmla="*/ 5050256 h 5724538"/>
              <a:gd name="connsiteX224" fmla="*/ 2635267 w 4840150"/>
              <a:gd name="connsiteY224" fmla="*/ 5050256 h 5724538"/>
              <a:gd name="connsiteX225" fmla="*/ 2635267 w 4840150"/>
              <a:gd name="connsiteY225" fmla="*/ 4985921 h 5724538"/>
              <a:gd name="connsiteX226" fmla="*/ 2645041 w 4840150"/>
              <a:gd name="connsiteY226" fmla="*/ 4976147 h 5724538"/>
              <a:gd name="connsiteX227" fmla="*/ 2665693 w 4840150"/>
              <a:gd name="connsiteY227" fmla="*/ 4973314 h 5724538"/>
              <a:gd name="connsiteX228" fmla="*/ 1892011 w 4840150"/>
              <a:gd name="connsiteY228" fmla="*/ 4968291 h 5724538"/>
              <a:gd name="connsiteX229" fmla="*/ 1902836 w 4840150"/>
              <a:gd name="connsiteY229" fmla="*/ 4978498 h 5724538"/>
              <a:gd name="connsiteX230" fmla="*/ 1902836 w 4840150"/>
              <a:gd name="connsiteY230" fmla="*/ 5013140 h 5724538"/>
              <a:gd name="connsiteX231" fmla="*/ 1875618 w 4840150"/>
              <a:gd name="connsiteY231" fmla="*/ 5013140 h 5724538"/>
              <a:gd name="connsiteX232" fmla="*/ 1875618 w 4840150"/>
              <a:gd name="connsiteY232" fmla="*/ 4978498 h 5724538"/>
              <a:gd name="connsiteX233" fmla="*/ 1892011 w 4840150"/>
              <a:gd name="connsiteY233" fmla="*/ 4968291 h 5724538"/>
              <a:gd name="connsiteX234" fmla="*/ 3568127 w 4840150"/>
              <a:gd name="connsiteY234" fmla="*/ 4948805 h 5724538"/>
              <a:gd name="connsiteX235" fmla="*/ 3582973 w 4840150"/>
              <a:gd name="connsiteY235" fmla="*/ 4948805 h 5724538"/>
              <a:gd name="connsiteX236" fmla="*/ 3582973 w 4840150"/>
              <a:gd name="connsiteY236" fmla="*/ 4968600 h 5724538"/>
              <a:gd name="connsiteX237" fmla="*/ 3568127 w 4840150"/>
              <a:gd name="connsiteY237" fmla="*/ 4968600 h 5724538"/>
              <a:gd name="connsiteX238" fmla="*/ 3568127 w 4840150"/>
              <a:gd name="connsiteY238" fmla="*/ 4948805 h 5724538"/>
              <a:gd name="connsiteX239" fmla="*/ 3309549 w 4840150"/>
              <a:gd name="connsiteY239" fmla="*/ 4944165 h 5724538"/>
              <a:gd name="connsiteX240" fmla="*/ 3323158 w 4840150"/>
              <a:gd name="connsiteY240" fmla="*/ 4956228 h 5724538"/>
              <a:gd name="connsiteX241" fmla="*/ 3323158 w 4840150"/>
              <a:gd name="connsiteY241" fmla="*/ 5010665 h 5724538"/>
              <a:gd name="connsiteX242" fmla="*/ 3288516 w 4840150"/>
              <a:gd name="connsiteY242" fmla="*/ 5010665 h 5724538"/>
              <a:gd name="connsiteX243" fmla="*/ 3288516 w 4840150"/>
              <a:gd name="connsiteY243" fmla="*/ 4956228 h 5724538"/>
              <a:gd name="connsiteX244" fmla="*/ 3309549 w 4840150"/>
              <a:gd name="connsiteY244" fmla="*/ 4944165 h 5724538"/>
              <a:gd name="connsiteX245" fmla="*/ 3163867 w 4840150"/>
              <a:gd name="connsiteY245" fmla="*/ 4939217 h 5724538"/>
              <a:gd name="connsiteX246" fmla="*/ 3174692 w 4840150"/>
              <a:gd name="connsiteY246" fmla="*/ 4951280 h 5724538"/>
              <a:gd name="connsiteX247" fmla="*/ 3174692 w 4840150"/>
              <a:gd name="connsiteY247" fmla="*/ 4993345 h 5724538"/>
              <a:gd name="connsiteX248" fmla="*/ 3147474 w 4840150"/>
              <a:gd name="connsiteY248" fmla="*/ 4993345 h 5724538"/>
              <a:gd name="connsiteX249" fmla="*/ 3147474 w 4840150"/>
              <a:gd name="connsiteY249" fmla="*/ 4951280 h 5724538"/>
              <a:gd name="connsiteX250" fmla="*/ 3163867 w 4840150"/>
              <a:gd name="connsiteY250" fmla="*/ 4939217 h 5724538"/>
              <a:gd name="connsiteX251" fmla="*/ 3450901 w 4840150"/>
              <a:gd name="connsiteY251" fmla="*/ 4934887 h 5724538"/>
              <a:gd name="connsiteX252" fmla="*/ 3464201 w 4840150"/>
              <a:gd name="connsiteY252" fmla="*/ 4948805 h 5724538"/>
              <a:gd name="connsiteX253" fmla="*/ 3464201 w 4840150"/>
              <a:gd name="connsiteY253" fmla="*/ 5003242 h 5724538"/>
              <a:gd name="connsiteX254" fmla="*/ 3432034 w 4840150"/>
              <a:gd name="connsiteY254" fmla="*/ 4995819 h 5724538"/>
              <a:gd name="connsiteX255" fmla="*/ 3432034 w 4840150"/>
              <a:gd name="connsiteY255" fmla="*/ 4948805 h 5724538"/>
              <a:gd name="connsiteX256" fmla="*/ 3450901 w 4840150"/>
              <a:gd name="connsiteY256" fmla="*/ 4934887 h 5724538"/>
              <a:gd name="connsiteX257" fmla="*/ 4013524 w 4840150"/>
              <a:gd name="connsiteY257" fmla="*/ 4926535 h 5724538"/>
              <a:gd name="connsiteX258" fmla="*/ 4028371 w 4840150"/>
              <a:gd name="connsiteY258" fmla="*/ 4926535 h 5724538"/>
              <a:gd name="connsiteX259" fmla="*/ 4028371 w 4840150"/>
              <a:gd name="connsiteY259" fmla="*/ 4948805 h 5724538"/>
              <a:gd name="connsiteX260" fmla="*/ 4013524 w 4840150"/>
              <a:gd name="connsiteY260" fmla="*/ 4948805 h 5724538"/>
              <a:gd name="connsiteX261" fmla="*/ 4013524 w 4840150"/>
              <a:gd name="connsiteY261" fmla="*/ 4926535 h 5724538"/>
              <a:gd name="connsiteX262" fmla="*/ 4207148 w 4840150"/>
              <a:gd name="connsiteY262" fmla="*/ 4920350 h 5724538"/>
              <a:gd name="connsiteX263" fmla="*/ 4231274 w 4840150"/>
              <a:gd name="connsiteY263" fmla="*/ 4938907 h 5724538"/>
              <a:gd name="connsiteX264" fmla="*/ 4231274 w 4840150"/>
              <a:gd name="connsiteY264" fmla="*/ 5013140 h 5724538"/>
              <a:gd name="connsiteX265" fmla="*/ 4186734 w 4840150"/>
              <a:gd name="connsiteY265" fmla="*/ 5010666 h 5724538"/>
              <a:gd name="connsiteX266" fmla="*/ 4186734 w 4840150"/>
              <a:gd name="connsiteY266" fmla="*/ 4938907 h 5724538"/>
              <a:gd name="connsiteX267" fmla="*/ 4207148 w 4840150"/>
              <a:gd name="connsiteY267" fmla="*/ 4920350 h 5724538"/>
              <a:gd name="connsiteX268" fmla="*/ 3004189 w 4840150"/>
              <a:gd name="connsiteY268" fmla="*/ 4913893 h 5724538"/>
              <a:gd name="connsiteX269" fmla="*/ 3010762 w 4840150"/>
              <a:gd name="connsiteY269" fmla="*/ 4914473 h 5724538"/>
              <a:gd name="connsiteX270" fmla="*/ 3018804 w 4840150"/>
              <a:gd name="connsiteY270" fmla="*/ 4919112 h 5724538"/>
              <a:gd name="connsiteX271" fmla="*/ 3018804 w 4840150"/>
              <a:gd name="connsiteY271" fmla="*/ 4948805 h 5724538"/>
              <a:gd name="connsiteX272" fmla="*/ 2999008 w 4840150"/>
              <a:gd name="connsiteY272" fmla="*/ 4948805 h 5724538"/>
              <a:gd name="connsiteX273" fmla="*/ 2999008 w 4840150"/>
              <a:gd name="connsiteY273" fmla="*/ 4919112 h 5724538"/>
              <a:gd name="connsiteX274" fmla="*/ 3004189 w 4840150"/>
              <a:gd name="connsiteY274" fmla="*/ 4913893 h 5724538"/>
              <a:gd name="connsiteX275" fmla="*/ 2495771 w 4840150"/>
              <a:gd name="connsiteY275" fmla="*/ 4901482 h 5724538"/>
              <a:gd name="connsiteX276" fmla="*/ 2506597 w 4840150"/>
              <a:gd name="connsiteY276" fmla="*/ 4911688 h 5724538"/>
              <a:gd name="connsiteX277" fmla="*/ 2506597 w 4840150"/>
              <a:gd name="connsiteY277" fmla="*/ 4948804 h 5724538"/>
              <a:gd name="connsiteX278" fmla="*/ 2474429 w 4840150"/>
              <a:gd name="connsiteY278" fmla="*/ 4948804 h 5724538"/>
              <a:gd name="connsiteX279" fmla="*/ 2479378 w 4840150"/>
              <a:gd name="connsiteY279" fmla="*/ 4911688 h 5724538"/>
              <a:gd name="connsiteX280" fmla="*/ 2495771 w 4840150"/>
              <a:gd name="connsiteY280" fmla="*/ 4901482 h 5724538"/>
              <a:gd name="connsiteX281" fmla="*/ 2117352 w 4840150"/>
              <a:gd name="connsiteY281" fmla="*/ 4901329 h 5724538"/>
              <a:gd name="connsiteX282" fmla="*/ 2128009 w 4840150"/>
              <a:gd name="connsiteY282" fmla="*/ 4909213 h 5724538"/>
              <a:gd name="connsiteX283" fmla="*/ 2128009 w 4840150"/>
              <a:gd name="connsiteY283" fmla="*/ 4948804 h 5724538"/>
              <a:gd name="connsiteX284" fmla="*/ 2126255 w 4840150"/>
              <a:gd name="connsiteY284" fmla="*/ 4950561 h 5724538"/>
              <a:gd name="connsiteX285" fmla="*/ 2098316 w 4840150"/>
              <a:gd name="connsiteY285" fmla="*/ 4948804 h 5724538"/>
              <a:gd name="connsiteX286" fmla="*/ 2098316 w 4840150"/>
              <a:gd name="connsiteY286" fmla="*/ 4909213 h 5724538"/>
              <a:gd name="connsiteX287" fmla="*/ 2104239 w 4840150"/>
              <a:gd name="connsiteY287" fmla="*/ 4903299 h 5724538"/>
              <a:gd name="connsiteX288" fmla="*/ 2117352 w 4840150"/>
              <a:gd name="connsiteY288" fmla="*/ 4901329 h 5724538"/>
              <a:gd name="connsiteX289" fmla="*/ 3701127 w 4840150"/>
              <a:gd name="connsiteY289" fmla="*/ 4899007 h 5724538"/>
              <a:gd name="connsiteX290" fmla="*/ 3711643 w 4840150"/>
              <a:gd name="connsiteY290" fmla="*/ 4909214 h 5724538"/>
              <a:gd name="connsiteX291" fmla="*/ 3711643 w 4840150"/>
              <a:gd name="connsiteY291" fmla="*/ 4948805 h 5724538"/>
              <a:gd name="connsiteX292" fmla="*/ 3686899 w 4840150"/>
              <a:gd name="connsiteY292" fmla="*/ 4948805 h 5724538"/>
              <a:gd name="connsiteX293" fmla="*/ 3686899 w 4840150"/>
              <a:gd name="connsiteY293" fmla="*/ 4909214 h 5724538"/>
              <a:gd name="connsiteX294" fmla="*/ 3701127 w 4840150"/>
              <a:gd name="connsiteY294" fmla="*/ 4899007 h 5724538"/>
              <a:gd name="connsiteX295" fmla="*/ 2846599 w 4840150"/>
              <a:gd name="connsiteY295" fmla="*/ 4875731 h 5724538"/>
              <a:gd name="connsiteX296" fmla="*/ 2865389 w 4840150"/>
              <a:gd name="connsiteY296" fmla="*/ 4881994 h 5724538"/>
              <a:gd name="connsiteX297" fmla="*/ 2865389 w 4840150"/>
              <a:gd name="connsiteY297" fmla="*/ 4919111 h 5724538"/>
              <a:gd name="connsiteX298" fmla="*/ 2838170 w 4840150"/>
              <a:gd name="connsiteY298" fmla="*/ 4919111 h 5724538"/>
              <a:gd name="connsiteX299" fmla="*/ 2838170 w 4840150"/>
              <a:gd name="connsiteY299" fmla="*/ 4881994 h 5724538"/>
              <a:gd name="connsiteX300" fmla="*/ 2846599 w 4840150"/>
              <a:gd name="connsiteY300" fmla="*/ 4875731 h 5724538"/>
              <a:gd name="connsiteX301" fmla="*/ 4105078 w 4840150"/>
              <a:gd name="connsiteY301" fmla="*/ 4859725 h 5724538"/>
              <a:gd name="connsiteX302" fmla="*/ 4122399 w 4840150"/>
              <a:gd name="connsiteY302" fmla="*/ 4859725 h 5724538"/>
              <a:gd name="connsiteX303" fmla="*/ 4122399 w 4840150"/>
              <a:gd name="connsiteY303" fmla="*/ 4884469 h 5724538"/>
              <a:gd name="connsiteX304" fmla="*/ 4105078 w 4840150"/>
              <a:gd name="connsiteY304" fmla="*/ 4886944 h 5724538"/>
              <a:gd name="connsiteX305" fmla="*/ 4105078 w 4840150"/>
              <a:gd name="connsiteY305" fmla="*/ 4859725 h 5724538"/>
              <a:gd name="connsiteX306" fmla="*/ 3818353 w 4840150"/>
              <a:gd name="connsiteY306" fmla="*/ 4856942 h 5724538"/>
              <a:gd name="connsiteX307" fmla="*/ 3827942 w 4840150"/>
              <a:gd name="connsiteY307" fmla="*/ 4867149 h 5724538"/>
              <a:gd name="connsiteX308" fmla="*/ 3827942 w 4840150"/>
              <a:gd name="connsiteY308" fmla="*/ 4906740 h 5724538"/>
              <a:gd name="connsiteX309" fmla="*/ 3803197 w 4840150"/>
              <a:gd name="connsiteY309" fmla="*/ 4906740 h 5724538"/>
              <a:gd name="connsiteX310" fmla="*/ 3803197 w 4840150"/>
              <a:gd name="connsiteY310" fmla="*/ 4867149 h 5724538"/>
              <a:gd name="connsiteX311" fmla="*/ 3818353 w 4840150"/>
              <a:gd name="connsiteY311" fmla="*/ 4856942 h 5724538"/>
              <a:gd name="connsiteX312" fmla="*/ 1496942 w 4840150"/>
              <a:gd name="connsiteY312" fmla="*/ 4851613 h 5724538"/>
              <a:gd name="connsiteX313" fmla="*/ 1521774 w 4840150"/>
              <a:gd name="connsiteY313" fmla="*/ 4872098 h 5724538"/>
              <a:gd name="connsiteX314" fmla="*/ 1509402 w 4840150"/>
              <a:gd name="connsiteY314" fmla="*/ 4948805 h 5724538"/>
              <a:gd name="connsiteX315" fmla="*/ 1457439 w 4840150"/>
              <a:gd name="connsiteY315" fmla="*/ 4936433 h 5724538"/>
              <a:gd name="connsiteX316" fmla="*/ 1457439 w 4840150"/>
              <a:gd name="connsiteY316" fmla="*/ 4859725 h 5724538"/>
              <a:gd name="connsiteX317" fmla="*/ 1464892 w 4840150"/>
              <a:gd name="connsiteY317" fmla="*/ 4854678 h 5724538"/>
              <a:gd name="connsiteX318" fmla="*/ 1496942 w 4840150"/>
              <a:gd name="connsiteY318" fmla="*/ 4851613 h 5724538"/>
              <a:gd name="connsiteX319" fmla="*/ 4286330 w 4840150"/>
              <a:gd name="connsiteY319" fmla="*/ 4834672 h 5724538"/>
              <a:gd name="connsiteX320" fmla="*/ 4310456 w 4840150"/>
              <a:gd name="connsiteY320" fmla="*/ 4854777 h 5724538"/>
              <a:gd name="connsiteX321" fmla="*/ 4310456 w 4840150"/>
              <a:gd name="connsiteY321" fmla="*/ 4926535 h 5724538"/>
              <a:gd name="connsiteX322" fmla="*/ 4265916 w 4840150"/>
              <a:gd name="connsiteY322" fmla="*/ 4916638 h 5724538"/>
              <a:gd name="connsiteX323" fmla="*/ 4265916 w 4840150"/>
              <a:gd name="connsiteY323" fmla="*/ 4842404 h 5724538"/>
              <a:gd name="connsiteX324" fmla="*/ 4286330 w 4840150"/>
              <a:gd name="connsiteY324" fmla="*/ 4834672 h 5724538"/>
              <a:gd name="connsiteX325" fmla="*/ 1721443 w 4840150"/>
              <a:gd name="connsiteY325" fmla="*/ 4832046 h 5724538"/>
              <a:gd name="connsiteX326" fmla="*/ 1732100 w 4840150"/>
              <a:gd name="connsiteY326" fmla="*/ 4839929 h 5724538"/>
              <a:gd name="connsiteX327" fmla="*/ 1732100 w 4840150"/>
              <a:gd name="connsiteY327" fmla="*/ 4877046 h 5724538"/>
              <a:gd name="connsiteX328" fmla="*/ 1730088 w 4840150"/>
              <a:gd name="connsiteY328" fmla="*/ 4878753 h 5724538"/>
              <a:gd name="connsiteX329" fmla="*/ 1702407 w 4840150"/>
              <a:gd name="connsiteY329" fmla="*/ 4874572 h 5724538"/>
              <a:gd name="connsiteX330" fmla="*/ 1702407 w 4840150"/>
              <a:gd name="connsiteY330" fmla="*/ 4839929 h 5724538"/>
              <a:gd name="connsiteX331" fmla="*/ 1708331 w 4840150"/>
              <a:gd name="connsiteY331" fmla="*/ 4834016 h 5724538"/>
              <a:gd name="connsiteX332" fmla="*/ 1721443 w 4840150"/>
              <a:gd name="connsiteY332" fmla="*/ 4832046 h 5724538"/>
              <a:gd name="connsiteX333" fmla="*/ 2691560 w 4840150"/>
              <a:gd name="connsiteY333" fmla="*/ 4821372 h 5724538"/>
              <a:gd name="connsiteX334" fmla="*/ 2699602 w 4840150"/>
              <a:gd name="connsiteY334" fmla="*/ 4825083 h 5724538"/>
              <a:gd name="connsiteX335" fmla="*/ 2699602 w 4840150"/>
              <a:gd name="connsiteY335" fmla="*/ 4852302 h 5724538"/>
              <a:gd name="connsiteX336" fmla="*/ 2679806 w 4840150"/>
              <a:gd name="connsiteY336" fmla="*/ 4852302 h 5724538"/>
              <a:gd name="connsiteX337" fmla="*/ 2679806 w 4840150"/>
              <a:gd name="connsiteY337" fmla="*/ 4825083 h 5724538"/>
              <a:gd name="connsiteX338" fmla="*/ 2691560 w 4840150"/>
              <a:gd name="connsiteY338" fmla="*/ 4821372 h 5724538"/>
              <a:gd name="connsiteX339" fmla="*/ 2330382 w 4840150"/>
              <a:gd name="connsiteY339" fmla="*/ 4809086 h 5724538"/>
              <a:gd name="connsiteX340" fmla="*/ 2345759 w 4840150"/>
              <a:gd name="connsiteY340" fmla="*/ 4820134 h 5724538"/>
              <a:gd name="connsiteX341" fmla="*/ 2345759 w 4840150"/>
              <a:gd name="connsiteY341" fmla="*/ 4877046 h 5724538"/>
              <a:gd name="connsiteX342" fmla="*/ 2345605 w 4840150"/>
              <a:gd name="connsiteY342" fmla="*/ 4877194 h 5724538"/>
              <a:gd name="connsiteX343" fmla="*/ 2303694 w 4840150"/>
              <a:gd name="connsiteY343" fmla="*/ 4874572 h 5724538"/>
              <a:gd name="connsiteX344" fmla="*/ 2303694 w 4840150"/>
              <a:gd name="connsiteY344" fmla="*/ 4820134 h 5724538"/>
              <a:gd name="connsiteX345" fmla="*/ 2311691 w 4840150"/>
              <a:gd name="connsiteY345" fmla="*/ 4812142 h 5724538"/>
              <a:gd name="connsiteX346" fmla="*/ 2330382 w 4840150"/>
              <a:gd name="connsiteY346" fmla="*/ 4809086 h 5724538"/>
              <a:gd name="connsiteX347" fmla="*/ 3924754 w 4840150"/>
              <a:gd name="connsiteY347" fmla="*/ 4802504 h 5724538"/>
              <a:gd name="connsiteX348" fmla="*/ 3934342 w 4840150"/>
              <a:gd name="connsiteY348" fmla="*/ 4812711 h 5724538"/>
              <a:gd name="connsiteX349" fmla="*/ 3934342 w 4840150"/>
              <a:gd name="connsiteY349" fmla="*/ 4852302 h 5724538"/>
              <a:gd name="connsiteX350" fmla="*/ 3909598 w 4840150"/>
              <a:gd name="connsiteY350" fmla="*/ 4849828 h 5724538"/>
              <a:gd name="connsiteX351" fmla="*/ 3909598 w 4840150"/>
              <a:gd name="connsiteY351" fmla="*/ 4812711 h 5724538"/>
              <a:gd name="connsiteX352" fmla="*/ 3924754 w 4840150"/>
              <a:gd name="connsiteY352" fmla="*/ 4802504 h 5724538"/>
              <a:gd name="connsiteX353" fmla="*/ 4350046 w 4840150"/>
              <a:gd name="connsiteY353" fmla="*/ 4783018 h 5724538"/>
              <a:gd name="connsiteX354" fmla="*/ 4367367 w 4840150"/>
              <a:gd name="connsiteY354" fmla="*/ 4783018 h 5724538"/>
              <a:gd name="connsiteX355" fmla="*/ 4367367 w 4840150"/>
              <a:gd name="connsiteY355" fmla="*/ 4810237 h 5724538"/>
              <a:gd name="connsiteX356" fmla="*/ 4350046 w 4840150"/>
              <a:gd name="connsiteY356" fmla="*/ 4810237 h 5724538"/>
              <a:gd name="connsiteX357" fmla="*/ 4350046 w 4840150"/>
              <a:gd name="connsiteY357" fmla="*/ 4783018 h 5724538"/>
              <a:gd name="connsiteX358" fmla="*/ 3326870 w 4840150"/>
              <a:gd name="connsiteY358" fmla="*/ 4778998 h 5724538"/>
              <a:gd name="connsiteX359" fmla="*/ 3340480 w 4840150"/>
              <a:gd name="connsiteY359" fmla="*/ 4792916 h 5724538"/>
              <a:gd name="connsiteX360" fmla="*/ 3340480 w 4840150"/>
              <a:gd name="connsiteY360" fmla="*/ 4842405 h 5724538"/>
              <a:gd name="connsiteX361" fmla="*/ 3305837 w 4840150"/>
              <a:gd name="connsiteY361" fmla="*/ 4842405 h 5724538"/>
              <a:gd name="connsiteX362" fmla="*/ 3305837 w 4840150"/>
              <a:gd name="connsiteY362" fmla="*/ 4792916 h 5724538"/>
              <a:gd name="connsiteX363" fmla="*/ 3326870 w 4840150"/>
              <a:gd name="connsiteY363" fmla="*/ 4778998 h 5724538"/>
              <a:gd name="connsiteX364" fmla="*/ 4189208 w 4840150"/>
              <a:gd name="connsiteY364" fmla="*/ 4778069 h 5724538"/>
              <a:gd name="connsiteX365" fmla="*/ 4206529 w 4840150"/>
              <a:gd name="connsiteY365" fmla="*/ 4778069 h 5724538"/>
              <a:gd name="connsiteX366" fmla="*/ 4206529 w 4840150"/>
              <a:gd name="connsiteY366" fmla="*/ 4807762 h 5724538"/>
              <a:gd name="connsiteX367" fmla="*/ 4189208 w 4840150"/>
              <a:gd name="connsiteY367" fmla="*/ 4807762 h 5724538"/>
              <a:gd name="connsiteX368" fmla="*/ 4189208 w 4840150"/>
              <a:gd name="connsiteY368" fmla="*/ 4778069 h 5724538"/>
              <a:gd name="connsiteX369" fmla="*/ 3183663 w 4840150"/>
              <a:gd name="connsiteY369" fmla="*/ 4773430 h 5724538"/>
              <a:gd name="connsiteX370" fmla="*/ 3194488 w 4840150"/>
              <a:gd name="connsiteY370" fmla="*/ 4785493 h 5724538"/>
              <a:gd name="connsiteX371" fmla="*/ 3194488 w 4840150"/>
              <a:gd name="connsiteY371" fmla="*/ 4825083 h 5724538"/>
              <a:gd name="connsiteX372" fmla="*/ 3167270 w 4840150"/>
              <a:gd name="connsiteY372" fmla="*/ 4827558 h 5724538"/>
              <a:gd name="connsiteX373" fmla="*/ 3167270 w 4840150"/>
              <a:gd name="connsiteY373" fmla="*/ 4785493 h 5724538"/>
              <a:gd name="connsiteX374" fmla="*/ 3183663 w 4840150"/>
              <a:gd name="connsiteY374" fmla="*/ 4773430 h 5724538"/>
              <a:gd name="connsiteX375" fmla="*/ 1942303 w 4840150"/>
              <a:gd name="connsiteY375" fmla="*/ 4769915 h 5724538"/>
              <a:gd name="connsiteX376" fmla="*/ 1957273 w 4840150"/>
              <a:gd name="connsiteY376" fmla="*/ 4778068 h 5724538"/>
              <a:gd name="connsiteX377" fmla="*/ 1957273 w 4840150"/>
              <a:gd name="connsiteY377" fmla="*/ 4820134 h 5724538"/>
              <a:gd name="connsiteX378" fmla="*/ 1953950 w 4840150"/>
              <a:gd name="connsiteY378" fmla="*/ 4823450 h 5724538"/>
              <a:gd name="connsiteX379" fmla="*/ 1922631 w 4840150"/>
              <a:gd name="connsiteY379" fmla="*/ 4820134 h 5724538"/>
              <a:gd name="connsiteX380" fmla="*/ 1922631 w 4840150"/>
              <a:gd name="connsiteY380" fmla="*/ 4778068 h 5724538"/>
              <a:gd name="connsiteX381" fmla="*/ 1925955 w 4840150"/>
              <a:gd name="connsiteY381" fmla="*/ 4774753 h 5724538"/>
              <a:gd name="connsiteX382" fmla="*/ 1942303 w 4840150"/>
              <a:gd name="connsiteY382" fmla="*/ 4769915 h 5724538"/>
              <a:gd name="connsiteX383" fmla="*/ 3459252 w 4840150"/>
              <a:gd name="connsiteY383" fmla="*/ 4752706 h 5724538"/>
              <a:gd name="connsiteX384" fmla="*/ 3486470 w 4840150"/>
              <a:gd name="connsiteY384" fmla="*/ 4775594 h 5724538"/>
              <a:gd name="connsiteX385" fmla="*/ 3486470 w 4840150"/>
              <a:gd name="connsiteY385" fmla="*/ 4857250 h 5724538"/>
              <a:gd name="connsiteX386" fmla="*/ 3432033 w 4840150"/>
              <a:gd name="connsiteY386" fmla="*/ 4842404 h 5724538"/>
              <a:gd name="connsiteX387" fmla="*/ 3432033 w 4840150"/>
              <a:gd name="connsiteY387" fmla="*/ 4763222 h 5724538"/>
              <a:gd name="connsiteX388" fmla="*/ 3459252 w 4840150"/>
              <a:gd name="connsiteY388" fmla="*/ 4752706 h 5724538"/>
              <a:gd name="connsiteX389" fmla="*/ 3033960 w 4840150"/>
              <a:gd name="connsiteY389" fmla="*/ 4746211 h 5724538"/>
              <a:gd name="connsiteX390" fmla="*/ 3046023 w 4840150"/>
              <a:gd name="connsiteY390" fmla="*/ 4758274 h 5724538"/>
              <a:gd name="connsiteX391" fmla="*/ 3046023 w 4840150"/>
              <a:gd name="connsiteY391" fmla="*/ 4800339 h 5724538"/>
              <a:gd name="connsiteX392" fmla="*/ 3044266 w 4840150"/>
              <a:gd name="connsiteY392" fmla="*/ 4802096 h 5724538"/>
              <a:gd name="connsiteX393" fmla="*/ 3016329 w 4840150"/>
              <a:gd name="connsiteY393" fmla="*/ 4800339 h 5724538"/>
              <a:gd name="connsiteX394" fmla="*/ 3016329 w 4840150"/>
              <a:gd name="connsiteY394" fmla="*/ 4758274 h 5724538"/>
              <a:gd name="connsiteX395" fmla="*/ 3033960 w 4840150"/>
              <a:gd name="connsiteY395" fmla="*/ 4746211 h 5724538"/>
              <a:gd name="connsiteX396" fmla="*/ 2529334 w 4840150"/>
              <a:gd name="connsiteY396" fmla="*/ 4739555 h 5724538"/>
              <a:gd name="connsiteX397" fmla="*/ 2538764 w 4840150"/>
              <a:gd name="connsiteY397" fmla="*/ 4745902 h 5724538"/>
              <a:gd name="connsiteX398" fmla="*/ 2538764 w 4840150"/>
              <a:gd name="connsiteY398" fmla="*/ 4780544 h 5724538"/>
              <a:gd name="connsiteX399" fmla="*/ 2534904 w 4840150"/>
              <a:gd name="connsiteY399" fmla="*/ 4785270 h 5724538"/>
              <a:gd name="connsiteX400" fmla="*/ 2514020 w 4840150"/>
              <a:gd name="connsiteY400" fmla="*/ 4783018 h 5724538"/>
              <a:gd name="connsiteX401" fmla="*/ 2514020 w 4840150"/>
              <a:gd name="connsiteY401" fmla="*/ 4745902 h 5724538"/>
              <a:gd name="connsiteX402" fmla="*/ 2518177 w 4840150"/>
              <a:gd name="connsiteY402" fmla="*/ 4741745 h 5724538"/>
              <a:gd name="connsiteX403" fmla="*/ 2529334 w 4840150"/>
              <a:gd name="connsiteY403" fmla="*/ 4739555 h 5724538"/>
              <a:gd name="connsiteX404" fmla="*/ 4021257 w 4840150"/>
              <a:gd name="connsiteY404" fmla="*/ 4738169 h 5724538"/>
              <a:gd name="connsiteX405" fmla="*/ 4030846 w 4840150"/>
              <a:gd name="connsiteY405" fmla="*/ 4748376 h 5724538"/>
              <a:gd name="connsiteX406" fmla="*/ 4030846 w 4840150"/>
              <a:gd name="connsiteY406" fmla="*/ 4787967 h 5724538"/>
              <a:gd name="connsiteX407" fmla="*/ 4006101 w 4840150"/>
              <a:gd name="connsiteY407" fmla="*/ 4787967 h 5724538"/>
              <a:gd name="connsiteX408" fmla="*/ 4006101 w 4840150"/>
              <a:gd name="connsiteY408" fmla="*/ 4748376 h 5724538"/>
              <a:gd name="connsiteX409" fmla="*/ 4021257 w 4840150"/>
              <a:gd name="connsiteY409" fmla="*/ 4738169 h 5724538"/>
              <a:gd name="connsiteX410" fmla="*/ 3711953 w 4840150"/>
              <a:gd name="connsiteY410" fmla="*/ 4726415 h 5724538"/>
              <a:gd name="connsiteX411" fmla="*/ 3724016 w 4840150"/>
              <a:gd name="connsiteY411" fmla="*/ 4738478 h 5724538"/>
              <a:gd name="connsiteX412" fmla="*/ 3724016 w 4840150"/>
              <a:gd name="connsiteY412" fmla="*/ 4785492 h 5724538"/>
              <a:gd name="connsiteX413" fmla="*/ 3694323 w 4840150"/>
              <a:gd name="connsiteY413" fmla="*/ 4785492 h 5724538"/>
              <a:gd name="connsiteX414" fmla="*/ 3694323 w 4840150"/>
              <a:gd name="connsiteY414" fmla="*/ 4738478 h 5724538"/>
              <a:gd name="connsiteX415" fmla="*/ 3711953 w 4840150"/>
              <a:gd name="connsiteY415" fmla="*/ 4726415 h 5724538"/>
              <a:gd name="connsiteX416" fmla="*/ 2156468 w 4840150"/>
              <a:gd name="connsiteY416" fmla="*/ 4712024 h 5724538"/>
              <a:gd name="connsiteX417" fmla="*/ 2170074 w 4840150"/>
              <a:gd name="connsiteY417" fmla="*/ 4718683 h 5724538"/>
              <a:gd name="connsiteX418" fmla="*/ 2170074 w 4840150"/>
              <a:gd name="connsiteY418" fmla="*/ 4755799 h 5724538"/>
              <a:gd name="connsiteX419" fmla="*/ 2168322 w 4840150"/>
              <a:gd name="connsiteY419" fmla="*/ 4757556 h 5724538"/>
              <a:gd name="connsiteX420" fmla="*/ 2140381 w 4840150"/>
              <a:gd name="connsiteY420" fmla="*/ 4755799 h 5724538"/>
              <a:gd name="connsiteX421" fmla="*/ 2140381 w 4840150"/>
              <a:gd name="connsiteY421" fmla="*/ 4718683 h 5724538"/>
              <a:gd name="connsiteX422" fmla="*/ 2142135 w 4840150"/>
              <a:gd name="connsiteY422" fmla="*/ 4716926 h 5724538"/>
              <a:gd name="connsiteX423" fmla="*/ 2156468 w 4840150"/>
              <a:gd name="connsiteY423" fmla="*/ 4712024 h 5724538"/>
              <a:gd name="connsiteX424" fmla="*/ 1314435 w 4840150"/>
              <a:gd name="connsiteY424" fmla="*/ 4697115 h 5724538"/>
              <a:gd name="connsiteX425" fmla="*/ 1338666 w 4840150"/>
              <a:gd name="connsiteY425" fmla="*/ 4711259 h 5724538"/>
              <a:gd name="connsiteX426" fmla="*/ 1338666 w 4840150"/>
              <a:gd name="connsiteY426" fmla="*/ 4787966 h 5724538"/>
              <a:gd name="connsiteX427" fmla="*/ 1333296 w 4840150"/>
              <a:gd name="connsiteY427" fmla="*/ 4791950 h 5724538"/>
              <a:gd name="connsiteX428" fmla="*/ 1271856 w 4840150"/>
              <a:gd name="connsiteY428" fmla="*/ 4778068 h 5724538"/>
              <a:gd name="connsiteX429" fmla="*/ 1286703 w 4840150"/>
              <a:gd name="connsiteY429" fmla="*/ 4701361 h 5724538"/>
              <a:gd name="connsiteX430" fmla="*/ 1314435 w 4840150"/>
              <a:gd name="connsiteY430" fmla="*/ 4697115 h 5724538"/>
              <a:gd name="connsiteX431" fmla="*/ 3810969 w 4840150"/>
              <a:gd name="connsiteY431" fmla="*/ 4686631 h 5724538"/>
              <a:gd name="connsiteX432" fmla="*/ 3832890 w 4840150"/>
              <a:gd name="connsiteY432" fmla="*/ 4693938 h 5724538"/>
              <a:gd name="connsiteX433" fmla="*/ 3832890 w 4840150"/>
              <a:gd name="connsiteY433" fmla="*/ 4740952 h 5724538"/>
              <a:gd name="connsiteX434" fmla="*/ 3803197 w 4840150"/>
              <a:gd name="connsiteY434" fmla="*/ 4740952 h 5724538"/>
              <a:gd name="connsiteX435" fmla="*/ 3803197 w 4840150"/>
              <a:gd name="connsiteY435" fmla="*/ 4693938 h 5724538"/>
              <a:gd name="connsiteX436" fmla="*/ 3810969 w 4840150"/>
              <a:gd name="connsiteY436" fmla="*/ 4686631 h 5724538"/>
              <a:gd name="connsiteX437" fmla="*/ 3929126 w 4840150"/>
              <a:gd name="connsiteY437" fmla="*/ 4672831 h 5724538"/>
              <a:gd name="connsiteX438" fmla="*/ 3928698 w 4840150"/>
              <a:gd name="connsiteY438" fmla="*/ 4678628 h 5724538"/>
              <a:gd name="connsiteX439" fmla="*/ 3927538 w 4840150"/>
              <a:gd name="connsiteY439" fmla="*/ 4679711 h 5724538"/>
              <a:gd name="connsiteX440" fmla="*/ 4423661 w 4840150"/>
              <a:gd name="connsiteY440" fmla="*/ 4671359 h 5724538"/>
              <a:gd name="connsiteX441" fmla="*/ 4434177 w 4840150"/>
              <a:gd name="connsiteY441" fmla="*/ 4681566 h 5724538"/>
              <a:gd name="connsiteX442" fmla="*/ 4434177 w 4840150"/>
              <a:gd name="connsiteY442" fmla="*/ 4721157 h 5724538"/>
              <a:gd name="connsiteX443" fmla="*/ 4409433 w 4840150"/>
              <a:gd name="connsiteY443" fmla="*/ 4721157 h 5724538"/>
              <a:gd name="connsiteX444" fmla="*/ 4409433 w 4840150"/>
              <a:gd name="connsiteY444" fmla="*/ 4681566 h 5724538"/>
              <a:gd name="connsiteX445" fmla="*/ 4423661 w 4840150"/>
              <a:gd name="connsiteY445" fmla="*/ 4671359 h 5724538"/>
              <a:gd name="connsiteX446" fmla="*/ 3929394 w 4840150"/>
              <a:gd name="connsiteY446" fmla="*/ 4669194 h 5724538"/>
              <a:gd name="connsiteX447" fmla="*/ 3929394 w 4840150"/>
              <a:gd name="connsiteY447" fmla="*/ 4671668 h 5724538"/>
              <a:gd name="connsiteX448" fmla="*/ 3929126 w 4840150"/>
              <a:gd name="connsiteY448" fmla="*/ 4672831 h 5724538"/>
              <a:gd name="connsiteX449" fmla="*/ 4109099 w 4840150"/>
              <a:gd name="connsiteY449" fmla="*/ 4668885 h 5724538"/>
              <a:gd name="connsiteX450" fmla="*/ 4117450 w 4840150"/>
              <a:gd name="connsiteY450" fmla="*/ 4679092 h 5724538"/>
              <a:gd name="connsiteX451" fmla="*/ 4117450 w 4840150"/>
              <a:gd name="connsiteY451" fmla="*/ 4713734 h 5724538"/>
              <a:gd name="connsiteX452" fmla="*/ 4095180 w 4840150"/>
              <a:gd name="connsiteY452" fmla="*/ 4713734 h 5724538"/>
              <a:gd name="connsiteX453" fmla="*/ 4095180 w 4840150"/>
              <a:gd name="connsiteY453" fmla="*/ 4679092 h 5724538"/>
              <a:gd name="connsiteX454" fmla="*/ 4109099 w 4840150"/>
              <a:gd name="connsiteY454" fmla="*/ 4668885 h 5724538"/>
              <a:gd name="connsiteX455" fmla="*/ 2875287 w 4840150"/>
              <a:gd name="connsiteY455" fmla="*/ 4668885 h 5724538"/>
              <a:gd name="connsiteX456" fmla="*/ 2907454 w 4840150"/>
              <a:gd name="connsiteY456" fmla="*/ 4693938 h 5724538"/>
              <a:gd name="connsiteX457" fmla="*/ 2907454 w 4840150"/>
              <a:gd name="connsiteY457" fmla="*/ 4780544 h 5724538"/>
              <a:gd name="connsiteX458" fmla="*/ 2889539 w 4840150"/>
              <a:gd name="connsiteY458" fmla="*/ 4792693 h 5724538"/>
              <a:gd name="connsiteX459" fmla="*/ 2843119 w 4840150"/>
              <a:gd name="connsiteY459" fmla="*/ 4768172 h 5724538"/>
              <a:gd name="connsiteX460" fmla="*/ 2843119 w 4840150"/>
              <a:gd name="connsiteY460" fmla="*/ 4679092 h 5724538"/>
              <a:gd name="connsiteX461" fmla="*/ 2875287 w 4840150"/>
              <a:gd name="connsiteY461" fmla="*/ 4668885 h 5724538"/>
              <a:gd name="connsiteX462" fmla="*/ 2365055 w 4840150"/>
              <a:gd name="connsiteY462" fmla="*/ 4653779 h 5724538"/>
              <a:gd name="connsiteX463" fmla="*/ 2377926 w 4840150"/>
              <a:gd name="connsiteY463" fmla="*/ 4661771 h 5724538"/>
              <a:gd name="connsiteX464" fmla="*/ 2377926 w 4840150"/>
              <a:gd name="connsiteY464" fmla="*/ 4701362 h 5724538"/>
              <a:gd name="connsiteX465" fmla="*/ 2373383 w 4840150"/>
              <a:gd name="connsiteY465" fmla="*/ 4705915 h 5724538"/>
              <a:gd name="connsiteX466" fmla="*/ 2345759 w 4840150"/>
              <a:gd name="connsiteY466" fmla="*/ 4701362 h 5724538"/>
              <a:gd name="connsiteX467" fmla="*/ 2345759 w 4840150"/>
              <a:gd name="connsiteY467" fmla="*/ 4661771 h 5724538"/>
              <a:gd name="connsiteX468" fmla="*/ 2350302 w 4840150"/>
              <a:gd name="connsiteY468" fmla="*/ 4657218 h 5724538"/>
              <a:gd name="connsiteX469" fmla="*/ 2365055 w 4840150"/>
              <a:gd name="connsiteY469" fmla="*/ 4653779 h 5724538"/>
              <a:gd name="connsiteX470" fmla="*/ 1548156 w 4840150"/>
              <a:gd name="connsiteY470" fmla="*/ 4649644 h 5724538"/>
              <a:gd name="connsiteX471" fmla="*/ 1573737 w 4840150"/>
              <a:gd name="connsiteY471" fmla="*/ 4669195 h 5724538"/>
              <a:gd name="connsiteX472" fmla="*/ 1573737 w 4840150"/>
              <a:gd name="connsiteY472" fmla="*/ 4743427 h 5724538"/>
              <a:gd name="connsiteX473" fmla="*/ 1552073 w 4840150"/>
              <a:gd name="connsiteY473" fmla="*/ 4758893 h 5724538"/>
              <a:gd name="connsiteX474" fmla="*/ 1499504 w 4840150"/>
              <a:gd name="connsiteY474" fmla="*/ 4731055 h 5724538"/>
              <a:gd name="connsiteX475" fmla="*/ 1511876 w 4840150"/>
              <a:gd name="connsiteY475" fmla="*/ 4656822 h 5724538"/>
              <a:gd name="connsiteX476" fmla="*/ 1516243 w 4840150"/>
              <a:gd name="connsiteY476" fmla="*/ 4653903 h 5724538"/>
              <a:gd name="connsiteX477" fmla="*/ 1548156 w 4840150"/>
              <a:gd name="connsiteY477" fmla="*/ 4649644 h 5724538"/>
              <a:gd name="connsiteX478" fmla="*/ 2723110 w 4840150"/>
              <a:gd name="connsiteY478" fmla="*/ 4642285 h 5724538"/>
              <a:gd name="connsiteX479" fmla="*/ 2736719 w 4840150"/>
              <a:gd name="connsiteY479" fmla="*/ 4654348 h 5724538"/>
              <a:gd name="connsiteX480" fmla="*/ 2736719 w 4840150"/>
              <a:gd name="connsiteY480" fmla="*/ 4701362 h 5724538"/>
              <a:gd name="connsiteX481" fmla="*/ 2702077 w 4840150"/>
              <a:gd name="connsiteY481" fmla="*/ 4701362 h 5724538"/>
              <a:gd name="connsiteX482" fmla="*/ 2702077 w 4840150"/>
              <a:gd name="connsiteY482" fmla="*/ 4654348 h 5724538"/>
              <a:gd name="connsiteX483" fmla="*/ 2723110 w 4840150"/>
              <a:gd name="connsiteY483" fmla="*/ 4642285 h 5724538"/>
              <a:gd name="connsiteX484" fmla="*/ 4559445 w 4840150"/>
              <a:gd name="connsiteY484" fmla="*/ 4636099 h 5724538"/>
              <a:gd name="connsiteX485" fmla="*/ 4575219 w 4840150"/>
              <a:gd name="connsiteY485" fmla="*/ 4651873 h 5724538"/>
              <a:gd name="connsiteX486" fmla="*/ 4575219 w 4840150"/>
              <a:gd name="connsiteY486" fmla="*/ 4713734 h 5724538"/>
              <a:gd name="connsiteX487" fmla="*/ 4538103 w 4840150"/>
              <a:gd name="connsiteY487" fmla="*/ 4713734 h 5724538"/>
              <a:gd name="connsiteX488" fmla="*/ 4538103 w 4840150"/>
              <a:gd name="connsiteY488" fmla="*/ 4651873 h 5724538"/>
              <a:gd name="connsiteX489" fmla="*/ 4559445 w 4840150"/>
              <a:gd name="connsiteY489" fmla="*/ 4636099 h 5724538"/>
              <a:gd name="connsiteX490" fmla="*/ 1774165 w 4840150"/>
              <a:gd name="connsiteY490" fmla="*/ 4626511 h 5724538"/>
              <a:gd name="connsiteX491" fmla="*/ 1789012 w 4840150"/>
              <a:gd name="connsiteY491" fmla="*/ 4639501 h 5724538"/>
              <a:gd name="connsiteX492" fmla="*/ 1789012 w 4840150"/>
              <a:gd name="connsiteY492" fmla="*/ 4681567 h 5724538"/>
              <a:gd name="connsiteX493" fmla="*/ 1786889 w 4840150"/>
              <a:gd name="connsiteY493" fmla="*/ 4683992 h 5724538"/>
              <a:gd name="connsiteX494" fmla="*/ 1751895 w 4840150"/>
              <a:gd name="connsiteY494" fmla="*/ 4684041 h 5724538"/>
              <a:gd name="connsiteX495" fmla="*/ 1751895 w 4840150"/>
              <a:gd name="connsiteY495" fmla="*/ 4639501 h 5724538"/>
              <a:gd name="connsiteX496" fmla="*/ 1774165 w 4840150"/>
              <a:gd name="connsiteY496" fmla="*/ 4626511 h 5724538"/>
              <a:gd name="connsiteX497" fmla="*/ 3204385 w 4840150"/>
              <a:gd name="connsiteY497" fmla="*/ 4612592 h 5724538"/>
              <a:gd name="connsiteX498" fmla="*/ 3216757 w 4840150"/>
              <a:gd name="connsiteY498" fmla="*/ 4624655 h 5724538"/>
              <a:gd name="connsiteX499" fmla="*/ 3216757 w 4840150"/>
              <a:gd name="connsiteY499" fmla="*/ 4666720 h 5724538"/>
              <a:gd name="connsiteX500" fmla="*/ 3184590 w 4840150"/>
              <a:gd name="connsiteY500" fmla="*/ 4666720 h 5724538"/>
              <a:gd name="connsiteX501" fmla="*/ 3184590 w 4840150"/>
              <a:gd name="connsiteY501" fmla="*/ 4624655 h 5724538"/>
              <a:gd name="connsiteX502" fmla="*/ 3204385 w 4840150"/>
              <a:gd name="connsiteY502" fmla="*/ 4612592 h 5724538"/>
              <a:gd name="connsiteX503" fmla="*/ 3479047 w 4840150"/>
              <a:gd name="connsiteY503" fmla="*/ 4603003 h 5724538"/>
              <a:gd name="connsiteX504" fmla="*/ 3496368 w 4840150"/>
              <a:gd name="connsiteY504" fmla="*/ 4619706 h 5724538"/>
              <a:gd name="connsiteX505" fmla="*/ 3496368 w 4840150"/>
              <a:gd name="connsiteY505" fmla="*/ 4684041 h 5724538"/>
              <a:gd name="connsiteX506" fmla="*/ 3454303 w 4840150"/>
              <a:gd name="connsiteY506" fmla="*/ 4684041 h 5724538"/>
              <a:gd name="connsiteX507" fmla="*/ 3454303 w 4840150"/>
              <a:gd name="connsiteY507" fmla="*/ 4619706 h 5724538"/>
              <a:gd name="connsiteX508" fmla="*/ 3479047 w 4840150"/>
              <a:gd name="connsiteY508" fmla="*/ 4603003 h 5724538"/>
              <a:gd name="connsiteX509" fmla="*/ 3046022 w 4840150"/>
              <a:gd name="connsiteY509" fmla="*/ 4602385 h 5724538"/>
              <a:gd name="connsiteX510" fmla="*/ 3063343 w 4840150"/>
              <a:gd name="connsiteY510" fmla="*/ 4602385 h 5724538"/>
              <a:gd name="connsiteX511" fmla="*/ 3063343 w 4840150"/>
              <a:gd name="connsiteY511" fmla="*/ 4627129 h 5724538"/>
              <a:gd name="connsiteX512" fmla="*/ 3046022 w 4840150"/>
              <a:gd name="connsiteY512" fmla="*/ 4627129 h 5724538"/>
              <a:gd name="connsiteX513" fmla="*/ 3046022 w 4840150"/>
              <a:gd name="connsiteY513" fmla="*/ 4602385 h 5724538"/>
              <a:gd name="connsiteX514" fmla="*/ 3325943 w 4840150"/>
              <a:gd name="connsiteY514" fmla="*/ 4598866 h 5724538"/>
              <a:gd name="connsiteX515" fmla="*/ 3340480 w 4840150"/>
              <a:gd name="connsiteY515" fmla="*/ 4598982 h 5724538"/>
              <a:gd name="connsiteX516" fmla="*/ 3367698 w 4840150"/>
              <a:gd name="connsiteY516" fmla="*/ 4622180 h 5724538"/>
              <a:gd name="connsiteX517" fmla="*/ 3367698 w 4840150"/>
              <a:gd name="connsiteY517" fmla="*/ 4701361 h 5724538"/>
              <a:gd name="connsiteX518" fmla="*/ 3313261 w 4840150"/>
              <a:gd name="connsiteY518" fmla="*/ 4686515 h 5724538"/>
              <a:gd name="connsiteX519" fmla="*/ 3313261 w 4840150"/>
              <a:gd name="connsiteY519" fmla="*/ 4607333 h 5724538"/>
              <a:gd name="connsiteX520" fmla="*/ 3325943 w 4840150"/>
              <a:gd name="connsiteY520" fmla="*/ 4598866 h 5724538"/>
              <a:gd name="connsiteX521" fmla="*/ 3601841 w 4840150"/>
              <a:gd name="connsiteY521" fmla="*/ 4598672 h 5724538"/>
              <a:gd name="connsiteX522" fmla="*/ 3612666 w 4840150"/>
              <a:gd name="connsiteY522" fmla="*/ 4609807 h 5724538"/>
              <a:gd name="connsiteX523" fmla="*/ 3612666 w 4840150"/>
              <a:gd name="connsiteY523" fmla="*/ 4651872 h 5724538"/>
              <a:gd name="connsiteX524" fmla="*/ 3585448 w 4840150"/>
              <a:gd name="connsiteY524" fmla="*/ 4651872 h 5724538"/>
              <a:gd name="connsiteX525" fmla="*/ 3585448 w 4840150"/>
              <a:gd name="connsiteY525" fmla="*/ 4609807 h 5724538"/>
              <a:gd name="connsiteX526" fmla="*/ 3601841 w 4840150"/>
              <a:gd name="connsiteY526" fmla="*/ 4598672 h 5724538"/>
              <a:gd name="connsiteX527" fmla="*/ 4191915 w 4840150"/>
              <a:gd name="connsiteY527" fmla="*/ 4591172 h 5724538"/>
              <a:gd name="connsiteX528" fmla="*/ 4206530 w 4840150"/>
              <a:gd name="connsiteY528" fmla="*/ 4597435 h 5724538"/>
              <a:gd name="connsiteX529" fmla="*/ 4206530 w 4840150"/>
              <a:gd name="connsiteY529" fmla="*/ 4632077 h 5724538"/>
              <a:gd name="connsiteX530" fmla="*/ 4186734 w 4840150"/>
              <a:gd name="connsiteY530" fmla="*/ 4632077 h 5724538"/>
              <a:gd name="connsiteX531" fmla="*/ 4186734 w 4840150"/>
              <a:gd name="connsiteY531" fmla="*/ 4597435 h 5724538"/>
              <a:gd name="connsiteX532" fmla="*/ 4191915 w 4840150"/>
              <a:gd name="connsiteY532" fmla="*/ 4591172 h 5724538"/>
              <a:gd name="connsiteX533" fmla="*/ 4018473 w 4840150"/>
              <a:gd name="connsiteY533" fmla="*/ 4587538 h 5724538"/>
              <a:gd name="connsiteX534" fmla="*/ 4018473 w 4840150"/>
              <a:gd name="connsiteY534" fmla="*/ 4599910 h 5724538"/>
              <a:gd name="connsiteX535" fmla="*/ 4018473 w 4840150"/>
              <a:gd name="connsiteY535" fmla="*/ 4587538 h 5724538"/>
              <a:gd name="connsiteX536" fmla="*/ 1988686 w 4840150"/>
              <a:gd name="connsiteY536" fmla="*/ 4585627 h 5724538"/>
              <a:gd name="connsiteX537" fmla="*/ 2004288 w 4840150"/>
              <a:gd name="connsiteY537" fmla="*/ 4592487 h 5724538"/>
              <a:gd name="connsiteX538" fmla="*/ 2004288 w 4840150"/>
              <a:gd name="connsiteY538" fmla="*/ 4629603 h 5724538"/>
              <a:gd name="connsiteX539" fmla="*/ 1999745 w 4840150"/>
              <a:gd name="connsiteY539" fmla="*/ 4634156 h 5724538"/>
              <a:gd name="connsiteX540" fmla="*/ 1972120 w 4840150"/>
              <a:gd name="connsiteY540" fmla="*/ 4629603 h 5724538"/>
              <a:gd name="connsiteX541" fmla="*/ 1972120 w 4840150"/>
              <a:gd name="connsiteY541" fmla="*/ 4592487 h 5724538"/>
              <a:gd name="connsiteX542" fmla="*/ 1972801 w 4840150"/>
              <a:gd name="connsiteY542" fmla="*/ 4591794 h 5724538"/>
              <a:gd name="connsiteX543" fmla="*/ 1988686 w 4840150"/>
              <a:gd name="connsiteY543" fmla="*/ 4585627 h 5724538"/>
              <a:gd name="connsiteX544" fmla="*/ 4343243 w 4840150"/>
              <a:gd name="connsiteY544" fmla="*/ 4584754 h 5724538"/>
              <a:gd name="connsiteX545" fmla="*/ 4352521 w 4840150"/>
              <a:gd name="connsiteY545" fmla="*/ 4594961 h 5724538"/>
              <a:gd name="connsiteX546" fmla="*/ 4352521 w 4840150"/>
              <a:gd name="connsiteY546" fmla="*/ 4632077 h 5724538"/>
              <a:gd name="connsiteX547" fmla="*/ 4330252 w 4840150"/>
              <a:gd name="connsiteY547" fmla="*/ 4632077 h 5724538"/>
              <a:gd name="connsiteX548" fmla="*/ 4330252 w 4840150"/>
              <a:gd name="connsiteY548" fmla="*/ 4594961 h 5724538"/>
              <a:gd name="connsiteX549" fmla="*/ 4343243 w 4840150"/>
              <a:gd name="connsiteY549" fmla="*/ 4584754 h 5724538"/>
              <a:gd name="connsiteX550" fmla="*/ 3716903 w 4840150"/>
              <a:gd name="connsiteY550" fmla="*/ 4567433 h 5724538"/>
              <a:gd name="connsiteX551" fmla="*/ 3726491 w 4840150"/>
              <a:gd name="connsiteY551" fmla="*/ 4577640 h 5724538"/>
              <a:gd name="connsiteX552" fmla="*/ 3726491 w 4840150"/>
              <a:gd name="connsiteY552" fmla="*/ 4614756 h 5724538"/>
              <a:gd name="connsiteX553" fmla="*/ 3701746 w 4840150"/>
              <a:gd name="connsiteY553" fmla="*/ 4612282 h 5724538"/>
              <a:gd name="connsiteX554" fmla="*/ 3701746 w 4840150"/>
              <a:gd name="connsiteY554" fmla="*/ 4577640 h 5724538"/>
              <a:gd name="connsiteX555" fmla="*/ 3716903 w 4840150"/>
              <a:gd name="connsiteY555" fmla="*/ 4567433 h 5724538"/>
              <a:gd name="connsiteX556" fmla="*/ 2564795 w 4840150"/>
              <a:gd name="connsiteY556" fmla="*/ 4538659 h 5724538"/>
              <a:gd name="connsiteX557" fmla="*/ 2588253 w 4840150"/>
              <a:gd name="connsiteY557" fmla="*/ 4557844 h 5724538"/>
              <a:gd name="connsiteX558" fmla="*/ 2588253 w 4840150"/>
              <a:gd name="connsiteY558" fmla="*/ 4634552 h 5724538"/>
              <a:gd name="connsiteX559" fmla="*/ 2528866 w 4840150"/>
              <a:gd name="connsiteY559" fmla="*/ 4619705 h 5724538"/>
              <a:gd name="connsiteX560" fmla="*/ 2528866 w 4840150"/>
              <a:gd name="connsiteY560" fmla="*/ 4545473 h 5724538"/>
              <a:gd name="connsiteX561" fmla="*/ 2534656 w 4840150"/>
              <a:gd name="connsiteY561" fmla="*/ 4541686 h 5724538"/>
              <a:gd name="connsiteX562" fmla="*/ 2564795 w 4840150"/>
              <a:gd name="connsiteY562" fmla="*/ 4538659 h 5724538"/>
              <a:gd name="connsiteX563" fmla="*/ 2207977 w 4840150"/>
              <a:gd name="connsiteY563" fmla="*/ 4524574 h 5724538"/>
              <a:gd name="connsiteX564" fmla="*/ 2226986 w 4840150"/>
              <a:gd name="connsiteY564" fmla="*/ 4533101 h 5724538"/>
              <a:gd name="connsiteX565" fmla="*/ 2226986 w 4840150"/>
              <a:gd name="connsiteY565" fmla="*/ 4582590 h 5724538"/>
              <a:gd name="connsiteX566" fmla="*/ 2222037 w 4840150"/>
              <a:gd name="connsiteY566" fmla="*/ 4587539 h 5724538"/>
              <a:gd name="connsiteX567" fmla="*/ 2187395 w 4840150"/>
              <a:gd name="connsiteY567" fmla="*/ 4582590 h 5724538"/>
              <a:gd name="connsiteX568" fmla="*/ 2187395 w 4840150"/>
              <a:gd name="connsiteY568" fmla="*/ 4533101 h 5724538"/>
              <a:gd name="connsiteX569" fmla="*/ 2188508 w 4840150"/>
              <a:gd name="connsiteY569" fmla="*/ 4531987 h 5724538"/>
              <a:gd name="connsiteX570" fmla="*/ 2207977 w 4840150"/>
              <a:gd name="connsiteY570" fmla="*/ 4524574 h 5724538"/>
              <a:gd name="connsiteX571" fmla="*/ 2903433 w 4840150"/>
              <a:gd name="connsiteY571" fmla="*/ 4519182 h 5724538"/>
              <a:gd name="connsiteX572" fmla="*/ 2929724 w 4840150"/>
              <a:gd name="connsiteY572" fmla="*/ 4540524 h 5724538"/>
              <a:gd name="connsiteX573" fmla="*/ 2929724 w 4840150"/>
              <a:gd name="connsiteY573" fmla="*/ 4609807 h 5724538"/>
              <a:gd name="connsiteX574" fmla="*/ 2875286 w 4840150"/>
              <a:gd name="connsiteY574" fmla="*/ 4597435 h 5724538"/>
              <a:gd name="connsiteX575" fmla="*/ 2875286 w 4840150"/>
              <a:gd name="connsiteY575" fmla="*/ 4525677 h 5724538"/>
              <a:gd name="connsiteX576" fmla="*/ 2903433 w 4840150"/>
              <a:gd name="connsiteY576" fmla="*/ 4519182 h 5724538"/>
              <a:gd name="connsiteX577" fmla="*/ 4605222 w 4840150"/>
              <a:gd name="connsiteY577" fmla="*/ 4518254 h 5724538"/>
              <a:gd name="connsiteX578" fmla="*/ 4627183 w 4840150"/>
              <a:gd name="connsiteY578" fmla="*/ 4540524 h 5724538"/>
              <a:gd name="connsiteX579" fmla="*/ 4627183 w 4840150"/>
              <a:gd name="connsiteY579" fmla="*/ 4614757 h 5724538"/>
              <a:gd name="connsiteX580" fmla="*/ 4585118 w 4840150"/>
              <a:gd name="connsiteY580" fmla="*/ 4602385 h 5724538"/>
              <a:gd name="connsiteX581" fmla="*/ 4585118 w 4840150"/>
              <a:gd name="connsiteY581" fmla="*/ 4525677 h 5724538"/>
              <a:gd name="connsiteX582" fmla="*/ 4605222 w 4840150"/>
              <a:gd name="connsiteY582" fmla="*/ 4518254 h 5724538"/>
              <a:gd name="connsiteX583" fmla="*/ 4251070 w 4840150"/>
              <a:gd name="connsiteY583" fmla="*/ 4515779 h 5724538"/>
              <a:gd name="connsiteX584" fmla="*/ 4265916 w 4840150"/>
              <a:gd name="connsiteY584" fmla="*/ 4515779 h 5724538"/>
              <a:gd name="connsiteX585" fmla="*/ 4265916 w 4840150"/>
              <a:gd name="connsiteY585" fmla="*/ 4535574 h 5724538"/>
              <a:gd name="connsiteX586" fmla="*/ 4251070 w 4840150"/>
              <a:gd name="connsiteY586" fmla="*/ 4535574 h 5724538"/>
              <a:gd name="connsiteX587" fmla="*/ 4251070 w 4840150"/>
              <a:gd name="connsiteY587" fmla="*/ 4515779 h 5724538"/>
              <a:gd name="connsiteX588" fmla="*/ 3826705 w 4840150"/>
              <a:gd name="connsiteY588" fmla="*/ 4511759 h 5724538"/>
              <a:gd name="connsiteX589" fmla="*/ 3840314 w 4840150"/>
              <a:gd name="connsiteY589" fmla="*/ 4525677 h 5724538"/>
              <a:gd name="connsiteX590" fmla="*/ 3840314 w 4840150"/>
              <a:gd name="connsiteY590" fmla="*/ 4577640 h 5724538"/>
              <a:gd name="connsiteX591" fmla="*/ 3805672 w 4840150"/>
              <a:gd name="connsiteY591" fmla="*/ 4577640 h 5724538"/>
              <a:gd name="connsiteX592" fmla="*/ 3805672 w 4840150"/>
              <a:gd name="connsiteY592" fmla="*/ 4525677 h 5724538"/>
              <a:gd name="connsiteX593" fmla="*/ 3826705 w 4840150"/>
              <a:gd name="connsiteY593" fmla="*/ 4511759 h 5724538"/>
              <a:gd name="connsiteX594" fmla="*/ 4092706 w 4840150"/>
              <a:gd name="connsiteY594" fmla="*/ 4505882 h 5724538"/>
              <a:gd name="connsiteX595" fmla="*/ 4107552 w 4840150"/>
              <a:gd name="connsiteY595" fmla="*/ 4505882 h 5724538"/>
              <a:gd name="connsiteX596" fmla="*/ 4107552 w 4840150"/>
              <a:gd name="connsiteY596" fmla="*/ 4530626 h 5724538"/>
              <a:gd name="connsiteX597" fmla="*/ 4092706 w 4840150"/>
              <a:gd name="connsiteY597" fmla="*/ 4533101 h 5724538"/>
              <a:gd name="connsiteX598" fmla="*/ 4092706 w 4840150"/>
              <a:gd name="connsiteY598" fmla="*/ 4505882 h 5724538"/>
              <a:gd name="connsiteX599" fmla="*/ 4402629 w 4840150"/>
              <a:gd name="connsiteY599" fmla="*/ 4488252 h 5724538"/>
              <a:gd name="connsiteX600" fmla="*/ 4411907 w 4840150"/>
              <a:gd name="connsiteY600" fmla="*/ 4498458 h 5724538"/>
              <a:gd name="connsiteX601" fmla="*/ 4411907 w 4840150"/>
              <a:gd name="connsiteY601" fmla="*/ 4535574 h 5724538"/>
              <a:gd name="connsiteX602" fmla="*/ 4389638 w 4840150"/>
              <a:gd name="connsiteY602" fmla="*/ 4535574 h 5724538"/>
              <a:gd name="connsiteX603" fmla="*/ 4389638 w 4840150"/>
              <a:gd name="connsiteY603" fmla="*/ 4498458 h 5724538"/>
              <a:gd name="connsiteX604" fmla="*/ 4402629 w 4840150"/>
              <a:gd name="connsiteY604" fmla="*/ 4488252 h 5724538"/>
              <a:gd name="connsiteX605" fmla="*/ 1609797 w 4840150"/>
              <a:gd name="connsiteY605" fmla="*/ 4471332 h 5724538"/>
              <a:gd name="connsiteX606" fmla="*/ 1628174 w 4840150"/>
              <a:gd name="connsiteY606" fmla="*/ 4481137 h 5724538"/>
              <a:gd name="connsiteX607" fmla="*/ 1628174 w 4840150"/>
              <a:gd name="connsiteY607" fmla="*/ 4530625 h 5724538"/>
              <a:gd name="connsiteX608" fmla="*/ 1624418 w 4840150"/>
              <a:gd name="connsiteY608" fmla="*/ 4534387 h 5724538"/>
              <a:gd name="connsiteX609" fmla="*/ 1586109 w 4840150"/>
              <a:gd name="connsiteY609" fmla="*/ 4530625 h 5724538"/>
              <a:gd name="connsiteX610" fmla="*/ 1586109 w 4840150"/>
              <a:gd name="connsiteY610" fmla="*/ 4481137 h 5724538"/>
              <a:gd name="connsiteX611" fmla="*/ 1589865 w 4840150"/>
              <a:gd name="connsiteY611" fmla="*/ 4477376 h 5724538"/>
              <a:gd name="connsiteX612" fmla="*/ 1609797 w 4840150"/>
              <a:gd name="connsiteY612" fmla="*/ 4471332 h 5724538"/>
              <a:gd name="connsiteX613" fmla="*/ 4530062 w 4840150"/>
              <a:gd name="connsiteY613" fmla="*/ 4468457 h 5724538"/>
              <a:gd name="connsiteX614" fmla="*/ 4538103 w 4840150"/>
              <a:gd name="connsiteY614" fmla="*/ 4478663 h 5724538"/>
              <a:gd name="connsiteX615" fmla="*/ 4538103 w 4840150"/>
              <a:gd name="connsiteY615" fmla="*/ 4510830 h 5724538"/>
              <a:gd name="connsiteX616" fmla="*/ 4518308 w 4840150"/>
              <a:gd name="connsiteY616" fmla="*/ 4510830 h 5724538"/>
              <a:gd name="connsiteX617" fmla="*/ 4518308 w 4840150"/>
              <a:gd name="connsiteY617" fmla="*/ 4478663 h 5724538"/>
              <a:gd name="connsiteX618" fmla="*/ 4530062 w 4840150"/>
              <a:gd name="connsiteY618" fmla="*/ 4468457 h 5724538"/>
              <a:gd name="connsiteX619" fmla="*/ 2721872 w 4840150"/>
              <a:gd name="connsiteY619" fmla="*/ 4453919 h 5724538"/>
              <a:gd name="connsiteX620" fmla="*/ 2773835 w 4840150"/>
              <a:gd name="connsiteY620" fmla="*/ 4476189 h 5724538"/>
              <a:gd name="connsiteX621" fmla="*/ 2773835 w 4840150"/>
              <a:gd name="connsiteY621" fmla="*/ 4547947 h 5724538"/>
              <a:gd name="connsiteX622" fmla="*/ 2721872 w 4840150"/>
              <a:gd name="connsiteY622" fmla="*/ 4525678 h 5724538"/>
              <a:gd name="connsiteX623" fmla="*/ 2721872 w 4840150"/>
              <a:gd name="connsiteY623" fmla="*/ 4453919 h 5724538"/>
              <a:gd name="connsiteX624" fmla="*/ 3491110 w 4840150"/>
              <a:gd name="connsiteY624" fmla="*/ 4444639 h 5724538"/>
              <a:gd name="connsiteX625" fmla="*/ 3508740 w 4840150"/>
              <a:gd name="connsiteY625" fmla="*/ 4463816 h 5724538"/>
              <a:gd name="connsiteX626" fmla="*/ 3508740 w 4840150"/>
              <a:gd name="connsiteY626" fmla="*/ 4525677 h 5724538"/>
              <a:gd name="connsiteX627" fmla="*/ 3464201 w 4840150"/>
              <a:gd name="connsiteY627" fmla="*/ 4513305 h 5724538"/>
              <a:gd name="connsiteX628" fmla="*/ 3464201 w 4840150"/>
              <a:gd name="connsiteY628" fmla="*/ 4451444 h 5724538"/>
              <a:gd name="connsiteX629" fmla="*/ 3491110 w 4840150"/>
              <a:gd name="connsiteY629" fmla="*/ 4444639 h 5724538"/>
              <a:gd name="connsiteX630" fmla="*/ 3356564 w 4840150"/>
              <a:gd name="connsiteY630" fmla="*/ 4439691 h 5724538"/>
              <a:gd name="connsiteX631" fmla="*/ 3385019 w 4840150"/>
              <a:gd name="connsiteY631" fmla="*/ 4463817 h 5724538"/>
              <a:gd name="connsiteX632" fmla="*/ 3385019 w 4840150"/>
              <a:gd name="connsiteY632" fmla="*/ 4540524 h 5724538"/>
              <a:gd name="connsiteX633" fmla="*/ 3328107 w 4840150"/>
              <a:gd name="connsiteY633" fmla="*/ 4525677 h 5724538"/>
              <a:gd name="connsiteX634" fmla="*/ 3328107 w 4840150"/>
              <a:gd name="connsiteY634" fmla="*/ 4448970 h 5724538"/>
              <a:gd name="connsiteX635" fmla="*/ 3356564 w 4840150"/>
              <a:gd name="connsiteY635" fmla="*/ 4439691 h 5724538"/>
              <a:gd name="connsiteX636" fmla="*/ 3220469 w 4840150"/>
              <a:gd name="connsiteY636" fmla="*/ 4421752 h 5724538"/>
              <a:gd name="connsiteX637" fmla="*/ 3251400 w 4840150"/>
              <a:gd name="connsiteY637" fmla="*/ 4448970 h 5724538"/>
              <a:gd name="connsiteX638" fmla="*/ 3251400 w 4840150"/>
              <a:gd name="connsiteY638" fmla="*/ 4538050 h 5724538"/>
              <a:gd name="connsiteX639" fmla="*/ 3189539 w 4840150"/>
              <a:gd name="connsiteY639" fmla="*/ 4520729 h 5724538"/>
              <a:gd name="connsiteX640" fmla="*/ 3189539 w 4840150"/>
              <a:gd name="connsiteY640" fmla="*/ 4431649 h 5724538"/>
              <a:gd name="connsiteX641" fmla="*/ 3220469 w 4840150"/>
              <a:gd name="connsiteY641" fmla="*/ 4421752 h 5724538"/>
              <a:gd name="connsiteX642" fmla="*/ 4644813 w 4840150"/>
              <a:gd name="connsiteY642" fmla="*/ 4420824 h 5724538"/>
              <a:gd name="connsiteX643" fmla="*/ 4659350 w 4840150"/>
              <a:gd name="connsiteY643" fmla="*/ 4436598 h 5724538"/>
              <a:gd name="connsiteX644" fmla="*/ 4659350 w 4840150"/>
              <a:gd name="connsiteY644" fmla="*/ 4495984 h 5724538"/>
              <a:gd name="connsiteX645" fmla="*/ 4624708 w 4840150"/>
              <a:gd name="connsiteY645" fmla="*/ 4493510 h 5724538"/>
              <a:gd name="connsiteX646" fmla="*/ 4624708 w 4840150"/>
              <a:gd name="connsiteY646" fmla="*/ 4436598 h 5724538"/>
              <a:gd name="connsiteX647" fmla="*/ 4644813 w 4840150"/>
              <a:gd name="connsiteY647" fmla="*/ 4420824 h 5724538"/>
              <a:gd name="connsiteX648" fmla="*/ 2586397 w 4840150"/>
              <a:gd name="connsiteY648" fmla="*/ 4419007 h 5724538"/>
              <a:gd name="connsiteX649" fmla="*/ 2593820 w 4840150"/>
              <a:gd name="connsiteY649" fmla="*/ 4419587 h 5724538"/>
              <a:gd name="connsiteX650" fmla="*/ 2603099 w 4840150"/>
              <a:gd name="connsiteY650" fmla="*/ 4424226 h 5724538"/>
              <a:gd name="connsiteX651" fmla="*/ 2603099 w 4840150"/>
              <a:gd name="connsiteY651" fmla="*/ 4453919 h 5724538"/>
              <a:gd name="connsiteX652" fmla="*/ 2601787 w 4840150"/>
              <a:gd name="connsiteY652" fmla="*/ 4455231 h 5724538"/>
              <a:gd name="connsiteX653" fmla="*/ 2580829 w 4840150"/>
              <a:gd name="connsiteY653" fmla="*/ 4453919 h 5724538"/>
              <a:gd name="connsiteX654" fmla="*/ 2580829 w 4840150"/>
              <a:gd name="connsiteY654" fmla="*/ 4424226 h 5724538"/>
              <a:gd name="connsiteX655" fmla="*/ 2586397 w 4840150"/>
              <a:gd name="connsiteY655" fmla="*/ 4419007 h 5724538"/>
              <a:gd name="connsiteX656" fmla="*/ 3608954 w 4840150"/>
              <a:gd name="connsiteY656" fmla="*/ 4418967 h 5724538"/>
              <a:gd name="connsiteX657" fmla="*/ 3632462 w 4840150"/>
              <a:gd name="connsiteY657" fmla="*/ 4439072 h 5724538"/>
              <a:gd name="connsiteX658" fmla="*/ 3632462 w 4840150"/>
              <a:gd name="connsiteY658" fmla="*/ 4505881 h 5724538"/>
              <a:gd name="connsiteX659" fmla="*/ 3585447 w 4840150"/>
              <a:gd name="connsiteY659" fmla="*/ 4493509 h 5724538"/>
              <a:gd name="connsiteX660" fmla="*/ 3585447 w 4840150"/>
              <a:gd name="connsiteY660" fmla="*/ 4426699 h 5724538"/>
              <a:gd name="connsiteX661" fmla="*/ 3608954 w 4840150"/>
              <a:gd name="connsiteY661" fmla="*/ 4418967 h 5724538"/>
              <a:gd name="connsiteX662" fmla="*/ 2398650 w 4840150"/>
              <a:gd name="connsiteY662" fmla="*/ 4416803 h 5724538"/>
              <a:gd name="connsiteX663" fmla="*/ 2439787 w 4840150"/>
              <a:gd name="connsiteY663" fmla="*/ 4448970 h 5724538"/>
              <a:gd name="connsiteX664" fmla="*/ 2439787 w 4840150"/>
              <a:gd name="connsiteY664" fmla="*/ 4557845 h 5724538"/>
              <a:gd name="connsiteX665" fmla="*/ 2355656 w 4840150"/>
              <a:gd name="connsiteY665" fmla="*/ 4535575 h 5724538"/>
              <a:gd name="connsiteX666" fmla="*/ 2355656 w 4840150"/>
              <a:gd name="connsiteY666" fmla="*/ 4429174 h 5724538"/>
              <a:gd name="connsiteX667" fmla="*/ 2398650 w 4840150"/>
              <a:gd name="connsiteY667" fmla="*/ 4416803 h 5724538"/>
              <a:gd name="connsiteX668" fmla="*/ 3998677 w 4840150"/>
              <a:gd name="connsiteY668" fmla="*/ 4406904 h 5724538"/>
              <a:gd name="connsiteX669" fmla="*/ 4018473 w 4840150"/>
              <a:gd name="connsiteY669" fmla="*/ 4406904 h 5724538"/>
              <a:gd name="connsiteX670" fmla="*/ 4018473 w 4840150"/>
              <a:gd name="connsiteY670" fmla="*/ 4436597 h 5724538"/>
              <a:gd name="connsiteX671" fmla="*/ 3998677 w 4840150"/>
              <a:gd name="connsiteY671" fmla="*/ 4436597 h 5724538"/>
              <a:gd name="connsiteX672" fmla="*/ 3998677 w 4840150"/>
              <a:gd name="connsiteY672" fmla="*/ 4406904 h 5724538"/>
              <a:gd name="connsiteX673" fmla="*/ 4323447 w 4840150"/>
              <a:gd name="connsiteY673" fmla="*/ 4406595 h 5724538"/>
              <a:gd name="connsiteX674" fmla="*/ 4332726 w 4840150"/>
              <a:gd name="connsiteY674" fmla="*/ 4416802 h 5724538"/>
              <a:gd name="connsiteX675" fmla="*/ 4332726 w 4840150"/>
              <a:gd name="connsiteY675" fmla="*/ 4453918 h 5724538"/>
              <a:gd name="connsiteX676" fmla="*/ 4310456 w 4840150"/>
              <a:gd name="connsiteY676" fmla="*/ 4453918 h 5724538"/>
              <a:gd name="connsiteX677" fmla="*/ 4310456 w 4840150"/>
              <a:gd name="connsiteY677" fmla="*/ 4416802 h 5724538"/>
              <a:gd name="connsiteX678" fmla="*/ 4323447 w 4840150"/>
              <a:gd name="connsiteY678" fmla="*/ 4406595 h 5724538"/>
              <a:gd name="connsiteX679" fmla="*/ 2038805 w 4840150"/>
              <a:gd name="connsiteY679" fmla="*/ 4401226 h 5724538"/>
              <a:gd name="connsiteX680" fmla="*/ 2053776 w 4840150"/>
              <a:gd name="connsiteY680" fmla="*/ 4409379 h 5724538"/>
              <a:gd name="connsiteX681" fmla="*/ 2053776 w 4840150"/>
              <a:gd name="connsiteY681" fmla="*/ 4453918 h 5724538"/>
              <a:gd name="connsiteX682" fmla="*/ 2019134 w 4840150"/>
              <a:gd name="connsiteY682" fmla="*/ 4451444 h 5724538"/>
              <a:gd name="connsiteX683" fmla="*/ 2019134 w 4840150"/>
              <a:gd name="connsiteY683" fmla="*/ 4409379 h 5724538"/>
              <a:gd name="connsiteX684" fmla="*/ 2022457 w 4840150"/>
              <a:gd name="connsiteY684" fmla="*/ 4406063 h 5724538"/>
              <a:gd name="connsiteX685" fmla="*/ 2038805 w 4840150"/>
              <a:gd name="connsiteY685" fmla="*/ 4401226 h 5724538"/>
              <a:gd name="connsiteX686" fmla="*/ 3077880 w 4840150"/>
              <a:gd name="connsiteY686" fmla="*/ 4397007 h 5724538"/>
              <a:gd name="connsiteX687" fmla="*/ 3107883 w 4840150"/>
              <a:gd name="connsiteY687" fmla="*/ 4424225 h 5724538"/>
              <a:gd name="connsiteX688" fmla="*/ 3107883 w 4840150"/>
              <a:gd name="connsiteY688" fmla="*/ 4508356 h 5724538"/>
              <a:gd name="connsiteX689" fmla="*/ 3046022 w 4840150"/>
              <a:gd name="connsiteY689" fmla="*/ 4491035 h 5724538"/>
              <a:gd name="connsiteX690" fmla="*/ 3046022 w 4840150"/>
              <a:gd name="connsiteY690" fmla="*/ 4406904 h 5724538"/>
              <a:gd name="connsiteX691" fmla="*/ 3077880 w 4840150"/>
              <a:gd name="connsiteY691" fmla="*/ 4397007 h 5724538"/>
              <a:gd name="connsiteX692" fmla="*/ 1810358 w 4840150"/>
              <a:gd name="connsiteY692" fmla="*/ 4395522 h 5724538"/>
              <a:gd name="connsiteX693" fmla="*/ 1831112 w 4840150"/>
              <a:gd name="connsiteY693" fmla="*/ 4397709 h 5724538"/>
              <a:gd name="connsiteX694" fmla="*/ 1863245 w 4840150"/>
              <a:gd name="connsiteY694" fmla="*/ 4424226 h 5724538"/>
              <a:gd name="connsiteX695" fmla="*/ 1863245 w 4840150"/>
              <a:gd name="connsiteY695" fmla="*/ 4523203 h 5724538"/>
              <a:gd name="connsiteX696" fmla="*/ 1833812 w 4840150"/>
              <a:gd name="connsiteY696" fmla="*/ 4543666 h 5724538"/>
              <a:gd name="connsiteX697" fmla="*/ 1766743 w 4840150"/>
              <a:gd name="connsiteY697" fmla="*/ 4505882 h 5724538"/>
              <a:gd name="connsiteX698" fmla="*/ 1781589 w 4840150"/>
              <a:gd name="connsiteY698" fmla="*/ 4406905 h 5724538"/>
              <a:gd name="connsiteX699" fmla="*/ 1789636 w 4840150"/>
              <a:gd name="connsiteY699" fmla="*/ 4401684 h 5724538"/>
              <a:gd name="connsiteX700" fmla="*/ 1810358 w 4840150"/>
              <a:gd name="connsiteY700" fmla="*/ 4395522 h 5724538"/>
              <a:gd name="connsiteX701" fmla="*/ 4748739 w 4840150"/>
              <a:gd name="connsiteY701" fmla="*/ 4376284 h 5724538"/>
              <a:gd name="connsiteX702" fmla="*/ 4763276 w 4840150"/>
              <a:gd name="connsiteY702" fmla="*/ 4394532 h 5724538"/>
              <a:gd name="connsiteX703" fmla="*/ 4763276 w 4840150"/>
              <a:gd name="connsiteY703" fmla="*/ 4453919 h 5724538"/>
              <a:gd name="connsiteX704" fmla="*/ 4728634 w 4840150"/>
              <a:gd name="connsiteY704" fmla="*/ 4444021 h 5724538"/>
              <a:gd name="connsiteX705" fmla="*/ 4728634 w 4840150"/>
              <a:gd name="connsiteY705" fmla="*/ 4382160 h 5724538"/>
              <a:gd name="connsiteX706" fmla="*/ 4748739 w 4840150"/>
              <a:gd name="connsiteY706" fmla="*/ 4376284 h 5724538"/>
              <a:gd name="connsiteX707" fmla="*/ 3720614 w 4840150"/>
              <a:gd name="connsiteY707" fmla="*/ 4367314 h 5724538"/>
              <a:gd name="connsiteX708" fmla="*/ 3751235 w 4840150"/>
              <a:gd name="connsiteY708" fmla="*/ 4394532 h 5724538"/>
              <a:gd name="connsiteX709" fmla="*/ 3751235 w 4840150"/>
              <a:gd name="connsiteY709" fmla="*/ 4483612 h 5724538"/>
              <a:gd name="connsiteX710" fmla="*/ 3691848 w 4840150"/>
              <a:gd name="connsiteY710" fmla="*/ 4466290 h 5724538"/>
              <a:gd name="connsiteX711" fmla="*/ 3691848 w 4840150"/>
              <a:gd name="connsiteY711" fmla="*/ 4377211 h 5724538"/>
              <a:gd name="connsiteX712" fmla="*/ 3720614 w 4840150"/>
              <a:gd name="connsiteY712" fmla="*/ 4367314 h 5724538"/>
              <a:gd name="connsiteX713" fmla="*/ 2932817 w 4840150"/>
              <a:gd name="connsiteY713" fmla="*/ 4365149 h 5724538"/>
              <a:gd name="connsiteX714" fmla="*/ 2951994 w 4840150"/>
              <a:gd name="connsiteY714" fmla="*/ 4384634 h 5724538"/>
              <a:gd name="connsiteX715" fmla="*/ 2951994 w 4840150"/>
              <a:gd name="connsiteY715" fmla="*/ 4453919 h 5724538"/>
              <a:gd name="connsiteX716" fmla="*/ 2902505 w 4840150"/>
              <a:gd name="connsiteY716" fmla="*/ 4451444 h 5724538"/>
              <a:gd name="connsiteX717" fmla="*/ 2902505 w 4840150"/>
              <a:gd name="connsiteY717" fmla="*/ 4384634 h 5724538"/>
              <a:gd name="connsiteX718" fmla="*/ 2932817 w 4840150"/>
              <a:gd name="connsiteY718" fmla="*/ 4365149 h 5724538"/>
              <a:gd name="connsiteX719" fmla="*/ 3827014 w 4840150"/>
              <a:gd name="connsiteY719" fmla="*/ 4352777 h 5724538"/>
              <a:gd name="connsiteX720" fmla="*/ 3837839 w 4840150"/>
              <a:gd name="connsiteY720" fmla="*/ 4364840 h 5724538"/>
              <a:gd name="connsiteX721" fmla="*/ 3837839 w 4840150"/>
              <a:gd name="connsiteY721" fmla="*/ 4404430 h 5724538"/>
              <a:gd name="connsiteX722" fmla="*/ 3810621 w 4840150"/>
              <a:gd name="connsiteY722" fmla="*/ 4406905 h 5724538"/>
              <a:gd name="connsiteX723" fmla="*/ 3810621 w 4840150"/>
              <a:gd name="connsiteY723" fmla="*/ 4364840 h 5724538"/>
              <a:gd name="connsiteX724" fmla="*/ 3827014 w 4840150"/>
              <a:gd name="connsiteY724" fmla="*/ 4352777 h 5724538"/>
              <a:gd name="connsiteX725" fmla="*/ 4571817 w 4840150"/>
              <a:gd name="connsiteY725" fmla="*/ 4347519 h 5724538"/>
              <a:gd name="connsiteX726" fmla="*/ 4585117 w 4840150"/>
              <a:gd name="connsiteY726" fmla="*/ 4362365 h 5724538"/>
              <a:gd name="connsiteX727" fmla="*/ 4585117 w 4840150"/>
              <a:gd name="connsiteY727" fmla="*/ 4414328 h 5724538"/>
              <a:gd name="connsiteX728" fmla="*/ 4552950 w 4840150"/>
              <a:gd name="connsiteY728" fmla="*/ 4414328 h 5724538"/>
              <a:gd name="connsiteX729" fmla="*/ 4552950 w 4840150"/>
              <a:gd name="connsiteY729" fmla="*/ 4362365 h 5724538"/>
              <a:gd name="connsiteX730" fmla="*/ 4571817 w 4840150"/>
              <a:gd name="connsiteY730" fmla="*/ 4347519 h 5724538"/>
              <a:gd name="connsiteX731" fmla="*/ 4085127 w 4840150"/>
              <a:gd name="connsiteY731" fmla="*/ 4324979 h 5724538"/>
              <a:gd name="connsiteX732" fmla="*/ 4090850 w 4840150"/>
              <a:gd name="connsiteY732" fmla="*/ 4325559 h 5724538"/>
              <a:gd name="connsiteX733" fmla="*/ 4097654 w 4840150"/>
              <a:gd name="connsiteY733" fmla="*/ 4330198 h 5724538"/>
              <a:gd name="connsiteX734" fmla="*/ 4097654 w 4840150"/>
              <a:gd name="connsiteY734" fmla="*/ 4359891 h 5724538"/>
              <a:gd name="connsiteX735" fmla="*/ 4080333 w 4840150"/>
              <a:gd name="connsiteY735" fmla="*/ 4357417 h 5724538"/>
              <a:gd name="connsiteX736" fmla="*/ 4080333 w 4840150"/>
              <a:gd name="connsiteY736" fmla="*/ 4330198 h 5724538"/>
              <a:gd name="connsiteX737" fmla="*/ 4085127 w 4840150"/>
              <a:gd name="connsiteY737" fmla="*/ 4324979 h 5724538"/>
              <a:gd name="connsiteX738" fmla="*/ 2246260 w 4840150"/>
              <a:gd name="connsiteY738" fmla="*/ 4324775 h 5724538"/>
              <a:gd name="connsiteX739" fmla="*/ 2269052 w 4840150"/>
              <a:gd name="connsiteY739" fmla="*/ 4347518 h 5724538"/>
              <a:gd name="connsiteX740" fmla="*/ 2269052 w 4840150"/>
              <a:gd name="connsiteY740" fmla="*/ 4424225 h 5724538"/>
              <a:gd name="connsiteX741" fmla="*/ 2255667 w 4840150"/>
              <a:gd name="connsiteY741" fmla="*/ 4432588 h 5724538"/>
              <a:gd name="connsiteX742" fmla="*/ 2204716 w 4840150"/>
              <a:gd name="connsiteY742" fmla="*/ 4409378 h 5724538"/>
              <a:gd name="connsiteX743" fmla="*/ 2204716 w 4840150"/>
              <a:gd name="connsiteY743" fmla="*/ 4330197 h 5724538"/>
              <a:gd name="connsiteX744" fmla="*/ 2214065 w 4840150"/>
              <a:gd name="connsiteY744" fmla="*/ 4324803 h 5724538"/>
              <a:gd name="connsiteX745" fmla="*/ 2246260 w 4840150"/>
              <a:gd name="connsiteY745" fmla="*/ 4324775 h 5724538"/>
              <a:gd name="connsiteX746" fmla="*/ 4369842 w 4840150"/>
              <a:gd name="connsiteY746" fmla="*/ 4320299 h 5724538"/>
              <a:gd name="connsiteX747" fmla="*/ 4382214 w 4840150"/>
              <a:gd name="connsiteY747" fmla="*/ 4320299 h 5724538"/>
              <a:gd name="connsiteX748" fmla="*/ 4382214 w 4840150"/>
              <a:gd name="connsiteY748" fmla="*/ 4342569 h 5724538"/>
              <a:gd name="connsiteX749" fmla="*/ 4369842 w 4840150"/>
              <a:gd name="connsiteY749" fmla="*/ 4342569 h 5724538"/>
              <a:gd name="connsiteX750" fmla="*/ 4369842 w 4840150"/>
              <a:gd name="connsiteY750" fmla="*/ 4320299 h 5724538"/>
              <a:gd name="connsiteX751" fmla="*/ 4242719 w 4840150"/>
              <a:gd name="connsiteY751" fmla="*/ 4309783 h 5724538"/>
              <a:gd name="connsiteX752" fmla="*/ 4256019 w 4840150"/>
              <a:gd name="connsiteY752" fmla="*/ 4322773 h 5724538"/>
              <a:gd name="connsiteX753" fmla="*/ 4256019 w 4840150"/>
              <a:gd name="connsiteY753" fmla="*/ 4372262 h 5724538"/>
              <a:gd name="connsiteX754" fmla="*/ 4223851 w 4840150"/>
              <a:gd name="connsiteY754" fmla="*/ 4372262 h 5724538"/>
              <a:gd name="connsiteX755" fmla="*/ 4223851 w 4840150"/>
              <a:gd name="connsiteY755" fmla="*/ 4322773 h 5724538"/>
              <a:gd name="connsiteX756" fmla="*/ 4242719 w 4840150"/>
              <a:gd name="connsiteY756" fmla="*/ 4309783 h 5724538"/>
              <a:gd name="connsiteX757" fmla="*/ 4682238 w 4840150"/>
              <a:gd name="connsiteY757" fmla="*/ 4306072 h 5724538"/>
              <a:gd name="connsiteX758" fmla="*/ 4701415 w 4840150"/>
              <a:gd name="connsiteY758" fmla="*/ 4322773 h 5724538"/>
              <a:gd name="connsiteX759" fmla="*/ 4701415 w 4840150"/>
              <a:gd name="connsiteY759" fmla="*/ 4384634 h 5724538"/>
              <a:gd name="connsiteX760" fmla="*/ 4666773 w 4840150"/>
              <a:gd name="connsiteY760" fmla="*/ 4384634 h 5724538"/>
              <a:gd name="connsiteX761" fmla="*/ 4666773 w 4840150"/>
              <a:gd name="connsiteY761" fmla="*/ 4322773 h 5724538"/>
              <a:gd name="connsiteX762" fmla="*/ 4682238 w 4840150"/>
              <a:gd name="connsiteY762" fmla="*/ 4306072 h 5724538"/>
              <a:gd name="connsiteX763" fmla="*/ 3371719 w 4840150"/>
              <a:gd name="connsiteY763" fmla="*/ 4302979 h 5724538"/>
              <a:gd name="connsiteX764" fmla="*/ 3392442 w 4840150"/>
              <a:gd name="connsiteY764" fmla="*/ 4317825 h 5724538"/>
              <a:gd name="connsiteX765" fmla="*/ 3392442 w 4840150"/>
              <a:gd name="connsiteY765" fmla="*/ 4374737 h 5724538"/>
              <a:gd name="connsiteX766" fmla="*/ 3352851 w 4840150"/>
              <a:gd name="connsiteY766" fmla="*/ 4372263 h 5724538"/>
              <a:gd name="connsiteX767" fmla="*/ 3352851 w 4840150"/>
              <a:gd name="connsiteY767" fmla="*/ 4317825 h 5724538"/>
              <a:gd name="connsiteX768" fmla="*/ 3371719 w 4840150"/>
              <a:gd name="connsiteY768" fmla="*/ 4302979 h 5724538"/>
              <a:gd name="connsiteX769" fmla="*/ 1448830 w 4840150"/>
              <a:gd name="connsiteY769" fmla="*/ 4301671 h 5724538"/>
              <a:gd name="connsiteX770" fmla="*/ 1469811 w 4840150"/>
              <a:gd name="connsiteY770" fmla="*/ 4310402 h 5724538"/>
              <a:gd name="connsiteX771" fmla="*/ 1469811 w 4840150"/>
              <a:gd name="connsiteY771" fmla="*/ 4359890 h 5724538"/>
              <a:gd name="connsiteX772" fmla="*/ 1469739 w 4840150"/>
              <a:gd name="connsiteY772" fmla="*/ 4359965 h 5724538"/>
              <a:gd name="connsiteX773" fmla="*/ 1427746 w 4840150"/>
              <a:gd name="connsiteY773" fmla="*/ 4359890 h 5724538"/>
              <a:gd name="connsiteX774" fmla="*/ 1427746 w 4840150"/>
              <a:gd name="connsiteY774" fmla="*/ 4310402 h 5724538"/>
              <a:gd name="connsiteX775" fmla="*/ 1427817 w 4840150"/>
              <a:gd name="connsiteY775" fmla="*/ 4310328 h 5724538"/>
              <a:gd name="connsiteX776" fmla="*/ 1448830 w 4840150"/>
              <a:gd name="connsiteY776" fmla="*/ 4301671 h 5724538"/>
              <a:gd name="connsiteX777" fmla="*/ 2754336 w 4840150"/>
              <a:gd name="connsiteY777" fmla="*/ 4296273 h 5724538"/>
              <a:gd name="connsiteX778" fmla="*/ 2806002 w 4840150"/>
              <a:gd name="connsiteY778" fmla="*/ 4317825 h 5724538"/>
              <a:gd name="connsiteX779" fmla="*/ 2806002 w 4840150"/>
              <a:gd name="connsiteY779" fmla="*/ 4394533 h 5724538"/>
              <a:gd name="connsiteX780" fmla="*/ 2746616 w 4840150"/>
              <a:gd name="connsiteY780" fmla="*/ 4379686 h 5724538"/>
              <a:gd name="connsiteX781" fmla="*/ 2746616 w 4840150"/>
              <a:gd name="connsiteY781" fmla="*/ 4300504 h 5724538"/>
              <a:gd name="connsiteX782" fmla="*/ 2754336 w 4840150"/>
              <a:gd name="connsiteY782" fmla="*/ 4296273 h 5724538"/>
              <a:gd name="connsiteX783" fmla="*/ 3497915 w 4840150"/>
              <a:gd name="connsiteY783" fmla="*/ 4295556 h 5724538"/>
              <a:gd name="connsiteX784" fmla="*/ 3518639 w 4840150"/>
              <a:gd name="connsiteY784" fmla="*/ 4310402 h 5724538"/>
              <a:gd name="connsiteX785" fmla="*/ 3518639 w 4840150"/>
              <a:gd name="connsiteY785" fmla="*/ 4364839 h 5724538"/>
              <a:gd name="connsiteX786" fmla="*/ 3479048 w 4840150"/>
              <a:gd name="connsiteY786" fmla="*/ 4364839 h 5724538"/>
              <a:gd name="connsiteX787" fmla="*/ 3479048 w 4840150"/>
              <a:gd name="connsiteY787" fmla="*/ 4310402 h 5724538"/>
              <a:gd name="connsiteX788" fmla="*/ 3497915 w 4840150"/>
              <a:gd name="connsiteY788" fmla="*/ 4295556 h 5724538"/>
              <a:gd name="connsiteX789" fmla="*/ 3242430 w 4840150"/>
              <a:gd name="connsiteY789" fmla="*/ 4292153 h 5724538"/>
              <a:gd name="connsiteX790" fmla="*/ 3258823 w 4840150"/>
              <a:gd name="connsiteY790" fmla="*/ 4307927 h 5724538"/>
              <a:gd name="connsiteX791" fmla="*/ 3258823 w 4840150"/>
              <a:gd name="connsiteY791" fmla="*/ 4367314 h 5724538"/>
              <a:gd name="connsiteX792" fmla="*/ 3216758 w 4840150"/>
              <a:gd name="connsiteY792" fmla="*/ 4364839 h 5724538"/>
              <a:gd name="connsiteX793" fmla="*/ 3216758 w 4840150"/>
              <a:gd name="connsiteY793" fmla="*/ 4307927 h 5724538"/>
              <a:gd name="connsiteX794" fmla="*/ 3242430 w 4840150"/>
              <a:gd name="connsiteY794" fmla="*/ 4292153 h 5724538"/>
              <a:gd name="connsiteX795" fmla="*/ 2438288 w 4840150"/>
              <a:gd name="connsiteY795" fmla="*/ 4279224 h 5724538"/>
              <a:gd name="connsiteX796" fmla="*/ 2459583 w 4840150"/>
              <a:gd name="connsiteY796" fmla="*/ 4298029 h 5724538"/>
              <a:gd name="connsiteX797" fmla="*/ 2459583 w 4840150"/>
              <a:gd name="connsiteY797" fmla="*/ 4367313 h 5724538"/>
              <a:gd name="connsiteX798" fmla="*/ 2402671 w 4840150"/>
              <a:gd name="connsiteY798" fmla="*/ 4352467 h 5724538"/>
              <a:gd name="connsiteX799" fmla="*/ 2402671 w 4840150"/>
              <a:gd name="connsiteY799" fmla="*/ 4285657 h 5724538"/>
              <a:gd name="connsiteX800" fmla="*/ 2409936 w 4840150"/>
              <a:gd name="connsiteY800" fmla="*/ 4280980 h 5724538"/>
              <a:gd name="connsiteX801" fmla="*/ 2438288 w 4840150"/>
              <a:gd name="connsiteY801" fmla="*/ 4279224 h 5724538"/>
              <a:gd name="connsiteX802" fmla="*/ 1669183 w 4840150"/>
              <a:gd name="connsiteY802" fmla="*/ 4278327 h 5724538"/>
              <a:gd name="connsiteX803" fmla="*/ 1687560 w 4840150"/>
              <a:gd name="connsiteY803" fmla="*/ 4288132 h 5724538"/>
              <a:gd name="connsiteX804" fmla="*/ 1687560 w 4840150"/>
              <a:gd name="connsiteY804" fmla="*/ 4337621 h 5724538"/>
              <a:gd name="connsiteX805" fmla="*/ 1687424 w 4840150"/>
              <a:gd name="connsiteY805" fmla="*/ 4337769 h 5724538"/>
              <a:gd name="connsiteX806" fmla="*/ 1645495 w 4840150"/>
              <a:gd name="connsiteY806" fmla="*/ 4340095 h 5724538"/>
              <a:gd name="connsiteX807" fmla="*/ 1645495 w 4840150"/>
              <a:gd name="connsiteY807" fmla="*/ 4288132 h 5724538"/>
              <a:gd name="connsiteX808" fmla="*/ 1649251 w 4840150"/>
              <a:gd name="connsiteY808" fmla="*/ 4284371 h 5724538"/>
              <a:gd name="connsiteX809" fmla="*/ 1669183 w 4840150"/>
              <a:gd name="connsiteY809" fmla="*/ 4278327 h 5724538"/>
              <a:gd name="connsiteX810" fmla="*/ 3905615 w 4840150"/>
              <a:gd name="connsiteY810" fmla="*/ 4267293 h 5724538"/>
              <a:gd name="connsiteX811" fmla="*/ 3918568 w 4840150"/>
              <a:gd name="connsiteY811" fmla="*/ 4267409 h 5724538"/>
              <a:gd name="connsiteX812" fmla="*/ 3944240 w 4840150"/>
              <a:gd name="connsiteY812" fmla="*/ 4290607 h 5724538"/>
              <a:gd name="connsiteX813" fmla="*/ 3944240 w 4840150"/>
              <a:gd name="connsiteY813" fmla="*/ 4364839 h 5724538"/>
              <a:gd name="connsiteX814" fmla="*/ 3894751 w 4840150"/>
              <a:gd name="connsiteY814" fmla="*/ 4349993 h 5724538"/>
              <a:gd name="connsiteX815" fmla="*/ 3894751 w 4840150"/>
              <a:gd name="connsiteY815" fmla="*/ 4275760 h 5724538"/>
              <a:gd name="connsiteX816" fmla="*/ 3905615 w 4840150"/>
              <a:gd name="connsiteY816" fmla="*/ 4267293 h 5724538"/>
              <a:gd name="connsiteX817" fmla="*/ 3622255 w 4840150"/>
              <a:gd name="connsiteY817" fmla="*/ 4261841 h 5724538"/>
              <a:gd name="connsiteX818" fmla="*/ 3639885 w 4840150"/>
              <a:gd name="connsiteY818" fmla="*/ 4283183 h 5724538"/>
              <a:gd name="connsiteX819" fmla="*/ 3639885 w 4840150"/>
              <a:gd name="connsiteY819" fmla="*/ 4347518 h 5724538"/>
              <a:gd name="connsiteX820" fmla="*/ 3595345 w 4840150"/>
              <a:gd name="connsiteY820" fmla="*/ 4335146 h 5724538"/>
              <a:gd name="connsiteX821" fmla="*/ 3595345 w 4840150"/>
              <a:gd name="connsiteY821" fmla="*/ 4268336 h 5724538"/>
              <a:gd name="connsiteX822" fmla="*/ 3622255 w 4840150"/>
              <a:gd name="connsiteY822" fmla="*/ 4261841 h 5724538"/>
              <a:gd name="connsiteX823" fmla="*/ 3096748 w 4840150"/>
              <a:gd name="connsiteY823" fmla="*/ 4256893 h 5724538"/>
              <a:gd name="connsiteX824" fmla="*/ 3122729 w 4840150"/>
              <a:gd name="connsiteY824" fmla="*/ 4278235 h 5724538"/>
              <a:gd name="connsiteX825" fmla="*/ 3122729 w 4840150"/>
              <a:gd name="connsiteY825" fmla="*/ 4347519 h 5724538"/>
              <a:gd name="connsiteX826" fmla="*/ 3070766 w 4840150"/>
              <a:gd name="connsiteY826" fmla="*/ 4332672 h 5724538"/>
              <a:gd name="connsiteX827" fmla="*/ 3070766 w 4840150"/>
              <a:gd name="connsiteY827" fmla="*/ 4263388 h 5724538"/>
              <a:gd name="connsiteX828" fmla="*/ 3096748 w 4840150"/>
              <a:gd name="connsiteY828" fmla="*/ 4256893 h 5724538"/>
              <a:gd name="connsiteX829" fmla="*/ 4770082 w 4840150"/>
              <a:gd name="connsiteY829" fmla="*/ 4252253 h 5724538"/>
              <a:gd name="connsiteX830" fmla="*/ 4795444 w 4840150"/>
              <a:gd name="connsiteY830" fmla="*/ 4275760 h 5724538"/>
              <a:gd name="connsiteX831" fmla="*/ 4795444 w 4840150"/>
              <a:gd name="connsiteY831" fmla="*/ 4354942 h 5724538"/>
              <a:gd name="connsiteX832" fmla="*/ 4748430 w 4840150"/>
              <a:gd name="connsiteY832" fmla="*/ 4340095 h 5724538"/>
              <a:gd name="connsiteX833" fmla="*/ 4748430 w 4840150"/>
              <a:gd name="connsiteY833" fmla="*/ 4258438 h 5724538"/>
              <a:gd name="connsiteX834" fmla="*/ 4770082 w 4840150"/>
              <a:gd name="connsiteY834" fmla="*/ 4252253 h 5724538"/>
              <a:gd name="connsiteX835" fmla="*/ 2086871 w 4840150"/>
              <a:gd name="connsiteY835" fmla="*/ 4218230 h 5724538"/>
              <a:gd name="connsiteX836" fmla="*/ 2100790 w 4840150"/>
              <a:gd name="connsiteY836" fmla="*/ 4231220 h 5724538"/>
              <a:gd name="connsiteX837" fmla="*/ 2100790 w 4840150"/>
              <a:gd name="connsiteY837" fmla="*/ 4275760 h 5724538"/>
              <a:gd name="connsiteX838" fmla="*/ 2098597 w 4840150"/>
              <a:gd name="connsiteY838" fmla="*/ 4277962 h 5724538"/>
              <a:gd name="connsiteX839" fmla="*/ 2063673 w 4840150"/>
              <a:gd name="connsiteY839" fmla="*/ 4275760 h 5724538"/>
              <a:gd name="connsiteX840" fmla="*/ 2063673 w 4840150"/>
              <a:gd name="connsiteY840" fmla="*/ 4231220 h 5724538"/>
              <a:gd name="connsiteX841" fmla="*/ 2086871 w 4840150"/>
              <a:gd name="connsiteY841" fmla="*/ 4218230 h 5724538"/>
              <a:gd name="connsiteX842" fmla="*/ 3725562 w 4840150"/>
              <a:gd name="connsiteY842" fmla="*/ 4217611 h 5724538"/>
              <a:gd name="connsiteX843" fmla="*/ 3751234 w 4840150"/>
              <a:gd name="connsiteY843" fmla="*/ 4241117 h 5724538"/>
              <a:gd name="connsiteX844" fmla="*/ 3751234 w 4840150"/>
              <a:gd name="connsiteY844" fmla="*/ 4312876 h 5724538"/>
              <a:gd name="connsiteX845" fmla="*/ 3701746 w 4840150"/>
              <a:gd name="connsiteY845" fmla="*/ 4298030 h 5724538"/>
              <a:gd name="connsiteX846" fmla="*/ 3701746 w 4840150"/>
              <a:gd name="connsiteY846" fmla="*/ 4223796 h 5724538"/>
              <a:gd name="connsiteX847" fmla="*/ 3725562 w 4840150"/>
              <a:gd name="connsiteY847" fmla="*/ 4217611 h 5724538"/>
              <a:gd name="connsiteX848" fmla="*/ 4157350 w 4840150"/>
              <a:gd name="connsiteY848" fmla="*/ 4217302 h 5724538"/>
              <a:gd name="connsiteX849" fmla="*/ 4176836 w 4840150"/>
              <a:gd name="connsiteY849" fmla="*/ 4233695 h 5724538"/>
              <a:gd name="connsiteX850" fmla="*/ 4176836 w 4840150"/>
              <a:gd name="connsiteY850" fmla="*/ 4288132 h 5724538"/>
              <a:gd name="connsiteX851" fmla="*/ 4139720 w 4840150"/>
              <a:gd name="connsiteY851" fmla="*/ 4278235 h 5724538"/>
              <a:gd name="connsiteX852" fmla="*/ 4139720 w 4840150"/>
              <a:gd name="connsiteY852" fmla="*/ 4221322 h 5724538"/>
              <a:gd name="connsiteX853" fmla="*/ 4157350 w 4840150"/>
              <a:gd name="connsiteY853" fmla="*/ 4217302 h 5724538"/>
              <a:gd name="connsiteX854" fmla="*/ 1886259 w 4840150"/>
              <a:gd name="connsiteY854" fmla="*/ 4216318 h 5724538"/>
              <a:gd name="connsiteX855" fmla="*/ 1915208 w 4840150"/>
              <a:gd name="connsiteY855" fmla="*/ 4243592 h 5724538"/>
              <a:gd name="connsiteX856" fmla="*/ 1915208 w 4840150"/>
              <a:gd name="connsiteY856" fmla="*/ 4337621 h 5724538"/>
              <a:gd name="connsiteX857" fmla="*/ 1888615 w 4840150"/>
              <a:gd name="connsiteY857" fmla="*/ 4354966 h 5724538"/>
              <a:gd name="connsiteX858" fmla="*/ 1821179 w 4840150"/>
              <a:gd name="connsiteY858" fmla="*/ 4317825 h 5724538"/>
              <a:gd name="connsiteX859" fmla="*/ 1836026 w 4840150"/>
              <a:gd name="connsiteY859" fmla="*/ 4223797 h 5724538"/>
              <a:gd name="connsiteX860" fmla="*/ 1846505 w 4840150"/>
              <a:gd name="connsiteY860" fmla="*/ 4217511 h 5724538"/>
              <a:gd name="connsiteX861" fmla="*/ 1886259 w 4840150"/>
              <a:gd name="connsiteY861" fmla="*/ 4216318 h 5724538"/>
              <a:gd name="connsiteX862" fmla="*/ 4419176 w 4840150"/>
              <a:gd name="connsiteY862" fmla="*/ 4208679 h 5724538"/>
              <a:gd name="connsiteX863" fmla="*/ 4424899 w 4840150"/>
              <a:gd name="connsiteY863" fmla="*/ 4209259 h 5724538"/>
              <a:gd name="connsiteX864" fmla="*/ 4431703 w 4840150"/>
              <a:gd name="connsiteY864" fmla="*/ 4213899 h 5724538"/>
              <a:gd name="connsiteX865" fmla="*/ 4431703 w 4840150"/>
              <a:gd name="connsiteY865" fmla="*/ 4241117 h 5724538"/>
              <a:gd name="connsiteX866" fmla="*/ 4414382 w 4840150"/>
              <a:gd name="connsiteY866" fmla="*/ 4243592 h 5724538"/>
              <a:gd name="connsiteX867" fmla="*/ 4414382 w 4840150"/>
              <a:gd name="connsiteY867" fmla="*/ 4213899 h 5724538"/>
              <a:gd name="connsiteX868" fmla="*/ 4419176 w 4840150"/>
              <a:gd name="connsiteY868" fmla="*/ 4208679 h 5724538"/>
              <a:gd name="connsiteX869" fmla="*/ 2924775 w 4840150"/>
              <a:gd name="connsiteY869" fmla="*/ 4206476 h 5724538"/>
              <a:gd name="connsiteX870" fmla="*/ 2981687 w 4840150"/>
              <a:gd name="connsiteY870" fmla="*/ 4231220 h 5724538"/>
              <a:gd name="connsiteX871" fmla="*/ 2981687 w 4840150"/>
              <a:gd name="connsiteY871" fmla="*/ 4307928 h 5724538"/>
              <a:gd name="connsiteX872" fmla="*/ 2924775 w 4840150"/>
              <a:gd name="connsiteY872" fmla="*/ 4283183 h 5724538"/>
              <a:gd name="connsiteX873" fmla="*/ 2924775 w 4840150"/>
              <a:gd name="connsiteY873" fmla="*/ 4206476 h 5724538"/>
              <a:gd name="connsiteX874" fmla="*/ 4003627 w 4840150"/>
              <a:gd name="connsiteY874" fmla="*/ 4199981 h 5724538"/>
              <a:gd name="connsiteX875" fmla="*/ 4025897 w 4840150"/>
              <a:gd name="connsiteY875" fmla="*/ 4221323 h 5724538"/>
              <a:gd name="connsiteX876" fmla="*/ 4025897 w 4840150"/>
              <a:gd name="connsiteY876" fmla="*/ 4288132 h 5724538"/>
              <a:gd name="connsiteX877" fmla="*/ 3981357 w 4840150"/>
              <a:gd name="connsiteY877" fmla="*/ 4275760 h 5724538"/>
              <a:gd name="connsiteX878" fmla="*/ 3981357 w 4840150"/>
              <a:gd name="connsiteY878" fmla="*/ 4206476 h 5724538"/>
              <a:gd name="connsiteX879" fmla="*/ 4003627 w 4840150"/>
              <a:gd name="connsiteY879" fmla="*/ 4199981 h 5724538"/>
              <a:gd name="connsiteX880" fmla="*/ 2281895 w 4840150"/>
              <a:gd name="connsiteY880" fmla="*/ 4192706 h 5724538"/>
              <a:gd name="connsiteX881" fmla="*/ 2291321 w 4840150"/>
              <a:gd name="connsiteY881" fmla="*/ 4199053 h 5724538"/>
              <a:gd name="connsiteX882" fmla="*/ 2291321 w 4840150"/>
              <a:gd name="connsiteY882" fmla="*/ 4228746 h 5724538"/>
              <a:gd name="connsiteX883" fmla="*/ 2266577 w 4840150"/>
              <a:gd name="connsiteY883" fmla="*/ 4228746 h 5724538"/>
              <a:gd name="connsiteX884" fmla="*/ 2266577 w 4840150"/>
              <a:gd name="connsiteY884" fmla="*/ 4199053 h 5724538"/>
              <a:gd name="connsiteX885" fmla="*/ 2270742 w 4840150"/>
              <a:gd name="connsiteY885" fmla="*/ 4194896 h 5724538"/>
              <a:gd name="connsiteX886" fmla="*/ 2281895 w 4840150"/>
              <a:gd name="connsiteY886" fmla="*/ 4192706 h 5724538"/>
              <a:gd name="connsiteX887" fmla="*/ 4701725 w 4840150"/>
              <a:gd name="connsiteY887" fmla="*/ 4191629 h 5724538"/>
              <a:gd name="connsiteX888" fmla="*/ 4721211 w 4840150"/>
              <a:gd name="connsiteY888" fmla="*/ 4208950 h 5724538"/>
              <a:gd name="connsiteX889" fmla="*/ 4721211 w 4840150"/>
              <a:gd name="connsiteY889" fmla="*/ 4268336 h 5724538"/>
              <a:gd name="connsiteX890" fmla="*/ 4684095 w 4840150"/>
              <a:gd name="connsiteY890" fmla="*/ 4255964 h 5724538"/>
              <a:gd name="connsiteX891" fmla="*/ 4684095 w 4840150"/>
              <a:gd name="connsiteY891" fmla="*/ 4196578 h 5724538"/>
              <a:gd name="connsiteX892" fmla="*/ 4701725 w 4840150"/>
              <a:gd name="connsiteY892" fmla="*/ 4191629 h 5724538"/>
              <a:gd name="connsiteX893" fmla="*/ 2616161 w 4840150"/>
              <a:gd name="connsiteY893" fmla="*/ 4189832 h 5724538"/>
              <a:gd name="connsiteX894" fmla="*/ 2662486 w 4840150"/>
              <a:gd name="connsiteY894" fmla="*/ 4223797 h 5724538"/>
              <a:gd name="connsiteX895" fmla="*/ 2662486 w 4840150"/>
              <a:gd name="connsiteY895" fmla="*/ 4330198 h 5724538"/>
              <a:gd name="connsiteX896" fmla="*/ 2580829 w 4840150"/>
              <a:gd name="connsiteY896" fmla="*/ 4307928 h 5724538"/>
              <a:gd name="connsiteX897" fmla="*/ 2580829 w 4840150"/>
              <a:gd name="connsiteY897" fmla="*/ 4201527 h 5724538"/>
              <a:gd name="connsiteX898" fmla="*/ 2595775 w 4840150"/>
              <a:gd name="connsiteY898" fmla="*/ 4192990 h 5724538"/>
              <a:gd name="connsiteX899" fmla="*/ 2616161 w 4840150"/>
              <a:gd name="connsiteY899" fmla="*/ 4189832 h 5724538"/>
              <a:gd name="connsiteX900" fmla="*/ 3824231 w 4840150"/>
              <a:gd name="connsiteY900" fmla="*/ 4165339 h 5724538"/>
              <a:gd name="connsiteX901" fmla="*/ 3850212 w 4840150"/>
              <a:gd name="connsiteY901" fmla="*/ 4186681 h 5724538"/>
              <a:gd name="connsiteX902" fmla="*/ 3850212 w 4840150"/>
              <a:gd name="connsiteY902" fmla="*/ 4260913 h 5724538"/>
              <a:gd name="connsiteX903" fmla="*/ 3798249 w 4840150"/>
              <a:gd name="connsiteY903" fmla="*/ 4246067 h 5724538"/>
              <a:gd name="connsiteX904" fmla="*/ 3798249 w 4840150"/>
              <a:gd name="connsiteY904" fmla="*/ 4171834 h 5724538"/>
              <a:gd name="connsiteX905" fmla="*/ 3824231 w 4840150"/>
              <a:gd name="connsiteY905" fmla="*/ 4165339 h 5724538"/>
              <a:gd name="connsiteX906" fmla="*/ 2807859 w 4840150"/>
              <a:gd name="connsiteY906" fmla="*/ 4152658 h 5724538"/>
              <a:gd name="connsiteX907" fmla="*/ 2825798 w 4840150"/>
              <a:gd name="connsiteY907" fmla="*/ 4171834 h 5724538"/>
              <a:gd name="connsiteX908" fmla="*/ 2825798 w 4840150"/>
              <a:gd name="connsiteY908" fmla="*/ 4233695 h 5724538"/>
              <a:gd name="connsiteX909" fmla="*/ 2778784 w 4840150"/>
              <a:gd name="connsiteY909" fmla="*/ 4218848 h 5724538"/>
              <a:gd name="connsiteX910" fmla="*/ 2778784 w 4840150"/>
              <a:gd name="connsiteY910" fmla="*/ 4159462 h 5724538"/>
              <a:gd name="connsiteX911" fmla="*/ 2807859 w 4840150"/>
              <a:gd name="connsiteY911" fmla="*/ 4152658 h 5724538"/>
              <a:gd name="connsiteX912" fmla="*/ 4624709 w 4840150"/>
              <a:gd name="connsiteY912" fmla="*/ 4149564 h 5724538"/>
              <a:gd name="connsiteX913" fmla="*/ 4637081 w 4840150"/>
              <a:gd name="connsiteY913" fmla="*/ 4149564 h 5724538"/>
              <a:gd name="connsiteX914" fmla="*/ 4637081 w 4840150"/>
              <a:gd name="connsiteY914" fmla="*/ 4169359 h 5724538"/>
              <a:gd name="connsiteX915" fmla="*/ 4624709 w 4840150"/>
              <a:gd name="connsiteY915" fmla="*/ 4166885 h 5724538"/>
              <a:gd name="connsiteX916" fmla="*/ 4624709 w 4840150"/>
              <a:gd name="connsiteY916" fmla="*/ 4149564 h 5724538"/>
              <a:gd name="connsiteX917" fmla="*/ 3391823 w 4840150"/>
              <a:gd name="connsiteY917" fmla="*/ 4145543 h 5724538"/>
              <a:gd name="connsiteX918" fmla="*/ 3409763 w 4840150"/>
              <a:gd name="connsiteY918" fmla="*/ 4166885 h 5724538"/>
              <a:gd name="connsiteX919" fmla="*/ 3409763 w 4840150"/>
              <a:gd name="connsiteY919" fmla="*/ 4231220 h 5724538"/>
              <a:gd name="connsiteX920" fmla="*/ 3362749 w 4840150"/>
              <a:gd name="connsiteY920" fmla="*/ 4216373 h 5724538"/>
              <a:gd name="connsiteX921" fmla="*/ 3362749 w 4840150"/>
              <a:gd name="connsiteY921" fmla="*/ 4152038 h 5724538"/>
              <a:gd name="connsiteX922" fmla="*/ 3391823 w 4840150"/>
              <a:gd name="connsiteY922" fmla="*/ 4145543 h 5724538"/>
              <a:gd name="connsiteX923" fmla="*/ 4214185 w 4840150"/>
              <a:gd name="connsiteY923" fmla="*/ 4144344 h 5724538"/>
              <a:gd name="connsiteX924" fmla="*/ 4220758 w 4840150"/>
              <a:gd name="connsiteY924" fmla="*/ 4144924 h 5724538"/>
              <a:gd name="connsiteX925" fmla="*/ 4228799 w 4840150"/>
              <a:gd name="connsiteY925" fmla="*/ 4149564 h 5724538"/>
              <a:gd name="connsiteX926" fmla="*/ 4228799 w 4840150"/>
              <a:gd name="connsiteY926" fmla="*/ 4179257 h 5724538"/>
              <a:gd name="connsiteX927" fmla="*/ 4209004 w 4840150"/>
              <a:gd name="connsiteY927" fmla="*/ 4179257 h 5724538"/>
              <a:gd name="connsiteX928" fmla="*/ 4209004 w 4840150"/>
              <a:gd name="connsiteY928" fmla="*/ 4149564 h 5724538"/>
              <a:gd name="connsiteX929" fmla="*/ 4214185 w 4840150"/>
              <a:gd name="connsiteY929" fmla="*/ 4144344 h 5724538"/>
              <a:gd name="connsiteX930" fmla="*/ 3260060 w 4840150"/>
              <a:gd name="connsiteY930" fmla="*/ 4143069 h 5724538"/>
              <a:gd name="connsiteX931" fmla="*/ 3273669 w 4840150"/>
              <a:gd name="connsiteY931" fmla="*/ 4159462 h 5724538"/>
              <a:gd name="connsiteX932" fmla="*/ 3273669 w 4840150"/>
              <a:gd name="connsiteY932" fmla="*/ 4206476 h 5724538"/>
              <a:gd name="connsiteX933" fmla="*/ 3239028 w 4840150"/>
              <a:gd name="connsiteY933" fmla="*/ 4196578 h 5724538"/>
              <a:gd name="connsiteX934" fmla="*/ 3239028 w 4840150"/>
              <a:gd name="connsiteY934" fmla="*/ 4147090 h 5724538"/>
              <a:gd name="connsiteX935" fmla="*/ 3260060 w 4840150"/>
              <a:gd name="connsiteY935" fmla="*/ 4143069 h 5724538"/>
              <a:gd name="connsiteX936" fmla="*/ 845088 w 4840150"/>
              <a:gd name="connsiteY936" fmla="*/ 4138259 h 5724538"/>
              <a:gd name="connsiteX937" fmla="*/ 863577 w 4840150"/>
              <a:gd name="connsiteY937" fmla="*/ 4154513 h 5724538"/>
              <a:gd name="connsiteX938" fmla="*/ 863577 w 4840150"/>
              <a:gd name="connsiteY938" fmla="*/ 4206475 h 5724538"/>
              <a:gd name="connsiteX939" fmla="*/ 816563 w 4840150"/>
              <a:gd name="connsiteY939" fmla="*/ 4194103 h 5724538"/>
              <a:gd name="connsiteX940" fmla="*/ 816563 w 4840150"/>
              <a:gd name="connsiteY940" fmla="*/ 4142140 h 5724538"/>
              <a:gd name="connsiteX941" fmla="*/ 820520 w 4840150"/>
              <a:gd name="connsiteY941" fmla="*/ 4139839 h 5724538"/>
              <a:gd name="connsiteX942" fmla="*/ 845088 w 4840150"/>
              <a:gd name="connsiteY942" fmla="*/ 4138259 h 5724538"/>
              <a:gd name="connsiteX943" fmla="*/ 4340149 w 4840150"/>
              <a:gd name="connsiteY943" fmla="*/ 4134717 h 5724538"/>
              <a:gd name="connsiteX944" fmla="*/ 4354995 w 4840150"/>
              <a:gd name="connsiteY944" fmla="*/ 4134717 h 5724538"/>
              <a:gd name="connsiteX945" fmla="*/ 4354995 w 4840150"/>
              <a:gd name="connsiteY945" fmla="*/ 4159461 h 5724538"/>
              <a:gd name="connsiteX946" fmla="*/ 4340149 w 4840150"/>
              <a:gd name="connsiteY946" fmla="*/ 4156987 h 5724538"/>
              <a:gd name="connsiteX947" fmla="*/ 4340149 w 4840150"/>
              <a:gd name="connsiteY947" fmla="*/ 4134717 h 5724538"/>
              <a:gd name="connsiteX948" fmla="*/ 3499694 w 4840150"/>
              <a:gd name="connsiteY948" fmla="*/ 4128647 h 5724538"/>
              <a:gd name="connsiteX949" fmla="*/ 3531011 w 4840150"/>
              <a:gd name="connsiteY949" fmla="*/ 4147089 h 5724538"/>
              <a:gd name="connsiteX950" fmla="*/ 3531011 w 4840150"/>
              <a:gd name="connsiteY950" fmla="*/ 4206476 h 5724538"/>
              <a:gd name="connsiteX951" fmla="*/ 3488945 w 4840150"/>
              <a:gd name="connsiteY951" fmla="*/ 4194104 h 5724538"/>
              <a:gd name="connsiteX952" fmla="*/ 3488945 w 4840150"/>
              <a:gd name="connsiteY952" fmla="*/ 4134717 h 5724538"/>
              <a:gd name="connsiteX953" fmla="*/ 3499694 w 4840150"/>
              <a:gd name="connsiteY953" fmla="*/ 4128647 h 5724538"/>
              <a:gd name="connsiteX954" fmla="*/ 1509402 w 4840150"/>
              <a:gd name="connsiteY954" fmla="*/ 4127294 h 5724538"/>
              <a:gd name="connsiteX955" fmla="*/ 1526723 w 4840150"/>
              <a:gd name="connsiteY955" fmla="*/ 4129769 h 5724538"/>
              <a:gd name="connsiteX956" fmla="*/ 1526723 w 4840150"/>
              <a:gd name="connsiteY956" fmla="*/ 4149564 h 5724538"/>
              <a:gd name="connsiteX957" fmla="*/ 1506927 w 4840150"/>
              <a:gd name="connsiteY957" fmla="*/ 4149564 h 5724538"/>
              <a:gd name="connsiteX958" fmla="*/ 1506927 w 4840150"/>
              <a:gd name="connsiteY958" fmla="*/ 4129769 h 5724538"/>
              <a:gd name="connsiteX959" fmla="*/ 1509402 w 4840150"/>
              <a:gd name="connsiteY959" fmla="*/ 4127294 h 5724538"/>
              <a:gd name="connsiteX960" fmla="*/ 4073529 w 4840150"/>
              <a:gd name="connsiteY960" fmla="*/ 4120799 h 5724538"/>
              <a:gd name="connsiteX961" fmla="*/ 4097655 w 4840150"/>
              <a:gd name="connsiteY961" fmla="*/ 4142141 h 5724538"/>
              <a:gd name="connsiteX962" fmla="*/ 4097655 w 4840150"/>
              <a:gd name="connsiteY962" fmla="*/ 4206476 h 5724538"/>
              <a:gd name="connsiteX963" fmla="*/ 4053115 w 4840150"/>
              <a:gd name="connsiteY963" fmla="*/ 4191629 h 5724538"/>
              <a:gd name="connsiteX964" fmla="*/ 4053115 w 4840150"/>
              <a:gd name="connsiteY964" fmla="*/ 4127294 h 5724538"/>
              <a:gd name="connsiteX965" fmla="*/ 4073529 w 4840150"/>
              <a:gd name="connsiteY965" fmla="*/ 4120799 h 5724538"/>
              <a:gd name="connsiteX966" fmla="*/ 1077215 w 4840150"/>
              <a:gd name="connsiteY966" fmla="*/ 4118084 h 5724538"/>
              <a:gd name="connsiteX967" fmla="*/ 1103599 w 4840150"/>
              <a:gd name="connsiteY967" fmla="*/ 4139666 h 5724538"/>
              <a:gd name="connsiteX968" fmla="*/ 1103599 w 4840150"/>
              <a:gd name="connsiteY968" fmla="*/ 4206476 h 5724538"/>
              <a:gd name="connsiteX969" fmla="*/ 1082889 w 4840150"/>
              <a:gd name="connsiteY969" fmla="*/ 4220457 h 5724538"/>
              <a:gd name="connsiteX970" fmla="*/ 1026890 w 4840150"/>
              <a:gd name="connsiteY970" fmla="*/ 4191630 h 5724538"/>
              <a:gd name="connsiteX971" fmla="*/ 1041737 w 4840150"/>
              <a:gd name="connsiteY971" fmla="*/ 4122346 h 5724538"/>
              <a:gd name="connsiteX972" fmla="*/ 1043296 w 4840150"/>
              <a:gd name="connsiteY972" fmla="*/ 4121479 h 5724538"/>
              <a:gd name="connsiteX973" fmla="*/ 1077215 w 4840150"/>
              <a:gd name="connsiteY973" fmla="*/ 4118084 h 5724538"/>
              <a:gd name="connsiteX974" fmla="*/ 3629988 w 4840150"/>
              <a:gd name="connsiteY974" fmla="*/ 4113995 h 5724538"/>
              <a:gd name="connsiteX975" fmla="*/ 3644834 w 4840150"/>
              <a:gd name="connsiteY975" fmla="*/ 4132243 h 5724538"/>
              <a:gd name="connsiteX976" fmla="*/ 3644834 w 4840150"/>
              <a:gd name="connsiteY976" fmla="*/ 4186681 h 5724538"/>
              <a:gd name="connsiteX977" fmla="*/ 3607718 w 4840150"/>
              <a:gd name="connsiteY977" fmla="*/ 4174309 h 5724538"/>
              <a:gd name="connsiteX978" fmla="*/ 3607718 w 4840150"/>
              <a:gd name="connsiteY978" fmla="*/ 4119871 h 5724538"/>
              <a:gd name="connsiteX979" fmla="*/ 3629988 w 4840150"/>
              <a:gd name="connsiteY979" fmla="*/ 4113995 h 5724538"/>
              <a:gd name="connsiteX980" fmla="*/ 3119946 w 4840150"/>
              <a:gd name="connsiteY980" fmla="*/ 4113376 h 5724538"/>
              <a:gd name="connsiteX981" fmla="*/ 3144999 w 4840150"/>
              <a:gd name="connsiteY981" fmla="*/ 4134717 h 5724538"/>
              <a:gd name="connsiteX982" fmla="*/ 3144999 w 4840150"/>
              <a:gd name="connsiteY982" fmla="*/ 4206476 h 5724538"/>
              <a:gd name="connsiteX983" fmla="*/ 3093036 w 4840150"/>
              <a:gd name="connsiteY983" fmla="*/ 4191630 h 5724538"/>
              <a:gd name="connsiteX984" fmla="*/ 3093036 w 4840150"/>
              <a:gd name="connsiteY984" fmla="*/ 4119871 h 5724538"/>
              <a:gd name="connsiteX985" fmla="*/ 3119946 w 4840150"/>
              <a:gd name="connsiteY985" fmla="*/ 4113376 h 5724538"/>
              <a:gd name="connsiteX986" fmla="*/ 3900667 w 4840150"/>
              <a:gd name="connsiteY986" fmla="*/ 4108969 h 5724538"/>
              <a:gd name="connsiteX987" fmla="*/ 3913619 w 4840150"/>
              <a:gd name="connsiteY987" fmla="*/ 4109355 h 5724538"/>
              <a:gd name="connsiteX988" fmla="*/ 3939291 w 4840150"/>
              <a:gd name="connsiteY988" fmla="*/ 4134718 h 5724538"/>
              <a:gd name="connsiteX989" fmla="*/ 3939291 w 4840150"/>
              <a:gd name="connsiteY989" fmla="*/ 4206476 h 5724538"/>
              <a:gd name="connsiteX990" fmla="*/ 3889802 w 4840150"/>
              <a:gd name="connsiteY990" fmla="*/ 4191630 h 5724538"/>
              <a:gd name="connsiteX991" fmla="*/ 3889802 w 4840150"/>
              <a:gd name="connsiteY991" fmla="*/ 4117397 h 5724538"/>
              <a:gd name="connsiteX992" fmla="*/ 3900667 w 4840150"/>
              <a:gd name="connsiteY992" fmla="*/ 4108969 h 5724538"/>
              <a:gd name="connsiteX993" fmla="*/ 1299556 w 4840150"/>
              <a:gd name="connsiteY993" fmla="*/ 4103100 h 5724538"/>
              <a:gd name="connsiteX994" fmla="*/ 1326293 w 4840150"/>
              <a:gd name="connsiteY994" fmla="*/ 4122345 h 5724538"/>
              <a:gd name="connsiteX995" fmla="*/ 1326293 w 4840150"/>
              <a:gd name="connsiteY995" fmla="*/ 4186680 h 5724538"/>
              <a:gd name="connsiteX996" fmla="*/ 1319630 w 4840150"/>
              <a:gd name="connsiteY996" fmla="*/ 4190688 h 5724538"/>
              <a:gd name="connsiteX997" fmla="*/ 1266907 w 4840150"/>
              <a:gd name="connsiteY997" fmla="*/ 4171833 h 5724538"/>
              <a:gd name="connsiteX998" fmla="*/ 1266907 w 4840150"/>
              <a:gd name="connsiteY998" fmla="*/ 4107498 h 5724538"/>
              <a:gd name="connsiteX999" fmla="*/ 1299556 w 4840150"/>
              <a:gd name="connsiteY999" fmla="*/ 4103100 h 5724538"/>
              <a:gd name="connsiteX1000" fmla="*/ 1725966 w 4840150"/>
              <a:gd name="connsiteY1000" fmla="*/ 4093819 h 5724538"/>
              <a:gd name="connsiteX1001" fmla="*/ 1746947 w 4840150"/>
              <a:gd name="connsiteY1001" fmla="*/ 4102550 h 5724538"/>
              <a:gd name="connsiteX1002" fmla="*/ 1746947 w 4840150"/>
              <a:gd name="connsiteY1002" fmla="*/ 4152038 h 5724538"/>
              <a:gd name="connsiteX1003" fmla="*/ 1746875 w 4840150"/>
              <a:gd name="connsiteY1003" fmla="*/ 4152113 h 5724538"/>
              <a:gd name="connsiteX1004" fmla="*/ 1704881 w 4840150"/>
              <a:gd name="connsiteY1004" fmla="*/ 4152038 h 5724538"/>
              <a:gd name="connsiteX1005" fmla="*/ 1704382 w 4840150"/>
              <a:gd name="connsiteY1005" fmla="*/ 4151543 h 5724538"/>
              <a:gd name="connsiteX1006" fmla="*/ 1704881 w 4840150"/>
              <a:gd name="connsiteY1006" fmla="*/ 4102550 h 5724538"/>
              <a:gd name="connsiteX1007" fmla="*/ 1704953 w 4840150"/>
              <a:gd name="connsiteY1007" fmla="*/ 4102476 h 5724538"/>
              <a:gd name="connsiteX1008" fmla="*/ 1725966 w 4840150"/>
              <a:gd name="connsiteY1008" fmla="*/ 4093819 h 5724538"/>
              <a:gd name="connsiteX1009" fmla="*/ 2444736 w 4840150"/>
              <a:gd name="connsiteY1009" fmla="*/ 4085808 h 5724538"/>
              <a:gd name="connsiteX1010" fmla="*/ 2511545 w 4840150"/>
              <a:gd name="connsiteY1010" fmla="*/ 4122345 h 5724538"/>
              <a:gd name="connsiteX1011" fmla="*/ 2511545 w 4840150"/>
              <a:gd name="connsiteY1011" fmla="*/ 4233694 h 5724538"/>
              <a:gd name="connsiteX1012" fmla="*/ 2500534 w 4840150"/>
              <a:gd name="connsiteY1012" fmla="*/ 4239930 h 5724538"/>
              <a:gd name="connsiteX1013" fmla="*/ 2422466 w 4840150"/>
              <a:gd name="connsiteY1013" fmla="*/ 4208950 h 5724538"/>
              <a:gd name="connsiteX1014" fmla="*/ 2422466 w 4840150"/>
              <a:gd name="connsiteY1014" fmla="*/ 4097600 h 5724538"/>
              <a:gd name="connsiteX1015" fmla="*/ 2444736 w 4840150"/>
              <a:gd name="connsiteY1015" fmla="*/ 4085808 h 5724538"/>
              <a:gd name="connsiteX1016" fmla="*/ 4464180 w 4840150"/>
              <a:gd name="connsiteY1016" fmla="*/ 4084610 h 5724538"/>
              <a:gd name="connsiteX1017" fmla="*/ 4476243 w 4840150"/>
              <a:gd name="connsiteY1017" fmla="*/ 4097600 h 5724538"/>
              <a:gd name="connsiteX1018" fmla="*/ 4476243 w 4840150"/>
              <a:gd name="connsiteY1018" fmla="*/ 4144615 h 5724538"/>
              <a:gd name="connsiteX1019" fmla="*/ 4446549 w 4840150"/>
              <a:gd name="connsiteY1019" fmla="*/ 4144615 h 5724538"/>
              <a:gd name="connsiteX1020" fmla="*/ 4446549 w 4840150"/>
              <a:gd name="connsiteY1020" fmla="*/ 4097600 h 5724538"/>
              <a:gd name="connsiteX1021" fmla="*/ 4464180 w 4840150"/>
              <a:gd name="connsiteY1021" fmla="*/ 4084610 h 5724538"/>
              <a:gd name="connsiteX1022" fmla="*/ 2975192 w 4840150"/>
              <a:gd name="connsiteY1022" fmla="*/ 4068526 h 5724538"/>
              <a:gd name="connsiteX1023" fmla="*/ 2999008 w 4840150"/>
              <a:gd name="connsiteY1023" fmla="*/ 4090177 h 5724538"/>
              <a:gd name="connsiteX1024" fmla="*/ 2999008 w 4840150"/>
              <a:gd name="connsiteY1024" fmla="*/ 4152038 h 5724538"/>
              <a:gd name="connsiteX1025" fmla="*/ 2949520 w 4840150"/>
              <a:gd name="connsiteY1025" fmla="*/ 4137191 h 5724538"/>
              <a:gd name="connsiteX1026" fmla="*/ 2949520 w 4840150"/>
              <a:gd name="connsiteY1026" fmla="*/ 4072856 h 5724538"/>
              <a:gd name="connsiteX1027" fmla="*/ 2975192 w 4840150"/>
              <a:gd name="connsiteY1027" fmla="*/ 4068526 h 5724538"/>
              <a:gd name="connsiteX1028" fmla="*/ 3728965 w 4840150"/>
              <a:gd name="connsiteY1028" fmla="*/ 4065743 h 5724538"/>
              <a:gd name="connsiteX1029" fmla="*/ 3751234 w 4840150"/>
              <a:gd name="connsiteY1029" fmla="*/ 4085229 h 5724538"/>
              <a:gd name="connsiteX1030" fmla="*/ 3751234 w 4840150"/>
              <a:gd name="connsiteY1030" fmla="*/ 4147090 h 5724538"/>
              <a:gd name="connsiteX1031" fmla="*/ 3706694 w 4840150"/>
              <a:gd name="connsiteY1031" fmla="*/ 4132244 h 5724538"/>
              <a:gd name="connsiteX1032" fmla="*/ 3706694 w 4840150"/>
              <a:gd name="connsiteY1032" fmla="*/ 4070383 h 5724538"/>
              <a:gd name="connsiteX1033" fmla="*/ 3728965 w 4840150"/>
              <a:gd name="connsiteY1033" fmla="*/ 4065743 h 5724538"/>
              <a:gd name="connsiteX1034" fmla="*/ 4710502 w 4840150"/>
              <a:gd name="connsiteY1034" fmla="*/ 4061954 h 5724538"/>
              <a:gd name="connsiteX1035" fmla="*/ 4748430 w 4840150"/>
              <a:gd name="connsiteY1035" fmla="*/ 4087703 h 5724538"/>
              <a:gd name="connsiteX1036" fmla="*/ 4748430 w 4840150"/>
              <a:gd name="connsiteY1036" fmla="*/ 4164410 h 5724538"/>
              <a:gd name="connsiteX1037" fmla="*/ 4701416 w 4840150"/>
              <a:gd name="connsiteY1037" fmla="*/ 4147089 h 5724538"/>
              <a:gd name="connsiteX1038" fmla="*/ 4701416 w 4840150"/>
              <a:gd name="connsiteY1038" fmla="*/ 4070382 h 5724538"/>
              <a:gd name="connsiteX1039" fmla="*/ 4710502 w 4840150"/>
              <a:gd name="connsiteY1039" fmla="*/ 4061954 h 5724538"/>
              <a:gd name="connsiteX1040" fmla="*/ 1933090 w 4840150"/>
              <a:gd name="connsiteY1040" fmla="*/ 4059482 h 5724538"/>
              <a:gd name="connsiteX1041" fmla="*/ 1954799 w 4840150"/>
              <a:gd name="connsiteY1041" fmla="*/ 4077805 h 5724538"/>
              <a:gd name="connsiteX1042" fmla="*/ 1954799 w 4840150"/>
              <a:gd name="connsiteY1042" fmla="*/ 4139666 h 5724538"/>
              <a:gd name="connsiteX1043" fmla="*/ 1952851 w 4840150"/>
              <a:gd name="connsiteY1043" fmla="*/ 4140754 h 5724538"/>
              <a:gd name="connsiteX1044" fmla="*/ 1902836 w 4840150"/>
              <a:gd name="connsiteY1044" fmla="*/ 4124819 h 5724538"/>
              <a:gd name="connsiteX1045" fmla="*/ 1902836 w 4840150"/>
              <a:gd name="connsiteY1045" fmla="*/ 4062958 h 5724538"/>
              <a:gd name="connsiteX1046" fmla="*/ 1904783 w 4840150"/>
              <a:gd name="connsiteY1046" fmla="*/ 4061870 h 5724538"/>
              <a:gd name="connsiteX1047" fmla="*/ 1933090 w 4840150"/>
              <a:gd name="connsiteY1047" fmla="*/ 4059482 h 5724538"/>
              <a:gd name="connsiteX1048" fmla="*/ 4565631 w 4840150"/>
              <a:gd name="connsiteY1048" fmla="*/ 4055845 h 5724538"/>
              <a:gd name="connsiteX1049" fmla="*/ 4575219 w 4840150"/>
              <a:gd name="connsiteY1049" fmla="*/ 4067908 h 5724538"/>
              <a:gd name="connsiteX1050" fmla="*/ 4575219 w 4840150"/>
              <a:gd name="connsiteY1050" fmla="*/ 4105024 h 5724538"/>
              <a:gd name="connsiteX1051" fmla="*/ 4550475 w 4840150"/>
              <a:gd name="connsiteY1051" fmla="*/ 4105024 h 5724538"/>
              <a:gd name="connsiteX1052" fmla="*/ 4550475 w 4840150"/>
              <a:gd name="connsiteY1052" fmla="*/ 4067908 h 5724538"/>
              <a:gd name="connsiteX1053" fmla="*/ 4565631 w 4840150"/>
              <a:gd name="connsiteY1053" fmla="*/ 4055845 h 5724538"/>
              <a:gd name="connsiteX1054" fmla="*/ 2631594 w 4840150"/>
              <a:gd name="connsiteY1054" fmla="*/ 4043666 h 5724538"/>
              <a:gd name="connsiteX1055" fmla="*/ 2689705 w 4840150"/>
              <a:gd name="connsiteY1055" fmla="*/ 4075331 h 5724538"/>
              <a:gd name="connsiteX1056" fmla="*/ 2689705 w 4840150"/>
              <a:gd name="connsiteY1056" fmla="*/ 4171834 h 5724538"/>
              <a:gd name="connsiteX1057" fmla="*/ 2612997 w 4840150"/>
              <a:gd name="connsiteY1057" fmla="*/ 4149564 h 5724538"/>
              <a:gd name="connsiteX1058" fmla="*/ 2612997 w 4840150"/>
              <a:gd name="connsiteY1058" fmla="*/ 4053061 h 5724538"/>
              <a:gd name="connsiteX1059" fmla="*/ 2631594 w 4840150"/>
              <a:gd name="connsiteY1059" fmla="*/ 4043666 h 5724538"/>
              <a:gd name="connsiteX1060" fmla="*/ 3992801 w 4840150"/>
              <a:gd name="connsiteY1060" fmla="*/ 4033576 h 5724538"/>
              <a:gd name="connsiteX1061" fmla="*/ 4013524 w 4840150"/>
              <a:gd name="connsiteY1061" fmla="*/ 4053061 h 5724538"/>
              <a:gd name="connsiteX1062" fmla="*/ 4013524 w 4840150"/>
              <a:gd name="connsiteY1062" fmla="*/ 4112448 h 5724538"/>
              <a:gd name="connsiteX1063" fmla="*/ 3973933 w 4840150"/>
              <a:gd name="connsiteY1063" fmla="*/ 4097601 h 5724538"/>
              <a:gd name="connsiteX1064" fmla="*/ 3973933 w 4840150"/>
              <a:gd name="connsiteY1064" fmla="*/ 4038215 h 5724538"/>
              <a:gd name="connsiteX1065" fmla="*/ 3992801 w 4840150"/>
              <a:gd name="connsiteY1065" fmla="*/ 4033576 h 5724538"/>
              <a:gd name="connsiteX1066" fmla="*/ 2103549 w 4840150"/>
              <a:gd name="connsiteY1066" fmla="*/ 4029035 h 5724538"/>
              <a:gd name="connsiteX1067" fmla="*/ 2155228 w 4840150"/>
              <a:gd name="connsiteY1067" fmla="*/ 4050587 h 5724538"/>
              <a:gd name="connsiteX1068" fmla="*/ 2155228 w 4840150"/>
              <a:gd name="connsiteY1068" fmla="*/ 4119871 h 5724538"/>
              <a:gd name="connsiteX1069" fmla="*/ 2148564 w 4840150"/>
              <a:gd name="connsiteY1069" fmla="*/ 4123880 h 5724538"/>
              <a:gd name="connsiteX1070" fmla="*/ 2095841 w 4840150"/>
              <a:gd name="connsiteY1070" fmla="*/ 4105025 h 5724538"/>
              <a:gd name="connsiteX1071" fmla="*/ 2095841 w 4840150"/>
              <a:gd name="connsiteY1071" fmla="*/ 4033266 h 5724538"/>
              <a:gd name="connsiteX1072" fmla="*/ 2103549 w 4840150"/>
              <a:gd name="connsiteY1072" fmla="*/ 4029035 h 5724538"/>
              <a:gd name="connsiteX1073" fmla="*/ 4140030 w 4840150"/>
              <a:gd name="connsiteY1073" fmla="*/ 4028007 h 5724538"/>
              <a:gd name="connsiteX1074" fmla="*/ 4164465 w 4840150"/>
              <a:gd name="connsiteY1074" fmla="*/ 4050587 h 5724538"/>
              <a:gd name="connsiteX1075" fmla="*/ 4164465 w 4840150"/>
              <a:gd name="connsiteY1075" fmla="*/ 4119870 h 5724538"/>
              <a:gd name="connsiteX1076" fmla="*/ 4117450 w 4840150"/>
              <a:gd name="connsiteY1076" fmla="*/ 4105024 h 5724538"/>
              <a:gd name="connsiteX1077" fmla="*/ 4117450 w 4840150"/>
              <a:gd name="connsiteY1077" fmla="*/ 4033265 h 5724538"/>
              <a:gd name="connsiteX1078" fmla="*/ 4140030 w 4840150"/>
              <a:gd name="connsiteY1078" fmla="*/ 4028007 h 5724538"/>
              <a:gd name="connsiteX1079" fmla="*/ 4804414 w 4840150"/>
              <a:gd name="connsiteY1079" fmla="*/ 4026771 h 5724538"/>
              <a:gd name="connsiteX1080" fmla="*/ 4825137 w 4840150"/>
              <a:gd name="connsiteY1080" fmla="*/ 4048113 h 5724538"/>
              <a:gd name="connsiteX1081" fmla="*/ 4825137 w 4840150"/>
              <a:gd name="connsiteY1081" fmla="*/ 4112448 h 5724538"/>
              <a:gd name="connsiteX1082" fmla="*/ 4785546 w 4840150"/>
              <a:gd name="connsiteY1082" fmla="*/ 4097601 h 5724538"/>
              <a:gd name="connsiteX1083" fmla="*/ 4785546 w 4840150"/>
              <a:gd name="connsiteY1083" fmla="*/ 4033266 h 5724538"/>
              <a:gd name="connsiteX1084" fmla="*/ 4804414 w 4840150"/>
              <a:gd name="connsiteY1084" fmla="*/ 4026771 h 5724538"/>
              <a:gd name="connsiteX1085" fmla="*/ 4271175 w 4840150"/>
              <a:gd name="connsiteY1085" fmla="*/ 4023986 h 5724538"/>
              <a:gd name="connsiteX1086" fmla="*/ 4290661 w 4840150"/>
              <a:gd name="connsiteY1086" fmla="*/ 4040689 h 5724538"/>
              <a:gd name="connsiteX1087" fmla="*/ 4290661 w 4840150"/>
              <a:gd name="connsiteY1087" fmla="*/ 4097600 h 5724538"/>
              <a:gd name="connsiteX1088" fmla="*/ 4253544 w 4840150"/>
              <a:gd name="connsiteY1088" fmla="*/ 4097600 h 5724538"/>
              <a:gd name="connsiteX1089" fmla="*/ 4253544 w 4840150"/>
              <a:gd name="connsiteY1089" fmla="*/ 4040689 h 5724538"/>
              <a:gd name="connsiteX1090" fmla="*/ 4271175 w 4840150"/>
              <a:gd name="connsiteY1090" fmla="*/ 4023986 h 5724538"/>
              <a:gd name="connsiteX1091" fmla="*/ 3826705 w 4840150"/>
              <a:gd name="connsiteY1091" fmla="*/ 4013470 h 5724538"/>
              <a:gd name="connsiteX1092" fmla="*/ 3842788 w 4840150"/>
              <a:gd name="connsiteY1092" fmla="*/ 4030791 h 5724538"/>
              <a:gd name="connsiteX1093" fmla="*/ 3842788 w 4840150"/>
              <a:gd name="connsiteY1093" fmla="*/ 4087703 h 5724538"/>
              <a:gd name="connsiteX1094" fmla="*/ 3803197 w 4840150"/>
              <a:gd name="connsiteY1094" fmla="*/ 4072856 h 5724538"/>
              <a:gd name="connsiteX1095" fmla="*/ 3803197 w 4840150"/>
              <a:gd name="connsiteY1095" fmla="*/ 4018419 h 5724538"/>
              <a:gd name="connsiteX1096" fmla="*/ 3826705 w 4840150"/>
              <a:gd name="connsiteY1096" fmla="*/ 4013470 h 5724538"/>
              <a:gd name="connsiteX1097" fmla="*/ 4656258 w 4840150"/>
              <a:gd name="connsiteY1097" fmla="*/ 4007903 h 5724538"/>
              <a:gd name="connsiteX1098" fmla="*/ 4669248 w 4840150"/>
              <a:gd name="connsiteY1098" fmla="*/ 4023368 h 5724538"/>
              <a:gd name="connsiteX1099" fmla="*/ 4669248 w 4840150"/>
              <a:gd name="connsiteY1099" fmla="*/ 4070382 h 5724538"/>
              <a:gd name="connsiteX1100" fmla="*/ 4639555 w 4840150"/>
              <a:gd name="connsiteY1100" fmla="*/ 4060484 h 5724538"/>
              <a:gd name="connsiteX1101" fmla="*/ 4639555 w 4840150"/>
              <a:gd name="connsiteY1101" fmla="*/ 4010996 h 5724538"/>
              <a:gd name="connsiteX1102" fmla="*/ 4656258 w 4840150"/>
              <a:gd name="connsiteY1102" fmla="*/ 4007903 h 5724538"/>
              <a:gd name="connsiteX1103" fmla="*/ 4389947 w 4840150"/>
              <a:gd name="connsiteY1103" fmla="*/ 4006975 h 5724538"/>
              <a:gd name="connsiteX1104" fmla="*/ 4402010 w 4840150"/>
              <a:gd name="connsiteY1104" fmla="*/ 4020893 h 5724538"/>
              <a:gd name="connsiteX1105" fmla="*/ 4402010 w 4840150"/>
              <a:gd name="connsiteY1105" fmla="*/ 4065433 h 5724538"/>
              <a:gd name="connsiteX1106" fmla="*/ 4372316 w 4840150"/>
              <a:gd name="connsiteY1106" fmla="*/ 4065433 h 5724538"/>
              <a:gd name="connsiteX1107" fmla="*/ 4372316 w 4840150"/>
              <a:gd name="connsiteY1107" fmla="*/ 4020893 h 5724538"/>
              <a:gd name="connsiteX1108" fmla="*/ 4389947 w 4840150"/>
              <a:gd name="connsiteY1108" fmla="*/ 4006975 h 5724538"/>
              <a:gd name="connsiteX1109" fmla="*/ 2813116 w 4840150"/>
              <a:gd name="connsiteY1109" fmla="*/ 3990582 h 5724538"/>
              <a:gd name="connsiteX1110" fmla="*/ 2860440 w 4840150"/>
              <a:gd name="connsiteY1110" fmla="*/ 4018419 h 5724538"/>
              <a:gd name="connsiteX1111" fmla="*/ 2860440 w 4840150"/>
              <a:gd name="connsiteY1111" fmla="*/ 4097601 h 5724538"/>
              <a:gd name="connsiteX1112" fmla="*/ 2798579 w 4840150"/>
              <a:gd name="connsiteY1112" fmla="*/ 4077806 h 5724538"/>
              <a:gd name="connsiteX1113" fmla="*/ 2798579 w 4840150"/>
              <a:gd name="connsiteY1113" fmla="*/ 3998624 h 5724538"/>
              <a:gd name="connsiteX1114" fmla="*/ 2813116 w 4840150"/>
              <a:gd name="connsiteY1114" fmla="*/ 3990582 h 5724538"/>
              <a:gd name="connsiteX1115" fmla="*/ 2322424 w 4840150"/>
              <a:gd name="connsiteY1115" fmla="*/ 3988278 h 5724538"/>
              <a:gd name="connsiteX1116" fmla="*/ 2350708 w 4840150"/>
              <a:gd name="connsiteY1116" fmla="*/ 4013470 h 5724538"/>
              <a:gd name="connsiteX1117" fmla="*/ 2350708 w 4840150"/>
              <a:gd name="connsiteY1117" fmla="*/ 4100075 h 5724538"/>
              <a:gd name="connsiteX1118" fmla="*/ 2340258 w 4840150"/>
              <a:gd name="connsiteY1118" fmla="*/ 4106014 h 5724538"/>
              <a:gd name="connsiteX1119" fmla="*/ 2278949 w 4840150"/>
              <a:gd name="connsiteY1119" fmla="*/ 4080280 h 5724538"/>
              <a:gd name="connsiteX1120" fmla="*/ 2278949 w 4840150"/>
              <a:gd name="connsiteY1120" fmla="*/ 3993675 h 5724538"/>
              <a:gd name="connsiteX1121" fmla="*/ 2284611 w 4840150"/>
              <a:gd name="connsiteY1121" fmla="*/ 3990458 h 5724538"/>
              <a:gd name="connsiteX1122" fmla="*/ 2322424 w 4840150"/>
              <a:gd name="connsiteY1122" fmla="*/ 3988278 h 5724538"/>
              <a:gd name="connsiteX1123" fmla="*/ 4590066 w 4840150"/>
              <a:gd name="connsiteY1123" fmla="*/ 3973880 h 5724538"/>
              <a:gd name="connsiteX1124" fmla="*/ 4590066 w 4840150"/>
              <a:gd name="connsiteY1124" fmla="*/ 3974189 h 5724538"/>
              <a:gd name="connsiteX1125" fmla="*/ 4590066 w 4840150"/>
              <a:gd name="connsiteY1125" fmla="*/ 3976354 h 5724538"/>
              <a:gd name="connsiteX1126" fmla="*/ 4590066 w 4840150"/>
              <a:gd name="connsiteY1126" fmla="*/ 3973880 h 5724538"/>
              <a:gd name="connsiteX1127" fmla="*/ 4497585 w 4840150"/>
              <a:gd name="connsiteY1127" fmla="*/ 3966456 h 5724538"/>
              <a:gd name="connsiteX1128" fmla="*/ 4510885 w 4840150"/>
              <a:gd name="connsiteY1128" fmla="*/ 3983777 h 5724538"/>
              <a:gd name="connsiteX1129" fmla="*/ 4510885 w 4840150"/>
              <a:gd name="connsiteY1129" fmla="*/ 4038214 h 5724538"/>
              <a:gd name="connsiteX1130" fmla="*/ 4478717 w 4840150"/>
              <a:gd name="connsiteY1130" fmla="*/ 4025842 h 5724538"/>
              <a:gd name="connsiteX1131" fmla="*/ 4478717 w 4840150"/>
              <a:gd name="connsiteY1131" fmla="*/ 3971405 h 5724538"/>
              <a:gd name="connsiteX1132" fmla="*/ 4497585 w 4840150"/>
              <a:gd name="connsiteY1132" fmla="*/ 3966456 h 5724538"/>
              <a:gd name="connsiteX1133" fmla="*/ 3910100 w 4840150"/>
              <a:gd name="connsiteY1133" fmla="*/ 3964485 h 5724538"/>
              <a:gd name="connsiteX1134" fmla="*/ 3912072 w 4840150"/>
              <a:gd name="connsiteY1134" fmla="*/ 3973880 h 5724538"/>
              <a:gd name="connsiteX1135" fmla="*/ 3912072 w 4840150"/>
              <a:gd name="connsiteY1135" fmla="*/ 3996150 h 5724538"/>
              <a:gd name="connsiteX1136" fmla="*/ 3897226 w 4840150"/>
              <a:gd name="connsiteY1136" fmla="*/ 3996150 h 5724538"/>
              <a:gd name="connsiteX1137" fmla="*/ 3897226 w 4840150"/>
              <a:gd name="connsiteY1137" fmla="*/ 3973880 h 5724538"/>
              <a:gd name="connsiteX1138" fmla="*/ 3910100 w 4840150"/>
              <a:gd name="connsiteY1138" fmla="*/ 3964485 h 5724538"/>
              <a:gd name="connsiteX1139" fmla="*/ 2474429 w 4840150"/>
              <a:gd name="connsiteY1139" fmla="*/ 3959033 h 5724538"/>
              <a:gd name="connsiteX1140" fmla="*/ 2528867 w 4840150"/>
              <a:gd name="connsiteY1140" fmla="*/ 3983777 h 5724538"/>
              <a:gd name="connsiteX1141" fmla="*/ 2528867 w 4840150"/>
              <a:gd name="connsiteY1141" fmla="*/ 4050587 h 5724538"/>
              <a:gd name="connsiteX1142" fmla="*/ 2514391 w 4840150"/>
              <a:gd name="connsiteY1142" fmla="*/ 4056649 h 5724538"/>
              <a:gd name="connsiteX1143" fmla="*/ 2474429 w 4840150"/>
              <a:gd name="connsiteY1143" fmla="*/ 4028317 h 5724538"/>
              <a:gd name="connsiteX1144" fmla="*/ 2474429 w 4840150"/>
              <a:gd name="connsiteY1144" fmla="*/ 3959033 h 5724538"/>
              <a:gd name="connsiteX1145" fmla="*/ 4735748 w 4840150"/>
              <a:gd name="connsiteY1145" fmla="*/ 3952538 h 5724538"/>
              <a:gd name="connsiteX1146" fmla="*/ 4758327 w 4840150"/>
              <a:gd name="connsiteY1146" fmla="*/ 3973880 h 5724538"/>
              <a:gd name="connsiteX1147" fmla="*/ 4758327 w 4840150"/>
              <a:gd name="connsiteY1147" fmla="*/ 4040689 h 5724538"/>
              <a:gd name="connsiteX1148" fmla="*/ 4718736 w 4840150"/>
              <a:gd name="connsiteY1148" fmla="*/ 4023368 h 5724538"/>
              <a:gd name="connsiteX1149" fmla="*/ 4718736 w 4840150"/>
              <a:gd name="connsiteY1149" fmla="*/ 3959033 h 5724538"/>
              <a:gd name="connsiteX1150" fmla="*/ 4735748 w 4840150"/>
              <a:gd name="connsiteY1150" fmla="*/ 3952538 h 5724538"/>
              <a:gd name="connsiteX1151" fmla="*/ 4052149 w 4840150"/>
              <a:gd name="connsiteY1151" fmla="*/ 3948400 h 5724538"/>
              <a:gd name="connsiteX1152" fmla="*/ 4080333 w 4840150"/>
              <a:gd name="connsiteY1152" fmla="*/ 3968930 h 5724538"/>
              <a:gd name="connsiteX1153" fmla="*/ 4080333 w 4840150"/>
              <a:gd name="connsiteY1153" fmla="*/ 4028317 h 5724538"/>
              <a:gd name="connsiteX1154" fmla="*/ 4043217 w 4840150"/>
              <a:gd name="connsiteY1154" fmla="*/ 4013470 h 5724538"/>
              <a:gd name="connsiteX1155" fmla="*/ 4043217 w 4840150"/>
              <a:gd name="connsiteY1155" fmla="*/ 3954083 h 5724538"/>
              <a:gd name="connsiteX1156" fmla="*/ 4052149 w 4840150"/>
              <a:gd name="connsiteY1156" fmla="*/ 3948400 h 5724538"/>
              <a:gd name="connsiteX1157" fmla="*/ 4185497 w 4840150"/>
              <a:gd name="connsiteY1157" fmla="*/ 3938619 h 5724538"/>
              <a:gd name="connsiteX1158" fmla="*/ 4206530 w 4840150"/>
              <a:gd name="connsiteY1158" fmla="*/ 3959033 h 5724538"/>
              <a:gd name="connsiteX1159" fmla="*/ 4206530 w 4840150"/>
              <a:gd name="connsiteY1159" fmla="*/ 4020893 h 5724538"/>
              <a:gd name="connsiteX1160" fmla="*/ 4164464 w 4840150"/>
              <a:gd name="connsiteY1160" fmla="*/ 4006047 h 5724538"/>
              <a:gd name="connsiteX1161" fmla="*/ 4164464 w 4840150"/>
              <a:gd name="connsiteY1161" fmla="*/ 3944186 h 5724538"/>
              <a:gd name="connsiteX1162" fmla="*/ 4185497 w 4840150"/>
              <a:gd name="connsiteY1162" fmla="*/ 3938619 h 5724538"/>
              <a:gd name="connsiteX1163" fmla="*/ 1972120 w 4840150"/>
              <a:gd name="connsiteY1163" fmla="*/ 3919442 h 5724538"/>
              <a:gd name="connsiteX1164" fmla="*/ 1991915 w 4840150"/>
              <a:gd name="connsiteY1164" fmla="*/ 3919442 h 5724538"/>
              <a:gd name="connsiteX1165" fmla="*/ 1991915 w 4840150"/>
              <a:gd name="connsiteY1165" fmla="*/ 3944186 h 5724538"/>
              <a:gd name="connsiteX1166" fmla="*/ 1972120 w 4840150"/>
              <a:gd name="connsiteY1166" fmla="*/ 3944186 h 5724538"/>
              <a:gd name="connsiteX1167" fmla="*/ 1972120 w 4840150"/>
              <a:gd name="connsiteY1167" fmla="*/ 3919442 h 5724538"/>
              <a:gd name="connsiteX1168" fmla="*/ 3733913 w 4840150"/>
              <a:gd name="connsiteY1168" fmla="*/ 3918824 h 5724538"/>
              <a:gd name="connsiteX1169" fmla="*/ 3746285 w 4840150"/>
              <a:gd name="connsiteY1169" fmla="*/ 3934289 h 5724538"/>
              <a:gd name="connsiteX1170" fmla="*/ 3746285 w 4840150"/>
              <a:gd name="connsiteY1170" fmla="*/ 3978829 h 5724538"/>
              <a:gd name="connsiteX1171" fmla="*/ 3711643 w 4840150"/>
              <a:gd name="connsiteY1171" fmla="*/ 3959033 h 5724538"/>
              <a:gd name="connsiteX1172" fmla="*/ 3714118 w 4840150"/>
              <a:gd name="connsiteY1172" fmla="*/ 3921917 h 5724538"/>
              <a:gd name="connsiteX1173" fmla="*/ 3733913 w 4840150"/>
              <a:gd name="connsiteY1173" fmla="*/ 3918824 h 5724538"/>
              <a:gd name="connsiteX1174" fmla="*/ 936635 w 4840150"/>
              <a:gd name="connsiteY1174" fmla="*/ 3918471 h 5724538"/>
              <a:gd name="connsiteX1175" fmla="*/ 957607 w 4840150"/>
              <a:gd name="connsiteY1175" fmla="*/ 3934289 h 5724538"/>
              <a:gd name="connsiteX1176" fmla="*/ 958108 w 4840150"/>
              <a:gd name="connsiteY1176" fmla="*/ 3934784 h 5724538"/>
              <a:gd name="connsiteX1177" fmla="*/ 957607 w 4840150"/>
              <a:gd name="connsiteY1177" fmla="*/ 3983778 h 5724538"/>
              <a:gd name="connsiteX1178" fmla="*/ 910594 w 4840150"/>
              <a:gd name="connsiteY1178" fmla="*/ 3971405 h 5724538"/>
              <a:gd name="connsiteX1179" fmla="*/ 910594 w 4840150"/>
              <a:gd name="connsiteY1179" fmla="*/ 3921917 h 5724538"/>
              <a:gd name="connsiteX1180" fmla="*/ 936635 w 4840150"/>
              <a:gd name="connsiteY1180" fmla="*/ 3918471 h 5724538"/>
              <a:gd name="connsiteX1181" fmla="*/ 4425208 w 4840150"/>
              <a:gd name="connsiteY1181" fmla="*/ 3916659 h 5724538"/>
              <a:gd name="connsiteX1182" fmla="*/ 4426754 w 4840150"/>
              <a:gd name="connsiteY1182" fmla="*/ 3919442 h 5724538"/>
              <a:gd name="connsiteX1183" fmla="*/ 4426754 w 4840150"/>
              <a:gd name="connsiteY1183" fmla="*/ 3939238 h 5724538"/>
              <a:gd name="connsiteX1184" fmla="*/ 4414382 w 4840150"/>
              <a:gd name="connsiteY1184" fmla="*/ 3939238 h 5724538"/>
              <a:gd name="connsiteX1185" fmla="*/ 4414382 w 4840150"/>
              <a:gd name="connsiteY1185" fmla="*/ 3919442 h 5724538"/>
              <a:gd name="connsiteX1186" fmla="*/ 4425208 w 4840150"/>
              <a:gd name="connsiteY1186" fmla="*/ 3916659 h 5724538"/>
              <a:gd name="connsiteX1187" fmla="*/ 4314477 w 4840150"/>
              <a:gd name="connsiteY1187" fmla="*/ 3914802 h 5724538"/>
              <a:gd name="connsiteX1188" fmla="*/ 4335200 w 4840150"/>
              <a:gd name="connsiteY1188" fmla="*/ 3934288 h 5724538"/>
              <a:gd name="connsiteX1189" fmla="*/ 4335200 w 4840150"/>
              <a:gd name="connsiteY1189" fmla="*/ 3996149 h 5724538"/>
              <a:gd name="connsiteX1190" fmla="*/ 4295610 w 4840150"/>
              <a:gd name="connsiteY1190" fmla="*/ 3981302 h 5724538"/>
              <a:gd name="connsiteX1191" fmla="*/ 4295610 w 4840150"/>
              <a:gd name="connsiteY1191" fmla="*/ 3919442 h 5724538"/>
              <a:gd name="connsiteX1192" fmla="*/ 4314477 w 4840150"/>
              <a:gd name="connsiteY1192" fmla="*/ 3914802 h 5724538"/>
              <a:gd name="connsiteX1193" fmla="*/ 1584284 w 4840150"/>
              <a:gd name="connsiteY1193" fmla="*/ 3913856 h 5724538"/>
              <a:gd name="connsiteX1194" fmla="*/ 1603429 w 4840150"/>
              <a:gd name="connsiteY1194" fmla="*/ 3929339 h 5724538"/>
              <a:gd name="connsiteX1195" fmla="*/ 1603429 w 4840150"/>
              <a:gd name="connsiteY1195" fmla="*/ 3978828 h 5724538"/>
              <a:gd name="connsiteX1196" fmla="*/ 1602519 w 4840150"/>
              <a:gd name="connsiteY1196" fmla="*/ 3979348 h 5724538"/>
              <a:gd name="connsiteX1197" fmla="*/ 1558890 w 4840150"/>
              <a:gd name="connsiteY1197" fmla="*/ 3966456 h 5724538"/>
              <a:gd name="connsiteX1198" fmla="*/ 1558890 w 4840150"/>
              <a:gd name="connsiteY1198" fmla="*/ 3916967 h 5724538"/>
              <a:gd name="connsiteX1199" fmla="*/ 1559800 w 4840150"/>
              <a:gd name="connsiteY1199" fmla="*/ 3916448 h 5724538"/>
              <a:gd name="connsiteX1200" fmla="*/ 1584284 w 4840150"/>
              <a:gd name="connsiteY1200" fmla="*/ 3913856 h 5724538"/>
              <a:gd name="connsiteX1201" fmla="*/ 4671452 w 4840150"/>
              <a:gd name="connsiteY1201" fmla="*/ 3911749 h 5724538"/>
              <a:gd name="connsiteX1202" fmla="*/ 4675125 w 4840150"/>
              <a:gd name="connsiteY1202" fmla="*/ 3912329 h 5724538"/>
              <a:gd name="connsiteX1203" fmla="*/ 4676671 w 4840150"/>
              <a:gd name="connsiteY1203" fmla="*/ 3916968 h 5724538"/>
              <a:gd name="connsiteX1204" fmla="*/ 4676671 w 4840150"/>
              <a:gd name="connsiteY1204" fmla="*/ 3939238 h 5724538"/>
              <a:gd name="connsiteX1205" fmla="*/ 4664299 w 4840150"/>
              <a:gd name="connsiteY1205" fmla="*/ 3939238 h 5724538"/>
              <a:gd name="connsiteX1206" fmla="*/ 4664299 w 4840150"/>
              <a:gd name="connsiteY1206" fmla="*/ 3916968 h 5724538"/>
              <a:gd name="connsiteX1207" fmla="*/ 4671452 w 4840150"/>
              <a:gd name="connsiteY1207" fmla="*/ 3911749 h 5724538"/>
              <a:gd name="connsiteX1208" fmla="*/ 4804375 w 4840150"/>
              <a:gd name="connsiteY1208" fmla="*/ 3908849 h 5724538"/>
              <a:gd name="connsiteX1209" fmla="*/ 4832560 w 4840150"/>
              <a:gd name="connsiteY1209" fmla="*/ 3931814 h 5724538"/>
              <a:gd name="connsiteX1210" fmla="*/ 4832560 w 4840150"/>
              <a:gd name="connsiteY1210" fmla="*/ 3993675 h 5724538"/>
              <a:gd name="connsiteX1211" fmla="*/ 4795444 w 4840150"/>
              <a:gd name="connsiteY1211" fmla="*/ 3978828 h 5724538"/>
              <a:gd name="connsiteX1212" fmla="*/ 4795444 w 4840150"/>
              <a:gd name="connsiteY1212" fmla="*/ 3914493 h 5724538"/>
              <a:gd name="connsiteX1213" fmla="*/ 4804375 w 4840150"/>
              <a:gd name="connsiteY1213" fmla="*/ 3908849 h 5724538"/>
              <a:gd name="connsiteX1214" fmla="*/ 1161347 w 4840150"/>
              <a:gd name="connsiteY1214" fmla="*/ 3907757 h 5724538"/>
              <a:gd name="connsiteX1215" fmla="*/ 1187731 w 4840150"/>
              <a:gd name="connsiteY1215" fmla="*/ 3929340 h 5724538"/>
              <a:gd name="connsiteX1216" fmla="*/ 1187731 w 4840150"/>
              <a:gd name="connsiteY1216" fmla="*/ 3996149 h 5724538"/>
              <a:gd name="connsiteX1217" fmla="*/ 1165736 w 4840150"/>
              <a:gd name="connsiteY1217" fmla="*/ 4010031 h 5724538"/>
              <a:gd name="connsiteX1218" fmla="*/ 1111024 w 4840150"/>
              <a:gd name="connsiteY1218" fmla="*/ 3978828 h 5724538"/>
              <a:gd name="connsiteX1219" fmla="*/ 1125870 w 4840150"/>
              <a:gd name="connsiteY1219" fmla="*/ 3912019 h 5724538"/>
              <a:gd name="connsiteX1220" fmla="*/ 1127429 w 4840150"/>
              <a:gd name="connsiteY1220" fmla="*/ 3911153 h 5724538"/>
              <a:gd name="connsiteX1221" fmla="*/ 1161347 w 4840150"/>
              <a:gd name="connsiteY1221" fmla="*/ 3907757 h 5724538"/>
              <a:gd name="connsiteX1222" fmla="*/ 1389987 w 4840150"/>
              <a:gd name="connsiteY1222" fmla="*/ 3901627 h 5724538"/>
              <a:gd name="connsiteX1223" fmla="*/ 1417848 w 4840150"/>
              <a:gd name="connsiteY1223" fmla="*/ 3924391 h 5724538"/>
              <a:gd name="connsiteX1224" fmla="*/ 1405476 w 4840150"/>
              <a:gd name="connsiteY1224" fmla="*/ 3998624 h 5724538"/>
              <a:gd name="connsiteX1225" fmla="*/ 1403724 w 4840150"/>
              <a:gd name="connsiteY1225" fmla="*/ 3999663 h 5724538"/>
              <a:gd name="connsiteX1226" fmla="*/ 1336192 w 4840150"/>
              <a:gd name="connsiteY1226" fmla="*/ 3981303 h 5724538"/>
              <a:gd name="connsiteX1227" fmla="*/ 1351038 w 4840150"/>
              <a:gd name="connsiteY1227" fmla="*/ 3907070 h 5724538"/>
              <a:gd name="connsiteX1228" fmla="*/ 1354183 w 4840150"/>
              <a:gd name="connsiteY1228" fmla="*/ 3905214 h 5724538"/>
              <a:gd name="connsiteX1229" fmla="*/ 1389987 w 4840150"/>
              <a:gd name="connsiteY1229" fmla="*/ 3901627 h 5724538"/>
              <a:gd name="connsiteX1230" fmla="*/ 2848068 w 4840150"/>
              <a:gd name="connsiteY1230" fmla="*/ 3899647 h 5724538"/>
              <a:gd name="connsiteX1231" fmla="*/ 2860440 w 4840150"/>
              <a:gd name="connsiteY1231" fmla="*/ 3899647 h 5724538"/>
              <a:gd name="connsiteX1232" fmla="*/ 2860440 w 4840150"/>
              <a:gd name="connsiteY1232" fmla="*/ 3914493 h 5724538"/>
              <a:gd name="connsiteX1233" fmla="*/ 2848068 w 4840150"/>
              <a:gd name="connsiteY1233" fmla="*/ 3914493 h 5724538"/>
              <a:gd name="connsiteX1234" fmla="*/ 2848068 w 4840150"/>
              <a:gd name="connsiteY1234" fmla="*/ 3899647 h 5724538"/>
              <a:gd name="connsiteX1235" fmla="*/ 2665849 w 4840150"/>
              <a:gd name="connsiteY1235" fmla="*/ 3896632 h 5724538"/>
              <a:gd name="connsiteX1236" fmla="*/ 2721872 w 4840150"/>
              <a:gd name="connsiteY1236" fmla="*/ 3929340 h 5724538"/>
              <a:gd name="connsiteX1237" fmla="*/ 2721872 w 4840150"/>
              <a:gd name="connsiteY1237" fmla="*/ 4020894 h 5724538"/>
              <a:gd name="connsiteX1238" fmla="*/ 2647639 w 4840150"/>
              <a:gd name="connsiteY1238" fmla="*/ 3998624 h 5724538"/>
              <a:gd name="connsiteX1239" fmla="*/ 2647639 w 4840150"/>
              <a:gd name="connsiteY1239" fmla="*/ 3904596 h 5724538"/>
              <a:gd name="connsiteX1240" fmla="*/ 2665849 w 4840150"/>
              <a:gd name="connsiteY1240" fmla="*/ 3896632 h 5724538"/>
              <a:gd name="connsiteX1241" fmla="*/ 3822993 w 4840150"/>
              <a:gd name="connsiteY1241" fmla="*/ 3894697 h 5724538"/>
              <a:gd name="connsiteX1242" fmla="*/ 3822993 w 4840150"/>
              <a:gd name="connsiteY1242" fmla="*/ 3897172 h 5724538"/>
              <a:gd name="connsiteX1243" fmla="*/ 3822993 w 4840150"/>
              <a:gd name="connsiteY1243" fmla="*/ 3894697 h 5724538"/>
              <a:gd name="connsiteX1244" fmla="*/ 696400 w 4840150"/>
              <a:gd name="connsiteY1244" fmla="*/ 3881095 h 5724538"/>
              <a:gd name="connsiteX1245" fmla="*/ 764600 w 4840150"/>
              <a:gd name="connsiteY1245" fmla="*/ 3914493 h 5724538"/>
              <a:gd name="connsiteX1246" fmla="*/ 742330 w 4840150"/>
              <a:gd name="connsiteY1246" fmla="*/ 4008521 h 5724538"/>
              <a:gd name="connsiteX1247" fmla="*/ 645827 w 4840150"/>
              <a:gd name="connsiteY1247" fmla="*/ 3986251 h 5724538"/>
              <a:gd name="connsiteX1248" fmla="*/ 670570 w 4840150"/>
              <a:gd name="connsiteY1248" fmla="*/ 3889748 h 5724538"/>
              <a:gd name="connsiteX1249" fmla="*/ 696400 w 4840150"/>
              <a:gd name="connsiteY1249" fmla="*/ 3881095 h 5724538"/>
              <a:gd name="connsiteX1250" fmla="*/ 1753551 w 4840150"/>
              <a:gd name="connsiteY1250" fmla="*/ 3878317 h 5724538"/>
              <a:gd name="connsiteX1251" fmla="*/ 1821180 w 4840150"/>
              <a:gd name="connsiteY1251" fmla="*/ 3907070 h 5724538"/>
              <a:gd name="connsiteX1252" fmla="*/ 1821180 w 4840150"/>
              <a:gd name="connsiteY1252" fmla="*/ 3998624 h 5724538"/>
              <a:gd name="connsiteX1253" fmla="*/ 1799229 w 4840150"/>
              <a:gd name="connsiteY1253" fmla="*/ 4012159 h 5724538"/>
              <a:gd name="connsiteX1254" fmla="*/ 1727151 w 4840150"/>
              <a:gd name="connsiteY1254" fmla="*/ 3976354 h 5724538"/>
              <a:gd name="connsiteX1255" fmla="*/ 1741998 w 4840150"/>
              <a:gd name="connsiteY1255" fmla="*/ 3884800 h 5724538"/>
              <a:gd name="connsiteX1256" fmla="*/ 1753551 w 4840150"/>
              <a:gd name="connsiteY1256" fmla="*/ 3878317 h 5724538"/>
              <a:gd name="connsiteX1257" fmla="*/ 4112077 w 4840150"/>
              <a:gd name="connsiteY1257" fmla="*/ 3877493 h 5724538"/>
              <a:gd name="connsiteX1258" fmla="*/ 4129823 w 4840150"/>
              <a:gd name="connsiteY1258" fmla="*/ 3884800 h 5724538"/>
              <a:gd name="connsiteX1259" fmla="*/ 4129823 w 4840150"/>
              <a:gd name="connsiteY1259" fmla="*/ 3919442 h 5724538"/>
              <a:gd name="connsiteX1260" fmla="*/ 4105078 w 4840150"/>
              <a:gd name="connsiteY1260" fmla="*/ 3919442 h 5724538"/>
              <a:gd name="connsiteX1261" fmla="*/ 4105078 w 4840150"/>
              <a:gd name="connsiteY1261" fmla="*/ 3884800 h 5724538"/>
              <a:gd name="connsiteX1262" fmla="*/ 4112077 w 4840150"/>
              <a:gd name="connsiteY1262" fmla="*/ 3877493 h 5724538"/>
              <a:gd name="connsiteX1263" fmla="*/ 3983831 w 4840150"/>
              <a:gd name="connsiteY1263" fmla="*/ 3863767 h 5724538"/>
              <a:gd name="connsiteX1264" fmla="*/ 3998677 w 4840150"/>
              <a:gd name="connsiteY1264" fmla="*/ 3882325 h 5724538"/>
              <a:gd name="connsiteX1265" fmla="*/ 3998677 w 4840150"/>
              <a:gd name="connsiteY1265" fmla="*/ 3939237 h 5724538"/>
              <a:gd name="connsiteX1266" fmla="*/ 3961561 w 4840150"/>
              <a:gd name="connsiteY1266" fmla="*/ 3924391 h 5724538"/>
              <a:gd name="connsiteX1267" fmla="*/ 3961561 w 4840150"/>
              <a:gd name="connsiteY1267" fmla="*/ 3867479 h 5724538"/>
              <a:gd name="connsiteX1268" fmla="*/ 3983831 w 4840150"/>
              <a:gd name="connsiteY1268" fmla="*/ 3863767 h 5724538"/>
              <a:gd name="connsiteX1269" fmla="*/ 2358692 w 4840150"/>
              <a:gd name="connsiteY1269" fmla="*/ 3846681 h 5724538"/>
              <a:gd name="connsiteX1270" fmla="*/ 2380401 w 4840150"/>
              <a:gd name="connsiteY1270" fmla="*/ 3865004 h 5724538"/>
              <a:gd name="connsiteX1271" fmla="*/ 2380401 w 4840150"/>
              <a:gd name="connsiteY1271" fmla="*/ 3926865 h 5724538"/>
              <a:gd name="connsiteX1272" fmla="*/ 2373794 w 4840150"/>
              <a:gd name="connsiteY1272" fmla="*/ 3930527 h 5724538"/>
              <a:gd name="connsiteX1273" fmla="*/ 2328438 w 4840150"/>
              <a:gd name="connsiteY1273" fmla="*/ 3912018 h 5724538"/>
              <a:gd name="connsiteX1274" fmla="*/ 2328438 w 4840150"/>
              <a:gd name="connsiteY1274" fmla="*/ 3850158 h 5724538"/>
              <a:gd name="connsiteX1275" fmla="*/ 2330385 w 4840150"/>
              <a:gd name="connsiteY1275" fmla="*/ 3849069 h 5724538"/>
              <a:gd name="connsiteX1276" fmla="*/ 2358692 w 4840150"/>
              <a:gd name="connsiteY1276" fmla="*/ 3846681 h 5724538"/>
              <a:gd name="connsiteX1277" fmla="*/ 2153066 w 4840150"/>
              <a:gd name="connsiteY1277" fmla="*/ 3841644 h 5724538"/>
              <a:gd name="connsiteX1278" fmla="*/ 2175612 w 4840150"/>
              <a:gd name="connsiteY1278" fmla="*/ 3844801 h 5724538"/>
              <a:gd name="connsiteX1279" fmla="*/ 2209665 w 4840150"/>
              <a:gd name="connsiteY1279" fmla="*/ 3874902 h 5724538"/>
              <a:gd name="connsiteX1280" fmla="*/ 2209665 w 4840150"/>
              <a:gd name="connsiteY1280" fmla="*/ 3973879 h 5724538"/>
              <a:gd name="connsiteX1281" fmla="*/ 2200275 w 4840150"/>
              <a:gd name="connsiteY1281" fmla="*/ 3979002 h 5724538"/>
              <a:gd name="connsiteX1282" fmla="*/ 2125535 w 4840150"/>
              <a:gd name="connsiteY1282" fmla="*/ 3949135 h 5724538"/>
              <a:gd name="connsiteX1283" fmla="*/ 2125535 w 4840150"/>
              <a:gd name="connsiteY1283" fmla="*/ 3850158 h 5724538"/>
              <a:gd name="connsiteX1284" fmla="*/ 2130246 w 4840150"/>
              <a:gd name="connsiteY1284" fmla="*/ 3847585 h 5724538"/>
              <a:gd name="connsiteX1285" fmla="*/ 2153066 w 4840150"/>
              <a:gd name="connsiteY1285" fmla="*/ 3841644 h 5724538"/>
              <a:gd name="connsiteX1286" fmla="*/ 4340149 w 4840150"/>
              <a:gd name="connsiteY1286" fmla="*/ 3840260 h 5724538"/>
              <a:gd name="connsiteX1287" fmla="*/ 4357470 w 4840150"/>
              <a:gd name="connsiteY1287" fmla="*/ 3840260 h 5724538"/>
              <a:gd name="connsiteX1288" fmla="*/ 4357470 w 4840150"/>
              <a:gd name="connsiteY1288" fmla="*/ 3862530 h 5724538"/>
              <a:gd name="connsiteX1289" fmla="*/ 4340149 w 4840150"/>
              <a:gd name="connsiteY1289" fmla="*/ 3865004 h 5724538"/>
              <a:gd name="connsiteX1290" fmla="*/ 4340149 w 4840150"/>
              <a:gd name="connsiteY1290" fmla="*/ 3840260 h 5724538"/>
              <a:gd name="connsiteX1291" fmla="*/ 4737565 w 4840150"/>
              <a:gd name="connsiteY1291" fmla="*/ 3835660 h 5724538"/>
              <a:gd name="connsiteX1292" fmla="*/ 4765751 w 4840150"/>
              <a:gd name="connsiteY1292" fmla="*/ 3857582 h 5724538"/>
              <a:gd name="connsiteX1293" fmla="*/ 4765751 w 4840150"/>
              <a:gd name="connsiteY1293" fmla="*/ 3919442 h 5724538"/>
              <a:gd name="connsiteX1294" fmla="*/ 4728634 w 4840150"/>
              <a:gd name="connsiteY1294" fmla="*/ 3904596 h 5724538"/>
              <a:gd name="connsiteX1295" fmla="*/ 4728634 w 4840150"/>
              <a:gd name="connsiteY1295" fmla="*/ 3842735 h 5724538"/>
              <a:gd name="connsiteX1296" fmla="*/ 4737565 w 4840150"/>
              <a:gd name="connsiteY1296" fmla="*/ 3835660 h 5724538"/>
              <a:gd name="connsiteX1297" fmla="*/ 4240244 w 4840150"/>
              <a:gd name="connsiteY1297" fmla="*/ 3835621 h 5724538"/>
              <a:gd name="connsiteX1298" fmla="*/ 4260967 w 4840150"/>
              <a:gd name="connsiteY1298" fmla="*/ 3855107 h 5724538"/>
              <a:gd name="connsiteX1299" fmla="*/ 4260967 w 4840150"/>
              <a:gd name="connsiteY1299" fmla="*/ 3914493 h 5724538"/>
              <a:gd name="connsiteX1300" fmla="*/ 4221376 w 4840150"/>
              <a:gd name="connsiteY1300" fmla="*/ 3899647 h 5724538"/>
              <a:gd name="connsiteX1301" fmla="*/ 4221376 w 4840150"/>
              <a:gd name="connsiteY1301" fmla="*/ 3840261 h 5724538"/>
              <a:gd name="connsiteX1302" fmla="*/ 4240244 w 4840150"/>
              <a:gd name="connsiteY1302" fmla="*/ 3835621 h 5724538"/>
              <a:gd name="connsiteX1303" fmla="*/ 2533816 w 4840150"/>
              <a:gd name="connsiteY1303" fmla="*/ 3811495 h 5724538"/>
              <a:gd name="connsiteX1304" fmla="*/ 2561034 w 4840150"/>
              <a:gd name="connsiteY1304" fmla="*/ 3835312 h 5724538"/>
              <a:gd name="connsiteX1305" fmla="*/ 2561034 w 4840150"/>
              <a:gd name="connsiteY1305" fmla="*/ 3899647 h 5724538"/>
              <a:gd name="connsiteX1306" fmla="*/ 2506597 w 4840150"/>
              <a:gd name="connsiteY1306" fmla="*/ 3882326 h 5724538"/>
              <a:gd name="connsiteX1307" fmla="*/ 2506597 w 4840150"/>
              <a:gd name="connsiteY1307" fmla="*/ 3815516 h 5724538"/>
              <a:gd name="connsiteX1308" fmla="*/ 2533816 w 4840150"/>
              <a:gd name="connsiteY1308" fmla="*/ 3811495 h 5724538"/>
              <a:gd name="connsiteX1309" fmla="*/ 4030846 w 4840150"/>
              <a:gd name="connsiteY1309" fmla="*/ 3803144 h 5724538"/>
              <a:gd name="connsiteX1310" fmla="*/ 4048167 w 4840150"/>
              <a:gd name="connsiteY1310" fmla="*/ 3803144 h 5724538"/>
              <a:gd name="connsiteX1311" fmla="*/ 4048167 w 4840150"/>
              <a:gd name="connsiteY1311" fmla="*/ 3827888 h 5724538"/>
              <a:gd name="connsiteX1312" fmla="*/ 4030846 w 4840150"/>
              <a:gd name="connsiteY1312" fmla="*/ 3827888 h 5724538"/>
              <a:gd name="connsiteX1313" fmla="*/ 4030846 w 4840150"/>
              <a:gd name="connsiteY1313" fmla="*/ 3803144 h 5724538"/>
              <a:gd name="connsiteX1314" fmla="*/ 4819570 w 4840150"/>
              <a:gd name="connsiteY1314" fmla="*/ 3803144 h 5724538"/>
              <a:gd name="connsiteX1315" fmla="*/ 4832560 w 4840150"/>
              <a:gd name="connsiteY1315" fmla="*/ 3817990 h 5724538"/>
              <a:gd name="connsiteX1316" fmla="*/ 4832560 w 4840150"/>
              <a:gd name="connsiteY1316" fmla="*/ 3867479 h 5724538"/>
              <a:gd name="connsiteX1317" fmla="*/ 4802867 w 4840150"/>
              <a:gd name="connsiteY1317" fmla="*/ 3867479 h 5724538"/>
              <a:gd name="connsiteX1318" fmla="*/ 4802867 w 4840150"/>
              <a:gd name="connsiteY1318" fmla="*/ 3817990 h 5724538"/>
              <a:gd name="connsiteX1319" fmla="*/ 4819570 w 4840150"/>
              <a:gd name="connsiteY1319" fmla="*/ 3803144 h 5724538"/>
              <a:gd name="connsiteX1320" fmla="*/ 2709809 w 4840150"/>
              <a:gd name="connsiteY1320" fmla="*/ 3794483 h 5724538"/>
              <a:gd name="connsiteX1321" fmla="*/ 2721872 w 4840150"/>
              <a:gd name="connsiteY1321" fmla="*/ 3805618 h 5724538"/>
              <a:gd name="connsiteX1322" fmla="*/ 2721872 w 4840150"/>
              <a:gd name="connsiteY1322" fmla="*/ 3840260 h 5724538"/>
              <a:gd name="connsiteX1323" fmla="*/ 2692179 w 4840150"/>
              <a:gd name="connsiteY1323" fmla="*/ 3842735 h 5724538"/>
              <a:gd name="connsiteX1324" fmla="*/ 2692179 w 4840150"/>
              <a:gd name="connsiteY1324" fmla="*/ 3805618 h 5724538"/>
              <a:gd name="connsiteX1325" fmla="*/ 2709809 w 4840150"/>
              <a:gd name="connsiteY1325" fmla="*/ 3794483 h 5724538"/>
              <a:gd name="connsiteX1326" fmla="*/ 4437271 w 4840150"/>
              <a:gd name="connsiteY1326" fmla="*/ 3793362 h 5724538"/>
              <a:gd name="connsiteX1327" fmla="*/ 4453972 w 4840150"/>
              <a:gd name="connsiteY1327" fmla="*/ 3800669 h 5724538"/>
              <a:gd name="connsiteX1328" fmla="*/ 4453972 w 4840150"/>
              <a:gd name="connsiteY1328" fmla="*/ 3835311 h 5724538"/>
              <a:gd name="connsiteX1329" fmla="*/ 4431703 w 4840150"/>
              <a:gd name="connsiteY1329" fmla="*/ 3835311 h 5724538"/>
              <a:gd name="connsiteX1330" fmla="*/ 4431703 w 4840150"/>
              <a:gd name="connsiteY1330" fmla="*/ 3800669 h 5724538"/>
              <a:gd name="connsiteX1331" fmla="*/ 4437271 w 4840150"/>
              <a:gd name="connsiteY1331" fmla="*/ 3793362 h 5724538"/>
              <a:gd name="connsiteX1332" fmla="*/ 4689353 w 4840150"/>
              <a:gd name="connsiteY1332" fmla="*/ 3774379 h 5724538"/>
              <a:gd name="connsiteX1333" fmla="*/ 4701416 w 4840150"/>
              <a:gd name="connsiteY1333" fmla="*/ 3790772 h 5724538"/>
              <a:gd name="connsiteX1334" fmla="*/ 4701416 w 4840150"/>
              <a:gd name="connsiteY1334" fmla="*/ 3835311 h 5724538"/>
              <a:gd name="connsiteX1335" fmla="*/ 4671723 w 4840150"/>
              <a:gd name="connsiteY1335" fmla="*/ 3822939 h 5724538"/>
              <a:gd name="connsiteX1336" fmla="*/ 4671723 w 4840150"/>
              <a:gd name="connsiteY1336" fmla="*/ 3778400 h 5724538"/>
              <a:gd name="connsiteX1337" fmla="*/ 4689353 w 4840150"/>
              <a:gd name="connsiteY1337" fmla="*/ 3774379 h 5724538"/>
              <a:gd name="connsiteX1338" fmla="*/ 4167557 w 4840150"/>
              <a:gd name="connsiteY1338" fmla="*/ 3773141 h 5724538"/>
              <a:gd name="connsiteX1339" fmla="*/ 4176836 w 4840150"/>
              <a:gd name="connsiteY1339" fmla="*/ 3783348 h 5724538"/>
              <a:gd name="connsiteX1340" fmla="*/ 4176836 w 4840150"/>
              <a:gd name="connsiteY1340" fmla="*/ 3817990 h 5724538"/>
              <a:gd name="connsiteX1341" fmla="*/ 4154567 w 4840150"/>
              <a:gd name="connsiteY1341" fmla="*/ 3817990 h 5724538"/>
              <a:gd name="connsiteX1342" fmla="*/ 4154567 w 4840150"/>
              <a:gd name="connsiteY1342" fmla="*/ 3783348 h 5724538"/>
              <a:gd name="connsiteX1343" fmla="*/ 4167557 w 4840150"/>
              <a:gd name="connsiteY1343" fmla="*/ 3773141 h 5724538"/>
              <a:gd name="connsiteX1344" fmla="*/ 4530680 w 4840150"/>
              <a:gd name="connsiteY1344" fmla="*/ 3770976 h 5724538"/>
              <a:gd name="connsiteX1345" fmla="*/ 4533154 w 4840150"/>
              <a:gd name="connsiteY1345" fmla="*/ 3773450 h 5724538"/>
              <a:gd name="connsiteX1346" fmla="*/ 4533154 w 4840150"/>
              <a:gd name="connsiteY1346" fmla="*/ 3775925 h 5724538"/>
              <a:gd name="connsiteX1347" fmla="*/ 4530680 w 4840150"/>
              <a:gd name="connsiteY1347" fmla="*/ 3775925 h 5724538"/>
              <a:gd name="connsiteX1348" fmla="*/ 1843325 w 4840150"/>
              <a:gd name="connsiteY1348" fmla="*/ 3745503 h 5724538"/>
              <a:gd name="connsiteX1349" fmla="*/ 1858296 w 4840150"/>
              <a:gd name="connsiteY1349" fmla="*/ 3753656 h 5724538"/>
              <a:gd name="connsiteX1350" fmla="*/ 1858296 w 4840150"/>
              <a:gd name="connsiteY1350" fmla="*/ 3790772 h 5724538"/>
              <a:gd name="connsiteX1351" fmla="*/ 1823654 w 4840150"/>
              <a:gd name="connsiteY1351" fmla="*/ 3790772 h 5724538"/>
              <a:gd name="connsiteX1352" fmla="*/ 1823654 w 4840150"/>
              <a:gd name="connsiteY1352" fmla="*/ 3753656 h 5724538"/>
              <a:gd name="connsiteX1353" fmla="*/ 1826977 w 4840150"/>
              <a:gd name="connsiteY1353" fmla="*/ 3750340 h 5724538"/>
              <a:gd name="connsiteX1354" fmla="*/ 1843325 w 4840150"/>
              <a:gd name="connsiteY1354" fmla="*/ 3745503 h 5724538"/>
              <a:gd name="connsiteX1355" fmla="*/ 4752451 w 4840150"/>
              <a:gd name="connsiteY1355" fmla="*/ 3735097 h 5724538"/>
              <a:gd name="connsiteX1356" fmla="*/ 4763277 w 4840150"/>
              <a:gd name="connsiteY1356" fmla="*/ 3746232 h 5724538"/>
              <a:gd name="connsiteX1357" fmla="*/ 4763277 w 4840150"/>
              <a:gd name="connsiteY1357" fmla="*/ 3788298 h 5724538"/>
              <a:gd name="connsiteX1358" fmla="*/ 4736058 w 4840150"/>
              <a:gd name="connsiteY1358" fmla="*/ 3785823 h 5724538"/>
              <a:gd name="connsiteX1359" fmla="*/ 4736058 w 4840150"/>
              <a:gd name="connsiteY1359" fmla="*/ 3746232 h 5724538"/>
              <a:gd name="connsiteX1360" fmla="*/ 4752451 w 4840150"/>
              <a:gd name="connsiteY1360" fmla="*/ 3735097 h 5724538"/>
              <a:gd name="connsiteX1361" fmla="*/ 4280763 w 4840150"/>
              <a:gd name="connsiteY1361" fmla="*/ 3734788 h 5724538"/>
              <a:gd name="connsiteX1362" fmla="*/ 4293135 w 4840150"/>
              <a:gd name="connsiteY1362" fmla="*/ 3751181 h 5724538"/>
              <a:gd name="connsiteX1363" fmla="*/ 4293135 w 4840150"/>
              <a:gd name="connsiteY1363" fmla="*/ 3800669 h 5724538"/>
              <a:gd name="connsiteX1364" fmla="*/ 4260967 w 4840150"/>
              <a:gd name="connsiteY1364" fmla="*/ 3788297 h 5724538"/>
              <a:gd name="connsiteX1365" fmla="*/ 4260967 w 4840150"/>
              <a:gd name="connsiteY1365" fmla="*/ 3738809 h 5724538"/>
              <a:gd name="connsiteX1366" fmla="*/ 4280763 w 4840150"/>
              <a:gd name="connsiteY1366" fmla="*/ 3734788 h 5724538"/>
              <a:gd name="connsiteX1367" fmla="*/ 4367367 w 4840150"/>
              <a:gd name="connsiteY1367" fmla="*/ 3728911 h 5724538"/>
              <a:gd name="connsiteX1368" fmla="*/ 4379740 w 4840150"/>
              <a:gd name="connsiteY1368" fmla="*/ 3728911 h 5724538"/>
              <a:gd name="connsiteX1369" fmla="*/ 4379740 w 4840150"/>
              <a:gd name="connsiteY1369" fmla="*/ 3746232 h 5724538"/>
              <a:gd name="connsiteX1370" fmla="*/ 4367367 w 4840150"/>
              <a:gd name="connsiteY1370" fmla="*/ 3746232 h 5724538"/>
              <a:gd name="connsiteX1371" fmla="*/ 4367367 w 4840150"/>
              <a:gd name="connsiteY1371" fmla="*/ 3728911 h 5724538"/>
              <a:gd name="connsiteX1372" fmla="*/ 809141 w 4840150"/>
              <a:gd name="connsiteY1372" fmla="*/ 3725707 h 5724538"/>
              <a:gd name="connsiteX1373" fmla="*/ 823988 w 4840150"/>
              <a:gd name="connsiteY1373" fmla="*/ 3731386 h 5724538"/>
              <a:gd name="connsiteX1374" fmla="*/ 823988 w 4840150"/>
              <a:gd name="connsiteY1374" fmla="*/ 3761079 h 5724538"/>
              <a:gd name="connsiteX1375" fmla="*/ 794294 w 4840150"/>
              <a:gd name="connsiteY1375" fmla="*/ 3761079 h 5724538"/>
              <a:gd name="connsiteX1376" fmla="*/ 794294 w 4840150"/>
              <a:gd name="connsiteY1376" fmla="*/ 3731386 h 5724538"/>
              <a:gd name="connsiteX1377" fmla="*/ 809141 w 4840150"/>
              <a:gd name="connsiteY1377" fmla="*/ 3725707 h 5724538"/>
              <a:gd name="connsiteX1378" fmla="*/ 1038577 w 4840150"/>
              <a:gd name="connsiteY1378" fmla="*/ 3724513 h 5724538"/>
              <a:gd name="connsiteX1379" fmla="*/ 1054195 w 4840150"/>
              <a:gd name="connsiteY1379" fmla="*/ 3735691 h 5724538"/>
              <a:gd name="connsiteX1380" fmla="*/ 1046687 w 4840150"/>
              <a:gd name="connsiteY1380" fmla="*/ 3773451 h 5724538"/>
              <a:gd name="connsiteX1381" fmla="*/ 1019469 w 4840150"/>
              <a:gd name="connsiteY1381" fmla="*/ 3763553 h 5724538"/>
              <a:gd name="connsiteX1382" fmla="*/ 1019469 w 4840150"/>
              <a:gd name="connsiteY1382" fmla="*/ 3726437 h 5724538"/>
              <a:gd name="connsiteX1383" fmla="*/ 1038577 w 4840150"/>
              <a:gd name="connsiteY1383" fmla="*/ 3724513 h 5724538"/>
              <a:gd name="connsiteX1384" fmla="*/ 582732 w 4840150"/>
              <a:gd name="connsiteY1384" fmla="*/ 3709880 h 5724538"/>
              <a:gd name="connsiteX1385" fmla="*/ 596339 w 4840150"/>
              <a:gd name="connsiteY1385" fmla="*/ 3716539 h 5724538"/>
              <a:gd name="connsiteX1386" fmla="*/ 596339 w 4840150"/>
              <a:gd name="connsiteY1386" fmla="*/ 3748706 h 5724538"/>
              <a:gd name="connsiteX1387" fmla="*/ 566645 w 4840150"/>
              <a:gd name="connsiteY1387" fmla="*/ 3746232 h 5724538"/>
              <a:gd name="connsiteX1388" fmla="*/ 566645 w 4840150"/>
              <a:gd name="connsiteY1388" fmla="*/ 3716539 h 5724538"/>
              <a:gd name="connsiteX1389" fmla="*/ 568400 w 4840150"/>
              <a:gd name="connsiteY1389" fmla="*/ 3714782 h 5724538"/>
              <a:gd name="connsiteX1390" fmla="*/ 582732 w 4840150"/>
              <a:gd name="connsiteY1390" fmla="*/ 3709880 h 5724538"/>
              <a:gd name="connsiteX1391" fmla="*/ 1258132 w 4840150"/>
              <a:gd name="connsiteY1391" fmla="*/ 3706539 h 5724538"/>
              <a:gd name="connsiteX1392" fmla="*/ 1289177 w 4840150"/>
              <a:gd name="connsiteY1392" fmla="*/ 3731385 h 5724538"/>
              <a:gd name="connsiteX1393" fmla="*/ 1274331 w 4840150"/>
              <a:gd name="connsiteY1393" fmla="*/ 3808092 h 5724538"/>
              <a:gd name="connsiteX1394" fmla="*/ 1272245 w 4840150"/>
              <a:gd name="connsiteY1394" fmla="*/ 3809181 h 5724538"/>
              <a:gd name="connsiteX1395" fmla="*/ 1202577 w 4840150"/>
              <a:gd name="connsiteY1395" fmla="*/ 3785823 h 5724538"/>
              <a:gd name="connsiteX1396" fmla="*/ 1200811 w 4840150"/>
              <a:gd name="connsiteY1396" fmla="*/ 3783175 h 5724538"/>
              <a:gd name="connsiteX1397" fmla="*/ 1217427 w 4840150"/>
              <a:gd name="connsiteY1397" fmla="*/ 3711590 h 5724538"/>
              <a:gd name="connsiteX1398" fmla="*/ 1218603 w 4840150"/>
              <a:gd name="connsiteY1398" fmla="*/ 3710922 h 5724538"/>
              <a:gd name="connsiteX1399" fmla="*/ 1258132 w 4840150"/>
              <a:gd name="connsiteY1399" fmla="*/ 3706539 h 5724538"/>
              <a:gd name="connsiteX1400" fmla="*/ 1436430 w 4840150"/>
              <a:gd name="connsiteY1400" fmla="*/ 3703239 h 5724538"/>
              <a:gd name="connsiteX1401" fmla="*/ 1460669 w 4840150"/>
              <a:gd name="connsiteY1401" fmla="*/ 3703641 h 5724538"/>
              <a:gd name="connsiteX1402" fmla="*/ 1501979 w 4840150"/>
              <a:gd name="connsiteY1402" fmla="*/ 3728911 h 5724538"/>
              <a:gd name="connsiteX1403" fmla="*/ 1484658 w 4840150"/>
              <a:gd name="connsiteY1403" fmla="*/ 3827888 h 5724538"/>
              <a:gd name="connsiteX1404" fmla="*/ 1395578 w 4840150"/>
              <a:gd name="connsiteY1404" fmla="*/ 3813042 h 5724538"/>
              <a:gd name="connsiteX1405" fmla="*/ 1412899 w 4840150"/>
              <a:gd name="connsiteY1405" fmla="*/ 3711590 h 5724538"/>
              <a:gd name="connsiteX1406" fmla="*/ 1436430 w 4840150"/>
              <a:gd name="connsiteY1406" fmla="*/ 3703239 h 5724538"/>
              <a:gd name="connsiteX1407" fmla="*/ 1640175 w 4840150"/>
              <a:gd name="connsiteY1407" fmla="*/ 3701791 h 5724538"/>
              <a:gd name="connsiteX1408" fmla="*/ 1662782 w 4840150"/>
              <a:gd name="connsiteY1408" fmla="*/ 3704470 h 5724538"/>
              <a:gd name="connsiteX1409" fmla="*/ 1697458 w 4840150"/>
              <a:gd name="connsiteY1409" fmla="*/ 3733860 h 5724538"/>
              <a:gd name="connsiteX1410" fmla="*/ 1685086 w 4840150"/>
              <a:gd name="connsiteY1410" fmla="*/ 3825414 h 5724538"/>
              <a:gd name="connsiteX1411" fmla="*/ 1684826 w 4840150"/>
              <a:gd name="connsiteY1411" fmla="*/ 3825562 h 5724538"/>
              <a:gd name="connsiteX1412" fmla="*/ 1600955 w 4840150"/>
              <a:gd name="connsiteY1412" fmla="*/ 3800669 h 5724538"/>
              <a:gd name="connsiteX1413" fmla="*/ 1615802 w 4840150"/>
              <a:gd name="connsiteY1413" fmla="*/ 3709115 h 5724538"/>
              <a:gd name="connsiteX1414" fmla="*/ 1617484 w 4840150"/>
              <a:gd name="connsiteY1414" fmla="*/ 3708224 h 5724538"/>
              <a:gd name="connsiteX1415" fmla="*/ 1640175 w 4840150"/>
              <a:gd name="connsiteY1415" fmla="*/ 3701791 h 5724538"/>
              <a:gd name="connsiteX1416" fmla="*/ 4468819 w 4840150"/>
              <a:gd name="connsiteY1416" fmla="*/ 3696743 h 5724538"/>
              <a:gd name="connsiteX1417" fmla="*/ 4468819 w 4840150"/>
              <a:gd name="connsiteY1417" fmla="*/ 3711590 h 5724538"/>
              <a:gd name="connsiteX1418" fmla="*/ 4453973 w 4840150"/>
              <a:gd name="connsiteY1418" fmla="*/ 3711590 h 5724538"/>
              <a:gd name="connsiteX1419" fmla="*/ 2198276 w 4840150"/>
              <a:gd name="connsiteY1419" fmla="*/ 3687039 h 5724538"/>
              <a:gd name="connsiteX1420" fmla="*/ 2218852 w 4840150"/>
              <a:gd name="connsiteY1420" fmla="*/ 3690523 h 5724538"/>
              <a:gd name="connsiteX1421" fmla="*/ 2249256 w 4840150"/>
              <a:gd name="connsiteY1421" fmla="*/ 3719013 h 5724538"/>
              <a:gd name="connsiteX1422" fmla="*/ 2249256 w 4840150"/>
              <a:gd name="connsiteY1422" fmla="*/ 3808093 h 5724538"/>
              <a:gd name="connsiteX1423" fmla="*/ 2249113 w 4840150"/>
              <a:gd name="connsiteY1423" fmla="*/ 3808167 h 5724538"/>
              <a:gd name="connsiteX1424" fmla="*/ 2172549 w 4840150"/>
              <a:gd name="connsiteY1424" fmla="*/ 3783348 h 5724538"/>
              <a:gd name="connsiteX1425" fmla="*/ 2172549 w 4840150"/>
              <a:gd name="connsiteY1425" fmla="*/ 3694269 h 5724538"/>
              <a:gd name="connsiteX1426" fmla="*/ 2177208 w 4840150"/>
              <a:gd name="connsiteY1426" fmla="*/ 3691893 h 5724538"/>
              <a:gd name="connsiteX1427" fmla="*/ 2198276 w 4840150"/>
              <a:gd name="connsiteY1427" fmla="*/ 3687039 h 5724538"/>
              <a:gd name="connsiteX1428" fmla="*/ 4686569 w 4840150"/>
              <a:gd name="connsiteY1428" fmla="*/ 3686845 h 5724538"/>
              <a:gd name="connsiteX1429" fmla="*/ 4701415 w 4840150"/>
              <a:gd name="connsiteY1429" fmla="*/ 3686845 h 5724538"/>
              <a:gd name="connsiteX1430" fmla="*/ 4701415 w 4840150"/>
              <a:gd name="connsiteY1430" fmla="*/ 3711589 h 5724538"/>
              <a:gd name="connsiteX1431" fmla="*/ 4686569 w 4840150"/>
              <a:gd name="connsiteY1431" fmla="*/ 3711589 h 5724538"/>
              <a:gd name="connsiteX1432" fmla="*/ 4686569 w 4840150"/>
              <a:gd name="connsiteY1432" fmla="*/ 3686845 h 5724538"/>
              <a:gd name="connsiteX1433" fmla="*/ 2396773 w 4840150"/>
              <a:gd name="connsiteY1433" fmla="*/ 3681452 h 5724538"/>
              <a:gd name="connsiteX1434" fmla="*/ 2422466 w 4840150"/>
              <a:gd name="connsiteY1434" fmla="*/ 3706641 h 5724538"/>
              <a:gd name="connsiteX1435" fmla="*/ 2422466 w 4840150"/>
              <a:gd name="connsiteY1435" fmla="*/ 3788297 h 5724538"/>
              <a:gd name="connsiteX1436" fmla="*/ 2417332 w 4840150"/>
              <a:gd name="connsiteY1436" fmla="*/ 3790871 h 5724538"/>
              <a:gd name="connsiteX1437" fmla="*/ 2355657 w 4840150"/>
              <a:gd name="connsiteY1437" fmla="*/ 3766027 h 5724538"/>
              <a:gd name="connsiteX1438" fmla="*/ 2355657 w 4840150"/>
              <a:gd name="connsiteY1438" fmla="*/ 3684371 h 5724538"/>
              <a:gd name="connsiteX1439" fmla="*/ 2360791 w 4840150"/>
              <a:gd name="connsiteY1439" fmla="*/ 3681798 h 5724538"/>
              <a:gd name="connsiteX1440" fmla="*/ 2396773 w 4840150"/>
              <a:gd name="connsiteY1440" fmla="*/ 3681452 h 5724538"/>
              <a:gd name="connsiteX1441" fmla="*/ 4186735 w 4840150"/>
              <a:gd name="connsiteY1441" fmla="*/ 3679422 h 5724538"/>
              <a:gd name="connsiteX1442" fmla="*/ 4206530 w 4840150"/>
              <a:gd name="connsiteY1442" fmla="*/ 3679422 h 5724538"/>
              <a:gd name="connsiteX1443" fmla="*/ 4206530 w 4840150"/>
              <a:gd name="connsiteY1443" fmla="*/ 3711590 h 5724538"/>
              <a:gd name="connsiteX1444" fmla="*/ 4186735 w 4840150"/>
              <a:gd name="connsiteY1444" fmla="*/ 3711590 h 5724538"/>
              <a:gd name="connsiteX1445" fmla="*/ 4186735 w 4840150"/>
              <a:gd name="connsiteY1445" fmla="*/ 3679422 h 5724538"/>
              <a:gd name="connsiteX1446" fmla="*/ 2008073 w 4840150"/>
              <a:gd name="connsiteY1446" fmla="*/ 3677126 h 5724538"/>
              <a:gd name="connsiteX1447" fmla="*/ 2078520 w 4840150"/>
              <a:gd name="connsiteY1447" fmla="*/ 3719014 h 5724538"/>
              <a:gd name="connsiteX1448" fmla="*/ 2078520 w 4840150"/>
              <a:gd name="connsiteY1448" fmla="*/ 3837786 h 5724538"/>
              <a:gd name="connsiteX1449" fmla="*/ 2057500 w 4840150"/>
              <a:gd name="connsiteY1449" fmla="*/ 3849688 h 5724538"/>
              <a:gd name="connsiteX1450" fmla="*/ 1962222 w 4840150"/>
              <a:gd name="connsiteY1450" fmla="*/ 3805619 h 5724538"/>
              <a:gd name="connsiteX1451" fmla="*/ 1979543 w 4840150"/>
              <a:gd name="connsiteY1451" fmla="*/ 3684372 h 5724538"/>
              <a:gd name="connsiteX1452" fmla="*/ 2008073 w 4840150"/>
              <a:gd name="connsiteY1452" fmla="*/ 3677126 h 5724538"/>
              <a:gd name="connsiteX1453" fmla="*/ 4820498 w 4840150"/>
              <a:gd name="connsiteY1453" fmla="*/ 3673855 h 5724538"/>
              <a:gd name="connsiteX1454" fmla="*/ 4835035 w 4840150"/>
              <a:gd name="connsiteY1454" fmla="*/ 3694269 h 5724538"/>
              <a:gd name="connsiteX1455" fmla="*/ 4835035 w 4840150"/>
              <a:gd name="connsiteY1455" fmla="*/ 3753655 h 5724538"/>
              <a:gd name="connsiteX1456" fmla="*/ 4800393 w 4840150"/>
              <a:gd name="connsiteY1456" fmla="*/ 3738808 h 5724538"/>
              <a:gd name="connsiteX1457" fmla="*/ 4800393 w 4840150"/>
              <a:gd name="connsiteY1457" fmla="*/ 3679422 h 5724538"/>
              <a:gd name="connsiteX1458" fmla="*/ 4820498 w 4840150"/>
              <a:gd name="connsiteY1458" fmla="*/ 3673855 h 5724538"/>
              <a:gd name="connsiteX1459" fmla="*/ 4540578 w 4840150"/>
              <a:gd name="connsiteY1459" fmla="*/ 3654678 h 5724538"/>
              <a:gd name="connsiteX1460" fmla="*/ 4543052 w 4840150"/>
              <a:gd name="connsiteY1460" fmla="*/ 3654678 h 5724538"/>
              <a:gd name="connsiteX1461" fmla="*/ 4543052 w 4840150"/>
              <a:gd name="connsiteY1461" fmla="*/ 3657152 h 5724538"/>
              <a:gd name="connsiteX1462" fmla="*/ 4540578 w 4840150"/>
              <a:gd name="connsiteY1462" fmla="*/ 3657152 h 5724538"/>
              <a:gd name="connsiteX1463" fmla="*/ 4305817 w 4840150"/>
              <a:gd name="connsiteY1463" fmla="*/ 3623439 h 5724538"/>
              <a:gd name="connsiteX1464" fmla="*/ 4327777 w 4840150"/>
              <a:gd name="connsiteY1464" fmla="*/ 3647255 h 5724538"/>
              <a:gd name="connsiteX1465" fmla="*/ 4327777 w 4840150"/>
              <a:gd name="connsiteY1465" fmla="*/ 3711590 h 5724538"/>
              <a:gd name="connsiteX1466" fmla="*/ 4285711 w 4840150"/>
              <a:gd name="connsiteY1466" fmla="*/ 3691794 h 5724538"/>
              <a:gd name="connsiteX1467" fmla="*/ 4285711 w 4840150"/>
              <a:gd name="connsiteY1467" fmla="*/ 3627459 h 5724538"/>
              <a:gd name="connsiteX1468" fmla="*/ 4305817 w 4840150"/>
              <a:gd name="connsiteY1468" fmla="*/ 3623439 h 5724538"/>
              <a:gd name="connsiteX1469" fmla="*/ 4750286 w 4840150"/>
              <a:gd name="connsiteY1469" fmla="*/ 3615396 h 5724538"/>
              <a:gd name="connsiteX1470" fmla="*/ 4760802 w 4840150"/>
              <a:gd name="connsiteY1470" fmla="*/ 3629934 h 5724538"/>
              <a:gd name="connsiteX1471" fmla="*/ 4760802 w 4840150"/>
              <a:gd name="connsiteY1471" fmla="*/ 3667050 h 5724538"/>
              <a:gd name="connsiteX1472" fmla="*/ 4736058 w 4840150"/>
              <a:gd name="connsiteY1472" fmla="*/ 3657152 h 5724538"/>
              <a:gd name="connsiteX1473" fmla="*/ 4736058 w 4840150"/>
              <a:gd name="connsiteY1473" fmla="*/ 3617561 h 5724538"/>
              <a:gd name="connsiteX1474" fmla="*/ 4750286 w 4840150"/>
              <a:gd name="connsiteY1474" fmla="*/ 3615396 h 5724538"/>
              <a:gd name="connsiteX1475" fmla="*/ 4135081 w 4840150"/>
              <a:gd name="connsiteY1475" fmla="*/ 3577971 h 5724538"/>
              <a:gd name="connsiteX1476" fmla="*/ 4147143 w 4840150"/>
              <a:gd name="connsiteY1476" fmla="*/ 3592817 h 5724538"/>
              <a:gd name="connsiteX1477" fmla="*/ 4147143 w 4840150"/>
              <a:gd name="connsiteY1477" fmla="*/ 3637357 h 5724538"/>
              <a:gd name="connsiteX1478" fmla="*/ 4117450 w 4840150"/>
              <a:gd name="connsiteY1478" fmla="*/ 3637357 h 5724538"/>
              <a:gd name="connsiteX1479" fmla="*/ 4117450 w 4840150"/>
              <a:gd name="connsiteY1479" fmla="*/ 3592817 h 5724538"/>
              <a:gd name="connsiteX1480" fmla="*/ 4135081 w 4840150"/>
              <a:gd name="connsiteY1480" fmla="*/ 3577971 h 5724538"/>
              <a:gd name="connsiteX1481" fmla="*/ 4394895 w 4840150"/>
              <a:gd name="connsiteY1481" fmla="*/ 3574878 h 5724538"/>
              <a:gd name="connsiteX1482" fmla="*/ 4416856 w 4840150"/>
              <a:gd name="connsiteY1482" fmla="*/ 3597766 h 5724538"/>
              <a:gd name="connsiteX1483" fmla="*/ 4416856 w 4840150"/>
              <a:gd name="connsiteY1483" fmla="*/ 3659627 h 5724538"/>
              <a:gd name="connsiteX1484" fmla="*/ 4374791 w 4840150"/>
              <a:gd name="connsiteY1484" fmla="*/ 3642306 h 5724538"/>
              <a:gd name="connsiteX1485" fmla="*/ 4374791 w 4840150"/>
              <a:gd name="connsiteY1485" fmla="*/ 3577971 h 5724538"/>
              <a:gd name="connsiteX1486" fmla="*/ 4394895 w 4840150"/>
              <a:gd name="connsiteY1486" fmla="*/ 3574878 h 5724538"/>
              <a:gd name="connsiteX1487" fmla="*/ 4468819 w 4840150"/>
              <a:gd name="connsiteY1487" fmla="*/ 3570547 h 5724538"/>
              <a:gd name="connsiteX1488" fmla="*/ 4481191 w 4840150"/>
              <a:gd name="connsiteY1488" fmla="*/ 3570547 h 5724538"/>
              <a:gd name="connsiteX1489" fmla="*/ 4481191 w 4840150"/>
              <a:gd name="connsiteY1489" fmla="*/ 3590342 h 5724538"/>
              <a:gd name="connsiteX1490" fmla="*/ 4468819 w 4840150"/>
              <a:gd name="connsiteY1490" fmla="*/ 3590342 h 5724538"/>
              <a:gd name="connsiteX1491" fmla="*/ 4468819 w 4840150"/>
              <a:gd name="connsiteY1491" fmla="*/ 3570547 h 5724538"/>
              <a:gd name="connsiteX1492" fmla="*/ 4813074 w 4840150"/>
              <a:gd name="connsiteY1492" fmla="*/ 3564980 h 5724538"/>
              <a:gd name="connsiteX1493" fmla="*/ 4825137 w 4840150"/>
              <a:gd name="connsiteY1493" fmla="*/ 3580445 h 5724538"/>
              <a:gd name="connsiteX1494" fmla="*/ 4825137 w 4840150"/>
              <a:gd name="connsiteY1494" fmla="*/ 3627459 h 5724538"/>
              <a:gd name="connsiteX1495" fmla="*/ 4795444 w 4840150"/>
              <a:gd name="connsiteY1495" fmla="*/ 3615087 h 5724538"/>
              <a:gd name="connsiteX1496" fmla="*/ 4795444 w 4840150"/>
              <a:gd name="connsiteY1496" fmla="*/ 3568073 h 5724538"/>
              <a:gd name="connsiteX1497" fmla="*/ 4813074 w 4840150"/>
              <a:gd name="connsiteY1497" fmla="*/ 3564980 h 5724538"/>
              <a:gd name="connsiteX1498" fmla="*/ 1524181 w 4840150"/>
              <a:gd name="connsiteY1498" fmla="*/ 3553530 h 5724538"/>
              <a:gd name="connsiteX1499" fmla="*/ 1539095 w 4840150"/>
              <a:gd name="connsiteY1499" fmla="*/ 3568073 h 5724538"/>
              <a:gd name="connsiteX1500" fmla="*/ 1539095 w 4840150"/>
              <a:gd name="connsiteY1500" fmla="*/ 3610138 h 5724538"/>
              <a:gd name="connsiteX1501" fmla="*/ 1528336 w 4840150"/>
              <a:gd name="connsiteY1501" fmla="*/ 3616225 h 5724538"/>
              <a:gd name="connsiteX1502" fmla="*/ 1494555 w 4840150"/>
              <a:gd name="connsiteY1502" fmla="*/ 3597766 h 5724538"/>
              <a:gd name="connsiteX1503" fmla="*/ 1489064 w 4840150"/>
              <a:gd name="connsiteY1503" fmla="*/ 3589526 h 5724538"/>
              <a:gd name="connsiteX1504" fmla="*/ 1503351 w 4840150"/>
              <a:gd name="connsiteY1504" fmla="*/ 3553796 h 5724538"/>
              <a:gd name="connsiteX1505" fmla="*/ 1524181 w 4840150"/>
              <a:gd name="connsiteY1505" fmla="*/ 3553530 h 5724538"/>
              <a:gd name="connsiteX1506" fmla="*/ 2259971 w 4840150"/>
              <a:gd name="connsiteY1506" fmla="*/ 3540728 h 5724538"/>
              <a:gd name="connsiteX1507" fmla="*/ 2288847 w 4840150"/>
              <a:gd name="connsiteY1507" fmla="*/ 3568073 h 5724538"/>
              <a:gd name="connsiteX1508" fmla="*/ 2288847 w 4840150"/>
              <a:gd name="connsiteY1508" fmla="*/ 3649730 h 5724538"/>
              <a:gd name="connsiteX1509" fmla="*/ 2217089 w 4840150"/>
              <a:gd name="connsiteY1509" fmla="*/ 3624985 h 5724538"/>
              <a:gd name="connsiteX1510" fmla="*/ 2217089 w 4840150"/>
              <a:gd name="connsiteY1510" fmla="*/ 3543329 h 5724538"/>
              <a:gd name="connsiteX1511" fmla="*/ 2220216 w 4840150"/>
              <a:gd name="connsiteY1511" fmla="*/ 3541795 h 5724538"/>
              <a:gd name="connsiteX1512" fmla="*/ 2259971 w 4840150"/>
              <a:gd name="connsiteY1512" fmla="*/ 3540728 h 5724538"/>
              <a:gd name="connsiteX1513" fmla="*/ 4238698 w 4840150"/>
              <a:gd name="connsiteY1513" fmla="*/ 3538689 h 5724538"/>
              <a:gd name="connsiteX1514" fmla="*/ 4253544 w 4840150"/>
              <a:gd name="connsiteY1514" fmla="*/ 3558175 h 5724538"/>
              <a:gd name="connsiteX1515" fmla="*/ 4253544 w 4840150"/>
              <a:gd name="connsiteY1515" fmla="*/ 3612613 h 5724538"/>
              <a:gd name="connsiteX1516" fmla="*/ 4216428 w 4840150"/>
              <a:gd name="connsiteY1516" fmla="*/ 3597766 h 5724538"/>
              <a:gd name="connsiteX1517" fmla="*/ 4216428 w 4840150"/>
              <a:gd name="connsiteY1517" fmla="*/ 3543328 h 5724538"/>
              <a:gd name="connsiteX1518" fmla="*/ 4238698 w 4840150"/>
              <a:gd name="connsiteY1518" fmla="*/ 3538689 h 5724538"/>
              <a:gd name="connsiteX1519" fmla="*/ 2062183 w 4840150"/>
              <a:gd name="connsiteY1519" fmla="*/ 3536099 h 5724538"/>
              <a:gd name="connsiteX1520" fmla="*/ 2082758 w 4840150"/>
              <a:gd name="connsiteY1520" fmla="*/ 3539583 h 5724538"/>
              <a:gd name="connsiteX1521" fmla="*/ 2113163 w 4840150"/>
              <a:gd name="connsiteY1521" fmla="*/ 3568073 h 5724538"/>
              <a:gd name="connsiteX1522" fmla="*/ 2113163 w 4840150"/>
              <a:gd name="connsiteY1522" fmla="*/ 3657153 h 5724538"/>
              <a:gd name="connsiteX1523" fmla="*/ 2111997 w 4840150"/>
              <a:gd name="connsiteY1523" fmla="*/ 3657697 h 5724538"/>
              <a:gd name="connsiteX1524" fmla="*/ 2036455 w 4840150"/>
              <a:gd name="connsiteY1524" fmla="*/ 3629934 h 5724538"/>
              <a:gd name="connsiteX1525" fmla="*/ 2036455 w 4840150"/>
              <a:gd name="connsiteY1525" fmla="*/ 3543329 h 5724538"/>
              <a:gd name="connsiteX1526" fmla="*/ 2041115 w 4840150"/>
              <a:gd name="connsiteY1526" fmla="*/ 3540953 h 5724538"/>
              <a:gd name="connsiteX1527" fmla="*/ 2062183 w 4840150"/>
              <a:gd name="connsiteY1527" fmla="*/ 3536099 h 5724538"/>
              <a:gd name="connsiteX1528" fmla="*/ 2402010 w 4840150"/>
              <a:gd name="connsiteY1528" fmla="*/ 3535088 h 5724538"/>
              <a:gd name="connsiteX1529" fmla="*/ 2459582 w 4840150"/>
              <a:gd name="connsiteY1529" fmla="*/ 3560649 h 5724538"/>
              <a:gd name="connsiteX1530" fmla="*/ 2459582 w 4840150"/>
              <a:gd name="connsiteY1530" fmla="*/ 3637356 h 5724538"/>
              <a:gd name="connsiteX1531" fmla="*/ 2457531 w 4840150"/>
              <a:gd name="connsiteY1531" fmla="*/ 3638346 h 5724538"/>
              <a:gd name="connsiteX1532" fmla="*/ 2395247 w 4840150"/>
              <a:gd name="connsiteY1532" fmla="*/ 3615087 h 5724538"/>
              <a:gd name="connsiteX1533" fmla="*/ 2395247 w 4840150"/>
              <a:gd name="connsiteY1533" fmla="*/ 3538379 h 5724538"/>
              <a:gd name="connsiteX1534" fmla="*/ 2402010 w 4840150"/>
              <a:gd name="connsiteY1534" fmla="*/ 3535088 h 5724538"/>
              <a:gd name="connsiteX1535" fmla="*/ 919043 w 4840150"/>
              <a:gd name="connsiteY1535" fmla="*/ 3523360 h 5724538"/>
              <a:gd name="connsiteX1536" fmla="*/ 930390 w 4840150"/>
              <a:gd name="connsiteY1536" fmla="*/ 3530956 h 5724538"/>
              <a:gd name="connsiteX1537" fmla="*/ 925442 w 4840150"/>
              <a:gd name="connsiteY1537" fmla="*/ 3555700 h 5724538"/>
              <a:gd name="connsiteX1538" fmla="*/ 905646 w 4840150"/>
              <a:gd name="connsiteY1538" fmla="*/ 3548277 h 5724538"/>
              <a:gd name="connsiteX1539" fmla="*/ 905646 w 4840150"/>
              <a:gd name="connsiteY1539" fmla="*/ 3526007 h 5724538"/>
              <a:gd name="connsiteX1540" fmla="*/ 919043 w 4840150"/>
              <a:gd name="connsiteY1540" fmla="*/ 3523360 h 5724538"/>
              <a:gd name="connsiteX1541" fmla="*/ 1889943 w 4840150"/>
              <a:gd name="connsiteY1541" fmla="*/ 3516235 h 5724538"/>
              <a:gd name="connsiteX1542" fmla="*/ 1957273 w 4840150"/>
              <a:gd name="connsiteY1542" fmla="*/ 3558175 h 5724538"/>
              <a:gd name="connsiteX1543" fmla="*/ 1942426 w 4840150"/>
              <a:gd name="connsiteY1543" fmla="*/ 3669525 h 5724538"/>
              <a:gd name="connsiteX1544" fmla="*/ 1931319 w 4840150"/>
              <a:gd name="connsiteY1544" fmla="*/ 3675290 h 5724538"/>
              <a:gd name="connsiteX1545" fmla="*/ 1840975 w 4840150"/>
              <a:gd name="connsiteY1545" fmla="*/ 3637357 h 5724538"/>
              <a:gd name="connsiteX1546" fmla="*/ 1855821 w 4840150"/>
              <a:gd name="connsiteY1546" fmla="*/ 3526008 h 5724538"/>
              <a:gd name="connsiteX1547" fmla="*/ 1862193 w 4840150"/>
              <a:gd name="connsiteY1547" fmla="*/ 3522717 h 5724538"/>
              <a:gd name="connsiteX1548" fmla="*/ 1889943 w 4840150"/>
              <a:gd name="connsiteY1548" fmla="*/ 3516235 h 5724538"/>
              <a:gd name="connsiteX1549" fmla="*/ 1703658 w 4840150"/>
              <a:gd name="connsiteY1549" fmla="*/ 3512435 h 5724538"/>
              <a:gd name="connsiteX1550" fmla="*/ 1771691 w 4840150"/>
              <a:gd name="connsiteY1550" fmla="*/ 3553227 h 5724538"/>
              <a:gd name="connsiteX1551" fmla="*/ 1756844 w 4840150"/>
              <a:gd name="connsiteY1551" fmla="*/ 3662102 h 5724538"/>
              <a:gd name="connsiteX1552" fmla="*/ 1751487 w 4840150"/>
              <a:gd name="connsiteY1552" fmla="*/ 3665021 h 5724538"/>
              <a:gd name="connsiteX1553" fmla="*/ 1655393 w 4840150"/>
              <a:gd name="connsiteY1553" fmla="*/ 3632409 h 5724538"/>
              <a:gd name="connsiteX1554" fmla="*/ 1654799 w 4840150"/>
              <a:gd name="connsiteY1554" fmla="*/ 3631592 h 5724538"/>
              <a:gd name="connsiteX1555" fmla="*/ 1672714 w 4840150"/>
              <a:gd name="connsiteY1555" fmla="*/ 3521059 h 5724538"/>
              <a:gd name="connsiteX1556" fmla="*/ 1676022 w 4840150"/>
              <a:gd name="connsiteY1556" fmla="*/ 3519377 h 5724538"/>
              <a:gd name="connsiteX1557" fmla="*/ 1703658 w 4840150"/>
              <a:gd name="connsiteY1557" fmla="*/ 3512435 h 5724538"/>
              <a:gd name="connsiteX1558" fmla="*/ 1135543 w 4840150"/>
              <a:gd name="connsiteY1558" fmla="*/ 3506055 h 5724538"/>
              <a:gd name="connsiteX1559" fmla="*/ 1172886 w 4840150"/>
              <a:gd name="connsiteY1559" fmla="*/ 3528482 h 5724538"/>
              <a:gd name="connsiteX1560" fmla="*/ 1174937 w 4840150"/>
              <a:gd name="connsiteY1560" fmla="*/ 3531452 h 5724538"/>
              <a:gd name="connsiteX1561" fmla="*/ 1158040 w 4840150"/>
              <a:gd name="connsiteY1561" fmla="*/ 3610139 h 5724538"/>
              <a:gd name="connsiteX1562" fmla="*/ 1081402 w 4840150"/>
              <a:gd name="connsiteY1562" fmla="*/ 3596208 h 5724538"/>
              <a:gd name="connsiteX1563" fmla="*/ 1093280 w 4840150"/>
              <a:gd name="connsiteY1563" fmla="*/ 3516605 h 5724538"/>
              <a:gd name="connsiteX1564" fmla="*/ 1135543 w 4840150"/>
              <a:gd name="connsiteY1564" fmla="*/ 3506055 h 5724538"/>
              <a:gd name="connsiteX1565" fmla="*/ 4326850 w 4840150"/>
              <a:gd name="connsiteY1565" fmla="*/ 3505903 h 5724538"/>
              <a:gd name="connsiteX1566" fmla="*/ 4340150 w 4840150"/>
              <a:gd name="connsiteY1566" fmla="*/ 3523533 h 5724538"/>
              <a:gd name="connsiteX1567" fmla="*/ 4340150 w 4840150"/>
              <a:gd name="connsiteY1567" fmla="*/ 3573021 h 5724538"/>
              <a:gd name="connsiteX1568" fmla="*/ 4307982 w 4840150"/>
              <a:gd name="connsiteY1568" fmla="*/ 3558175 h 5724538"/>
              <a:gd name="connsiteX1569" fmla="*/ 4307982 w 4840150"/>
              <a:gd name="connsiteY1569" fmla="*/ 3508686 h 5724538"/>
              <a:gd name="connsiteX1570" fmla="*/ 4326850 w 4840150"/>
              <a:gd name="connsiteY1570" fmla="*/ 3505903 h 5724538"/>
              <a:gd name="connsiteX1571" fmla="*/ 1320265 w 4840150"/>
              <a:gd name="connsiteY1571" fmla="*/ 3499749 h 5724538"/>
              <a:gd name="connsiteX1572" fmla="*/ 1383206 w 4840150"/>
              <a:gd name="connsiteY1572" fmla="*/ 3538380 h 5724538"/>
              <a:gd name="connsiteX1573" fmla="*/ 1383255 w 4840150"/>
              <a:gd name="connsiteY1573" fmla="*/ 3538454 h 5724538"/>
              <a:gd name="connsiteX1574" fmla="*/ 1365885 w 4840150"/>
              <a:gd name="connsiteY1574" fmla="*/ 3634883 h 5724538"/>
              <a:gd name="connsiteX1575" fmla="*/ 1274913 w 4840150"/>
              <a:gd name="connsiteY1575" fmla="*/ 3612687 h 5724538"/>
              <a:gd name="connsiteX1576" fmla="*/ 1289178 w 4840150"/>
              <a:gd name="connsiteY1576" fmla="*/ 3508687 h 5724538"/>
              <a:gd name="connsiteX1577" fmla="*/ 1294468 w 4840150"/>
              <a:gd name="connsiteY1577" fmla="*/ 3505940 h 5724538"/>
              <a:gd name="connsiteX1578" fmla="*/ 1320265 w 4840150"/>
              <a:gd name="connsiteY1578" fmla="*/ 3499749 h 5724538"/>
              <a:gd name="connsiteX1579" fmla="*/ 4397061 w 4840150"/>
              <a:gd name="connsiteY1579" fmla="*/ 3493840 h 5724538"/>
              <a:gd name="connsiteX1580" fmla="*/ 4411907 w 4840150"/>
              <a:gd name="connsiteY1580" fmla="*/ 3493840 h 5724538"/>
              <a:gd name="connsiteX1581" fmla="*/ 4411907 w 4840150"/>
              <a:gd name="connsiteY1581" fmla="*/ 3513635 h 5724538"/>
              <a:gd name="connsiteX1582" fmla="*/ 4397061 w 4840150"/>
              <a:gd name="connsiteY1582" fmla="*/ 3513635 h 5724538"/>
              <a:gd name="connsiteX1583" fmla="*/ 4397061 w 4840150"/>
              <a:gd name="connsiteY1583" fmla="*/ 3493840 h 5724538"/>
              <a:gd name="connsiteX1584" fmla="*/ 4746265 w 4840150"/>
              <a:gd name="connsiteY1584" fmla="*/ 3489820 h 5724538"/>
              <a:gd name="connsiteX1585" fmla="*/ 4758328 w 4840150"/>
              <a:gd name="connsiteY1585" fmla="*/ 3506213 h 5724538"/>
              <a:gd name="connsiteX1586" fmla="*/ 4758328 w 4840150"/>
              <a:gd name="connsiteY1586" fmla="*/ 3553227 h 5724538"/>
              <a:gd name="connsiteX1587" fmla="*/ 4728635 w 4840150"/>
              <a:gd name="connsiteY1587" fmla="*/ 3538380 h 5724538"/>
              <a:gd name="connsiteX1588" fmla="*/ 4728635 w 4840150"/>
              <a:gd name="connsiteY1588" fmla="*/ 3493841 h 5724538"/>
              <a:gd name="connsiteX1589" fmla="*/ 4746265 w 4840150"/>
              <a:gd name="connsiteY1589" fmla="*/ 3489820 h 5724538"/>
              <a:gd name="connsiteX1590" fmla="*/ 4164774 w 4840150"/>
              <a:gd name="connsiteY1590" fmla="*/ 3466003 h 5724538"/>
              <a:gd name="connsiteX1591" fmla="*/ 4176836 w 4840150"/>
              <a:gd name="connsiteY1591" fmla="*/ 3481468 h 5724538"/>
              <a:gd name="connsiteX1592" fmla="*/ 4176836 w 4840150"/>
              <a:gd name="connsiteY1592" fmla="*/ 3526008 h 5724538"/>
              <a:gd name="connsiteX1593" fmla="*/ 4147143 w 4840150"/>
              <a:gd name="connsiteY1593" fmla="*/ 3513635 h 5724538"/>
              <a:gd name="connsiteX1594" fmla="*/ 4147143 w 4840150"/>
              <a:gd name="connsiteY1594" fmla="*/ 3469096 h 5724538"/>
              <a:gd name="connsiteX1595" fmla="*/ 4164774 w 4840150"/>
              <a:gd name="connsiteY1595" fmla="*/ 3466003 h 5724538"/>
              <a:gd name="connsiteX1596" fmla="*/ 4471293 w 4840150"/>
              <a:gd name="connsiteY1596" fmla="*/ 3444351 h 5724538"/>
              <a:gd name="connsiteX1597" fmla="*/ 4483666 w 4840150"/>
              <a:gd name="connsiteY1597" fmla="*/ 3444351 h 5724538"/>
              <a:gd name="connsiteX1598" fmla="*/ 4483666 w 4840150"/>
              <a:gd name="connsiteY1598" fmla="*/ 3464146 h 5724538"/>
              <a:gd name="connsiteX1599" fmla="*/ 4471293 w 4840150"/>
              <a:gd name="connsiteY1599" fmla="*/ 3461672 h 5724538"/>
              <a:gd name="connsiteX1600" fmla="*/ 4471293 w 4840150"/>
              <a:gd name="connsiteY1600" fmla="*/ 3444351 h 5724538"/>
              <a:gd name="connsiteX1601" fmla="*/ 4798537 w 4840150"/>
              <a:gd name="connsiteY1601" fmla="*/ 3439403 h 5724538"/>
              <a:gd name="connsiteX1602" fmla="*/ 4817714 w 4840150"/>
              <a:gd name="connsiteY1602" fmla="*/ 3459198 h 5724538"/>
              <a:gd name="connsiteX1603" fmla="*/ 4817714 w 4840150"/>
              <a:gd name="connsiteY1603" fmla="*/ 3513635 h 5724538"/>
              <a:gd name="connsiteX1604" fmla="*/ 4783072 w 4840150"/>
              <a:gd name="connsiteY1604" fmla="*/ 3498789 h 5724538"/>
              <a:gd name="connsiteX1605" fmla="*/ 4783072 w 4840150"/>
              <a:gd name="connsiteY1605" fmla="*/ 3441877 h 5724538"/>
              <a:gd name="connsiteX1606" fmla="*/ 4798537 w 4840150"/>
              <a:gd name="connsiteY1606" fmla="*/ 3439403 h 5724538"/>
              <a:gd name="connsiteX1607" fmla="*/ 4256328 w 4840150"/>
              <a:gd name="connsiteY1607" fmla="*/ 3431052 h 5724538"/>
              <a:gd name="connsiteX1608" fmla="*/ 4268390 w 4840150"/>
              <a:gd name="connsiteY1608" fmla="*/ 3446826 h 5724538"/>
              <a:gd name="connsiteX1609" fmla="*/ 4268390 w 4840150"/>
              <a:gd name="connsiteY1609" fmla="*/ 3491365 h 5724538"/>
              <a:gd name="connsiteX1610" fmla="*/ 4238697 w 4840150"/>
              <a:gd name="connsiteY1610" fmla="*/ 3478993 h 5724538"/>
              <a:gd name="connsiteX1611" fmla="*/ 4238697 w 4840150"/>
              <a:gd name="connsiteY1611" fmla="*/ 3431979 h 5724538"/>
              <a:gd name="connsiteX1612" fmla="*/ 4256328 w 4840150"/>
              <a:gd name="connsiteY1612" fmla="*/ 3431052 h 5724538"/>
              <a:gd name="connsiteX1613" fmla="*/ 2299982 w 4840150"/>
              <a:gd name="connsiteY1613" fmla="*/ 3418370 h 5724538"/>
              <a:gd name="connsiteX1614" fmla="*/ 2311117 w 4840150"/>
              <a:gd name="connsiteY1614" fmla="*/ 3429505 h 5724538"/>
              <a:gd name="connsiteX1615" fmla="*/ 2311117 w 4840150"/>
              <a:gd name="connsiteY1615" fmla="*/ 3464147 h 5724538"/>
              <a:gd name="connsiteX1616" fmla="*/ 2281424 w 4840150"/>
              <a:gd name="connsiteY1616" fmla="*/ 3461673 h 5724538"/>
              <a:gd name="connsiteX1617" fmla="*/ 2281424 w 4840150"/>
              <a:gd name="connsiteY1617" fmla="*/ 3429505 h 5724538"/>
              <a:gd name="connsiteX1618" fmla="*/ 2299982 w 4840150"/>
              <a:gd name="connsiteY1618" fmla="*/ 3418370 h 5724538"/>
              <a:gd name="connsiteX1619" fmla="*/ 2125225 w 4840150"/>
              <a:gd name="connsiteY1619" fmla="*/ 3404761 h 5724538"/>
              <a:gd name="connsiteX1620" fmla="*/ 2147804 w 4840150"/>
              <a:gd name="connsiteY1620" fmla="*/ 3424556 h 5724538"/>
              <a:gd name="connsiteX1621" fmla="*/ 2147804 w 4840150"/>
              <a:gd name="connsiteY1621" fmla="*/ 3476519 h 5724538"/>
              <a:gd name="connsiteX1622" fmla="*/ 2100790 w 4840150"/>
              <a:gd name="connsiteY1622" fmla="*/ 3459198 h 5724538"/>
              <a:gd name="connsiteX1623" fmla="*/ 2100790 w 4840150"/>
              <a:gd name="connsiteY1623" fmla="*/ 3407235 h 5724538"/>
              <a:gd name="connsiteX1624" fmla="*/ 2125225 w 4840150"/>
              <a:gd name="connsiteY1624" fmla="*/ 3404761 h 5724538"/>
              <a:gd name="connsiteX1625" fmla="*/ 4538723 w 4840150"/>
              <a:gd name="connsiteY1625" fmla="*/ 3397453 h 5724538"/>
              <a:gd name="connsiteX1626" fmla="*/ 4555424 w 4840150"/>
              <a:gd name="connsiteY1626" fmla="*/ 3404760 h 5724538"/>
              <a:gd name="connsiteX1627" fmla="*/ 4555424 w 4840150"/>
              <a:gd name="connsiteY1627" fmla="*/ 3436928 h 5724538"/>
              <a:gd name="connsiteX1628" fmla="*/ 4533155 w 4840150"/>
              <a:gd name="connsiteY1628" fmla="*/ 3436928 h 5724538"/>
              <a:gd name="connsiteX1629" fmla="*/ 4533155 w 4840150"/>
              <a:gd name="connsiteY1629" fmla="*/ 3404760 h 5724538"/>
              <a:gd name="connsiteX1630" fmla="*/ 4538723 w 4840150"/>
              <a:gd name="connsiteY1630" fmla="*/ 3397453 h 5724538"/>
              <a:gd name="connsiteX1631" fmla="*/ 1952234 w 4840150"/>
              <a:gd name="connsiteY1631" fmla="*/ 3383465 h 5724538"/>
              <a:gd name="connsiteX1632" fmla="*/ 1979543 w 4840150"/>
              <a:gd name="connsiteY1632" fmla="*/ 3409709 h 5724538"/>
              <a:gd name="connsiteX1633" fmla="*/ 1979543 w 4840150"/>
              <a:gd name="connsiteY1633" fmla="*/ 3483942 h 5724538"/>
              <a:gd name="connsiteX1634" fmla="*/ 1912734 w 4840150"/>
              <a:gd name="connsiteY1634" fmla="*/ 3459198 h 5724538"/>
              <a:gd name="connsiteX1635" fmla="*/ 1912734 w 4840150"/>
              <a:gd name="connsiteY1635" fmla="*/ 3384965 h 5724538"/>
              <a:gd name="connsiteX1636" fmla="*/ 1914364 w 4840150"/>
              <a:gd name="connsiteY1636" fmla="*/ 3384223 h 5724538"/>
              <a:gd name="connsiteX1637" fmla="*/ 1952234 w 4840150"/>
              <a:gd name="connsiteY1637" fmla="*/ 3383465 h 5724538"/>
              <a:gd name="connsiteX1638" fmla="*/ 4326154 w 4840150"/>
              <a:gd name="connsiteY1638" fmla="*/ 3377233 h 5724538"/>
              <a:gd name="connsiteX1639" fmla="*/ 4357470 w 4840150"/>
              <a:gd name="connsiteY1639" fmla="*/ 3402286 h 5724538"/>
              <a:gd name="connsiteX1640" fmla="*/ 4357470 w 4840150"/>
              <a:gd name="connsiteY1640" fmla="*/ 3464147 h 5724538"/>
              <a:gd name="connsiteX1641" fmla="*/ 4315405 w 4840150"/>
              <a:gd name="connsiteY1641" fmla="*/ 3444351 h 5724538"/>
              <a:gd name="connsiteX1642" fmla="*/ 4315405 w 4840150"/>
              <a:gd name="connsiteY1642" fmla="*/ 3382491 h 5724538"/>
              <a:gd name="connsiteX1643" fmla="*/ 4326154 w 4840150"/>
              <a:gd name="connsiteY1643" fmla="*/ 3377233 h 5724538"/>
              <a:gd name="connsiteX1644" fmla="*/ 4736367 w 4840150"/>
              <a:gd name="connsiteY1644" fmla="*/ 3370738 h 5724538"/>
              <a:gd name="connsiteX1645" fmla="*/ 4748429 w 4840150"/>
              <a:gd name="connsiteY1645" fmla="*/ 3387440 h 5724538"/>
              <a:gd name="connsiteX1646" fmla="*/ 4748429 w 4840150"/>
              <a:gd name="connsiteY1646" fmla="*/ 3434454 h 5724538"/>
              <a:gd name="connsiteX1647" fmla="*/ 4718736 w 4840150"/>
              <a:gd name="connsiteY1647" fmla="*/ 3419608 h 5724538"/>
              <a:gd name="connsiteX1648" fmla="*/ 4718736 w 4840150"/>
              <a:gd name="connsiteY1648" fmla="*/ 3372593 h 5724538"/>
              <a:gd name="connsiteX1649" fmla="*/ 4736367 w 4840150"/>
              <a:gd name="connsiteY1649" fmla="*/ 3370738 h 5724538"/>
              <a:gd name="connsiteX1650" fmla="*/ 1570461 w 4840150"/>
              <a:gd name="connsiteY1650" fmla="*/ 3368262 h 5724538"/>
              <a:gd name="connsiteX1651" fmla="*/ 1618277 w 4840150"/>
              <a:gd name="connsiteY1651" fmla="*/ 3389914 h 5724538"/>
              <a:gd name="connsiteX1652" fmla="*/ 1620261 w 4840150"/>
              <a:gd name="connsiteY1652" fmla="*/ 3391893 h 5724538"/>
              <a:gd name="connsiteX1653" fmla="*/ 1618277 w 4840150"/>
              <a:gd name="connsiteY1653" fmla="*/ 3444351 h 5724538"/>
              <a:gd name="connsiteX1654" fmla="*/ 1566314 w 4840150"/>
              <a:gd name="connsiteY1654" fmla="*/ 3427030 h 5724538"/>
              <a:gd name="connsiteX1655" fmla="*/ 1566314 w 4840150"/>
              <a:gd name="connsiteY1655" fmla="*/ 3370118 h 5724538"/>
              <a:gd name="connsiteX1656" fmla="*/ 1570461 w 4840150"/>
              <a:gd name="connsiteY1656" fmla="*/ 3368262 h 5724538"/>
              <a:gd name="connsiteX1657" fmla="*/ 4410052 w 4840150"/>
              <a:gd name="connsiteY1657" fmla="*/ 3364242 h 5724538"/>
              <a:gd name="connsiteX1658" fmla="*/ 4416856 w 4840150"/>
              <a:gd name="connsiteY1658" fmla="*/ 3372593 h 5724538"/>
              <a:gd name="connsiteX1659" fmla="*/ 4416856 w 4840150"/>
              <a:gd name="connsiteY1659" fmla="*/ 3397337 h 5724538"/>
              <a:gd name="connsiteX1660" fmla="*/ 4399536 w 4840150"/>
              <a:gd name="connsiteY1660" fmla="*/ 3399811 h 5724538"/>
              <a:gd name="connsiteX1661" fmla="*/ 4399536 w 4840150"/>
              <a:gd name="connsiteY1661" fmla="*/ 3372593 h 5724538"/>
              <a:gd name="connsiteX1662" fmla="*/ 4410052 w 4840150"/>
              <a:gd name="connsiteY1662" fmla="*/ 3364242 h 5724538"/>
              <a:gd name="connsiteX1663" fmla="*/ 1405648 w 4840150"/>
              <a:gd name="connsiteY1663" fmla="*/ 3359710 h 5724538"/>
              <a:gd name="connsiteX1664" fmla="*/ 1425271 w 4840150"/>
              <a:gd name="connsiteY1664" fmla="*/ 3375067 h 5724538"/>
              <a:gd name="connsiteX1665" fmla="*/ 1425271 w 4840150"/>
              <a:gd name="connsiteY1665" fmla="*/ 3419607 h 5724538"/>
              <a:gd name="connsiteX1666" fmla="*/ 1418578 w 4840150"/>
              <a:gd name="connsiteY1666" fmla="*/ 3422947 h 5724538"/>
              <a:gd name="connsiteX1667" fmla="*/ 1380731 w 4840150"/>
              <a:gd name="connsiteY1667" fmla="*/ 3404760 h 5724538"/>
              <a:gd name="connsiteX1668" fmla="*/ 1380731 w 4840150"/>
              <a:gd name="connsiteY1668" fmla="*/ 3360221 h 5724538"/>
              <a:gd name="connsiteX1669" fmla="*/ 1405648 w 4840150"/>
              <a:gd name="connsiteY1669" fmla="*/ 3359710 h 5724538"/>
              <a:gd name="connsiteX1670" fmla="*/ 4196014 w 4840150"/>
              <a:gd name="connsiteY1670" fmla="*/ 3357128 h 5724538"/>
              <a:gd name="connsiteX1671" fmla="*/ 4206530 w 4840150"/>
              <a:gd name="connsiteY1671" fmla="*/ 3370118 h 5724538"/>
              <a:gd name="connsiteX1672" fmla="*/ 4206530 w 4840150"/>
              <a:gd name="connsiteY1672" fmla="*/ 3407235 h 5724538"/>
              <a:gd name="connsiteX1673" fmla="*/ 4181786 w 4840150"/>
              <a:gd name="connsiteY1673" fmla="*/ 3407235 h 5724538"/>
              <a:gd name="connsiteX1674" fmla="*/ 4181786 w 4840150"/>
              <a:gd name="connsiteY1674" fmla="*/ 3370118 h 5724538"/>
              <a:gd name="connsiteX1675" fmla="*/ 4196014 w 4840150"/>
              <a:gd name="connsiteY1675" fmla="*/ 3357128 h 5724538"/>
              <a:gd name="connsiteX1676" fmla="*/ 4603715 w 4840150"/>
              <a:gd name="connsiteY1676" fmla="*/ 3356433 h 5724538"/>
              <a:gd name="connsiteX1677" fmla="*/ 4617285 w 4840150"/>
              <a:gd name="connsiteY1677" fmla="*/ 3362696 h 5724538"/>
              <a:gd name="connsiteX1678" fmla="*/ 4617285 w 4840150"/>
              <a:gd name="connsiteY1678" fmla="*/ 3389914 h 5724538"/>
              <a:gd name="connsiteX1679" fmla="*/ 4599964 w 4840150"/>
              <a:gd name="connsiteY1679" fmla="*/ 3389914 h 5724538"/>
              <a:gd name="connsiteX1680" fmla="*/ 4599964 w 4840150"/>
              <a:gd name="connsiteY1680" fmla="*/ 3362696 h 5724538"/>
              <a:gd name="connsiteX1681" fmla="*/ 4603715 w 4840150"/>
              <a:gd name="connsiteY1681" fmla="*/ 3356433 h 5724538"/>
              <a:gd name="connsiteX1682" fmla="*/ 1763320 w 4840150"/>
              <a:gd name="connsiteY1682" fmla="*/ 3337248 h 5724538"/>
              <a:gd name="connsiteX1683" fmla="*/ 1840975 w 4840150"/>
              <a:gd name="connsiteY1683" fmla="*/ 3382490 h 5724538"/>
              <a:gd name="connsiteX1684" fmla="*/ 1823654 w 4840150"/>
              <a:gd name="connsiteY1684" fmla="*/ 3498789 h 5724538"/>
              <a:gd name="connsiteX1685" fmla="*/ 1822226 w 4840150"/>
              <a:gd name="connsiteY1685" fmla="*/ 3499531 h 5724538"/>
              <a:gd name="connsiteX1686" fmla="*/ 1712305 w 4840150"/>
              <a:gd name="connsiteY1686" fmla="*/ 3464147 h 5724538"/>
              <a:gd name="connsiteX1687" fmla="*/ 1732100 w 4840150"/>
              <a:gd name="connsiteY1687" fmla="*/ 3345374 h 5724538"/>
              <a:gd name="connsiteX1688" fmla="*/ 1763320 w 4840150"/>
              <a:gd name="connsiteY1688" fmla="*/ 3337248 h 5724538"/>
              <a:gd name="connsiteX1689" fmla="*/ 1211480 w 4840150"/>
              <a:gd name="connsiteY1689" fmla="*/ 3330246 h 5724538"/>
              <a:gd name="connsiteX1690" fmla="*/ 1237221 w 4840150"/>
              <a:gd name="connsiteY1690" fmla="*/ 3350323 h 5724538"/>
              <a:gd name="connsiteX1691" fmla="*/ 1239642 w 4840150"/>
              <a:gd name="connsiteY1691" fmla="*/ 3352748 h 5724538"/>
              <a:gd name="connsiteX1692" fmla="*/ 1237221 w 4840150"/>
              <a:gd name="connsiteY1692" fmla="*/ 3412184 h 5724538"/>
              <a:gd name="connsiteX1693" fmla="*/ 1228399 w 4840150"/>
              <a:gd name="connsiteY1693" fmla="*/ 3417306 h 5724538"/>
              <a:gd name="connsiteX1694" fmla="*/ 1162988 w 4840150"/>
              <a:gd name="connsiteY1694" fmla="*/ 3392388 h 5724538"/>
              <a:gd name="connsiteX1695" fmla="*/ 1179072 w 4840150"/>
              <a:gd name="connsiteY1695" fmla="*/ 3334239 h 5724538"/>
              <a:gd name="connsiteX1696" fmla="*/ 1211480 w 4840150"/>
              <a:gd name="connsiteY1696" fmla="*/ 3330246 h 5724538"/>
              <a:gd name="connsiteX1697" fmla="*/ 4472183 w 4840150"/>
              <a:gd name="connsiteY1697" fmla="*/ 3325309 h 5724538"/>
              <a:gd name="connsiteX1698" fmla="*/ 4477171 w 4840150"/>
              <a:gd name="connsiteY1698" fmla="*/ 3325889 h 5724538"/>
              <a:gd name="connsiteX1699" fmla="*/ 4483666 w 4840150"/>
              <a:gd name="connsiteY1699" fmla="*/ 3330528 h 5724538"/>
              <a:gd name="connsiteX1700" fmla="*/ 4483666 w 4840150"/>
              <a:gd name="connsiteY1700" fmla="*/ 3352798 h 5724538"/>
              <a:gd name="connsiteX1701" fmla="*/ 4468819 w 4840150"/>
              <a:gd name="connsiteY1701" fmla="*/ 3352798 h 5724538"/>
              <a:gd name="connsiteX1702" fmla="*/ 4468819 w 4840150"/>
              <a:gd name="connsiteY1702" fmla="*/ 3330528 h 5724538"/>
              <a:gd name="connsiteX1703" fmla="*/ 4472183 w 4840150"/>
              <a:gd name="connsiteY1703" fmla="*/ 3325309 h 5724538"/>
              <a:gd name="connsiteX1704" fmla="*/ 4266535 w 4840150"/>
              <a:gd name="connsiteY1704" fmla="*/ 3315063 h 5724538"/>
              <a:gd name="connsiteX1705" fmla="*/ 4278288 w 4840150"/>
              <a:gd name="connsiteY1705" fmla="*/ 3328053 h 5724538"/>
              <a:gd name="connsiteX1706" fmla="*/ 4278288 w 4840150"/>
              <a:gd name="connsiteY1706" fmla="*/ 3370119 h 5724538"/>
              <a:gd name="connsiteX1707" fmla="*/ 4251070 w 4840150"/>
              <a:gd name="connsiteY1707" fmla="*/ 3367644 h 5724538"/>
              <a:gd name="connsiteX1708" fmla="*/ 4251070 w 4840150"/>
              <a:gd name="connsiteY1708" fmla="*/ 3328053 h 5724538"/>
              <a:gd name="connsiteX1709" fmla="*/ 4266535 w 4840150"/>
              <a:gd name="connsiteY1709" fmla="*/ 3315063 h 5724538"/>
              <a:gd name="connsiteX1710" fmla="*/ 1028410 w 4840150"/>
              <a:gd name="connsiteY1710" fmla="*/ 3301716 h 5724538"/>
              <a:gd name="connsiteX1711" fmla="*/ 1059064 w 4840150"/>
              <a:gd name="connsiteY1711" fmla="*/ 3325579 h 5724538"/>
              <a:gd name="connsiteX1712" fmla="*/ 1044215 w 4840150"/>
              <a:gd name="connsiteY1712" fmla="*/ 3392389 h 5724538"/>
              <a:gd name="connsiteX1713" fmla="*/ 974931 w 4840150"/>
              <a:gd name="connsiteY1713" fmla="*/ 3372593 h 5724538"/>
              <a:gd name="connsiteX1714" fmla="*/ 970596 w 4840150"/>
              <a:gd name="connsiteY1714" fmla="*/ 3365788 h 5724538"/>
              <a:gd name="connsiteX1715" fmla="*/ 989779 w 4840150"/>
              <a:gd name="connsiteY1715" fmla="*/ 3305783 h 5724538"/>
              <a:gd name="connsiteX1716" fmla="*/ 1028410 w 4840150"/>
              <a:gd name="connsiteY1716" fmla="*/ 3301716 h 5724538"/>
              <a:gd name="connsiteX1717" fmla="*/ 4668320 w 4840150"/>
              <a:gd name="connsiteY1717" fmla="*/ 3292174 h 5724538"/>
              <a:gd name="connsiteX1718" fmla="*/ 4681620 w 4840150"/>
              <a:gd name="connsiteY1718" fmla="*/ 3310733 h 5724538"/>
              <a:gd name="connsiteX1719" fmla="*/ 4681620 w 4840150"/>
              <a:gd name="connsiteY1719" fmla="*/ 3360221 h 5724538"/>
              <a:gd name="connsiteX1720" fmla="*/ 4649452 w 4840150"/>
              <a:gd name="connsiteY1720" fmla="*/ 3345375 h 5724538"/>
              <a:gd name="connsiteX1721" fmla="*/ 4649452 w 4840150"/>
              <a:gd name="connsiteY1721" fmla="*/ 3295886 h 5724538"/>
              <a:gd name="connsiteX1722" fmla="*/ 4668320 w 4840150"/>
              <a:gd name="connsiteY1722" fmla="*/ 3292174 h 5724538"/>
              <a:gd name="connsiteX1723" fmla="*/ 809812 w 4840150"/>
              <a:gd name="connsiteY1723" fmla="*/ 3287241 h 5724538"/>
              <a:gd name="connsiteX1724" fmla="*/ 833886 w 4840150"/>
              <a:gd name="connsiteY1724" fmla="*/ 3305783 h 5724538"/>
              <a:gd name="connsiteX1725" fmla="*/ 833886 w 4840150"/>
              <a:gd name="connsiteY1725" fmla="*/ 3360221 h 5724538"/>
              <a:gd name="connsiteX1726" fmla="*/ 822869 w 4840150"/>
              <a:gd name="connsiteY1726" fmla="*/ 3366827 h 5724538"/>
              <a:gd name="connsiteX1727" fmla="*/ 764602 w 4840150"/>
              <a:gd name="connsiteY1727" fmla="*/ 3342900 h 5724538"/>
              <a:gd name="connsiteX1728" fmla="*/ 761730 w 4840150"/>
              <a:gd name="connsiteY1728" fmla="*/ 3337877 h 5724538"/>
              <a:gd name="connsiteX1729" fmla="*/ 779451 w 4840150"/>
              <a:gd name="connsiteY1729" fmla="*/ 3288462 h 5724538"/>
              <a:gd name="connsiteX1730" fmla="*/ 809812 w 4840150"/>
              <a:gd name="connsiteY1730" fmla="*/ 3287241 h 5724538"/>
              <a:gd name="connsiteX1731" fmla="*/ 4340768 w 4840150"/>
              <a:gd name="connsiteY1731" fmla="*/ 3276399 h 5724538"/>
              <a:gd name="connsiteX1732" fmla="*/ 4350046 w 4840150"/>
              <a:gd name="connsiteY1732" fmla="*/ 3290937 h 5724538"/>
              <a:gd name="connsiteX1733" fmla="*/ 4350046 w 4840150"/>
              <a:gd name="connsiteY1733" fmla="*/ 3325579 h 5724538"/>
              <a:gd name="connsiteX1734" fmla="*/ 4327777 w 4840150"/>
              <a:gd name="connsiteY1734" fmla="*/ 3313207 h 5724538"/>
              <a:gd name="connsiteX1735" fmla="*/ 4327777 w 4840150"/>
              <a:gd name="connsiteY1735" fmla="*/ 3278564 h 5724538"/>
              <a:gd name="connsiteX1736" fmla="*/ 4340768 w 4840150"/>
              <a:gd name="connsiteY1736" fmla="*/ 3276399 h 5724538"/>
              <a:gd name="connsiteX1737" fmla="*/ 4532073 w 4840150"/>
              <a:gd name="connsiteY1737" fmla="*/ 3272688 h 5724538"/>
              <a:gd name="connsiteX1738" fmla="*/ 4552950 w 4840150"/>
              <a:gd name="connsiteY1738" fmla="*/ 3281039 h 5724538"/>
              <a:gd name="connsiteX1739" fmla="*/ 4552950 w 4840150"/>
              <a:gd name="connsiteY1739" fmla="*/ 3320630 h 5724538"/>
              <a:gd name="connsiteX1740" fmla="*/ 4525732 w 4840150"/>
              <a:gd name="connsiteY1740" fmla="*/ 3320630 h 5724538"/>
              <a:gd name="connsiteX1741" fmla="*/ 4525732 w 4840150"/>
              <a:gd name="connsiteY1741" fmla="*/ 3281039 h 5724538"/>
              <a:gd name="connsiteX1742" fmla="*/ 4532073 w 4840150"/>
              <a:gd name="connsiteY1742" fmla="*/ 3272688 h 5724538"/>
              <a:gd name="connsiteX1743" fmla="*/ 4719355 w 4840150"/>
              <a:gd name="connsiteY1743" fmla="*/ 3255367 h 5724538"/>
              <a:gd name="connsiteX1744" fmla="*/ 4731108 w 4840150"/>
              <a:gd name="connsiteY1744" fmla="*/ 3271142 h 5724538"/>
              <a:gd name="connsiteX1745" fmla="*/ 4731108 w 4840150"/>
              <a:gd name="connsiteY1745" fmla="*/ 3313207 h 5724538"/>
              <a:gd name="connsiteX1746" fmla="*/ 4703890 w 4840150"/>
              <a:gd name="connsiteY1746" fmla="*/ 3300835 h 5724538"/>
              <a:gd name="connsiteX1747" fmla="*/ 4703890 w 4840150"/>
              <a:gd name="connsiteY1747" fmla="*/ 3256295 h 5724538"/>
              <a:gd name="connsiteX1748" fmla="*/ 4719355 w 4840150"/>
              <a:gd name="connsiteY1748" fmla="*/ 3255367 h 5724538"/>
              <a:gd name="connsiteX1749" fmla="*/ 1983690 w 4840150"/>
              <a:gd name="connsiteY1749" fmla="*/ 3237119 h 5724538"/>
              <a:gd name="connsiteX1750" fmla="*/ 2031506 w 4840150"/>
              <a:gd name="connsiteY1750" fmla="*/ 3258770 h 5724538"/>
              <a:gd name="connsiteX1751" fmla="*/ 2031506 w 4840150"/>
              <a:gd name="connsiteY1751" fmla="*/ 3310733 h 5724538"/>
              <a:gd name="connsiteX1752" fmla="*/ 2028552 w 4840150"/>
              <a:gd name="connsiteY1752" fmla="*/ 3312217 h 5724538"/>
              <a:gd name="connsiteX1753" fmla="*/ 1979543 w 4840150"/>
              <a:gd name="connsiteY1753" fmla="*/ 3293412 h 5724538"/>
              <a:gd name="connsiteX1754" fmla="*/ 1977559 w 4840150"/>
              <a:gd name="connsiteY1754" fmla="*/ 3291432 h 5724538"/>
              <a:gd name="connsiteX1755" fmla="*/ 1979543 w 4840150"/>
              <a:gd name="connsiteY1755" fmla="*/ 3238974 h 5724538"/>
              <a:gd name="connsiteX1756" fmla="*/ 1983690 w 4840150"/>
              <a:gd name="connsiteY1756" fmla="*/ 3237119 h 5724538"/>
              <a:gd name="connsiteX1757" fmla="*/ 4406340 w 4840150"/>
              <a:gd name="connsiteY1757" fmla="*/ 3234334 h 5724538"/>
              <a:gd name="connsiteX1758" fmla="*/ 4416856 w 4840150"/>
              <a:gd name="connsiteY1758" fmla="*/ 3248872 h 5724538"/>
              <a:gd name="connsiteX1759" fmla="*/ 4416856 w 4840150"/>
              <a:gd name="connsiteY1759" fmla="*/ 3283514 h 5724538"/>
              <a:gd name="connsiteX1760" fmla="*/ 4392111 w 4840150"/>
              <a:gd name="connsiteY1760" fmla="*/ 3271142 h 5724538"/>
              <a:gd name="connsiteX1761" fmla="*/ 4392111 w 4840150"/>
              <a:gd name="connsiteY1761" fmla="*/ 3236499 h 5724538"/>
              <a:gd name="connsiteX1762" fmla="*/ 4406340 w 4840150"/>
              <a:gd name="connsiteY1762" fmla="*/ 3234334 h 5724538"/>
              <a:gd name="connsiteX1763" fmla="*/ 4194467 w 4840150"/>
              <a:gd name="connsiteY1763" fmla="*/ 3234334 h 5724538"/>
              <a:gd name="connsiteX1764" fmla="*/ 4206530 w 4840150"/>
              <a:gd name="connsiteY1764" fmla="*/ 3248872 h 5724538"/>
              <a:gd name="connsiteX1765" fmla="*/ 4206530 w 4840150"/>
              <a:gd name="connsiteY1765" fmla="*/ 3288463 h 5724538"/>
              <a:gd name="connsiteX1766" fmla="*/ 4176836 w 4840150"/>
              <a:gd name="connsiteY1766" fmla="*/ 3276090 h 5724538"/>
              <a:gd name="connsiteX1767" fmla="*/ 4176836 w 4840150"/>
              <a:gd name="connsiteY1767" fmla="*/ 3236499 h 5724538"/>
              <a:gd name="connsiteX1768" fmla="*/ 4194467 w 4840150"/>
              <a:gd name="connsiteY1768" fmla="*/ 3234334 h 5724538"/>
              <a:gd name="connsiteX1769" fmla="*/ 1840839 w 4840150"/>
              <a:gd name="connsiteY1769" fmla="*/ 3208180 h 5724538"/>
              <a:gd name="connsiteX1770" fmla="*/ 1870668 w 4840150"/>
              <a:gd name="connsiteY1770" fmla="*/ 3234025 h 5724538"/>
              <a:gd name="connsiteX1771" fmla="*/ 1870668 w 4840150"/>
              <a:gd name="connsiteY1771" fmla="*/ 3305783 h 5724538"/>
              <a:gd name="connsiteX1772" fmla="*/ 1867088 w 4840150"/>
              <a:gd name="connsiteY1772" fmla="*/ 3307615 h 5724538"/>
              <a:gd name="connsiteX1773" fmla="*/ 1801384 w 4840150"/>
              <a:gd name="connsiteY1773" fmla="*/ 3283514 h 5724538"/>
              <a:gd name="connsiteX1774" fmla="*/ 1800635 w 4840150"/>
              <a:gd name="connsiteY1774" fmla="*/ 3282771 h 5724538"/>
              <a:gd name="connsiteX1775" fmla="*/ 1801384 w 4840150"/>
              <a:gd name="connsiteY1775" fmla="*/ 3209281 h 5724538"/>
              <a:gd name="connsiteX1776" fmla="*/ 1840839 w 4840150"/>
              <a:gd name="connsiteY1776" fmla="*/ 3208180 h 5724538"/>
              <a:gd name="connsiteX1777" fmla="*/ 4461628 w 4840150"/>
              <a:gd name="connsiteY1777" fmla="*/ 3200544 h 5724538"/>
              <a:gd name="connsiteX1778" fmla="*/ 4476243 w 4840150"/>
              <a:gd name="connsiteY1778" fmla="*/ 3206807 h 5724538"/>
              <a:gd name="connsiteX1779" fmla="*/ 4476243 w 4840150"/>
              <a:gd name="connsiteY1779" fmla="*/ 3236500 h 5724538"/>
              <a:gd name="connsiteX1780" fmla="*/ 4453973 w 4840150"/>
              <a:gd name="connsiteY1780" fmla="*/ 3216704 h 5724538"/>
              <a:gd name="connsiteX1781" fmla="*/ 4456447 w 4840150"/>
              <a:gd name="connsiteY1781" fmla="*/ 3206807 h 5724538"/>
              <a:gd name="connsiteX1782" fmla="*/ 4461628 w 4840150"/>
              <a:gd name="connsiteY1782" fmla="*/ 3200544 h 5724538"/>
              <a:gd name="connsiteX1783" fmla="*/ 4269627 w 4840150"/>
              <a:gd name="connsiteY1783" fmla="*/ 3179896 h 5724538"/>
              <a:gd name="connsiteX1784" fmla="*/ 4285711 w 4840150"/>
              <a:gd name="connsiteY1784" fmla="*/ 3201857 h 5724538"/>
              <a:gd name="connsiteX1785" fmla="*/ 4285711 w 4840150"/>
              <a:gd name="connsiteY1785" fmla="*/ 3258769 h 5724538"/>
              <a:gd name="connsiteX1786" fmla="*/ 4246120 w 4840150"/>
              <a:gd name="connsiteY1786" fmla="*/ 3241448 h 5724538"/>
              <a:gd name="connsiteX1787" fmla="*/ 4246120 w 4840150"/>
              <a:gd name="connsiteY1787" fmla="*/ 3182061 h 5724538"/>
              <a:gd name="connsiteX1788" fmla="*/ 4269627 w 4840150"/>
              <a:gd name="connsiteY1788" fmla="*/ 3179896 h 5724538"/>
              <a:gd name="connsiteX1789" fmla="*/ 1491407 w 4840150"/>
              <a:gd name="connsiteY1789" fmla="*/ 3178895 h 5724538"/>
              <a:gd name="connsiteX1790" fmla="*/ 1512319 w 4840150"/>
              <a:gd name="connsiteY1790" fmla="*/ 3190822 h 5724538"/>
              <a:gd name="connsiteX1791" fmla="*/ 1511876 w 4840150"/>
              <a:gd name="connsiteY1791" fmla="*/ 3253821 h 5724538"/>
              <a:gd name="connsiteX1792" fmla="*/ 1467336 w 4840150"/>
              <a:gd name="connsiteY1792" fmla="*/ 3234025 h 5724538"/>
              <a:gd name="connsiteX1793" fmla="*/ 1467336 w 4840150"/>
              <a:gd name="connsiteY1793" fmla="*/ 3179588 h 5724538"/>
              <a:gd name="connsiteX1794" fmla="*/ 1491407 w 4840150"/>
              <a:gd name="connsiteY1794" fmla="*/ 3178895 h 5724538"/>
              <a:gd name="connsiteX1795" fmla="*/ 4325302 w 4840150"/>
              <a:gd name="connsiteY1795" fmla="*/ 3172164 h 5724538"/>
              <a:gd name="connsiteX1796" fmla="*/ 4340149 w 4840150"/>
              <a:gd name="connsiteY1796" fmla="*/ 3172164 h 5724538"/>
              <a:gd name="connsiteX1797" fmla="*/ 4340149 w 4840150"/>
              <a:gd name="connsiteY1797" fmla="*/ 3194434 h 5724538"/>
              <a:gd name="connsiteX1798" fmla="*/ 4325302 w 4840150"/>
              <a:gd name="connsiteY1798" fmla="*/ 3194434 h 5724538"/>
              <a:gd name="connsiteX1799" fmla="*/ 4325302 w 4840150"/>
              <a:gd name="connsiteY1799" fmla="*/ 3172164 h 5724538"/>
              <a:gd name="connsiteX1800" fmla="*/ 1305495 w 4840150"/>
              <a:gd name="connsiteY1800" fmla="*/ 3159542 h 5724538"/>
              <a:gd name="connsiteX1801" fmla="*/ 1323820 w 4840150"/>
              <a:gd name="connsiteY1801" fmla="*/ 3174639 h 5724538"/>
              <a:gd name="connsiteX1802" fmla="*/ 1323891 w 4840150"/>
              <a:gd name="connsiteY1802" fmla="*/ 3174713 h 5724538"/>
              <a:gd name="connsiteX1803" fmla="*/ 1323820 w 4840150"/>
              <a:gd name="connsiteY1803" fmla="*/ 3216704 h 5724538"/>
              <a:gd name="connsiteX1804" fmla="*/ 1281754 w 4840150"/>
              <a:gd name="connsiteY1804" fmla="*/ 3201858 h 5724538"/>
              <a:gd name="connsiteX1805" fmla="*/ 1281682 w 4840150"/>
              <a:gd name="connsiteY1805" fmla="*/ 3201784 h 5724538"/>
              <a:gd name="connsiteX1806" fmla="*/ 1281754 w 4840150"/>
              <a:gd name="connsiteY1806" fmla="*/ 3159793 h 5724538"/>
              <a:gd name="connsiteX1807" fmla="*/ 1305495 w 4840150"/>
              <a:gd name="connsiteY1807" fmla="*/ 3159542 h 5724538"/>
              <a:gd name="connsiteX1808" fmla="*/ 1652819 w 4840150"/>
              <a:gd name="connsiteY1808" fmla="*/ 3152654 h 5724538"/>
              <a:gd name="connsiteX1809" fmla="*/ 1732100 w 4840150"/>
              <a:gd name="connsiteY1809" fmla="*/ 3199383 h 5724538"/>
              <a:gd name="connsiteX1810" fmla="*/ 1712305 w 4840150"/>
              <a:gd name="connsiteY1810" fmla="*/ 3315681 h 5724538"/>
              <a:gd name="connsiteX1811" fmla="*/ 1600956 w 4840150"/>
              <a:gd name="connsiteY1811" fmla="*/ 3276090 h 5724538"/>
              <a:gd name="connsiteX1812" fmla="*/ 1620751 w 4840150"/>
              <a:gd name="connsiteY1812" fmla="*/ 3159792 h 5724538"/>
              <a:gd name="connsiteX1813" fmla="*/ 1652819 w 4840150"/>
              <a:gd name="connsiteY1813" fmla="*/ 3152654 h 5724538"/>
              <a:gd name="connsiteX1814" fmla="*/ 4116523 w 4840150"/>
              <a:gd name="connsiteY1814" fmla="*/ 3143400 h 5724538"/>
              <a:gd name="connsiteX1815" fmla="*/ 4137246 w 4840150"/>
              <a:gd name="connsiteY1815" fmla="*/ 3162267 h 5724538"/>
              <a:gd name="connsiteX1816" fmla="*/ 4137246 w 4840150"/>
              <a:gd name="connsiteY1816" fmla="*/ 3216704 h 5724538"/>
              <a:gd name="connsiteX1817" fmla="*/ 4097655 w 4840150"/>
              <a:gd name="connsiteY1817" fmla="*/ 3196909 h 5724538"/>
              <a:gd name="connsiteX1818" fmla="*/ 4097655 w 4840150"/>
              <a:gd name="connsiteY1818" fmla="*/ 3144946 h 5724538"/>
              <a:gd name="connsiteX1819" fmla="*/ 4116523 w 4840150"/>
              <a:gd name="connsiteY1819" fmla="*/ 3143400 h 5724538"/>
              <a:gd name="connsiteX1820" fmla="*/ 1130907 w 4840150"/>
              <a:gd name="connsiteY1820" fmla="*/ 3114210 h 5724538"/>
              <a:gd name="connsiteX1821" fmla="*/ 1165463 w 4840150"/>
              <a:gd name="connsiteY1821" fmla="*/ 3142471 h 5724538"/>
              <a:gd name="connsiteX1822" fmla="*/ 1170350 w 4840150"/>
              <a:gd name="connsiteY1822" fmla="*/ 3150340 h 5724538"/>
              <a:gd name="connsiteX1823" fmla="*/ 1148142 w 4840150"/>
              <a:gd name="connsiteY1823" fmla="*/ 3216704 h 5724538"/>
              <a:gd name="connsiteX1824" fmla="*/ 1071437 w 4840150"/>
              <a:gd name="connsiteY1824" fmla="*/ 3191960 h 5724538"/>
              <a:gd name="connsiteX1825" fmla="*/ 1070523 w 4840150"/>
              <a:gd name="connsiteY1825" fmla="*/ 3190599 h 5724538"/>
              <a:gd name="connsiteX1826" fmla="*/ 1086283 w 4840150"/>
              <a:gd name="connsiteY1826" fmla="*/ 3115252 h 5724538"/>
              <a:gd name="connsiteX1827" fmla="*/ 1130907 w 4840150"/>
              <a:gd name="connsiteY1827" fmla="*/ 3114210 h 5724538"/>
              <a:gd name="connsiteX1828" fmla="*/ 4190447 w 4840150"/>
              <a:gd name="connsiteY1828" fmla="*/ 3098241 h 5724538"/>
              <a:gd name="connsiteX1829" fmla="*/ 4206530 w 4840150"/>
              <a:gd name="connsiteY1829" fmla="*/ 3120201 h 5724538"/>
              <a:gd name="connsiteX1830" fmla="*/ 4206530 w 4840150"/>
              <a:gd name="connsiteY1830" fmla="*/ 3177113 h 5724538"/>
              <a:gd name="connsiteX1831" fmla="*/ 4166939 w 4840150"/>
              <a:gd name="connsiteY1831" fmla="*/ 3157317 h 5724538"/>
              <a:gd name="connsiteX1832" fmla="*/ 4166939 w 4840150"/>
              <a:gd name="connsiteY1832" fmla="*/ 3100405 h 5724538"/>
              <a:gd name="connsiteX1833" fmla="*/ 4190447 w 4840150"/>
              <a:gd name="connsiteY1833" fmla="*/ 3098241 h 5724538"/>
              <a:gd name="connsiteX1834" fmla="*/ 722539 w 4840150"/>
              <a:gd name="connsiteY1834" fmla="*/ 3097931 h 5724538"/>
              <a:gd name="connsiteX1835" fmla="*/ 742333 w 4840150"/>
              <a:gd name="connsiteY1835" fmla="*/ 3097931 h 5724538"/>
              <a:gd name="connsiteX1836" fmla="*/ 744807 w 4840150"/>
              <a:gd name="connsiteY1836" fmla="*/ 3100405 h 5724538"/>
              <a:gd name="connsiteX1837" fmla="*/ 742333 w 4840150"/>
              <a:gd name="connsiteY1837" fmla="*/ 3117726 h 5724538"/>
              <a:gd name="connsiteX1838" fmla="*/ 722539 w 4840150"/>
              <a:gd name="connsiteY1838" fmla="*/ 3115252 h 5724538"/>
              <a:gd name="connsiteX1839" fmla="*/ 935977 w 4840150"/>
              <a:gd name="connsiteY1839" fmla="*/ 3091071 h 5724538"/>
              <a:gd name="connsiteX1840" fmla="*/ 965035 w 4840150"/>
              <a:gd name="connsiteY1840" fmla="*/ 3115252 h 5724538"/>
              <a:gd name="connsiteX1841" fmla="*/ 967368 w 4840150"/>
              <a:gd name="connsiteY1841" fmla="*/ 3118988 h 5724538"/>
              <a:gd name="connsiteX1842" fmla="*/ 950189 w 4840150"/>
              <a:gd name="connsiteY1842" fmla="*/ 3179587 h 5724538"/>
              <a:gd name="connsiteX1843" fmla="*/ 880904 w 4840150"/>
              <a:gd name="connsiteY1843" fmla="*/ 3157317 h 5724538"/>
              <a:gd name="connsiteX1844" fmla="*/ 878258 w 4840150"/>
              <a:gd name="connsiteY1844" fmla="*/ 3152715 h 5724538"/>
              <a:gd name="connsiteX1845" fmla="*/ 898225 w 4840150"/>
              <a:gd name="connsiteY1845" fmla="*/ 3092982 h 5724538"/>
              <a:gd name="connsiteX1846" fmla="*/ 935977 w 4840150"/>
              <a:gd name="connsiteY1846" fmla="*/ 3091071 h 5724538"/>
              <a:gd name="connsiteX1847" fmla="*/ 4262823 w 4840150"/>
              <a:gd name="connsiteY1847" fmla="*/ 3071950 h 5724538"/>
              <a:gd name="connsiteX1848" fmla="*/ 4273339 w 4840150"/>
              <a:gd name="connsiteY1848" fmla="*/ 3085559 h 5724538"/>
              <a:gd name="connsiteX1849" fmla="*/ 4273339 w 4840150"/>
              <a:gd name="connsiteY1849" fmla="*/ 3122675 h 5724538"/>
              <a:gd name="connsiteX1850" fmla="*/ 4248595 w 4840150"/>
              <a:gd name="connsiteY1850" fmla="*/ 3110303 h 5724538"/>
              <a:gd name="connsiteX1851" fmla="*/ 4248595 w 4840150"/>
              <a:gd name="connsiteY1851" fmla="*/ 3073187 h 5724538"/>
              <a:gd name="connsiteX1852" fmla="*/ 4262823 w 4840150"/>
              <a:gd name="connsiteY1852" fmla="*/ 3071950 h 5724538"/>
              <a:gd name="connsiteX1853" fmla="*/ 4628111 w 4840150"/>
              <a:gd name="connsiteY1853" fmla="*/ 3071331 h 5724538"/>
              <a:gd name="connsiteX1854" fmla="*/ 4637080 w 4840150"/>
              <a:gd name="connsiteY1854" fmla="*/ 3080610 h 5724538"/>
              <a:gd name="connsiteX1855" fmla="*/ 4637080 w 4840150"/>
              <a:gd name="connsiteY1855" fmla="*/ 3110303 h 5724538"/>
              <a:gd name="connsiteX1856" fmla="*/ 4617285 w 4840150"/>
              <a:gd name="connsiteY1856" fmla="*/ 3110303 h 5724538"/>
              <a:gd name="connsiteX1857" fmla="*/ 4617285 w 4840150"/>
              <a:gd name="connsiteY1857" fmla="*/ 3080610 h 5724538"/>
              <a:gd name="connsiteX1858" fmla="*/ 4628111 w 4840150"/>
              <a:gd name="connsiteY1858" fmla="*/ 3071331 h 5724538"/>
              <a:gd name="connsiteX1859" fmla="*/ 1903545 w 4840150"/>
              <a:gd name="connsiteY1859" fmla="*/ 3058173 h 5724538"/>
              <a:gd name="connsiteX1860" fmla="*/ 1927580 w 4840150"/>
              <a:gd name="connsiteY1860" fmla="*/ 3080610 h 5724538"/>
              <a:gd name="connsiteX1861" fmla="*/ 1928510 w 4840150"/>
              <a:gd name="connsiteY1861" fmla="*/ 3081550 h 5724538"/>
              <a:gd name="connsiteX1862" fmla="*/ 1927580 w 4840150"/>
              <a:gd name="connsiteY1862" fmla="*/ 3137522 h 5724538"/>
              <a:gd name="connsiteX1863" fmla="*/ 1921923 w 4840150"/>
              <a:gd name="connsiteY1863" fmla="*/ 3140269 h 5724538"/>
              <a:gd name="connsiteX1864" fmla="*/ 1870668 w 4840150"/>
              <a:gd name="connsiteY1864" fmla="*/ 3117727 h 5724538"/>
              <a:gd name="connsiteX1865" fmla="*/ 1870668 w 4840150"/>
              <a:gd name="connsiteY1865" fmla="*/ 3058340 h 5724538"/>
              <a:gd name="connsiteX1866" fmla="*/ 1903545 w 4840150"/>
              <a:gd name="connsiteY1866" fmla="*/ 3058173 h 5724538"/>
              <a:gd name="connsiteX1867" fmla="*/ 4506863 w 4840150"/>
              <a:gd name="connsiteY1867" fmla="*/ 3033287 h 5724538"/>
              <a:gd name="connsiteX1868" fmla="*/ 4515833 w 4840150"/>
              <a:gd name="connsiteY1868" fmla="*/ 3043494 h 5724538"/>
              <a:gd name="connsiteX1869" fmla="*/ 4515833 w 4840150"/>
              <a:gd name="connsiteY1869" fmla="*/ 3073187 h 5724538"/>
              <a:gd name="connsiteX1870" fmla="*/ 4496037 w 4840150"/>
              <a:gd name="connsiteY1870" fmla="*/ 3073187 h 5724538"/>
              <a:gd name="connsiteX1871" fmla="*/ 4496037 w 4840150"/>
              <a:gd name="connsiteY1871" fmla="*/ 3043494 h 5724538"/>
              <a:gd name="connsiteX1872" fmla="*/ 4506863 w 4840150"/>
              <a:gd name="connsiteY1872" fmla="*/ 3033287 h 5724538"/>
              <a:gd name="connsiteX1873" fmla="*/ 1729121 w 4840150"/>
              <a:gd name="connsiteY1873" fmla="*/ 3010538 h 5724538"/>
              <a:gd name="connsiteX1874" fmla="*/ 1789012 w 4840150"/>
              <a:gd name="connsiteY1874" fmla="*/ 3045968 h 5724538"/>
              <a:gd name="connsiteX1875" fmla="*/ 1774165 w 4840150"/>
              <a:gd name="connsiteY1875" fmla="*/ 3132573 h 5724538"/>
              <a:gd name="connsiteX1876" fmla="*/ 1690035 w 4840150"/>
              <a:gd name="connsiteY1876" fmla="*/ 3102880 h 5724538"/>
              <a:gd name="connsiteX1877" fmla="*/ 1689721 w 4840150"/>
              <a:gd name="connsiteY1877" fmla="*/ 3102435 h 5724538"/>
              <a:gd name="connsiteX1878" fmla="*/ 1704881 w 4840150"/>
              <a:gd name="connsiteY1878" fmla="*/ 3016275 h 5724538"/>
              <a:gd name="connsiteX1879" fmla="*/ 1729121 w 4840150"/>
              <a:gd name="connsiteY1879" fmla="*/ 3010538 h 5724538"/>
              <a:gd name="connsiteX1880" fmla="*/ 307884 w 4840150"/>
              <a:gd name="connsiteY1880" fmla="*/ 3000749 h 5724538"/>
              <a:gd name="connsiteX1881" fmla="*/ 334049 w 4840150"/>
              <a:gd name="connsiteY1881" fmla="*/ 3021224 h 5724538"/>
              <a:gd name="connsiteX1882" fmla="*/ 336922 w 4840150"/>
              <a:gd name="connsiteY1882" fmla="*/ 3026248 h 5724538"/>
              <a:gd name="connsiteX1883" fmla="*/ 319203 w 4840150"/>
              <a:gd name="connsiteY1883" fmla="*/ 3075662 h 5724538"/>
              <a:gd name="connsiteX1884" fmla="*/ 257342 w 4840150"/>
              <a:gd name="connsiteY1884" fmla="*/ 3055867 h 5724538"/>
              <a:gd name="connsiteX1885" fmla="*/ 256595 w 4840150"/>
              <a:gd name="connsiteY1885" fmla="*/ 3054431 h 5724538"/>
              <a:gd name="connsiteX1886" fmla="*/ 274663 w 4840150"/>
              <a:gd name="connsiteY1886" fmla="*/ 3001429 h 5724538"/>
              <a:gd name="connsiteX1887" fmla="*/ 307884 w 4840150"/>
              <a:gd name="connsiteY1887" fmla="*/ 3000749 h 5724538"/>
              <a:gd name="connsiteX1888" fmla="*/ 4665923 w 4840150"/>
              <a:gd name="connsiteY1888" fmla="*/ 2996247 h 5724538"/>
              <a:gd name="connsiteX1889" fmla="*/ 4701416 w 4840150"/>
              <a:gd name="connsiteY1889" fmla="*/ 3026173 h 5724538"/>
              <a:gd name="connsiteX1890" fmla="*/ 4701416 w 4840150"/>
              <a:gd name="connsiteY1890" fmla="*/ 3095457 h 5724538"/>
              <a:gd name="connsiteX1891" fmla="*/ 4654401 w 4840150"/>
              <a:gd name="connsiteY1891" fmla="*/ 3070712 h 5724538"/>
              <a:gd name="connsiteX1892" fmla="*/ 4654401 w 4840150"/>
              <a:gd name="connsiteY1892" fmla="*/ 3001428 h 5724538"/>
              <a:gd name="connsiteX1893" fmla="*/ 4665923 w 4840150"/>
              <a:gd name="connsiteY1893" fmla="*/ 2996247 h 5724538"/>
              <a:gd name="connsiteX1894" fmla="*/ 4179311 w 4840150"/>
              <a:gd name="connsiteY1894" fmla="*/ 2989057 h 5724538"/>
              <a:gd name="connsiteX1895" fmla="*/ 4195705 w 4840150"/>
              <a:gd name="connsiteY1895" fmla="*/ 2989057 h 5724538"/>
              <a:gd name="connsiteX1896" fmla="*/ 4206530 w 4840150"/>
              <a:gd name="connsiteY1896" fmla="*/ 3003903 h 5724538"/>
              <a:gd name="connsiteX1897" fmla="*/ 4206530 w 4840150"/>
              <a:gd name="connsiteY1897" fmla="*/ 3041020 h 5724538"/>
              <a:gd name="connsiteX1898" fmla="*/ 4179311 w 4840150"/>
              <a:gd name="connsiteY1898" fmla="*/ 3026173 h 5724538"/>
              <a:gd name="connsiteX1899" fmla="*/ 4179311 w 4840150"/>
              <a:gd name="connsiteY1899" fmla="*/ 2989057 h 5724538"/>
              <a:gd name="connsiteX1900" fmla="*/ 1368359 w 4840150"/>
              <a:gd name="connsiteY1900" fmla="*/ 2984107 h 5724538"/>
              <a:gd name="connsiteX1901" fmla="*/ 1417847 w 4840150"/>
              <a:gd name="connsiteY1901" fmla="*/ 3003903 h 5724538"/>
              <a:gd name="connsiteX1902" fmla="*/ 1417847 w 4840150"/>
              <a:gd name="connsiteY1902" fmla="*/ 3050917 h 5724538"/>
              <a:gd name="connsiteX1903" fmla="*/ 1413297 w 4840150"/>
              <a:gd name="connsiteY1903" fmla="*/ 3053119 h 5724538"/>
              <a:gd name="connsiteX1904" fmla="*/ 1368359 w 4840150"/>
              <a:gd name="connsiteY1904" fmla="*/ 3033596 h 5724538"/>
              <a:gd name="connsiteX1905" fmla="*/ 1367859 w 4840150"/>
              <a:gd name="connsiteY1905" fmla="*/ 3033101 h 5724538"/>
              <a:gd name="connsiteX1906" fmla="*/ 1368359 w 4840150"/>
              <a:gd name="connsiteY1906" fmla="*/ 2984107 h 5724538"/>
              <a:gd name="connsiteX1907" fmla="*/ 4558208 w 4840150"/>
              <a:gd name="connsiteY1907" fmla="*/ 2983179 h 5724538"/>
              <a:gd name="connsiteX1908" fmla="*/ 4570271 w 4840150"/>
              <a:gd name="connsiteY1908" fmla="*/ 2998954 h 5724538"/>
              <a:gd name="connsiteX1909" fmla="*/ 4570271 w 4840150"/>
              <a:gd name="connsiteY1909" fmla="*/ 3041019 h 5724538"/>
              <a:gd name="connsiteX1910" fmla="*/ 4540578 w 4840150"/>
              <a:gd name="connsiteY1910" fmla="*/ 3026172 h 5724538"/>
              <a:gd name="connsiteX1911" fmla="*/ 4540578 w 4840150"/>
              <a:gd name="connsiteY1911" fmla="*/ 2984107 h 5724538"/>
              <a:gd name="connsiteX1912" fmla="*/ 4558208 w 4840150"/>
              <a:gd name="connsiteY1912" fmla="*/ 2983179 h 5724538"/>
              <a:gd name="connsiteX1913" fmla="*/ 4701416 w 4840150"/>
              <a:gd name="connsiteY1913" fmla="*/ 2969261 h 5724538"/>
              <a:gd name="connsiteX1914" fmla="*/ 4736058 w 4840150"/>
              <a:gd name="connsiteY1914" fmla="*/ 2994005 h 5724538"/>
              <a:gd name="connsiteX1915" fmla="*/ 4736058 w 4840150"/>
              <a:gd name="connsiteY1915" fmla="*/ 3043494 h 5724538"/>
              <a:gd name="connsiteX1916" fmla="*/ 4701416 w 4840150"/>
              <a:gd name="connsiteY1916" fmla="*/ 3018750 h 5724538"/>
              <a:gd name="connsiteX1917" fmla="*/ 4701416 w 4840150"/>
              <a:gd name="connsiteY1917" fmla="*/ 2969261 h 5724538"/>
              <a:gd name="connsiteX1918" fmla="*/ 1556711 w 4840150"/>
              <a:gd name="connsiteY1918" fmla="*/ 2962534 h 5724538"/>
              <a:gd name="connsiteX1919" fmla="*/ 1635598 w 4840150"/>
              <a:gd name="connsiteY1919" fmla="*/ 3011326 h 5724538"/>
              <a:gd name="connsiteX1920" fmla="*/ 1638537 w 4840150"/>
              <a:gd name="connsiteY1920" fmla="*/ 3015508 h 5724538"/>
              <a:gd name="connsiteX1921" fmla="*/ 1615802 w 4840150"/>
              <a:gd name="connsiteY1921" fmla="*/ 3125150 h 5724538"/>
              <a:gd name="connsiteX1922" fmla="*/ 1504453 w 4840150"/>
              <a:gd name="connsiteY1922" fmla="*/ 3083084 h 5724538"/>
              <a:gd name="connsiteX1923" fmla="*/ 1501513 w 4840150"/>
              <a:gd name="connsiteY1923" fmla="*/ 3078903 h 5724538"/>
              <a:gd name="connsiteX1924" fmla="*/ 1524248 w 4840150"/>
              <a:gd name="connsiteY1924" fmla="*/ 2969261 h 5724538"/>
              <a:gd name="connsiteX1925" fmla="*/ 1556711 w 4840150"/>
              <a:gd name="connsiteY1925" fmla="*/ 2962534 h 5724538"/>
              <a:gd name="connsiteX1926" fmla="*/ 4247667 w 4840150"/>
              <a:gd name="connsiteY1926" fmla="*/ 2947300 h 5724538"/>
              <a:gd name="connsiteX1927" fmla="*/ 4258493 w 4840150"/>
              <a:gd name="connsiteY1927" fmla="*/ 2961838 h 5724538"/>
              <a:gd name="connsiteX1928" fmla="*/ 4258493 w 4840150"/>
              <a:gd name="connsiteY1928" fmla="*/ 2998954 h 5724538"/>
              <a:gd name="connsiteX1929" fmla="*/ 4231274 w 4840150"/>
              <a:gd name="connsiteY1929" fmla="*/ 2984108 h 5724538"/>
              <a:gd name="connsiteX1930" fmla="*/ 4231274 w 4840150"/>
              <a:gd name="connsiteY1930" fmla="*/ 2949465 h 5724538"/>
              <a:gd name="connsiteX1931" fmla="*/ 4247667 w 4840150"/>
              <a:gd name="connsiteY1931" fmla="*/ 2947300 h 5724538"/>
              <a:gd name="connsiteX1932" fmla="*/ 4590066 w 4840150"/>
              <a:gd name="connsiteY1932" fmla="*/ 2944517 h 5724538"/>
              <a:gd name="connsiteX1933" fmla="*/ 4606459 w 4840150"/>
              <a:gd name="connsiteY1933" fmla="*/ 2944517 h 5724538"/>
              <a:gd name="connsiteX1934" fmla="*/ 4617285 w 4840150"/>
              <a:gd name="connsiteY1934" fmla="*/ 2959363 h 5724538"/>
              <a:gd name="connsiteX1935" fmla="*/ 4617285 w 4840150"/>
              <a:gd name="connsiteY1935" fmla="*/ 2996480 h 5724538"/>
              <a:gd name="connsiteX1936" fmla="*/ 4590066 w 4840150"/>
              <a:gd name="connsiteY1936" fmla="*/ 2984108 h 5724538"/>
              <a:gd name="connsiteX1937" fmla="*/ 4590066 w 4840150"/>
              <a:gd name="connsiteY1937" fmla="*/ 2944517 h 5724538"/>
              <a:gd name="connsiteX1938" fmla="*/ 1208743 w 4840150"/>
              <a:gd name="connsiteY1938" fmla="*/ 2935293 h 5724538"/>
              <a:gd name="connsiteX1939" fmla="*/ 1231574 w 4840150"/>
              <a:gd name="connsiteY1939" fmla="*/ 2939327 h 5724538"/>
              <a:gd name="connsiteX1940" fmla="*/ 1266907 w 4840150"/>
              <a:gd name="connsiteY1940" fmla="*/ 2969261 h 5724538"/>
              <a:gd name="connsiteX1941" fmla="*/ 1252072 w 4840150"/>
              <a:gd name="connsiteY1941" fmla="*/ 3041020 h 5724538"/>
              <a:gd name="connsiteX1942" fmla="*/ 1167937 w 4840150"/>
              <a:gd name="connsiteY1942" fmla="*/ 3021224 h 5724538"/>
              <a:gd name="connsiteX1943" fmla="*/ 1165594 w 4840150"/>
              <a:gd name="connsiteY1943" fmla="*/ 3017612 h 5724538"/>
              <a:gd name="connsiteX1944" fmla="*/ 1185260 w 4840150"/>
              <a:gd name="connsiteY1944" fmla="*/ 2939568 h 5724538"/>
              <a:gd name="connsiteX1945" fmla="*/ 1208743 w 4840150"/>
              <a:gd name="connsiteY1945" fmla="*/ 2935293 h 5724538"/>
              <a:gd name="connsiteX1946" fmla="*/ 1009575 w 4840150"/>
              <a:gd name="connsiteY1946" fmla="*/ 2912349 h 5724538"/>
              <a:gd name="connsiteX1947" fmla="*/ 1073910 w 4840150"/>
              <a:gd name="connsiteY1947" fmla="*/ 2937093 h 5724538"/>
              <a:gd name="connsiteX1948" fmla="*/ 1077908 w 4840150"/>
              <a:gd name="connsiteY1948" fmla="*/ 2943750 h 5724538"/>
              <a:gd name="connsiteX1949" fmla="*/ 1059063 w 4840150"/>
              <a:gd name="connsiteY1949" fmla="*/ 2996480 h 5724538"/>
              <a:gd name="connsiteX1950" fmla="*/ 1048047 w 4840150"/>
              <a:gd name="connsiteY1950" fmla="*/ 3001280 h 5724538"/>
              <a:gd name="connsiteX1951" fmla="*/ 989779 w 4840150"/>
              <a:gd name="connsiteY1951" fmla="*/ 2969261 h 5724538"/>
              <a:gd name="connsiteX1952" fmla="*/ 989304 w 4840150"/>
              <a:gd name="connsiteY1952" fmla="*/ 2968271 h 5724538"/>
              <a:gd name="connsiteX1953" fmla="*/ 1009575 w 4840150"/>
              <a:gd name="connsiteY1953" fmla="*/ 2912349 h 5724538"/>
              <a:gd name="connsiteX1954" fmla="*/ 4483048 w 4840150"/>
              <a:gd name="connsiteY1954" fmla="*/ 2912040 h 5724538"/>
              <a:gd name="connsiteX1955" fmla="*/ 4491089 w 4840150"/>
              <a:gd name="connsiteY1955" fmla="*/ 2924721 h 5724538"/>
              <a:gd name="connsiteX1956" fmla="*/ 4491089 w 4840150"/>
              <a:gd name="connsiteY1956" fmla="*/ 2951940 h 5724538"/>
              <a:gd name="connsiteX1957" fmla="*/ 4471294 w 4840150"/>
              <a:gd name="connsiteY1957" fmla="*/ 2942043 h 5724538"/>
              <a:gd name="connsiteX1958" fmla="*/ 4471294 w 4840150"/>
              <a:gd name="connsiteY1958" fmla="*/ 2912349 h 5724538"/>
              <a:gd name="connsiteX1959" fmla="*/ 4483048 w 4840150"/>
              <a:gd name="connsiteY1959" fmla="*/ 2912040 h 5724538"/>
              <a:gd name="connsiteX1960" fmla="*/ 4632131 w 4840150"/>
              <a:gd name="connsiteY1960" fmla="*/ 2899977 h 5724538"/>
              <a:gd name="connsiteX1961" fmla="*/ 4666774 w 4840150"/>
              <a:gd name="connsiteY1961" fmla="*/ 2919772 h 5724538"/>
              <a:gd name="connsiteX1962" fmla="*/ 4666774 w 4840150"/>
              <a:gd name="connsiteY1962" fmla="*/ 2969261 h 5724538"/>
              <a:gd name="connsiteX1963" fmla="*/ 4632131 w 4840150"/>
              <a:gd name="connsiteY1963" fmla="*/ 2949465 h 5724538"/>
              <a:gd name="connsiteX1964" fmla="*/ 4632131 w 4840150"/>
              <a:gd name="connsiteY1964" fmla="*/ 2899977 h 5724538"/>
              <a:gd name="connsiteX1965" fmla="*/ 842303 w 4840150"/>
              <a:gd name="connsiteY1965" fmla="*/ 2892307 h 5724538"/>
              <a:gd name="connsiteX1966" fmla="*/ 861108 w 4840150"/>
              <a:gd name="connsiteY1966" fmla="*/ 2909875 h 5724538"/>
              <a:gd name="connsiteX1967" fmla="*/ 862223 w 4840150"/>
              <a:gd name="connsiteY1967" fmla="*/ 2910988 h 5724538"/>
              <a:gd name="connsiteX1968" fmla="*/ 861108 w 4840150"/>
              <a:gd name="connsiteY1968" fmla="*/ 2949466 h 5724538"/>
              <a:gd name="connsiteX1969" fmla="*/ 816565 w 4840150"/>
              <a:gd name="connsiteY1969" fmla="*/ 2934619 h 5724538"/>
              <a:gd name="connsiteX1970" fmla="*/ 816495 w 4840150"/>
              <a:gd name="connsiteY1970" fmla="*/ 2934545 h 5724538"/>
              <a:gd name="connsiteX1971" fmla="*/ 816565 w 4840150"/>
              <a:gd name="connsiteY1971" fmla="*/ 2892554 h 5724538"/>
              <a:gd name="connsiteX1972" fmla="*/ 842303 w 4840150"/>
              <a:gd name="connsiteY1972" fmla="*/ 2892307 h 5724538"/>
              <a:gd name="connsiteX1973" fmla="*/ 4523257 w 4840150"/>
              <a:gd name="connsiteY1973" fmla="*/ 2887605 h 5724538"/>
              <a:gd name="connsiteX1974" fmla="*/ 4535629 w 4840150"/>
              <a:gd name="connsiteY1974" fmla="*/ 2887605 h 5724538"/>
              <a:gd name="connsiteX1975" fmla="*/ 4535629 w 4840150"/>
              <a:gd name="connsiteY1975" fmla="*/ 2904926 h 5724538"/>
              <a:gd name="connsiteX1976" fmla="*/ 4523257 w 4840150"/>
              <a:gd name="connsiteY1976" fmla="*/ 2902451 h 5724538"/>
              <a:gd name="connsiteX1977" fmla="*/ 635931 w 4840150"/>
              <a:gd name="connsiteY1977" fmla="*/ 2880181 h 5724538"/>
              <a:gd name="connsiteX1978" fmla="*/ 655728 w 4840150"/>
              <a:gd name="connsiteY1978" fmla="*/ 2880181 h 5724538"/>
              <a:gd name="connsiteX1979" fmla="*/ 655728 w 4840150"/>
              <a:gd name="connsiteY1979" fmla="*/ 2897502 h 5724538"/>
              <a:gd name="connsiteX1980" fmla="*/ 635931 w 4840150"/>
              <a:gd name="connsiteY1980" fmla="*/ 2897502 h 5724538"/>
              <a:gd name="connsiteX1981" fmla="*/ 4152092 w 4840150"/>
              <a:gd name="connsiteY1981" fmla="*/ 2865335 h 5724538"/>
              <a:gd name="connsiteX1982" fmla="*/ 4179311 w 4840150"/>
              <a:gd name="connsiteY1982" fmla="*/ 2880182 h 5724538"/>
              <a:gd name="connsiteX1983" fmla="*/ 4179311 w 4840150"/>
              <a:gd name="connsiteY1983" fmla="*/ 2914824 h 5724538"/>
              <a:gd name="connsiteX1984" fmla="*/ 4152092 w 4840150"/>
              <a:gd name="connsiteY1984" fmla="*/ 2899977 h 5724538"/>
              <a:gd name="connsiteX1985" fmla="*/ 4152092 w 4840150"/>
              <a:gd name="connsiteY1985" fmla="*/ 2865335 h 5724538"/>
              <a:gd name="connsiteX1986" fmla="*/ 4682238 w 4840150"/>
              <a:gd name="connsiteY1986" fmla="*/ 2859768 h 5724538"/>
              <a:gd name="connsiteX1987" fmla="*/ 4701415 w 4840150"/>
              <a:gd name="connsiteY1987" fmla="*/ 2877707 h 5724538"/>
              <a:gd name="connsiteX1988" fmla="*/ 4701415 w 4840150"/>
              <a:gd name="connsiteY1988" fmla="*/ 2927196 h 5724538"/>
              <a:gd name="connsiteX1989" fmla="*/ 4666773 w 4840150"/>
              <a:gd name="connsiteY1989" fmla="*/ 2907400 h 5724538"/>
              <a:gd name="connsiteX1990" fmla="*/ 4666773 w 4840150"/>
              <a:gd name="connsiteY1990" fmla="*/ 2860386 h 5724538"/>
              <a:gd name="connsiteX1991" fmla="*/ 4682238 w 4840150"/>
              <a:gd name="connsiteY1991" fmla="*/ 2859768 h 5724538"/>
              <a:gd name="connsiteX1992" fmla="*/ 1790720 w 4840150"/>
              <a:gd name="connsiteY1992" fmla="*/ 2848469 h 5724538"/>
              <a:gd name="connsiteX1993" fmla="*/ 1813907 w 4840150"/>
              <a:gd name="connsiteY1993" fmla="*/ 2852957 h 5724538"/>
              <a:gd name="connsiteX1994" fmla="*/ 1848398 w 4840150"/>
              <a:gd name="connsiteY1994" fmla="*/ 2885130 h 5724538"/>
              <a:gd name="connsiteX1995" fmla="*/ 1848544 w 4840150"/>
              <a:gd name="connsiteY1995" fmla="*/ 2885278 h 5724538"/>
              <a:gd name="connsiteX1996" fmla="*/ 1848398 w 4840150"/>
              <a:gd name="connsiteY1996" fmla="*/ 2969261 h 5724538"/>
              <a:gd name="connsiteX1997" fmla="*/ 1843573 w 4840150"/>
              <a:gd name="connsiteY1997" fmla="*/ 2971686 h 5724538"/>
              <a:gd name="connsiteX1998" fmla="*/ 1751895 w 4840150"/>
              <a:gd name="connsiteY1998" fmla="*/ 2937093 h 5724538"/>
              <a:gd name="connsiteX1999" fmla="*/ 1750713 w 4840150"/>
              <a:gd name="connsiteY1999" fmla="*/ 2935411 h 5724538"/>
              <a:gd name="connsiteX2000" fmla="*/ 1766742 w 4840150"/>
              <a:gd name="connsiteY2000" fmla="*/ 2852962 h 5724538"/>
              <a:gd name="connsiteX2001" fmla="*/ 1790720 w 4840150"/>
              <a:gd name="connsiteY2001" fmla="*/ 2848469 h 5724538"/>
              <a:gd name="connsiteX2002" fmla="*/ 1618277 w 4840150"/>
              <a:gd name="connsiteY2002" fmla="*/ 2840591 h 5724538"/>
              <a:gd name="connsiteX2003" fmla="*/ 1680137 w 4840150"/>
              <a:gd name="connsiteY2003" fmla="*/ 2865335 h 5724538"/>
              <a:gd name="connsiteX2004" fmla="*/ 1681498 w 4840150"/>
              <a:gd name="connsiteY2004" fmla="*/ 2866696 h 5724538"/>
              <a:gd name="connsiteX2005" fmla="*/ 1680137 w 4840150"/>
              <a:gd name="connsiteY2005" fmla="*/ 2929670 h 5724538"/>
              <a:gd name="connsiteX2006" fmla="*/ 1618277 w 4840150"/>
              <a:gd name="connsiteY2006" fmla="*/ 2904925 h 5724538"/>
              <a:gd name="connsiteX2007" fmla="*/ 1616916 w 4840150"/>
              <a:gd name="connsiteY2007" fmla="*/ 2903565 h 5724538"/>
              <a:gd name="connsiteX2008" fmla="*/ 1618277 w 4840150"/>
              <a:gd name="connsiteY2008" fmla="*/ 2840591 h 5724538"/>
              <a:gd name="connsiteX2009" fmla="*/ 4225707 w 4840150"/>
              <a:gd name="connsiteY2009" fmla="*/ 2831311 h 5724538"/>
              <a:gd name="connsiteX2010" fmla="*/ 4233749 w 4840150"/>
              <a:gd name="connsiteY2010" fmla="*/ 2840591 h 5724538"/>
              <a:gd name="connsiteX2011" fmla="*/ 4233749 w 4840150"/>
              <a:gd name="connsiteY2011" fmla="*/ 2867809 h 5724538"/>
              <a:gd name="connsiteX2012" fmla="*/ 4213954 w 4840150"/>
              <a:gd name="connsiteY2012" fmla="*/ 2867809 h 5724538"/>
              <a:gd name="connsiteX2013" fmla="*/ 4213954 w 4840150"/>
              <a:gd name="connsiteY2013" fmla="*/ 2840591 h 5724538"/>
              <a:gd name="connsiteX2014" fmla="*/ 4225707 w 4840150"/>
              <a:gd name="connsiteY2014" fmla="*/ 2831311 h 5724538"/>
              <a:gd name="connsiteX2015" fmla="*/ 4576766 w 4840150"/>
              <a:gd name="connsiteY2015" fmla="*/ 2822651 h 5724538"/>
              <a:gd name="connsiteX2016" fmla="*/ 4590066 w 4840150"/>
              <a:gd name="connsiteY2016" fmla="*/ 2840591 h 5724538"/>
              <a:gd name="connsiteX2017" fmla="*/ 4590066 w 4840150"/>
              <a:gd name="connsiteY2017" fmla="*/ 2885130 h 5724538"/>
              <a:gd name="connsiteX2018" fmla="*/ 4557899 w 4840150"/>
              <a:gd name="connsiteY2018" fmla="*/ 2867809 h 5724538"/>
              <a:gd name="connsiteX2019" fmla="*/ 4557899 w 4840150"/>
              <a:gd name="connsiteY2019" fmla="*/ 2823269 h 5724538"/>
              <a:gd name="connsiteX2020" fmla="*/ 4576766 w 4840150"/>
              <a:gd name="connsiteY2020" fmla="*/ 2822651 h 5724538"/>
              <a:gd name="connsiteX2021" fmla="*/ 4283044 w 4840150"/>
              <a:gd name="connsiteY2021" fmla="*/ 2796167 h 5724538"/>
              <a:gd name="connsiteX2022" fmla="*/ 4283237 w 4840150"/>
              <a:gd name="connsiteY2022" fmla="*/ 2803474 h 5724538"/>
              <a:gd name="connsiteX2023" fmla="*/ 4283237 w 4840150"/>
              <a:gd name="connsiteY2023" fmla="*/ 2820795 h 5724538"/>
              <a:gd name="connsiteX2024" fmla="*/ 4270865 w 4840150"/>
              <a:gd name="connsiteY2024" fmla="*/ 2820795 h 5724538"/>
              <a:gd name="connsiteX2025" fmla="*/ 4270865 w 4840150"/>
              <a:gd name="connsiteY2025" fmla="*/ 2803474 h 5724538"/>
              <a:gd name="connsiteX2026" fmla="*/ 4283044 w 4840150"/>
              <a:gd name="connsiteY2026" fmla="*/ 2796167 h 5724538"/>
              <a:gd name="connsiteX2027" fmla="*/ 1299074 w 4840150"/>
              <a:gd name="connsiteY2027" fmla="*/ 2793576 h 5724538"/>
              <a:gd name="connsiteX2028" fmla="*/ 1333716 w 4840150"/>
              <a:gd name="connsiteY2028" fmla="*/ 2808424 h 5724538"/>
              <a:gd name="connsiteX2029" fmla="*/ 1334397 w 4840150"/>
              <a:gd name="connsiteY2029" fmla="*/ 2809092 h 5724538"/>
              <a:gd name="connsiteX2030" fmla="*/ 1333716 w 4840150"/>
              <a:gd name="connsiteY2030" fmla="*/ 2840591 h 5724538"/>
              <a:gd name="connsiteX2031" fmla="*/ 1299074 w 4840150"/>
              <a:gd name="connsiteY2031" fmla="*/ 2828219 h 5724538"/>
              <a:gd name="connsiteX2032" fmla="*/ 1299074 w 4840150"/>
              <a:gd name="connsiteY2032" fmla="*/ 2793576 h 5724538"/>
              <a:gd name="connsiteX2033" fmla="*/ 4441600 w 4840150"/>
              <a:gd name="connsiteY2033" fmla="*/ 2788629 h 5724538"/>
              <a:gd name="connsiteX2034" fmla="*/ 4466344 w 4840150"/>
              <a:gd name="connsiteY2034" fmla="*/ 2803475 h 5724538"/>
              <a:gd name="connsiteX2035" fmla="*/ 4466344 w 4840150"/>
              <a:gd name="connsiteY2035" fmla="*/ 2835643 h 5724538"/>
              <a:gd name="connsiteX2036" fmla="*/ 4441600 w 4840150"/>
              <a:gd name="connsiteY2036" fmla="*/ 2823270 h 5724538"/>
              <a:gd name="connsiteX2037" fmla="*/ 4441600 w 4840150"/>
              <a:gd name="connsiteY2037" fmla="*/ 2788629 h 5724538"/>
              <a:gd name="connsiteX2038" fmla="*/ 4602438 w 4840150"/>
              <a:gd name="connsiteY2038" fmla="*/ 2786153 h 5724538"/>
              <a:gd name="connsiteX2039" fmla="*/ 4632131 w 4840150"/>
              <a:gd name="connsiteY2039" fmla="*/ 2803474 h 5724538"/>
              <a:gd name="connsiteX2040" fmla="*/ 4632131 w 4840150"/>
              <a:gd name="connsiteY2040" fmla="*/ 2845539 h 5724538"/>
              <a:gd name="connsiteX2041" fmla="*/ 4602438 w 4840150"/>
              <a:gd name="connsiteY2041" fmla="*/ 2828219 h 5724538"/>
              <a:gd name="connsiteX2042" fmla="*/ 4602438 w 4840150"/>
              <a:gd name="connsiteY2042" fmla="*/ 2786153 h 5724538"/>
              <a:gd name="connsiteX2043" fmla="*/ 0 w 4840150"/>
              <a:gd name="connsiteY2043" fmla="*/ 2773781 h 5724538"/>
              <a:gd name="connsiteX2044" fmla="*/ 14847 w 4840150"/>
              <a:gd name="connsiteY2044" fmla="*/ 2773781 h 5724538"/>
              <a:gd name="connsiteX2045" fmla="*/ 0 w 4840150"/>
              <a:gd name="connsiteY2045" fmla="*/ 2773781 h 5724538"/>
              <a:gd name="connsiteX2046" fmla="*/ 1475493 w 4840150"/>
              <a:gd name="connsiteY2046" fmla="*/ 2770031 h 5724538"/>
              <a:gd name="connsiteX2047" fmla="*/ 1556416 w 4840150"/>
              <a:gd name="connsiteY2047" fmla="*/ 2818321 h 5724538"/>
              <a:gd name="connsiteX2048" fmla="*/ 1557660 w 4840150"/>
              <a:gd name="connsiteY2048" fmla="*/ 2820177 h 5724538"/>
              <a:gd name="connsiteX2049" fmla="*/ 1534146 w 4840150"/>
              <a:gd name="connsiteY2049" fmla="*/ 2929670 h 5724538"/>
              <a:gd name="connsiteX2050" fmla="*/ 1422796 w 4840150"/>
              <a:gd name="connsiteY2050" fmla="*/ 2887605 h 5724538"/>
              <a:gd name="connsiteX2051" fmla="*/ 1415952 w 4840150"/>
              <a:gd name="connsiteY2051" fmla="*/ 2877806 h 5724538"/>
              <a:gd name="connsiteX2052" fmla="*/ 1442592 w 4840150"/>
              <a:gd name="connsiteY2052" fmla="*/ 2776256 h 5724538"/>
              <a:gd name="connsiteX2053" fmla="*/ 1475493 w 4840150"/>
              <a:gd name="connsiteY2053" fmla="*/ 2770031 h 5724538"/>
              <a:gd name="connsiteX2054" fmla="*/ 4332532 w 4840150"/>
              <a:gd name="connsiteY2054" fmla="*/ 2756576 h 5724538"/>
              <a:gd name="connsiteX2055" fmla="*/ 4332725 w 4840150"/>
              <a:gd name="connsiteY2055" fmla="*/ 2763883 h 5724538"/>
              <a:gd name="connsiteX2056" fmla="*/ 4332725 w 4840150"/>
              <a:gd name="connsiteY2056" fmla="*/ 2781204 h 5724538"/>
              <a:gd name="connsiteX2057" fmla="*/ 4320353 w 4840150"/>
              <a:gd name="connsiteY2057" fmla="*/ 2778730 h 5724538"/>
              <a:gd name="connsiteX2058" fmla="*/ 4320353 w 4840150"/>
              <a:gd name="connsiteY2058" fmla="*/ 2763883 h 5724538"/>
              <a:gd name="connsiteX2059" fmla="*/ 4332532 w 4840150"/>
              <a:gd name="connsiteY2059" fmla="*/ 2756576 h 5724538"/>
              <a:gd name="connsiteX2060" fmla="*/ 4501605 w 4840150"/>
              <a:gd name="connsiteY2060" fmla="*/ 2751202 h 5724538"/>
              <a:gd name="connsiteX2061" fmla="*/ 4510884 w 4840150"/>
              <a:gd name="connsiteY2061" fmla="*/ 2763885 h 5724538"/>
              <a:gd name="connsiteX2062" fmla="*/ 4510884 w 4840150"/>
              <a:gd name="connsiteY2062" fmla="*/ 2796051 h 5724538"/>
              <a:gd name="connsiteX2063" fmla="*/ 4488614 w 4840150"/>
              <a:gd name="connsiteY2063" fmla="*/ 2783679 h 5724538"/>
              <a:gd name="connsiteX2064" fmla="*/ 4488614 w 4840150"/>
              <a:gd name="connsiteY2064" fmla="*/ 2751511 h 5724538"/>
              <a:gd name="connsiteX2065" fmla="*/ 4501605 w 4840150"/>
              <a:gd name="connsiteY2065" fmla="*/ 2751202 h 5724538"/>
              <a:gd name="connsiteX2066" fmla="*/ 4659969 w 4840150"/>
              <a:gd name="connsiteY2066" fmla="*/ 2749656 h 5724538"/>
              <a:gd name="connsiteX2067" fmla="*/ 4671722 w 4840150"/>
              <a:gd name="connsiteY2067" fmla="*/ 2766358 h 5724538"/>
              <a:gd name="connsiteX2068" fmla="*/ 4671722 w 4840150"/>
              <a:gd name="connsiteY2068" fmla="*/ 2808424 h 5724538"/>
              <a:gd name="connsiteX2069" fmla="*/ 4644504 w 4840150"/>
              <a:gd name="connsiteY2069" fmla="*/ 2791103 h 5724538"/>
              <a:gd name="connsiteX2070" fmla="*/ 4644504 w 4840150"/>
              <a:gd name="connsiteY2070" fmla="*/ 2751511 h 5724538"/>
              <a:gd name="connsiteX2071" fmla="*/ 4659969 w 4840150"/>
              <a:gd name="connsiteY2071" fmla="*/ 2749656 h 5724538"/>
              <a:gd name="connsiteX2072" fmla="*/ 4132297 w 4840150"/>
              <a:gd name="connsiteY2072" fmla="*/ 2744088 h 5724538"/>
              <a:gd name="connsiteX2073" fmla="*/ 4152092 w 4840150"/>
              <a:gd name="connsiteY2073" fmla="*/ 2756460 h 5724538"/>
              <a:gd name="connsiteX2074" fmla="*/ 4152092 w 4840150"/>
              <a:gd name="connsiteY2074" fmla="*/ 2781204 h 5724538"/>
              <a:gd name="connsiteX2075" fmla="*/ 4132297 w 4840150"/>
              <a:gd name="connsiteY2075" fmla="*/ 2771306 h 5724538"/>
              <a:gd name="connsiteX2076" fmla="*/ 4132297 w 4840150"/>
              <a:gd name="connsiteY2076" fmla="*/ 2744088 h 5724538"/>
              <a:gd name="connsiteX2077" fmla="*/ 4535629 w 4840150"/>
              <a:gd name="connsiteY2077" fmla="*/ 2729242 h 5724538"/>
              <a:gd name="connsiteX2078" fmla="*/ 4550475 w 4840150"/>
              <a:gd name="connsiteY2078" fmla="*/ 2729242 h 5724538"/>
              <a:gd name="connsiteX2079" fmla="*/ 4550475 w 4840150"/>
              <a:gd name="connsiteY2079" fmla="*/ 2753985 h 5724538"/>
              <a:gd name="connsiteX2080" fmla="*/ 4535629 w 4840150"/>
              <a:gd name="connsiteY2080" fmla="*/ 2751511 h 5724538"/>
              <a:gd name="connsiteX2081" fmla="*/ 4535629 w 4840150"/>
              <a:gd name="connsiteY2081" fmla="*/ 2729242 h 5724538"/>
              <a:gd name="connsiteX2082" fmla="*/ 1136137 w 4840150"/>
              <a:gd name="connsiteY2082" fmla="*/ 2717303 h 5724538"/>
              <a:gd name="connsiteX2083" fmla="*/ 1205059 w 4840150"/>
              <a:gd name="connsiteY2083" fmla="*/ 2756460 h 5724538"/>
              <a:gd name="connsiteX2084" fmla="*/ 1207979 w 4840150"/>
              <a:gd name="connsiteY2084" fmla="*/ 2761062 h 5724538"/>
              <a:gd name="connsiteX2085" fmla="*/ 1185260 w 4840150"/>
              <a:gd name="connsiteY2085" fmla="*/ 2845539 h 5724538"/>
              <a:gd name="connsiteX2086" fmla="*/ 1086283 w 4840150"/>
              <a:gd name="connsiteY2086" fmla="*/ 2813372 h 5724538"/>
              <a:gd name="connsiteX2087" fmla="*/ 1083857 w 4840150"/>
              <a:gd name="connsiteY2087" fmla="*/ 2809388 h 5724538"/>
              <a:gd name="connsiteX2088" fmla="*/ 1108554 w 4840150"/>
              <a:gd name="connsiteY2088" fmla="*/ 2721818 h 5724538"/>
              <a:gd name="connsiteX2089" fmla="*/ 1136137 w 4840150"/>
              <a:gd name="connsiteY2089" fmla="*/ 2717303 h 5724538"/>
              <a:gd name="connsiteX2090" fmla="*/ 973694 w 4840150"/>
              <a:gd name="connsiteY2090" fmla="*/ 2712224 h 5724538"/>
              <a:gd name="connsiteX2091" fmla="*/ 1002153 w 4840150"/>
              <a:gd name="connsiteY2091" fmla="*/ 2721818 h 5724538"/>
              <a:gd name="connsiteX2092" fmla="*/ 1008127 w 4840150"/>
              <a:gd name="connsiteY2092" fmla="*/ 2730775 h 5724538"/>
              <a:gd name="connsiteX2093" fmla="*/ 989780 w 4840150"/>
              <a:gd name="connsiteY2093" fmla="*/ 2783678 h 5724538"/>
              <a:gd name="connsiteX2094" fmla="*/ 930394 w 4840150"/>
              <a:gd name="connsiteY2094" fmla="*/ 2773781 h 5724538"/>
              <a:gd name="connsiteX2095" fmla="*/ 926722 w 4840150"/>
              <a:gd name="connsiteY2095" fmla="*/ 2767174 h 5724538"/>
              <a:gd name="connsiteX2096" fmla="*/ 945241 w 4840150"/>
              <a:gd name="connsiteY2096" fmla="*/ 2721818 h 5724538"/>
              <a:gd name="connsiteX2097" fmla="*/ 973694 w 4840150"/>
              <a:gd name="connsiteY2097" fmla="*/ 2712224 h 5724538"/>
              <a:gd name="connsiteX2098" fmla="*/ 4184260 w 4840150"/>
              <a:gd name="connsiteY2098" fmla="*/ 2709446 h 5724538"/>
              <a:gd name="connsiteX2099" fmla="*/ 4206529 w 4840150"/>
              <a:gd name="connsiteY2099" fmla="*/ 2721818 h 5724538"/>
              <a:gd name="connsiteX2100" fmla="*/ 4206529 w 4840150"/>
              <a:gd name="connsiteY2100" fmla="*/ 2746563 h 5724538"/>
              <a:gd name="connsiteX2101" fmla="*/ 4184260 w 4840150"/>
              <a:gd name="connsiteY2101" fmla="*/ 2741614 h 5724538"/>
              <a:gd name="connsiteX2102" fmla="*/ 4184260 w 4840150"/>
              <a:gd name="connsiteY2102" fmla="*/ 2709446 h 5724538"/>
              <a:gd name="connsiteX2103" fmla="*/ 1709830 w 4840150"/>
              <a:gd name="connsiteY2103" fmla="*/ 2689650 h 5724538"/>
              <a:gd name="connsiteX2104" fmla="*/ 1761793 w 4840150"/>
              <a:gd name="connsiteY2104" fmla="*/ 2711920 h 5724538"/>
              <a:gd name="connsiteX2105" fmla="*/ 1761793 w 4840150"/>
              <a:gd name="connsiteY2105" fmla="*/ 2763883 h 5724538"/>
              <a:gd name="connsiteX2106" fmla="*/ 1709830 w 4840150"/>
              <a:gd name="connsiteY2106" fmla="*/ 2744088 h 5724538"/>
              <a:gd name="connsiteX2107" fmla="*/ 1707845 w 4840150"/>
              <a:gd name="connsiteY2107" fmla="*/ 2742108 h 5724538"/>
              <a:gd name="connsiteX2108" fmla="*/ 1709830 w 4840150"/>
              <a:gd name="connsiteY2108" fmla="*/ 2689650 h 5724538"/>
              <a:gd name="connsiteX2109" fmla="*/ 4585427 w 4840150"/>
              <a:gd name="connsiteY2109" fmla="*/ 2659339 h 5724538"/>
              <a:gd name="connsiteX2110" fmla="*/ 4597489 w 4840150"/>
              <a:gd name="connsiteY2110" fmla="*/ 2677278 h 5724538"/>
              <a:gd name="connsiteX2111" fmla="*/ 4597489 w 4840150"/>
              <a:gd name="connsiteY2111" fmla="*/ 2721818 h 5724538"/>
              <a:gd name="connsiteX2112" fmla="*/ 4567796 w 4840150"/>
              <a:gd name="connsiteY2112" fmla="*/ 2702023 h 5724538"/>
              <a:gd name="connsiteX2113" fmla="*/ 4567796 w 4840150"/>
              <a:gd name="connsiteY2113" fmla="*/ 2659957 h 5724538"/>
              <a:gd name="connsiteX2114" fmla="*/ 4585427 w 4840150"/>
              <a:gd name="connsiteY2114" fmla="*/ 2659339 h 5724538"/>
              <a:gd name="connsiteX2115" fmla="*/ 765627 w 4840150"/>
              <a:gd name="connsiteY2115" fmla="*/ 2653950 h 5724538"/>
              <a:gd name="connsiteX2116" fmla="*/ 788672 w 4840150"/>
              <a:gd name="connsiteY2116" fmla="*/ 2657041 h 5724538"/>
              <a:gd name="connsiteX2117" fmla="*/ 823992 w 4840150"/>
              <a:gd name="connsiteY2117" fmla="*/ 2687176 h 5724538"/>
              <a:gd name="connsiteX2118" fmla="*/ 829374 w 4840150"/>
              <a:gd name="connsiteY2118" fmla="*/ 2696530 h 5724538"/>
              <a:gd name="connsiteX2119" fmla="*/ 806671 w 4840150"/>
              <a:gd name="connsiteY2119" fmla="*/ 2751511 h 5724538"/>
              <a:gd name="connsiteX2120" fmla="*/ 742335 w 4840150"/>
              <a:gd name="connsiteY2120" fmla="*/ 2721818 h 5724538"/>
              <a:gd name="connsiteX2121" fmla="*/ 742335 w 4840150"/>
              <a:gd name="connsiteY2121" fmla="*/ 2659958 h 5724538"/>
              <a:gd name="connsiteX2122" fmla="*/ 765627 w 4840150"/>
              <a:gd name="connsiteY2122" fmla="*/ 2653950 h 5724538"/>
              <a:gd name="connsiteX2123" fmla="*/ 4463986 w 4840150"/>
              <a:gd name="connsiteY2123" fmla="*/ 2644841 h 5724538"/>
              <a:gd name="connsiteX2124" fmla="*/ 4469128 w 4840150"/>
              <a:gd name="connsiteY2124" fmla="*/ 2645421 h 5724538"/>
              <a:gd name="connsiteX2125" fmla="*/ 4471293 w 4840150"/>
              <a:gd name="connsiteY2125" fmla="*/ 2650060 h 5724538"/>
              <a:gd name="connsiteX2126" fmla="*/ 4471293 w 4840150"/>
              <a:gd name="connsiteY2126" fmla="*/ 2672330 h 5724538"/>
              <a:gd name="connsiteX2127" fmla="*/ 4453972 w 4840150"/>
              <a:gd name="connsiteY2127" fmla="*/ 2674805 h 5724538"/>
              <a:gd name="connsiteX2128" fmla="*/ 4453972 w 4840150"/>
              <a:gd name="connsiteY2128" fmla="*/ 2650060 h 5724538"/>
              <a:gd name="connsiteX2129" fmla="*/ 4463986 w 4840150"/>
              <a:gd name="connsiteY2129" fmla="*/ 2644841 h 5724538"/>
              <a:gd name="connsiteX2130" fmla="*/ 4612143 w 4840150"/>
              <a:gd name="connsiteY2130" fmla="*/ 2631424 h 5724538"/>
              <a:gd name="connsiteX2131" fmla="*/ 4644504 w 4840150"/>
              <a:gd name="connsiteY2131" fmla="*/ 2659957 h 5724538"/>
              <a:gd name="connsiteX2132" fmla="*/ 4644504 w 4840150"/>
              <a:gd name="connsiteY2132" fmla="*/ 2721818 h 5724538"/>
              <a:gd name="connsiteX2133" fmla="*/ 4602438 w 4840150"/>
              <a:gd name="connsiteY2133" fmla="*/ 2694599 h 5724538"/>
              <a:gd name="connsiteX2134" fmla="*/ 4602438 w 4840150"/>
              <a:gd name="connsiteY2134" fmla="*/ 2635213 h 5724538"/>
              <a:gd name="connsiteX2135" fmla="*/ 4612143 w 4840150"/>
              <a:gd name="connsiteY2135" fmla="*/ 2631424 h 5724538"/>
              <a:gd name="connsiteX2136" fmla="*/ 599338 w 4840150"/>
              <a:gd name="connsiteY2136" fmla="*/ 2627169 h 5724538"/>
              <a:gd name="connsiteX2137" fmla="*/ 626036 w 4840150"/>
              <a:gd name="connsiteY2137" fmla="*/ 2650060 h 5724538"/>
              <a:gd name="connsiteX2138" fmla="*/ 628907 w 4840150"/>
              <a:gd name="connsiteY2138" fmla="*/ 2655083 h 5724538"/>
              <a:gd name="connsiteX2139" fmla="*/ 611189 w 4840150"/>
              <a:gd name="connsiteY2139" fmla="*/ 2704499 h 5724538"/>
              <a:gd name="connsiteX2140" fmla="*/ 549328 w 4840150"/>
              <a:gd name="connsiteY2140" fmla="*/ 2682229 h 5724538"/>
              <a:gd name="connsiteX2141" fmla="*/ 546454 w 4840150"/>
              <a:gd name="connsiteY2141" fmla="*/ 2677205 h 5724538"/>
              <a:gd name="connsiteX2142" fmla="*/ 564176 w 4840150"/>
              <a:gd name="connsiteY2142" fmla="*/ 2627790 h 5724538"/>
              <a:gd name="connsiteX2143" fmla="*/ 599338 w 4840150"/>
              <a:gd name="connsiteY2143" fmla="*/ 2627169 h 5724538"/>
              <a:gd name="connsiteX2144" fmla="*/ 1572126 w 4840150"/>
              <a:gd name="connsiteY2144" fmla="*/ 2622680 h 5724538"/>
              <a:gd name="connsiteX2145" fmla="*/ 1640546 w 4840150"/>
              <a:gd name="connsiteY2145" fmla="*/ 2664906 h 5724538"/>
              <a:gd name="connsiteX2146" fmla="*/ 1641456 w 4840150"/>
              <a:gd name="connsiteY2146" fmla="*/ 2666217 h 5724538"/>
              <a:gd name="connsiteX2147" fmla="*/ 1623225 w 4840150"/>
              <a:gd name="connsiteY2147" fmla="*/ 2758935 h 5724538"/>
              <a:gd name="connsiteX2148" fmla="*/ 1526722 w 4840150"/>
              <a:gd name="connsiteY2148" fmla="*/ 2721818 h 5724538"/>
              <a:gd name="connsiteX2149" fmla="*/ 1523790 w 4840150"/>
              <a:gd name="connsiteY2149" fmla="*/ 2717611 h 5724538"/>
              <a:gd name="connsiteX2150" fmla="*/ 1544043 w 4840150"/>
              <a:gd name="connsiteY2150" fmla="*/ 2625316 h 5724538"/>
              <a:gd name="connsiteX2151" fmla="*/ 1572126 w 4840150"/>
              <a:gd name="connsiteY2151" fmla="*/ 2622680 h 5724538"/>
              <a:gd name="connsiteX2152" fmla="*/ 4112810 w 4840150"/>
              <a:gd name="connsiteY2152" fmla="*/ 2612016 h 5724538"/>
              <a:gd name="connsiteX2153" fmla="*/ 4124873 w 4840150"/>
              <a:gd name="connsiteY2153" fmla="*/ 2627790 h 5724538"/>
              <a:gd name="connsiteX2154" fmla="*/ 4124873 w 4840150"/>
              <a:gd name="connsiteY2154" fmla="*/ 2664906 h 5724538"/>
              <a:gd name="connsiteX2155" fmla="*/ 4095180 w 4840150"/>
              <a:gd name="connsiteY2155" fmla="*/ 2650060 h 5724538"/>
              <a:gd name="connsiteX2156" fmla="*/ 4095180 w 4840150"/>
              <a:gd name="connsiteY2156" fmla="*/ 2612943 h 5724538"/>
              <a:gd name="connsiteX2157" fmla="*/ 4112810 w 4840150"/>
              <a:gd name="connsiteY2157" fmla="*/ 2612016 h 5724538"/>
              <a:gd name="connsiteX2158" fmla="*/ 1252303 w 4840150"/>
              <a:gd name="connsiteY2158" fmla="*/ 2607724 h 5724538"/>
              <a:gd name="connsiteX2159" fmla="*/ 1258873 w 4840150"/>
              <a:gd name="connsiteY2159" fmla="*/ 2608304 h 5724538"/>
              <a:gd name="connsiteX2160" fmla="*/ 1266907 w 4840150"/>
              <a:gd name="connsiteY2160" fmla="*/ 2612943 h 5724538"/>
              <a:gd name="connsiteX2161" fmla="*/ 1269382 w 4840150"/>
              <a:gd name="connsiteY2161" fmla="*/ 2615418 h 5724538"/>
              <a:gd name="connsiteX2162" fmla="*/ 1266907 w 4840150"/>
              <a:gd name="connsiteY2162" fmla="*/ 2632739 h 5724538"/>
              <a:gd name="connsiteX2163" fmla="*/ 1247121 w 4840150"/>
              <a:gd name="connsiteY2163" fmla="*/ 2630264 h 5724538"/>
              <a:gd name="connsiteX2164" fmla="*/ 1247121 w 4840150"/>
              <a:gd name="connsiteY2164" fmla="*/ 2612943 h 5724538"/>
              <a:gd name="connsiteX2165" fmla="*/ 1252303 w 4840150"/>
              <a:gd name="connsiteY2165" fmla="*/ 2607724 h 5724538"/>
              <a:gd name="connsiteX2166" fmla="*/ 4488614 w 4840150"/>
              <a:gd name="connsiteY2166" fmla="*/ 2590674 h 5724538"/>
              <a:gd name="connsiteX2167" fmla="*/ 4520782 w 4840150"/>
              <a:gd name="connsiteY2167" fmla="*/ 2610468 h 5724538"/>
              <a:gd name="connsiteX2168" fmla="*/ 4520782 w 4840150"/>
              <a:gd name="connsiteY2168" fmla="*/ 2652534 h 5724538"/>
              <a:gd name="connsiteX2169" fmla="*/ 4488614 w 4840150"/>
              <a:gd name="connsiteY2169" fmla="*/ 2632739 h 5724538"/>
              <a:gd name="connsiteX2170" fmla="*/ 4488614 w 4840150"/>
              <a:gd name="connsiteY2170" fmla="*/ 2590674 h 5724538"/>
              <a:gd name="connsiteX2171" fmla="*/ 1418511 w 4840150"/>
              <a:gd name="connsiteY2171" fmla="*/ 2586616 h 5724538"/>
              <a:gd name="connsiteX2172" fmla="*/ 1484657 w 4840150"/>
              <a:gd name="connsiteY2172" fmla="*/ 2630266 h 5724538"/>
              <a:gd name="connsiteX2173" fmla="*/ 1489819 w 4840150"/>
              <a:gd name="connsiteY2173" fmla="*/ 2638753 h 5724538"/>
              <a:gd name="connsiteX2174" fmla="*/ 1462387 w 4840150"/>
              <a:gd name="connsiteY2174" fmla="*/ 2721818 h 5724538"/>
              <a:gd name="connsiteX2175" fmla="*/ 1370833 w 4840150"/>
              <a:gd name="connsiteY2175" fmla="*/ 2684702 h 5724538"/>
              <a:gd name="connsiteX2176" fmla="*/ 1366770 w 4840150"/>
              <a:gd name="connsiteY2176" fmla="*/ 2678466 h 5724538"/>
              <a:gd name="connsiteX2177" fmla="*/ 1390629 w 4840150"/>
              <a:gd name="connsiteY2177" fmla="*/ 2590674 h 5724538"/>
              <a:gd name="connsiteX2178" fmla="*/ 1418511 w 4840150"/>
              <a:gd name="connsiteY2178" fmla="*/ 2586616 h 5724538"/>
              <a:gd name="connsiteX2179" fmla="*/ 363743 w 4840150"/>
              <a:gd name="connsiteY2179" fmla="*/ 2583251 h 5724538"/>
              <a:gd name="connsiteX2180" fmla="*/ 428078 w 4840150"/>
              <a:gd name="connsiteY2180" fmla="*/ 2607995 h 5724538"/>
              <a:gd name="connsiteX2181" fmla="*/ 431238 w 4840150"/>
              <a:gd name="connsiteY2181" fmla="*/ 2614107 h 5724538"/>
              <a:gd name="connsiteX2182" fmla="*/ 410757 w 4840150"/>
              <a:gd name="connsiteY2182" fmla="*/ 2662432 h 5724538"/>
              <a:gd name="connsiteX2183" fmla="*/ 346422 w 4840150"/>
              <a:gd name="connsiteY2183" fmla="*/ 2640163 h 5724538"/>
              <a:gd name="connsiteX2184" fmla="*/ 344015 w 4840150"/>
              <a:gd name="connsiteY2184" fmla="*/ 2635659 h 5724538"/>
              <a:gd name="connsiteX2185" fmla="*/ 363743 w 4840150"/>
              <a:gd name="connsiteY2185" fmla="*/ 2583251 h 5724538"/>
              <a:gd name="connsiteX2186" fmla="*/ 4162609 w 4840150"/>
              <a:gd name="connsiteY2186" fmla="*/ 2577992 h 5724538"/>
              <a:gd name="connsiteX2187" fmla="*/ 4171887 w 4840150"/>
              <a:gd name="connsiteY2187" fmla="*/ 2590674 h 5724538"/>
              <a:gd name="connsiteX2188" fmla="*/ 4171887 w 4840150"/>
              <a:gd name="connsiteY2188" fmla="*/ 2622841 h 5724538"/>
              <a:gd name="connsiteX2189" fmla="*/ 4149618 w 4840150"/>
              <a:gd name="connsiteY2189" fmla="*/ 2610469 h 5724538"/>
              <a:gd name="connsiteX2190" fmla="*/ 4149618 w 4840150"/>
              <a:gd name="connsiteY2190" fmla="*/ 2578302 h 5724538"/>
              <a:gd name="connsiteX2191" fmla="*/ 4162609 w 4840150"/>
              <a:gd name="connsiteY2191" fmla="*/ 2577992 h 5724538"/>
              <a:gd name="connsiteX2192" fmla="*/ 168262 w 4840150"/>
              <a:gd name="connsiteY2192" fmla="*/ 2575827 h 5724538"/>
              <a:gd name="connsiteX2193" fmla="*/ 185584 w 4840150"/>
              <a:gd name="connsiteY2193" fmla="*/ 2575827 h 5724538"/>
              <a:gd name="connsiteX2194" fmla="*/ 185584 w 4840150"/>
              <a:gd name="connsiteY2194" fmla="*/ 2588200 h 5724538"/>
              <a:gd name="connsiteX2195" fmla="*/ 4382834 w 4840150"/>
              <a:gd name="connsiteY2195" fmla="*/ 2560053 h 5724538"/>
              <a:gd name="connsiteX2196" fmla="*/ 4389638 w 4840150"/>
              <a:gd name="connsiteY2196" fmla="*/ 2568405 h 5724538"/>
              <a:gd name="connsiteX2197" fmla="*/ 4389638 w 4840150"/>
              <a:gd name="connsiteY2197" fmla="*/ 2590674 h 5724538"/>
              <a:gd name="connsiteX2198" fmla="*/ 4372317 w 4840150"/>
              <a:gd name="connsiteY2198" fmla="*/ 2590674 h 5724538"/>
              <a:gd name="connsiteX2199" fmla="*/ 4372317 w 4840150"/>
              <a:gd name="connsiteY2199" fmla="*/ 2568405 h 5724538"/>
              <a:gd name="connsiteX2200" fmla="*/ 4382834 w 4840150"/>
              <a:gd name="connsiteY2200" fmla="*/ 2560053 h 5724538"/>
              <a:gd name="connsiteX2201" fmla="*/ 4528206 w 4840150"/>
              <a:gd name="connsiteY2201" fmla="*/ 2556032 h 5724538"/>
              <a:gd name="connsiteX2202" fmla="*/ 4560373 w 4840150"/>
              <a:gd name="connsiteY2202" fmla="*/ 2575827 h 5724538"/>
              <a:gd name="connsiteX2203" fmla="*/ 4560373 w 4840150"/>
              <a:gd name="connsiteY2203" fmla="*/ 2617892 h 5724538"/>
              <a:gd name="connsiteX2204" fmla="*/ 4528206 w 4840150"/>
              <a:gd name="connsiteY2204" fmla="*/ 2598098 h 5724538"/>
              <a:gd name="connsiteX2205" fmla="*/ 4528206 w 4840150"/>
              <a:gd name="connsiteY2205" fmla="*/ 2556032 h 5724538"/>
              <a:gd name="connsiteX2206" fmla="*/ 1059064 w 4840150"/>
              <a:gd name="connsiteY2206" fmla="*/ 2546134 h 5724538"/>
              <a:gd name="connsiteX2207" fmla="*/ 1108554 w 4840150"/>
              <a:gd name="connsiteY2207" fmla="*/ 2565930 h 5724538"/>
              <a:gd name="connsiteX2208" fmla="*/ 1115173 w 4840150"/>
              <a:gd name="connsiteY2208" fmla="*/ 2572561 h 5724538"/>
              <a:gd name="connsiteX2209" fmla="*/ 1108554 w 4840150"/>
              <a:gd name="connsiteY2209" fmla="*/ 2610469 h 5724538"/>
              <a:gd name="connsiteX2210" fmla="*/ 1059064 w 4840150"/>
              <a:gd name="connsiteY2210" fmla="*/ 2590674 h 5724538"/>
              <a:gd name="connsiteX2211" fmla="*/ 1052444 w 4840150"/>
              <a:gd name="connsiteY2211" fmla="*/ 2584043 h 5724538"/>
              <a:gd name="connsiteX2212" fmla="*/ 1059064 w 4840150"/>
              <a:gd name="connsiteY2212" fmla="*/ 2546134 h 5724538"/>
              <a:gd name="connsiteX2213" fmla="*/ 4199106 w 4840150"/>
              <a:gd name="connsiteY2213" fmla="*/ 2543660 h 5724538"/>
              <a:gd name="connsiteX2214" fmla="*/ 4218902 w 4840150"/>
              <a:gd name="connsiteY2214" fmla="*/ 2556032 h 5724538"/>
              <a:gd name="connsiteX2215" fmla="*/ 4218902 w 4840150"/>
              <a:gd name="connsiteY2215" fmla="*/ 2583251 h 5724538"/>
              <a:gd name="connsiteX2216" fmla="*/ 4199106 w 4840150"/>
              <a:gd name="connsiteY2216" fmla="*/ 2570879 h 5724538"/>
              <a:gd name="connsiteX2217" fmla="*/ 4199106 w 4840150"/>
              <a:gd name="connsiteY2217" fmla="*/ 2543660 h 5724538"/>
              <a:gd name="connsiteX2218" fmla="*/ 4588520 w 4840150"/>
              <a:gd name="connsiteY2218" fmla="*/ 2537473 h 5724538"/>
              <a:gd name="connsiteX2219" fmla="*/ 4590066 w 4840150"/>
              <a:gd name="connsiteY2219" fmla="*/ 2548608 h 5724538"/>
              <a:gd name="connsiteX2220" fmla="*/ 4590066 w 4840150"/>
              <a:gd name="connsiteY2220" fmla="*/ 2565930 h 5724538"/>
              <a:gd name="connsiteX2221" fmla="*/ 4577694 w 4840150"/>
              <a:gd name="connsiteY2221" fmla="*/ 2568405 h 5724538"/>
              <a:gd name="connsiteX2222" fmla="*/ 4577694 w 4840150"/>
              <a:gd name="connsiteY2222" fmla="*/ 2548608 h 5724538"/>
              <a:gd name="connsiteX2223" fmla="*/ 4588520 w 4840150"/>
              <a:gd name="connsiteY2223" fmla="*/ 2537473 h 5724538"/>
              <a:gd name="connsiteX2224" fmla="*/ 1786538 w 4840150"/>
              <a:gd name="connsiteY2224" fmla="*/ 2526339 h 5724538"/>
              <a:gd name="connsiteX2225" fmla="*/ 1858296 w 4840150"/>
              <a:gd name="connsiteY2225" fmla="*/ 2558507 h 5724538"/>
              <a:gd name="connsiteX2226" fmla="*/ 1861154 w 4840150"/>
              <a:gd name="connsiteY2226" fmla="*/ 2561352 h 5724538"/>
              <a:gd name="connsiteX2227" fmla="*/ 1858296 w 4840150"/>
              <a:gd name="connsiteY2227" fmla="*/ 2627790 h 5724538"/>
              <a:gd name="connsiteX2228" fmla="*/ 1786538 w 4840150"/>
              <a:gd name="connsiteY2228" fmla="*/ 2598098 h 5724538"/>
              <a:gd name="connsiteX2229" fmla="*/ 1784744 w 4840150"/>
              <a:gd name="connsiteY2229" fmla="*/ 2596291 h 5724538"/>
              <a:gd name="connsiteX2230" fmla="*/ 1786538 w 4840150"/>
              <a:gd name="connsiteY2230" fmla="*/ 2526339 h 5724538"/>
              <a:gd name="connsiteX2231" fmla="*/ 4255400 w 4840150"/>
              <a:gd name="connsiteY2231" fmla="*/ 2511183 h 5724538"/>
              <a:gd name="connsiteX2232" fmla="*/ 4263441 w 4840150"/>
              <a:gd name="connsiteY2232" fmla="*/ 2521389 h 5724538"/>
              <a:gd name="connsiteX2233" fmla="*/ 4263441 w 4840150"/>
              <a:gd name="connsiteY2233" fmla="*/ 2546134 h 5724538"/>
              <a:gd name="connsiteX2234" fmla="*/ 4243646 w 4840150"/>
              <a:gd name="connsiteY2234" fmla="*/ 2548608 h 5724538"/>
              <a:gd name="connsiteX2235" fmla="*/ 4243646 w 4840150"/>
              <a:gd name="connsiteY2235" fmla="*/ 2521389 h 5724538"/>
              <a:gd name="connsiteX2236" fmla="*/ 4255400 w 4840150"/>
              <a:gd name="connsiteY2236" fmla="*/ 2511183 h 5724538"/>
              <a:gd name="connsiteX2237" fmla="*/ 890801 w 4840150"/>
              <a:gd name="connsiteY2237" fmla="*/ 2499120 h 5724538"/>
              <a:gd name="connsiteX2238" fmla="*/ 950189 w 4840150"/>
              <a:gd name="connsiteY2238" fmla="*/ 2521389 h 5724538"/>
              <a:gd name="connsiteX2239" fmla="*/ 953061 w 4840150"/>
              <a:gd name="connsiteY2239" fmla="*/ 2526412 h 5724538"/>
              <a:gd name="connsiteX2240" fmla="*/ 935342 w 4840150"/>
              <a:gd name="connsiteY2240" fmla="*/ 2575827 h 5724538"/>
              <a:gd name="connsiteX2241" fmla="*/ 875956 w 4840150"/>
              <a:gd name="connsiteY2241" fmla="*/ 2551082 h 5724538"/>
              <a:gd name="connsiteX2242" fmla="*/ 872287 w 4840150"/>
              <a:gd name="connsiteY2242" fmla="*/ 2544476 h 5724538"/>
              <a:gd name="connsiteX2243" fmla="*/ 890801 w 4840150"/>
              <a:gd name="connsiteY2243" fmla="*/ 2499120 h 5724538"/>
              <a:gd name="connsiteX2244" fmla="*/ 1640547 w 4840150"/>
              <a:gd name="connsiteY2244" fmla="*/ 2494172 h 5724538"/>
              <a:gd name="connsiteX2245" fmla="*/ 1707356 w 4840150"/>
              <a:gd name="connsiteY2245" fmla="*/ 2523864 h 5724538"/>
              <a:gd name="connsiteX2246" fmla="*/ 1709776 w 4840150"/>
              <a:gd name="connsiteY2246" fmla="*/ 2526289 h 5724538"/>
              <a:gd name="connsiteX2247" fmla="*/ 1707356 w 4840150"/>
              <a:gd name="connsiteY2247" fmla="*/ 2585724 h 5724538"/>
              <a:gd name="connsiteX2248" fmla="*/ 1640547 w 4840150"/>
              <a:gd name="connsiteY2248" fmla="*/ 2558507 h 5724538"/>
              <a:gd name="connsiteX2249" fmla="*/ 1639186 w 4840150"/>
              <a:gd name="connsiteY2249" fmla="*/ 2557146 h 5724538"/>
              <a:gd name="connsiteX2250" fmla="*/ 1640547 w 4840150"/>
              <a:gd name="connsiteY2250" fmla="*/ 2494172 h 5724538"/>
              <a:gd name="connsiteX2251" fmla="*/ 4053115 w 4840150"/>
              <a:gd name="connsiteY2251" fmla="*/ 2481798 h 5724538"/>
              <a:gd name="connsiteX2252" fmla="*/ 4087757 w 4840150"/>
              <a:gd name="connsiteY2252" fmla="*/ 2501594 h 5724538"/>
              <a:gd name="connsiteX2253" fmla="*/ 4087757 w 4840150"/>
              <a:gd name="connsiteY2253" fmla="*/ 2543659 h 5724538"/>
              <a:gd name="connsiteX2254" fmla="*/ 4053115 w 4840150"/>
              <a:gd name="connsiteY2254" fmla="*/ 2526338 h 5724538"/>
              <a:gd name="connsiteX2255" fmla="*/ 4053115 w 4840150"/>
              <a:gd name="connsiteY2255" fmla="*/ 2481798 h 5724538"/>
              <a:gd name="connsiteX2256" fmla="*/ 4453973 w 4840150"/>
              <a:gd name="connsiteY2256" fmla="*/ 2474376 h 5724538"/>
              <a:gd name="connsiteX2257" fmla="*/ 4481192 w 4840150"/>
              <a:gd name="connsiteY2257" fmla="*/ 2494171 h 5724538"/>
              <a:gd name="connsiteX2258" fmla="*/ 4481192 w 4840150"/>
              <a:gd name="connsiteY2258" fmla="*/ 2536236 h 5724538"/>
              <a:gd name="connsiteX2259" fmla="*/ 4453973 w 4840150"/>
              <a:gd name="connsiteY2259" fmla="*/ 2518915 h 5724538"/>
              <a:gd name="connsiteX2260" fmla="*/ 4453973 w 4840150"/>
              <a:gd name="connsiteY2260" fmla="*/ 2474376 h 5724538"/>
              <a:gd name="connsiteX2261" fmla="*/ 707691 w 4840150"/>
              <a:gd name="connsiteY2261" fmla="*/ 2449631 h 5724538"/>
              <a:gd name="connsiteX2262" fmla="*/ 769553 w 4840150"/>
              <a:gd name="connsiteY2262" fmla="*/ 2474376 h 5724538"/>
              <a:gd name="connsiteX2263" fmla="*/ 776545 w 4840150"/>
              <a:gd name="connsiteY2263" fmla="*/ 2486031 h 5724538"/>
              <a:gd name="connsiteX2264" fmla="*/ 754706 w 4840150"/>
              <a:gd name="connsiteY2264" fmla="*/ 2533761 h 5724538"/>
              <a:gd name="connsiteX2265" fmla="*/ 692844 w 4840150"/>
              <a:gd name="connsiteY2265" fmla="*/ 2504069 h 5724538"/>
              <a:gd name="connsiteX2266" fmla="*/ 689973 w 4840150"/>
              <a:gd name="connsiteY2266" fmla="*/ 2499046 h 5724538"/>
              <a:gd name="connsiteX2267" fmla="*/ 707691 w 4840150"/>
              <a:gd name="connsiteY2267" fmla="*/ 2449631 h 5724538"/>
              <a:gd name="connsiteX2268" fmla="*/ 4122399 w 4840150"/>
              <a:gd name="connsiteY2268" fmla="*/ 2444373 h 5724538"/>
              <a:gd name="connsiteX2269" fmla="*/ 4137245 w 4840150"/>
              <a:gd name="connsiteY2269" fmla="*/ 2464478 h 5724538"/>
              <a:gd name="connsiteX2270" fmla="*/ 4137245 w 4840150"/>
              <a:gd name="connsiteY2270" fmla="*/ 2511491 h 5724538"/>
              <a:gd name="connsiteX2271" fmla="*/ 4100129 w 4840150"/>
              <a:gd name="connsiteY2271" fmla="*/ 2489221 h 5724538"/>
              <a:gd name="connsiteX2272" fmla="*/ 4100129 w 4840150"/>
              <a:gd name="connsiteY2272" fmla="*/ 2444682 h 5724538"/>
              <a:gd name="connsiteX2273" fmla="*/ 4122399 w 4840150"/>
              <a:gd name="connsiteY2273" fmla="*/ 2444373 h 5724538"/>
              <a:gd name="connsiteX2274" fmla="*/ 4488614 w 4840150"/>
              <a:gd name="connsiteY2274" fmla="*/ 2442208 h 5724538"/>
              <a:gd name="connsiteX2275" fmla="*/ 4520782 w 4840150"/>
              <a:gd name="connsiteY2275" fmla="*/ 2462003 h 5724538"/>
              <a:gd name="connsiteX2276" fmla="*/ 4520782 w 4840150"/>
              <a:gd name="connsiteY2276" fmla="*/ 2506543 h 5724538"/>
              <a:gd name="connsiteX2277" fmla="*/ 4488614 w 4840150"/>
              <a:gd name="connsiteY2277" fmla="*/ 2486748 h 5724538"/>
              <a:gd name="connsiteX2278" fmla="*/ 4488614 w 4840150"/>
              <a:gd name="connsiteY2278" fmla="*/ 2442208 h 5724538"/>
              <a:gd name="connsiteX2279" fmla="*/ 1515118 w 4840150"/>
              <a:gd name="connsiteY2279" fmla="*/ 2427979 h 5724538"/>
              <a:gd name="connsiteX2280" fmla="*/ 1588583 w 4840150"/>
              <a:gd name="connsiteY2280" fmla="*/ 2474376 h 5724538"/>
              <a:gd name="connsiteX2281" fmla="*/ 1591515 w 4840150"/>
              <a:gd name="connsiteY2281" fmla="*/ 2478582 h 5724538"/>
              <a:gd name="connsiteX2282" fmla="*/ 1571262 w 4840150"/>
              <a:gd name="connsiteY2282" fmla="*/ 2570877 h 5724538"/>
              <a:gd name="connsiteX2283" fmla="*/ 1467336 w 4840150"/>
              <a:gd name="connsiteY2283" fmla="*/ 2528812 h 5724538"/>
              <a:gd name="connsiteX2284" fmla="*/ 1464404 w 4840150"/>
              <a:gd name="connsiteY2284" fmla="*/ 2524606 h 5724538"/>
              <a:gd name="connsiteX2285" fmla="*/ 1484657 w 4840150"/>
              <a:gd name="connsiteY2285" fmla="*/ 2432309 h 5724538"/>
              <a:gd name="connsiteX2286" fmla="*/ 1515118 w 4840150"/>
              <a:gd name="connsiteY2286" fmla="*/ 2427979 h 5724538"/>
              <a:gd name="connsiteX2287" fmla="*/ 4386931 w 4840150"/>
              <a:gd name="connsiteY2287" fmla="*/ 2411588 h 5724538"/>
              <a:gd name="connsiteX2288" fmla="*/ 4387163 w 4840150"/>
              <a:gd name="connsiteY2288" fmla="*/ 2419939 h 5724538"/>
              <a:gd name="connsiteX2289" fmla="*/ 4387163 w 4840150"/>
              <a:gd name="connsiteY2289" fmla="*/ 2439733 h 5724538"/>
              <a:gd name="connsiteX2290" fmla="*/ 4372317 w 4840150"/>
              <a:gd name="connsiteY2290" fmla="*/ 2442208 h 5724538"/>
              <a:gd name="connsiteX2291" fmla="*/ 4372317 w 4840150"/>
              <a:gd name="connsiteY2291" fmla="*/ 2419939 h 5724538"/>
              <a:gd name="connsiteX2292" fmla="*/ 4386931 w 4840150"/>
              <a:gd name="connsiteY2292" fmla="*/ 2411588 h 5724538"/>
              <a:gd name="connsiteX2293" fmla="*/ 4525731 w 4840150"/>
              <a:gd name="connsiteY2293" fmla="*/ 2410040 h 5724538"/>
              <a:gd name="connsiteX2294" fmla="*/ 4557898 w 4840150"/>
              <a:gd name="connsiteY2294" fmla="*/ 2429836 h 5724538"/>
              <a:gd name="connsiteX2295" fmla="*/ 4557898 w 4840150"/>
              <a:gd name="connsiteY2295" fmla="*/ 2474376 h 5724538"/>
              <a:gd name="connsiteX2296" fmla="*/ 4525731 w 4840150"/>
              <a:gd name="connsiteY2296" fmla="*/ 2454580 h 5724538"/>
              <a:gd name="connsiteX2297" fmla="*/ 4525731 w 4840150"/>
              <a:gd name="connsiteY2297" fmla="*/ 2410040 h 5724538"/>
              <a:gd name="connsiteX2298" fmla="*/ 4028371 w 4840150"/>
              <a:gd name="connsiteY2298" fmla="*/ 2397668 h 5724538"/>
              <a:gd name="connsiteX2299" fmla="*/ 4028371 w 4840150"/>
              <a:gd name="connsiteY2299" fmla="*/ 2398286 h 5724538"/>
              <a:gd name="connsiteX2300" fmla="*/ 4028371 w 4840150"/>
              <a:gd name="connsiteY2300" fmla="*/ 2400142 h 5724538"/>
              <a:gd name="connsiteX2301" fmla="*/ 4028371 w 4840150"/>
              <a:gd name="connsiteY2301" fmla="*/ 2397668 h 5724538"/>
              <a:gd name="connsiteX2302" fmla="*/ 1781589 w 4840150"/>
              <a:gd name="connsiteY2302" fmla="*/ 2395194 h 5724538"/>
              <a:gd name="connsiteX2303" fmla="*/ 1784063 w 4840150"/>
              <a:gd name="connsiteY2303" fmla="*/ 2395194 h 5724538"/>
              <a:gd name="connsiteX2304" fmla="*/ 1784063 w 4840150"/>
              <a:gd name="connsiteY2304" fmla="*/ 2397668 h 5724538"/>
              <a:gd name="connsiteX2305" fmla="*/ 1362510 w 4840150"/>
              <a:gd name="connsiteY2305" fmla="*/ 2386709 h 5724538"/>
              <a:gd name="connsiteX2306" fmla="*/ 1437643 w 4840150"/>
              <a:gd name="connsiteY2306" fmla="*/ 2434785 h 5724538"/>
              <a:gd name="connsiteX2307" fmla="*/ 1445935 w 4840150"/>
              <a:gd name="connsiteY2307" fmla="*/ 2447220 h 5724538"/>
              <a:gd name="connsiteX2308" fmla="*/ 1417847 w 4840150"/>
              <a:gd name="connsiteY2308" fmla="*/ 2533761 h 5724538"/>
              <a:gd name="connsiteX2309" fmla="*/ 1308973 w 4840150"/>
              <a:gd name="connsiteY2309" fmla="*/ 2489221 h 5724538"/>
              <a:gd name="connsiteX2310" fmla="*/ 1300540 w 4840150"/>
              <a:gd name="connsiteY2310" fmla="*/ 2475884 h 5724538"/>
              <a:gd name="connsiteX2311" fmla="*/ 1331242 w 4840150"/>
              <a:gd name="connsiteY2311" fmla="*/ 2390245 h 5724538"/>
              <a:gd name="connsiteX2312" fmla="*/ 1362510 w 4840150"/>
              <a:gd name="connsiteY2312" fmla="*/ 2386709 h 5724538"/>
              <a:gd name="connsiteX2313" fmla="*/ 4075385 w 4840150"/>
              <a:gd name="connsiteY2313" fmla="*/ 2365501 h 5724538"/>
              <a:gd name="connsiteX2314" fmla="*/ 4075385 w 4840150"/>
              <a:gd name="connsiteY2314" fmla="*/ 2367974 h 5724538"/>
              <a:gd name="connsiteX2315" fmla="*/ 4075385 w 4840150"/>
              <a:gd name="connsiteY2315" fmla="*/ 2365501 h 5724538"/>
              <a:gd name="connsiteX2316" fmla="*/ 324153 w 4840150"/>
              <a:gd name="connsiteY2316" fmla="*/ 2363026 h 5724538"/>
              <a:gd name="connsiteX2317" fmla="*/ 388488 w 4840150"/>
              <a:gd name="connsiteY2317" fmla="*/ 2387770 h 5724538"/>
              <a:gd name="connsiteX2318" fmla="*/ 391648 w 4840150"/>
              <a:gd name="connsiteY2318" fmla="*/ 2393877 h 5724538"/>
              <a:gd name="connsiteX2319" fmla="*/ 371167 w 4840150"/>
              <a:gd name="connsiteY2319" fmla="*/ 2442207 h 5724538"/>
              <a:gd name="connsiteX2320" fmla="*/ 306832 w 4840150"/>
              <a:gd name="connsiteY2320" fmla="*/ 2417464 h 5724538"/>
              <a:gd name="connsiteX2321" fmla="*/ 303672 w 4840150"/>
              <a:gd name="connsiteY2321" fmla="*/ 2411356 h 5724538"/>
              <a:gd name="connsiteX2322" fmla="*/ 324153 w 4840150"/>
              <a:gd name="connsiteY2322" fmla="*/ 2363026 h 5724538"/>
              <a:gd name="connsiteX2323" fmla="*/ 1203913 w 4840150"/>
              <a:gd name="connsiteY2323" fmla="*/ 2343014 h 5724538"/>
              <a:gd name="connsiteX2324" fmla="*/ 1271856 w 4840150"/>
              <a:gd name="connsiteY2324" fmla="*/ 2387770 h 5724538"/>
              <a:gd name="connsiteX2325" fmla="*/ 1278505 w 4840150"/>
              <a:gd name="connsiteY2325" fmla="*/ 2398358 h 5724538"/>
              <a:gd name="connsiteX2326" fmla="*/ 1252072 w 4840150"/>
              <a:gd name="connsiteY2326" fmla="*/ 2474376 h 5724538"/>
              <a:gd name="connsiteX2327" fmla="*/ 1155566 w 4840150"/>
              <a:gd name="connsiteY2327" fmla="*/ 2434785 h 5724538"/>
              <a:gd name="connsiteX2328" fmla="*/ 1149789 w 4840150"/>
              <a:gd name="connsiteY2328" fmla="*/ 2425701 h 5724538"/>
              <a:gd name="connsiteX2329" fmla="*/ 1175364 w 4840150"/>
              <a:gd name="connsiteY2329" fmla="*/ 2345704 h 5724538"/>
              <a:gd name="connsiteX2330" fmla="*/ 1203913 w 4840150"/>
              <a:gd name="connsiteY2330" fmla="*/ 2343014 h 5724538"/>
              <a:gd name="connsiteX2331" fmla="*/ 1014524 w 4840150"/>
              <a:gd name="connsiteY2331" fmla="*/ 2340756 h 5724538"/>
              <a:gd name="connsiteX2332" fmla="*/ 1068962 w 4840150"/>
              <a:gd name="connsiteY2332" fmla="*/ 2363026 h 5724538"/>
              <a:gd name="connsiteX2333" fmla="*/ 1073150 w 4840150"/>
              <a:gd name="connsiteY2333" fmla="*/ 2367216 h 5724538"/>
              <a:gd name="connsiteX2334" fmla="*/ 1068962 w 4840150"/>
              <a:gd name="connsiteY2334" fmla="*/ 2412514 h 5724538"/>
              <a:gd name="connsiteX2335" fmla="*/ 1063830 w 4840150"/>
              <a:gd name="connsiteY2335" fmla="*/ 2415083 h 5724538"/>
              <a:gd name="connsiteX2336" fmla="*/ 1002153 w 4840150"/>
              <a:gd name="connsiteY2336" fmla="*/ 2390245 h 5724538"/>
              <a:gd name="connsiteX2337" fmla="*/ 997856 w 4840150"/>
              <a:gd name="connsiteY2337" fmla="*/ 2383084 h 5724538"/>
              <a:gd name="connsiteX2338" fmla="*/ 1014524 w 4840150"/>
              <a:gd name="connsiteY2338" fmla="*/ 2340756 h 5724538"/>
              <a:gd name="connsiteX2339" fmla="*/ 4453973 w 4840150"/>
              <a:gd name="connsiteY2339" fmla="*/ 2338282 h 5724538"/>
              <a:gd name="connsiteX2340" fmla="*/ 4471294 w 4840150"/>
              <a:gd name="connsiteY2340" fmla="*/ 2353129 h 5724538"/>
              <a:gd name="connsiteX2341" fmla="*/ 4471294 w 4840150"/>
              <a:gd name="connsiteY2341" fmla="*/ 2385296 h 5724538"/>
              <a:gd name="connsiteX2342" fmla="*/ 4453973 w 4840150"/>
              <a:gd name="connsiteY2342" fmla="*/ 2370449 h 5724538"/>
              <a:gd name="connsiteX2343" fmla="*/ 4453973 w 4840150"/>
              <a:gd name="connsiteY2343" fmla="*/ 2338282 h 5724538"/>
              <a:gd name="connsiteX2344" fmla="*/ 1617095 w 4840150"/>
              <a:gd name="connsiteY2344" fmla="*/ 2298493 h 5724538"/>
              <a:gd name="connsiteX2345" fmla="*/ 1672714 w 4840150"/>
              <a:gd name="connsiteY2345" fmla="*/ 2335807 h 5724538"/>
              <a:gd name="connsiteX2346" fmla="*/ 1677096 w 4840150"/>
              <a:gd name="connsiteY2346" fmla="*/ 2340189 h 5724538"/>
              <a:gd name="connsiteX2347" fmla="*/ 1672714 w 4840150"/>
              <a:gd name="connsiteY2347" fmla="*/ 2410040 h 5724538"/>
              <a:gd name="connsiteX2348" fmla="*/ 1593532 w 4840150"/>
              <a:gd name="connsiteY2348" fmla="*/ 2375399 h 5724538"/>
              <a:gd name="connsiteX2349" fmla="*/ 1589150 w 4840150"/>
              <a:gd name="connsiteY2349" fmla="*/ 2371017 h 5724538"/>
              <a:gd name="connsiteX2350" fmla="*/ 1593532 w 4840150"/>
              <a:gd name="connsiteY2350" fmla="*/ 2301165 h 5724538"/>
              <a:gd name="connsiteX2351" fmla="*/ 1617095 w 4840150"/>
              <a:gd name="connsiteY2351" fmla="*/ 2298493 h 5724538"/>
              <a:gd name="connsiteX2352" fmla="*/ 866353 w 4840150"/>
              <a:gd name="connsiteY2352" fmla="*/ 2269036 h 5724538"/>
              <a:gd name="connsiteX2353" fmla="*/ 932868 w 4840150"/>
              <a:gd name="connsiteY2353" fmla="*/ 2311062 h 5724538"/>
              <a:gd name="connsiteX2354" fmla="*/ 941281 w 4840150"/>
              <a:gd name="connsiteY2354" fmla="*/ 2324862 h 5724538"/>
              <a:gd name="connsiteX2355" fmla="*/ 913073 w 4840150"/>
              <a:gd name="connsiteY2355" fmla="*/ 2392719 h 5724538"/>
              <a:gd name="connsiteX2356" fmla="*/ 816569 w 4840150"/>
              <a:gd name="connsiteY2356" fmla="*/ 2355603 h 5724538"/>
              <a:gd name="connsiteX2357" fmla="*/ 808889 w 4840150"/>
              <a:gd name="connsiteY2357" fmla="*/ 2342395 h 5724538"/>
              <a:gd name="connsiteX2358" fmla="*/ 838838 w 4840150"/>
              <a:gd name="connsiteY2358" fmla="*/ 2271471 h 5724538"/>
              <a:gd name="connsiteX2359" fmla="*/ 866353 w 4840150"/>
              <a:gd name="connsiteY2359" fmla="*/ 2269036 h 5724538"/>
              <a:gd name="connsiteX2360" fmla="*/ 1462387 w 4840150"/>
              <a:gd name="connsiteY2360" fmla="*/ 2261575 h 5724538"/>
              <a:gd name="connsiteX2361" fmla="*/ 1539095 w 4840150"/>
              <a:gd name="connsiteY2361" fmla="*/ 2296217 h 5724538"/>
              <a:gd name="connsiteX2362" fmla="*/ 1541713 w 4840150"/>
              <a:gd name="connsiteY2362" fmla="*/ 2300203 h 5724538"/>
              <a:gd name="connsiteX2363" fmla="*/ 1524248 w 4840150"/>
              <a:gd name="connsiteY2363" fmla="*/ 2367976 h 5724538"/>
              <a:gd name="connsiteX2364" fmla="*/ 1447541 w 4840150"/>
              <a:gd name="connsiteY2364" fmla="*/ 2333333 h 5724538"/>
              <a:gd name="connsiteX2365" fmla="*/ 1462387 w 4840150"/>
              <a:gd name="connsiteY2365" fmla="*/ 2261575 h 5724538"/>
              <a:gd name="connsiteX2366" fmla="*/ 3963340 w 4840150"/>
              <a:gd name="connsiteY2366" fmla="*/ 2236134 h 5724538"/>
              <a:gd name="connsiteX2367" fmla="*/ 3986306 w 4840150"/>
              <a:gd name="connsiteY2367" fmla="*/ 2259100 h 5724538"/>
              <a:gd name="connsiteX2368" fmla="*/ 3986306 w 4840150"/>
              <a:gd name="connsiteY2368" fmla="*/ 2296216 h 5724538"/>
              <a:gd name="connsiteX2369" fmla="*/ 3959087 w 4840150"/>
              <a:gd name="connsiteY2369" fmla="*/ 2278895 h 5724538"/>
              <a:gd name="connsiteX2370" fmla="*/ 3959087 w 4840150"/>
              <a:gd name="connsiteY2370" fmla="*/ 2241779 h 5724538"/>
              <a:gd name="connsiteX2371" fmla="*/ 3963340 w 4840150"/>
              <a:gd name="connsiteY2371" fmla="*/ 2236134 h 5724538"/>
              <a:gd name="connsiteX2372" fmla="*/ 4398569 w 4840150"/>
              <a:gd name="connsiteY2372" fmla="*/ 2226817 h 5724538"/>
              <a:gd name="connsiteX2373" fmla="*/ 4426754 w 4840150"/>
              <a:gd name="connsiteY2373" fmla="*/ 2241779 h 5724538"/>
              <a:gd name="connsiteX2374" fmla="*/ 4426754 w 4840150"/>
              <a:gd name="connsiteY2374" fmla="*/ 2283844 h 5724538"/>
              <a:gd name="connsiteX2375" fmla="*/ 4389637 w 4840150"/>
              <a:gd name="connsiteY2375" fmla="*/ 2266524 h 5724538"/>
              <a:gd name="connsiteX2376" fmla="*/ 4389637 w 4840150"/>
              <a:gd name="connsiteY2376" fmla="*/ 2226932 h 5724538"/>
              <a:gd name="connsiteX2377" fmla="*/ 4398569 w 4840150"/>
              <a:gd name="connsiteY2377" fmla="*/ 2226817 h 5724538"/>
              <a:gd name="connsiteX2378" fmla="*/ 4013757 w 4840150"/>
              <a:gd name="connsiteY2378" fmla="*/ 2223144 h 5724538"/>
              <a:gd name="connsiteX2379" fmla="*/ 4028371 w 4840150"/>
              <a:gd name="connsiteY2379" fmla="*/ 2229407 h 5724538"/>
              <a:gd name="connsiteX2380" fmla="*/ 4028371 w 4840150"/>
              <a:gd name="connsiteY2380" fmla="*/ 2256626 h 5724538"/>
              <a:gd name="connsiteX2381" fmla="*/ 4008576 w 4840150"/>
              <a:gd name="connsiteY2381" fmla="*/ 2254151 h 5724538"/>
              <a:gd name="connsiteX2382" fmla="*/ 4008576 w 4840150"/>
              <a:gd name="connsiteY2382" fmla="*/ 2229407 h 5724538"/>
              <a:gd name="connsiteX2383" fmla="*/ 4013757 w 4840150"/>
              <a:gd name="connsiteY2383" fmla="*/ 2223144 h 5724538"/>
              <a:gd name="connsiteX2384" fmla="*/ 690971 w 4840150"/>
              <a:gd name="connsiteY2384" fmla="*/ 2221548 h 5724538"/>
              <a:gd name="connsiteX2385" fmla="*/ 767080 w 4840150"/>
              <a:gd name="connsiteY2385" fmla="*/ 2264048 h 5724538"/>
              <a:gd name="connsiteX2386" fmla="*/ 774923 w 4840150"/>
              <a:gd name="connsiteY2386" fmla="*/ 2278430 h 5724538"/>
              <a:gd name="connsiteX2387" fmla="*/ 742335 w 4840150"/>
              <a:gd name="connsiteY2387" fmla="*/ 2348179 h 5724538"/>
              <a:gd name="connsiteX2388" fmla="*/ 635934 w 4840150"/>
              <a:gd name="connsiteY2388" fmla="*/ 2311063 h 5724538"/>
              <a:gd name="connsiteX2389" fmla="*/ 630811 w 4840150"/>
              <a:gd name="connsiteY2389" fmla="*/ 2301670 h 5724538"/>
              <a:gd name="connsiteX2390" fmla="*/ 660679 w 4840150"/>
              <a:gd name="connsiteY2390" fmla="*/ 2226932 h 5724538"/>
              <a:gd name="connsiteX2391" fmla="*/ 690971 w 4840150"/>
              <a:gd name="connsiteY2391" fmla="*/ 2221548 h 5724538"/>
              <a:gd name="connsiteX2392" fmla="*/ 1331894 w 4840150"/>
              <a:gd name="connsiteY2392" fmla="*/ 2205139 h 5724538"/>
              <a:gd name="connsiteX2393" fmla="*/ 1398053 w 4840150"/>
              <a:gd name="connsiteY2393" fmla="*/ 2249203 h 5724538"/>
              <a:gd name="connsiteX2394" fmla="*/ 1401547 w 4840150"/>
              <a:gd name="connsiteY2394" fmla="*/ 2254444 h 5724538"/>
              <a:gd name="connsiteX2395" fmla="*/ 1380732 w 4840150"/>
              <a:gd name="connsiteY2395" fmla="*/ 2335807 h 5724538"/>
              <a:gd name="connsiteX2396" fmla="*/ 1284229 w 4840150"/>
              <a:gd name="connsiteY2396" fmla="*/ 2293742 h 5724538"/>
              <a:gd name="connsiteX2397" fmla="*/ 1277580 w 4840150"/>
              <a:gd name="connsiteY2397" fmla="*/ 2283154 h 5724538"/>
              <a:gd name="connsiteX2398" fmla="*/ 1304024 w 4840150"/>
              <a:gd name="connsiteY2398" fmla="*/ 2207137 h 5724538"/>
              <a:gd name="connsiteX2399" fmla="*/ 1331894 w 4840150"/>
              <a:gd name="connsiteY2399" fmla="*/ 2205139 h 5724538"/>
              <a:gd name="connsiteX2400" fmla="*/ 1158044 w 4840150"/>
              <a:gd name="connsiteY2400" fmla="*/ 2199714 h 5724538"/>
              <a:gd name="connsiteX2401" fmla="*/ 1200105 w 4840150"/>
              <a:gd name="connsiteY2401" fmla="*/ 2217035 h 5724538"/>
              <a:gd name="connsiteX2402" fmla="*/ 1202297 w 4840150"/>
              <a:gd name="connsiteY2402" fmla="*/ 2219228 h 5724538"/>
              <a:gd name="connsiteX2403" fmla="*/ 1200105 w 4840150"/>
              <a:gd name="connsiteY2403" fmla="*/ 2254151 h 5724538"/>
              <a:gd name="connsiteX2404" fmla="*/ 1158044 w 4840150"/>
              <a:gd name="connsiteY2404" fmla="*/ 2236831 h 5724538"/>
              <a:gd name="connsiteX2405" fmla="*/ 1158044 w 4840150"/>
              <a:gd name="connsiteY2405" fmla="*/ 2199714 h 5724538"/>
              <a:gd name="connsiteX2406" fmla="*/ 1734065 w 4840150"/>
              <a:gd name="connsiteY2406" fmla="*/ 2193924 h 5724538"/>
              <a:gd name="connsiteX2407" fmla="*/ 1769216 w 4840150"/>
              <a:gd name="connsiteY2407" fmla="*/ 2209612 h 5724538"/>
              <a:gd name="connsiteX2408" fmla="*/ 1773760 w 4840150"/>
              <a:gd name="connsiteY2408" fmla="*/ 2214155 h 5724538"/>
              <a:gd name="connsiteX2409" fmla="*/ 1769216 w 4840150"/>
              <a:gd name="connsiteY2409" fmla="*/ 2241779 h 5724538"/>
              <a:gd name="connsiteX2410" fmla="*/ 1767252 w 4840150"/>
              <a:gd name="connsiteY2410" fmla="*/ 2242624 h 5724538"/>
              <a:gd name="connsiteX2411" fmla="*/ 1732100 w 4840150"/>
              <a:gd name="connsiteY2411" fmla="*/ 2226932 h 5724538"/>
              <a:gd name="connsiteX2412" fmla="*/ 1732100 w 4840150"/>
              <a:gd name="connsiteY2412" fmla="*/ 2194766 h 5724538"/>
              <a:gd name="connsiteX2413" fmla="*/ 1734065 w 4840150"/>
              <a:gd name="connsiteY2413" fmla="*/ 2193924 h 5724538"/>
              <a:gd name="connsiteX2414" fmla="*/ 506679 w 4840150"/>
              <a:gd name="connsiteY2414" fmla="*/ 2181988 h 5724538"/>
              <a:gd name="connsiteX2415" fmla="*/ 576545 w 4840150"/>
              <a:gd name="connsiteY2415" fmla="*/ 2226932 h 5724538"/>
              <a:gd name="connsiteX2416" fmla="*/ 577350 w 4840150"/>
              <a:gd name="connsiteY2416" fmla="*/ 2228544 h 5724538"/>
              <a:gd name="connsiteX2417" fmla="*/ 551802 w 4840150"/>
              <a:gd name="connsiteY2417" fmla="*/ 2301165 h 5724538"/>
              <a:gd name="connsiteX2418" fmla="*/ 450349 w 4840150"/>
              <a:gd name="connsiteY2418" fmla="*/ 2268997 h 5724538"/>
              <a:gd name="connsiteX2419" fmla="*/ 439467 w 4840150"/>
              <a:gd name="connsiteY2419" fmla="*/ 2247705 h 5724538"/>
              <a:gd name="connsiteX2420" fmla="*/ 477567 w 4840150"/>
              <a:gd name="connsiteY2420" fmla="*/ 2184868 h 5724538"/>
              <a:gd name="connsiteX2421" fmla="*/ 506679 w 4840150"/>
              <a:gd name="connsiteY2421" fmla="*/ 2181988 h 5724538"/>
              <a:gd name="connsiteX2422" fmla="*/ 994729 w 4840150"/>
              <a:gd name="connsiteY2422" fmla="*/ 2152700 h 5724538"/>
              <a:gd name="connsiteX2423" fmla="*/ 1039271 w 4840150"/>
              <a:gd name="connsiteY2423" fmla="*/ 2172496 h 5724538"/>
              <a:gd name="connsiteX2424" fmla="*/ 1041459 w 4840150"/>
              <a:gd name="connsiteY2424" fmla="*/ 2174688 h 5724538"/>
              <a:gd name="connsiteX2425" fmla="*/ 1039271 w 4840150"/>
              <a:gd name="connsiteY2425" fmla="*/ 2209611 h 5724538"/>
              <a:gd name="connsiteX2426" fmla="*/ 994729 w 4840150"/>
              <a:gd name="connsiteY2426" fmla="*/ 2192291 h 5724538"/>
              <a:gd name="connsiteX2427" fmla="*/ 994729 w 4840150"/>
              <a:gd name="connsiteY2427" fmla="*/ 2152700 h 5724538"/>
              <a:gd name="connsiteX2428" fmla="*/ 4342623 w 4840150"/>
              <a:gd name="connsiteY2428" fmla="*/ 2115582 h 5724538"/>
              <a:gd name="connsiteX2429" fmla="*/ 4372316 w 4840150"/>
              <a:gd name="connsiteY2429" fmla="*/ 2135379 h 5724538"/>
              <a:gd name="connsiteX2430" fmla="*/ 4372316 w 4840150"/>
              <a:gd name="connsiteY2430" fmla="*/ 2170021 h 5724538"/>
              <a:gd name="connsiteX2431" fmla="*/ 4342623 w 4840150"/>
              <a:gd name="connsiteY2431" fmla="*/ 2152700 h 5724538"/>
              <a:gd name="connsiteX2432" fmla="*/ 4342623 w 4840150"/>
              <a:gd name="connsiteY2432" fmla="*/ 2115582 h 5724538"/>
              <a:gd name="connsiteX2433" fmla="*/ 1604755 w 4840150"/>
              <a:gd name="connsiteY2433" fmla="*/ 2107291 h 5724538"/>
              <a:gd name="connsiteX2434" fmla="*/ 1672714 w 4840150"/>
              <a:gd name="connsiteY2434" fmla="*/ 2152700 h 5724538"/>
              <a:gd name="connsiteX2435" fmla="*/ 1657867 w 4840150"/>
              <a:gd name="connsiteY2435" fmla="*/ 2241779 h 5724538"/>
              <a:gd name="connsiteX2436" fmla="*/ 1558890 w 4840150"/>
              <a:gd name="connsiteY2436" fmla="*/ 2197239 h 5724538"/>
              <a:gd name="connsiteX2437" fmla="*/ 1553308 w 4840150"/>
              <a:gd name="connsiteY2437" fmla="*/ 2188962 h 5724538"/>
              <a:gd name="connsiteX2438" fmla="*/ 1576211 w 4840150"/>
              <a:gd name="connsiteY2438" fmla="*/ 2108160 h 5724538"/>
              <a:gd name="connsiteX2439" fmla="*/ 1604755 w 4840150"/>
              <a:gd name="connsiteY2439" fmla="*/ 2107291 h 5724538"/>
              <a:gd name="connsiteX2440" fmla="*/ 847353 w 4840150"/>
              <a:gd name="connsiteY2440" fmla="*/ 2074141 h 5724538"/>
              <a:gd name="connsiteX2441" fmla="*/ 908124 w 4840150"/>
              <a:gd name="connsiteY2441" fmla="*/ 2115583 h 5724538"/>
              <a:gd name="connsiteX2442" fmla="*/ 916135 w 4840150"/>
              <a:gd name="connsiteY2442" fmla="*/ 2129422 h 5724538"/>
              <a:gd name="connsiteX2443" fmla="*/ 888327 w 4840150"/>
              <a:gd name="connsiteY2443" fmla="*/ 2189816 h 5724538"/>
              <a:gd name="connsiteX2444" fmla="*/ 799248 w 4840150"/>
              <a:gd name="connsiteY2444" fmla="*/ 2152700 h 5724538"/>
              <a:gd name="connsiteX2445" fmla="*/ 791950 w 4840150"/>
              <a:gd name="connsiteY2445" fmla="*/ 2139426 h 5724538"/>
              <a:gd name="connsiteX2446" fmla="*/ 821518 w 4840150"/>
              <a:gd name="connsiteY2446" fmla="*/ 2075993 h 5724538"/>
              <a:gd name="connsiteX2447" fmla="*/ 847353 w 4840150"/>
              <a:gd name="connsiteY2447" fmla="*/ 2074141 h 5724538"/>
              <a:gd name="connsiteX2448" fmla="*/ 1462147 w 4840150"/>
              <a:gd name="connsiteY2448" fmla="*/ 2062987 h 5724538"/>
              <a:gd name="connsiteX2449" fmla="*/ 1531671 w 4840150"/>
              <a:gd name="connsiteY2449" fmla="*/ 2110634 h 5724538"/>
              <a:gd name="connsiteX2450" fmla="*/ 1514350 w 4840150"/>
              <a:gd name="connsiteY2450" fmla="*/ 2199713 h 5724538"/>
              <a:gd name="connsiteX2451" fmla="*/ 1412899 w 4840150"/>
              <a:gd name="connsiteY2451" fmla="*/ 2155173 h 5724538"/>
              <a:gd name="connsiteX2452" fmla="*/ 1407980 w 4840150"/>
              <a:gd name="connsiteY2452" fmla="*/ 2147540 h 5724538"/>
              <a:gd name="connsiteX2453" fmla="*/ 1432694 w 4840150"/>
              <a:gd name="connsiteY2453" fmla="*/ 2063619 h 5724538"/>
              <a:gd name="connsiteX2454" fmla="*/ 1462147 w 4840150"/>
              <a:gd name="connsiteY2454" fmla="*/ 2062987 h 5724538"/>
              <a:gd name="connsiteX2455" fmla="*/ 658204 w 4840150"/>
              <a:gd name="connsiteY2455" fmla="*/ 2046299 h 5724538"/>
              <a:gd name="connsiteX2456" fmla="*/ 717590 w 4840150"/>
              <a:gd name="connsiteY2456" fmla="*/ 2073519 h 5724538"/>
              <a:gd name="connsiteX2457" fmla="*/ 722873 w 4840150"/>
              <a:gd name="connsiteY2457" fmla="*/ 2083681 h 5724538"/>
              <a:gd name="connsiteX2458" fmla="*/ 702744 w 4840150"/>
              <a:gd name="connsiteY2458" fmla="*/ 2120532 h 5724538"/>
              <a:gd name="connsiteX2459" fmla="*/ 643358 w 4840150"/>
              <a:gd name="connsiteY2459" fmla="*/ 2095789 h 5724538"/>
              <a:gd name="connsiteX2460" fmla="*/ 638885 w 4840150"/>
              <a:gd name="connsiteY2460" fmla="*/ 2087487 h 5724538"/>
              <a:gd name="connsiteX2461" fmla="*/ 658204 w 4840150"/>
              <a:gd name="connsiteY2461" fmla="*/ 2046299 h 5724538"/>
              <a:gd name="connsiteX2462" fmla="*/ 4251069 w 4840150"/>
              <a:gd name="connsiteY2462" fmla="*/ 2036401 h 5724538"/>
              <a:gd name="connsiteX2463" fmla="*/ 4280762 w 4840150"/>
              <a:gd name="connsiteY2463" fmla="*/ 2053722 h 5724538"/>
              <a:gd name="connsiteX2464" fmla="*/ 4280762 w 4840150"/>
              <a:gd name="connsiteY2464" fmla="*/ 2088364 h 5724538"/>
              <a:gd name="connsiteX2465" fmla="*/ 4251069 w 4840150"/>
              <a:gd name="connsiteY2465" fmla="*/ 2071043 h 5724538"/>
              <a:gd name="connsiteX2466" fmla="*/ 4251069 w 4840150"/>
              <a:gd name="connsiteY2466" fmla="*/ 2036401 h 5724538"/>
              <a:gd name="connsiteX2467" fmla="*/ 1314628 w 4840150"/>
              <a:gd name="connsiteY2467" fmla="*/ 2016860 h 5724538"/>
              <a:gd name="connsiteX2468" fmla="*/ 1385680 w 4840150"/>
              <a:gd name="connsiteY2468" fmla="*/ 2066094 h 5724538"/>
              <a:gd name="connsiteX2469" fmla="*/ 1365884 w 4840150"/>
              <a:gd name="connsiteY2469" fmla="*/ 2155173 h 5724538"/>
              <a:gd name="connsiteX2470" fmla="*/ 1261958 w 4840150"/>
              <a:gd name="connsiteY2470" fmla="*/ 2110634 h 5724538"/>
              <a:gd name="connsiteX2471" fmla="*/ 1284228 w 4840150"/>
              <a:gd name="connsiteY2471" fmla="*/ 2019080 h 5724538"/>
              <a:gd name="connsiteX2472" fmla="*/ 1314628 w 4840150"/>
              <a:gd name="connsiteY2472" fmla="*/ 2016860 h 5724538"/>
              <a:gd name="connsiteX2473" fmla="*/ 480043 w 4840150"/>
              <a:gd name="connsiteY2473" fmla="*/ 1996811 h 5724538"/>
              <a:gd name="connsiteX2474" fmla="*/ 536956 w 4840150"/>
              <a:gd name="connsiteY2474" fmla="*/ 2021555 h 5724538"/>
              <a:gd name="connsiteX2475" fmla="*/ 522109 w 4840150"/>
              <a:gd name="connsiteY2475" fmla="*/ 2068569 h 5724538"/>
              <a:gd name="connsiteX2476" fmla="*/ 465198 w 4840150"/>
              <a:gd name="connsiteY2476" fmla="*/ 2043825 h 5724538"/>
              <a:gd name="connsiteX2477" fmla="*/ 459913 w 4840150"/>
              <a:gd name="connsiteY2477" fmla="*/ 2033662 h 5724538"/>
              <a:gd name="connsiteX2478" fmla="*/ 480043 w 4840150"/>
              <a:gd name="connsiteY2478" fmla="*/ 1996811 h 5724538"/>
              <a:gd name="connsiteX2479" fmla="*/ 1143195 w 4840150"/>
              <a:gd name="connsiteY2479" fmla="*/ 1991862 h 5724538"/>
              <a:gd name="connsiteX2480" fmla="*/ 1214953 w 4840150"/>
              <a:gd name="connsiteY2480" fmla="*/ 2024029 h 5724538"/>
              <a:gd name="connsiteX2481" fmla="*/ 1222359 w 4840150"/>
              <a:gd name="connsiteY2481" fmla="*/ 2035669 h 5724538"/>
              <a:gd name="connsiteX2482" fmla="*/ 1200105 w 4840150"/>
              <a:gd name="connsiteY2482" fmla="*/ 2090838 h 5724538"/>
              <a:gd name="connsiteX2483" fmla="*/ 1125874 w 4840150"/>
              <a:gd name="connsiteY2483" fmla="*/ 2056197 h 5724538"/>
              <a:gd name="connsiteX2484" fmla="*/ 1143195 w 4840150"/>
              <a:gd name="connsiteY2484" fmla="*/ 1991862 h 5724538"/>
              <a:gd name="connsiteX2485" fmla="*/ 291985 w 4840150"/>
              <a:gd name="connsiteY2485" fmla="*/ 1954745 h 5724538"/>
              <a:gd name="connsiteX2486" fmla="*/ 351372 w 4840150"/>
              <a:gd name="connsiteY2486" fmla="*/ 1979490 h 5724538"/>
              <a:gd name="connsiteX2487" fmla="*/ 334051 w 4840150"/>
              <a:gd name="connsiteY2487" fmla="*/ 2016605 h 5724538"/>
              <a:gd name="connsiteX2488" fmla="*/ 274664 w 4840150"/>
              <a:gd name="connsiteY2488" fmla="*/ 2001759 h 5724538"/>
              <a:gd name="connsiteX2489" fmla="*/ 269265 w 4840150"/>
              <a:gd name="connsiteY2489" fmla="*/ 1990061 h 5724538"/>
              <a:gd name="connsiteX2490" fmla="*/ 291985 w 4840150"/>
              <a:gd name="connsiteY2490" fmla="*/ 1954745 h 5724538"/>
              <a:gd name="connsiteX2491" fmla="*/ 989780 w 4840150"/>
              <a:gd name="connsiteY2491" fmla="*/ 1952271 h 5724538"/>
              <a:gd name="connsiteX2492" fmla="*/ 1051641 w 4840150"/>
              <a:gd name="connsiteY2492" fmla="*/ 1979490 h 5724538"/>
              <a:gd name="connsiteX2493" fmla="*/ 1054515 w 4840150"/>
              <a:gd name="connsiteY2493" fmla="*/ 1984518 h 5724538"/>
              <a:gd name="connsiteX2494" fmla="*/ 1036793 w 4840150"/>
              <a:gd name="connsiteY2494" fmla="*/ 2033927 h 5724538"/>
              <a:gd name="connsiteX2495" fmla="*/ 977406 w 4840150"/>
              <a:gd name="connsiteY2495" fmla="*/ 2004234 h 5724538"/>
              <a:gd name="connsiteX2496" fmla="*/ 989780 w 4840150"/>
              <a:gd name="connsiteY2496" fmla="*/ 1952271 h 5724538"/>
              <a:gd name="connsiteX2497" fmla="*/ 1576212 w 4840150"/>
              <a:gd name="connsiteY2497" fmla="*/ 1947322 h 5724538"/>
              <a:gd name="connsiteX2498" fmla="*/ 1660342 w 4840150"/>
              <a:gd name="connsiteY2498" fmla="*/ 1986913 h 5724538"/>
              <a:gd name="connsiteX2499" fmla="*/ 1645496 w 4840150"/>
              <a:gd name="connsiteY2499" fmla="*/ 2061145 h 5724538"/>
              <a:gd name="connsiteX2500" fmla="*/ 1561365 w 4840150"/>
              <a:gd name="connsiteY2500" fmla="*/ 2021555 h 5724538"/>
              <a:gd name="connsiteX2501" fmla="*/ 1576212 w 4840150"/>
              <a:gd name="connsiteY2501" fmla="*/ 1947322 h 5724538"/>
              <a:gd name="connsiteX2502" fmla="*/ 4194157 w 4840150"/>
              <a:gd name="connsiteY2502" fmla="*/ 1920104 h 5724538"/>
              <a:gd name="connsiteX2503" fmla="*/ 4226325 w 4840150"/>
              <a:gd name="connsiteY2503" fmla="*/ 1942373 h 5724538"/>
              <a:gd name="connsiteX2504" fmla="*/ 4226325 w 4840150"/>
              <a:gd name="connsiteY2504" fmla="*/ 1979490 h 5724538"/>
              <a:gd name="connsiteX2505" fmla="*/ 4194157 w 4840150"/>
              <a:gd name="connsiteY2505" fmla="*/ 1959695 h 5724538"/>
              <a:gd name="connsiteX2506" fmla="*/ 4194157 w 4840150"/>
              <a:gd name="connsiteY2506" fmla="*/ 1920104 h 5724538"/>
              <a:gd name="connsiteX2507" fmla="*/ 1440118 w 4840150"/>
              <a:gd name="connsiteY2507" fmla="*/ 1905258 h 5724538"/>
              <a:gd name="connsiteX2508" fmla="*/ 1516825 w 4840150"/>
              <a:gd name="connsiteY2508" fmla="*/ 1942373 h 5724538"/>
              <a:gd name="connsiteX2509" fmla="*/ 1501978 w 4840150"/>
              <a:gd name="connsiteY2509" fmla="*/ 2011657 h 5724538"/>
              <a:gd name="connsiteX2510" fmla="*/ 1425271 w 4840150"/>
              <a:gd name="connsiteY2510" fmla="*/ 1974543 h 5724538"/>
              <a:gd name="connsiteX2511" fmla="*/ 1440118 w 4840150"/>
              <a:gd name="connsiteY2511" fmla="*/ 1905258 h 5724538"/>
              <a:gd name="connsiteX2512" fmla="*/ 841161 w 4840150"/>
              <a:gd name="connsiteY2512" fmla="*/ 1882085 h 5724538"/>
              <a:gd name="connsiteX2513" fmla="*/ 905650 w 4840150"/>
              <a:gd name="connsiteY2513" fmla="*/ 1925052 h 5724538"/>
              <a:gd name="connsiteX2514" fmla="*/ 883378 w 4840150"/>
              <a:gd name="connsiteY2514" fmla="*/ 2001759 h 5724538"/>
              <a:gd name="connsiteX2515" fmla="*/ 789352 w 4840150"/>
              <a:gd name="connsiteY2515" fmla="*/ 1959695 h 5724538"/>
              <a:gd name="connsiteX2516" fmla="*/ 781888 w 4840150"/>
              <a:gd name="connsiteY2516" fmla="*/ 1945122 h 5724538"/>
              <a:gd name="connsiteX2517" fmla="*/ 814096 w 4840150"/>
              <a:gd name="connsiteY2517" fmla="*/ 1882988 h 5724538"/>
              <a:gd name="connsiteX2518" fmla="*/ 841161 w 4840150"/>
              <a:gd name="connsiteY2518" fmla="*/ 1882085 h 5724538"/>
              <a:gd name="connsiteX2519" fmla="*/ 1291652 w 4840150"/>
              <a:gd name="connsiteY2519" fmla="*/ 1865667 h 5724538"/>
              <a:gd name="connsiteX2520" fmla="*/ 1375783 w 4840150"/>
              <a:gd name="connsiteY2520" fmla="*/ 1905258 h 5724538"/>
              <a:gd name="connsiteX2521" fmla="*/ 1380670 w 4840150"/>
              <a:gd name="connsiteY2521" fmla="*/ 1913120 h 5724538"/>
              <a:gd name="connsiteX2522" fmla="*/ 1358461 w 4840150"/>
              <a:gd name="connsiteY2522" fmla="*/ 1979490 h 5724538"/>
              <a:gd name="connsiteX2523" fmla="*/ 1271856 w 4840150"/>
              <a:gd name="connsiteY2523" fmla="*/ 1937425 h 5724538"/>
              <a:gd name="connsiteX2524" fmla="*/ 1291652 w 4840150"/>
              <a:gd name="connsiteY2524" fmla="*/ 1865667 h 5724538"/>
              <a:gd name="connsiteX2525" fmla="*/ 674261 w 4840150"/>
              <a:gd name="connsiteY2525" fmla="*/ 1828077 h 5724538"/>
              <a:gd name="connsiteX2526" fmla="*/ 742333 w 4840150"/>
              <a:gd name="connsiteY2526" fmla="*/ 1873090 h 5724538"/>
              <a:gd name="connsiteX2527" fmla="*/ 752821 w 4840150"/>
              <a:gd name="connsiteY2527" fmla="*/ 1896824 h 5724538"/>
              <a:gd name="connsiteX2528" fmla="*/ 712640 w 4840150"/>
              <a:gd name="connsiteY2528" fmla="*/ 1949796 h 5724538"/>
              <a:gd name="connsiteX2529" fmla="*/ 623563 w 4840150"/>
              <a:gd name="connsiteY2529" fmla="*/ 1907732 h 5724538"/>
              <a:gd name="connsiteX2530" fmla="*/ 614150 w 4840150"/>
              <a:gd name="connsiteY2530" fmla="*/ 1890959 h 5724538"/>
              <a:gd name="connsiteX2531" fmla="*/ 645832 w 4840150"/>
              <a:gd name="connsiteY2531" fmla="*/ 1828549 h 5724538"/>
              <a:gd name="connsiteX2532" fmla="*/ 674261 w 4840150"/>
              <a:gd name="connsiteY2532" fmla="*/ 1828077 h 5724538"/>
              <a:gd name="connsiteX2533" fmla="*/ 1002153 w 4840150"/>
              <a:gd name="connsiteY2533" fmla="*/ 1808754 h 5724538"/>
              <a:gd name="connsiteX2534" fmla="*/ 1026898 w 4840150"/>
              <a:gd name="connsiteY2534" fmla="*/ 1808754 h 5724538"/>
              <a:gd name="connsiteX2535" fmla="*/ 1026898 w 4840150"/>
              <a:gd name="connsiteY2535" fmla="*/ 1828549 h 5724538"/>
              <a:gd name="connsiteX2536" fmla="*/ 1002153 w 4840150"/>
              <a:gd name="connsiteY2536" fmla="*/ 1828549 h 5724538"/>
              <a:gd name="connsiteX2537" fmla="*/ 999678 w 4840150"/>
              <a:gd name="connsiteY2537" fmla="*/ 1826075 h 5724538"/>
              <a:gd name="connsiteX2538" fmla="*/ 1002153 w 4840150"/>
              <a:gd name="connsiteY2538" fmla="*/ 1808754 h 5724538"/>
              <a:gd name="connsiteX2539" fmla="*/ 1588583 w 4840150"/>
              <a:gd name="connsiteY2539" fmla="*/ 1803805 h 5724538"/>
              <a:gd name="connsiteX2540" fmla="*/ 1645495 w 4840150"/>
              <a:gd name="connsiteY2540" fmla="*/ 1831023 h 5724538"/>
              <a:gd name="connsiteX2541" fmla="*/ 1645495 w 4840150"/>
              <a:gd name="connsiteY2541" fmla="*/ 1882986 h 5724538"/>
              <a:gd name="connsiteX2542" fmla="*/ 1588583 w 4840150"/>
              <a:gd name="connsiteY2542" fmla="*/ 1853293 h 5724538"/>
              <a:gd name="connsiteX2543" fmla="*/ 1584394 w 4840150"/>
              <a:gd name="connsiteY2543" fmla="*/ 1849104 h 5724538"/>
              <a:gd name="connsiteX2544" fmla="*/ 1588583 w 4840150"/>
              <a:gd name="connsiteY2544" fmla="*/ 1803805 h 5724538"/>
              <a:gd name="connsiteX2545" fmla="*/ 1162664 w 4840150"/>
              <a:gd name="connsiteY2545" fmla="*/ 1791069 h 5724538"/>
              <a:gd name="connsiteX2546" fmla="*/ 1237221 w 4840150"/>
              <a:gd name="connsiteY2546" fmla="*/ 1843396 h 5724538"/>
              <a:gd name="connsiteX2547" fmla="*/ 1214953 w 4840150"/>
              <a:gd name="connsiteY2547" fmla="*/ 1932476 h 5724538"/>
              <a:gd name="connsiteX2548" fmla="*/ 1108551 w 4840150"/>
              <a:gd name="connsiteY2548" fmla="*/ 1882986 h 5724538"/>
              <a:gd name="connsiteX2549" fmla="*/ 1097390 w 4840150"/>
              <a:gd name="connsiteY2549" fmla="*/ 1864646 h 5724538"/>
              <a:gd name="connsiteX2550" fmla="*/ 1130823 w 4840150"/>
              <a:gd name="connsiteY2550" fmla="*/ 1791433 h 5724538"/>
              <a:gd name="connsiteX2551" fmla="*/ 1162664 w 4840150"/>
              <a:gd name="connsiteY2551" fmla="*/ 1791069 h 5724538"/>
              <a:gd name="connsiteX2552" fmla="*/ 493406 w 4840150"/>
              <a:gd name="connsiteY2552" fmla="*/ 1777740 h 5724538"/>
              <a:gd name="connsiteX2553" fmla="*/ 561700 w 4840150"/>
              <a:gd name="connsiteY2553" fmla="*/ 1821126 h 5724538"/>
              <a:gd name="connsiteX2554" fmla="*/ 569957 w 4840150"/>
              <a:gd name="connsiteY2554" fmla="*/ 1837638 h 5724538"/>
              <a:gd name="connsiteX2555" fmla="*/ 536956 w 4840150"/>
              <a:gd name="connsiteY2555" fmla="*/ 1895358 h 5724538"/>
              <a:gd name="connsiteX2556" fmla="*/ 440455 w 4840150"/>
              <a:gd name="connsiteY2556" fmla="*/ 1853293 h 5724538"/>
              <a:gd name="connsiteX2557" fmla="*/ 432195 w 4840150"/>
              <a:gd name="connsiteY2557" fmla="*/ 1836782 h 5724538"/>
              <a:gd name="connsiteX2558" fmla="*/ 465198 w 4840150"/>
              <a:gd name="connsiteY2558" fmla="*/ 1779060 h 5724538"/>
              <a:gd name="connsiteX2559" fmla="*/ 493406 w 4840150"/>
              <a:gd name="connsiteY2559" fmla="*/ 1777740 h 5724538"/>
              <a:gd name="connsiteX2560" fmla="*/ 1447541 w 4840150"/>
              <a:gd name="connsiteY2560" fmla="*/ 1732046 h 5724538"/>
              <a:gd name="connsiteX2561" fmla="*/ 1534146 w 4840150"/>
              <a:gd name="connsiteY2561" fmla="*/ 1779061 h 5724538"/>
              <a:gd name="connsiteX2562" fmla="*/ 1519300 w 4840150"/>
              <a:gd name="connsiteY2562" fmla="*/ 1855768 h 5724538"/>
              <a:gd name="connsiteX2563" fmla="*/ 1430220 w 4840150"/>
              <a:gd name="connsiteY2563" fmla="*/ 1808754 h 5724538"/>
              <a:gd name="connsiteX2564" fmla="*/ 1447541 w 4840150"/>
              <a:gd name="connsiteY2564" fmla="*/ 1732046 h 5724538"/>
              <a:gd name="connsiteX2565" fmla="*/ 823992 w 4840150"/>
              <a:gd name="connsiteY2565" fmla="*/ 1707302 h 5724538"/>
              <a:gd name="connsiteX2566" fmla="*/ 908124 w 4840150"/>
              <a:gd name="connsiteY2566" fmla="*/ 1744418 h 5724538"/>
              <a:gd name="connsiteX2567" fmla="*/ 914883 w 4840150"/>
              <a:gd name="connsiteY2567" fmla="*/ 1756585 h 5724538"/>
              <a:gd name="connsiteX2568" fmla="*/ 888327 w 4840150"/>
              <a:gd name="connsiteY2568" fmla="*/ 1813702 h 5724538"/>
              <a:gd name="connsiteX2569" fmla="*/ 804197 w 4840150"/>
              <a:gd name="connsiteY2569" fmla="*/ 1774111 h 5724538"/>
              <a:gd name="connsiteX2570" fmla="*/ 823992 w 4840150"/>
              <a:gd name="connsiteY2570" fmla="*/ 1707302 h 5724538"/>
              <a:gd name="connsiteX2571" fmla="*/ 1328410 w 4840150"/>
              <a:gd name="connsiteY2571" fmla="*/ 1679852 h 5724538"/>
              <a:gd name="connsiteX2572" fmla="*/ 1398052 w 4840150"/>
              <a:gd name="connsiteY2572" fmla="*/ 1727098 h 5724538"/>
              <a:gd name="connsiteX2573" fmla="*/ 1378257 w 4840150"/>
              <a:gd name="connsiteY2573" fmla="*/ 1813703 h 5724538"/>
              <a:gd name="connsiteX2574" fmla="*/ 1279280 w 4840150"/>
              <a:gd name="connsiteY2574" fmla="*/ 1764214 h 5724538"/>
              <a:gd name="connsiteX2575" fmla="*/ 1299075 w 4840150"/>
              <a:gd name="connsiteY2575" fmla="*/ 1680084 h 5724538"/>
              <a:gd name="connsiteX2576" fmla="*/ 1328410 w 4840150"/>
              <a:gd name="connsiteY2576" fmla="*/ 1679852 h 5724538"/>
              <a:gd name="connsiteX2577" fmla="*/ 1623226 w 4840150"/>
              <a:gd name="connsiteY2577" fmla="*/ 1670186 h 5724538"/>
              <a:gd name="connsiteX2578" fmla="*/ 1667765 w 4840150"/>
              <a:gd name="connsiteY2578" fmla="*/ 1692455 h 5724538"/>
              <a:gd name="connsiteX2579" fmla="*/ 1667765 w 4840150"/>
              <a:gd name="connsiteY2579" fmla="*/ 1732046 h 5724538"/>
              <a:gd name="connsiteX2580" fmla="*/ 1623226 w 4840150"/>
              <a:gd name="connsiteY2580" fmla="*/ 1709777 h 5724538"/>
              <a:gd name="connsiteX2581" fmla="*/ 1623226 w 4840150"/>
              <a:gd name="connsiteY2581" fmla="*/ 1670186 h 5724538"/>
              <a:gd name="connsiteX2582" fmla="*/ 663152 w 4840150"/>
              <a:gd name="connsiteY2582" fmla="*/ 1655340 h 5724538"/>
              <a:gd name="connsiteX2583" fmla="*/ 742333 w 4840150"/>
              <a:gd name="connsiteY2583" fmla="*/ 1692455 h 5724538"/>
              <a:gd name="connsiteX2584" fmla="*/ 717590 w 4840150"/>
              <a:gd name="connsiteY2584" fmla="*/ 1754316 h 5724538"/>
              <a:gd name="connsiteX2585" fmla="*/ 645832 w 4840150"/>
              <a:gd name="connsiteY2585" fmla="*/ 1719675 h 5724538"/>
              <a:gd name="connsiteX2586" fmla="*/ 663152 w 4840150"/>
              <a:gd name="connsiteY2586" fmla="*/ 1655340 h 5724538"/>
              <a:gd name="connsiteX2587" fmla="*/ 1185931 w 4840150"/>
              <a:gd name="connsiteY2587" fmla="*/ 1627724 h 5724538"/>
              <a:gd name="connsiteX2588" fmla="*/ 1257018 w 4840150"/>
              <a:gd name="connsiteY2588" fmla="*/ 1677610 h 5724538"/>
              <a:gd name="connsiteX2589" fmla="*/ 1237221 w 4840150"/>
              <a:gd name="connsiteY2589" fmla="*/ 1761739 h 5724538"/>
              <a:gd name="connsiteX2590" fmla="*/ 1133297 w 4840150"/>
              <a:gd name="connsiteY2590" fmla="*/ 1712252 h 5724538"/>
              <a:gd name="connsiteX2591" fmla="*/ 1155566 w 4840150"/>
              <a:gd name="connsiteY2591" fmla="*/ 1628120 h 5724538"/>
              <a:gd name="connsiteX2592" fmla="*/ 1185931 w 4840150"/>
              <a:gd name="connsiteY2592" fmla="*/ 1627724 h 5724538"/>
              <a:gd name="connsiteX2593" fmla="*/ 1012052 w 4840150"/>
              <a:gd name="connsiteY2593" fmla="*/ 1615749 h 5724538"/>
              <a:gd name="connsiteX2594" fmla="*/ 1051641 w 4840150"/>
              <a:gd name="connsiteY2594" fmla="*/ 1635544 h 5724538"/>
              <a:gd name="connsiteX2595" fmla="*/ 1051641 w 4840150"/>
              <a:gd name="connsiteY2595" fmla="*/ 1667711 h 5724538"/>
              <a:gd name="connsiteX2596" fmla="*/ 1012052 w 4840150"/>
              <a:gd name="connsiteY2596" fmla="*/ 1650390 h 5724538"/>
              <a:gd name="connsiteX2597" fmla="*/ 1012052 w 4840150"/>
              <a:gd name="connsiteY2597" fmla="*/ 1615749 h 5724538"/>
              <a:gd name="connsiteX2598" fmla="*/ 507479 w 4840150"/>
              <a:gd name="connsiteY2598" fmla="*/ 1585613 h 5724538"/>
              <a:gd name="connsiteX2599" fmla="*/ 579021 w 4840150"/>
              <a:gd name="connsiteY2599" fmla="*/ 1633070 h 5724538"/>
              <a:gd name="connsiteX2600" fmla="*/ 588527 w 4840150"/>
              <a:gd name="connsiteY2600" fmla="*/ 1651217 h 5724538"/>
              <a:gd name="connsiteX2601" fmla="*/ 554278 w 4840150"/>
              <a:gd name="connsiteY2601" fmla="*/ 1712252 h 5724538"/>
              <a:gd name="connsiteX2602" fmla="*/ 450351 w 4840150"/>
              <a:gd name="connsiteY2602" fmla="*/ 1665237 h 5724538"/>
              <a:gd name="connsiteX2603" fmla="*/ 440748 w 4840150"/>
              <a:gd name="connsiteY2603" fmla="*/ 1645573 h 5724538"/>
              <a:gd name="connsiteX2604" fmla="*/ 477570 w 4840150"/>
              <a:gd name="connsiteY2604" fmla="*/ 1586055 h 5724538"/>
              <a:gd name="connsiteX2605" fmla="*/ 507479 w 4840150"/>
              <a:gd name="connsiteY2605" fmla="*/ 1585613 h 5724538"/>
              <a:gd name="connsiteX2606" fmla="*/ 1484657 w 4840150"/>
              <a:gd name="connsiteY2606" fmla="*/ 1581106 h 5724538"/>
              <a:gd name="connsiteX2607" fmla="*/ 1566313 w 4840150"/>
              <a:gd name="connsiteY2607" fmla="*/ 1628120 h 5724538"/>
              <a:gd name="connsiteX2608" fmla="*/ 1548992 w 4840150"/>
              <a:gd name="connsiteY2608" fmla="*/ 1707302 h 5724538"/>
              <a:gd name="connsiteX2609" fmla="*/ 1467336 w 4840150"/>
              <a:gd name="connsiteY2609" fmla="*/ 1660289 h 5724538"/>
              <a:gd name="connsiteX2610" fmla="*/ 1484657 w 4840150"/>
              <a:gd name="connsiteY2610" fmla="*/ 1581106 h 5724538"/>
              <a:gd name="connsiteX2611" fmla="*/ 846265 w 4840150"/>
              <a:gd name="connsiteY2611" fmla="*/ 1536566 h 5724538"/>
              <a:gd name="connsiteX2612" fmla="*/ 927918 w 4840150"/>
              <a:gd name="connsiteY2612" fmla="*/ 1576157 h 5724538"/>
              <a:gd name="connsiteX2613" fmla="*/ 910596 w 4840150"/>
              <a:gd name="connsiteY2613" fmla="*/ 1640493 h 5724538"/>
              <a:gd name="connsiteX2614" fmla="*/ 828943 w 4840150"/>
              <a:gd name="connsiteY2614" fmla="*/ 1600902 h 5724538"/>
              <a:gd name="connsiteX2615" fmla="*/ 846265 w 4840150"/>
              <a:gd name="connsiteY2615" fmla="*/ 1536566 h 5724538"/>
              <a:gd name="connsiteX2616" fmla="*/ 1328768 w 4840150"/>
              <a:gd name="connsiteY2616" fmla="*/ 1524194 h 5724538"/>
              <a:gd name="connsiteX2617" fmla="*/ 1427745 w 4840150"/>
              <a:gd name="connsiteY2617" fmla="*/ 1576157 h 5724538"/>
              <a:gd name="connsiteX2618" fmla="*/ 1407950 w 4840150"/>
              <a:gd name="connsiteY2618" fmla="*/ 1660289 h 5724538"/>
              <a:gd name="connsiteX2619" fmla="*/ 1308972 w 4840150"/>
              <a:gd name="connsiteY2619" fmla="*/ 1608326 h 5724538"/>
              <a:gd name="connsiteX2620" fmla="*/ 1328768 w 4840150"/>
              <a:gd name="connsiteY2620" fmla="*/ 1524194 h 5724538"/>
              <a:gd name="connsiteX2621" fmla="*/ 1660341 w 4840150"/>
              <a:gd name="connsiteY2621" fmla="*/ 1509348 h 5724538"/>
              <a:gd name="connsiteX2622" fmla="*/ 1732100 w 4840150"/>
              <a:gd name="connsiteY2622" fmla="*/ 1546464 h 5724538"/>
              <a:gd name="connsiteX2623" fmla="*/ 1732100 w 4840150"/>
              <a:gd name="connsiteY2623" fmla="*/ 1608326 h 5724538"/>
              <a:gd name="connsiteX2624" fmla="*/ 1660341 w 4840150"/>
              <a:gd name="connsiteY2624" fmla="*/ 1571208 h 5724538"/>
              <a:gd name="connsiteX2625" fmla="*/ 1660341 w 4840150"/>
              <a:gd name="connsiteY2625" fmla="*/ 1509348 h 5724538"/>
              <a:gd name="connsiteX2626" fmla="*/ 1187735 w 4840150"/>
              <a:gd name="connsiteY2626" fmla="*/ 1484605 h 5724538"/>
              <a:gd name="connsiteX2627" fmla="*/ 1271856 w 4840150"/>
              <a:gd name="connsiteY2627" fmla="*/ 1524194 h 5724538"/>
              <a:gd name="connsiteX2628" fmla="*/ 1254542 w 4840150"/>
              <a:gd name="connsiteY2628" fmla="*/ 1595954 h 5724538"/>
              <a:gd name="connsiteX2629" fmla="*/ 1170413 w 4840150"/>
              <a:gd name="connsiteY2629" fmla="*/ 1556362 h 5724538"/>
              <a:gd name="connsiteX2630" fmla="*/ 1187735 w 4840150"/>
              <a:gd name="connsiteY2630" fmla="*/ 1484605 h 5724538"/>
              <a:gd name="connsiteX2631" fmla="*/ 682947 w 4840150"/>
              <a:gd name="connsiteY2631" fmla="*/ 1484603 h 5724538"/>
              <a:gd name="connsiteX2632" fmla="*/ 764604 w 4840150"/>
              <a:gd name="connsiteY2632" fmla="*/ 1519245 h 5724538"/>
              <a:gd name="connsiteX2633" fmla="*/ 742333 w 4840150"/>
              <a:gd name="connsiteY2633" fmla="*/ 1583580 h 5724538"/>
              <a:gd name="connsiteX2634" fmla="*/ 660678 w 4840150"/>
              <a:gd name="connsiteY2634" fmla="*/ 1551413 h 5724538"/>
              <a:gd name="connsiteX2635" fmla="*/ 652965 w 4840150"/>
              <a:gd name="connsiteY2635" fmla="*/ 1535982 h 5724538"/>
              <a:gd name="connsiteX2636" fmla="*/ 682947 w 4840150"/>
              <a:gd name="connsiteY2636" fmla="*/ 1484603 h 5724538"/>
              <a:gd name="connsiteX2637" fmla="*/ 1054116 w 4840150"/>
              <a:gd name="connsiteY2637" fmla="*/ 1464809 h 5724538"/>
              <a:gd name="connsiteX2638" fmla="*/ 1081334 w 4840150"/>
              <a:gd name="connsiteY2638" fmla="*/ 1479655 h 5724538"/>
              <a:gd name="connsiteX2639" fmla="*/ 1081334 w 4840150"/>
              <a:gd name="connsiteY2639" fmla="*/ 1501926 h 5724538"/>
              <a:gd name="connsiteX2640" fmla="*/ 1054116 w 4840150"/>
              <a:gd name="connsiteY2640" fmla="*/ 1487078 h 5724538"/>
              <a:gd name="connsiteX2641" fmla="*/ 1054116 w 4840150"/>
              <a:gd name="connsiteY2641" fmla="*/ 1464809 h 5724538"/>
              <a:gd name="connsiteX2642" fmla="*/ 1519299 w 4840150"/>
              <a:gd name="connsiteY2642" fmla="*/ 1449961 h 5724538"/>
              <a:gd name="connsiteX2643" fmla="*/ 1600955 w 4840150"/>
              <a:gd name="connsiteY2643" fmla="*/ 1492026 h 5724538"/>
              <a:gd name="connsiteX2644" fmla="*/ 1586108 w 4840150"/>
              <a:gd name="connsiteY2644" fmla="*/ 1561310 h 5724538"/>
              <a:gd name="connsiteX2645" fmla="*/ 1504452 w 4840150"/>
              <a:gd name="connsiteY2645" fmla="*/ 1519245 h 5724538"/>
              <a:gd name="connsiteX2646" fmla="*/ 1519299 w 4840150"/>
              <a:gd name="connsiteY2646" fmla="*/ 1449961 h 5724538"/>
              <a:gd name="connsiteX2647" fmla="*/ 3872482 w 4840150"/>
              <a:gd name="connsiteY2647" fmla="*/ 1447487 h 5724538"/>
              <a:gd name="connsiteX2648" fmla="*/ 3874956 w 4840150"/>
              <a:gd name="connsiteY2648" fmla="*/ 1447487 h 5724538"/>
              <a:gd name="connsiteX2649" fmla="*/ 3874956 w 4840150"/>
              <a:gd name="connsiteY2649" fmla="*/ 1449961 h 5724538"/>
              <a:gd name="connsiteX2650" fmla="*/ 3872482 w 4840150"/>
              <a:gd name="connsiteY2650" fmla="*/ 1449961 h 5724538"/>
              <a:gd name="connsiteX2651" fmla="*/ 524584 w 4840150"/>
              <a:gd name="connsiteY2651" fmla="*/ 1442538 h 5724538"/>
              <a:gd name="connsiteX2652" fmla="*/ 556751 w 4840150"/>
              <a:gd name="connsiteY2652" fmla="*/ 1457385 h 5724538"/>
              <a:gd name="connsiteX2653" fmla="*/ 556751 w 4840150"/>
              <a:gd name="connsiteY2653" fmla="*/ 1484603 h 5724538"/>
              <a:gd name="connsiteX2654" fmla="*/ 524584 w 4840150"/>
              <a:gd name="connsiteY2654" fmla="*/ 1467283 h 5724538"/>
              <a:gd name="connsiteX2655" fmla="*/ 524584 w 4840150"/>
              <a:gd name="connsiteY2655" fmla="*/ 1442538 h 5724538"/>
              <a:gd name="connsiteX2656" fmla="*/ 1378256 w 4840150"/>
              <a:gd name="connsiteY2656" fmla="*/ 1407896 h 5724538"/>
              <a:gd name="connsiteX2657" fmla="*/ 1435168 w 4840150"/>
              <a:gd name="connsiteY2657" fmla="*/ 1437589 h 5724538"/>
              <a:gd name="connsiteX2658" fmla="*/ 1435168 w 4840150"/>
              <a:gd name="connsiteY2658" fmla="*/ 1484603 h 5724538"/>
              <a:gd name="connsiteX2659" fmla="*/ 1365884 w 4840150"/>
              <a:gd name="connsiteY2659" fmla="*/ 1454911 h 5724538"/>
              <a:gd name="connsiteX2660" fmla="*/ 1378256 w 4840150"/>
              <a:gd name="connsiteY2660" fmla="*/ 1407896 h 5724538"/>
              <a:gd name="connsiteX2661" fmla="*/ 898225 w 4840150"/>
              <a:gd name="connsiteY2661" fmla="*/ 1407896 h 5724538"/>
              <a:gd name="connsiteX2662" fmla="*/ 925445 w 4840150"/>
              <a:gd name="connsiteY2662" fmla="*/ 1422743 h 5724538"/>
              <a:gd name="connsiteX2663" fmla="*/ 925445 w 4840150"/>
              <a:gd name="connsiteY2663" fmla="*/ 1445014 h 5724538"/>
              <a:gd name="connsiteX2664" fmla="*/ 898225 w 4840150"/>
              <a:gd name="connsiteY2664" fmla="*/ 1430166 h 5724538"/>
              <a:gd name="connsiteX2665" fmla="*/ 892481 w 4840150"/>
              <a:gd name="connsiteY2665" fmla="*/ 1424423 h 5724538"/>
              <a:gd name="connsiteX2666" fmla="*/ 898225 w 4840150"/>
              <a:gd name="connsiteY2666" fmla="*/ 1407896 h 5724538"/>
              <a:gd name="connsiteX2667" fmla="*/ 1732100 w 4840150"/>
              <a:gd name="connsiteY2667" fmla="*/ 1400473 h 5724538"/>
              <a:gd name="connsiteX2668" fmla="*/ 1769217 w 4840150"/>
              <a:gd name="connsiteY2668" fmla="*/ 1437589 h 5724538"/>
              <a:gd name="connsiteX2669" fmla="*/ 1769217 w 4840150"/>
              <a:gd name="connsiteY2669" fmla="*/ 1484605 h 5724538"/>
              <a:gd name="connsiteX2670" fmla="*/ 1732100 w 4840150"/>
              <a:gd name="connsiteY2670" fmla="*/ 1447487 h 5724538"/>
              <a:gd name="connsiteX2671" fmla="*/ 1732100 w 4840150"/>
              <a:gd name="connsiteY2671" fmla="*/ 1400473 h 5724538"/>
              <a:gd name="connsiteX2672" fmla="*/ 346422 w 4840150"/>
              <a:gd name="connsiteY2672" fmla="*/ 1393050 h 5724538"/>
              <a:gd name="connsiteX2673" fmla="*/ 378589 w 4840150"/>
              <a:gd name="connsiteY2673" fmla="*/ 1407896 h 5724538"/>
              <a:gd name="connsiteX2674" fmla="*/ 378589 w 4840150"/>
              <a:gd name="connsiteY2674" fmla="*/ 1432640 h 5724538"/>
              <a:gd name="connsiteX2675" fmla="*/ 346422 w 4840150"/>
              <a:gd name="connsiteY2675" fmla="*/ 1417793 h 5724538"/>
              <a:gd name="connsiteX2676" fmla="*/ 346422 w 4840150"/>
              <a:gd name="connsiteY2676" fmla="*/ 1393050 h 5724538"/>
              <a:gd name="connsiteX2677" fmla="*/ 3511215 w 4840150"/>
              <a:gd name="connsiteY2677" fmla="*/ 1358408 h 5724538"/>
              <a:gd name="connsiteX2678" fmla="*/ 3523587 w 4840150"/>
              <a:gd name="connsiteY2678" fmla="*/ 1358408 h 5724538"/>
              <a:gd name="connsiteX2679" fmla="*/ 3523834 w 4840150"/>
              <a:gd name="connsiteY2679" fmla="*/ 1361135 h 5724538"/>
              <a:gd name="connsiteX2680" fmla="*/ 3511215 w 4840150"/>
              <a:gd name="connsiteY2680" fmla="*/ 1373254 h 5724538"/>
              <a:gd name="connsiteX2681" fmla="*/ 3511215 w 4840150"/>
              <a:gd name="connsiteY2681" fmla="*/ 1358408 h 5724538"/>
              <a:gd name="connsiteX2682" fmla="*/ 1237223 w 4840150"/>
              <a:gd name="connsiteY2682" fmla="*/ 1358408 h 5724538"/>
              <a:gd name="connsiteX2683" fmla="*/ 1286703 w 4840150"/>
              <a:gd name="connsiteY2683" fmla="*/ 1388101 h 5724538"/>
              <a:gd name="connsiteX2684" fmla="*/ 1286703 w 4840150"/>
              <a:gd name="connsiteY2684" fmla="*/ 1432640 h 5724538"/>
              <a:gd name="connsiteX2685" fmla="*/ 1237223 w 4840150"/>
              <a:gd name="connsiteY2685" fmla="*/ 1402947 h 5724538"/>
              <a:gd name="connsiteX2686" fmla="*/ 1237223 w 4840150"/>
              <a:gd name="connsiteY2686" fmla="*/ 1358408 h 5724538"/>
              <a:gd name="connsiteX2687" fmla="*/ 1573737 w 4840150"/>
              <a:gd name="connsiteY2687" fmla="*/ 1323766 h 5724538"/>
              <a:gd name="connsiteX2688" fmla="*/ 1657867 w 4840150"/>
              <a:gd name="connsiteY2688" fmla="*/ 1368306 h 5724538"/>
              <a:gd name="connsiteX2689" fmla="*/ 1643021 w 4840150"/>
              <a:gd name="connsiteY2689" fmla="*/ 1440064 h 5724538"/>
              <a:gd name="connsiteX2690" fmla="*/ 1558890 w 4840150"/>
              <a:gd name="connsiteY2690" fmla="*/ 1395524 h 5724538"/>
              <a:gd name="connsiteX2691" fmla="*/ 1573737 w 4840150"/>
              <a:gd name="connsiteY2691" fmla="*/ 1323766 h 5724538"/>
              <a:gd name="connsiteX2692" fmla="*/ 1093705 w 4840150"/>
              <a:gd name="connsiteY2692" fmla="*/ 1313869 h 5724538"/>
              <a:gd name="connsiteX2693" fmla="*/ 1128346 w 4840150"/>
              <a:gd name="connsiteY2693" fmla="*/ 1333664 h 5724538"/>
              <a:gd name="connsiteX2694" fmla="*/ 1128346 w 4840150"/>
              <a:gd name="connsiteY2694" fmla="*/ 1360883 h 5724538"/>
              <a:gd name="connsiteX2695" fmla="*/ 1093705 w 4840150"/>
              <a:gd name="connsiteY2695" fmla="*/ 1343562 h 5724538"/>
              <a:gd name="connsiteX2696" fmla="*/ 1091953 w 4840150"/>
              <a:gd name="connsiteY2696" fmla="*/ 1341806 h 5724538"/>
              <a:gd name="connsiteX2697" fmla="*/ 1093705 w 4840150"/>
              <a:gd name="connsiteY2697" fmla="*/ 1313869 h 5724538"/>
              <a:gd name="connsiteX2698" fmla="*/ 569123 w 4840150"/>
              <a:gd name="connsiteY2698" fmla="*/ 1303969 h 5724538"/>
              <a:gd name="connsiteX2699" fmla="*/ 593867 w 4840150"/>
              <a:gd name="connsiteY2699" fmla="*/ 1303969 h 5724538"/>
              <a:gd name="connsiteX2700" fmla="*/ 593867 w 4840150"/>
              <a:gd name="connsiteY2700" fmla="*/ 1323765 h 5724538"/>
              <a:gd name="connsiteX2701" fmla="*/ 569123 w 4840150"/>
              <a:gd name="connsiteY2701" fmla="*/ 1323765 h 5724538"/>
              <a:gd name="connsiteX2702" fmla="*/ 569123 w 4840150"/>
              <a:gd name="connsiteY2702" fmla="*/ 1303969 h 5724538"/>
              <a:gd name="connsiteX2703" fmla="*/ 3310168 w 4840150"/>
              <a:gd name="connsiteY2703" fmla="*/ 1298093 h 5724538"/>
              <a:gd name="connsiteX2704" fmla="*/ 3318210 w 4840150"/>
              <a:gd name="connsiteY2704" fmla="*/ 1313867 h 5724538"/>
              <a:gd name="connsiteX2705" fmla="*/ 3318210 w 4840150"/>
              <a:gd name="connsiteY2705" fmla="*/ 1333664 h 5724538"/>
              <a:gd name="connsiteX2706" fmla="*/ 3298414 w 4840150"/>
              <a:gd name="connsiteY2706" fmla="*/ 1318816 h 5724538"/>
              <a:gd name="connsiteX2707" fmla="*/ 3298414 w 4840150"/>
              <a:gd name="connsiteY2707" fmla="*/ 1299022 h 5724538"/>
              <a:gd name="connsiteX2708" fmla="*/ 3310168 w 4840150"/>
              <a:gd name="connsiteY2708" fmla="*/ 1298093 h 5724538"/>
              <a:gd name="connsiteX2709" fmla="*/ 3362749 w 4840150"/>
              <a:gd name="connsiteY2709" fmla="*/ 1296548 h 5724538"/>
              <a:gd name="connsiteX2710" fmla="*/ 3375121 w 4840150"/>
              <a:gd name="connsiteY2710" fmla="*/ 1296548 h 5724538"/>
              <a:gd name="connsiteX2711" fmla="*/ 3362749 w 4840150"/>
              <a:gd name="connsiteY2711" fmla="*/ 1296548 h 5724538"/>
              <a:gd name="connsiteX2712" fmla="*/ 1769217 w 4840150"/>
              <a:gd name="connsiteY2712" fmla="*/ 1281766 h 5724538"/>
              <a:gd name="connsiteX2713" fmla="*/ 1843449 w 4840150"/>
              <a:gd name="connsiteY2713" fmla="*/ 1321291 h 5724538"/>
              <a:gd name="connsiteX2714" fmla="*/ 1843449 w 4840150"/>
              <a:gd name="connsiteY2714" fmla="*/ 1385626 h 5724538"/>
              <a:gd name="connsiteX2715" fmla="*/ 1769217 w 4840150"/>
              <a:gd name="connsiteY2715" fmla="*/ 1343562 h 5724538"/>
              <a:gd name="connsiteX2716" fmla="*/ 1769217 w 4840150"/>
              <a:gd name="connsiteY2716" fmla="*/ 1281766 h 5724538"/>
              <a:gd name="connsiteX2717" fmla="*/ 3719067 w 4840150"/>
              <a:gd name="connsiteY2717" fmla="*/ 1259442 h 5724538"/>
              <a:gd name="connsiteX2718" fmla="*/ 3721541 w 4840150"/>
              <a:gd name="connsiteY2718" fmla="*/ 1261915 h 5724538"/>
              <a:gd name="connsiteX2719" fmla="*/ 3719067 w 4840150"/>
              <a:gd name="connsiteY2719" fmla="*/ 1261915 h 5724538"/>
              <a:gd name="connsiteX2720" fmla="*/ 955136 w 4840150"/>
              <a:gd name="connsiteY2720" fmla="*/ 1256989 h 5724538"/>
              <a:gd name="connsiteX2721" fmla="*/ 989779 w 4840150"/>
              <a:gd name="connsiteY2721" fmla="*/ 1274309 h 5724538"/>
              <a:gd name="connsiteX2722" fmla="*/ 974931 w 4840150"/>
              <a:gd name="connsiteY2722" fmla="*/ 1301495 h 5724538"/>
              <a:gd name="connsiteX2723" fmla="*/ 955136 w 4840150"/>
              <a:gd name="connsiteY2723" fmla="*/ 1284209 h 5724538"/>
              <a:gd name="connsiteX2724" fmla="*/ 955136 w 4840150"/>
              <a:gd name="connsiteY2724" fmla="*/ 1256989 h 5724538"/>
              <a:gd name="connsiteX2725" fmla="*/ 1422797 w 4840150"/>
              <a:gd name="connsiteY2725" fmla="*/ 1252061 h 5724538"/>
              <a:gd name="connsiteX2726" fmla="*/ 1529197 w 4840150"/>
              <a:gd name="connsiteY2726" fmla="*/ 1308918 h 5724538"/>
              <a:gd name="connsiteX2727" fmla="*/ 1509402 w 4840150"/>
              <a:gd name="connsiteY2727" fmla="*/ 1395524 h 5724538"/>
              <a:gd name="connsiteX2728" fmla="*/ 1403001 w 4840150"/>
              <a:gd name="connsiteY2728" fmla="*/ 1338611 h 5724538"/>
              <a:gd name="connsiteX2729" fmla="*/ 1422797 w 4840150"/>
              <a:gd name="connsiteY2729" fmla="*/ 1252061 h 5724538"/>
              <a:gd name="connsiteX2730" fmla="*/ 1304024 w 4840150"/>
              <a:gd name="connsiteY2730" fmla="*/ 1237209 h 5724538"/>
              <a:gd name="connsiteX2731" fmla="*/ 1341141 w 4840150"/>
              <a:gd name="connsiteY2731" fmla="*/ 1259478 h 5724538"/>
              <a:gd name="connsiteX2732" fmla="*/ 1341141 w 4840150"/>
              <a:gd name="connsiteY2732" fmla="*/ 1296546 h 5724538"/>
              <a:gd name="connsiteX2733" fmla="*/ 1304024 w 4840150"/>
              <a:gd name="connsiteY2733" fmla="*/ 1274325 h 5724538"/>
              <a:gd name="connsiteX2734" fmla="*/ 1304024 w 4840150"/>
              <a:gd name="connsiteY2734" fmla="*/ 1237209 h 5724538"/>
              <a:gd name="connsiteX2735" fmla="*/ 3031176 w 4840150"/>
              <a:gd name="connsiteY2735" fmla="*/ 1219902 h 5724538"/>
              <a:gd name="connsiteX2736" fmla="*/ 3048497 w 4840150"/>
              <a:gd name="connsiteY2736" fmla="*/ 1219902 h 5724538"/>
              <a:gd name="connsiteX2737" fmla="*/ 3048497 w 4840150"/>
              <a:gd name="connsiteY2737" fmla="*/ 1237226 h 5724538"/>
              <a:gd name="connsiteX2738" fmla="*/ 3031176 w 4840150"/>
              <a:gd name="connsiteY2738" fmla="*/ 1237226 h 5724538"/>
              <a:gd name="connsiteX2739" fmla="*/ 3031176 w 4840150"/>
              <a:gd name="connsiteY2739" fmla="*/ 1219902 h 5724538"/>
              <a:gd name="connsiteX2740" fmla="*/ 1638072 w 4840150"/>
              <a:gd name="connsiteY2740" fmla="*/ 1212477 h 5724538"/>
              <a:gd name="connsiteX2741" fmla="*/ 1724677 w 4840150"/>
              <a:gd name="connsiteY2741" fmla="*/ 1259490 h 5724538"/>
              <a:gd name="connsiteX2742" fmla="*/ 1709830 w 4840150"/>
              <a:gd name="connsiteY2742" fmla="*/ 1333664 h 5724538"/>
              <a:gd name="connsiteX2743" fmla="*/ 1623225 w 4840150"/>
              <a:gd name="connsiteY2743" fmla="*/ 1284234 h 5724538"/>
              <a:gd name="connsiteX2744" fmla="*/ 1638072 w 4840150"/>
              <a:gd name="connsiteY2744" fmla="*/ 1212477 h 5724538"/>
              <a:gd name="connsiteX2745" fmla="*/ 1858296 w 4840150"/>
              <a:gd name="connsiteY2745" fmla="*/ 1205057 h 5724538"/>
              <a:gd name="connsiteX2746" fmla="*/ 1915208 w 4840150"/>
              <a:gd name="connsiteY2746" fmla="*/ 1237226 h 5724538"/>
              <a:gd name="connsiteX2747" fmla="*/ 1915208 w 4840150"/>
              <a:gd name="connsiteY2747" fmla="*/ 1284239 h 5724538"/>
              <a:gd name="connsiteX2748" fmla="*/ 1858296 w 4840150"/>
              <a:gd name="connsiteY2748" fmla="*/ 1252073 h 5724538"/>
              <a:gd name="connsiteX2749" fmla="*/ 1858296 w 4840150"/>
              <a:gd name="connsiteY2749" fmla="*/ 1205057 h 5724538"/>
              <a:gd name="connsiteX2750" fmla="*/ 3278928 w 4840150"/>
              <a:gd name="connsiteY2750" fmla="*/ 1192983 h 5724538"/>
              <a:gd name="connsiteX2751" fmla="*/ 3281093 w 4840150"/>
              <a:gd name="connsiteY2751" fmla="*/ 1205046 h 5724538"/>
              <a:gd name="connsiteX2752" fmla="*/ 3281093 w 4840150"/>
              <a:gd name="connsiteY2752" fmla="*/ 1222367 h 5724538"/>
              <a:gd name="connsiteX2753" fmla="*/ 3263772 w 4840150"/>
              <a:gd name="connsiteY2753" fmla="*/ 1222367 h 5724538"/>
              <a:gd name="connsiteX2754" fmla="*/ 3263772 w 4840150"/>
              <a:gd name="connsiteY2754" fmla="*/ 1205046 h 5724538"/>
              <a:gd name="connsiteX2755" fmla="*/ 3278928 w 4840150"/>
              <a:gd name="connsiteY2755" fmla="*/ 1192983 h 5724538"/>
              <a:gd name="connsiteX2756" fmla="*/ 3325633 w 4840150"/>
              <a:gd name="connsiteY2756" fmla="*/ 1187718 h 5724538"/>
              <a:gd name="connsiteX2757" fmla="*/ 3338005 w 4840150"/>
              <a:gd name="connsiteY2757" fmla="*/ 1187718 h 5724538"/>
              <a:gd name="connsiteX2758" fmla="*/ 3325633 w 4840150"/>
              <a:gd name="connsiteY2758" fmla="*/ 1187718 h 5724538"/>
              <a:gd name="connsiteX2759" fmla="*/ 2741667 w 4840150"/>
              <a:gd name="connsiteY2759" fmla="*/ 1170418 h 5724538"/>
              <a:gd name="connsiteX2760" fmla="*/ 2756514 w 4840150"/>
              <a:gd name="connsiteY2760" fmla="*/ 1170418 h 5724538"/>
              <a:gd name="connsiteX2761" fmla="*/ 2756514 w 4840150"/>
              <a:gd name="connsiteY2761" fmla="*/ 1187740 h 5724538"/>
              <a:gd name="connsiteX2762" fmla="*/ 2741667 w 4840150"/>
              <a:gd name="connsiteY2762" fmla="*/ 1185265 h 5724538"/>
              <a:gd name="connsiteX2763" fmla="*/ 3637411 w 4840150"/>
              <a:gd name="connsiteY2763" fmla="*/ 1170363 h 5724538"/>
              <a:gd name="connsiteX2764" fmla="*/ 3639885 w 4840150"/>
              <a:gd name="connsiteY2764" fmla="*/ 1170363 h 5724538"/>
              <a:gd name="connsiteX2765" fmla="*/ 3639885 w 4840150"/>
              <a:gd name="connsiteY2765" fmla="*/ 1172837 h 5724538"/>
              <a:gd name="connsiteX2766" fmla="*/ 1501978 w 4840150"/>
              <a:gd name="connsiteY2766" fmla="*/ 1165456 h 5724538"/>
              <a:gd name="connsiteX2767" fmla="*/ 1553941 w 4840150"/>
              <a:gd name="connsiteY2767" fmla="*/ 1195150 h 5724538"/>
              <a:gd name="connsiteX2768" fmla="*/ 1553941 w 4840150"/>
              <a:gd name="connsiteY2768" fmla="*/ 1237216 h 5724538"/>
              <a:gd name="connsiteX2769" fmla="*/ 1501978 w 4840150"/>
              <a:gd name="connsiteY2769" fmla="*/ 1207520 h 5724538"/>
              <a:gd name="connsiteX2770" fmla="*/ 1501978 w 4840150"/>
              <a:gd name="connsiteY2770" fmla="*/ 1165456 h 5724538"/>
              <a:gd name="connsiteX2771" fmla="*/ 1140722 w 4840150"/>
              <a:gd name="connsiteY2771" fmla="*/ 1162969 h 5724538"/>
              <a:gd name="connsiteX2772" fmla="*/ 1195159 w 4840150"/>
              <a:gd name="connsiteY2772" fmla="*/ 1192663 h 5724538"/>
              <a:gd name="connsiteX2773" fmla="*/ 1195159 w 4840150"/>
              <a:gd name="connsiteY2773" fmla="*/ 1237201 h 5724538"/>
              <a:gd name="connsiteX2774" fmla="*/ 1128350 w 4840150"/>
              <a:gd name="connsiteY2774" fmla="*/ 1207508 h 5724538"/>
              <a:gd name="connsiteX2775" fmla="*/ 1140722 w 4840150"/>
              <a:gd name="connsiteY2775" fmla="*/ 1162969 h 5724538"/>
              <a:gd name="connsiteX2776" fmla="*/ 1954798 w 4840150"/>
              <a:gd name="connsiteY2776" fmla="*/ 1143196 h 5724538"/>
              <a:gd name="connsiteX2777" fmla="*/ 1994389 w 4840150"/>
              <a:gd name="connsiteY2777" fmla="*/ 1165466 h 5724538"/>
              <a:gd name="connsiteX2778" fmla="*/ 1994389 w 4840150"/>
              <a:gd name="connsiteY2778" fmla="*/ 1200107 h 5724538"/>
              <a:gd name="connsiteX2779" fmla="*/ 1954798 w 4840150"/>
              <a:gd name="connsiteY2779" fmla="*/ 1175365 h 5724538"/>
              <a:gd name="connsiteX2780" fmla="*/ 1954798 w 4840150"/>
              <a:gd name="connsiteY2780" fmla="*/ 1143196 h 5724538"/>
              <a:gd name="connsiteX2781" fmla="*/ 2521443 w 4840150"/>
              <a:gd name="connsiteY2781" fmla="*/ 1138252 h 5724538"/>
              <a:gd name="connsiteX2782" fmla="*/ 2533815 w 4840150"/>
              <a:gd name="connsiteY2782" fmla="*/ 1138252 h 5724538"/>
              <a:gd name="connsiteX2783" fmla="*/ 2533815 w 4840150"/>
              <a:gd name="connsiteY2783" fmla="*/ 1150624 h 5724538"/>
              <a:gd name="connsiteX2784" fmla="*/ 2521443 w 4840150"/>
              <a:gd name="connsiteY2784" fmla="*/ 1150624 h 5724538"/>
              <a:gd name="connsiteX2785" fmla="*/ 2521443 w 4840150"/>
              <a:gd name="connsiteY2785" fmla="*/ 1138252 h 5724538"/>
              <a:gd name="connsiteX2786" fmla="*/ 2919826 w 4840150"/>
              <a:gd name="connsiteY2786" fmla="*/ 1138247 h 5724538"/>
              <a:gd name="connsiteX2787" fmla="*/ 2939621 w 4840150"/>
              <a:gd name="connsiteY2787" fmla="*/ 1150620 h 5724538"/>
              <a:gd name="connsiteX2788" fmla="*/ 2939621 w 4840150"/>
              <a:gd name="connsiteY2788" fmla="*/ 1167940 h 5724538"/>
              <a:gd name="connsiteX2789" fmla="*/ 2919826 w 4840150"/>
              <a:gd name="connsiteY2789" fmla="*/ 1155568 h 5724538"/>
              <a:gd name="connsiteX2790" fmla="*/ 2919826 w 4840150"/>
              <a:gd name="connsiteY2790" fmla="*/ 1138247 h 5724538"/>
              <a:gd name="connsiteX2791" fmla="*/ 1704882 w 4840150"/>
              <a:gd name="connsiteY2791" fmla="*/ 1125871 h 5724538"/>
              <a:gd name="connsiteX2792" fmla="*/ 1784063 w 4840150"/>
              <a:gd name="connsiteY2792" fmla="*/ 1170411 h 5724538"/>
              <a:gd name="connsiteX2793" fmla="*/ 1784063 w 4840150"/>
              <a:gd name="connsiteY2793" fmla="*/ 1237221 h 5724538"/>
              <a:gd name="connsiteX2794" fmla="*/ 1692510 w 4840150"/>
              <a:gd name="connsiteY2794" fmla="*/ 1190206 h 5724538"/>
              <a:gd name="connsiteX2795" fmla="*/ 1704882 w 4840150"/>
              <a:gd name="connsiteY2795" fmla="*/ 1125871 h 5724538"/>
              <a:gd name="connsiteX2796" fmla="*/ 1365884 w 4840150"/>
              <a:gd name="connsiteY2796" fmla="*/ 1123386 h 5724538"/>
              <a:gd name="connsiteX2797" fmla="*/ 1403001 w 4840150"/>
              <a:gd name="connsiteY2797" fmla="*/ 1143180 h 5724538"/>
              <a:gd name="connsiteX2798" fmla="*/ 1403001 w 4840150"/>
              <a:gd name="connsiteY2798" fmla="*/ 1175348 h 5724538"/>
              <a:gd name="connsiteX2799" fmla="*/ 1365884 w 4840150"/>
              <a:gd name="connsiteY2799" fmla="*/ 1153078 h 5724538"/>
              <a:gd name="connsiteX2800" fmla="*/ 1365884 w 4840150"/>
              <a:gd name="connsiteY2800" fmla="*/ 1123386 h 5724538"/>
              <a:gd name="connsiteX2801" fmla="*/ 989779 w 4840150"/>
              <a:gd name="connsiteY2801" fmla="*/ 1106048 h 5724538"/>
              <a:gd name="connsiteX2802" fmla="*/ 1041740 w 4840150"/>
              <a:gd name="connsiteY2802" fmla="*/ 1135741 h 5724538"/>
              <a:gd name="connsiteX2803" fmla="*/ 1048361 w 4840150"/>
              <a:gd name="connsiteY2803" fmla="*/ 1142360 h 5724538"/>
              <a:gd name="connsiteX2804" fmla="*/ 1041740 w 4840150"/>
              <a:gd name="connsiteY2804" fmla="*/ 1180281 h 5724538"/>
              <a:gd name="connsiteX2805" fmla="*/ 977406 w 4840150"/>
              <a:gd name="connsiteY2805" fmla="*/ 1150589 h 5724538"/>
              <a:gd name="connsiteX2806" fmla="*/ 989779 w 4840150"/>
              <a:gd name="connsiteY2806" fmla="*/ 1106048 h 5724538"/>
              <a:gd name="connsiteX2807" fmla="*/ 601291 w 4840150"/>
              <a:gd name="connsiteY2807" fmla="*/ 1098606 h 5724538"/>
              <a:gd name="connsiteX2808" fmla="*/ 692844 w 4840150"/>
              <a:gd name="connsiteY2808" fmla="*/ 1143147 h 5724538"/>
              <a:gd name="connsiteX2809" fmla="*/ 670575 w 4840150"/>
              <a:gd name="connsiteY2809" fmla="*/ 1212431 h 5724538"/>
              <a:gd name="connsiteX2810" fmla="*/ 579021 w 4840150"/>
              <a:gd name="connsiteY2810" fmla="*/ 1165416 h 5724538"/>
              <a:gd name="connsiteX2811" fmla="*/ 601291 w 4840150"/>
              <a:gd name="connsiteY2811" fmla="*/ 1098606 h 5724538"/>
              <a:gd name="connsiteX2812" fmla="*/ 3004576 w 4840150"/>
              <a:gd name="connsiteY2812" fmla="*/ 1091534 h 5724538"/>
              <a:gd name="connsiteX2813" fmla="*/ 3011380 w 4840150"/>
              <a:gd name="connsiteY2813" fmla="*/ 1103600 h 5724538"/>
              <a:gd name="connsiteX2814" fmla="*/ 3011380 w 4840150"/>
              <a:gd name="connsiteY2814" fmla="*/ 1120920 h 5724538"/>
              <a:gd name="connsiteX2815" fmla="*/ 2994060 w 4840150"/>
              <a:gd name="connsiteY2815" fmla="*/ 1120920 h 5724538"/>
              <a:gd name="connsiteX2816" fmla="*/ 2994060 w 4840150"/>
              <a:gd name="connsiteY2816" fmla="*/ 1103600 h 5724538"/>
              <a:gd name="connsiteX2817" fmla="*/ 3004576 w 4840150"/>
              <a:gd name="connsiteY2817" fmla="*/ 1091534 h 5724538"/>
              <a:gd name="connsiteX2818" fmla="*/ 2825798 w 4840150"/>
              <a:gd name="connsiteY2818" fmla="*/ 1084734 h 5724538"/>
              <a:gd name="connsiteX2819" fmla="*/ 2835696 w 4840150"/>
              <a:gd name="connsiteY2819" fmla="*/ 1103603 h 5724538"/>
              <a:gd name="connsiteX2820" fmla="*/ 2835696 w 4840150"/>
              <a:gd name="connsiteY2820" fmla="*/ 1128350 h 5724538"/>
              <a:gd name="connsiteX2821" fmla="*/ 2808477 w 4840150"/>
              <a:gd name="connsiteY2821" fmla="*/ 1111027 h 5724538"/>
              <a:gd name="connsiteX2822" fmla="*/ 2808477 w 4840150"/>
              <a:gd name="connsiteY2822" fmla="*/ 1086284 h 5724538"/>
              <a:gd name="connsiteX2823" fmla="*/ 2825798 w 4840150"/>
              <a:gd name="connsiteY2823" fmla="*/ 1084734 h 5724538"/>
              <a:gd name="connsiteX2824" fmla="*/ 2707025 w 4840150"/>
              <a:gd name="connsiteY2824" fmla="*/ 1081333 h 5724538"/>
              <a:gd name="connsiteX2825" fmla="*/ 2721872 w 4840150"/>
              <a:gd name="connsiteY2825" fmla="*/ 1081333 h 5724538"/>
              <a:gd name="connsiteX2826" fmla="*/ 2707025 w 4840150"/>
              <a:gd name="connsiteY2826" fmla="*/ 1096181 h 5724538"/>
              <a:gd name="connsiteX2827" fmla="*/ 2707025 w 4840150"/>
              <a:gd name="connsiteY2827" fmla="*/ 1081333 h 5724538"/>
              <a:gd name="connsiteX2828" fmla="*/ 1573737 w 4840150"/>
              <a:gd name="connsiteY2828" fmla="*/ 1054105 h 5724538"/>
              <a:gd name="connsiteX2829" fmla="*/ 1657868 w 4840150"/>
              <a:gd name="connsiteY2829" fmla="*/ 1101121 h 5724538"/>
              <a:gd name="connsiteX2830" fmla="*/ 1643021 w 4840150"/>
              <a:gd name="connsiteY2830" fmla="*/ 1172879 h 5724538"/>
              <a:gd name="connsiteX2831" fmla="*/ 1556416 w 4840150"/>
              <a:gd name="connsiteY2831" fmla="*/ 1123391 h 5724538"/>
              <a:gd name="connsiteX2832" fmla="*/ 1573737 w 4840150"/>
              <a:gd name="connsiteY2832" fmla="*/ 1054105 h 5724538"/>
              <a:gd name="connsiteX2833" fmla="*/ 1210004 w 4840150"/>
              <a:gd name="connsiteY2833" fmla="*/ 1051619 h 5724538"/>
              <a:gd name="connsiteX2834" fmla="*/ 1259484 w 4840150"/>
              <a:gd name="connsiteY2834" fmla="*/ 1078837 h 5724538"/>
              <a:gd name="connsiteX2835" fmla="*/ 1259484 w 4840150"/>
              <a:gd name="connsiteY2835" fmla="*/ 1118427 h 5724538"/>
              <a:gd name="connsiteX2836" fmla="*/ 1210004 w 4840150"/>
              <a:gd name="connsiteY2836" fmla="*/ 1091209 h 5724538"/>
              <a:gd name="connsiteX2837" fmla="*/ 1210004 w 4840150"/>
              <a:gd name="connsiteY2837" fmla="*/ 1051619 h 5724538"/>
              <a:gd name="connsiteX2838" fmla="*/ 1796435 w 4840150"/>
              <a:gd name="connsiteY2838" fmla="*/ 1049161 h 5724538"/>
              <a:gd name="connsiteX2839" fmla="*/ 1865719 w 4840150"/>
              <a:gd name="connsiteY2839" fmla="*/ 1091227 h 5724538"/>
              <a:gd name="connsiteX2840" fmla="*/ 1865719 w 4840150"/>
              <a:gd name="connsiteY2840" fmla="*/ 1148142 h 5724538"/>
              <a:gd name="connsiteX2841" fmla="*/ 1796435 w 4840150"/>
              <a:gd name="connsiteY2841" fmla="*/ 1108549 h 5724538"/>
              <a:gd name="connsiteX2842" fmla="*/ 1796435 w 4840150"/>
              <a:gd name="connsiteY2842" fmla="*/ 1049161 h 5724538"/>
              <a:gd name="connsiteX2843" fmla="*/ 831414 w 4840150"/>
              <a:gd name="connsiteY2843" fmla="*/ 1031805 h 5724538"/>
              <a:gd name="connsiteX2844" fmla="*/ 905646 w 4840150"/>
              <a:gd name="connsiteY2844" fmla="*/ 1071396 h 5724538"/>
              <a:gd name="connsiteX2845" fmla="*/ 888327 w 4840150"/>
              <a:gd name="connsiteY2845" fmla="*/ 1128309 h 5724538"/>
              <a:gd name="connsiteX2846" fmla="*/ 814092 w 4840150"/>
              <a:gd name="connsiteY2846" fmla="*/ 1088718 h 5724538"/>
              <a:gd name="connsiteX2847" fmla="*/ 831414 w 4840150"/>
              <a:gd name="connsiteY2847" fmla="*/ 1031805 h 5724538"/>
              <a:gd name="connsiteX2848" fmla="*/ 2897867 w 4840150"/>
              <a:gd name="connsiteY2848" fmla="*/ 1031222 h 5724538"/>
              <a:gd name="connsiteX2849" fmla="*/ 2907455 w 4840150"/>
              <a:gd name="connsiteY2849" fmla="*/ 1049161 h 5724538"/>
              <a:gd name="connsiteX2850" fmla="*/ 2907455 w 4840150"/>
              <a:gd name="connsiteY2850" fmla="*/ 1071432 h 5724538"/>
              <a:gd name="connsiteX2851" fmla="*/ 2882710 w 4840150"/>
              <a:gd name="connsiteY2851" fmla="*/ 1054110 h 5724538"/>
              <a:gd name="connsiteX2852" fmla="*/ 2882710 w 4840150"/>
              <a:gd name="connsiteY2852" fmla="*/ 1031841 h 5724538"/>
              <a:gd name="connsiteX2853" fmla="*/ 2897867 w 4840150"/>
              <a:gd name="connsiteY2853" fmla="*/ 1031222 h 5724538"/>
              <a:gd name="connsiteX2854" fmla="*/ 3127678 w 4840150"/>
              <a:gd name="connsiteY2854" fmla="*/ 1026879 h 5724538"/>
              <a:gd name="connsiteX2855" fmla="*/ 3142524 w 4840150"/>
              <a:gd name="connsiteY2855" fmla="*/ 1026879 h 5724538"/>
              <a:gd name="connsiteX2856" fmla="*/ 3142524 w 4840150"/>
              <a:gd name="connsiteY2856" fmla="*/ 1041727 h 5724538"/>
              <a:gd name="connsiteX2857" fmla="*/ 3127678 w 4840150"/>
              <a:gd name="connsiteY2857" fmla="*/ 1041727 h 5724538"/>
              <a:gd name="connsiteX2858" fmla="*/ 3127678 w 4840150"/>
              <a:gd name="connsiteY2858" fmla="*/ 1026879 h 5724538"/>
              <a:gd name="connsiteX2859" fmla="*/ 2474429 w 4840150"/>
              <a:gd name="connsiteY2859" fmla="*/ 1009577 h 5724538"/>
              <a:gd name="connsiteX2860" fmla="*/ 2504122 w 4840150"/>
              <a:gd name="connsiteY2860" fmla="*/ 1029370 h 5724538"/>
              <a:gd name="connsiteX2861" fmla="*/ 2504122 w 4840150"/>
              <a:gd name="connsiteY2861" fmla="*/ 1054116 h 5724538"/>
              <a:gd name="connsiteX2862" fmla="*/ 2474429 w 4840150"/>
              <a:gd name="connsiteY2862" fmla="*/ 1036795 h 5724538"/>
              <a:gd name="connsiteX2863" fmla="*/ 2474429 w 4840150"/>
              <a:gd name="connsiteY2863" fmla="*/ 1009577 h 5724538"/>
              <a:gd name="connsiteX2864" fmla="*/ 2363080 w 4840150"/>
              <a:gd name="connsiteY2864" fmla="*/ 1009577 h 5724538"/>
              <a:gd name="connsiteX2865" fmla="*/ 2392773 w 4840150"/>
              <a:gd name="connsiteY2865" fmla="*/ 1026898 h 5724538"/>
              <a:gd name="connsiteX2866" fmla="*/ 2392773 w 4840150"/>
              <a:gd name="connsiteY2866" fmla="*/ 1054113 h 5724538"/>
              <a:gd name="connsiteX2867" fmla="*/ 2363080 w 4840150"/>
              <a:gd name="connsiteY2867" fmla="*/ 1034321 h 5724538"/>
              <a:gd name="connsiteX2868" fmla="*/ 2363080 w 4840150"/>
              <a:gd name="connsiteY2868" fmla="*/ 1009577 h 5724538"/>
              <a:gd name="connsiteX2869" fmla="*/ 2773835 w 4840150"/>
              <a:gd name="connsiteY2869" fmla="*/ 1002148 h 5724538"/>
              <a:gd name="connsiteX2870" fmla="*/ 2793630 w 4840150"/>
              <a:gd name="connsiteY2870" fmla="*/ 1002148 h 5724538"/>
              <a:gd name="connsiteX2871" fmla="*/ 2793630 w 4840150"/>
              <a:gd name="connsiteY2871" fmla="*/ 1019470 h 5724538"/>
              <a:gd name="connsiteX2872" fmla="*/ 2773835 w 4840150"/>
              <a:gd name="connsiteY2872" fmla="*/ 1016996 h 5724538"/>
              <a:gd name="connsiteX2873" fmla="*/ 2773835 w 4840150"/>
              <a:gd name="connsiteY2873" fmla="*/ 1002148 h 5724538"/>
              <a:gd name="connsiteX2874" fmla="*/ 3199437 w 4840150"/>
              <a:gd name="connsiteY2874" fmla="*/ 997179 h 5724538"/>
              <a:gd name="connsiteX2875" fmla="*/ 3201911 w 4840150"/>
              <a:gd name="connsiteY2875" fmla="*/ 997179 h 5724538"/>
              <a:gd name="connsiteX2876" fmla="*/ 3201911 w 4840150"/>
              <a:gd name="connsiteY2876" fmla="*/ 999654 h 5724538"/>
              <a:gd name="connsiteX2877" fmla="*/ 1900362 w 4840150"/>
              <a:gd name="connsiteY2877" fmla="*/ 989777 h 5724538"/>
              <a:gd name="connsiteX2878" fmla="*/ 1954799 w 4840150"/>
              <a:gd name="connsiteY2878" fmla="*/ 1029367 h 5724538"/>
              <a:gd name="connsiteX2879" fmla="*/ 1954799 w 4840150"/>
              <a:gd name="connsiteY2879" fmla="*/ 1078856 h 5724538"/>
              <a:gd name="connsiteX2880" fmla="*/ 1900362 w 4840150"/>
              <a:gd name="connsiteY2880" fmla="*/ 1041739 h 5724538"/>
              <a:gd name="connsiteX2881" fmla="*/ 1900362 w 4840150"/>
              <a:gd name="connsiteY2881" fmla="*/ 989777 h 5724538"/>
              <a:gd name="connsiteX2882" fmla="*/ 1427746 w 4840150"/>
              <a:gd name="connsiteY2882" fmla="*/ 989762 h 5724538"/>
              <a:gd name="connsiteX2883" fmla="*/ 1514351 w 4840150"/>
              <a:gd name="connsiteY2883" fmla="*/ 1036777 h 5724538"/>
              <a:gd name="connsiteX2884" fmla="*/ 1499504 w 4840150"/>
              <a:gd name="connsiteY2884" fmla="*/ 1103589 h 5724538"/>
              <a:gd name="connsiteX2885" fmla="*/ 1412899 w 4840150"/>
              <a:gd name="connsiteY2885" fmla="*/ 1059048 h 5724538"/>
              <a:gd name="connsiteX2886" fmla="*/ 1427746 w 4840150"/>
              <a:gd name="connsiteY2886" fmla="*/ 989762 h 5724538"/>
              <a:gd name="connsiteX2887" fmla="*/ 1071437 w 4840150"/>
              <a:gd name="connsiteY2887" fmla="*/ 989750 h 5724538"/>
              <a:gd name="connsiteX2888" fmla="*/ 1103602 w 4840150"/>
              <a:gd name="connsiteY2888" fmla="*/ 1016969 h 5724538"/>
              <a:gd name="connsiteX2889" fmla="*/ 1103602 w 4840150"/>
              <a:gd name="connsiteY2889" fmla="*/ 1046662 h 5724538"/>
              <a:gd name="connsiteX2890" fmla="*/ 1071437 w 4840150"/>
              <a:gd name="connsiteY2890" fmla="*/ 1019443 h 5724538"/>
              <a:gd name="connsiteX2891" fmla="*/ 1071437 w 4840150"/>
              <a:gd name="connsiteY2891" fmla="*/ 989750 h 5724538"/>
              <a:gd name="connsiteX2892" fmla="*/ 1655393 w 4840150"/>
              <a:gd name="connsiteY2892" fmla="*/ 974922 h 5724538"/>
              <a:gd name="connsiteX2893" fmla="*/ 1732100 w 4840150"/>
              <a:gd name="connsiteY2893" fmla="*/ 1019464 h 5724538"/>
              <a:gd name="connsiteX2894" fmla="*/ 1732100 w 4840150"/>
              <a:gd name="connsiteY2894" fmla="*/ 1081324 h 5724538"/>
              <a:gd name="connsiteX2895" fmla="*/ 1655393 w 4840150"/>
              <a:gd name="connsiteY2895" fmla="*/ 1036786 h 5724538"/>
              <a:gd name="connsiteX2896" fmla="*/ 1655393 w 4840150"/>
              <a:gd name="connsiteY2896" fmla="*/ 974922 h 5724538"/>
              <a:gd name="connsiteX2897" fmla="*/ 668099 w 4840150"/>
              <a:gd name="connsiteY2897" fmla="*/ 964986 h 5724538"/>
              <a:gd name="connsiteX2898" fmla="*/ 747281 w 4840150"/>
              <a:gd name="connsiteY2898" fmla="*/ 1007053 h 5724538"/>
              <a:gd name="connsiteX2899" fmla="*/ 727486 w 4840150"/>
              <a:gd name="connsiteY2899" fmla="*/ 1063965 h 5724538"/>
              <a:gd name="connsiteX2900" fmla="*/ 648304 w 4840150"/>
              <a:gd name="connsiteY2900" fmla="*/ 1021899 h 5724538"/>
              <a:gd name="connsiteX2901" fmla="*/ 668099 w 4840150"/>
              <a:gd name="connsiteY2901" fmla="*/ 964986 h 5724538"/>
              <a:gd name="connsiteX2902" fmla="*/ 1317015 w 4840150"/>
              <a:gd name="connsiteY2902" fmla="*/ 964704 h 5724538"/>
              <a:gd name="connsiteX2903" fmla="*/ 1323819 w 4840150"/>
              <a:gd name="connsiteY2903" fmla="*/ 974911 h 5724538"/>
              <a:gd name="connsiteX2904" fmla="*/ 1323819 w 4840150"/>
              <a:gd name="connsiteY2904" fmla="*/ 989758 h 5724538"/>
              <a:gd name="connsiteX2905" fmla="*/ 1306498 w 4840150"/>
              <a:gd name="connsiteY2905" fmla="*/ 989758 h 5724538"/>
              <a:gd name="connsiteX2906" fmla="*/ 1306498 w 4840150"/>
              <a:gd name="connsiteY2906" fmla="*/ 974911 h 5724538"/>
              <a:gd name="connsiteX2907" fmla="*/ 1317015 w 4840150"/>
              <a:gd name="connsiteY2907" fmla="*/ 964704 h 5724538"/>
              <a:gd name="connsiteX2908" fmla="*/ 1984492 w 4840150"/>
              <a:gd name="connsiteY2908" fmla="*/ 935338 h 5724538"/>
              <a:gd name="connsiteX2909" fmla="*/ 2056250 w 4840150"/>
              <a:gd name="connsiteY2909" fmla="*/ 977403 h 5724538"/>
              <a:gd name="connsiteX2910" fmla="*/ 2056250 w 4840150"/>
              <a:gd name="connsiteY2910" fmla="*/ 1039264 h 5724538"/>
              <a:gd name="connsiteX2911" fmla="*/ 1979543 w 4840150"/>
              <a:gd name="connsiteY2911" fmla="*/ 989777 h 5724538"/>
              <a:gd name="connsiteX2912" fmla="*/ 1984492 w 4840150"/>
              <a:gd name="connsiteY2912" fmla="*/ 935338 h 5724538"/>
              <a:gd name="connsiteX2913" fmla="*/ 2655063 w 4840150"/>
              <a:gd name="connsiteY2913" fmla="*/ 932864 h 5724538"/>
              <a:gd name="connsiteX2914" fmla="*/ 2692179 w 4840150"/>
              <a:gd name="connsiteY2914" fmla="*/ 955133 h 5724538"/>
              <a:gd name="connsiteX2915" fmla="*/ 2692179 w 4840150"/>
              <a:gd name="connsiteY2915" fmla="*/ 989776 h 5724538"/>
              <a:gd name="connsiteX2916" fmla="*/ 2655063 w 4840150"/>
              <a:gd name="connsiteY2916" fmla="*/ 965031 h 5724538"/>
              <a:gd name="connsiteX2917" fmla="*/ 2655063 w 4840150"/>
              <a:gd name="connsiteY2917" fmla="*/ 932864 h 5724538"/>
              <a:gd name="connsiteX2918" fmla="*/ 2848068 w 4840150"/>
              <a:gd name="connsiteY2918" fmla="*/ 930383 h 5724538"/>
              <a:gd name="connsiteX2919" fmla="*/ 2870338 w 4840150"/>
              <a:gd name="connsiteY2919" fmla="*/ 947703 h 5724538"/>
              <a:gd name="connsiteX2920" fmla="*/ 2870338 w 4840150"/>
              <a:gd name="connsiteY2920" fmla="*/ 969973 h 5724538"/>
              <a:gd name="connsiteX2921" fmla="*/ 2848068 w 4840150"/>
              <a:gd name="connsiteY2921" fmla="*/ 952652 h 5724538"/>
              <a:gd name="connsiteX2922" fmla="*/ 2848068 w 4840150"/>
              <a:gd name="connsiteY2922" fmla="*/ 930383 h 5724538"/>
              <a:gd name="connsiteX2923" fmla="*/ 1756844 w 4840150"/>
              <a:gd name="connsiteY2923" fmla="*/ 922959 h 5724538"/>
              <a:gd name="connsiteX2924" fmla="*/ 1803858 w 4840150"/>
              <a:gd name="connsiteY2924" fmla="*/ 952653 h 5724538"/>
              <a:gd name="connsiteX2925" fmla="*/ 1803858 w 4840150"/>
              <a:gd name="connsiteY2925" fmla="*/ 989770 h 5724538"/>
              <a:gd name="connsiteX2926" fmla="*/ 1756844 w 4840150"/>
              <a:gd name="connsiteY2926" fmla="*/ 962550 h 5724538"/>
              <a:gd name="connsiteX2927" fmla="*/ 1756844 w 4840150"/>
              <a:gd name="connsiteY2927" fmla="*/ 922959 h 5724538"/>
              <a:gd name="connsiteX2928" fmla="*/ 497363 w 4840150"/>
              <a:gd name="connsiteY2928" fmla="*/ 922913 h 5724538"/>
              <a:gd name="connsiteX2929" fmla="*/ 549326 w 4840150"/>
              <a:gd name="connsiteY2929" fmla="*/ 952607 h 5724538"/>
              <a:gd name="connsiteX2930" fmla="*/ 549326 w 4840150"/>
              <a:gd name="connsiteY2930" fmla="*/ 989724 h 5724538"/>
              <a:gd name="connsiteX2931" fmla="*/ 494888 w 4840150"/>
              <a:gd name="connsiteY2931" fmla="*/ 952607 h 5724538"/>
              <a:gd name="connsiteX2932" fmla="*/ 497363 w 4840150"/>
              <a:gd name="connsiteY2932" fmla="*/ 922913 h 5724538"/>
              <a:gd name="connsiteX2933" fmla="*/ 2098316 w 4840150"/>
              <a:gd name="connsiteY2933" fmla="*/ 915541 h 5724538"/>
              <a:gd name="connsiteX2934" fmla="*/ 2150279 w 4840150"/>
              <a:gd name="connsiteY2934" fmla="*/ 945233 h 5724538"/>
              <a:gd name="connsiteX2935" fmla="*/ 2150279 w 4840150"/>
              <a:gd name="connsiteY2935" fmla="*/ 989777 h 5724538"/>
              <a:gd name="connsiteX2936" fmla="*/ 2098316 w 4840150"/>
              <a:gd name="connsiteY2936" fmla="*/ 957608 h 5724538"/>
              <a:gd name="connsiteX2937" fmla="*/ 2098316 w 4840150"/>
              <a:gd name="connsiteY2937" fmla="*/ 915541 h 5724538"/>
              <a:gd name="connsiteX2938" fmla="*/ 2543713 w 4840150"/>
              <a:gd name="connsiteY2938" fmla="*/ 913065 h 5724538"/>
              <a:gd name="connsiteX2939" fmla="*/ 2583304 w 4840150"/>
              <a:gd name="connsiteY2939" fmla="*/ 937811 h 5724538"/>
              <a:gd name="connsiteX2940" fmla="*/ 2583304 w 4840150"/>
              <a:gd name="connsiteY2940" fmla="*/ 972453 h 5724538"/>
              <a:gd name="connsiteX2941" fmla="*/ 2543713 w 4840150"/>
              <a:gd name="connsiteY2941" fmla="*/ 947709 h 5724538"/>
              <a:gd name="connsiteX2942" fmla="*/ 2543713 w 4840150"/>
              <a:gd name="connsiteY2942" fmla="*/ 913065 h 5724538"/>
              <a:gd name="connsiteX2943" fmla="*/ 1504452 w 4840150"/>
              <a:gd name="connsiteY2943" fmla="*/ 905632 h 5724538"/>
              <a:gd name="connsiteX2944" fmla="*/ 1578685 w 4840150"/>
              <a:gd name="connsiteY2944" fmla="*/ 950174 h 5724538"/>
              <a:gd name="connsiteX2945" fmla="*/ 1578685 w 4840150"/>
              <a:gd name="connsiteY2945" fmla="*/ 1009559 h 5724538"/>
              <a:gd name="connsiteX2946" fmla="*/ 1489606 w 4840150"/>
              <a:gd name="connsiteY2946" fmla="*/ 965019 h 5724538"/>
              <a:gd name="connsiteX2947" fmla="*/ 1504452 w 4840150"/>
              <a:gd name="connsiteY2947" fmla="*/ 905632 h 5724538"/>
              <a:gd name="connsiteX2948" fmla="*/ 2328437 w 4840150"/>
              <a:gd name="connsiteY2948" fmla="*/ 903170 h 5724538"/>
              <a:gd name="connsiteX2949" fmla="*/ 2355656 w 4840150"/>
              <a:gd name="connsiteY2949" fmla="*/ 918016 h 5724538"/>
              <a:gd name="connsiteX2950" fmla="*/ 2355656 w 4840150"/>
              <a:gd name="connsiteY2950" fmla="*/ 942760 h 5724538"/>
              <a:gd name="connsiteX2951" fmla="*/ 2328437 w 4840150"/>
              <a:gd name="connsiteY2951" fmla="*/ 925439 h 5724538"/>
              <a:gd name="connsiteX2952" fmla="*/ 2328437 w 4840150"/>
              <a:gd name="connsiteY2952" fmla="*/ 903170 h 5724538"/>
              <a:gd name="connsiteX2953" fmla="*/ 2439787 w 4840150"/>
              <a:gd name="connsiteY2953" fmla="*/ 900694 h 5724538"/>
              <a:gd name="connsiteX2954" fmla="*/ 2474429 w 4840150"/>
              <a:gd name="connsiteY2954" fmla="*/ 922964 h 5724538"/>
              <a:gd name="connsiteX2955" fmla="*/ 2474429 w 4840150"/>
              <a:gd name="connsiteY2955" fmla="*/ 952658 h 5724538"/>
              <a:gd name="connsiteX2956" fmla="*/ 2439787 w 4840150"/>
              <a:gd name="connsiteY2956" fmla="*/ 930388 h 5724538"/>
              <a:gd name="connsiteX2957" fmla="*/ 2439787 w 4840150"/>
              <a:gd name="connsiteY2957" fmla="*/ 900694 h 5724538"/>
              <a:gd name="connsiteX2958" fmla="*/ 905646 w 4840150"/>
              <a:gd name="connsiteY2958" fmla="*/ 900658 h 5724538"/>
              <a:gd name="connsiteX2959" fmla="*/ 989779 w 4840150"/>
              <a:gd name="connsiteY2959" fmla="*/ 945199 h 5724538"/>
              <a:gd name="connsiteX2960" fmla="*/ 962559 w 4840150"/>
              <a:gd name="connsiteY2960" fmla="*/ 1009536 h 5724538"/>
              <a:gd name="connsiteX2961" fmla="*/ 885852 w 4840150"/>
              <a:gd name="connsiteY2961" fmla="*/ 962520 h 5724538"/>
              <a:gd name="connsiteX2962" fmla="*/ 905646 w 4840150"/>
              <a:gd name="connsiteY2962" fmla="*/ 900658 h 5724538"/>
              <a:gd name="connsiteX2963" fmla="*/ 2226986 w 4840150"/>
              <a:gd name="connsiteY2963" fmla="*/ 895745 h 5724538"/>
              <a:gd name="connsiteX2964" fmla="*/ 2254204 w 4840150"/>
              <a:gd name="connsiteY2964" fmla="*/ 925439 h 5724538"/>
              <a:gd name="connsiteX2965" fmla="*/ 2254204 w 4840150"/>
              <a:gd name="connsiteY2965" fmla="*/ 965031 h 5724538"/>
              <a:gd name="connsiteX2966" fmla="*/ 2226986 w 4840150"/>
              <a:gd name="connsiteY2966" fmla="*/ 935338 h 5724538"/>
              <a:gd name="connsiteX2967" fmla="*/ 2226986 w 4840150"/>
              <a:gd name="connsiteY2967" fmla="*/ 895745 h 5724538"/>
              <a:gd name="connsiteX2968" fmla="*/ 2736719 w 4840150"/>
              <a:gd name="connsiteY2968" fmla="*/ 883368 h 5724538"/>
              <a:gd name="connsiteX2969" fmla="*/ 2763938 w 4840150"/>
              <a:gd name="connsiteY2969" fmla="*/ 900689 h 5724538"/>
              <a:gd name="connsiteX2970" fmla="*/ 2763938 w 4840150"/>
              <a:gd name="connsiteY2970" fmla="*/ 925432 h 5724538"/>
              <a:gd name="connsiteX2971" fmla="*/ 2736719 w 4840150"/>
              <a:gd name="connsiteY2971" fmla="*/ 908111 h 5724538"/>
              <a:gd name="connsiteX2972" fmla="*/ 2736719 w 4840150"/>
              <a:gd name="connsiteY2972" fmla="*/ 883368 h 5724538"/>
              <a:gd name="connsiteX2973" fmla="*/ 1133294 w 4840150"/>
              <a:gd name="connsiteY2973" fmla="*/ 875922 h 5724538"/>
              <a:gd name="connsiteX2974" fmla="*/ 1185258 w 4840150"/>
              <a:gd name="connsiteY2974" fmla="*/ 905616 h 5724538"/>
              <a:gd name="connsiteX2975" fmla="*/ 1185258 w 4840150"/>
              <a:gd name="connsiteY2975" fmla="*/ 947682 h 5724538"/>
              <a:gd name="connsiteX2976" fmla="*/ 1133294 w 4840150"/>
              <a:gd name="connsiteY2976" fmla="*/ 915514 h 5724538"/>
              <a:gd name="connsiteX2977" fmla="*/ 1133294 w 4840150"/>
              <a:gd name="connsiteY2977" fmla="*/ 875922 h 5724538"/>
              <a:gd name="connsiteX2978" fmla="*/ 1833551 w 4840150"/>
              <a:gd name="connsiteY2978" fmla="*/ 846252 h 5724538"/>
              <a:gd name="connsiteX2979" fmla="*/ 1915207 w 4840150"/>
              <a:gd name="connsiteY2979" fmla="*/ 895740 h 5724538"/>
              <a:gd name="connsiteX2980" fmla="*/ 1915207 w 4840150"/>
              <a:gd name="connsiteY2980" fmla="*/ 962550 h 5724538"/>
              <a:gd name="connsiteX2981" fmla="*/ 1833551 w 4840150"/>
              <a:gd name="connsiteY2981" fmla="*/ 913061 h 5724538"/>
              <a:gd name="connsiteX2982" fmla="*/ 1833551 w 4840150"/>
              <a:gd name="connsiteY2982" fmla="*/ 846252 h 5724538"/>
              <a:gd name="connsiteX2983" fmla="*/ 1605904 w 4840150"/>
              <a:gd name="connsiteY2983" fmla="*/ 846245 h 5724538"/>
              <a:gd name="connsiteX2984" fmla="*/ 1660342 w 4840150"/>
              <a:gd name="connsiteY2984" fmla="*/ 878413 h 5724538"/>
              <a:gd name="connsiteX2985" fmla="*/ 1660342 w 4840150"/>
              <a:gd name="connsiteY2985" fmla="*/ 920478 h 5724538"/>
              <a:gd name="connsiteX2986" fmla="*/ 1605904 w 4840150"/>
              <a:gd name="connsiteY2986" fmla="*/ 888309 h 5724538"/>
              <a:gd name="connsiteX2987" fmla="*/ 1605904 w 4840150"/>
              <a:gd name="connsiteY2987" fmla="*/ 846245 h 5724538"/>
              <a:gd name="connsiteX2988" fmla="*/ 1360936 w 4840150"/>
              <a:gd name="connsiteY2988" fmla="*/ 843765 h 5724538"/>
              <a:gd name="connsiteX2989" fmla="*/ 1425271 w 4840150"/>
              <a:gd name="connsiteY2989" fmla="*/ 880882 h 5724538"/>
              <a:gd name="connsiteX2990" fmla="*/ 1425271 w 4840150"/>
              <a:gd name="connsiteY2990" fmla="*/ 930369 h 5724538"/>
              <a:gd name="connsiteX2991" fmla="*/ 1360936 w 4840150"/>
              <a:gd name="connsiteY2991" fmla="*/ 893254 h 5724538"/>
              <a:gd name="connsiteX2992" fmla="*/ 1360936 w 4840150"/>
              <a:gd name="connsiteY2992" fmla="*/ 843765 h 5724538"/>
              <a:gd name="connsiteX2993" fmla="*/ 2620420 w 4840150"/>
              <a:gd name="connsiteY2993" fmla="*/ 838828 h 5724538"/>
              <a:gd name="connsiteX2994" fmla="*/ 2657536 w 4840150"/>
              <a:gd name="connsiteY2994" fmla="*/ 863572 h 5724538"/>
              <a:gd name="connsiteX2995" fmla="*/ 2657536 w 4840150"/>
              <a:gd name="connsiteY2995" fmla="*/ 895739 h 5724538"/>
              <a:gd name="connsiteX2996" fmla="*/ 2620420 w 4840150"/>
              <a:gd name="connsiteY2996" fmla="*/ 870994 h 5724538"/>
              <a:gd name="connsiteX2997" fmla="*/ 2620420 w 4840150"/>
              <a:gd name="connsiteY2997" fmla="*/ 838828 h 5724538"/>
              <a:gd name="connsiteX2998" fmla="*/ 742333 w 4840150"/>
              <a:gd name="connsiteY2998" fmla="*/ 833841 h 5724538"/>
              <a:gd name="connsiteX2999" fmla="*/ 819039 w 4840150"/>
              <a:gd name="connsiteY2999" fmla="*/ 878381 h 5724538"/>
              <a:gd name="connsiteX3000" fmla="*/ 799244 w 4840150"/>
              <a:gd name="connsiteY3000" fmla="*/ 940241 h 5724538"/>
              <a:gd name="connsiteX3001" fmla="*/ 722539 w 4840150"/>
              <a:gd name="connsiteY3001" fmla="*/ 893227 h 5724538"/>
              <a:gd name="connsiteX3002" fmla="*/ 742333 w 4840150"/>
              <a:gd name="connsiteY3002" fmla="*/ 833841 h 5724538"/>
              <a:gd name="connsiteX3003" fmla="*/ 1952325 w 4840150"/>
              <a:gd name="connsiteY3003" fmla="*/ 826456 h 5724538"/>
              <a:gd name="connsiteX3004" fmla="*/ 2004288 w 4840150"/>
              <a:gd name="connsiteY3004" fmla="*/ 856149 h 5724538"/>
              <a:gd name="connsiteX3005" fmla="*/ 2004288 w 4840150"/>
              <a:gd name="connsiteY3005" fmla="*/ 898216 h 5724538"/>
              <a:gd name="connsiteX3006" fmla="*/ 1952325 w 4840150"/>
              <a:gd name="connsiteY3006" fmla="*/ 868521 h 5724538"/>
              <a:gd name="connsiteX3007" fmla="*/ 1952325 w 4840150"/>
              <a:gd name="connsiteY3007" fmla="*/ 826456 h 5724538"/>
              <a:gd name="connsiteX3008" fmla="*/ 2801054 w 4840150"/>
              <a:gd name="connsiteY3008" fmla="*/ 816550 h 5724538"/>
              <a:gd name="connsiteX3009" fmla="*/ 2843119 w 4840150"/>
              <a:gd name="connsiteY3009" fmla="*/ 846244 h 5724538"/>
              <a:gd name="connsiteX3010" fmla="*/ 2843119 w 4840150"/>
              <a:gd name="connsiteY3010" fmla="*/ 883360 h 5724538"/>
              <a:gd name="connsiteX3011" fmla="*/ 2801054 w 4840150"/>
              <a:gd name="connsiteY3011" fmla="*/ 856142 h 5724538"/>
              <a:gd name="connsiteX3012" fmla="*/ 2801054 w 4840150"/>
              <a:gd name="connsiteY3012" fmla="*/ 816550 h 5724538"/>
              <a:gd name="connsiteX3013" fmla="*/ 2511546 w 4840150"/>
              <a:gd name="connsiteY3013" fmla="*/ 814082 h 5724538"/>
              <a:gd name="connsiteX3014" fmla="*/ 2543713 w 4840150"/>
              <a:gd name="connsiteY3014" fmla="*/ 836352 h 5724538"/>
              <a:gd name="connsiteX3015" fmla="*/ 2543713 w 4840150"/>
              <a:gd name="connsiteY3015" fmla="*/ 863572 h 5724538"/>
              <a:gd name="connsiteX3016" fmla="*/ 2511546 w 4840150"/>
              <a:gd name="connsiteY3016" fmla="*/ 843776 h 5724538"/>
              <a:gd name="connsiteX3017" fmla="*/ 2511546 w 4840150"/>
              <a:gd name="connsiteY3017" fmla="*/ 814082 h 5724538"/>
              <a:gd name="connsiteX3018" fmla="*/ 989777 w 4840150"/>
              <a:gd name="connsiteY3018" fmla="*/ 806631 h 5724538"/>
              <a:gd name="connsiteX3019" fmla="*/ 1029368 w 4840150"/>
              <a:gd name="connsiteY3019" fmla="*/ 836325 h 5724538"/>
              <a:gd name="connsiteX3020" fmla="*/ 1029368 w 4840150"/>
              <a:gd name="connsiteY3020" fmla="*/ 875915 h 5724538"/>
              <a:gd name="connsiteX3021" fmla="*/ 989777 w 4840150"/>
              <a:gd name="connsiteY3021" fmla="*/ 846222 h 5724538"/>
              <a:gd name="connsiteX3022" fmla="*/ 989777 w 4840150"/>
              <a:gd name="connsiteY3022" fmla="*/ 806631 h 5724538"/>
              <a:gd name="connsiteX3023" fmla="*/ 2179972 w 4840150"/>
              <a:gd name="connsiteY3023" fmla="*/ 799238 h 5724538"/>
              <a:gd name="connsiteX3024" fmla="*/ 2207191 w 4840150"/>
              <a:gd name="connsiteY3024" fmla="*/ 816557 h 5724538"/>
              <a:gd name="connsiteX3025" fmla="*/ 2207191 w 4840150"/>
              <a:gd name="connsiteY3025" fmla="*/ 836352 h 5724538"/>
              <a:gd name="connsiteX3026" fmla="*/ 2179972 w 4840150"/>
              <a:gd name="connsiteY3026" fmla="*/ 821507 h 5724538"/>
              <a:gd name="connsiteX3027" fmla="*/ 2179972 w 4840150"/>
              <a:gd name="connsiteY3027" fmla="*/ 799238 h 5724538"/>
              <a:gd name="connsiteX3028" fmla="*/ 2058725 w 4840150"/>
              <a:gd name="connsiteY3028" fmla="*/ 799238 h 5724538"/>
              <a:gd name="connsiteX3029" fmla="*/ 2108213 w 4840150"/>
              <a:gd name="connsiteY3029" fmla="*/ 828928 h 5724538"/>
              <a:gd name="connsiteX3030" fmla="*/ 2108213 w 4840150"/>
              <a:gd name="connsiteY3030" fmla="*/ 868521 h 5724538"/>
              <a:gd name="connsiteX3031" fmla="*/ 2058725 w 4840150"/>
              <a:gd name="connsiteY3031" fmla="*/ 838828 h 5724538"/>
              <a:gd name="connsiteX3032" fmla="*/ 2058725 w 4840150"/>
              <a:gd name="connsiteY3032" fmla="*/ 799238 h 5724538"/>
              <a:gd name="connsiteX3033" fmla="*/ 583968 w 4840150"/>
              <a:gd name="connsiteY3033" fmla="*/ 799193 h 5724538"/>
              <a:gd name="connsiteX3034" fmla="*/ 613660 w 4840150"/>
              <a:gd name="connsiteY3034" fmla="*/ 814038 h 5724538"/>
              <a:gd name="connsiteX3035" fmla="*/ 613660 w 4840150"/>
              <a:gd name="connsiteY3035" fmla="*/ 833833 h 5724538"/>
              <a:gd name="connsiteX3036" fmla="*/ 583968 w 4840150"/>
              <a:gd name="connsiteY3036" fmla="*/ 818988 h 5724538"/>
              <a:gd name="connsiteX3037" fmla="*/ 583968 w 4840150"/>
              <a:gd name="connsiteY3037" fmla="*/ 799193 h 5724538"/>
              <a:gd name="connsiteX3038" fmla="*/ 2400196 w 4840150"/>
              <a:gd name="connsiteY3038" fmla="*/ 796761 h 5724538"/>
              <a:gd name="connsiteX3039" fmla="*/ 2432363 w 4840150"/>
              <a:gd name="connsiteY3039" fmla="*/ 819030 h 5724538"/>
              <a:gd name="connsiteX3040" fmla="*/ 2432363 w 4840150"/>
              <a:gd name="connsiteY3040" fmla="*/ 846250 h 5724538"/>
              <a:gd name="connsiteX3041" fmla="*/ 2400196 w 4840150"/>
              <a:gd name="connsiteY3041" fmla="*/ 823981 h 5724538"/>
              <a:gd name="connsiteX3042" fmla="*/ 2400196 w 4840150"/>
              <a:gd name="connsiteY3042" fmla="*/ 796761 h 5724538"/>
              <a:gd name="connsiteX3043" fmla="*/ 2291321 w 4840150"/>
              <a:gd name="connsiteY3043" fmla="*/ 794287 h 5724538"/>
              <a:gd name="connsiteX3044" fmla="*/ 2318540 w 4840150"/>
              <a:gd name="connsiteY3044" fmla="*/ 811609 h 5724538"/>
              <a:gd name="connsiteX3045" fmla="*/ 2318540 w 4840150"/>
              <a:gd name="connsiteY3045" fmla="*/ 833879 h 5724538"/>
              <a:gd name="connsiteX3046" fmla="*/ 2291321 w 4840150"/>
              <a:gd name="connsiteY3046" fmla="*/ 816557 h 5724538"/>
              <a:gd name="connsiteX3047" fmla="*/ 2291321 w 4840150"/>
              <a:gd name="connsiteY3047" fmla="*/ 794287 h 5724538"/>
              <a:gd name="connsiteX3048" fmla="*/ 1484657 w 4840150"/>
              <a:gd name="connsiteY3048" fmla="*/ 784378 h 5724538"/>
              <a:gd name="connsiteX3049" fmla="*/ 1504453 w 4840150"/>
              <a:gd name="connsiteY3049" fmla="*/ 804173 h 5724538"/>
              <a:gd name="connsiteX3050" fmla="*/ 1504453 w 4840150"/>
              <a:gd name="connsiteY3050" fmla="*/ 833866 h 5724538"/>
              <a:gd name="connsiteX3051" fmla="*/ 1484657 w 4840150"/>
              <a:gd name="connsiteY3051" fmla="*/ 811596 h 5724538"/>
              <a:gd name="connsiteX3052" fmla="*/ 1484657 w 4840150"/>
              <a:gd name="connsiteY3052" fmla="*/ 784378 h 5724538"/>
              <a:gd name="connsiteX3053" fmla="*/ 2880236 w 4840150"/>
              <a:gd name="connsiteY3053" fmla="*/ 784376 h 5724538"/>
              <a:gd name="connsiteX3054" fmla="*/ 2904980 w 4840150"/>
              <a:gd name="connsiteY3054" fmla="*/ 801697 h 5724538"/>
              <a:gd name="connsiteX3055" fmla="*/ 2904980 w 4840150"/>
              <a:gd name="connsiteY3055" fmla="*/ 823968 h 5724538"/>
              <a:gd name="connsiteX3056" fmla="*/ 2880236 w 4840150"/>
              <a:gd name="connsiteY3056" fmla="*/ 806647 h 5724538"/>
              <a:gd name="connsiteX3057" fmla="*/ 2880236 w 4840150"/>
              <a:gd name="connsiteY3057" fmla="*/ 784376 h 5724538"/>
              <a:gd name="connsiteX3058" fmla="*/ 1699933 w 4840150"/>
              <a:gd name="connsiteY3058" fmla="*/ 779436 h 5724538"/>
              <a:gd name="connsiteX3059" fmla="*/ 1761793 w 4840150"/>
              <a:gd name="connsiteY3059" fmla="*/ 816552 h 5724538"/>
              <a:gd name="connsiteX3060" fmla="*/ 1761793 w 4840150"/>
              <a:gd name="connsiteY3060" fmla="*/ 866041 h 5724538"/>
              <a:gd name="connsiteX3061" fmla="*/ 1699933 w 4840150"/>
              <a:gd name="connsiteY3061" fmla="*/ 828926 h 5724538"/>
              <a:gd name="connsiteX3062" fmla="*/ 1699933 w 4840150"/>
              <a:gd name="connsiteY3062" fmla="*/ 779436 h 5724538"/>
              <a:gd name="connsiteX3063" fmla="*/ 1237221 w 4840150"/>
              <a:gd name="connsiteY3063" fmla="*/ 779420 h 5724538"/>
              <a:gd name="connsiteX3064" fmla="*/ 1271857 w 4840150"/>
              <a:gd name="connsiteY3064" fmla="*/ 811589 h 5724538"/>
              <a:gd name="connsiteX3065" fmla="*/ 1271857 w 4840150"/>
              <a:gd name="connsiteY3065" fmla="*/ 853654 h 5724538"/>
              <a:gd name="connsiteX3066" fmla="*/ 1237221 w 4840150"/>
              <a:gd name="connsiteY3066" fmla="*/ 821485 h 5724538"/>
              <a:gd name="connsiteX3067" fmla="*/ 1237221 w 4840150"/>
              <a:gd name="connsiteY3067" fmla="*/ 779420 h 5724538"/>
              <a:gd name="connsiteX3068" fmla="*/ 2684755 w 4840150"/>
              <a:gd name="connsiteY3068" fmla="*/ 776961 h 5724538"/>
              <a:gd name="connsiteX3069" fmla="*/ 2721871 w 4840150"/>
              <a:gd name="connsiteY3069" fmla="*/ 801705 h 5724538"/>
              <a:gd name="connsiteX3070" fmla="*/ 2721871 w 4840150"/>
              <a:gd name="connsiteY3070" fmla="*/ 833873 h 5724538"/>
              <a:gd name="connsiteX3071" fmla="*/ 2684755 w 4840150"/>
              <a:gd name="connsiteY3071" fmla="*/ 809128 h 5724538"/>
              <a:gd name="connsiteX3072" fmla="*/ 2684755 w 4840150"/>
              <a:gd name="connsiteY3072" fmla="*/ 776961 h 5724538"/>
              <a:gd name="connsiteX3073" fmla="*/ 2956943 w 4840150"/>
              <a:gd name="connsiteY3073" fmla="*/ 771995 h 5724538"/>
              <a:gd name="connsiteX3074" fmla="*/ 2969315 w 4840150"/>
              <a:gd name="connsiteY3074" fmla="*/ 771995 h 5724538"/>
              <a:gd name="connsiteX3075" fmla="*/ 2956943 w 4840150"/>
              <a:gd name="connsiteY3075" fmla="*/ 771995 h 5724538"/>
              <a:gd name="connsiteX3076" fmla="*/ 2778784 w 4840150"/>
              <a:gd name="connsiteY3076" fmla="*/ 749734 h 5724538"/>
              <a:gd name="connsiteX3077" fmla="*/ 2796105 w 4840150"/>
              <a:gd name="connsiteY3077" fmla="*/ 749734 h 5724538"/>
              <a:gd name="connsiteX3078" fmla="*/ 2796105 w 4840150"/>
              <a:gd name="connsiteY3078" fmla="*/ 764580 h 5724538"/>
              <a:gd name="connsiteX3079" fmla="*/ 2778784 w 4840150"/>
              <a:gd name="connsiteY3079" fmla="*/ 767056 h 5724538"/>
              <a:gd name="connsiteX3080" fmla="*/ 2778784 w 4840150"/>
              <a:gd name="connsiteY3080" fmla="*/ 749734 h 5724538"/>
              <a:gd name="connsiteX3081" fmla="*/ 2588253 w 4840150"/>
              <a:gd name="connsiteY3081" fmla="*/ 742318 h 5724538"/>
              <a:gd name="connsiteX3082" fmla="*/ 2622895 w 4840150"/>
              <a:gd name="connsiteY3082" fmla="*/ 764588 h 5724538"/>
              <a:gd name="connsiteX3083" fmla="*/ 2622895 w 4840150"/>
              <a:gd name="connsiteY3083" fmla="*/ 796755 h 5724538"/>
              <a:gd name="connsiteX3084" fmla="*/ 2588253 w 4840150"/>
              <a:gd name="connsiteY3084" fmla="*/ 774487 h 5724538"/>
              <a:gd name="connsiteX3085" fmla="*/ 2588253 w 4840150"/>
              <a:gd name="connsiteY3085" fmla="*/ 742318 h 5724538"/>
              <a:gd name="connsiteX3086" fmla="*/ 826462 w 4840150"/>
              <a:gd name="connsiteY3086" fmla="*/ 742286 h 5724538"/>
              <a:gd name="connsiteX3087" fmla="*/ 885850 w 4840150"/>
              <a:gd name="connsiteY3087" fmla="*/ 767031 h 5724538"/>
              <a:gd name="connsiteX3088" fmla="*/ 871004 w 4840150"/>
              <a:gd name="connsiteY3088" fmla="*/ 809096 h 5724538"/>
              <a:gd name="connsiteX3089" fmla="*/ 811616 w 4840150"/>
              <a:gd name="connsiteY3089" fmla="*/ 786826 h 5724538"/>
              <a:gd name="connsiteX3090" fmla="*/ 826462 w 4840150"/>
              <a:gd name="connsiteY3090" fmla="*/ 742286 h 5724538"/>
              <a:gd name="connsiteX3091" fmla="*/ 1791486 w 4840150"/>
              <a:gd name="connsiteY3091" fmla="*/ 720049 h 5724538"/>
              <a:gd name="connsiteX3092" fmla="*/ 1868193 w 4840150"/>
              <a:gd name="connsiteY3092" fmla="*/ 769538 h 5724538"/>
              <a:gd name="connsiteX3093" fmla="*/ 1868193 w 4840150"/>
              <a:gd name="connsiteY3093" fmla="*/ 831399 h 5724538"/>
              <a:gd name="connsiteX3094" fmla="*/ 1791486 w 4840150"/>
              <a:gd name="connsiteY3094" fmla="*/ 781911 h 5724538"/>
              <a:gd name="connsiteX3095" fmla="*/ 1791486 w 4840150"/>
              <a:gd name="connsiteY3095" fmla="*/ 720049 h 5724538"/>
              <a:gd name="connsiteX3096" fmla="*/ 1563839 w 4840150"/>
              <a:gd name="connsiteY3096" fmla="*/ 717567 h 5724538"/>
              <a:gd name="connsiteX3097" fmla="*/ 1600956 w 4840150"/>
              <a:gd name="connsiteY3097" fmla="*/ 739837 h 5724538"/>
              <a:gd name="connsiteX3098" fmla="*/ 1600956 w 4840150"/>
              <a:gd name="connsiteY3098" fmla="*/ 767057 h 5724538"/>
              <a:gd name="connsiteX3099" fmla="*/ 1566314 w 4840150"/>
              <a:gd name="connsiteY3099" fmla="*/ 742310 h 5724538"/>
              <a:gd name="connsiteX3100" fmla="*/ 1563839 w 4840150"/>
              <a:gd name="connsiteY3100" fmla="*/ 717567 h 5724538"/>
              <a:gd name="connsiteX3101" fmla="*/ 405807 w 4840150"/>
              <a:gd name="connsiteY3101" fmla="*/ 717531 h 5724538"/>
              <a:gd name="connsiteX3102" fmla="*/ 447872 w 4840150"/>
              <a:gd name="connsiteY3102" fmla="*/ 739801 h 5724538"/>
              <a:gd name="connsiteX3103" fmla="*/ 447872 w 4840150"/>
              <a:gd name="connsiteY3103" fmla="*/ 771969 h 5724538"/>
              <a:gd name="connsiteX3104" fmla="*/ 393434 w 4840150"/>
              <a:gd name="connsiteY3104" fmla="*/ 747225 h 5724538"/>
              <a:gd name="connsiteX3105" fmla="*/ 405807 w 4840150"/>
              <a:gd name="connsiteY3105" fmla="*/ 717531 h 5724538"/>
              <a:gd name="connsiteX3106" fmla="*/ 2471955 w 4840150"/>
              <a:gd name="connsiteY3106" fmla="*/ 710151 h 5724538"/>
              <a:gd name="connsiteX3107" fmla="*/ 2509072 w 4840150"/>
              <a:gd name="connsiteY3107" fmla="*/ 734894 h 5724538"/>
              <a:gd name="connsiteX3108" fmla="*/ 2509072 w 4840150"/>
              <a:gd name="connsiteY3108" fmla="*/ 764588 h 5724538"/>
              <a:gd name="connsiteX3109" fmla="*/ 2471955 w 4840150"/>
              <a:gd name="connsiteY3109" fmla="*/ 742318 h 5724538"/>
              <a:gd name="connsiteX3110" fmla="*/ 2471955 w 4840150"/>
              <a:gd name="connsiteY3110" fmla="*/ 710151 h 5724538"/>
              <a:gd name="connsiteX3111" fmla="*/ 1920157 w 4840150"/>
              <a:gd name="connsiteY3111" fmla="*/ 705203 h 5724538"/>
              <a:gd name="connsiteX3112" fmla="*/ 1979543 w 4840150"/>
              <a:gd name="connsiteY3112" fmla="*/ 742319 h 5724538"/>
              <a:gd name="connsiteX3113" fmla="*/ 1979543 w 4840150"/>
              <a:gd name="connsiteY3113" fmla="*/ 784385 h 5724538"/>
              <a:gd name="connsiteX3114" fmla="*/ 1920157 w 4840150"/>
              <a:gd name="connsiteY3114" fmla="*/ 754691 h 5724538"/>
              <a:gd name="connsiteX3115" fmla="*/ 1920157 w 4840150"/>
              <a:gd name="connsiteY3115" fmla="*/ 705203 h 5724538"/>
              <a:gd name="connsiteX3116" fmla="*/ 2381948 w 4840150"/>
              <a:gd name="connsiteY3116" fmla="*/ 702109 h 5724538"/>
              <a:gd name="connsiteX3117" fmla="*/ 2392773 w 4840150"/>
              <a:gd name="connsiteY3117" fmla="*/ 720049 h 5724538"/>
              <a:gd name="connsiteX3118" fmla="*/ 2392773 w 4840150"/>
              <a:gd name="connsiteY3118" fmla="*/ 742319 h 5724538"/>
              <a:gd name="connsiteX3119" fmla="*/ 2365554 w 4840150"/>
              <a:gd name="connsiteY3119" fmla="*/ 724998 h 5724538"/>
              <a:gd name="connsiteX3120" fmla="*/ 2365554 w 4840150"/>
              <a:gd name="connsiteY3120" fmla="*/ 702729 h 5724538"/>
              <a:gd name="connsiteX3121" fmla="*/ 2381948 w 4840150"/>
              <a:gd name="connsiteY3121" fmla="*/ 702109 h 5724538"/>
              <a:gd name="connsiteX3122" fmla="*/ 2140381 w 4840150"/>
              <a:gd name="connsiteY3122" fmla="*/ 697779 h 5724538"/>
              <a:gd name="connsiteX3123" fmla="*/ 2172548 w 4840150"/>
              <a:gd name="connsiteY3123" fmla="*/ 717574 h 5724538"/>
              <a:gd name="connsiteX3124" fmla="*/ 2172548 w 4840150"/>
              <a:gd name="connsiteY3124" fmla="*/ 742319 h 5724538"/>
              <a:gd name="connsiteX3125" fmla="*/ 2140381 w 4840150"/>
              <a:gd name="connsiteY3125" fmla="*/ 722522 h 5724538"/>
              <a:gd name="connsiteX3126" fmla="*/ 2140381 w 4840150"/>
              <a:gd name="connsiteY3126" fmla="*/ 697779 h 5724538"/>
              <a:gd name="connsiteX3127" fmla="*/ 1308973 w 4840150"/>
              <a:gd name="connsiteY3127" fmla="*/ 697763 h 5724538"/>
              <a:gd name="connsiteX3128" fmla="*/ 1360936 w 4840150"/>
              <a:gd name="connsiteY3128" fmla="*/ 729932 h 5724538"/>
              <a:gd name="connsiteX3129" fmla="*/ 1360936 w 4840150"/>
              <a:gd name="connsiteY3129" fmla="*/ 767048 h 5724538"/>
              <a:gd name="connsiteX3130" fmla="*/ 1308973 w 4840150"/>
              <a:gd name="connsiteY3130" fmla="*/ 737355 h 5724538"/>
              <a:gd name="connsiteX3131" fmla="*/ 1308973 w 4840150"/>
              <a:gd name="connsiteY3131" fmla="*/ 697763 h 5724538"/>
              <a:gd name="connsiteX3132" fmla="*/ 1066484 w 4840150"/>
              <a:gd name="connsiteY3132" fmla="*/ 697755 h 5724538"/>
              <a:gd name="connsiteX3133" fmla="*/ 1135768 w 4840150"/>
              <a:gd name="connsiteY3133" fmla="*/ 737346 h 5724538"/>
              <a:gd name="connsiteX3134" fmla="*/ 1120923 w 4840150"/>
              <a:gd name="connsiteY3134" fmla="*/ 789308 h 5724538"/>
              <a:gd name="connsiteX3135" fmla="*/ 1051638 w 4840150"/>
              <a:gd name="connsiteY3135" fmla="*/ 749718 h 5724538"/>
              <a:gd name="connsiteX3136" fmla="*/ 1066484 w 4840150"/>
              <a:gd name="connsiteY3136" fmla="*/ 697755 h 5724538"/>
              <a:gd name="connsiteX3137" fmla="*/ 2031506 w 4840150"/>
              <a:gd name="connsiteY3137" fmla="*/ 695304 h 5724538"/>
              <a:gd name="connsiteX3138" fmla="*/ 2063674 w 4840150"/>
              <a:gd name="connsiteY3138" fmla="*/ 715099 h 5724538"/>
              <a:gd name="connsiteX3139" fmla="*/ 2063674 w 4840150"/>
              <a:gd name="connsiteY3139" fmla="*/ 742319 h 5724538"/>
              <a:gd name="connsiteX3140" fmla="*/ 2031506 w 4840150"/>
              <a:gd name="connsiteY3140" fmla="*/ 720049 h 5724538"/>
              <a:gd name="connsiteX3141" fmla="*/ 2031506 w 4840150"/>
              <a:gd name="connsiteY3141" fmla="*/ 695304 h 5724538"/>
              <a:gd name="connsiteX3142" fmla="*/ 2660011 w 4840150"/>
              <a:gd name="connsiteY3142" fmla="*/ 690347 h 5724538"/>
              <a:gd name="connsiteX3143" fmla="*/ 2694653 w 4840150"/>
              <a:gd name="connsiteY3143" fmla="*/ 712616 h 5724538"/>
              <a:gd name="connsiteX3144" fmla="*/ 2694653 w 4840150"/>
              <a:gd name="connsiteY3144" fmla="*/ 742310 h 5724538"/>
              <a:gd name="connsiteX3145" fmla="*/ 2660011 w 4840150"/>
              <a:gd name="connsiteY3145" fmla="*/ 720040 h 5724538"/>
              <a:gd name="connsiteX3146" fmla="*/ 2660011 w 4840150"/>
              <a:gd name="connsiteY3146" fmla="*/ 690347 h 5724538"/>
              <a:gd name="connsiteX3147" fmla="*/ 665624 w 4840150"/>
              <a:gd name="connsiteY3147" fmla="*/ 677945 h 5724538"/>
              <a:gd name="connsiteX3148" fmla="*/ 697791 w 4840150"/>
              <a:gd name="connsiteY3148" fmla="*/ 697740 h 5724538"/>
              <a:gd name="connsiteX3149" fmla="*/ 703534 w 4840150"/>
              <a:gd name="connsiteY3149" fmla="*/ 703485 h 5724538"/>
              <a:gd name="connsiteX3150" fmla="*/ 697791 w 4840150"/>
              <a:gd name="connsiteY3150" fmla="*/ 720009 h 5724538"/>
              <a:gd name="connsiteX3151" fmla="*/ 665624 w 4840150"/>
              <a:gd name="connsiteY3151" fmla="*/ 700215 h 5724538"/>
              <a:gd name="connsiteX3152" fmla="*/ 664309 w 4840150"/>
              <a:gd name="connsiteY3152" fmla="*/ 698901 h 5724538"/>
              <a:gd name="connsiteX3153" fmla="*/ 665624 w 4840150"/>
              <a:gd name="connsiteY3153" fmla="*/ 677945 h 5724538"/>
              <a:gd name="connsiteX3154" fmla="*/ 2239358 w 4840150"/>
              <a:gd name="connsiteY3154" fmla="*/ 660661 h 5724538"/>
              <a:gd name="connsiteX3155" fmla="*/ 2293796 w 4840150"/>
              <a:gd name="connsiteY3155" fmla="*/ 697778 h 5724538"/>
              <a:gd name="connsiteX3156" fmla="*/ 2293796 w 4840150"/>
              <a:gd name="connsiteY3156" fmla="*/ 742318 h 5724538"/>
              <a:gd name="connsiteX3157" fmla="*/ 2239358 w 4840150"/>
              <a:gd name="connsiteY3157" fmla="*/ 707677 h 5724538"/>
              <a:gd name="connsiteX3158" fmla="*/ 2239358 w 4840150"/>
              <a:gd name="connsiteY3158" fmla="*/ 660661 h 5724538"/>
              <a:gd name="connsiteX3159" fmla="*/ 1660342 w 4840150"/>
              <a:gd name="connsiteY3159" fmla="*/ 658181 h 5724538"/>
              <a:gd name="connsiteX3160" fmla="*/ 1707356 w 4840150"/>
              <a:gd name="connsiteY3160" fmla="*/ 685399 h 5724538"/>
              <a:gd name="connsiteX3161" fmla="*/ 1707356 w 4840150"/>
              <a:gd name="connsiteY3161" fmla="*/ 722515 h 5724538"/>
              <a:gd name="connsiteX3162" fmla="*/ 1660342 w 4840150"/>
              <a:gd name="connsiteY3162" fmla="*/ 692823 h 5724538"/>
              <a:gd name="connsiteX3163" fmla="*/ 1660342 w 4840150"/>
              <a:gd name="connsiteY3163" fmla="*/ 658181 h 5724538"/>
              <a:gd name="connsiteX3164" fmla="*/ 920491 w 4840150"/>
              <a:gd name="connsiteY3164" fmla="*/ 650733 h 5724538"/>
              <a:gd name="connsiteX3165" fmla="*/ 947709 w 4840150"/>
              <a:gd name="connsiteY3165" fmla="*/ 668054 h 5724538"/>
              <a:gd name="connsiteX3166" fmla="*/ 947709 w 4840150"/>
              <a:gd name="connsiteY3166" fmla="*/ 687849 h 5724538"/>
              <a:gd name="connsiteX3167" fmla="*/ 920491 w 4840150"/>
              <a:gd name="connsiteY3167" fmla="*/ 670528 h 5724538"/>
              <a:gd name="connsiteX3168" fmla="*/ 920491 w 4840150"/>
              <a:gd name="connsiteY3168" fmla="*/ 650733 h 5724538"/>
              <a:gd name="connsiteX3169" fmla="*/ 2551136 w 4840150"/>
              <a:gd name="connsiteY3169" fmla="*/ 643331 h 5724538"/>
              <a:gd name="connsiteX3170" fmla="*/ 2583303 w 4840150"/>
              <a:gd name="connsiteY3170" fmla="*/ 665602 h 5724538"/>
              <a:gd name="connsiteX3171" fmla="*/ 2583303 w 4840150"/>
              <a:gd name="connsiteY3171" fmla="*/ 692821 h 5724538"/>
              <a:gd name="connsiteX3172" fmla="*/ 2551136 w 4840150"/>
              <a:gd name="connsiteY3172" fmla="*/ 670550 h 5724538"/>
              <a:gd name="connsiteX3173" fmla="*/ 2551136 w 4840150"/>
              <a:gd name="connsiteY3173" fmla="*/ 643331 h 5724538"/>
              <a:gd name="connsiteX3174" fmla="*/ 2754658 w 4840150"/>
              <a:gd name="connsiteY3174" fmla="*/ 640539 h 5724538"/>
              <a:gd name="connsiteX3175" fmla="*/ 2761462 w 4840150"/>
              <a:gd name="connsiteY3175" fmla="*/ 653222 h 5724538"/>
              <a:gd name="connsiteX3176" fmla="*/ 2761462 w 4840150"/>
              <a:gd name="connsiteY3176" fmla="*/ 668067 h 5724538"/>
              <a:gd name="connsiteX3177" fmla="*/ 2744142 w 4840150"/>
              <a:gd name="connsiteY3177" fmla="*/ 655696 h 5724538"/>
              <a:gd name="connsiteX3178" fmla="*/ 2744142 w 4840150"/>
              <a:gd name="connsiteY3178" fmla="*/ 640849 h 5724538"/>
              <a:gd name="connsiteX3179" fmla="*/ 2754658 w 4840150"/>
              <a:gd name="connsiteY3179" fmla="*/ 640539 h 5724538"/>
              <a:gd name="connsiteX3180" fmla="*/ 1776640 w 4840150"/>
              <a:gd name="connsiteY3180" fmla="*/ 630959 h 5724538"/>
              <a:gd name="connsiteX3181" fmla="*/ 1803859 w 4840150"/>
              <a:gd name="connsiteY3181" fmla="*/ 648280 h 5724538"/>
              <a:gd name="connsiteX3182" fmla="*/ 1803859 w 4840150"/>
              <a:gd name="connsiteY3182" fmla="*/ 668077 h 5724538"/>
              <a:gd name="connsiteX3183" fmla="*/ 1776640 w 4840150"/>
              <a:gd name="connsiteY3183" fmla="*/ 650756 h 5724538"/>
              <a:gd name="connsiteX3184" fmla="*/ 1776640 w 4840150"/>
              <a:gd name="connsiteY3184" fmla="*/ 630959 h 5724538"/>
              <a:gd name="connsiteX3185" fmla="*/ 2986636 w 4840150"/>
              <a:gd name="connsiteY3185" fmla="*/ 630935 h 5724538"/>
              <a:gd name="connsiteX3186" fmla="*/ 3003957 w 4840150"/>
              <a:gd name="connsiteY3186" fmla="*/ 630935 h 5724538"/>
              <a:gd name="connsiteX3187" fmla="*/ 3003957 w 4840150"/>
              <a:gd name="connsiteY3187" fmla="*/ 648256 h 5724538"/>
              <a:gd name="connsiteX3188" fmla="*/ 2986636 w 4840150"/>
              <a:gd name="connsiteY3188" fmla="*/ 645783 h 5724538"/>
              <a:gd name="connsiteX3189" fmla="*/ 2986636 w 4840150"/>
              <a:gd name="connsiteY3189" fmla="*/ 630935 h 5724538"/>
              <a:gd name="connsiteX3190" fmla="*/ 1405476 w 4840150"/>
              <a:gd name="connsiteY3190" fmla="*/ 611157 h 5724538"/>
              <a:gd name="connsiteX3191" fmla="*/ 1482183 w 4840150"/>
              <a:gd name="connsiteY3191" fmla="*/ 658171 h 5724538"/>
              <a:gd name="connsiteX3192" fmla="*/ 1467336 w 4840150"/>
              <a:gd name="connsiteY3192" fmla="*/ 715085 h 5724538"/>
              <a:gd name="connsiteX3193" fmla="*/ 1390629 w 4840150"/>
              <a:gd name="connsiteY3193" fmla="*/ 668070 h 5724538"/>
              <a:gd name="connsiteX3194" fmla="*/ 1405476 w 4840150"/>
              <a:gd name="connsiteY3194" fmla="*/ 611157 h 5724538"/>
              <a:gd name="connsiteX3195" fmla="*/ 1160514 w 4840150"/>
              <a:gd name="connsiteY3195" fmla="*/ 611149 h 5724538"/>
              <a:gd name="connsiteX3196" fmla="*/ 1227320 w 4840150"/>
              <a:gd name="connsiteY3196" fmla="*/ 650740 h 5724538"/>
              <a:gd name="connsiteX3197" fmla="*/ 1212476 w 4840150"/>
              <a:gd name="connsiteY3197" fmla="*/ 700230 h 5724538"/>
              <a:gd name="connsiteX3198" fmla="*/ 1145666 w 4840150"/>
              <a:gd name="connsiteY3198" fmla="*/ 660639 h 5724538"/>
              <a:gd name="connsiteX3199" fmla="*/ 1160514 w 4840150"/>
              <a:gd name="connsiteY3199" fmla="*/ 611149 h 5724538"/>
              <a:gd name="connsiteX3200" fmla="*/ 2439787 w 4840150"/>
              <a:gd name="connsiteY3200" fmla="*/ 608689 h 5724538"/>
              <a:gd name="connsiteX3201" fmla="*/ 2474429 w 4840150"/>
              <a:gd name="connsiteY3201" fmla="*/ 633434 h 5724538"/>
              <a:gd name="connsiteX3202" fmla="*/ 2474429 w 4840150"/>
              <a:gd name="connsiteY3202" fmla="*/ 663127 h 5724538"/>
              <a:gd name="connsiteX3203" fmla="*/ 2439787 w 4840150"/>
              <a:gd name="connsiteY3203" fmla="*/ 640857 h 5724538"/>
              <a:gd name="connsiteX3204" fmla="*/ 2439787 w 4840150"/>
              <a:gd name="connsiteY3204" fmla="*/ 608689 h 5724538"/>
              <a:gd name="connsiteX3205" fmla="*/ 1875617 w 4840150"/>
              <a:gd name="connsiteY3205" fmla="*/ 591368 h 5724538"/>
              <a:gd name="connsiteX3206" fmla="*/ 1917682 w 4840150"/>
              <a:gd name="connsiteY3206" fmla="*/ 618588 h 5724538"/>
              <a:gd name="connsiteX3207" fmla="*/ 1917682 w 4840150"/>
              <a:gd name="connsiteY3207" fmla="*/ 650756 h 5724538"/>
              <a:gd name="connsiteX3208" fmla="*/ 1875617 w 4840150"/>
              <a:gd name="connsiteY3208" fmla="*/ 623536 h 5724538"/>
              <a:gd name="connsiteX3209" fmla="*/ 1875617 w 4840150"/>
              <a:gd name="connsiteY3209" fmla="*/ 591368 h 5724538"/>
              <a:gd name="connsiteX3210" fmla="*/ 2647948 w 4840150"/>
              <a:gd name="connsiteY3210" fmla="*/ 588267 h 5724538"/>
              <a:gd name="connsiteX3211" fmla="*/ 2657536 w 4840150"/>
              <a:gd name="connsiteY3211" fmla="*/ 606206 h 5724538"/>
              <a:gd name="connsiteX3212" fmla="*/ 2657536 w 4840150"/>
              <a:gd name="connsiteY3212" fmla="*/ 628477 h 5724538"/>
              <a:gd name="connsiteX3213" fmla="*/ 2632792 w 4840150"/>
              <a:gd name="connsiteY3213" fmla="*/ 611157 h 5724538"/>
              <a:gd name="connsiteX3214" fmla="*/ 2632792 w 4840150"/>
              <a:gd name="connsiteY3214" fmla="*/ 588886 h 5724538"/>
              <a:gd name="connsiteX3215" fmla="*/ 2647948 w 4840150"/>
              <a:gd name="connsiteY3215" fmla="*/ 588267 h 5724538"/>
              <a:gd name="connsiteX3216" fmla="*/ 2007071 w 4840150"/>
              <a:gd name="connsiteY3216" fmla="*/ 580232 h 5724538"/>
              <a:gd name="connsiteX3217" fmla="*/ 2024082 w 4840150"/>
              <a:gd name="connsiteY3217" fmla="*/ 601265 h 5724538"/>
              <a:gd name="connsiteX3218" fmla="*/ 2024082 w 4840150"/>
              <a:gd name="connsiteY3218" fmla="*/ 628484 h 5724538"/>
              <a:gd name="connsiteX3219" fmla="*/ 1991915 w 4840150"/>
              <a:gd name="connsiteY3219" fmla="*/ 606215 h 5724538"/>
              <a:gd name="connsiteX3220" fmla="*/ 1991915 w 4840150"/>
              <a:gd name="connsiteY3220" fmla="*/ 581469 h 5724538"/>
              <a:gd name="connsiteX3221" fmla="*/ 2007071 w 4840150"/>
              <a:gd name="connsiteY3221" fmla="*/ 580232 h 5724538"/>
              <a:gd name="connsiteX3222" fmla="*/ 2226986 w 4840150"/>
              <a:gd name="connsiteY3222" fmla="*/ 578995 h 5724538"/>
              <a:gd name="connsiteX3223" fmla="*/ 2246781 w 4840150"/>
              <a:gd name="connsiteY3223" fmla="*/ 598791 h 5724538"/>
              <a:gd name="connsiteX3224" fmla="*/ 2246781 w 4840150"/>
              <a:gd name="connsiteY3224" fmla="*/ 623536 h 5724538"/>
              <a:gd name="connsiteX3225" fmla="*/ 2226986 w 4840150"/>
              <a:gd name="connsiteY3225" fmla="*/ 603740 h 5724538"/>
              <a:gd name="connsiteX3226" fmla="*/ 2226986 w 4840150"/>
              <a:gd name="connsiteY3226" fmla="*/ 578995 h 5724538"/>
              <a:gd name="connsiteX3227" fmla="*/ 2313591 w 4840150"/>
              <a:gd name="connsiteY3227" fmla="*/ 574046 h 5724538"/>
              <a:gd name="connsiteX3228" fmla="*/ 2370503 w 4840150"/>
              <a:gd name="connsiteY3228" fmla="*/ 611163 h 5724538"/>
              <a:gd name="connsiteX3229" fmla="*/ 2370503 w 4840150"/>
              <a:gd name="connsiteY3229" fmla="*/ 658179 h 5724538"/>
              <a:gd name="connsiteX3230" fmla="*/ 2313591 w 4840150"/>
              <a:gd name="connsiteY3230" fmla="*/ 618588 h 5724538"/>
              <a:gd name="connsiteX3231" fmla="*/ 2313591 w 4840150"/>
              <a:gd name="connsiteY3231" fmla="*/ 574046 h 5724538"/>
              <a:gd name="connsiteX3232" fmla="*/ 2103265 w 4840150"/>
              <a:gd name="connsiteY3232" fmla="*/ 574046 h 5724538"/>
              <a:gd name="connsiteX3233" fmla="*/ 2135433 w 4840150"/>
              <a:gd name="connsiteY3233" fmla="*/ 596316 h 5724538"/>
              <a:gd name="connsiteX3234" fmla="*/ 2135433 w 4840150"/>
              <a:gd name="connsiteY3234" fmla="*/ 621061 h 5724538"/>
              <a:gd name="connsiteX3235" fmla="*/ 2103265 w 4840150"/>
              <a:gd name="connsiteY3235" fmla="*/ 601265 h 5724538"/>
              <a:gd name="connsiteX3236" fmla="*/ 2103265 w 4840150"/>
              <a:gd name="connsiteY3236" fmla="*/ 574046 h 5724538"/>
              <a:gd name="connsiteX3237" fmla="*/ 754702 w 4840150"/>
              <a:gd name="connsiteY3237" fmla="*/ 574019 h 5724538"/>
              <a:gd name="connsiteX3238" fmla="*/ 784396 w 4840150"/>
              <a:gd name="connsiteY3238" fmla="*/ 591340 h 5724538"/>
              <a:gd name="connsiteX3239" fmla="*/ 784396 w 4840150"/>
              <a:gd name="connsiteY3239" fmla="*/ 613609 h 5724538"/>
              <a:gd name="connsiteX3240" fmla="*/ 754702 w 4840150"/>
              <a:gd name="connsiteY3240" fmla="*/ 596288 h 5724538"/>
              <a:gd name="connsiteX3241" fmla="*/ 754702 w 4840150"/>
              <a:gd name="connsiteY3241" fmla="*/ 574019 h 5724538"/>
              <a:gd name="connsiteX3242" fmla="*/ 1509402 w 4840150"/>
              <a:gd name="connsiteY3242" fmla="*/ 569090 h 5724538"/>
              <a:gd name="connsiteX3243" fmla="*/ 1561365 w 4840150"/>
              <a:gd name="connsiteY3243" fmla="*/ 601259 h 5724538"/>
              <a:gd name="connsiteX3244" fmla="*/ 1561365 w 4840150"/>
              <a:gd name="connsiteY3244" fmla="*/ 643325 h 5724538"/>
              <a:gd name="connsiteX3245" fmla="*/ 1509402 w 4840150"/>
              <a:gd name="connsiteY3245" fmla="*/ 608682 h 5724538"/>
              <a:gd name="connsiteX3246" fmla="*/ 1509402 w 4840150"/>
              <a:gd name="connsiteY3246" fmla="*/ 569090 h 5724538"/>
              <a:gd name="connsiteX3247" fmla="*/ 2882710 w 4840150"/>
              <a:gd name="connsiteY3247" fmla="*/ 569075 h 5724538"/>
              <a:gd name="connsiteX3248" fmla="*/ 2902505 w 4840150"/>
              <a:gd name="connsiteY3248" fmla="*/ 569075 h 5724538"/>
              <a:gd name="connsiteX3249" fmla="*/ 2902505 w 4840150"/>
              <a:gd name="connsiteY3249" fmla="*/ 586396 h 5724538"/>
              <a:gd name="connsiteX3250" fmla="*/ 2882710 w 4840150"/>
              <a:gd name="connsiteY3250" fmla="*/ 586396 h 5724538"/>
              <a:gd name="connsiteX3251" fmla="*/ 2882710 w 4840150"/>
              <a:gd name="connsiteY3251" fmla="*/ 569075 h 5724538"/>
              <a:gd name="connsiteX3252" fmla="*/ 1014520 w 4840150"/>
              <a:gd name="connsiteY3252" fmla="*/ 561652 h 5724538"/>
              <a:gd name="connsiteX3253" fmla="*/ 1039265 w 4840150"/>
              <a:gd name="connsiteY3253" fmla="*/ 578973 h 5724538"/>
              <a:gd name="connsiteX3254" fmla="*/ 1039265 w 4840150"/>
              <a:gd name="connsiteY3254" fmla="*/ 596295 h 5724538"/>
              <a:gd name="connsiteX3255" fmla="*/ 1014520 w 4840150"/>
              <a:gd name="connsiteY3255" fmla="*/ 581447 h 5724538"/>
              <a:gd name="connsiteX3256" fmla="*/ 1014520 w 4840150"/>
              <a:gd name="connsiteY3256" fmla="*/ 561652 h 5724538"/>
              <a:gd name="connsiteX3257" fmla="*/ 1254540 w 4840150"/>
              <a:gd name="connsiteY3257" fmla="*/ 549287 h 5724538"/>
              <a:gd name="connsiteX3258" fmla="*/ 1304024 w 4840150"/>
              <a:gd name="connsiteY3258" fmla="*/ 578980 h 5724538"/>
              <a:gd name="connsiteX3259" fmla="*/ 1304024 w 4840150"/>
              <a:gd name="connsiteY3259" fmla="*/ 616099 h 5724538"/>
              <a:gd name="connsiteX3260" fmla="*/ 1242171 w 4840150"/>
              <a:gd name="connsiteY3260" fmla="*/ 586404 h 5724538"/>
              <a:gd name="connsiteX3261" fmla="*/ 1254540 w 4840150"/>
              <a:gd name="connsiteY3261" fmla="*/ 549287 h 5724538"/>
              <a:gd name="connsiteX3262" fmla="*/ 2518969 w 4840150"/>
              <a:gd name="connsiteY3262" fmla="*/ 546820 h 5724538"/>
              <a:gd name="connsiteX3263" fmla="*/ 2548662 w 4840150"/>
              <a:gd name="connsiteY3263" fmla="*/ 566614 h 5724538"/>
              <a:gd name="connsiteX3264" fmla="*/ 2548662 w 4840150"/>
              <a:gd name="connsiteY3264" fmla="*/ 591360 h 5724538"/>
              <a:gd name="connsiteX3265" fmla="*/ 2518969 w 4840150"/>
              <a:gd name="connsiteY3265" fmla="*/ 571563 h 5724538"/>
              <a:gd name="connsiteX3266" fmla="*/ 2518969 w 4840150"/>
              <a:gd name="connsiteY3266" fmla="*/ 546820 h 5724538"/>
              <a:gd name="connsiteX3267" fmla="*/ 1620751 w 4840150"/>
              <a:gd name="connsiteY3267" fmla="*/ 534448 h 5724538"/>
              <a:gd name="connsiteX3268" fmla="*/ 1657867 w 4840150"/>
              <a:gd name="connsiteY3268" fmla="*/ 559193 h 5724538"/>
              <a:gd name="connsiteX3269" fmla="*/ 1657867 w 4840150"/>
              <a:gd name="connsiteY3269" fmla="*/ 586411 h 5724538"/>
              <a:gd name="connsiteX3270" fmla="*/ 1620751 w 4840150"/>
              <a:gd name="connsiteY3270" fmla="*/ 564142 h 5724538"/>
              <a:gd name="connsiteX3271" fmla="*/ 1620751 w 4840150"/>
              <a:gd name="connsiteY3271" fmla="*/ 534448 h 5724538"/>
              <a:gd name="connsiteX3272" fmla="*/ 2407619 w 4840150"/>
              <a:gd name="connsiteY3272" fmla="*/ 514653 h 5724538"/>
              <a:gd name="connsiteX3273" fmla="*/ 2437312 w 4840150"/>
              <a:gd name="connsiteY3273" fmla="*/ 534447 h 5724538"/>
              <a:gd name="connsiteX3274" fmla="*/ 2437312 w 4840150"/>
              <a:gd name="connsiteY3274" fmla="*/ 559193 h 5724538"/>
              <a:gd name="connsiteX3275" fmla="*/ 2407619 w 4840150"/>
              <a:gd name="connsiteY3275" fmla="*/ 539397 h 5724538"/>
              <a:gd name="connsiteX3276" fmla="*/ 2407619 w 4840150"/>
              <a:gd name="connsiteY3276" fmla="*/ 514653 h 5724538"/>
              <a:gd name="connsiteX3277" fmla="*/ 2187395 w 4840150"/>
              <a:gd name="connsiteY3277" fmla="*/ 497331 h 5724538"/>
              <a:gd name="connsiteX3278" fmla="*/ 2207190 w 4840150"/>
              <a:gd name="connsiteY3278" fmla="*/ 497331 h 5724538"/>
              <a:gd name="connsiteX3279" fmla="*/ 2207190 w 4840150"/>
              <a:gd name="connsiteY3279" fmla="*/ 509704 h 5724538"/>
              <a:gd name="connsiteX3280" fmla="*/ 2187395 w 4840150"/>
              <a:gd name="connsiteY3280" fmla="*/ 512179 h 5724538"/>
              <a:gd name="connsiteX3281" fmla="*/ 2187395 w 4840150"/>
              <a:gd name="connsiteY3281" fmla="*/ 497331 h 5724538"/>
              <a:gd name="connsiteX3282" fmla="*/ 1848398 w 4840150"/>
              <a:gd name="connsiteY3282" fmla="*/ 494858 h 5724538"/>
              <a:gd name="connsiteX3283" fmla="*/ 1875617 w 4840150"/>
              <a:gd name="connsiteY3283" fmla="*/ 502281 h 5724538"/>
              <a:gd name="connsiteX3284" fmla="*/ 1875617 w 4840150"/>
              <a:gd name="connsiteY3284" fmla="*/ 527024 h 5724538"/>
              <a:gd name="connsiteX3285" fmla="*/ 1848398 w 4840150"/>
              <a:gd name="connsiteY3285" fmla="*/ 519602 h 5724538"/>
              <a:gd name="connsiteX3286" fmla="*/ 1848398 w 4840150"/>
              <a:gd name="connsiteY3286" fmla="*/ 494858 h 5724538"/>
              <a:gd name="connsiteX3287" fmla="*/ 2298744 w 4840150"/>
              <a:gd name="connsiteY3287" fmla="*/ 494856 h 5724538"/>
              <a:gd name="connsiteX3288" fmla="*/ 2325963 w 4840150"/>
              <a:gd name="connsiteY3288" fmla="*/ 512178 h 5724538"/>
              <a:gd name="connsiteX3289" fmla="*/ 2325963 w 4840150"/>
              <a:gd name="connsiteY3289" fmla="*/ 536921 h 5724538"/>
              <a:gd name="connsiteX3290" fmla="*/ 2298744 w 4840150"/>
              <a:gd name="connsiteY3290" fmla="*/ 519601 h 5724538"/>
              <a:gd name="connsiteX3291" fmla="*/ 2298744 w 4840150"/>
              <a:gd name="connsiteY3291" fmla="*/ 494856 h 5724538"/>
              <a:gd name="connsiteX3292" fmla="*/ 1732100 w 4840150"/>
              <a:gd name="connsiteY3292" fmla="*/ 494856 h 5724538"/>
              <a:gd name="connsiteX3293" fmla="*/ 1771691 w 4840150"/>
              <a:gd name="connsiteY3293" fmla="*/ 524550 h 5724538"/>
              <a:gd name="connsiteX3294" fmla="*/ 1771691 w 4840150"/>
              <a:gd name="connsiteY3294" fmla="*/ 561667 h 5724538"/>
              <a:gd name="connsiteX3295" fmla="*/ 1732100 w 4840150"/>
              <a:gd name="connsiteY3295" fmla="*/ 531973 h 5724538"/>
              <a:gd name="connsiteX3296" fmla="*/ 1732100 w 4840150"/>
              <a:gd name="connsiteY3296" fmla="*/ 494856 h 5724538"/>
              <a:gd name="connsiteX3297" fmla="*/ 1348564 w 4840150"/>
              <a:gd name="connsiteY3297" fmla="*/ 480003 h 5724538"/>
              <a:gd name="connsiteX3298" fmla="*/ 1410424 w 4840150"/>
              <a:gd name="connsiteY3298" fmla="*/ 517120 h 5724538"/>
              <a:gd name="connsiteX3299" fmla="*/ 1410424 w 4840150"/>
              <a:gd name="connsiteY3299" fmla="*/ 564134 h 5724538"/>
              <a:gd name="connsiteX3300" fmla="*/ 1348564 w 4840150"/>
              <a:gd name="connsiteY3300" fmla="*/ 524544 h 5724538"/>
              <a:gd name="connsiteX3301" fmla="*/ 1348564 w 4840150"/>
              <a:gd name="connsiteY3301" fmla="*/ 480003 h 5724538"/>
              <a:gd name="connsiteX3302" fmla="*/ 2073571 w 4840150"/>
              <a:gd name="connsiteY3302" fmla="*/ 472587 h 5724538"/>
              <a:gd name="connsiteX3303" fmla="*/ 2095841 w 4840150"/>
              <a:gd name="connsiteY3303" fmla="*/ 489907 h 5724538"/>
              <a:gd name="connsiteX3304" fmla="*/ 2095841 w 4840150"/>
              <a:gd name="connsiteY3304" fmla="*/ 507229 h 5724538"/>
              <a:gd name="connsiteX3305" fmla="*/ 2073571 w 4840150"/>
              <a:gd name="connsiteY3305" fmla="*/ 492382 h 5724538"/>
              <a:gd name="connsiteX3306" fmla="*/ 2073571 w 4840150"/>
              <a:gd name="connsiteY3306" fmla="*/ 472587 h 5724538"/>
              <a:gd name="connsiteX3307" fmla="*/ 1106073 w 4840150"/>
              <a:gd name="connsiteY3307" fmla="*/ 467624 h 5724538"/>
              <a:gd name="connsiteX3308" fmla="*/ 1160510 w 4840150"/>
              <a:gd name="connsiteY3308" fmla="*/ 499792 h 5724538"/>
              <a:gd name="connsiteX3309" fmla="*/ 1148141 w 4840150"/>
              <a:gd name="connsiteY3309" fmla="*/ 536908 h 5724538"/>
              <a:gd name="connsiteX3310" fmla="*/ 1106073 w 4840150"/>
              <a:gd name="connsiteY3310" fmla="*/ 504740 h 5724538"/>
              <a:gd name="connsiteX3311" fmla="*/ 1106073 w 4840150"/>
              <a:gd name="connsiteY3311" fmla="*/ 467624 h 5724538"/>
              <a:gd name="connsiteX3312" fmla="*/ 1949850 w 4840150"/>
              <a:gd name="connsiteY3312" fmla="*/ 462689 h 5724538"/>
              <a:gd name="connsiteX3313" fmla="*/ 1991915 w 4840150"/>
              <a:gd name="connsiteY3313" fmla="*/ 489907 h 5724538"/>
              <a:gd name="connsiteX3314" fmla="*/ 1991915 w 4840150"/>
              <a:gd name="connsiteY3314" fmla="*/ 522075 h 5724538"/>
              <a:gd name="connsiteX3315" fmla="*/ 1949850 w 4840150"/>
              <a:gd name="connsiteY3315" fmla="*/ 494857 h 5724538"/>
              <a:gd name="connsiteX3316" fmla="*/ 1949850 w 4840150"/>
              <a:gd name="connsiteY3316" fmla="*/ 462689 h 5724538"/>
              <a:gd name="connsiteX3317" fmla="*/ 2674858 w 4840150"/>
              <a:gd name="connsiteY3317" fmla="*/ 462674 h 5724538"/>
              <a:gd name="connsiteX3318" fmla="*/ 2689704 w 4840150"/>
              <a:gd name="connsiteY3318" fmla="*/ 475046 h 5724538"/>
              <a:gd name="connsiteX3319" fmla="*/ 2674858 w 4840150"/>
              <a:gd name="connsiteY3319" fmla="*/ 475046 h 5724538"/>
              <a:gd name="connsiteX3320" fmla="*/ 2674858 w 4840150"/>
              <a:gd name="connsiteY3320" fmla="*/ 462674 h 5724538"/>
              <a:gd name="connsiteX3321" fmla="*/ 1459913 w 4840150"/>
              <a:gd name="connsiteY3321" fmla="*/ 437938 h 5724538"/>
              <a:gd name="connsiteX3322" fmla="*/ 1511876 w 4840150"/>
              <a:gd name="connsiteY3322" fmla="*/ 470106 h 5724538"/>
              <a:gd name="connsiteX3323" fmla="*/ 1511876 w 4840150"/>
              <a:gd name="connsiteY3323" fmla="*/ 507223 h 5724538"/>
              <a:gd name="connsiteX3324" fmla="*/ 1459913 w 4840150"/>
              <a:gd name="connsiteY3324" fmla="*/ 475054 h 5724538"/>
              <a:gd name="connsiteX3325" fmla="*/ 1459913 w 4840150"/>
              <a:gd name="connsiteY3325" fmla="*/ 437938 h 5724538"/>
              <a:gd name="connsiteX3326" fmla="*/ 2266577 w 4840150"/>
              <a:gd name="connsiteY3326" fmla="*/ 413192 h 5724538"/>
              <a:gd name="connsiteX3327" fmla="*/ 2283898 w 4840150"/>
              <a:gd name="connsiteY3327" fmla="*/ 413192 h 5724538"/>
              <a:gd name="connsiteX3328" fmla="*/ 2283898 w 4840150"/>
              <a:gd name="connsiteY3328" fmla="*/ 425566 h 5724538"/>
              <a:gd name="connsiteX3329" fmla="*/ 2266577 w 4840150"/>
              <a:gd name="connsiteY3329" fmla="*/ 413192 h 5724538"/>
              <a:gd name="connsiteX3330" fmla="*/ 1202577 w 4840150"/>
              <a:gd name="connsiteY3330" fmla="*/ 405763 h 5724538"/>
              <a:gd name="connsiteX3331" fmla="*/ 1271856 w 4840150"/>
              <a:gd name="connsiteY3331" fmla="*/ 445355 h 5724538"/>
              <a:gd name="connsiteX3332" fmla="*/ 1257015 w 4840150"/>
              <a:gd name="connsiteY3332" fmla="*/ 494842 h 5724538"/>
              <a:gd name="connsiteX3333" fmla="*/ 1190203 w 4840150"/>
              <a:gd name="connsiteY3333" fmla="*/ 452777 h 5724538"/>
              <a:gd name="connsiteX3334" fmla="*/ 1202577 w 4840150"/>
              <a:gd name="connsiteY3334" fmla="*/ 405763 h 5724538"/>
              <a:gd name="connsiteX3335" fmla="*/ 1571262 w 4840150"/>
              <a:gd name="connsiteY3335" fmla="*/ 400820 h 5724538"/>
              <a:gd name="connsiteX3336" fmla="*/ 1620751 w 4840150"/>
              <a:gd name="connsiteY3336" fmla="*/ 430514 h 5724538"/>
              <a:gd name="connsiteX3337" fmla="*/ 1620751 w 4840150"/>
              <a:gd name="connsiteY3337" fmla="*/ 467631 h 5724538"/>
              <a:gd name="connsiteX3338" fmla="*/ 1571262 w 4840150"/>
              <a:gd name="connsiteY3338" fmla="*/ 435463 h 5724538"/>
              <a:gd name="connsiteX3339" fmla="*/ 1571262 w 4840150"/>
              <a:gd name="connsiteY3339" fmla="*/ 400820 h 5724538"/>
              <a:gd name="connsiteX3340" fmla="*/ 935337 w 4840150"/>
              <a:gd name="connsiteY3340" fmla="*/ 385961 h 5724538"/>
              <a:gd name="connsiteX3341" fmla="*/ 989775 w 4840150"/>
              <a:gd name="connsiteY3341" fmla="*/ 418129 h 5724538"/>
              <a:gd name="connsiteX3342" fmla="*/ 989775 w 4840150"/>
              <a:gd name="connsiteY3342" fmla="*/ 457720 h 5724538"/>
              <a:gd name="connsiteX3343" fmla="*/ 920491 w 4840150"/>
              <a:gd name="connsiteY3343" fmla="*/ 423077 h 5724538"/>
              <a:gd name="connsiteX3344" fmla="*/ 935337 w 4840150"/>
              <a:gd name="connsiteY3344" fmla="*/ 385961 h 5724538"/>
              <a:gd name="connsiteX3345" fmla="*/ 1680137 w 4840150"/>
              <a:gd name="connsiteY3345" fmla="*/ 371128 h 5724538"/>
              <a:gd name="connsiteX3346" fmla="*/ 1732100 w 4840150"/>
              <a:gd name="connsiteY3346" fmla="*/ 403294 h 5724538"/>
              <a:gd name="connsiteX3347" fmla="*/ 1732100 w 4840150"/>
              <a:gd name="connsiteY3347" fmla="*/ 442886 h 5724538"/>
              <a:gd name="connsiteX3348" fmla="*/ 1680137 w 4840150"/>
              <a:gd name="connsiteY3348" fmla="*/ 408243 h 5724538"/>
              <a:gd name="connsiteX3349" fmla="*/ 1680137 w 4840150"/>
              <a:gd name="connsiteY3349" fmla="*/ 371128 h 5724538"/>
              <a:gd name="connsiteX3350" fmla="*/ 2051611 w 4840150"/>
              <a:gd name="connsiteY3350" fmla="*/ 370818 h 5724538"/>
              <a:gd name="connsiteX3351" fmla="*/ 2058725 w 4840150"/>
              <a:gd name="connsiteY3351" fmla="*/ 383498 h 5724538"/>
              <a:gd name="connsiteX3352" fmla="*/ 2058725 w 4840150"/>
              <a:gd name="connsiteY3352" fmla="*/ 398344 h 5724538"/>
              <a:gd name="connsiteX3353" fmla="*/ 2038929 w 4840150"/>
              <a:gd name="connsiteY3353" fmla="*/ 385972 h 5724538"/>
              <a:gd name="connsiteX3354" fmla="*/ 2038929 w 4840150"/>
              <a:gd name="connsiteY3354" fmla="*/ 371128 h 5724538"/>
              <a:gd name="connsiteX3355" fmla="*/ 2051611 w 4840150"/>
              <a:gd name="connsiteY3355" fmla="*/ 370818 h 5724538"/>
              <a:gd name="connsiteX3356" fmla="*/ 1925106 w 4840150"/>
              <a:gd name="connsiteY3356" fmla="*/ 368654 h 5724538"/>
              <a:gd name="connsiteX3357" fmla="*/ 1944901 w 4840150"/>
              <a:gd name="connsiteY3357" fmla="*/ 381024 h 5724538"/>
              <a:gd name="connsiteX3358" fmla="*/ 1944901 w 4840150"/>
              <a:gd name="connsiteY3358" fmla="*/ 395872 h 5724538"/>
              <a:gd name="connsiteX3359" fmla="*/ 1925106 w 4840150"/>
              <a:gd name="connsiteY3359" fmla="*/ 383500 h 5724538"/>
              <a:gd name="connsiteX3360" fmla="*/ 1925106 w 4840150"/>
              <a:gd name="connsiteY3360" fmla="*/ 368654 h 5724538"/>
              <a:gd name="connsiteX3361" fmla="*/ 2459582 w 4840150"/>
              <a:gd name="connsiteY3361" fmla="*/ 363698 h 5724538"/>
              <a:gd name="connsiteX3362" fmla="*/ 2474429 w 4840150"/>
              <a:gd name="connsiteY3362" fmla="*/ 376068 h 5724538"/>
              <a:gd name="connsiteX3363" fmla="*/ 2474429 w 4840150"/>
              <a:gd name="connsiteY3363" fmla="*/ 388441 h 5724538"/>
              <a:gd name="connsiteX3364" fmla="*/ 2459582 w 4840150"/>
              <a:gd name="connsiteY3364" fmla="*/ 376068 h 5724538"/>
              <a:gd name="connsiteX3365" fmla="*/ 2459582 w 4840150"/>
              <a:gd name="connsiteY3365" fmla="*/ 363698 h 5724538"/>
              <a:gd name="connsiteX3366" fmla="*/ 1313921 w 4840150"/>
              <a:gd name="connsiteY3366" fmla="*/ 358750 h 5724538"/>
              <a:gd name="connsiteX3367" fmla="*/ 1353512 w 4840150"/>
              <a:gd name="connsiteY3367" fmla="*/ 381019 h 5724538"/>
              <a:gd name="connsiteX3368" fmla="*/ 1353512 w 4840150"/>
              <a:gd name="connsiteY3368" fmla="*/ 410712 h 5724538"/>
              <a:gd name="connsiteX3369" fmla="*/ 1313921 w 4840150"/>
              <a:gd name="connsiteY3369" fmla="*/ 385967 h 5724538"/>
              <a:gd name="connsiteX3370" fmla="*/ 1313921 w 4840150"/>
              <a:gd name="connsiteY3370" fmla="*/ 358750 h 5724538"/>
              <a:gd name="connsiteX3371" fmla="*/ 1793961 w 4840150"/>
              <a:gd name="connsiteY3371" fmla="*/ 353807 h 5724538"/>
              <a:gd name="connsiteX3372" fmla="*/ 1843450 w 4840150"/>
              <a:gd name="connsiteY3372" fmla="*/ 385972 h 5724538"/>
              <a:gd name="connsiteX3373" fmla="*/ 1843450 w 4840150"/>
              <a:gd name="connsiteY3373" fmla="*/ 425564 h 5724538"/>
              <a:gd name="connsiteX3374" fmla="*/ 1793961 w 4840150"/>
              <a:gd name="connsiteY3374" fmla="*/ 390922 h 5724538"/>
              <a:gd name="connsiteX3375" fmla="*/ 1793961 w 4840150"/>
              <a:gd name="connsiteY3375" fmla="*/ 353807 h 5724538"/>
              <a:gd name="connsiteX3376" fmla="*/ 791818 w 4840150"/>
              <a:gd name="connsiteY3376" fmla="*/ 336469 h 5724538"/>
              <a:gd name="connsiteX3377" fmla="*/ 811613 w 4840150"/>
              <a:gd name="connsiteY3377" fmla="*/ 336469 h 5724538"/>
              <a:gd name="connsiteX3378" fmla="*/ 811613 w 4840150"/>
              <a:gd name="connsiteY3378" fmla="*/ 351316 h 5724538"/>
              <a:gd name="connsiteX3379" fmla="*/ 791818 w 4840150"/>
              <a:gd name="connsiteY3379" fmla="*/ 348841 h 5724538"/>
              <a:gd name="connsiteX3380" fmla="*/ 791818 w 4840150"/>
              <a:gd name="connsiteY3380" fmla="*/ 336469 h 5724538"/>
              <a:gd name="connsiteX3381" fmla="*/ 1435169 w 4840150"/>
              <a:gd name="connsiteY3381" fmla="*/ 321632 h 5724538"/>
              <a:gd name="connsiteX3382" fmla="*/ 1457439 w 4840150"/>
              <a:gd name="connsiteY3382" fmla="*/ 341427 h 5724538"/>
              <a:gd name="connsiteX3383" fmla="*/ 1457439 w 4840150"/>
              <a:gd name="connsiteY3383" fmla="*/ 361224 h 5724538"/>
              <a:gd name="connsiteX3384" fmla="*/ 1435169 w 4840150"/>
              <a:gd name="connsiteY3384" fmla="*/ 343903 h 5724538"/>
              <a:gd name="connsiteX3385" fmla="*/ 1435169 w 4840150"/>
              <a:gd name="connsiteY3385" fmla="*/ 321632 h 5724538"/>
              <a:gd name="connsiteX3386" fmla="*/ 1536620 w 4840150"/>
              <a:gd name="connsiteY3386" fmla="*/ 282041 h 5724538"/>
              <a:gd name="connsiteX3387" fmla="*/ 1576211 w 4840150"/>
              <a:gd name="connsiteY3387" fmla="*/ 309260 h 5724538"/>
              <a:gd name="connsiteX3388" fmla="*/ 1576211 w 4840150"/>
              <a:gd name="connsiteY3388" fmla="*/ 338953 h 5724538"/>
              <a:gd name="connsiteX3389" fmla="*/ 1536620 w 4840150"/>
              <a:gd name="connsiteY3389" fmla="*/ 311734 h 5724538"/>
              <a:gd name="connsiteX3390" fmla="*/ 1536620 w 4840150"/>
              <a:gd name="connsiteY3390" fmla="*/ 282041 h 5724538"/>
              <a:gd name="connsiteX3391" fmla="*/ 2108214 w 4840150"/>
              <a:gd name="connsiteY3391" fmla="*/ 267195 h 5724538"/>
              <a:gd name="connsiteX3392" fmla="*/ 2142856 w 4840150"/>
              <a:gd name="connsiteY3392" fmla="*/ 289465 h 5724538"/>
              <a:gd name="connsiteX3393" fmla="*/ 2142856 w 4840150"/>
              <a:gd name="connsiteY3393" fmla="*/ 316683 h 5724538"/>
              <a:gd name="connsiteX3394" fmla="*/ 2108214 w 4840150"/>
              <a:gd name="connsiteY3394" fmla="*/ 294413 h 5724538"/>
              <a:gd name="connsiteX3395" fmla="*/ 2108214 w 4840150"/>
              <a:gd name="connsiteY3395" fmla="*/ 267195 h 5724538"/>
              <a:gd name="connsiteX3396" fmla="*/ 1153085 w 4840150"/>
              <a:gd name="connsiteY3396" fmla="*/ 267189 h 5724538"/>
              <a:gd name="connsiteX3397" fmla="*/ 1197626 w 4840150"/>
              <a:gd name="connsiteY3397" fmla="*/ 294408 h 5724538"/>
              <a:gd name="connsiteX3398" fmla="*/ 1197626 w 4840150"/>
              <a:gd name="connsiteY3398" fmla="*/ 324102 h 5724538"/>
              <a:gd name="connsiteX3399" fmla="*/ 1153085 w 4840150"/>
              <a:gd name="connsiteY3399" fmla="*/ 296883 h 5724538"/>
              <a:gd name="connsiteX3400" fmla="*/ 1153085 w 4840150"/>
              <a:gd name="connsiteY3400" fmla="*/ 267189 h 5724538"/>
              <a:gd name="connsiteX3401" fmla="*/ 1996864 w 4840150"/>
              <a:gd name="connsiteY3401" fmla="*/ 247398 h 5724538"/>
              <a:gd name="connsiteX3402" fmla="*/ 2033981 w 4840150"/>
              <a:gd name="connsiteY3402" fmla="*/ 277091 h 5724538"/>
              <a:gd name="connsiteX3403" fmla="*/ 2033981 w 4840150"/>
              <a:gd name="connsiteY3403" fmla="*/ 309260 h 5724538"/>
              <a:gd name="connsiteX3404" fmla="*/ 1979543 w 4840150"/>
              <a:gd name="connsiteY3404" fmla="*/ 279566 h 5724538"/>
              <a:gd name="connsiteX3405" fmla="*/ 1996864 w 4840150"/>
              <a:gd name="connsiteY3405" fmla="*/ 247398 h 5724538"/>
              <a:gd name="connsiteX3406" fmla="*/ 1880565 w 4840150"/>
              <a:gd name="connsiteY3406" fmla="*/ 247398 h 5724538"/>
              <a:gd name="connsiteX3407" fmla="*/ 1917682 w 4840150"/>
              <a:gd name="connsiteY3407" fmla="*/ 272142 h 5724538"/>
              <a:gd name="connsiteX3408" fmla="*/ 1917682 w 4840150"/>
              <a:gd name="connsiteY3408" fmla="*/ 304311 h 5724538"/>
              <a:gd name="connsiteX3409" fmla="*/ 1880565 w 4840150"/>
              <a:gd name="connsiteY3409" fmla="*/ 279566 h 5724538"/>
              <a:gd name="connsiteX3410" fmla="*/ 1880565 w 4840150"/>
              <a:gd name="connsiteY3410" fmla="*/ 247398 h 5724538"/>
              <a:gd name="connsiteX3411" fmla="*/ 1774165 w 4840150"/>
              <a:gd name="connsiteY3411" fmla="*/ 247398 h 5724538"/>
              <a:gd name="connsiteX3412" fmla="*/ 1796435 w 4840150"/>
              <a:gd name="connsiteY3412" fmla="*/ 274617 h 5724538"/>
              <a:gd name="connsiteX3413" fmla="*/ 1796435 w 4840150"/>
              <a:gd name="connsiteY3413" fmla="*/ 296888 h 5724538"/>
              <a:gd name="connsiteX3414" fmla="*/ 1774165 w 4840150"/>
              <a:gd name="connsiteY3414" fmla="*/ 269669 h 5724538"/>
              <a:gd name="connsiteX3415" fmla="*/ 1774165 w 4840150"/>
              <a:gd name="connsiteY3415" fmla="*/ 247398 h 5724538"/>
              <a:gd name="connsiteX3416" fmla="*/ 1650444 w 4840150"/>
              <a:gd name="connsiteY3416" fmla="*/ 247398 h 5724538"/>
              <a:gd name="connsiteX3417" fmla="*/ 1692510 w 4840150"/>
              <a:gd name="connsiteY3417" fmla="*/ 286990 h 5724538"/>
              <a:gd name="connsiteX3418" fmla="*/ 1692510 w 4840150"/>
              <a:gd name="connsiteY3418" fmla="*/ 324106 h 5724538"/>
              <a:gd name="connsiteX3419" fmla="*/ 1650444 w 4840150"/>
              <a:gd name="connsiteY3419" fmla="*/ 284514 h 5724538"/>
              <a:gd name="connsiteX3420" fmla="*/ 1650444 w 4840150"/>
              <a:gd name="connsiteY3420" fmla="*/ 247398 h 5724538"/>
              <a:gd name="connsiteX3421" fmla="*/ 890795 w 4840150"/>
              <a:gd name="connsiteY3421" fmla="*/ 232543 h 5724538"/>
              <a:gd name="connsiteX3422" fmla="*/ 942758 w 4840150"/>
              <a:gd name="connsiteY3422" fmla="*/ 264711 h 5724538"/>
              <a:gd name="connsiteX3423" fmla="*/ 930386 w 4840150"/>
              <a:gd name="connsiteY3423" fmla="*/ 301827 h 5724538"/>
              <a:gd name="connsiteX3424" fmla="*/ 875949 w 4840150"/>
              <a:gd name="connsiteY3424" fmla="*/ 269659 h 5724538"/>
              <a:gd name="connsiteX3425" fmla="*/ 890795 w 4840150"/>
              <a:gd name="connsiteY3425" fmla="*/ 232543 h 5724538"/>
              <a:gd name="connsiteX3426" fmla="*/ 2311117 w 4840150"/>
              <a:gd name="connsiteY3426" fmla="*/ 227597 h 5724538"/>
              <a:gd name="connsiteX3427" fmla="*/ 2330912 w 4840150"/>
              <a:gd name="connsiteY3427" fmla="*/ 242445 h 5724538"/>
              <a:gd name="connsiteX3428" fmla="*/ 2330912 w 4840150"/>
              <a:gd name="connsiteY3428" fmla="*/ 259765 h 5724538"/>
              <a:gd name="connsiteX3429" fmla="*/ 2311117 w 4840150"/>
              <a:gd name="connsiteY3429" fmla="*/ 244918 h 5724538"/>
              <a:gd name="connsiteX3430" fmla="*/ 2311117 w 4840150"/>
              <a:gd name="connsiteY3430" fmla="*/ 227597 h 5724538"/>
              <a:gd name="connsiteX3431" fmla="*/ 1271856 w 4840150"/>
              <a:gd name="connsiteY3431" fmla="*/ 220174 h 5724538"/>
              <a:gd name="connsiteX3432" fmla="*/ 1306498 w 4840150"/>
              <a:gd name="connsiteY3432" fmla="*/ 247395 h 5724538"/>
              <a:gd name="connsiteX3433" fmla="*/ 1306498 w 4840150"/>
              <a:gd name="connsiteY3433" fmla="*/ 277087 h 5724538"/>
              <a:gd name="connsiteX3434" fmla="*/ 1264433 w 4840150"/>
              <a:gd name="connsiteY3434" fmla="*/ 247395 h 5724538"/>
              <a:gd name="connsiteX3435" fmla="*/ 1271856 w 4840150"/>
              <a:gd name="connsiteY3435" fmla="*/ 220174 h 5724538"/>
              <a:gd name="connsiteX3436" fmla="*/ 1388154 w 4840150"/>
              <a:gd name="connsiteY3436" fmla="*/ 195430 h 5724538"/>
              <a:gd name="connsiteX3437" fmla="*/ 1412898 w 4840150"/>
              <a:gd name="connsiteY3437" fmla="*/ 212751 h 5724538"/>
              <a:gd name="connsiteX3438" fmla="*/ 1412898 w 4840150"/>
              <a:gd name="connsiteY3438" fmla="*/ 230071 h 5724538"/>
              <a:gd name="connsiteX3439" fmla="*/ 1388154 w 4840150"/>
              <a:gd name="connsiteY3439" fmla="*/ 215225 h 5724538"/>
              <a:gd name="connsiteX3440" fmla="*/ 1388154 w 4840150"/>
              <a:gd name="connsiteY3440" fmla="*/ 195430 h 5724538"/>
              <a:gd name="connsiteX3441" fmla="*/ 1615802 w 4840150"/>
              <a:gd name="connsiteY3441" fmla="*/ 140993 h 5724538"/>
              <a:gd name="connsiteX3442" fmla="*/ 1650444 w 4840150"/>
              <a:gd name="connsiteY3442" fmla="*/ 170686 h 5724538"/>
              <a:gd name="connsiteX3443" fmla="*/ 1650444 w 4840150"/>
              <a:gd name="connsiteY3443" fmla="*/ 202853 h 5724538"/>
              <a:gd name="connsiteX3444" fmla="*/ 1615802 w 4840150"/>
              <a:gd name="connsiteY3444" fmla="*/ 173160 h 5724538"/>
              <a:gd name="connsiteX3445" fmla="*/ 1615802 w 4840150"/>
              <a:gd name="connsiteY3445" fmla="*/ 140993 h 5724538"/>
              <a:gd name="connsiteX3446" fmla="*/ 1118442 w 4840150"/>
              <a:gd name="connsiteY3446" fmla="*/ 136040 h 5724538"/>
              <a:gd name="connsiteX3447" fmla="*/ 1143187 w 4840150"/>
              <a:gd name="connsiteY3447" fmla="*/ 155835 h 5724538"/>
              <a:gd name="connsiteX3448" fmla="*/ 1143187 w 4840150"/>
              <a:gd name="connsiteY3448" fmla="*/ 178105 h 5724538"/>
              <a:gd name="connsiteX3449" fmla="*/ 1118442 w 4840150"/>
              <a:gd name="connsiteY3449" fmla="*/ 158310 h 5724538"/>
              <a:gd name="connsiteX3450" fmla="*/ 1118442 w 4840150"/>
              <a:gd name="connsiteY3450" fmla="*/ 136040 h 5724538"/>
              <a:gd name="connsiteX3451" fmla="*/ 1732100 w 4840150"/>
              <a:gd name="connsiteY3451" fmla="*/ 123671 h 5724538"/>
              <a:gd name="connsiteX3452" fmla="*/ 1771691 w 4840150"/>
              <a:gd name="connsiteY3452" fmla="*/ 163263 h 5724538"/>
              <a:gd name="connsiteX3453" fmla="*/ 1771691 w 4840150"/>
              <a:gd name="connsiteY3453" fmla="*/ 205327 h 5724538"/>
              <a:gd name="connsiteX3454" fmla="*/ 1732100 w 4840150"/>
              <a:gd name="connsiteY3454" fmla="*/ 165736 h 5724538"/>
              <a:gd name="connsiteX3455" fmla="*/ 1732100 w 4840150"/>
              <a:gd name="connsiteY3455" fmla="*/ 123671 h 5724538"/>
              <a:gd name="connsiteX3456" fmla="*/ 1237215 w 4840150"/>
              <a:gd name="connsiteY3456" fmla="*/ 96449 h 5724538"/>
              <a:gd name="connsiteX3457" fmla="*/ 1259484 w 4840150"/>
              <a:gd name="connsiteY3457" fmla="*/ 116244 h 5724538"/>
              <a:gd name="connsiteX3458" fmla="*/ 1259484 w 4840150"/>
              <a:gd name="connsiteY3458" fmla="*/ 138514 h 5724538"/>
              <a:gd name="connsiteX3459" fmla="*/ 1237215 w 4840150"/>
              <a:gd name="connsiteY3459" fmla="*/ 118719 h 5724538"/>
              <a:gd name="connsiteX3460" fmla="*/ 1237215 w 4840150"/>
              <a:gd name="connsiteY3460" fmla="*/ 96449 h 5724538"/>
              <a:gd name="connsiteX3461" fmla="*/ 1935003 w 4840150"/>
              <a:gd name="connsiteY3461" fmla="*/ 71704 h 5724538"/>
              <a:gd name="connsiteX3462" fmla="*/ 1952324 w 4840150"/>
              <a:gd name="connsiteY3462" fmla="*/ 71704 h 5724538"/>
              <a:gd name="connsiteX3463" fmla="*/ 1952324 w 4840150"/>
              <a:gd name="connsiteY3463" fmla="*/ 84076 h 5724538"/>
              <a:gd name="connsiteX3464" fmla="*/ 1935003 w 4840150"/>
              <a:gd name="connsiteY3464" fmla="*/ 71704 h 5724538"/>
              <a:gd name="connsiteX3465" fmla="*/ 1576211 w 4840150"/>
              <a:gd name="connsiteY3465" fmla="*/ 27165 h 5724538"/>
              <a:gd name="connsiteX3466" fmla="*/ 1613327 w 4840150"/>
              <a:gd name="connsiteY3466" fmla="*/ 56858 h 5724538"/>
              <a:gd name="connsiteX3467" fmla="*/ 1613327 w 4840150"/>
              <a:gd name="connsiteY3467" fmla="*/ 89026 h 5724538"/>
              <a:gd name="connsiteX3468" fmla="*/ 1576211 w 4840150"/>
              <a:gd name="connsiteY3468" fmla="*/ 56858 h 5724538"/>
              <a:gd name="connsiteX3469" fmla="*/ 1576211 w 4840150"/>
              <a:gd name="connsiteY3469" fmla="*/ 27165 h 5724538"/>
              <a:gd name="connsiteX3470" fmla="*/ 1687560 w 4840150"/>
              <a:gd name="connsiteY3470" fmla="*/ 14792 h 5724538"/>
              <a:gd name="connsiteX3471" fmla="*/ 1732100 w 4840150"/>
              <a:gd name="connsiteY3471" fmla="*/ 54383 h 5724538"/>
              <a:gd name="connsiteX3472" fmla="*/ 1732100 w 4840150"/>
              <a:gd name="connsiteY3472" fmla="*/ 93975 h 5724538"/>
              <a:gd name="connsiteX3473" fmla="*/ 1687560 w 4840150"/>
              <a:gd name="connsiteY3473" fmla="*/ 54383 h 5724538"/>
              <a:gd name="connsiteX3474" fmla="*/ 1687560 w 4840150"/>
              <a:gd name="connsiteY3474" fmla="*/ 14792 h 5724538"/>
              <a:gd name="connsiteX3475" fmla="*/ 1071437 w 4840150"/>
              <a:gd name="connsiteY3475" fmla="*/ 0 h 5724538"/>
              <a:gd name="connsiteX3476" fmla="*/ 1098657 w 4840150"/>
              <a:gd name="connsiteY3476" fmla="*/ 22269 h 5724538"/>
              <a:gd name="connsiteX3477" fmla="*/ 1098657 w 4840150"/>
              <a:gd name="connsiteY3477" fmla="*/ 44540 h 5724538"/>
              <a:gd name="connsiteX3478" fmla="*/ 1071437 w 4840150"/>
              <a:gd name="connsiteY3478" fmla="*/ 22269 h 5724538"/>
              <a:gd name="connsiteX3479" fmla="*/ 1071437 w 4840150"/>
              <a:gd name="connsiteY3479" fmla="*/ 0 h 572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</a:cxnLst>
            <a:rect l="l" t="t" r="r" b="b"/>
            <a:pathLst>
              <a:path w="4840150" h="5724538">
                <a:moveTo>
                  <a:pt x="3384262" y="5663454"/>
                </a:moveTo>
                <a:cubicBezTo>
                  <a:pt x="3388564" y="5664528"/>
                  <a:pt x="3392455" y="5667243"/>
                  <a:pt x="3394917" y="5671338"/>
                </a:cubicBezTo>
                <a:cubicBezTo>
                  <a:pt x="3402390" y="5685245"/>
                  <a:pt x="3402390" y="5701972"/>
                  <a:pt x="3394917" y="5715878"/>
                </a:cubicBezTo>
                <a:cubicBezTo>
                  <a:pt x="3387494" y="5728250"/>
                  <a:pt x="3375122" y="5725776"/>
                  <a:pt x="3365224" y="5718353"/>
                </a:cubicBezTo>
                <a:cubicBezTo>
                  <a:pt x="3357727" y="5703580"/>
                  <a:pt x="3357727" y="5686111"/>
                  <a:pt x="3365224" y="5671338"/>
                </a:cubicBezTo>
                <a:cubicBezTo>
                  <a:pt x="3366684" y="5668913"/>
                  <a:pt x="3368713" y="5666884"/>
                  <a:pt x="3371138" y="5665424"/>
                </a:cubicBezTo>
                <a:cubicBezTo>
                  <a:pt x="3375246" y="5662950"/>
                  <a:pt x="3379959" y="5662381"/>
                  <a:pt x="3384262" y="5663454"/>
                </a:cubicBezTo>
                <a:close/>
                <a:moveTo>
                  <a:pt x="2738436" y="5604067"/>
                </a:moveTo>
                <a:cubicBezTo>
                  <a:pt x="2742738" y="5605141"/>
                  <a:pt x="2746629" y="5607856"/>
                  <a:pt x="2749091" y="5611951"/>
                </a:cubicBezTo>
                <a:cubicBezTo>
                  <a:pt x="2757801" y="5624620"/>
                  <a:pt x="2757801" y="5641347"/>
                  <a:pt x="2749091" y="5654017"/>
                </a:cubicBezTo>
                <a:cubicBezTo>
                  <a:pt x="2747829" y="5656639"/>
                  <a:pt x="2745924" y="5658867"/>
                  <a:pt x="2743548" y="5660574"/>
                </a:cubicBezTo>
                <a:cubicBezTo>
                  <a:pt x="2735754" y="5666116"/>
                  <a:pt x="2724940" y="5664286"/>
                  <a:pt x="2719398" y="5656491"/>
                </a:cubicBezTo>
                <a:cubicBezTo>
                  <a:pt x="2711925" y="5642585"/>
                  <a:pt x="2711925" y="5625858"/>
                  <a:pt x="2719398" y="5611951"/>
                </a:cubicBezTo>
                <a:cubicBezTo>
                  <a:pt x="2720858" y="5609526"/>
                  <a:pt x="2722887" y="5607497"/>
                  <a:pt x="2725311" y="5606037"/>
                </a:cubicBezTo>
                <a:cubicBezTo>
                  <a:pt x="2729419" y="5603563"/>
                  <a:pt x="2734133" y="5602994"/>
                  <a:pt x="2738436" y="5604067"/>
                </a:cubicBezTo>
                <a:close/>
                <a:moveTo>
                  <a:pt x="2564746" y="5542050"/>
                </a:moveTo>
                <a:cubicBezTo>
                  <a:pt x="2572170" y="5542050"/>
                  <a:pt x="2578356" y="5546380"/>
                  <a:pt x="2578356" y="5555040"/>
                </a:cubicBezTo>
                <a:cubicBezTo>
                  <a:pt x="2588352" y="5570010"/>
                  <a:pt x="2588352" y="5589558"/>
                  <a:pt x="2578356" y="5604528"/>
                </a:cubicBezTo>
                <a:cubicBezTo>
                  <a:pt x="2577366" y="5605741"/>
                  <a:pt x="2576252" y="5606855"/>
                  <a:pt x="2575040" y="5607844"/>
                </a:cubicBezTo>
                <a:cubicBezTo>
                  <a:pt x="2565464" y="5615589"/>
                  <a:pt x="2551434" y="5614104"/>
                  <a:pt x="2543713" y="5604528"/>
                </a:cubicBezTo>
                <a:cubicBezTo>
                  <a:pt x="2533717" y="5589558"/>
                  <a:pt x="2533717" y="5570010"/>
                  <a:pt x="2543713" y="5555040"/>
                </a:cubicBezTo>
                <a:cubicBezTo>
                  <a:pt x="2548662" y="5546380"/>
                  <a:pt x="2557323" y="5542050"/>
                  <a:pt x="2564746" y="5542050"/>
                </a:cubicBezTo>
                <a:close/>
                <a:moveTo>
                  <a:pt x="3403578" y="5460084"/>
                </a:moveTo>
                <a:cubicBezTo>
                  <a:pt x="3412238" y="5460394"/>
                  <a:pt x="3419661" y="5465961"/>
                  <a:pt x="3419661" y="5475858"/>
                </a:cubicBezTo>
                <a:cubicBezTo>
                  <a:pt x="3430673" y="5495901"/>
                  <a:pt x="3430673" y="5520150"/>
                  <a:pt x="3419661" y="5540193"/>
                </a:cubicBezTo>
                <a:cubicBezTo>
                  <a:pt x="3407290" y="5555040"/>
                  <a:pt x="3389968" y="5555040"/>
                  <a:pt x="3380071" y="5540193"/>
                </a:cubicBezTo>
                <a:cubicBezTo>
                  <a:pt x="3367451" y="5520596"/>
                  <a:pt x="3367451" y="5495456"/>
                  <a:pt x="3380071" y="5475858"/>
                </a:cubicBezTo>
                <a:cubicBezTo>
                  <a:pt x="3385020" y="5464724"/>
                  <a:pt x="3394917" y="5459775"/>
                  <a:pt x="3403578" y="5460084"/>
                </a:cubicBezTo>
                <a:close/>
                <a:moveTo>
                  <a:pt x="2951685" y="5427916"/>
                </a:moveTo>
                <a:cubicBezTo>
                  <a:pt x="2961273" y="5428225"/>
                  <a:pt x="2969315" y="5433793"/>
                  <a:pt x="2969315" y="5443690"/>
                </a:cubicBezTo>
                <a:cubicBezTo>
                  <a:pt x="2980202" y="5467519"/>
                  <a:pt x="2974165" y="5495678"/>
                  <a:pt x="2954468" y="5512974"/>
                </a:cubicBezTo>
                <a:cubicBezTo>
                  <a:pt x="2942096" y="5530295"/>
                  <a:pt x="2922301" y="5527821"/>
                  <a:pt x="2924775" y="5510500"/>
                </a:cubicBezTo>
                <a:cubicBezTo>
                  <a:pt x="2911067" y="5490333"/>
                  <a:pt x="2911067" y="5463856"/>
                  <a:pt x="2924775" y="5443690"/>
                </a:cubicBezTo>
                <a:cubicBezTo>
                  <a:pt x="2930961" y="5432555"/>
                  <a:pt x="2942096" y="5427607"/>
                  <a:pt x="2951685" y="5427916"/>
                </a:cubicBezTo>
                <a:close/>
                <a:moveTo>
                  <a:pt x="4119925" y="5406574"/>
                </a:moveTo>
                <a:cubicBezTo>
                  <a:pt x="4132297" y="5406574"/>
                  <a:pt x="4132297" y="5406574"/>
                  <a:pt x="4132297" y="5406574"/>
                </a:cubicBezTo>
                <a:cubicBezTo>
                  <a:pt x="4135835" y="5412710"/>
                  <a:pt x="4135835" y="5420233"/>
                  <a:pt x="4132297" y="5426369"/>
                </a:cubicBezTo>
                <a:cubicBezTo>
                  <a:pt x="4129823" y="5443690"/>
                  <a:pt x="4119925" y="5428844"/>
                  <a:pt x="4119925" y="5428844"/>
                </a:cubicBezTo>
                <a:cubicBezTo>
                  <a:pt x="4116386" y="5421841"/>
                  <a:pt x="4116386" y="5413576"/>
                  <a:pt x="4119925" y="5406574"/>
                </a:cubicBezTo>
                <a:close/>
                <a:moveTo>
                  <a:pt x="3672053" y="5401934"/>
                </a:moveTo>
                <a:cubicBezTo>
                  <a:pt x="3680713" y="5402244"/>
                  <a:pt x="3689374" y="5409048"/>
                  <a:pt x="3696797" y="5421420"/>
                </a:cubicBezTo>
                <a:cubicBezTo>
                  <a:pt x="3710505" y="5445150"/>
                  <a:pt x="3710505" y="5474398"/>
                  <a:pt x="3696797" y="5498127"/>
                </a:cubicBezTo>
                <a:cubicBezTo>
                  <a:pt x="3684425" y="5520397"/>
                  <a:pt x="3662155" y="5515449"/>
                  <a:pt x="3647308" y="5500602"/>
                </a:cubicBezTo>
                <a:cubicBezTo>
                  <a:pt x="3634936" y="5475660"/>
                  <a:pt x="3634936" y="5446362"/>
                  <a:pt x="3647308" y="5421420"/>
                </a:cubicBezTo>
                <a:cubicBezTo>
                  <a:pt x="3654732" y="5407811"/>
                  <a:pt x="3663392" y="5401625"/>
                  <a:pt x="3672053" y="5401934"/>
                </a:cubicBezTo>
                <a:close/>
                <a:moveTo>
                  <a:pt x="2767826" y="5401718"/>
                </a:moveTo>
                <a:cubicBezTo>
                  <a:pt x="2774757" y="5402399"/>
                  <a:pt x="2781432" y="5405721"/>
                  <a:pt x="2786208" y="5411523"/>
                </a:cubicBezTo>
                <a:cubicBezTo>
                  <a:pt x="2797516" y="5428819"/>
                  <a:pt x="2797516" y="5451139"/>
                  <a:pt x="2786208" y="5468435"/>
                </a:cubicBezTo>
                <a:cubicBezTo>
                  <a:pt x="2773835" y="5483282"/>
                  <a:pt x="2756514" y="5483282"/>
                  <a:pt x="2744142" y="5470910"/>
                </a:cubicBezTo>
                <a:cubicBezTo>
                  <a:pt x="2733007" y="5452673"/>
                  <a:pt x="2733007" y="5429760"/>
                  <a:pt x="2744142" y="5411523"/>
                </a:cubicBezTo>
                <a:cubicBezTo>
                  <a:pt x="2745280" y="5410162"/>
                  <a:pt x="2746518" y="5408900"/>
                  <a:pt x="2747903" y="5407762"/>
                </a:cubicBezTo>
                <a:cubicBezTo>
                  <a:pt x="2753706" y="5402999"/>
                  <a:pt x="2760894" y="5401038"/>
                  <a:pt x="2767826" y="5401718"/>
                </a:cubicBezTo>
                <a:close/>
                <a:moveTo>
                  <a:pt x="2601358" y="5339529"/>
                </a:moveTo>
                <a:cubicBezTo>
                  <a:pt x="2608098" y="5341298"/>
                  <a:pt x="2614160" y="5345641"/>
                  <a:pt x="2617946" y="5352136"/>
                </a:cubicBezTo>
                <a:cubicBezTo>
                  <a:pt x="2630417" y="5372649"/>
                  <a:pt x="2630417" y="5398433"/>
                  <a:pt x="2617946" y="5418946"/>
                </a:cubicBezTo>
                <a:cubicBezTo>
                  <a:pt x="2615348" y="5422905"/>
                  <a:pt x="2611785" y="5426122"/>
                  <a:pt x="2607578" y="5428299"/>
                </a:cubicBezTo>
                <a:cubicBezTo>
                  <a:pt x="2594191" y="5435129"/>
                  <a:pt x="2577786" y="5429858"/>
                  <a:pt x="2570932" y="5416471"/>
                </a:cubicBezTo>
                <a:cubicBezTo>
                  <a:pt x="2558312" y="5396874"/>
                  <a:pt x="2558312" y="5371734"/>
                  <a:pt x="2570932" y="5352136"/>
                </a:cubicBezTo>
                <a:cubicBezTo>
                  <a:pt x="2573307" y="5348078"/>
                  <a:pt x="2576672" y="5344713"/>
                  <a:pt x="2580706" y="5342362"/>
                </a:cubicBezTo>
                <a:cubicBezTo>
                  <a:pt x="2587202" y="5338564"/>
                  <a:pt x="2594619" y="5337760"/>
                  <a:pt x="2601358" y="5339529"/>
                </a:cubicBezTo>
                <a:close/>
                <a:moveTo>
                  <a:pt x="3263772" y="5319969"/>
                </a:moveTo>
                <a:cubicBezTo>
                  <a:pt x="3276144" y="5319969"/>
                  <a:pt x="3276144" y="5319969"/>
                  <a:pt x="3276144" y="5319969"/>
                </a:cubicBezTo>
                <a:cubicBezTo>
                  <a:pt x="3278470" y="5325512"/>
                  <a:pt x="3278470" y="5331747"/>
                  <a:pt x="3276144" y="5337290"/>
                </a:cubicBezTo>
                <a:cubicBezTo>
                  <a:pt x="3271195" y="5342239"/>
                  <a:pt x="3263772" y="5342239"/>
                  <a:pt x="3263772" y="5337290"/>
                </a:cubicBezTo>
                <a:cubicBezTo>
                  <a:pt x="3263772" y="5332341"/>
                  <a:pt x="3251400" y="5319969"/>
                  <a:pt x="3263772" y="5319969"/>
                </a:cubicBezTo>
                <a:close/>
                <a:moveTo>
                  <a:pt x="3404814" y="5310071"/>
                </a:moveTo>
                <a:cubicBezTo>
                  <a:pt x="3409763" y="5310071"/>
                  <a:pt x="3422135" y="5310071"/>
                  <a:pt x="3422135" y="5310071"/>
                </a:cubicBezTo>
                <a:cubicBezTo>
                  <a:pt x="3426985" y="5319375"/>
                  <a:pt x="3426985" y="5330461"/>
                  <a:pt x="3422135" y="5339764"/>
                </a:cubicBezTo>
                <a:cubicBezTo>
                  <a:pt x="3419661" y="5344713"/>
                  <a:pt x="3404814" y="5337290"/>
                  <a:pt x="3404814" y="5337290"/>
                </a:cubicBezTo>
                <a:cubicBezTo>
                  <a:pt x="3399965" y="5328877"/>
                  <a:pt x="3399965" y="5318484"/>
                  <a:pt x="3404814" y="5310071"/>
                </a:cubicBezTo>
                <a:close/>
                <a:moveTo>
                  <a:pt x="4015999" y="5290276"/>
                </a:moveTo>
                <a:cubicBezTo>
                  <a:pt x="4028371" y="5290276"/>
                  <a:pt x="4028371" y="5290276"/>
                  <a:pt x="4028371" y="5290276"/>
                </a:cubicBezTo>
                <a:cubicBezTo>
                  <a:pt x="4030821" y="5297502"/>
                  <a:pt x="4030821" y="5305321"/>
                  <a:pt x="4028371" y="5312546"/>
                </a:cubicBezTo>
                <a:cubicBezTo>
                  <a:pt x="4025897" y="5317495"/>
                  <a:pt x="4015999" y="5315020"/>
                  <a:pt x="4015999" y="5310071"/>
                </a:cubicBezTo>
                <a:cubicBezTo>
                  <a:pt x="4015999" y="5305123"/>
                  <a:pt x="4003627" y="5290276"/>
                  <a:pt x="4015999" y="5290276"/>
                </a:cubicBezTo>
                <a:close/>
                <a:moveTo>
                  <a:pt x="3553899" y="5281925"/>
                </a:moveTo>
                <a:cubicBezTo>
                  <a:pt x="3558848" y="5282234"/>
                  <a:pt x="3563178" y="5285327"/>
                  <a:pt x="3563178" y="5290276"/>
                </a:cubicBezTo>
                <a:cubicBezTo>
                  <a:pt x="3563178" y="5300174"/>
                  <a:pt x="3563178" y="5324918"/>
                  <a:pt x="3563178" y="5324918"/>
                </a:cubicBezTo>
                <a:cubicBezTo>
                  <a:pt x="3558229" y="5334815"/>
                  <a:pt x="3540908" y="5327392"/>
                  <a:pt x="3540908" y="5327392"/>
                </a:cubicBezTo>
                <a:cubicBezTo>
                  <a:pt x="3533732" y="5316059"/>
                  <a:pt x="3533732" y="5301609"/>
                  <a:pt x="3540908" y="5290276"/>
                </a:cubicBezTo>
                <a:cubicBezTo>
                  <a:pt x="3543383" y="5284090"/>
                  <a:pt x="3548950" y="5281616"/>
                  <a:pt x="3553899" y="5281925"/>
                </a:cubicBezTo>
                <a:close/>
                <a:moveTo>
                  <a:pt x="3124567" y="5279268"/>
                </a:moveTo>
                <a:cubicBezTo>
                  <a:pt x="3129992" y="5281003"/>
                  <a:pt x="3134755" y="5284808"/>
                  <a:pt x="3137576" y="5290276"/>
                </a:cubicBezTo>
                <a:cubicBezTo>
                  <a:pt x="3147696" y="5308785"/>
                  <a:pt x="3147696" y="5331154"/>
                  <a:pt x="3137576" y="5349663"/>
                </a:cubicBezTo>
                <a:cubicBezTo>
                  <a:pt x="3125204" y="5364509"/>
                  <a:pt x="3107883" y="5362035"/>
                  <a:pt x="3097985" y="5349663"/>
                </a:cubicBezTo>
                <a:cubicBezTo>
                  <a:pt x="3086850" y="5331426"/>
                  <a:pt x="3086850" y="5308513"/>
                  <a:pt x="3097985" y="5290276"/>
                </a:cubicBezTo>
                <a:cubicBezTo>
                  <a:pt x="3100113" y="5286169"/>
                  <a:pt x="3103454" y="5282803"/>
                  <a:pt x="3107586" y="5280675"/>
                </a:cubicBezTo>
                <a:cubicBezTo>
                  <a:pt x="3113055" y="5277867"/>
                  <a:pt x="3119142" y="5277533"/>
                  <a:pt x="3124567" y="5279268"/>
                </a:cubicBezTo>
                <a:close/>
                <a:moveTo>
                  <a:pt x="2958180" y="5242025"/>
                </a:moveTo>
                <a:cubicBezTo>
                  <a:pt x="2967459" y="5242643"/>
                  <a:pt x="2976739" y="5249448"/>
                  <a:pt x="2984162" y="5260582"/>
                </a:cubicBezTo>
                <a:cubicBezTo>
                  <a:pt x="2998093" y="5282481"/>
                  <a:pt x="2998093" y="5310442"/>
                  <a:pt x="2984162" y="5332341"/>
                </a:cubicBezTo>
                <a:cubicBezTo>
                  <a:pt x="2969315" y="5352136"/>
                  <a:pt x="2947045" y="5347188"/>
                  <a:pt x="2932199" y="5334815"/>
                </a:cubicBezTo>
                <a:cubicBezTo>
                  <a:pt x="2918416" y="5312001"/>
                  <a:pt x="2918416" y="5283397"/>
                  <a:pt x="2932199" y="5260582"/>
                </a:cubicBezTo>
                <a:cubicBezTo>
                  <a:pt x="2939622" y="5246973"/>
                  <a:pt x="2948901" y="5241406"/>
                  <a:pt x="2958180" y="5242025"/>
                </a:cubicBezTo>
                <a:close/>
                <a:moveTo>
                  <a:pt x="3687209" y="5222230"/>
                </a:moveTo>
                <a:cubicBezTo>
                  <a:pt x="3695560" y="5222848"/>
                  <a:pt x="3704220" y="5229653"/>
                  <a:pt x="3711643" y="5240787"/>
                </a:cubicBezTo>
                <a:cubicBezTo>
                  <a:pt x="3725352" y="5264517"/>
                  <a:pt x="3725352" y="5293765"/>
                  <a:pt x="3711643" y="5317495"/>
                </a:cubicBezTo>
                <a:cubicBezTo>
                  <a:pt x="3694323" y="5337290"/>
                  <a:pt x="3672053" y="5332341"/>
                  <a:pt x="3664629" y="5317495"/>
                </a:cubicBezTo>
                <a:cubicBezTo>
                  <a:pt x="3650921" y="5293765"/>
                  <a:pt x="3650921" y="5264517"/>
                  <a:pt x="3664629" y="5240787"/>
                </a:cubicBezTo>
                <a:cubicBezTo>
                  <a:pt x="3670815" y="5227178"/>
                  <a:pt x="3678857" y="5221611"/>
                  <a:pt x="3687209" y="5222230"/>
                </a:cubicBezTo>
                <a:close/>
                <a:moveTo>
                  <a:pt x="2801573" y="5218966"/>
                </a:moveTo>
                <a:cubicBezTo>
                  <a:pt x="2806441" y="5220367"/>
                  <a:pt x="2810778" y="5223627"/>
                  <a:pt x="2813425" y="5228415"/>
                </a:cubicBezTo>
                <a:cubicBezTo>
                  <a:pt x="2823422" y="5243386"/>
                  <a:pt x="2823422" y="5262934"/>
                  <a:pt x="2813425" y="5277904"/>
                </a:cubicBezTo>
                <a:cubicBezTo>
                  <a:pt x="2812436" y="5279117"/>
                  <a:pt x="2811322" y="5280230"/>
                  <a:pt x="2810110" y="5281220"/>
                </a:cubicBezTo>
                <a:cubicBezTo>
                  <a:pt x="2800534" y="5288965"/>
                  <a:pt x="2786504" y="5287480"/>
                  <a:pt x="2778783" y="5277904"/>
                </a:cubicBezTo>
                <a:cubicBezTo>
                  <a:pt x="2769950" y="5262588"/>
                  <a:pt x="2769950" y="5243732"/>
                  <a:pt x="2778783" y="5228415"/>
                </a:cubicBezTo>
                <a:cubicBezTo>
                  <a:pt x="2780590" y="5225149"/>
                  <a:pt x="2783262" y="5222477"/>
                  <a:pt x="2786528" y="5220671"/>
                </a:cubicBezTo>
                <a:cubicBezTo>
                  <a:pt x="2791304" y="5218023"/>
                  <a:pt x="2796705" y="5217565"/>
                  <a:pt x="2801573" y="5218966"/>
                </a:cubicBezTo>
                <a:close/>
                <a:moveTo>
                  <a:pt x="4119499" y="5204831"/>
                </a:moveTo>
                <a:cubicBezTo>
                  <a:pt x="4127502" y="5202743"/>
                  <a:pt x="4137245" y="5211094"/>
                  <a:pt x="4137245" y="5211094"/>
                </a:cubicBezTo>
                <a:cubicBezTo>
                  <a:pt x="4144298" y="5225100"/>
                  <a:pt x="4144298" y="5241629"/>
                  <a:pt x="4137245" y="5255634"/>
                </a:cubicBezTo>
                <a:cubicBezTo>
                  <a:pt x="4129822" y="5265532"/>
                  <a:pt x="4117450" y="5263058"/>
                  <a:pt x="4112501" y="5253160"/>
                </a:cubicBezTo>
                <a:cubicBezTo>
                  <a:pt x="4106241" y="5239848"/>
                  <a:pt x="4106241" y="5224407"/>
                  <a:pt x="4112501" y="5211094"/>
                </a:cubicBezTo>
                <a:cubicBezTo>
                  <a:pt x="4114357" y="5207383"/>
                  <a:pt x="4116831" y="5205527"/>
                  <a:pt x="4119499" y="5204831"/>
                </a:cubicBezTo>
                <a:close/>
                <a:moveTo>
                  <a:pt x="3807218" y="5199031"/>
                </a:moveTo>
                <a:cubicBezTo>
                  <a:pt x="3814332" y="5199340"/>
                  <a:pt x="3820518" y="5203671"/>
                  <a:pt x="3820518" y="5211094"/>
                </a:cubicBezTo>
                <a:cubicBezTo>
                  <a:pt x="3828882" y="5227400"/>
                  <a:pt x="3828882" y="5246750"/>
                  <a:pt x="3820518" y="5263057"/>
                </a:cubicBezTo>
                <a:cubicBezTo>
                  <a:pt x="3813095" y="5275429"/>
                  <a:pt x="3798248" y="5272954"/>
                  <a:pt x="3788351" y="5260582"/>
                </a:cubicBezTo>
                <a:cubicBezTo>
                  <a:pt x="3779987" y="5245142"/>
                  <a:pt x="3779987" y="5226534"/>
                  <a:pt x="3788351" y="5211094"/>
                </a:cubicBezTo>
                <a:cubicBezTo>
                  <a:pt x="3792063" y="5202434"/>
                  <a:pt x="3800105" y="5198722"/>
                  <a:pt x="3807218" y="5199031"/>
                </a:cubicBezTo>
                <a:close/>
                <a:moveTo>
                  <a:pt x="2244814" y="5190387"/>
                </a:moveTo>
                <a:cubicBezTo>
                  <a:pt x="2251073" y="5190835"/>
                  <a:pt x="2257162" y="5193650"/>
                  <a:pt x="2261628" y="5198722"/>
                </a:cubicBezTo>
                <a:cubicBezTo>
                  <a:pt x="2272778" y="5214237"/>
                  <a:pt x="2272778" y="5235171"/>
                  <a:pt x="2261628" y="5250685"/>
                </a:cubicBezTo>
                <a:cubicBezTo>
                  <a:pt x="2251345" y="5259470"/>
                  <a:pt x="2235919" y="5258356"/>
                  <a:pt x="2226986" y="5248211"/>
                </a:cubicBezTo>
                <a:cubicBezTo>
                  <a:pt x="2215837" y="5232696"/>
                  <a:pt x="2215837" y="5211763"/>
                  <a:pt x="2226986" y="5196248"/>
                </a:cubicBezTo>
                <a:cubicBezTo>
                  <a:pt x="2232128" y="5191856"/>
                  <a:pt x="2238556" y="5189938"/>
                  <a:pt x="2244814" y="5190387"/>
                </a:cubicBezTo>
                <a:close/>
                <a:moveTo>
                  <a:pt x="2626606" y="5144903"/>
                </a:moveTo>
                <a:cubicBezTo>
                  <a:pt x="2635885" y="5145522"/>
                  <a:pt x="2645165" y="5151708"/>
                  <a:pt x="2652588" y="5161606"/>
                </a:cubicBezTo>
                <a:cubicBezTo>
                  <a:pt x="2666519" y="5183504"/>
                  <a:pt x="2666519" y="5211465"/>
                  <a:pt x="2652588" y="5233364"/>
                </a:cubicBezTo>
                <a:cubicBezTo>
                  <a:pt x="2649891" y="5238239"/>
                  <a:pt x="2645857" y="5242272"/>
                  <a:pt x="2640983" y="5244969"/>
                </a:cubicBezTo>
                <a:cubicBezTo>
                  <a:pt x="2626631" y="5252912"/>
                  <a:pt x="2608568" y="5247716"/>
                  <a:pt x="2600625" y="5233364"/>
                </a:cubicBezTo>
                <a:cubicBezTo>
                  <a:pt x="2586050" y="5211663"/>
                  <a:pt x="2586050" y="5183306"/>
                  <a:pt x="2600625" y="5161606"/>
                </a:cubicBezTo>
                <a:cubicBezTo>
                  <a:pt x="2608048" y="5149234"/>
                  <a:pt x="2617327" y="5144285"/>
                  <a:pt x="2626606" y="5144903"/>
                </a:cubicBezTo>
                <a:close/>
                <a:moveTo>
                  <a:pt x="3422135" y="5134387"/>
                </a:moveTo>
                <a:cubicBezTo>
                  <a:pt x="3424610" y="5134387"/>
                  <a:pt x="3439456" y="5134387"/>
                  <a:pt x="3439456" y="5134387"/>
                </a:cubicBezTo>
                <a:cubicBezTo>
                  <a:pt x="3444306" y="5142800"/>
                  <a:pt x="3444306" y="5153193"/>
                  <a:pt x="3439456" y="5161606"/>
                </a:cubicBezTo>
                <a:cubicBezTo>
                  <a:pt x="3434508" y="5169029"/>
                  <a:pt x="3422135" y="5161606"/>
                  <a:pt x="3422135" y="5161606"/>
                </a:cubicBezTo>
                <a:cubicBezTo>
                  <a:pt x="3415950" y="5153589"/>
                  <a:pt x="3415950" y="5142404"/>
                  <a:pt x="3422135" y="5134387"/>
                </a:cubicBezTo>
                <a:close/>
                <a:moveTo>
                  <a:pt x="3916094" y="5127273"/>
                </a:moveTo>
                <a:cubicBezTo>
                  <a:pt x="3925064" y="5127583"/>
                  <a:pt x="3934343" y="5134387"/>
                  <a:pt x="3941766" y="5146759"/>
                </a:cubicBezTo>
                <a:cubicBezTo>
                  <a:pt x="3955425" y="5171380"/>
                  <a:pt x="3955425" y="5201320"/>
                  <a:pt x="3941766" y="5225941"/>
                </a:cubicBezTo>
                <a:cubicBezTo>
                  <a:pt x="3929394" y="5245736"/>
                  <a:pt x="3909598" y="5240787"/>
                  <a:pt x="3892277" y="5225941"/>
                </a:cubicBezTo>
                <a:cubicBezTo>
                  <a:pt x="3878618" y="5201320"/>
                  <a:pt x="3878618" y="5171380"/>
                  <a:pt x="3892277" y="5146759"/>
                </a:cubicBezTo>
                <a:cubicBezTo>
                  <a:pt x="3898463" y="5133150"/>
                  <a:pt x="3907124" y="5126964"/>
                  <a:pt x="3916094" y="5127273"/>
                </a:cubicBezTo>
                <a:close/>
                <a:moveTo>
                  <a:pt x="3130152" y="5126963"/>
                </a:moveTo>
                <a:cubicBezTo>
                  <a:pt x="3135101" y="5126963"/>
                  <a:pt x="3149948" y="5126963"/>
                  <a:pt x="3149948" y="5126963"/>
                </a:cubicBezTo>
                <a:cubicBezTo>
                  <a:pt x="3154798" y="5136267"/>
                  <a:pt x="3154798" y="5147353"/>
                  <a:pt x="3149948" y="5156656"/>
                </a:cubicBezTo>
                <a:lnTo>
                  <a:pt x="3130152" y="5159131"/>
                </a:lnTo>
                <a:cubicBezTo>
                  <a:pt x="3123843" y="5149332"/>
                  <a:pt x="3123843" y="5136762"/>
                  <a:pt x="3130152" y="5126963"/>
                </a:cubicBezTo>
                <a:close/>
                <a:moveTo>
                  <a:pt x="3280845" y="5119788"/>
                </a:moveTo>
                <a:cubicBezTo>
                  <a:pt x="3289729" y="5116225"/>
                  <a:pt x="3299824" y="5120555"/>
                  <a:pt x="3303363" y="5129438"/>
                </a:cubicBezTo>
                <a:cubicBezTo>
                  <a:pt x="3313359" y="5144409"/>
                  <a:pt x="3313359" y="5163956"/>
                  <a:pt x="3303363" y="5178927"/>
                </a:cubicBezTo>
                <a:cubicBezTo>
                  <a:pt x="3295939" y="5196248"/>
                  <a:pt x="3281093" y="5196248"/>
                  <a:pt x="3271195" y="5176452"/>
                </a:cubicBezTo>
                <a:cubicBezTo>
                  <a:pt x="3263698" y="5161680"/>
                  <a:pt x="3263698" y="5144210"/>
                  <a:pt x="3271195" y="5129438"/>
                </a:cubicBezTo>
                <a:cubicBezTo>
                  <a:pt x="3272952" y="5125034"/>
                  <a:pt x="3276441" y="5121545"/>
                  <a:pt x="3280845" y="5119788"/>
                </a:cubicBezTo>
                <a:close/>
                <a:moveTo>
                  <a:pt x="4024968" y="5094487"/>
                </a:moveTo>
                <a:cubicBezTo>
                  <a:pt x="4029608" y="5094796"/>
                  <a:pt x="4033319" y="5098508"/>
                  <a:pt x="4033319" y="5104694"/>
                </a:cubicBezTo>
                <a:cubicBezTo>
                  <a:pt x="4040743" y="5115037"/>
                  <a:pt x="4040743" y="5128993"/>
                  <a:pt x="4033319" y="5139336"/>
                </a:cubicBezTo>
                <a:cubicBezTo>
                  <a:pt x="4028371" y="5149234"/>
                  <a:pt x="4018473" y="5146759"/>
                  <a:pt x="4011049" y="5139336"/>
                </a:cubicBezTo>
                <a:cubicBezTo>
                  <a:pt x="4004864" y="5128622"/>
                  <a:pt x="4004864" y="5115408"/>
                  <a:pt x="4011049" y="5104694"/>
                </a:cubicBezTo>
                <a:cubicBezTo>
                  <a:pt x="4014761" y="5097271"/>
                  <a:pt x="4020329" y="5094178"/>
                  <a:pt x="4024968" y="5094487"/>
                </a:cubicBezTo>
                <a:close/>
                <a:moveTo>
                  <a:pt x="3567199" y="5094177"/>
                </a:moveTo>
                <a:cubicBezTo>
                  <a:pt x="3574313" y="5094178"/>
                  <a:pt x="3580499" y="5098508"/>
                  <a:pt x="3580499" y="5107168"/>
                </a:cubicBezTo>
                <a:cubicBezTo>
                  <a:pt x="3580499" y="5124489"/>
                  <a:pt x="3580499" y="5156656"/>
                  <a:pt x="3580499" y="5156656"/>
                </a:cubicBezTo>
                <a:cubicBezTo>
                  <a:pt x="3573075" y="5169028"/>
                  <a:pt x="3558229" y="5166554"/>
                  <a:pt x="3548331" y="5156656"/>
                </a:cubicBezTo>
                <a:cubicBezTo>
                  <a:pt x="3539498" y="5141339"/>
                  <a:pt x="3539498" y="5122485"/>
                  <a:pt x="3548331" y="5107168"/>
                </a:cubicBezTo>
                <a:cubicBezTo>
                  <a:pt x="3552043" y="5098508"/>
                  <a:pt x="3560085" y="5094178"/>
                  <a:pt x="3567199" y="5094177"/>
                </a:cubicBezTo>
                <a:close/>
                <a:moveTo>
                  <a:pt x="2984975" y="5090785"/>
                </a:moveTo>
                <a:cubicBezTo>
                  <a:pt x="2989377" y="5091308"/>
                  <a:pt x="2993577" y="5093510"/>
                  <a:pt x="2996534" y="5097271"/>
                </a:cubicBezTo>
                <a:cubicBezTo>
                  <a:pt x="3002695" y="5108876"/>
                  <a:pt x="3002695" y="5122782"/>
                  <a:pt x="2996534" y="5134387"/>
                </a:cubicBezTo>
                <a:cubicBezTo>
                  <a:pt x="2989110" y="5144285"/>
                  <a:pt x="2969315" y="5141811"/>
                  <a:pt x="2969315" y="5134387"/>
                </a:cubicBezTo>
                <a:cubicBezTo>
                  <a:pt x="2962139" y="5123054"/>
                  <a:pt x="2962139" y="5108604"/>
                  <a:pt x="2969315" y="5097271"/>
                </a:cubicBezTo>
                <a:cubicBezTo>
                  <a:pt x="2970156" y="5096207"/>
                  <a:pt x="2971121" y="5095217"/>
                  <a:pt x="2972210" y="5094376"/>
                </a:cubicBezTo>
                <a:cubicBezTo>
                  <a:pt x="2975971" y="5091419"/>
                  <a:pt x="2980574" y="5090262"/>
                  <a:pt x="2984975" y="5090785"/>
                </a:cubicBezTo>
                <a:close/>
                <a:moveTo>
                  <a:pt x="4216737" y="5083352"/>
                </a:moveTo>
                <a:cubicBezTo>
                  <a:pt x="4226325" y="5085517"/>
                  <a:pt x="4236223" y="5093559"/>
                  <a:pt x="4243646" y="5107168"/>
                </a:cubicBezTo>
                <a:cubicBezTo>
                  <a:pt x="4258171" y="5135079"/>
                  <a:pt x="4258171" y="5168335"/>
                  <a:pt x="4243646" y="5196247"/>
                </a:cubicBezTo>
                <a:cubicBezTo>
                  <a:pt x="4231274" y="5225940"/>
                  <a:pt x="4206530" y="5220992"/>
                  <a:pt x="4191683" y="5186349"/>
                </a:cubicBezTo>
                <a:cubicBezTo>
                  <a:pt x="4177134" y="5157572"/>
                  <a:pt x="4177134" y="5123573"/>
                  <a:pt x="4191683" y="5094796"/>
                </a:cubicBezTo>
                <a:cubicBezTo>
                  <a:pt x="4197869" y="5084898"/>
                  <a:pt x="4207148" y="5081186"/>
                  <a:pt x="4216737" y="5083352"/>
                </a:cubicBezTo>
                <a:close/>
                <a:moveTo>
                  <a:pt x="2453408" y="5077027"/>
                </a:moveTo>
                <a:cubicBezTo>
                  <a:pt x="2461542" y="5078298"/>
                  <a:pt x="2469192" y="5082671"/>
                  <a:pt x="2474429" y="5089847"/>
                </a:cubicBezTo>
                <a:cubicBezTo>
                  <a:pt x="2490512" y="5111053"/>
                  <a:pt x="2490512" y="5140399"/>
                  <a:pt x="2474429" y="5161606"/>
                </a:cubicBezTo>
                <a:cubicBezTo>
                  <a:pt x="2472467" y="5164302"/>
                  <a:pt x="2470101" y="5166653"/>
                  <a:pt x="2467414" y="5168633"/>
                </a:cubicBezTo>
                <a:cubicBezTo>
                  <a:pt x="2453065" y="5179100"/>
                  <a:pt x="2432940" y="5175957"/>
                  <a:pt x="2422466" y="5161606"/>
                </a:cubicBezTo>
                <a:cubicBezTo>
                  <a:pt x="2406379" y="5140399"/>
                  <a:pt x="2406379" y="5111053"/>
                  <a:pt x="2422466" y="5089847"/>
                </a:cubicBezTo>
                <a:cubicBezTo>
                  <a:pt x="2424428" y="5087150"/>
                  <a:pt x="2426794" y="5084799"/>
                  <a:pt x="2429481" y="5082819"/>
                </a:cubicBezTo>
                <a:cubicBezTo>
                  <a:pt x="2436656" y="5077586"/>
                  <a:pt x="2445274" y="5075755"/>
                  <a:pt x="2453408" y="5077027"/>
                </a:cubicBezTo>
                <a:close/>
                <a:moveTo>
                  <a:pt x="2827774" y="5044739"/>
                </a:moveTo>
                <a:cubicBezTo>
                  <a:pt x="2832769" y="5045562"/>
                  <a:pt x="2837452" y="5048290"/>
                  <a:pt x="2840644" y="5052731"/>
                </a:cubicBezTo>
                <a:cubicBezTo>
                  <a:pt x="2849156" y="5066365"/>
                  <a:pt x="2849156" y="5083637"/>
                  <a:pt x="2840644" y="5097271"/>
                </a:cubicBezTo>
                <a:cubicBezTo>
                  <a:pt x="2830746" y="5109643"/>
                  <a:pt x="2815900" y="5104694"/>
                  <a:pt x="2808477" y="5099745"/>
                </a:cubicBezTo>
                <a:cubicBezTo>
                  <a:pt x="2799544" y="5085344"/>
                  <a:pt x="2799544" y="5067132"/>
                  <a:pt x="2808477" y="5052731"/>
                </a:cubicBezTo>
                <a:cubicBezTo>
                  <a:pt x="2809738" y="5050974"/>
                  <a:pt x="2811273" y="5049440"/>
                  <a:pt x="2813029" y="5048178"/>
                </a:cubicBezTo>
                <a:cubicBezTo>
                  <a:pt x="2817471" y="5044999"/>
                  <a:pt x="2822779" y="5043916"/>
                  <a:pt x="2827774" y="5044739"/>
                </a:cubicBezTo>
                <a:close/>
                <a:moveTo>
                  <a:pt x="4123018" y="5022728"/>
                </a:moveTo>
                <a:cubicBezTo>
                  <a:pt x="4127967" y="5023038"/>
                  <a:pt x="4132297" y="5026749"/>
                  <a:pt x="4132297" y="5032935"/>
                </a:cubicBezTo>
                <a:cubicBezTo>
                  <a:pt x="4138062" y="5044639"/>
                  <a:pt x="4138062" y="5058347"/>
                  <a:pt x="4132297" y="5070051"/>
                </a:cubicBezTo>
                <a:cubicBezTo>
                  <a:pt x="4124874" y="5079949"/>
                  <a:pt x="4114976" y="5077475"/>
                  <a:pt x="4110027" y="5070051"/>
                </a:cubicBezTo>
                <a:cubicBezTo>
                  <a:pt x="4103866" y="5058446"/>
                  <a:pt x="4103866" y="5044540"/>
                  <a:pt x="4110027" y="5032935"/>
                </a:cubicBezTo>
                <a:cubicBezTo>
                  <a:pt x="4112502" y="5025512"/>
                  <a:pt x="4118069" y="5022419"/>
                  <a:pt x="4123018" y="5022728"/>
                </a:cubicBezTo>
                <a:close/>
                <a:moveTo>
                  <a:pt x="3815571" y="5016543"/>
                </a:moveTo>
                <a:cubicBezTo>
                  <a:pt x="3823613" y="5016852"/>
                  <a:pt x="3830417" y="5021801"/>
                  <a:pt x="3830417" y="5030461"/>
                </a:cubicBezTo>
                <a:cubicBezTo>
                  <a:pt x="3840141" y="5049935"/>
                  <a:pt x="3840141" y="5072848"/>
                  <a:pt x="3830417" y="5092322"/>
                </a:cubicBezTo>
                <a:cubicBezTo>
                  <a:pt x="3820519" y="5104694"/>
                  <a:pt x="3803198" y="5102220"/>
                  <a:pt x="3793300" y="5089847"/>
                </a:cubicBezTo>
                <a:cubicBezTo>
                  <a:pt x="3783625" y="5071240"/>
                  <a:pt x="3783625" y="5049069"/>
                  <a:pt x="3793300" y="5030461"/>
                </a:cubicBezTo>
                <a:cubicBezTo>
                  <a:pt x="3798249" y="5020564"/>
                  <a:pt x="3807529" y="5016234"/>
                  <a:pt x="3815571" y="5016543"/>
                </a:cubicBezTo>
                <a:close/>
                <a:moveTo>
                  <a:pt x="2287078" y="4998677"/>
                </a:moveTo>
                <a:cubicBezTo>
                  <a:pt x="2292664" y="4999809"/>
                  <a:pt x="2297819" y="5003069"/>
                  <a:pt x="2301219" y="5008191"/>
                </a:cubicBezTo>
                <a:cubicBezTo>
                  <a:pt x="2310795" y="5022394"/>
                  <a:pt x="2310795" y="5041002"/>
                  <a:pt x="2301219" y="5055205"/>
                </a:cubicBezTo>
                <a:cubicBezTo>
                  <a:pt x="2299573" y="5057680"/>
                  <a:pt x="2297450" y="5059808"/>
                  <a:pt x="2294971" y="5061465"/>
                </a:cubicBezTo>
                <a:cubicBezTo>
                  <a:pt x="2284722" y="5068245"/>
                  <a:pt x="2270902" y="5065449"/>
                  <a:pt x="2264102" y="5055205"/>
                </a:cubicBezTo>
                <a:cubicBezTo>
                  <a:pt x="2253791" y="5041225"/>
                  <a:pt x="2253791" y="5022171"/>
                  <a:pt x="2264102" y="5008191"/>
                </a:cubicBezTo>
                <a:cubicBezTo>
                  <a:pt x="2265748" y="5005716"/>
                  <a:pt x="2267871" y="5003588"/>
                  <a:pt x="2270350" y="5001931"/>
                </a:cubicBezTo>
                <a:cubicBezTo>
                  <a:pt x="2275475" y="4998541"/>
                  <a:pt x="2281492" y="4997545"/>
                  <a:pt x="2287078" y="4998677"/>
                </a:cubicBezTo>
                <a:close/>
                <a:moveTo>
                  <a:pt x="3925064" y="4990561"/>
                </a:moveTo>
                <a:cubicBezTo>
                  <a:pt x="3926919" y="4989633"/>
                  <a:pt x="3926919" y="4989633"/>
                  <a:pt x="3926919" y="4993344"/>
                </a:cubicBezTo>
                <a:cubicBezTo>
                  <a:pt x="3926919" y="5000767"/>
                  <a:pt x="3926919" y="5018089"/>
                  <a:pt x="3926919" y="5018089"/>
                </a:cubicBezTo>
                <a:cubicBezTo>
                  <a:pt x="3924445" y="5023037"/>
                  <a:pt x="3912073" y="5018089"/>
                  <a:pt x="3912073" y="5018089"/>
                </a:cubicBezTo>
                <a:cubicBezTo>
                  <a:pt x="3907074" y="5010591"/>
                  <a:pt x="3907074" y="5000842"/>
                  <a:pt x="3912073" y="4993344"/>
                </a:cubicBezTo>
                <a:cubicBezTo>
                  <a:pt x="3919496" y="4993344"/>
                  <a:pt x="3923208" y="4991488"/>
                  <a:pt x="3925064" y="4990561"/>
                </a:cubicBezTo>
                <a:close/>
                <a:moveTo>
                  <a:pt x="2665693" y="4973314"/>
                </a:moveTo>
                <a:cubicBezTo>
                  <a:pt x="2672433" y="4975083"/>
                  <a:pt x="2678495" y="4979426"/>
                  <a:pt x="2682281" y="4985921"/>
                </a:cubicBezTo>
                <a:cubicBezTo>
                  <a:pt x="2695568" y="5005320"/>
                  <a:pt x="2695568" y="5030857"/>
                  <a:pt x="2682281" y="5050256"/>
                </a:cubicBezTo>
                <a:cubicBezTo>
                  <a:pt x="2667434" y="5065103"/>
                  <a:pt x="2647639" y="5060154"/>
                  <a:pt x="2635267" y="5050256"/>
                </a:cubicBezTo>
                <a:cubicBezTo>
                  <a:pt x="2622647" y="5030659"/>
                  <a:pt x="2622647" y="5005519"/>
                  <a:pt x="2635267" y="4985921"/>
                </a:cubicBezTo>
                <a:cubicBezTo>
                  <a:pt x="2637642" y="4981863"/>
                  <a:pt x="2641007" y="4978498"/>
                  <a:pt x="2645041" y="4976147"/>
                </a:cubicBezTo>
                <a:cubicBezTo>
                  <a:pt x="2651536" y="4972349"/>
                  <a:pt x="2658953" y="4971545"/>
                  <a:pt x="2665693" y="4973314"/>
                </a:cubicBezTo>
                <a:close/>
                <a:moveTo>
                  <a:pt x="1892011" y="4968291"/>
                </a:moveTo>
                <a:cubicBezTo>
                  <a:pt x="1897887" y="4968600"/>
                  <a:pt x="1902836" y="4972312"/>
                  <a:pt x="1902836" y="4978498"/>
                </a:cubicBezTo>
                <a:cubicBezTo>
                  <a:pt x="1911133" y="4988544"/>
                  <a:pt x="1911133" y="5003094"/>
                  <a:pt x="1902836" y="5013140"/>
                </a:cubicBezTo>
                <a:cubicBezTo>
                  <a:pt x="1895413" y="5023038"/>
                  <a:pt x="1883041" y="5020564"/>
                  <a:pt x="1875618" y="5013140"/>
                </a:cubicBezTo>
                <a:cubicBezTo>
                  <a:pt x="1867321" y="5003094"/>
                  <a:pt x="1867321" y="4988544"/>
                  <a:pt x="1875618" y="4978498"/>
                </a:cubicBezTo>
                <a:cubicBezTo>
                  <a:pt x="1879330" y="4971075"/>
                  <a:pt x="1886134" y="4967982"/>
                  <a:pt x="1892011" y="4968291"/>
                </a:cubicBezTo>
                <a:close/>
                <a:moveTo>
                  <a:pt x="3568127" y="4948805"/>
                </a:moveTo>
                <a:cubicBezTo>
                  <a:pt x="3582973" y="4948805"/>
                  <a:pt x="3582973" y="4948805"/>
                  <a:pt x="3582973" y="4948805"/>
                </a:cubicBezTo>
                <a:cubicBezTo>
                  <a:pt x="3585448" y="4955164"/>
                  <a:pt x="3585448" y="4962241"/>
                  <a:pt x="3582973" y="4968600"/>
                </a:cubicBezTo>
                <a:cubicBezTo>
                  <a:pt x="3580499" y="4973549"/>
                  <a:pt x="3568127" y="4968600"/>
                  <a:pt x="3568127" y="4968600"/>
                </a:cubicBezTo>
                <a:cubicBezTo>
                  <a:pt x="3564588" y="4962464"/>
                  <a:pt x="3564588" y="4954941"/>
                  <a:pt x="3568127" y="4948805"/>
                </a:cubicBezTo>
                <a:close/>
                <a:moveTo>
                  <a:pt x="3309549" y="4944165"/>
                </a:moveTo>
                <a:cubicBezTo>
                  <a:pt x="3316972" y="4944475"/>
                  <a:pt x="3323158" y="4948805"/>
                  <a:pt x="3323158" y="4956228"/>
                </a:cubicBezTo>
                <a:cubicBezTo>
                  <a:pt x="3332883" y="4973079"/>
                  <a:pt x="3332883" y="4993814"/>
                  <a:pt x="3323158" y="5010665"/>
                </a:cubicBezTo>
                <a:cubicBezTo>
                  <a:pt x="3313261" y="5023037"/>
                  <a:pt x="3298414" y="5018089"/>
                  <a:pt x="3288516" y="5010665"/>
                </a:cubicBezTo>
                <a:cubicBezTo>
                  <a:pt x="3278792" y="4993814"/>
                  <a:pt x="3278792" y="4973079"/>
                  <a:pt x="3288516" y="4956228"/>
                </a:cubicBezTo>
                <a:cubicBezTo>
                  <a:pt x="3293465" y="4947568"/>
                  <a:pt x="3302126" y="4943856"/>
                  <a:pt x="3309549" y="4944165"/>
                </a:cubicBezTo>
                <a:close/>
                <a:moveTo>
                  <a:pt x="3163867" y="4939217"/>
                </a:moveTo>
                <a:cubicBezTo>
                  <a:pt x="3169743" y="4939526"/>
                  <a:pt x="3174692" y="4943857"/>
                  <a:pt x="3174692" y="4951280"/>
                </a:cubicBezTo>
                <a:cubicBezTo>
                  <a:pt x="3183402" y="4963948"/>
                  <a:pt x="3183402" y="4980676"/>
                  <a:pt x="3174692" y="4993345"/>
                </a:cubicBezTo>
                <a:cubicBezTo>
                  <a:pt x="3167269" y="5003242"/>
                  <a:pt x="3152422" y="5000768"/>
                  <a:pt x="3147474" y="4993345"/>
                </a:cubicBezTo>
                <a:cubicBezTo>
                  <a:pt x="3138763" y="4980676"/>
                  <a:pt x="3138763" y="4963948"/>
                  <a:pt x="3147474" y="4951280"/>
                </a:cubicBezTo>
                <a:cubicBezTo>
                  <a:pt x="3151186" y="4942620"/>
                  <a:pt x="3157990" y="4938908"/>
                  <a:pt x="3163867" y="4939217"/>
                </a:cubicBezTo>
                <a:close/>
                <a:moveTo>
                  <a:pt x="3450901" y="4934887"/>
                </a:moveTo>
                <a:cubicBezTo>
                  <a:pt x="3458015" y="4935196"/>
                  <a:pt x="3464201" y="4940145"/>
                  <a:pt x="3464201" y="4948805"/>
                </a:cubicBezTo>
                <a:cubicBezTo>
                  <a:pt x="3474470" y="4965507"/>
                  <a:pt x="3474470" y="4986540"/>
                  <a:pt x="3464201" y="5003242"/>
                </a:cubicBezTo>
                <a:cubicBezTo>
                  <a:pt x="3464201" y="5015615"/>
                  <a:pt x="3439457" y="5013140"/>
                  <a:pt x="3432034" y="4995819"/>
                </a:cubicBezTo>
                <a:cubicBezTo>
                  <a:pt x="3421715" y="4981838"/>
                  <a:pt x="3421715" y="4962785"/>
                  <a:pt x="3432034" y="4948805"/>
                </a:cubicBezTo>
                <a:cubicBezTo>
                  <a:pt x="3435746" y="4938908"/>
                  <a:pt x="3443787" y="4934577"/>
                  <a:pt x="3450901" y="4934887"/>
                </a:cubicBezTo>
                <a:close/>
                <a:moveTo>
                  <a:pt x="4013524" y="4926535"/>
                </a:moveTo>
                <a:cubicBezTo>
                  <a:pt x="4028371" y="4926535"/>
                  <a:pt x="4028371" y="4926535"/>
                  <a:pt x="4028371" y="4926535"/>
                </a:cubicBezTo>
                <a:cubicBezTo>
                  <a:pt x="4031909" y="4933537"/>
                  <a:pt x="4031909" y="4941802"/>
                  <a:pt x="4028371" y="4948805"/>
                </a:cubicBezTo>
                <a:cubicBezTo>
                  <a:pt x="4023422" y="4961177"/>
                  <a:pt x="4013524" y="4948805"/>
                  <a:pt x="4013524" y="4948805"/>
                </a:cubicBezTo>
                <a:cubicBezTo>
                  <a:pt x="4009985" y="4941802"/>
                  <a:pt x="4009985" y="4933537"/>
                  <a:pt x="4013524" y="4926535"/>
                </a:cubicBezTo>
                <a:close/>
                <a:moveTo>
                  <a:pt x="4207148" y="4920350"/>
                </a:moveTo>
                <a:cubicBezTo>
                  <a:pt x="4215190" y="4920968"/>
                  <a:pt x="4223851" y="4927773"/>
                  <a:pt x="4231274" y="4938907"/>
                </a:cubicBezTo>
                <a:cubicBezTo>
                  <a:pt x="4242087" y="4962464"/>
                  <a:pt x="4242087" y="4989584"/>
                  <a:pt x="4231274" y="5013140"/>
                </a:cubicBezTo>
                <a:cubicBezTo>
                  <a:pt x="4221376" y="5030461"/>
                  <a:pt x="4206529" y="5025512"/>
                  <a:pt x="4186734" y="5010666"/>
                </a:cubicBezTo>
                <a:cubicBezTo>
                  <a:pt x="4175649" y="4988025"/>
                  <a:pt x="4175649" y="4961548"/>
                  <a:pt x="4186734" y="4938907"/>
                </a:cubicBezTo>
                <a:cubicBezTo>
                  <a:pt x="4191683" y="4925298"/>
                  <a:pt x="4199106" y="4919731"/>
                  <a:pt x="4207148" y="4920350"/>
                </a:cubicBezTo>
                <a:close/>
                <a:moveTo>
                  <a:pt x="3004189" y="4913893"/>
                </a:moveTo>
                <a:cubicBezTo>
                  <a:pt x="3006277" y="4913313"/>
                  <a:pt x="3008597" y="4913700"/>
                  <a:pt x="3010762" y="4914473"/>
                </a:cubicBezTo>
                <a:cubicBezTo>
                  <a:pt x="3015092" y="4916019"/>
                  <a:pt x="3018804" y="4919112"/>
                  <a:pt x="3018804" y="4919112"/>
                </a:cubicBezTo>
                <a:cubicBezTo>
                  <a:pt x="3026376" y="4927574"/>
                  <a:pt x="3026376" y="4940342"/>
                  <a:pt x="3018804" y="4948805"/>
                </a:cubicBezTo>
                <a:cubicBezTo>
                  <a:pt x="3013855" y="4966126"/>
                  <a:pt x="2999008" y="4948805"/>
                  <a:pt x="2999008" y="4948805"/>
                </a:cubicBezTo>
                <a:cubicBezTo>
                  <a:pt x="2993144" y="4939773"/>
                  <a:pt x="2993144" y="4928144"/>
                  <a:pt x="2999008" y="4919112"/>
                </a:cubicBezTo>
                <a:cubicBezTo>
                  <a:pt x="3000245" y="4916019"/>
                  <a:pt x="3002101" y="4914473"/>
                  <a:pt x="3004189" y="4913893"/>
                </a:cubicBezTo>
                <a:close/>
                <a:moveTo>
                  <a:pt x="2495771" y="4901482"/>
                </a:moveTo>
                <a:cubicBezTo>
                  <a:pt x="2501648" y="4901791"/>
                  <a:pt x="2506597" y="4905502"/>
                  <a:pt x="2506597" y="4911688"/>
                </a:cubicBezTo>
                <a:cubicBezTo>
                  <a:pt x="2513773" y="4923021"/>
                  <a:pt x="2513773" y="4937472"/>
                  <a:pt x="2506597" y="4948804"/>
                </a:cubicBezTo>
                <a:cubicBezTo>
                  <a:pt x="2499173" y="4966125"/>
                  <a:pt x="2474429" y="4948804"/>
                  <a:pt x="2474429" y="4948804"/>
                </a:cubicBezTo>
                <a:cubicBezTo>
                  <a:pt x="2465954" y="4937076"/>
                  <a:pt x="2468129" y="4920769"/>
                  <a:pt x="2479378" y="4911688"/>
                </a:cubicBezTo>
                <a:cubicBezTo>
                  <a:pt x="2483090" y="4904265"/>
                  <a:pt x="2489894" y="4901172"/>
                  <a:pt x="2495771" y="4901482"/>
                </a:cubicBezTo>
                <a:close/>
                <a:moveTo>
                  <a:pt x="2117352" y="4901329"/>
                </a:moveTo>
                <a:cubicBezTo>
                  <a:pt x="2121653" y="4902403"/>
                  <a:pt x="2125546" y="4905118"/>
                  <a:pt x="2128009" y="4909213"/>
                </a:cubicBezTo>
                <a:cubicBezTo>
                  <a:pt x="2137093" y="4920843"/>
                  <a:pt x="2137093" y="4937174"/>
                  <a:pt x="2128009" y="4948804"/>
                </a:cubicBezTo>
                <a:cubicBezTo>
                  <a:pt x="2127462" y="4949423"/>
                  <a:pt x="2126876" y="4950017"/>
                  <a:pt x="2126255" y="4950561"/>
                </a:cubicBezTo>
                <a:cubicBezTo>
                  <a:pt x="2118057" y="4957787"/>
                  <a:pt x="2105546" y="4956995"/>
                  <a:pt x="2098316" y="4948804"/>
                </a:cubicBezTo>
                <a:cubicBezTo>
                  <a:pt x="2089232" y="4937174"/>
                  <a:pt x="2089232" y="4920843"/>
                  <a:pt x="2098316" y="4909213"/>
                </a:cubicBezTo>
                <a:cubicBezTo>
                  <a:pt x="2099776" y="4906788"/>
                  <a:pt x="2101810" y="4904759"/>
                  <a:pt x="2104239" y="4903299"/>
                </a:cubicBezTo>
                <a:cubicBezTo>
                  <a:pt x="2108340" y="4900825"/>
                  <a:pt x="2113050" y="4900256"/>
                  <a:pt x="2117352" y="4901329"/>
                </a:cubicBezTo>
                <a:close/>
                <a:moveTo>
                  <a:pt x="3701127" y="4899007"/>
                </a:moveTo>
                <a:cubicBezTo>
                  <a:pt x="3706694" y="4899316"/>
                  <a:pt x="3711643" y="4903028"/>
                  <a:pt x="3711643" y="4909214"/>
                </a:cubicBezTo>
                <a:cubicBezTo>
                  <a:pt x="3717829" y="4921685"/>
                  <a:pt x="3717829" y="4936334"/>
                  <a:pt x="3711643" y="4948805"/>
                </a:cubicBezTo>
                <a:cubicBezTo>
                  <a:pt x="3711643" y="4948805"/>
                  <a:pt x="3694322" y="4948805"/>
                  <a:pt x="3686899" y="4948805"/>
                </a:cubicBezTo>
                <a:cubicBezTo>
                  <a:pt x="3679278" y="4936705"/>
                  <a:pt x="3679278" y="4921314"/>
                  <a:pt x="3686899" y="4909214"/>
                </a:cubicBezTo>
                <a:cubicBezTo>
                  <a:pt x="3689374" y="4901791"/>
                  <a:pt x="3695560" y="4898698"/>
                  <a:pt x="3701127" y="4899007"/>
                </a:cubicBezTo>
                <a:close/>
                <a:moveTo>
                  <a:pt x="2846599" y="4875731"/>
                </a:moveTo>
                <a:cubicBezTo>
                  <a:pt x="2855646" y="4873643"/>
                  <a:pt x="2865389" y="4881994"/>
                  <a:pt x="2865389" y="4881994"/>
                </a:cubicBezTo>
                <a:cubicBezTo>
                  <a:pt x="2872564" y="4893328"/>
                  <a:pt x="2872564" y="4907778"/>
                  <a:pt x="2865389" y="4919111"/>
                </a:cubicBezTo>
                <a:cubicBezTo>
                  <a:pt x="2857965" y="4929009"/>
                  <a:pt x="2838170" y="4919111"/>
                  <a:pt x="2838170" y="4919111"/>
                </a:cubicBezTo>
                <a:cubicBezTo>
                  <a:pt x="2830994" y="4907778"/>
                  <a:pt x="2830994" y="4893328"/>
                  <a:pt x="2838170" y="4881994"/>
                </a:cubicBezTo>
                <a:cubicBezTo>
                  <a:pt x="2840645" y="4878283"/>
                  <a:pt x="2843583" y="4876427"/>
                  <a:pt x="2846599" y="4875731"/>
                </a:cubicBezTo>
                <a:close/>
                <a:moveTo>
                  <a:pt x="4105078" y="4859725"/>
                </a:moveTo>
                <a:cubicBezTo>
                  <a:pt x="4122399" y="4859725"/>
                  <a:pt x="4122399" y="4859725"/>
                  <a:pt x="4122399" y="4859725"/>
                </a:cubicBezTo>
                <a:cubicBezTo>
                  <a:pt x="4126012" y="4867569"/>
                  <a:pt x="4126012" y="4876625"/>
                  <a:pt x="4122399" y="4884469"/>
                </a:cubicBezTo>
                <a:cubicBezTo>
                  <a:pt x="4117450" y="4891893"/>
                  <a:pt x="4105078" y="4886944"/>
                  <a:pt x="4105078" y="4886944"/>
                </a:cubicBezTo>
                <a:cubicBezTo>
                  <a:pt x="4101638" y="4878209"/>
                  <a:pt x="4101638" y="4868460"/>
                  <a:pt x="4105078" y="4859725"/>
                </a:cubicBezTo>
                <a:close/>
                <a:moveTo>
                  <a:pt x="3818353" y="4856942"/>
                </a:moveTo>
                <a:cubicBezTo>
                  <a:pt x="3823612" y="4857252"/>
                  <a:pt x="3827942" y="4860963"/>
                  <a:pt x="3827942" y="4867149"/>
                </a:cubicBezTo>
                <a:cubicBezTo>
                  <a:pt x="3835018" y="4879397"/>
                  <a:pt x="3835018" y="4894491"/>
                  <a:pt x="3827942" y="4906740"/>
                </a:cubicBezTo>
                <a:cubicBezTo>
                  <a:pt x="3820518" y="4916638"/>
                  <a:pt x="3803197" y="4921586"/>
                  <a:pt x="3803197" y="4906740"/>
                </a:cubicBezTo>
                <a:cubicBezTo>
                  <a:pt x="3803197" y="4891893"/>
                  <a:pt x="3795774" y="4881995"/>
                  <a:pt x="3803197" y="4867149"/>
                </a:cubicBezTo>
                <a:cubicBezTo>
                  <a:pt x="3806909" y="4859726"/>
                  <a:pt x="3813095" y="4856633"/>
                  <a:pt x="3818353" y="4856942"/>
                </a:cubicBezTo>
                <a:close/>
                <a:moveTo>
                  <a:pt x="1496942" y="4851613"/>
                </a:moveTo>
                <a:cubicBezTo>
                  <a:pt x="1507235" y="4854765"/>
                  <a:pt x="1516326" y="4861842"/>
                  <a:pt x="1521774" y="4872098"/>
                </a:cubicBezTo>
                <a:cubicBezTo>
                  <a:pt x="1536225" y="4897386"/>
                  <a:pt x="1531073" y="4929331"/>
                  <a:pt x="1509402" y="4948805"/>
                </a:cubicBezTo>
                <a:cubicBezTo>
                  <a:pt x="1491489" y="4958752"/>
                  <a:pt x="1468950" y="4953383"/>
                  <a:pt x="1457439" y="4936433"/>
                </a:cubicBezTo>
                <a:cubicBezTo>
                  <a:pt x="1439672" y="4913940"/>
                  <a:pt x="1439672" y="4882218"/>
                  <a:pt x="1457439" y="4859725"/>
                </a:cubicBezTo>
                <a:cubicBezTo>
                  <a:pt x="1459735" y="4857771"/>
                  <a:pt x="1462234" y="4856088"/>
                  <a:pt x="1464892" y="4854678"/>
                </a:cubicBezTo>
                <a:cubicBezTo>
                  <a:pt x="1475152" y="4849234"/>
                  <a:pt x="1486648" y="4848461"/>
                  <a:pt x="1496942" y="4851613"/>
                </a:cubicBezTo>
                <a:close/>
                <a:moveTo>
                  <a:pt x="4286330" y="4834672"/>
                </a:moveTo>
                <a:cubicBezTo>
                  <a:pt x="4294372" y="4836838"/>
                  <a:pt x="4303033" y="4843642"/>
                  <a:pt x="4310456" y="4854777"/>
                </a:cubicBezTo>
                <a:cubicBezTo>
                  <a:pt x="4321541" y="4877418"/>
                  <a:pt x="4321541" y="4903894"/>
                  <a:pt x="4310456" y="4926535"/>
                </a:cubicBezTo>
                <a:cubicBezTo>
                  <a:pt x="4300558" y="4948805"/>
                  <a:pt x="4280762" y="4948805"/>
                  <a:pt x="4265916" y="4916638"/>
                </a:cubicBezTo>
                <a:cubicBezTo>
                  <a:pt x="4255103" y="4893081"/>
                  <a:pt x="4255103" y="4865961"/>
                  <a:pt x="4265916" y="4842404"/>
                </a:cubicBezTo>
                <a:cubicBezTo>
                  <a:pt x="4270865" y="4834981"/>
                  <a:pt x="4278289" y="4832507"/>
                  <a:pt x="4286330" y="4834672"/>
                </a:cubicBezTo>
                <a:close/>
                <a:moveTo>
                  <a:pt x="1721443" y="4832046"/>
                </a:moveTo>
                <a:cubicBezTo>
                  <a:pt x="1725745" y="4833119"/>
                  <a:pt x="1729637" y="4835834"/>
                  <a:pt x="1732100" y="4839929"/>
                </a:cubicBezTo>
                <a:cubicBezTo>
                  <a:pt x="1740785" y="4850767"/>
                  <a:pt x="1740785" y="4866208"/>
                  <a:pt x="1732100" y="4877046"/>
                </a:cubicBezTo>
                <a:cubicBezTo>
                  <a:pt x="1731469" y="4877664"/>
                  <a:pt x="1730796" y="4878234"/>
                  <a:pt x="1730088" y="4878753"/>
                </a:cubicBezTo>
                <a:cubicBezTo>
                  <a:pt x="1721292" y="4885236"/>
                  <a:pt x="1708897" y="4883380"/>
                  <a:pt x="1702407" y="4874572"/>
                </a:cubicBezTo>
                <a:cubicBezTo>
                  <a:pt x="1694974" y="4864228"/>
                  <a:pt x="1694974" y="4850273"/>
                  <a:pt x="1702407" y="4839929"/>
                </a:cubicBezTo>
                <a:cubicBezTo>
                  <a:pt x="1703867" y="4837504"/>
                  <a:pt x="1705901" y="4835475"/>
                  <a:pt x="1708331" y="4834016"/>
                </a:cubicBezTo>
                <a:cubicBezTo>
                  <a:pt x="1712431" y="4831542"/>
                  <a:pt x="1717142" y="4830972"/>
                  <a:pt x="1721443" y="4832046"/>
                </a:cubicBezTo>
                <a:close/>
                <a:moveTo>
                  <a:pt x="2691560" y="4821372"/>
                </a:moveTo>
                <a:cubicBezTo>
                  <a:pt x="2695890" y="4820134"/>
                  <a:pt x="2699602" y="4820134"/>
                  <a:pt x="2699602" y="4825083"/>
                </a:cubicBezTo>
                <a:cubicBezTo>
                  <a:pt x="2699602" y="4834981"/>
                  <a:pt x="2699602" y="4852302"/>
                  <a:pt x="2699602" y="4852302"/>
                </a:cubicBezTo>
                <a:cubicBezTo>
                  <a:pt x="2694653" y="4859725"/>
                  <a:pt x="2679806" y="4862199"/>
                  <a:pt x="2679806" y="4852302"/>
                </a:cubicBezTo>
                <a:cubicBezTo>
                  <a:pt x="2679806" y="4842404"/>
                  <a:pt x="2674858" y="4825083"/>
                  <a:pt x="2679806" y="4825083"/>
                </a:cubicBezTo>
                <a:cubicBezTo>
                  <a:pt x="2682281" y="4825083"/>
                  <a:pt x="2687230" y="4822609"/>
                  <a:pt x="2691560" y="4821372"/>
                </a:cubicBezTo>
                <a:close/>
                <a:moveTo>
                  <a:pt x="2330382" y="4809086"/>
                </a:moveTo>
                <a:cubicBezTo>
                  <a:pt x="2336547" y="4810534"/>
                  <a:pt x="2342160" y="4814332"/>
                  <a:pt x="2345759" y="4820134"/>
                </a:cubicBezTo>
                <a:cubicBezTo>
                  <a:pt x="2358544" y="4836960"/>
                  <a:pt x="2358544" y="4860220"/>
                  <a:pt x="2345759" y="4877046"/>
                </a:cubicBezTo>
                <a:cubicBezTo>
                  <a:pt x="2345707" y="4877095"/>
                  <a:pt x="2345655" y="4877145"/>
                  <a:pt x="2345605" y="4877194"/>
                </a:cubicBezTo>
                <a:cubicBezTo>
                  <a:pt x="2333310" y="4888032"/>
                  <a:pt x="2314546" y="4886870"/>
                  <a:pt x="2303694" y="4874572"/>
                </a:cubicBezTo>
                <a:cubicBezTo>
                  <a:pt x="2292121" y="4858265"/>
                  <a:pt x="2292121" y="4836441"/>
                  <a:pt x="2303694" y="4820134"/>
                </a:cubicBezTo>
                <a:cubicBezTo>
                  <a:pt x="2305705" y="4816893"/>
                  <a:pt x="2308444" y="4814146"/>
                  <a:pt x="2311691" y="4812142"/>
                </a:cubicBezTo>
                <a:cubicBezTo>
                  <a:pt x="2317500" y="4808542"/>
                  <a:pt x="2324217" y="4807639"/>
                  <a:pt x="2330382" y="4809086"/>
                </a:cubicBezTo>
                <a:close/>
                <a:moveTo>
                  <a:pt x="3924754" y="4802504"/>
                </a:moveTo>
                <a:cubicBezTo>
                  <a:pt x="3930012" y="4802813"/>
                  <a:pt x="3934342" y="4806525"/>
                  <a:pt x="3934342" y="4812711"/>
                </a:cubicBezTo>
                <a:cubicBezTo>
                  <a:pt x="3940529" y="4825182"/>
                  <a:pt x="3940529" y="4839831"/>
                  <a:pt x="3934342" y="4852302"/>
                </a:cubicBezTo>
                <a:cubicBezTo>
                  <a:pt x="3926919" y="4859725"/>
                  <a:pt x="3909598" y="4862200"/>
                  <a:pt x="3909598" y="4849828"/>
                </a:cubicBezTo>
                <a:cubicBezTo>
                  <a:pt x="3909598" y="4837455"/>
                  <a:pt x="3902175" y="4827558"/>
                  <a:pt x="3909598" y="4812711"/>
                </a:cubicBezTo>
                <a:cubicBezTo>
                  <a:pt x="3913310" y="4805288"/>
                  <a:pt x="3919496" y="4802195"/>
                  <a:pt x="3924754" y="4802504"/>
                </a:cubicBezTo>
                <a:close/>
                <a:moveTo>
                  <a:pt x="4350046" y="4783018"/>
                </a:moveTo>
                <a:cubicBezTo>
                  <a:pt x="4354995" y="4783018"/>
                  <a:pt x="4367367" y="4783018"/>
                  <a:pt x="4367367" y="4783018"/>
                </a:cubicBezTo>
                <a:cubicBezTo>
                  <a:pt x="4371079" y="4791703"/>
                  <a:pt x="4371079" y="4801551"/>
                  <a:pt x="4367367" y="4810237"/>
                </a:cubicBezTo>
                <a:cubicBezTo>
                  <a:pt x="4362418" y="4817660"/>
                  <a:pt x="4350046" y="4810237"/>
                  <a:pt x="4350046" y="4810237"/>
                </a:cubicBezTo>
                <a:cubicBezTo>
                  <a:pt x="4345197" y="4801824"/>
                  <a:pt x="4345197" y="4791431"/>
                  <a:pt x="4350046" y="4783018"/>
                </a:cubicBezTo>
                <a:close/>
                <a:moveTo>
                  <a:pt x="3326870" y="4778998"/>
                </a:moveTo>
                <a:cubicBezTo>
                  <a:pt x="3334294" y="4779307"/>
                  <a:pt x="3340480" y="4784256"/>
                  <a:pt x="3340480" y="4792916"/>
                </a:cubicBezTo>
                <a:cubicBezTo>
                  <a:pt x="3350476" y="4807886"/>
                  <a:pt x="3350476" y="4827434"/>
                  <a:pt x="3340480" y="4842405"/>
                </a:cubicBezTo>
                <a:cubicBezTo>
                  <a:pt x="3330582" y="4854777"/>
                  <a:pt x="3315735" y="4852302"/>
                  <a:pt x="3305837" y="4842405"/>
                </a:cubicBezTo>
                <a:cubicBezTo>
                  <a:pt x="3295841" y="4827434"/>
                  <a:pt x="3295841" y="4807886"/>
                  <a:pt x="3305837" y="4792916"/>
                </a:cubicBezTo>
                <a:cubicBezTo>
                  <a:pt x="3310786" y="4783019"/>
                  <a:pt x="3319447" y="4778689"/>
                  <a:pt x="3326870" y="4778998"/>
                </a:cubicBezTo>
                <a:close/>
                <a:moveTo>
                  <a:pt x="4189208" y="4778069"/>
                </a:moveTo>
                <a:cubicBezTo>
                  <a:pt x="4206529" y="4778069"/>
                  <a:pt x="4206529" y="4778069"/>
                  <a:pt x="4206529" y="4778069"/>
                </a:cubicBezTo>
                <a:cubicBezTo>
                  <a:pt x="4211379" y="4787373"/>
                  <a:pt x="4211379" y="4798459"/>
                  <a:pt x="4206529" y="4807762"/>
                </a:cubicBezTo>
                <a:cubicBezTo>
                  <a:pt x="4206529" y="4812711"/>
                  <a:pt x="4189208" y="4807762"/>
                  <a:pt x="4189208" y="4807762"/>
                </a:cubicBezTo>
                <a:cubicBezTo>
                  <a:pt x="4184359" y="4798459"/>
                  <a:pt x="4184359" y="4787373"/>
                  <a:pt x="4189208" y="4778069"/>
                </a:cubicBezTo>
                <a:close/>
                <a:moveTo>
                  <a:pt x="3183663" y="4773430"/>
                </a:moveTo>
                <a:cubicBezTo>
                  <a:pt x="3189539" y="4773739"/>
                  <a:pt x="3194488" y="4778070"/>
                  <a:pt x="3194488" y="4785493"/>
                </a:cubicBezTo>
                <a:cubicBezTo>
                  <a:pt x="3203569" y="4797122"/>
                  <a:pt x="3203569" y="4813453"/>
                  <a:pt x="3194488" y="4825083"/>
                </a:cubicBezTo>
                <a:cubicBezTo>
                  <a:pt x="3187065" y="4834981"/>
                  <a:pt x="3174693" y="4832507"/>
                  <a:pt x="3167270" y="4827558"/>
                </a:cubicBezTo>
                <a:cubicBezTo>
                  <a:pt x="3158559" y="4814889"/>
                  <a:pt x="3158559" y="4798161"/>
                  <a:pt x="3167270" y="4785493"/>
                </a:cubicBezTo>
                <a:cubicBezTo>
                  <a:pt x="3170982" y="4776833"/>
                  <a:pt x="3177786" y="4773121"/>
                  <a:pt x="3183663" y="4773430"/>
                </a:cubicBezTo>
                <a:close/>
                <a:moveTo>
                  <a:pt x="1942303" y="4769915"/>
                </a:moveTo>
                <a:cubicBezTo>
                  <a:pt x="1947970" y="4770515"/>
                  <a:pt x="1953408" y="4773280"/>
                  <a:pt x="1957273" y="4778068"/>
                </a:cubicBezTo>
                <a:cubicBezTo>
                  <a:pt x="1965986" y="4790738"/>
                  <a:pt x="1965986" y="4807465"/>
                  <a:pt x="1957273" y="4820134"/>
                </a:cubicBezTo>
                <a:cubicBezTo>
                  <a:pt x="1956286" y="4821346"/>
                  <a:pt x="1955173" y="4822460"/>
                  <a:pt x="1953950" y="4823450"/>
                </a:cubicBezTo>
                <a:cubicBezTo>
                  <a:pt x="1944384" y="4831195"/>
                  <a:pt x="1930361" y="4829710"/>
                  <a:pt x="1922631" y="4820134"/>
                </a:cubicBezTo>
                <a:cubicBezTo>
                  <a:pt x="1913919" y="4807465"/>
                  <a:pt x="1913919" y="4790738"/>
                  <a:pt x="1922631" y="4778068"/>
                </a:cubicBezTo>
                <a:cubicBezTo>
                  <a:pt x="1923619" y="4776856"/>
                  <a:pt x="1924732" y="4775743"/>
                  <a:pt x="1925955" y="4774753"/>
                </a:cubicBezTo>
                <a:cubicBezTo>
                  <a:pt x="1930738" y="4770881"/>
                  <a:pt x="1936635" y="4769316"/>
                  <a:pt x="1942303" y="4769915"/>
                </a:cubicBezTo>
                <a:close/>
                <a:moveTo>
                  <a:pt x="3459252" y="4752706"/>
                </a:moveTo>
                <a:cubicBezTo>
                  <a:pt x="3469150" y="4755180"/>
                  <a:pt x="3479047" y="4763222"/>
                  <a:pt x="3486470" y="4775594"/>
                </a:cubicBezTo>
                <a:cubicBezTo>
                  <a:pt x="3501589" y="4800710"/>
                  <a:pt x="3501589" y="4832135"/>
                  <a:pt x="3486470" y="4857250"/>
                </a:cubicBezTo>
                <a:cubicBezTo>
                  <a:pt x="3464201" y="4874572"/>
                  <a:pt x="3446880" y="4869623"/>
                  <a:pt x="3432033" y="4842404"/>
                </a:cubicBezTo>
                <a:cubicBezTo>
                  <a:pt x="3417360" y="4818055"/>
                  <a:pt x="3417360" y="4787570"/>
                  <a:pt x="3432033" y="4763222"/>
                </a:cubicBezTo>
                <a:cubicBezTo>
                  <a:pt x="3439457" y="4753325"/>
                  <a:pt x="3449355" y="4750232"/>
                  <a:pt x="3459252" y="4752706"/>
                </a:cubicBezTo>
                <a:close/>
                <a:moveTo>
                  <a:pt x="3033960" y="4746211"/>
                </a:moveTo>
                <a:cubicBezTo>
                  <a:pt x="3040456" y="4746520"/>
                  <a:pt x="3046023" y="4750851"/>
                  <a:pt x="3046023" y="4758274"/>
                </a:cubicBezTo>
                <a:cubicBezTo>
                  <a:pt x="3054732" y="4770943"/>
                  <a:pt x="3054732" y="4787670"/>
                  <a:pt x="3046023" y="4800339"/>
                </a:cubicBezTo>
                <a:cubicBezTo>
                  <a:pt x="3045478" y="4800958"/>
                  <a:pt x="3044884" y="4801551"/>
                  <a:pt x="3044266" y="4802096"/>
                </a:cubicBezTo>
                <a:cubicBezTo>
                  <a:pt x="3036075" y="4809321"/>
                  <a:pt x="3023555" y="4808529"/>
                  <a:pt x="3016329" y="4800339"/>
                </a:cubicBezTo>
                <a:cubicBezTo>
                  <a:pt x="3007620" y="4787670"/>
                  <a:pt x="3007620" y="4770943"/>
                  <a:pt x="3016329" y="4758274"/>
                </a:cubicBezTo>
                <a:cubicBezTo>
                  <a:pt x="3020041" y="4749614"/>
                  <a:pt x="3027465" y="4745902"/>
                  <a:pt x="3033960" y="4746211"/>
                </a:cubicBezTo>
                <a:close/>
                <a:moveTo>
                  <a:pt x="2529334" y="4739555"/>
                </a:moveTo>
                <a:cubicBezTo>
                  <a:pt x="2533061" y="4740310"/>
                  <a:pt x="2536500" y="4742487"/>
                  <a:pt x="2538764" y="4745902"/>
                </a:cubicBezTo>
                <a:cubicBezTo>
                  <a:pt x="2547054" y="4755948"/>
                  <a:pt x="2547054" y="4770498"/>
                  <a:pt x="2538764" y="4780544"/>
                </a:cubicBezTo>
                <a:cubicBezTo>
                  <a:pt x="2537824" y="4782375"/>
                  <a:pt x="2536488" y="4783983"/>
                  <a:pt x="2534904" y="4785270"/>
                </a:cubicBezTo>
                <a:cubicBezTo>
                  <a:pt x="2528520" y="4790417"/>
                  <a:pt x="2519167" y="4789402"/>
                  <a:pt x="2514020" y="4783018"/>
                </a:cubicBezTo>
                <a:cubicBezTo>
                  <a:pt x="2505335" y="4772180"/>
                  <a:pt x="2505335" y="4756740"/>
                  <a:pt x="2514020" y="4745902"/>
                </a:cubicBezTo>
                <a:cubicBezTo>
                  <a:pt x="2515109" y="4744244"/>
                  <a:pt x="2516544" y="4742834"/>
                  <a:pt x="2518177" y="4741745"/>
                </a:cubicBezTo>
                <a:cubicBezTo>
                  <a:pt x="2521592" y="4739469"/>
                  <a:pt x="2525606" y="4738800"/>
                  <a:pt x="2529334" y="4739555"/>
                </a:cubicBezTo>
                <a:close/>
                <a:moveTo>
                  <a:pt x="4021257" y="4738169"/>
                </a:moveTo>
                <a:cubicBezTo>
                  <a:pt x="4026516" y="4738479"/>
                  <a:pt x="4030846" y="4742190"/>
                  <a:pt x="4030846" y="4748376"/>
                </a:cubicBezTo>
                <a:cubicBezTo>
                  <a:pt x="4037922" y="4760625"/>
                  <a:pt x="4037922" y="4775719"/>
                  <a:pt x="4030846" y="4787967"/>
                </a:cubicBezTo>
                <a:cubicBezTo>
                  <a:pt x="4025897" y="4797865"/>
                  <a:pt x="4013524" y="4795390"/>
                  <a:pt x="4006101" y="4787967"/>
                </a:cubicBezTo>
                <a:cubicBezTo>
                  <a:pt x="3999916" y="4775496"/>
                  <a:pt x="3999916" y="4760847"/>
                  <a:pt x="4006101" y="4748376"/>
                </a:cubicBezTo>
                <a:cubicBezTo>
                  <a:pt x="4009813" y="4740953"/>
                  <a:pt x="4015999" y="4737860"/>
                  <a:pt x="4021257" y="4738169"/>
                </a:cubicBezTo>
                <a:close/>
                <a:moveTo>
                  <a:pt x="3711953" y="4726415"/>
                </a:moveTo>
                <a:cubicBezTo>
                  <a:pt x="3718449" y="4726725"/>
                  <a:pt x="3724016" y="4731055"/>
                  <a:pt x="3724016" y="4738478"/>
                </a:cubicBezTo>
                <a:cubicBezTo>
                  <a:pt x="3732405" y="4753027"/>
                  <a:pt x="3732405" y="4770942"/>
                  <a:pt x="3724016" y="4785492"/>
                </a:cubicBezTo>
                <a:cubicBezTo>
                  <a:pt x="3711644" y="4795389"/>
                  <a:pt x="3711644" y="4792915"/>
                  <a:pt x="3694323" y="4785492"/>
                </a:cubicBezTo>
                <a:cubicBezTo>
                  <a:pt x="3686826" y="4770720"/>
                  <a:pt x="3686826" y="4753250"/>
                  <a:pt x="3694323" y="4738478"/>
                </a:cubicBezTo>
                <a:cubicBezTo>
                  <a:pt x="3698035" y="4729818"/>
                  <a:pt x="3705458" y="4726106"/>
                  <a:pt x="3711953" y="4726415"/>
                </a:cubicBezTo>
                <a:close/>
                <a:moveTo>
                  <a:pt x="2156468" y="4712024"/>
                </a:moveTo>
                <a:cubicBezTo>
                  <a:pt x="2161524" y="4712342"/>
                  <a:pt x="2166459" y="4714588"/>
                  <a:pt x="2170074" y="4718683"/>
                </a:cubicBezTo>
                <a:cubicBezTo>
                  <a:pt x="2177262" y="4730016"/>
                  <a:pt x="2177262" y="4744466"/>
                  <a:pt x="2170074" y="4755799"/>
                </a:cubicBezTo>
                <a:cubicBezTo>
                  <a:pt x="2169527" y="4756418"/>
                  <a:pt x="2168941" y="4757011"/>
                  <a:pt x="2168322" y="4757556"/>
                </a:cubicBezTo>
                <a:cubicBezTo>
                  <a:pt x="2160122" y="4764781"/>
                  <a:pt x="2147611" y="4763989"/>
                  <a:pt x="2140381" y="4755799"/>
                </a:cubicBezTo>
                <a:cubicBezTo>
                  <a:pt x="2131696" y="4744961"/>
                  <a:pt x="2131696" y="4729521"/>
                  <a:pt x="2140381" y="4718683"/>
                </a:cubicBezTo>
                <a:cubicBezTo>
                  <a:pt x="2140928" y="4718064"/>
                  <a:pt x="2141514" y="4717470"/>
                  <a:pt x="2142135" y="4716926"/>
                </a:cubicBezTo>
                <a:cubicBezTo>
                  <a:pt x="2146234" y="4713314"/>
                  <a:pt x="2151411" y="4711705"/>
                  <a:pt x="2156468" y="4712024"/>
                </a:cubicBezTo>
                <a:close/>
                <a:moveTo>
                  <a:pt x="1314435" y="4697115"/>
                </a:moveTo>
                <a:cubicBezTo>
                  <a:pt x="1323637" y="4698868"/>
                  <a:pt x="1332256" y="4703687"/>
                  <a:pt x="1338666" y="4711259"/>
                </a:cubicBezTo>
                <a:cubicBezTo>
                  <a:pt x="1356432" y="4733751"/>
                  <a:pt x="1356432" y="4765474"/>
                  <a:pt x="1338666" y="4787966"/>
                </a:cubicBezTo>
                <a:cubicBezTo>
                  <a:pt x="1336978" y="4789426"/>
                  <a:pt x="1335184" y="4790762"/>
                  <a:pt x="1333296" y="4791950"/>
                </a:cubicBezTo>
                <a:cubicBezTo>
                  <a:pt x="1312496" y="4805090"/>
                  <a:pt x="1284988" y="4798879"/>
                  <a:pt x="1271856" y="4778068"/>
                </a:cubicBezTo>
                <a:cubicBezTo>
                  <a:pt x="1257992" y="4752211"/>
                  <a:pt x="1264191" y="4720167"/>
                  <a:pt x="1286703" y="4701361"/>
                </a:cubicBezTo>
                <a:cubicBezTo>
                  <a:pt x="1295447" y="4696672"/>
                  <a:pt x="1305232" y="4695361"/>
                  <a:pt x="1314435" y="4697115"/>
                </a:cubicBezTo>
                <a:close/>
                <a:moveTo>
                  <a:pt x="3810969" y="4686631"/>
                </a:moveTo>
                <a:cubicBezTo>
                  <a:pt x="3820364" y="4684195"/>
                  <a:pt x="3832890" y="4693938"/>
                  <a:pt x="3832890" y="4693938"/>
                </a:cubicBezTo>
                <a:cubicBezTo>
                  <a:pt x="3841823" y="4708340"/>
                  <a:pt x="3841823" y="4726552"/>
                  <a:pt x="3832890" y="4740952"/>
                </a:cubicBezTo>
                <a:cubicBezTo>
                  <a:pt x="3827942" y="4750850"/>
                  <a:pt x="3813095" y="4748376"/>
                  <a:pt x="3803197" y="4740952"/>
                </a:cubicBezTo>
                <a:cubicBezTo>
                  <a:pt x="3794809" y="4726403"/>
                  <a:pt x="3794809" y="4708488"/>
                  <a:pt x="3803197" y="4693938"/>
                </a:cubicBezTo>
                <a:cubicBezTo>
                  <a:pt x="3805053" y="4689608"/>
                  <a:pt x="3807837" y="4687443"/>
                  <a:pt x="3810969" y="4686631"/>
                </a:cubicBezTo>
                <a:close/>
                <a:moveTo>
                  <a:pt x="3929126" y="4672831"/>
                </a:moveTo>
                <a:lnTo>
                  <a:pt x="3928698" y="4678628"/>
                </a:lnTo>
                <a:cubicBezTo>
                  <a:pt x="3928312" y="4680175"/>
                  <a:pt x="3927848" y="4680329"/>
                  <a:pt x="3927538" y="4679711"/>
                </a:cubicBezTo>
                <a:close/>
                <a:moveTo>
                  <a:pt x="4423661" y="4671359"/>
                </a:moveTo>
                <a:cubicBezTo>
                  <a:pt x="4429229" y="4671669"/>
                  <a:pt x="4434177" y="4675380"/>
                  <a:pt x="4434177" y="4681566"/>
                </a:cubicBezTo>
                <a:cubicBezTo>
                  <a:pt x="4440363" y="4694037"/>
                  <a:pt x="4440363" y="4708686"/>
                  <a:pt x="4434177" y="4721157"/>
                </a:cubicBezTo>
                <a:cubicBezTo>
                  <a:pt x="4429228" y="4728580"/>
                  <a:pt x="4419331" y="4726106"/>
                  <a:pt x="4409433" y="4721157"/>
                </a:cubicBezTo>
                <a:cubicBezTo>
                  <a:pt x="4403593" y="4708612"/>
                  <a:pt x="4403593" y="4694111"/>
                  <a:pt x="4409433" y="4681566"/>
                </a:cubicBezTo>
                <a:cubicBezTo>
                  <a:pt x="4411908" y="4674143"/>
                  <a:pt x="4418094" y="4671050"/>
                  <a:pt x="4423661" y="4671359"/>
                </a:cubicBezTo>
                <a:close/>
                <a:moveTo>
                  <a:pt x="3929394" y="4669194"/>
                </a:moveTo>
                <a:lnTo>
                  <a:pt x="3929394" y="4671668"/>
                </a:lnTo>
                <a:lnTo>
                  <a:pt x="3929126" y="4672831"/>
                </a:lnTo>
                <a:close/>
                <a:moveTo>
                  <a:pt x="4109099" y="4668885"/>
                </a:moveTo>
                <a:cubicBezTo>
                  <a:pt x="4113739" y="4669195"/>
                  <a:pt x="4117450" y="4672906"/>
                  <a:pt x="4117450" y="4679092"/>
                </a:cubicBezTo>
                <a:cubicBezTo>
                  <a:pt x="4124873" y="4689435"/>
                  <a:pt x="4124873" y="4703391"/>
                  <a:pt x="4117450" y="4713734"/>
                </a:cubicBezTo>
                <a:cubicBezTo>
                  <a:pt x="4112502" y="4721157"/>
                  <a:pt x="4102604" y="4718683"/>
                  <a:pt x="4095180" y="4713734"/>
                </a:cubicBezTo>
                <a:cubicBezTo>
                  <a:pt x="4090207" y="4702723"/>
                  <a:pt x="4090207" y="4690103"/>
                  <a:pt x="4095180" y="4679092"/>
                </a:cubicBezTo>
                <a:cubicBezTo>
                  <a:pt x="4098892" y="4671669"/>
                  <a:pt x="4104460" y="4668576"/>
                  <a:pt x="4109099" y="4668885"/>
                </a:cubicBezTo>
                <a:close/>
                <a:moveTo>
                  <a:pt x="2875287" y="4668885"/>
                </a:moveTo>
                <a:cubicBezTo>
                  <a:pt x="2887040" y="4671669"/>
                  <a:pt x="2898794" y="4680329"/>
                  <a:pt x="2907454" y="4693938"/>
                </a:cubicBezTo>
                <a:cubicBezTo>
                  <a:pt x="2925319" y="4720044"/>
                  <a:pt x="2925319" y="4754438"/>
                  <a:pt x="2907454" y="4780544"/>
                </a:cubicBezTo>
                <a:cubicBezTo>
                  <a:pt x="2902827" y="4786284"/>
                  <a:pt x="2896591" y="4790516"/>
                  <a:pt x="2889539" y="4792693"/>
                </a:cubicBezTo>
                <a:cubicBezTo>
                  <a:pt x="2869942" y="4798730"/>
                  <a:pt x="2849156" y="4787769"/>
                  <a:pt x="2843119" y="4768172"/>
                </a:cubicBezTo>
                <a:cubicBezTo>
                  <a:pt x="2824115" y="4741522"/>
                  <a:pt x="2824115" y="4705742"/>
                  <a:pt x="2843119" y="4679092"/>
                </a:cubicBezTo>
                <a:cubicBezTo>
                  <a:pt x="2851780" y="4669195"/>
                  <a:pt x="2863533" y="4666102"/>
                  <a:pt x="2875287" y="4668885"/>
                </a:cubicBezTo>
                <a:close/>
                <a:moveTo>
                  <a:pt x="2365055" y="4653779"/>
                </a:moveTo>
                <a:cubicBezTo>
                  <a:pt x="2370054" y="4654602"/>
                  <a:pt x="2374739" y="4657330"/>
                  <a:pt x="2377926" y="4661771"/>
                </a:cubicBezTo>
                <a:cubicBezTo>
                  <a:pt x="2388007" y="4673054"/>
                  <a:pt x="2388007" y="4690078"/>
                  <a:pt x="2377926" y="4701362"/>
                </a:cubicBezTo>
                <a:cubicBezTo>
                  <a:pt x="2376669" y="4703118"/>
                  <a:pt x="2375135" y="4704653"/>
                  <a:pt x="2373383" y="4705915"/>
                </a:cubicBezTo>
                <a:cubicBezTo>
                  <a:pt x="2364500" y="4712274"/>
                  <a:pt x="2352133" y="4710245"/>
                  <a:pt x="2345759" y="4701362"/>
                </a:cubicBezTo>
                <a:cubicBezTo>
                  <a:pt x="2336675" y="4689732"/>
                  <a:pt x="2336675" y="4673401"/>
                  <a:pt x="2345759" y="4661771"/>
                </a:cubicBezTo>
                <a:cubicBezTo>
                  <a:pt x="2347016" y="4660014"/>
                  <a:pt x="2348550" y="4658480"/>
                  <a:pt x="2350302" y="4657218"/>
                </a:cubicBezTo>
                <a:cubicBezTo>
                  <a:pt x="2354744" y="4654039"/>
                  <a:pt x="2360056" y="4652956"/>
                  <a:pt x="2365055" y="4653779"/>
                </a:cubicBezTo>
                <a:close/>
                <a:moveTo>
                  <a:pt x="1548156" y="4649644"/>
                </a:moveTo>
                <a:cubicBezTo>
                  <a:pt x="1558561" y="4652412"/>
                  <a:pt x="1567910" y="4659149"/>
                  <a:pt x="1573737" y="4669195"/>
                </a:cubicBezTo>
                <a:cubicBezTo>
                  <a:pt x="1591107" y="4690895"/>
                  <a:pt x="1591107" y="4721727"/>
                  <a:pt x="1573737" y="4743427"/>
                </a:cubicBezTo>
                <a:cubicBezTo>
                  <a:pt x="1568382" y="4750801"/>
                  <a:pt x="1560781" y="4756220"/>
                  <a:pt x="1552073" y="4758893"/>
                </a:cubicBezTo>
                <a:cubicBezTo>
                  <a:pt x="1529868" y="4765722"/>
                  <a:pt x="1506331" y="4753251"/>
                  <a:pt x="1499504" y="4731055"/>
                </a:cubicBezTo>
                <a:cubicBezTo>
                  <a:pt x="1487216" y="4706236"/>
                  <a:pt x="1492199" y="4676321"/>
                  <a:pt x="1511876" y="4656822"/>
                </a:cubicBezTo>
                <a:cubicBezTo>
                  <a:pt x="1513269" y="4655758"/>
                  <a:pt x="1514729" y="4654793"/>
                  <a:pt x="1516243" y="4653903"/>
                </a:cubicBezTo>
                <a:cubicBezTo>
                  <a:pt x="1526292" y="4648076"/>
                  <a:pt x="1537752" y="4646876"/>
                  <a:pt x="1548156" y="4649644"/>
                </a:cubicBezTo>
                <a:close/>
                <a:moveTo>
                  <a:pt x="2723110" y="4642285"/>
                </a:moveTo>
                <a:cubicBezTo>
                  <a:pt x="2730533" y="4642594"/>
                  <a:pt x="2736719" y="4646925"/>
                  <a:pt x="2736719" y="4654348"/>
                </a:cubicBezTo>
                <a:cubicBezTo>
                  <a:pt x="2746295" y="4668551"/>
                  <a:pt x="2746295" y="4687159"/>
                  <a:pt x="2736719" y="4701362"/>
                </a:cubicBezTo>
                <a:cubicBezTo>
                  <a:pt x="2721872" y="4701362"/>
                  <a:pt x="2721872" y="4701362"/>
                  <a:pt x="2702077" y="4701362"/>
                </a:cubicBezTo>
                <a:cubicBezTo>
                  <a:pt x="2691758" y="4687381"/>
                  <a:pt x="2691758" y="4668328"/>
                  <a:pt x="2702077" y="4654348"/>
                </a:cubicBezTo>
                <a:cubicBezTo>
                  <a:pt x="2707026" y="4645688"/>
                  <a:pt x="2715687" y="4641976"/>
                  <a:pt x="2723110" y="4642285"/>
                </a:cubicBezTo>
                <a:close/>
                <a:moveTo>
                  <a:pt x="4559445" y="4636099"/>
                </a:moveTo>
                <a:cubicBezTo>
                  <a:pt x="4567796" y="4636408"/>
                  <a:pt x="4575219" y="4641976"/>
                  <a:pt x="4575219" y="4651873"/>
                </a:cubicBezTo>
                <a:cubicBezTo>
                  <a:pt x="4584944" y="4671347"/>
                  <a:pt x="4584944" y="4694260"/>
                  <a:pt x="4575219" y="4713734"/>
                </a:cubicBezTo>
                <a:cubicBezTo>
                  <a:pt x="4567796" y="4728581"/>
                  <a:pt x="4552949" y="4723632"/>
                  <a:pt x="4538103" y="4713734"/>
                </a:cubicBezTo>
                <a:cubicBezTo>
                  <a:pt x="4528750" y="4694161"/>
                  <a:pt x="4528750" y="4671446"/>
                  <a:pt x="4538103" y="4651873"/>
                </a:cubicBezTo>
                <a:cubicBezTo>
                  <a:pt x="4541815" y="4640738"/>
                  <a:pt x="4551094" y="4635789"/>
                  <a:pt x="4559445" y="4636099"/>
                </a:cubicBezTo>
                <a:close/>
                <a:moveTo>
                  <a:pt x="1774165" y="4626511"/>
                </a:moveTo>
                <a:cubicBezTo>
                  <a:pt x="1782207" y="4627129"/>
                  <a:pt x="1789012" y="4632078"/>
                  <a:pt x="1789012" y="4639501"/>
                </a:cubicBezTo>
                <a:cubicBezTo>
                  <a:pt x="1798499" y="4651923"/>
                  <a:pt x="1798499" y="4669145"/>
                  <a:pt x="1789012" y="4681567"/>
                </a:cubicBezTo>
                <a:cubicBezTo>
                  <a:pt x="1788358" y="4682433"/>
                  <a:pt x="1787648" y="4683225"/>
                  <a:pt x="1786889" y="4683992"/>
                </a:cubicBezTo>
                <a:cubicBezTo>
                  <a:pt x="1777238" y="4693667"/>
                  <a:pt x="1761573" y="4693691"/>
                  <a:pt x="1751895" y="4684041"/>
                </a:cubicBezTo>
                <a:cubicBezTo>
                  <a:pt x="1741998" y="4670852"/>
                  <a:pt x="1741998" y="4652690"/>
                  <a:pt x="1751895" y="4639501"/>
                </a:cubicBezTo>
                <a:cubicBezTo>
                  <a:pt x="1756844" y="4629604"/>
                  <a:pt x="1766123" y="4625892"/>
                  <a:pt x="1774165" y="4626511"/>
                </a:cubicBezTo>
                <a:close/>
                <a:moveTo>
                  <a:pt x="3204385" y="4612592"/>
                </a:moveTo>
                <a:cubicBezTo>
                  <a:pt x="3211190" y="4612902"/>
                  <a:pt x="3216757" y="4617232"/>
                  <a:pt x="3216757" y="4624655"/>
                </a:cubicBezTo>
                <a:cubicBezTo>
                  <a:pt x="3225467" y="4637324"/>
                  <a:pt x="3225467" y="4654051"/>
                  <a:pt x="3216757" y="4666720"/>
                </a:cubicBezTo>
                <a:cubicBezTo>
                  <a:pt x="3216757" y="4676618"/>
                  <a:pt x="3194487" y="4671669"/>
                  <a:pt x="3184590" y="4666720"/>
                </a:cubicBezTo>
                <a:cubicBezTo>
                  <a:pt x="3177067" y="4653704"/>
                  <a:pt x="3177067" y="4637670"/>
                  <a:pt x="3184590" y="4624655"/>
                </a:cubicBezTo>
                <a:cubicBezTo>
                  <a:pt x="3189539" y="4615995"/>
                  <a:pt x="3197580" y="4612283"/>
                  <a:pt x="3204385" y="4612592"/>
                </a:cubicBezTo>
                <a:close/>
                <a:moveTo>
                  <a:pt x="3479047" y="4603003"/>
                </a:moveTo>
                <a:cubicBezTo>
                  <a:pt x="3488326" y="4603622"/>
                  <a:pt x="3496368" y="4609808"/>
                  <a:pt x="3496368" y="4619706"/>
                </a:cubicBezTo>
                <a:cubicBezTo>
                  <a:pt x="3507379" y="4639748"/>
                  <a:pt x="3507379" y="4663998"/>
                  <a:pt x="3496368" y="4684041"/>
                </a:cubicBezTo>
                <a:cubicBezTo>
                  <a:pt x="3483996" y="4701362"/>
                  <a:pt x="3464200" y="4701362"/>
                  <a:pt x="3454303" y="4684041"/>
                </a:cubicBezTo>
                <a:cubicBezTo>
                  <a:pt x="3441683" y="4664443"/>
                  <a:pt x="3441683" y="4639303"/>
                  <a:pt x="3454303" y="4619706"/>
                </a:cubicBezTo>
                <a:cubicBezTo>
                  <a:pt x="3459252" y="4607334"/>
                  <a:pt x="3469768" y="4602385"/>
                  <a:pt x="3479047" y="4603003"/>
                </a:cubicBezTo>
                <a:close/>
                <a:moveTo>
                  <a:pt x="3046022" y="4602385"/>
                </a:moveTo>
                <a:lnTo>
                  <a:pt x="3063343" y="4602385"/>
                </a:lnTo>
                <a:cubicBezTo>
                  <a:pt x="3068341" y="4609883"/>
                  <a:pt x="3068341" y="4619632"/>
                  <a:pt x="3063343" y="4627129"/>
                </a:cubicBezTo>
                <a:lnTo>
                  <a:pt x="3046022" y="4627129"/>
                </a:lnTo>
                <a:cubicBezTo>
                  <a:pt x="3041023" y="4619632"/>
                  <a:pt x="3041023" y="4609883"/>
                  <a:pt x="3046022" y="4602385"/>
                </a:cubicBezTo>
                <a:close/>
                <a:moveTo>
                  <a:pt x="3325943" y="4598866"/>
                </a:moveTo>
                <a:cubicBezTo>
                  <a:pt x="3330582" y="4597513"/>
                  <a:pt x="3335531" y="4597590"/>
                  <a:pt x="3340480" y="4598982"/>
                </a:cubicBezTo>
                <a:cubicBezTo>
                  <a:pt x="3350378" y="4601766"/>
                  <a:pt x="3360275" y="4609808"/>
                  <a:pt x="3367698" y="4622180"/>
                </a:cubicBezTo>
                <a:cubicBezTo>
                  <a:pt x="3382372" y="4646528"/>
                  <a:pt x="3382372" y="4677013"/>
                  <a:pt x="3367698" y="4701361"/>
                </a:cubicBezTo>
                <a:cubicBezTo>
                  <a:pt x="3352852" y="4716208"/>
                  <a:pt x="3328108" y="4701361"/>
                  <a:pt x="3313261" y="4686515"/>
                </a:cubicBezTo>
                <a:cubicBezTo>
                  <a:pt x="3298588" y="4662166"/>
                  <a:pt x="3298588" y="4631681"/>
                  <a:pt x="3313261" y="4607333"/>
                </a:cubicBezTo>
                <a:cubicBezTo>
                  <a:pt x="3316973" y="4603003"/>
                  <a:pt x="3321303" y="4600219"/>
                  <a:pt x="3325943" y="4598866"/>
                </a:cubicBezTo>
                <a:close/>
                <a:moveTo>
                  <a:pt x="3601841" y="4598672"/>
                </a:moveTo>
                <a:cubicBezTo>
                  <a:pt x="3607718" y="4599291"/>
                  <a:pt x="3612666" y="4603621"/>
                  <a:pt x="3612666" y="4609807"/>
                </a:cubicBezTo>
                <a:cubicBezTo>
                  <a:pt x="3621376" y="4622476"/>
                  <a:pt x="3621376" y="4639204"/>
                  <a:pt x="3612666" y="4651872"/>
                </a:cubicBezTo>
                <a:cubicBezTo>
                  <a:pt x="3605243" y="4661770"/>
                  <a:pt x="3592871" y="4656821"/>
                  <a:pt x="3585448" y="4651872"/>
                </a:cubicBezTo>
                <a:cubicBezTo>
                  <a:pt x="3577925" y="4638857"/>
                  <a:pt x="3577925" y="4622823"/>
                  <a:pt x="3585448" y="4609807"/>
                </a:cubicBezTo>
                <a:cubicBezTo>
                  <a:pt x="3589160" y="4601147"/>
                  <a:pt x="3595964" y="4598054"/>
                  <a:pt x="3601841" y="4598672"/>
                </a:cubicBezTo>
                <a:close/>
                <a:moveTo>
                  <a:pt x="4191915" y="4591172"/>
                </a:moveTo>
                <a:cubicBezTo>
                  <a:pt x="4198179" y="4589084"/>
                  <a:pt x="4206530" y="4597435"/>
                  <a:pt x="4206530" y="4597435"/>
                </a:cubicBezTo>
                <a:cubicBezTo>
                  <a:pt x="4212246" y="4608274"/>
                  <a:pt x="4212246" y="4621240"/>
                  <a:pt x="4206530" y="4632077"/>
                </a:cubicBezTo>
                <a:cubicBezTo>
                  <a:pt x="4191683" y="4639501"/>
                  <a:pt x="4186734" y="4632077"/>
                  <a:pt x="4186734" y="4632077"/>
                </a:cubicBezTo>
                <a:cubicBezTo>
                  <a:pt x="4180549" y="4621363"/>
                  <a:pt x="4180549" y="4608150"/>
                  <a:pt x="4186734" y="4597435"/>
                </a:cubicBezTo>
                <a:cubicBezTo>
                  <a:pt x="4187971" y="4593724"/>
                  <a:pt x="4189827" y="4591868"/>
                  <a:pt x="4191915" y="4591172"/>
                </a:cubicBezTo>
                <a:close/>
                <a:moveTo>
                  <a:pt x="4018473" y="4587538"/>
                </a:moveTo>
                <a:cubicBezTo>
                  <a:pt x="4018473" y="4599910"/>
                  <a:pt x="4018473" y="4599910"/>
                  <a:pt x="4018473" y="4599910"/>
                </a:cubicBezTo>
                <a:cubicBezTo>
                  <a:pt x="4015998" y="4602384"/>
                  <a:pt x="4018473" y="4587538"/>
                  <a:pt x="4018473" y="4587538"/>
                </a:cubicBezTo>
                <a:close/>
                <a:moveTo>
                  <a:pt x="1988686" y="4585627"/>
                </a:moveTo>
                <a:cubicBezTo>
                  <a:pt x="1994384" y="4585750"/>
                  <a:pt x="2000035" y="4588045"/>
                  <a:pt x="2004288" y="4592487"/>
                </a:cubicBezTo>
                <a:cubicBezTo>
                  <a:pt x="2011476" y="4603820"/>
                  <a:pt x="2011476" y="4618270"/>
                  <a:pt x="2004288" y="4629603"/>
                </a:cubicBezTo>
                <a:cubicBezTo>
                  <a:pt x="2003031" y="4631360"/>
                  <a:pt x="2001497" y="4632894"/>
                  <a:pt x="1999745" y="4634156"/>
                </a:cubicBezTo>
                <a:cubicBezTo>
                  <a:pt x="1990862" y="4640516"/>
                  <a:pt x="1978494" y="4638486"/>
                  <a:pt x="1972120" y="4629603"/>
                </a:cubicBezTo>
                <a:cubicBezTo>
                  <a:pt x="1964264" y="4618469"/>
                  <a:pt x="1964264" y="4603622"/>
                  <a:pt x="1972120" y="4592487"/>
                </a:cubicBezTo>
                <a:cubicBezTo>
                  <a:pt x="1972343" y="4592264"/>
                  <a:pt x="1972568" y="4592017"/>
                  <a:pt x="1972801" y="4591794"/>
                </a:cubicBezTo>
                <a:cubicBezTo>
                  <a:pt x="1977243" y="4587551"/>
                  <a:pt x="1982988" y="4585503"/>
                  <a:pt x="1988686" y="4585627"/>
                </a:cubicBezTo>
                <a:close/>
                <a:moveTo>
                  <a:pt x="4343243" y="4584754"/>
                </a:moveTo>
                <a:cubicBezTo>
                  <a:pt x="4348191" y="4585063"/>
                  <a:pt x="4352521" y="4588775"/>
                  <a:pt x="4352521" y="4594961"/>
                </a:cubicBezTo>
                <a:cubicBezTo>
                  <a:pt x="4358683" y="4606566"/>
                  <a:pt x="4358683" y="4620472"/>
                  <a:pt x="4352521" y="4632077"/>
                </a:cubicBezTo>
                <a:cubicBezTo>
                  <a:pt x="4347572" y="4641975"/>
                  <a:pt x="4330252" y="4644450"/>
                  <a:pt x="4330252" y="4632077"/>
                </a:cubicBezTo>
                <a:cubicBezTo>
                  <a:pt x="4330252" y="4619705"/>
                  <a:pt x="4325303" y="4609807"/>
                  <a:pt x="4330252" y="4594961"/>
                </a:cubicBezTo>
                <a:cubicBezTo>
                  <a:pt x="4332727" y="4587538"/>
                  <a:pt x="4338294" y="4584445"/>
                  <a:pt x="4343243" y="4584754"/>
                </a:cubicBezTo>
                <a:close/>
                <a:moveTo>
                  <a:pt x="3716903" y="4567433"/>
                </a:moveTo>
                <a:cubicBezTo>
                  <a:pt x="3722161" y="4567742"/>
                  <a:pt x="3726491" y="4571454"/>
                  <a:pt x="3726491" y="4577640"/>
                </a:cubicBezTo>
                <a:cubicBezTo>
                  <a:pt x="3733666" y="4588973"/>
                  <a:pt x="3733666" y="4603424"/>
                  <a:pt x="3726491" y="4614756"/>
                </a:cubicBezTo>
                <a:cubicBezTo>
                  <a:pt x="3711644" y="4622180"/>
                  <a:pt x="3711644" y="4619705"/>
                  <a:pt x="3701746" y="4612282"/>
                </a:cubicBezTo>
                <a:cubicBezTo>
                  <a:pt x="3694323" y="4601939"/>
                  <a:pt x="3694323" y="4587983"/>
                  <a:pt x="3701746" y="4577640"/>
                </a:cubicBezTo>
                <a:cubicBezTo>
                  <a:pt x="3705458" y="4570217"/>
                  <a:pt x="3711644" y="4567124"/>
                  <a:pt x="3716903" y="4567433"/>
                </a:cubicBezTo>
                <a:close/>
                <a:moveTo>
                  <a:pt x="2564795" y="4538659"/>
                </a:moveTo>
                <a:cubicBezTo>
                  <a:pt x="2574495" y="4541581"/>
                  <a:pt x="2583081" y="4548207"/>
                  <a:pt x="2588253" y="4557844"/>
                </a:cubicBezTo>
                <a:cubicBezTo>
                  <a:pt x="2604386" y="4580857"/>
                  <a:pt x="2604386" y="4611539"/>
                  <a:pt x="2588253" y="4634552"/>
                </a:cubicBezTo>
                <a:cubicBezTo>
                  <a:pt x="2570932" y="4651873"/>
                  <a:pt x="2543713" y="4646924"/>
                  <a:pt x="2528866" y="4619705"/>
                </a:cubicBezTo>
                <a:cubicBezTo>
                  <a:pt x="2512362" y="4597708"/>
                  <a:pt x="2512362" y="4567470"/>
                  <a:pt x="2528866" y="4545473"/>
                </a:cubicBezTo>
                <a:cubicBezTo>
                  <a:pt x="2530673" y="4544037"/>
                  <a:pt x="2532603" y="4542775"/>
                  <a:pt x="2534656" y="4541686"/>
                </a:cubicBezTo>
                <a:cubicBezTo>
                  <a:pt x="2544282" y="4536515"/>
                  <a:pt x="2555095" y="4535735"/>
                  <a:pt x="2564795" y="4538659"/>
                </a:cubicBezTo>
                <a:close/>
                <a:moveTo>
                  <a:pt x="2207977" y="4524574"/>
                </a:moveTo>
                <a:cubicBezTo>
                  <a:pt x="2214940" y="4524775"/>
                  <a:pt x="2221827" y="4527633"/>
                  <a:pt x="2226986" y="4533101"/>
                </a:cubicBezTo>
                <a:cubicBezTo>
                  <a:pt x="2237715" y="4547849"/>
                  <a:pt x="2237715" y="4567842"/>
                  <a:pt x="2226986" y="4582590"/>
                </a:cubicBezTo>
                <a:cubicBezTo>
                  <a:pt x="2225580" y="4584470"/>
                  <a:pt x="2223912" y="4586128"/>
                  <a:pt x="2222037" y="4587539"/>
                </a:cubicBezTo>
                <a:cubicBezTo>
                  <a:pt x="2211105" y="4595728"/>
                  <a:pt x="2195595" y="4593526"/>
                  <a:pt x="2187395" y="4582590"/>
                </a:cubicBezTo>
                <a:cubicBezTo>
                  <a:pt x="2176666" y="4567842"/>
                  <a:pt x="2176666" y="4547849"/>
                  <a:pt x="2187395" y="4533101"/>
                </a:cubicBezTo>
                <a:cubicBezTo>
                  <a:pt x="2187756" y="4532730"/>
                  <a:pt x="2188127" y="4532358"/>
                  <a:pt x="2188508" y="4531987"/>
                </a:cubicBezTo>
                <a:cubicBezTo>
                  <a:pt x="2193974" y="4526828"/>
                  <a:pt x="2201014" y="4524373"/>
                  <a:pt x="2207977" y="4524574"/>
                </a:cubicBezTo>
                <a:close/>
                <a:moveTo>
                  <a:pt x="2903433" y="4519182"/>
                </a:moveTo>
                <a:cubicBezTo>
                  <a:pt x="2913021" y="4521966"/>
                  <a:pt x="2922301" y="4529389"/>
                  <a:pt x="2929724" y="4540524"/>
                </a:cubicBezTo>
                <a:cubicBezTo>
                  <a:pt x="2943209" y="4561655"/>
                  <a:pt x="2943209" y="4588676"/>
                  <a:pt x="2929724" y="4609807"/>
                </a:cubicBezTo>
                <a:cubicBezTo>
                  <a:pt x="2914877" y="4627129"/>
                  <a:pt x="2890133" y="4619705"/>
                  <a:pt x="2875286" y="4597435"/>
                </a:cubicBezTo>
                <a:cubicBezTo>
                  <a:pt x="2861355" y="4575537"/>
                  <a:pt x="2861355" y="4547576"/>
                  <a:pt x="2875286" y="4525677"/>
                </a:cubicBezTo>
                <a:cubicBezTo>
                  <a:pt x="2883947" y="4518254"/>
                  <a:pt x="2893844" y="4516398"/>
                  <a:pt x="2903433" y="4519182"/>
                </a:cubicBezTo>
                <a:close/>
                <a:moveTo>
                  <a:pt x="4605222" y="4518254"/>
                </a:moveTo>
                <a:cubicBezTo>
                  <a:pt x="4612955" y="4520728"/>
                  <a:pt x="4620997" y="4528152"/>
                  <a:pt x="4627183" y="4540524"/>
                </a:cubicBezTo>
                <a:cubicBezTo>
                  <a:pt x="4638689" y="4563932"/>
                  <a:pt x="4638689" y="4591349"/>
                  <a:pt x="4627183" y="4614757"/>
                </a:cubicBezTo>
                <a:cubicBezTo>
                  <a:pt x="4617285" y="4632077"/>
                  <a:pt x="4597490" y="4627129"/>
                  <a:pt x="4585118" y="4602385"/>
                </a:cubicBezTo>
                <a:cubicBezTo>
                  <a:pt x="4573166" y="4578209"/>
                  <a:pt x="4573166" y="4549852"/>
                  <a:pt x="4585118" y="4525677"/>
                </a:cubicBezTo>
                <a:cubicBezTo>
                  <a:pt x="4590067" y="4518254"/>
                  <a:pt x="4597490" y="4515779"/>
                  <a:pt x="4605222" y="4518254"/>
                </a:cubicBezTo>
                <a:close/>
                <a:moveTo>
                  <a:pt x="4251070" y="4515779"/>
                </a:moveTo>
                <a:cubicBezTo>
                  <a:pt x="4265916" y="4515779"/>
                  <a:pt x="4265916" y="4515779"/>
                  <a:pt x="4265916" y="4515779"/>
                </a:cubicBezTo>
                <a:cubicBezTo>
                  <a:pt x="4268391" y="4522138"/>
                  <a:pt x="4268391" y="4529215"/>
                  <a:pt x="4265916" y="4535574"/>
                </a:cubicBezTo>
                <a:cubicBezTo>
                  <a:pt x="4260967" y="4540523"/>
                  <a:pt x="4251070" y="4535574"/>
                  <a:pt x="4251070" y="4535574"/>
                </a:cubicBezTo>
                <a:cubicBezTo>
                  <a:pt x="4247531" y="4529438"/>
                  <a:pt x="4247531" y="4521915"/>
                  <a:pt x="4251070" y="4515779"/>
                </a:cubicBezTo>
                <a:close/>
                <a:moveTo>
                  <a:pt x="3826705" y="4511759"/>
                </a:moveTo>
                <a:cubicBezTo>
                  <a:pt x="3834128" y="4512068"/>
                  <a:pt x="3840314" y="4517017"/>
                  <a:pt x="3840314" y="4525677"/>
                </a:cubicBezTo>
                <a:cubicBezTo>
                  <a:pt x="3848677" y="4541984"/>
                  <a:pt x="3848677" y="4561334"/>
                  <a:pt x="3840314" y="4577640"/>
                </a:cubicBezTo>
                <a:cubicBezTo>
                  <a:pt x="3830416" y="4587538"/>
                  <a:pt x="3815569" y="4585064"/>
                  <a:pt x="3805672" y="4577640"/>
                </a:cubicBezTo>
                <a:cubicBezTo>
                  <a:pt x="3797308" y="4561334"/>
                  <a:pt x="3797308" y="4541984"/>
                  <a:pt x="3805672" y="4525677"/>
                </a:cubicBezTo>
                <a:cubicBezTo>
                  <a:pt x="3810621" y="4515780"/>
                  <a:pt x="3819281" y="4511450"/>
                  <a:pt x="3826705" y="4511759"/>
                </a:cubicBezTo>
                <a:close/>
                <a:moveTo>
                  <a:pt x="4092706" y="4505882"/>
                </a:moveTo>
                <a:cubicBezTo>
                  <a:pt x="4095180" y="4505882"/>
                  <a:pt x="4107552" y="4505882"/>
                  <a:pt x="4107552" y="4505882"/>
                </a:cubicBezTo>
                <a:cubicBezTo>
                  <a:pt x="4111165" y="4513726"/>
                  <a:pt x="4111165" y="4522782"/>
                  <a:pt x="4107552" y="4530626"/>
                </a:cubicBezTo>
                <a:cubicBezTo>
                  <a:pt x="4102603" y="4538050"/>
                  <a:pt x="4092706" y="4533101"/>
                  <a:pt x="4092706" y="4533101"/>
                </a:cubicBezTo>
                <a:cubicBezTo>
                  <a:pt x="4087855" y="4524688"/>
                  <a:pt x="4087855" y="4514295"/>
                  <a:pt x="4092706" y="4505882"/>
                </a:cubicBezTo>
                <a:close/>
                <a:moveTo>
                  <a:pt x="4402629" y="4488252"/>
                </a:moveTo>
                <a:cubicBezTo>
                  <a:pt x="4407577" y="4488561"/>
                  <a:pt x="4411907" y="4492272"/>
                  <a:pt x="4411907" y="4498458"/>
                </a:cubicBezTo>
                <a:cubicBezTo>
                  <a:pt x="4418069" y="4510063"/>
                  <a:pt x="4418069" y="4523969"/>
                  <a:pt x="4411907" y="4535574"/>
                </a:cubicBezTo>
                <a:cubicBezTo>
                  <a:pt x="4406958" y="4542998"/>
                  <a:pt x="4389638" y="4547946"/>
                  <a:pt x="4389638" y="4535574"/>
                </a:cubicBezTo>
                <a:cubicBezTo>
                  <a:pt x="4389638" y="4523202"/>
                  <a:pt x="4384689" y="4513305"/>
                  <a:pt x="4389638" y="4498458"/>
                </a:cubicBezTo>
                <a:cubicBezTo>
                  <a:pt x="4392113" y="4491035"/>
                  <a:pt x="4397680" y="4487942"/>
                  <a:pt x="4402629" y="4488252"/>
                </a:cubicBezTo>
                <a:close/>
                <a:moveTo>
                  <a:pt x="1609797" y="4471332"/>
                </a:moveTo>
                <a:cubicBezTo>
                  <a:pt x="1616730" y="4472013"/>
                  <a:pt x="1623404" y="4475335"/>
                  <a:pt x="1628174" y="4481137"/>
                </a:cubicBezTo>
                <a:cubicBezTo>
                  <a:pt x="1638903" y="4495885"/>
                  <a:pt x="1638903" y="4515878"/>
                  <a:pt x="1628174" y="4530625"/>
                </a:cubicBezTo>
                <a:cubicBezTo>
                  <a:pt x="1627048" y="4531987"/>
                  <a:pt x="1625789" y="4533249"/>
                  <a:pt x="1624418" y="4534387"/>
                </a:cubicBezTo>
                <a:cubicBezTo>
                  <a:pt x="1612803" y="4543914"/>
                  <a:pt x="1595650" y="4542231"/>
                  <a:pt x="1586109" y="4530625"/>
                </a:cubicBezTo>
                <a:cubicBezTo>
                  <a:pt x="1573506" y="4516546"/>
                  <a:pt x="1573506" y="4495217"/>
                  <a:pt x="1586109" y="4481137"/>
                </a:cubicBezTo>
                <a:cubicBezTo>
                  <a:pt x="1587235" y="4479776"/>
                  <a:pt x="1588494" y="4478514"/>
                  <a:pt x="1589865" y="4477376"/>
                </a:cubicBezTo>
                <a:cubicBezTo>
                  <a:pt x="1595673" y="4472613"/>
                  <a:pt x="1602865" y="4470652"/>
                  <a:pt x="1609797" y="4471332"/>
                </a:cubicBezTo>
                <a:close/>
                <a:moveTo>
                  <a:pt x="4530062" y="4468457"/>
                </a:moveTo>
                <a:cubicBezTo>
                  <a:pt x="4534392" y="4468766"/>
                  <a:pt x="4538103" y="4472477"/>
                  <a:pt x="4538103" y="4478663"/>
                </a:cubicBezTo>
                <a:cubicBezTo>
                  <a:pt x="4543844" y="4488610"/>
                  <a:pt x="4543844" y="4500883"/>
                  <a:pt x="4538103" y="4510830"/>
                </a:cubicBezTo>
                <a:cubicBezTo>
                  <a:pt x="4533154" y="4518254"/>
                  <a:pt x="4523257" y="4515779"/>
                  <a:pt x="4518308" y="4510830"/>
                </a:cubicBezTo>
                <a:cubicBezTo>
                  <a:pt x="4513755" y="4500587"/>
                  <a:pt x="4513755" y="4488907"/>
                  <a:pt x="4518308" y="4478663"/>
                </a:cubicBezTo>
                <a:cubicBezTo>
                  <a:pt x="4520783" y="4471240"/>
                  <a:pt x="4525732" y="4468147"/>
                  <a:pt x="4530062" y="4468457"/>
                </a:cubicBezTo>
                <a:close/>
                <a:moveTo>
                  <a:pt x="2721872" y="4453919"/>
                </a:moveTo>
                <a:cubicBezTo>
                  <a:pt x="2739193" y="4453919"/>
                  <a:pt x="2763937" y="4453919"/>
                  <a:pt x="2773835" y="4476189"/>
                </a:cubicBezTo>
                <a:cubicBezTo>
                  <a:pt x="2789127" y="4497667"/>
                  <a:pt x="2789127" y="4526469"/>
                  <a:pt x="2773835" y="4547947"/>
                </a:cubicBezTo>
                <a:cubicBezTo>
                  <a:pt x="2758988" y="4565269"/>
                  <a:pt x="2734244" y="4557845"/>
                  <a:pt x="2721872" y="4525678"/>
                </a:cubicBezTo>
                <a:cubicBezTo>
                  <a:pt x="2706580" y="4504199"/>
                  <a:pt x="2706580" y="4475397"/>
                  <a:pt x="2721872" y="4453919"/>
                </a:cubicBezTo>
                <a:close/>
                <a:moveTo>
                  <a:pt x="3491110" y="4444639"/>
                </a:moveTo>
                <a:cubicBezTo>
                  <a:pt x="3500699" y="4447113"/>
                  <a:pt x="3508740" y="4453918"/>
                  <a:pt x="3508740" y="4463816"/>
                </a:cubicBezTo>
                <a:cubicBezTo>
                  <a:pt x="3519801" y="4482968"/>
                  <a:pt x="3519801" y="4506549"/>
                  <a:pt x="3508740" y="4525677"/>
                </a:cubicBezTo>
                <a:cubicBezTo>
                  <a:pt x="3496368" y="4538049"/>
                  <a:pt x="3476573" y="4533100"/>
                  <a:pt x="3464201" y="4513305"/>
                </a:cubicBezTo>
                <a:cubicBezTo>
                  <a:pt x="3452026" y="4494474"/>
                  <a:pt x="3452026" y="4470274"/>
                  <a:pt x="3464201" y="4451444"/>
                </a:cubicBezTo>
                <a:cubicBezTo>
                  <a:pt x="3470387" y="4444021"/>
                  <a:pt x="3481522" y="4442165"/>
                  <a:pt x="3491110" y="4444639"/>
                </a:cubicBezTo>
                <a:close/>
                <a:moveTo>
                  <a:pt x="3356564" y="4439691"/>
                </a:moveTo>
                <a:cubicBezTo>
                  <a:pt x="3366461" y="4442166"/>
                  <a:pt x="3376359" y="4450208"/>
                  <a:pt x="3385019" y="4463817"/>
                </a:cubicBezTo>
                <a:cubicBezTo>
                  <a:pt x="3399841" y="4487250"/>
                  <a:pt x="3399841" y="4517091"/>
                  <a:pt x="3385019" y="4540524"/>
                </a:cubicBezTo>
                <a:cubicBezTo>
                  <a:pt x="3370173" y="4557845"/>
                  <a:pt x="3345429" y="4552896"/>
                  <a:pt x="3328107" y="4525677"/>
                </a:cubicBezTo>
                <a:cubicBezTo>
                  <a:pt x="3313286" y="4502244"/>
                  <a:pt x="3313286" y="4472403"/>
                  <a:pt x="3328107" y="4448970"/>
                </a:cubicBezTo>
                <a:cubicBezTo>
                  <a:pt x="3336768" y="4440310"/>
                  <a:pt x="3346666" y="4437217"/>
                  <a:pt x="3356564" y="4439691"/>
                </a:cubicBezTo>
                <a:close/>
                <a:moveTo>
                  <a:pt x="3220469" y="4421752"/>
                </a:moveTo>
                <a:cubicBezTo>
                  <a:pt x="3231604" y="4424845"/>
                  <a:pt x="3242739" y="4434124"/>
                  <a:pt x="3251400" y="4448970"/>
                </a:cubicBezTo>
                <a:cubicBezTo>
                  <a:pt x="3269017" y="4476040"/>
                  <a:pt x="3269017" y="4510979"/>
                  <a:pt x="3251400" y="4538050"/>
                </a:cubicBezTo>
                <a:cubicBezTo>
                  <a:pt x="3234078" y="4557845"/>
                  <a:pt x="3216757" y="4550422"/>
                  <a:pt x="3189539" y="4520729"/>
                </a:cubicBezTo>
                <a:cubicBezTo>
                  <a:pt x="3170535" y="4494079"/>
                  <a:pt x="3170535" y="4458299"/>
                  <a:pt x="3189539" y="4431649"/>
                </a:cubicBezTo>
                <a:cubicBezTo>
                  <a:pt x="3198200" y="4421752"/>
                  <a:pt x="3209334" y="4418659"/>
                  <a:pt x="3220469" y="4421752"/>
                </a:cubicBezTo>
                <a:close/>
                <a:moveTo>
                  <a:pt x="4644813" y="4420824"/>
                </a:moveTo>
                <a:cubicBezTo>
                  <a:pt x="4652546" y="4421133"/>
                  <a:pt x="4659350" y="4426701"/>
                  <a:pt x="4659350" y="4436598"/>
                </a:cubicBezTo>
                <a:cubicBezTo>
                  <a:pt x="4669025" y="4455206"/>
                  <a:pt x="4669025" y="4477377"/>
                  <a:pt x="4659350" y="4495984"/>
                </a:cubicBezTo>
                <a:cubicBezTo>
                  <a:pt x="4651926" y="4508356"/>
                  <a:pt x="4637080" y="4503408"/>
                  <a:pt x="4624708" y="4493510"/>
                </a:cubicBezTo>
                <a:cubicBezTo>
                  <a:pt x="4615453" y="4475669"/>
                  <a:pt x="4615453" y="4454439"/>
                  <a:pt x="4624708" y="4436598"/>
                </a:cubicBezTo>
                <a:cubicBezTo>
                  <a:pt x="4628420" y="4425463"/>
                  <a:pt x="4637080" y="4420514"/>
                  <a:pt x="4644813" y="4420824"/>
                </a:cubicBezTo>
                <a:close/>
                <a:moveTo>
                  <a:pt x="2586397" y="4419007"/>
                </a:moveTo>
                <a:cubicBezTo>
                  <a:pt x="2588717" y="4418427"/>
                  <a:pt x="2591346" y="4418814"/>
                  <a:pt x="2593820" y="4419587"/>
                </a:cubicBezTo>
                <a:cubicBezTo>
                  <a:pt x="2598769" y="4421133"/>
                  <a:pt x="2603099" y="4424226"/>
                  <a:pt x="2603099" y="4424226"/>
                </a:cubicBezTo>
                <a:cubicBezTo>
                  <a:pt x="2609705" y="4433035"/>
                  <a:pt x="2609705" y="4445110"/>
                  <a:pt x="2603099" y="4453919"/>
                </a:cubicBezTo>
                <a:cubicBezTo>
                  <a:pt x="2602678" y="4454389"/>
                  <a:pt x="2602257" y="4454835"/>
                  <a:pt x="2601787" y="4455231"/>
                </a:cubicBezTo>
                <a:cubicBezTo>
                  <a:pt x="2595626" y="4460650"/>
                  <a:pt x="2586248" y="4460080"/>
                  <a:pt x="2580829" y="4453919"/>
                </a:cubicBezTo>
                <a:cubicBezTo>
                  <a:pt x="2574222" y="4445110"/>
                  <a:pt x="2574222" y="4433035"/>
                  <a:pt x="2580829" y="4424226"/>
                </a:cubicBezTo>
                <a:cubicBezTo>
                  <a:pt x="2582066" y="4421133"/>
                  <a:pt x="2584077" y="4419587"/>
                  <a:pt x="2586397" y="4419007"/>
                </a:cubicBezTo>
                <a:close/>
                <a:moveTo>
                  <a:pt x="3608954" y="4418967"/>
                </a:moveTo>
                <a:cubicBezTo>
                  <a:pt x="3617615" y="4421133"/>
                  <a:pt x="3626276" y="4427937"/>
                  <a:pt x="3632462" y="4439072"/>
                </a:cubicBezTo>
                <a:cubicBezTo>
                  <a:pt x="3644933" y="4459585"/>
                  <a:pt x="3644933" y="4485368"/>
                  <a:pt x="3632462" y="4505881"/>
                </a:cubicBezTo>
                <a:cubicBezTo>
                  <a:pt x="3620089" y="4520728"/>
                  <a:pt x="3597819" y="4515779"/>
                  <a:pt x="3585447" y="4493509"/>
                </a:cubicBezTo>
                <a:cubicBezTo>
                  <a:pt x="3572976" y="4472996"/>
                  <a:pt x="3572976" y="4447213"/>
                  <a:pt x="3585447" y="4426699"/>
                </a:cubicBezTo>
                <a:cubicBezTo>
                  <a:pt x="3591633" y="4419276"/>
                  <a:pt x="3600294" y="4416802"/>
                  <a:pt x="3608954" y="4418967"/>
                </a:cubicBezTo>
                <a:close/>
                <a:moveTo>
                  <a:pt x="2398650" y="4416803"/>
                </a:moveTo>
                <a:cubicBezTo>
                  <a:pt x="2413806" y="4420514"/>
                  <a:pt x="2428652" y="4431649"/>
                  <a:pt x="2439787" y="4448970"/>
                </a:cubicBezTo>
                <a:cubicBezTo>
                  <a:pt x="2462213" y="4481805"/>
                  <a:pt x="2462213" y="4525009"/>
                  <a:pt x="2439787" y="4557845"/>
                </a:cubicBezTo>
                <a:cubicBezTo>
                  <a:pt x="2412568" y="4582589"/>
                  <a:pt x="2375452" y="4572691"/>
                  <a:pt x="2355656" y="4535575"/>
                </a:cubicBezTo>
                <a:cubicBezTo>
                  <a:pt x="2330383" y="4504620"/>
                  <a:pt x="2330383" y="4460130"/>
                  <a:pt x="2355656" y="4429174"/>
                </a:cubicBezTo>
                <a:cubicBezTo>
                  <a:pt x="2368029" y="4416802"/>
                  <a:pt x="2383494" y="4413091"/>
                  <a:pt x="2398650" y="4416803"/>
                </a:cubicBezTo>
                <a:close/>
                <a:moveTo>
                  <a:pt x="3998677" y="4406904"/>
                </a:moveTo>
                <a:cubicBezTo>
                  <a:pt x="4003626" y="4406904"/>
                  <a:pt x="4018473" y="4406904"/>
                  <a:pt x="4018473" y="4406904"/>
                </a:cubicBezTo>
                <a:cubicBezTo>
                  <a:pt x="4023323" y="4416208"/>
                  <a:pt x="4023323" y="4427294"/>
                  <a:pt x="4018473" y="4436597"/>
                </a:cubicBezTo>
                <a:cubicBezTo>
                  <a:pt x="4013524" y="4453918"/>
                  <a:pt x="3998677" y="4436597"/>
                  <a:pt x="3998677" y="4436597"/>
                </a:cubicBezTo>
                <a:cubicBezTo>
                  <a:pt x="3993828" y="4427294"/>
                  <a:pt x="3993828" y="4416208"/>
                  <a:pt x="3998677" y="4406904"/>
                </a:cubicBezTo>
                <a:close/>
                <a:moveTo>
                  <a:pt x="4323447" y="4406595"/>
                </a:moveTo>
                <a:cubicBezTo>
                  <a:pt x="4328396" y="4406905"/>
                  <a:pt x="4332726" y="4410616"/>
                  <a:pt x="4332726" y="4416802"/>
                </a:cubicBezTo>
                <a:cubicBezTo>
                  <a:pt x="4338887" y="4428407"/>
                  <a:pt x="4338887" y="4442313"/>
                  <a:pt x="4332726" y="4453918"/>
                </a:cubicBezTo>
                <a:cubicBezTo>
                  <a:pt x="4327777" y="4453918"/>
                  <a:pt x="4317880" y="4453918"/>
                  <a:pt x="4310456" y="4453918"/>
                </a:cubicBezTo>
                <a:cubicBezTo>
                  <a:pt x="4304295" y="4442313"/>
                  <a:pt x="4304295" y="4428407"/>
                  <a:pt x="4310456" y="4416802"/>
                </a:cubicBezTo>
                <a:cubicBezTo>
                  <a:pt x="4312931" y="4409379"/>
                  <a:pt x="4318498" y="4406286"/>
                  <a:pt x="4323447" y="4406595"/>
                </a:cubicBezTo>
                <a:close/>
                <a:moveTo>
                  <a:pt x="2038805" y="4401226"/>
                </a:moveTo>
                <a:cubicBezTo>
                  <a:pt x="2044473" y="4401826"/>
                  <a:pt x="2049911" y="4404591"/>
                  <a:pt x="2053776" y="4409379"/>
                </a:cubicBezTo>
                <a:cubicBezTo>
                  <a:pt x="2064585" y="4422246"/>
                  <a:pt x="2064585" y="4441051"/>
                  <a:pt x="2053776" y="4453918"/>
                </a:cubicBezTo>
                <a:cubicBezTo>
                  <a:pt x="2043879" y="4453918"/>
                  <a:pt x="2026557" y="4453918"/>
                  <a:pt x="2019134" y="4451444"/>
                </a:cubicBezTo>
                <a:cubicBezTo>
                  <a:pt x="2009647" y="4439022"/>
                  <a:pt x="2009647" y="4421800"/>
                  <a:pt x="2019134" y="4409379"/>
                </a:cubicBezTo>
                <a:cubicBezTo>
                  <a:pt x="2020121" y="4408166"/>
                  <a:pt x="2021235" y="4407053"/>
                  <a:pt x="2022457" y="4406063"/>
                </a:cubicBezTo>
                <a:cubicBezTo>
                  <a:pt x="2027240" y="4402191"/>
                  <a:pt x="2033137" y="4400626"/>
                  <a:pt x="2038805" y="4401226"/>
                </a:cubicBezTo>
                <a:close/>
                <a:moveTo>
                  <a:pt x="3077880" y="4397007"/>
                </a:moveTo>
                <a:cubicBezTo>
                  <a:pt x="3089325" y="4400100"/>
                  <a:pt x="3100460" y="4409379"/>
                  <a:pt x="3107883" y="4424225"/>
                </a:cubicBezTo>
                <a:cubicBezTo>
                  <a:pt x="3125303" y="4449564"/>
                  <a:pt x="3125303" y="4483018"/>
                  <a:pt x="3107883" y="4508356"/>
                </a:cubicBezTo>
                <a:cubicBezTo>
                  <a:pt x="3090562" y="4528151"/>
                  <a:pt x="3060868" y="4520728"/>
                  <a:pt x="3046022" y="4491035"/>
                </a:cubicBezTo>
                <a:cubicBezTo>
                  <a:pt x="3028602" y="4465697"/>
                  <a:pt x="3028602" y="4432242"/>
                  <a:pt x="3046022" y="4406904"/>
                </a:cubicBezTo>
                <a:cubicBezTo>
                  <a:pt x="3054683" y="4397007"/>
                  <a:pt x="3066436" y="4393914"/>
                  <a:pt x="3077880" y="4397007"/>
                </a:cubicBezTo>
                <a:close/>
                <a:moveTo>
                  <a:pt x="1810358" y="4395522"/>
                </a:moveTo>
                <a:cubicBezTo>
                  <a:pt x="1817402" y="4394900"/>
                  <a:pt x="1824452" y="4395670"/>
                  <a:pt x="1831112" y="4397709"/>
                </a:cubicBezTo>
                <a:cubicBezTo>
                  <a:pt x="1844432" y="4401789"/>
                  <a:pt x="1856196" y="4410951"/>
                  <a:pt x="1863245" y="4424226"/>
                </a:cubicBezTo>
                <a:cubicBezTo>
                  <a:pt x="1885520" y="4453449"/>
                  <a:pt x="1885520" y="4493980"/>
                  <a:pt x="1863245" y="4523203"/>
                </a:cubicBezTo>
                <a:cubicBezTo>
                  <a:pt x="1856027" y="4533150"/>
                  <a:pt x="1845655" y="4540375"/>
                  <a:pt x="1833812" y="4543666"/>
                </a:cubicBezTo>
                <a:cubicBezTo>
                  <a:pt x="1804854" y="4551758"/>
                  <a:pt x="1774826" y="4534833"/>
                  <a:pt x="1766743" y="4505882"/>
                </a:cubicBezTo>
                <a:cubicBezTo>
                  <a:pt x="1748523" y="4473368"/>
                  <a:pt x="1754633" y="4432639"/>
                  <a:pt x="1781589" y="4406905"/>
                </a:cubicBezTo>
                <a:cubicBezTo>
                  <a:pt x="1784113" y="4404925"/>
                  <a:pt x="1786805" y="4403169"/>
                  <a:pt x="1789636" y="4401684"/>
                </a:cubicBezTo>
                <a:cubicBezTo>
                  <a:pt x="1796275" y="4398158"/>
                  <a:pt x="1803314" y="4396144"/>
                  <a:pt x="1810358" y="4395522"/>
                </a:cubicBezTo>
                <a:close/>
                <a:moveTo>
                  <a:pt x="4748739" y="4376284"/>
                </a:moveTo>
                <a:cubicBezTo>
                  <a:pt x="4756472" y="4378449"/>
                  <a:pt x="4763276" y="4384635"/>
                  <a:pt x="4763276" y="4394532"/>
                </a:cubicBezTo>
                <a:cubicBezTo>
                  <a:pt x="4772555" y="4413239"/>
                  <a:pt x="4772555" y="4435212"/>
                  <a:pt x="4763276" y="4453919"/>
                </a:cubicBezTo>
                <a:cubicBezTo>
                  <a:pt x="4755852" y="4473714"/>
                  <a:pt x="4741006" y="4468765"/>
                  <a:pt x="4728634" y="4444021"/>
                </a:cubicBezTo>
                <a:cubicBezTo>
                  <a:pt x="4719281" y="4424448"/>
                  <a:pt x="4719281" y="4401733"/>
                  <a:pt x="4728634" y="4382160"/>
                </a:cubicBezTo>
                <a:cubicBezTo>
                  <a:pt x="4732346" y="4375974"/>
                  <a:pt x="4741006" y="4374118"/>
                  <a:pt x="4748739" y="4376284"/>
                </a:cubicBezTo>
                <a:close/>
                <a:moveTo>
                  <a:pt x="3720614" y="4367314"/>
                </a:moveTo>
                <a:cubicBezTo>
                  <a:pt x="3731440" y="4370407"/>
                  <a:pt x="3742575" y="4379686"/>
                  <a:pt x="3751235" y="4394532"/>
                </a:cubicBezTo>
                <a:cubicBezTo>
                  <a:pt x="3767145" y="4422097"/>
                  <a:pt x="3767145" y="4456046"/>
                  <a:pt x="3751235" y="4483612"/>
                </a:cubicBezTo>
                <a:cubicBezTo>
                  <a:pt x="3736388" y="4503407"/>
                  <a:pt x="3711644" y="4495984"/>
                  <a:pt x="3691848" y="4466290"/>
                </a:cubicBezTo>
                <a:cubicBezTo>
                  <a:pt x="3674849" y="4439022"/>
                  <a:pt x="3674849" y="4404479"/>
                  <a:pt x="3691848" y="4377211"/>
                </a:cubicBezTo>
                <a:cubicBezTo>
                  <a:pt x="3699272" y="4367314"/>
                  <a:pt x="3709788" y="4364221"/>
                  <a:pt x="3720614" y="4367314"/>
                </a:cubicBezTo>
                <a:close/>
                <a:moveTo>
                  <a:pt x="2932817" y="4365149"/>
                </a:moveTo>
                <a:cubicBezTo>
                  <a:pt x="2943334" y="4366077"/>
                  <a:pt x="2951994" y="4373500"/>
                  <a:pt x="2951994" y="4384634"/>
                </a:cubicBezTo>
                <a:cubicBezTo>
                  <a:pt x="2966865" y="4405345"/>
                  <a:pt x="2966865" y="4433208"/>
                  <a:pt x="2951994" y="4453919"/>
                </a:cubicBezTo>
                <a:cubicBezTo>
                  <a:pt x="2937147" y="4468765"/>
                  <a:pt x="2914878" y="4453919"/>
                  <a:pt x="2902505" y="4451444"/>
                </a:cubicBezTo>
                <a:cubicBezTo>
                  <a:pt x="2887238" y="4431797"/>
                  <a:pt x="2887238" y="4404282"/>
                  <a:pt x="2902505" y="4384634"/>
                </a:cubicBezTo>
                <a:cubicBezTo>
                  <a:pt x="2909929" y="4369788"/>
                  <a:pt x="2922301" y="4364221"/>
                  <a:pt x="2932817" y="4365149"/>
                </a:cubicBezTo>
                <a:close/>
                <a:moveTo>
                  <a:pt x="3827014" y="4352777"/>
                </a:moveTo>
                <a:cubicBezTo>
                  <a:pt x="3832890" y="4353086"/>
                  <a:pt x="3837839" y="4357417"/>
                  <a:pt x="3837839" y="4364840"/>
                </a:cubicBezTo>
                <a:cubicBezTo>
                  <a:pt x="3846129" y="4376742"/>
                  <a:pt x="3846129" y="4392529"/>
                  <a:pt x="3837839" y="4404430"/>
                </a:cubicBezTo>
                <a:cubicBezTo>
                  <a:pt x="3830416" y="4414328"/>
                  <a:pt x="3818044" y="4411854"/>
                  <a:pt x="3810621" y="4406905"/>
                </a:cubicBezTo>
                <a:cubicBezTo>
                  <a:pt x="3803098" y="4393890"/>
                  <a:pt x="3803098" y="4377855"/>
                  <a:pt x="3810621" y="4364840"/>
                </a:cubicBezTo>
                <a:cubicBezTo>
                  <a:pt x="3814333" y="4356180"/>
                  <a:pt x="3821137" y="4352468"/>
                  <a:pt x="3827014" y="4352777"/>
                </a:cubicBezTo>
                <a:close/>
                <a:moveTo>
                  <a:pt x="4571817" y="4347519"/>
                </a:moveTo>
                <a:cubicBezTo>
                  <a:pt x="4578931" y="4348137"/>
                  <a:pt x="4585117" y="4353705"/>
                  <a:pt x="4585117" y="4362365"/>
                </a:cubicBezTo>
                <a:cubicBezTo>
                  <a:pt x="4593481" y="4378672"/>
                  <a:pt x="4593481" y="4398022"/>
                  <a:pt x="4585117" y="4414328"/>
                </a:cubicBezTo>
                <a:cubicBezTo>
                  <a:pt x="4577694" y="4424226"/>
                  <a:pt x="4565322" y="4419277"/>
                  <a:pt x="4552950" y="4414328"/>
                </a:cubicBezTo>
                <a:cubicBezTo>
                  <a:pt x="4546219" y="4397651"/>
                  <a:pt x="4546219" y="4379018"/>
                  <a:pt x="4552950" y="4362365"/>
                </a:cubicBezTo>
                <a:cubicBezTo>
                  <a:pt x="4556662" y="4351230"/>
                  <a:pt x="4564703" y="4346900"/>
                  <a:pt x="4571817" y="4347519"/>
                </a:cubicBezTo>
                <a:close/>
                <a:moveTo>
                  <a:pt x="4085127" y="4324979"/>
                </a:moveTo>
                <a:cubicBezTo>
                  <a:pt x="4086983" y="4324399"/>
                  <a:pt x="4088994" y="4324786"/>
                  <a:pt x="4090850" y="4325559"/>
                </a:cubicBezTo>
                <a:cubicBezTo>
                  <a:pt x="4094561" y="4327105"/>
                  <a:pt x="4097654" y="4330198"/>
                  <a:pt x="4097654" y="4330198"/>
                </a:cubicBezTo>
                <a:cubicBezTo>
                  <a:pt x="4103519" y="4339230"/>
                  <a:pt x="4103519" y="4350859"/>
                  <a:pt x="4097654" y="4359891"/>
                </a:cubicBezTo>
                <a:cubicBezTo>
                  <a:pt x="4092706" y="4364840"/>
                  <a:pt x="4080333" y="4357417"/>
                  <a:pt x="4080333" y="4357417"/>
                </a:cubicBezTo>
                <a:cubicBezTo>
                  <a:pt x="4074148" y="4349399"/>
                  <a:pt x="4074148" y="4338215"/>
                  <a:pt x="4080333" y="4330198"/>
                </a:cubicBezTo>
                <a:cubicBezTo>
                  <a:pt x="4081570" y="4327105"/>
                  <a:pt x="4083272" y="4325559"/>
                  <a:pt x="4085127" y="4324979"/>
                </a:cubicBezTo>
                <a:close/>
                <a:moveTo>
                  <a:pt x="2246260" y="4324775"/>
                </a:moveTo>
                <a:cubicBezTo>
                  <a:pt x="2256211" y="4328885"/>
                  <a:pt x="2264594" y="4336791"/>
                  <a:pt x="2269052" y="4347518"/>
                </a:cubicBezTo>
                <a:cubicBezTo>
                  <a:pt x="2286818" y="4370010"/>
                  <a:pt x="2286818" y="4401733"/>
                  <a:pt x="2269052" y="4424225"/>
                </a:cubicBezTo>
                <a:cubicBezTo>
                  <a:pt x="2265196" y="4427887"/>
                  <a:pt x="2260646" y="4430733"/>
                  <a:pt x="2255667" y="4432588"/>
                </a:cubicBezTo>
                <a:cubicBezTo>
                  <a:pt x="2235189" y="4440259"/>
                  <a:pt x="2212377" y="4429867"/>
                  <a:pt x="2204716" y="4409378"/>
                </a:cubicBezTo>
                <a:cubicBezTo>
                  <a:pt x="2187391" y="4385822"/>
                  <a:pt x="2187391" y="4353753"/>
                  <a:pt x="2204716" y="4330197"/>
                </a:cubicBezTo>
                <a:cubicBezTo>
                  <a:pt x="2207589" y="4328019"/>
                  <a:pt x="2210732" y="4326188"/>
                  <a:pt x="2214065" y="4324803"/>
                </a:cubicBezTo>
                <a:cubicBezTo>
                  <a:pt x="2224792" y="4320349"/>
                  <a:pt x="2236309" y="4320664"/>
                  <a:pt x="2246260" y="4324775"/>
                </a:cubicBezTo>
                <a:close/>
                <a:moveTo>
                  <a:pt x="4369842" y="4320299"/>
                </a:moveTo>
                <a:cubicBezTo>
                  <a:pt x="4382214" y="4320299"/>
                  <a:pt x="4382214" y="4320299"/>
                  <a:pt x="4382214" y="4320299"/>
                </a:cubicBezTo>
                <a:cubicBezTo>
                  <a:pt x="4385752" y="4327302"/>
                  <a:pt x="4385752" y="4335566"/>
                  <a:pt x="4382214" y="4342569"/>
                </a:cubicBezTo>
                <a:cubicBezTo>
                  <a:pt x="4379740" y="4347518"/>
                  <a:pt x="4369842" y="4349992"/>
                  <a:pt x="4369842" y="4342569"/>
                </a:cubicBezTo>
                <a:cubicBezTo>
                  <a:pt x="4369842" y="4335146"/>
                  <a:pt x="4357470" y="4320299"/>
                  <a:pt x="4369842" y="4320299"/>
                </a:cubicBezTo>
                <a:close/>
                <a:moveTo>
                  <a:pt x="4242719" y="4309783"/>
                </a:moveTo>
                <a:cubicBezTo>
                  <a:pt x="4249833" y="4310402"/>
                  <a:pt x="4256019" y="4315350"/>
                  <a:pt x="4256019" y="4322773"/>
                </a:cubicBezTo>
                <a:cubicBezTo>
                  <a:pt x="4263219" y="4338486"/>
                  <a:pt x="4263219" y="4356550"/>
                  <a:pt x="4256019" y="4372262"/>
                </a:cubicBezTo>
                <a:cubicBezTo>
                  <a:pt x="4248595" y="4382160"/>
                  <a:pt x="4236223" y="4377211"/>
                  <a:pt x="4223851" y="4372262"/>
                </a:cubicBezTo>
                <a:cubicBezTo>
                  <a:pt x="4215487" y="4356821"/>
                  <a:pt x="4215487" y="4338214"/>
                  <a:pt x="4223851" y="4322773"/>
                </a:cubicBezTo>
                <a:cubicBezTo>
                  <a:pt x="4227563" y="4312876"/>
                  <a:pt x="4235605" y="4309164"/>
                  <a:pt x="4242719" y="4309783"/>
                </a:cubicBezTo>
                <a:close/>
                <a:moveTo>
                  <a:pt x="4682238" y="4306072"/>
                </a:moveTo>
                <a:cubicBezTo>
                  <a:pt x="4688425" y="4306690"/>
                  <a:pt x="4695229" y="4312876"/>
                  <a:pt x="4701415" y="4322773"/>
                </a:cubicBezTo>
                <a:cubicBezTo>
                  <a:pt x="4710768" y="4342347"/>
                  <a:pt x="4710768" y="4365062"/>
                  <a:pt x="4701415" y="4384634"/>
                </a:cubicBezTo>
                <a:cubicBezTo>
                  <a:pt x="4686569" y="4397007"/>
                  <a:pt x="4669248" y="4392058"/>
                  <a:pt x="4666773" y="4384634"/>
                </a:cubicBezTo>
                <a:cubicBezTo>
                  <a:pt x="4656208" y="4365358"/>
                  <a:pt x="4656208" y="4342049"/>
                  <a:pt x="4666773" y="4322773"/>
                </a:cubicBezTo>
                <a:cubicBezTo>
                  <a:pt x="4670485" y="4310402"/>
                  <a:pt x="4676052" y="4305453"/>
                  <a:pt x="4682238" y="4306072"/>
                </a:cubicBezTo>
                <a:close/>
                <a:moveTo>
                  <a:pt x="3371719" y="4302979"/>
                </a:moveTo>
                <a:cubicBezTo>
                  <a:pt x="3378833" y="4303597"/>
                  <a:pt x="3386256" y="4309165"/>
                  <a:pt x="3392442" y="4317825"/>
                </a:cubicBezTo>
                <a:cubicBezTo>
                  <a:pt x="3402612" y="4335443"/>
                  <a:pt x="3402612" y="4357119"/>
                  <a:pt x="3392442" y="4374737"/>
                </a:cubicBezTo>
                <a:cubicBezTo>
                  <a:pt x="3382544" y="4387109"/>
                  <a:pt x="3362749" y="4382160"/>
                  <a:pt x="3352851" y="4372263"/>
                </a:cubicBezTo>
                <a:cubicBezTo>
                  <a:pt x="3340479" y="4356228"/>
                  <a:pt x="3340479" y="4333859"/>
                  <a:pt x="3352851" y="4317825"/>
                </a:cubicBezTo>
                <a:cubicBezTo>
                  <a:pt x="3357800" y="4306690"/>
                  <a:pt x="3364605" y="4302360"/>
                  <a:pt x="3371719" y="4302979"/>
                </a:cubicBezTo>
                <a:close/>
                <a:moveTo>
                  <a:pt x="1448830" y="4301671"/>
                </a:moveTo>
                <a:cubicBezTo>
                  <a:pt x="1456430" y="4301686"/>
                  <a:pt x="1464024" y="4304600"/>
                  <a:pt x="1469811" y="4310402"/>
                </a:cubicBezTo>
                <a:cubicBezTo>
                  <a:pt x="1482413" y="4324481"/>
                  <a:pt x="1482413" y="4345811"/>
                  <a:pt x="1469811" y="4359890"/>
                </a:cubicBezTo>
                <a:cubicBezTo>
                  <a:pt x="1469786" y="4359915"/>
                  <a:pt x="1469761" y="4359940"/>
                  <a:pt x="1469739" y="4359965"/>
                </a:cubicBezTo>
                <a:cubicBezTo>
                  <a:pt x="1458122" y="4371545"/>
                  <a:pt x="1439321" y="4371495"/>
                  <a:pt x="1427746" y="4359890"/>
                </a:cubicBezTo>
                <a:cubicBezTo>
                  <a:pt x="1415143" y="4345811"/>
                  <a:pt x="1415143" y="4324481"/>
                  <a:pt x="1427746" y="4310402"/>
                </a:cubicBezTo>
                <a:cubicBezTo>
                  <a:pt x="1427770" y="4310377"/>
                  <a:pt x="1427795" y="4310352"/>
                  <a:pt x="1427817" y="4310328"/>
                </a:cubicBezTo>
                <a:cubicBezTo>
                  <a:pt x="1433626" y="4304538"/>
                  <a:pt x="1441231" y="4301655"/>
                  <a:pt x="1448830" y="4301671"/>
                </a:cubicBezTo>
                <a:close/>
                <a:moveTo>
                  <a:pt x="2754336" y="4296273"/>
                </a:moveTo>
                <a:cubicBezTo>
                  <a:pt x="2774552" y="4287959"/>
                  <a:pt x="2797688" y="4297609"/>
                  <a:pt x="2806002" y="4317825"/>
                </a:cubicBezTo>
                <a:cubicBezTo>
                  <a:pt x="2822135" y="4340837"/>
                  <a:pt x="2822135" y="4371520"/>
                  <a:pt x="2806002" y="4394533"/>
                </a:cubicBezTo>
                <a:cubicBezTo>
                  <a:pt x="2786207" y="4411853"/>
                  <a:pt x="2761462" y="4404430"/>
                  <a:pt x="2746616" y="4379686"/>
                </a:cubicBezTo>
                <a:cubicBezTo>
                  <a:pt x="2729295" y="4356129"/>
                  <a:pt x="2729295" y="4324061"/>
                  <a:pt x="2746616" y="4300504"/>
                </a:cubicBezTo>
                <a:cubicBezTo>
                  <a:pt x="2749016" y="4298821"/>
                  <a:pt x="2751614" y="4297386"/>
                  <a:pt x="2754336" y="4296273"/>
                </a:cubicBezTo>
                <a:close/>
                <a:moveTo>
                  <a:pt x="3497915" y="4295556"/>
                </a:moveTo>
                <a:cubicBezTo>
                  <a:pt x="3505029" y="4296174"/>
                  <a:pt x="3512453" y="4301742"/>
                  <a:pt x="3518639" y="4310402"/>
                </a:cubicBezTo>
                <a:cubicBezTo>
                  <a:pt x="3528907" y="4327104"/>
                  <a:pt x="3528907" y="4348137"/>
                  <a:pt x="3518639" y="4364839"/>
                </a:cubicBezTo>
                <a:cubicBezTo>
                  <a:pt x="3508741" y="4377212"/>
                  <a:pt x="3491420" y="4372263"/>
                  <a:pt x="3479048" y="4364839"/>
                </a:cubicBezTo>
                <a:cubicBezTo>
                  <a:pt x="3468779" y="4348137"/>
                  <a:pt x="3468779" y="4327104"/>
                  <a:pt x="3479048" y="4310402"/>
                </a:cubicBezTo>
                <a:cubicBezTo>
                  <a:pt x="3483997" y="4299267"/>
                  <a:pt x="3490801" y="4294937"/>
                  <a:pt x="3497915" y="4295556"/>
                </a:cubicBezTo>
                <a:close/>
                <a:moveTo>
                  <a:pt x="3242430" y="4292153"/>
                </a:moveTo>
                <a:cubicBezTo>
                  <a:pt x="3251400" y="4293081"/>
                  <a:pt x="3258823" y="4299267"/>
                  <a:pt x="3258823" y="4307927"/>
                </a:cubicBezTo>
                <a:cubicBezTo>
                  <a:pt x="3271244" y="4325768"/>
                  <a:pt x="3271244" y="4349473"/>
                  <a:pt x="3258823" y="4367314"/>
                </a:cubicBezTo>
                <a:cubicBezTo>
                  <a:pt x="3246451" y="4379686"/>
                  <a:pt x="3229130" y="4374737"/>
                  <a:pt x="3216758" y="4364839"/>
                </a:cubicBezTo>
                <a:cubicBezTo>
                  <a:pt x="3203965" y="4348013"/>
                  <a:pt x="3203965" y="4324754"/>
                  <a:pt x="3216758" y="4307927"/>
                </a:cubicBezTo>
                <a:cubicBezTo>
                  <a:pt x="3222944" y="4295555"/>
                  <a:pt x="3233460" y="4291225"/>
                  <a:pt x="3242430" y="4292153"/>
                </a:cubicBezTo>
                <a:close/>
                <a:moveTo>
                  <a:pt x="2438288" y="4279224"/>
                </a:moveTo>
                <a:cubicBezTo>
                  <a:pt x="2447273" y="4282311"/>
                  <a:pt x="2455081" y="4288825"/>
                  <a:pt x="2459583" y="4298029"/>
                </a:cubicBezTo>
                <a:cubicBezTo>
                  <a:pt x="2474454" y="4318740"/>
                  <a:pt x="2474454" y="4346602"/>
                  <a:pt x="2459583" y="4367313"/>
                </a:cubicBezTo>
                <a:cubicBezTo>
                  <a:pt x="2444736" y="4382160"/>
                  <a:pt x="2419992" y="4377211"/>
                  <a:pt x="2402671" y="4352467"/>
                </a:cubicBezTo>
                <a:cubicBezTo>
                  <a:pt x="2388958" y="4332300"/>
                  <a:pt x="2388958" y="4305824"/>
                  <a:pt x="2402671" y="4285657"/>
                </a:cubicBezTo>
                <a:cubicBezTo>
                  <a:pt x="2404903" y="4283826"/>
                  <a:pt x="2407340" y="4282267"/>
                  <a:pt x="2409936" y="4280980"/>
                </a:cubicBezTo>
                <a:cubicBezTo>
                  <a:pt x="2419144" y="4276477"/>
                  <a:pt x="2429304" y="4276137"/>
                  <a:pt x="2438288" y="4279224"/>
                </a:cubicBezTo>
                <a:close/>
                <a:moveTo>
                  <a:pt x="1669183" y="4278327"/>
                </a:moveTo>
                <a:cubicBezTo>
                  <a:pt x="1676116" y="4279008"/>
                  <a:pt x="1682790" y="4282330"/>
                  <a:pt x="1687560" y="4288132"/>
                </a:cubicBezTo>
                <a:cubicBezTo>
                  <a:pt x="1700163" y="4302211"/>
                  <a:pt x="1700163" y="4323541"/>
                  <a:pt x="1687560" y="4337621"/>
                </a:cubicBezTo>
                <a:cubicBezTo>
                  <a:pt x="1687516" y="4337670"/>
                  <a:pt x="1687469" y="4337719"/>
                  <a:pt x="1687424" y="4337769"/>
                </a:cubicBezTo>
                <a:cubicBezTo>
                  <a:pt x="1676485" y="4349993"/>
                  <a:pt x="1657714" y="4351032"/>
                  <a:pt x="1645495" y="4340095"/>
                </a:cubicBezTo>
                <a:cubicBezTo>
                  <a:pt x="1633519" y="4324852"/>
                  <a:pt x="1633519" y="4303374"/>
                  <a:pt x="1645495" y="4288132"/>
                </a:cubicBezTo>
                <a:cubicBezTo>
                  <a:pt x="1646621" y="4286771"/>
                  <a:pt x="1647880" y="4285509"/>
                  <a:pt x="1649251" y="4284371"/>
                </a:cubicBezTo>
                <a:cubicBezTo>
                  <a:pt x="1655059" y="4279608"/>
                  <a:pt x="1662251" y="4277647"/>
                  <a:pt x="1669183" y="4278327"/>
                </a:cubicBezTo>
                <a:close/>
                <a:moveTo>
                  <a:pt x="3905615" y="4267293"/>
                </a:moveTo>
                <a:cubicBezTo>
                  <a:pt x="3909675" y="4265940"/>
                  <a:pt x="3914083" y="4266017"/>
                  <a:pt x="3918568" y="4267409"/>
                </a:cubicBezTo>
                <a:cubicBezTo>
                  <a:pt x="3927538" y="4270193"/>
                  <a:pt x="3936817" y="4278235"/>
                  <a:pt x="3944240" y="4290607"/>
                </a:cubicBezTo>
                <a:cubicBezTo>
                  <a:pt x="3957503" y="4313569"/>
                  <a:pt x="3957503" y="4341877"/>
                  <a:pt x="3944240" y="4364839"/>
                </a:cubicBezTo>
                <a:cubicBezTo>
                  <a:pt x="3931868" y="4379686"/>
                  <a:pt x="3909598" y="4374737"/>
                  <a:pt x="3894751" y="4349993"/>
                </a:cubicBezTo>
                <a:cubicBezTo>
                  <a:pt x="3881488" y="4327030"/>
                  <a:pt x="3881488" y="4298723"/>
                  <a:pt x="3894751" y="4275760"/>
                </a:cubicBezTo>
                <a:cubicBezTo>
                  <a:pt x="3897844" y="4271430"/>
                  <a:pt x="3901556" y="4268646"/>
                  <a:pt x="3905615" y="4267293"/>
                </a:cubicBezTo>
                <a:close/>
                <a:moveTo>
                  <a:pt x="3622255" y="4261841"/>
                </a:moveTo>
                <a:cubicBezTo>
                  <a:pt x="3631843" y="4264625"/>
                  <a:pt x="3639885" y="4272048"/>
                  <a:pt x="3639885" y="4283183"/>
                </a:cubicBezTo>
                <a:cubicBezTo>
                  <a:pt x="3653173" y="4302582"/>
                  <a:pt x="3653173" y="4328118"/>
                  <a:pt x="3639885" y="4347518"/>
                </a:cubicBezTo>
                <a:cubicBezTo>
                  <a:pt x="3627513" y="4362364"/>
                  <a:pt x="3607717" y="4357416"/>
                  <a:pt x="3595345" y="4335146"/>
                </a:cubicBezTo>
                <a:cubicBezTo>
                  <a:pt x="3581637" y="4314979"/>
                  <a:pt x="3581637" y="4288502"/>
                  <a:pt x="3595345" y="4268336"/>
                </a:cubicBezTo>
                <a:cubicBezTo>
                  <a:pt x="3601531" y="4260913"/>
                  <a:pt x="3612666" y="4259058"/>
                  <a:pt x="3622255" y="4261841"/>
                </a:cubicBezTo>
                <a:close/>
                <a:moveTo>
                  <a:pt x="3096748" y="4256893"/>
                </a:moveTo>
                <a:cubicBezTo>
                  <a:pt x="3106027" y="4259677"/>
                  <a:pt x="3115306" y="4267100"/>
                  <a:pt x="3122729" y="4278235"/>
                </a:cubicBezTo>
                <a:cubicBezTo>
                  <a:pt x="3136215" y="4299366"/>
                  <a:pt x="3136215" y="4326387"/>
                  <a:pt x="3122729" y="4347519"/>
                </a:cubicBezTo>
                <a:cubicBezTo>
                  <a:pt x="3107883" y="4362365"/>
                  <a:pt x="3085613" y="4354942"/>
                  <a:pt x="3070766" y="4332672"/>
                </a:cubicBezTo>
                <a:cubicBezTo>
                  <a:pt x="3057281" y="4311541"/>
                  <a:pt x="3057281" y="4284519"/>
                  <a:pt x="3070766" y="4263388"/>
                </a:cubicBezTo>
                <a:cubicBezTo>
                  <a:pt x="3078190" y="4255965"/>
                  <a:pt x="3087469" y="4254109"/>
                  <a:pt x="3096748" y="4256893"/>
                </a:cubicBezTo>
                <a:close/>
                <a:moveTo>
                  <a:pt x="4770082" y="4252253"/>
                </a:moveTo>
                <a:cubicBezTo>
                  <a:pt x="4778742" y="4255346"/>
                  <a:pt x="4788021" y="4263388"/>
                  <a:pt x="4795444" y="4275760"/>
                </a:cubicBezTo>
                <a:cubicBezTo>
                  <a:pt x="4807099" y="4300875"/>
                  <a:pt x="4807099" y="4329826"/>
                  <a:pt x="4795444" y="4354942"/>
                </a:cubicBezTo>
                <a:cubicBezTo>
                  <a:pt x="4785547" y="4374737"/>
                  <a:pt x="4765751" y="4367313"/>
                  <a:pt x="4748430" y="4340095"/>
                </a:cubicBezTo>
                <a:cubicBezTo>
                  <a:pt x="4736677" y="4314138"/>
                  <a:pt x="4736677" y="4284395"/>
                  <a:pt x="4748430" y="4258438"/>
                </a:cubicBezTo>
                <a:cubicBezTo>
                  <a:pt x="4753379" y="4251015"/>
                  <a:pt x="4761421" y="4249160"/>
                  <a:pt x="4770082" y="4252253"/>
                </a:cubicBezTo>
                <a:close/>
                <a:moveTo>
                  <a:pt x="2086871" y="4218230"/>
                </a:moveTo>
                <a:cubicBezTo>
                  <a:pt x="2094604" y="4218849"/>
                  <a:pt x="2100790" y="4223797"/>
                  <a:pt x="2100790" y="4231220"/>
                </a:cubicBezTo>
                <a:cubicBezTo>
                  <a:pt x="2109294" y="4244854"/>
                  <a:pt x="2109294" y="4262126"/>
                  <a:pt x="2100790" y="4275760"/>
                </a:cubicBezTo>
                <a:cubicBezTo>
                  <a:pt x="2100107" y="4276527"/>
                  <a:pt x="2099374" y="4277269"/>
                  <a:pt x="2098597" y="4277962"/>
                </a:cubicBezTo>
                <a:cubicBezTo>
                  <a:pt x="2088348" y="4286994"/>
                  <a:pt x="2072712" y="4286004"/>
                  <a:pt x="2063673" y="4275760"/>
                </a:cubicBezTo>
                <a:cubicBezTo>
                  <a:pt x="2052865" y="4262893"/>
                  <a:pt x="2052865" y="4244112"/>
                  <a:pt x="2063673" y="4231220"/>
                </a:cubicBezTo>
                <a:cubicBezTo>
                  <a:pt x="2069859" y="4221323"/>
                  <a:pt x="2079138" y="4217611"/>
                  <a:pt x="2086871" y="4218230"/>
                </a:cubicBezTo>
                <a:close/>
                <a:moveTo>
                  <a:pt x="3725562" y="4217611"/>
                </a:moveTo>
                <a:cubicBezTo>
                  <a:pt x="3734532" y="4220703"/>
                  <a:pt x="3743811" y="4228745"/>
                  <a:pt x="3751234" y="4241117"/>
                </a:cubicBezTo>
                <a:cubicBezTo>
                  <a:pt x="3764596" y="4263165"/>
                  <a:pt x="3764596" y="4290829"/>
                  <a:pt x="3751234" y="4312876"/>
                </a:cubicBezTo>
                <a:cubicBezTo>
                  <a:pt x="3738862" y="4330197"/>
                  <a:pt x="3711644" y="4322774"/>
                  <a:pt x="3701746" y="4298030"/>
                </a:cubicBezTo>
                <a:cubicBezTo>
                  <a:pt x="3686726" y="4275562"/>
                  <a:pt x="3686726" y="4246265"/>
                  <a:pt x="3701746" y="4223796"/>
                </a:cubicBezTo>
                <a:cubicBezTo>
                  <a:pt x="3707932" y="4216373"/>
                  <a:pt x="3716593" y="4214517"/>
                  <a:pt x="3725562" y="4217611"/>
                </a:cubicBezTo>
                <a:close/>
                <a:moveTo>
                  <a:pt x="4157350" y="4217302"/>
                </a:moveTo>
                <a:cubicBezTo>
                  <a:pt x="4163846" y="4219467"/>
                  <a:pt x="4170650" y="4225035"/>
                  <a:pt x="4176836" y="4233695"/>
                </a:cubicBezTo>
                <a:cubicBezTo>
                  <a:pt x="4186561" y="4250546"/>
                  <a:pt x="4186561" y="4271281"/>
                  <a:pt x="4176836" y="4288132"/>
                </a:cubicBezTo>
                <a:cubicBezTo>
                  <a:pt x="4169413" y="4300504"/>
                  <a:pt x="4152092" y="4295556"/>
                  <a:pt x="4139720" y="4278235"/>
                </a:cubicBezTo>
                <a:cubicBezTo>
                  <a:pt x="4130045" y="4260493"/>
                  <a:pt x="4130045" y="4239064"/>
                  <a:pt x="4139720" y="4221322"/>
                </a:cubicBezTo>
                <a:cubicBezTo>
                  <a:pt x="4144669" y="4216374"/>
                  <a:pt x="4150855" y="4215137"/>
                  <a:pt x="4157350" y="4217302"/>
                </a:cubicBezTo>
                <a:close/>
                <a:moveTo>
                  <a:pt x="1886259" y="4216318"/>
                </a:moveTo>
                <a:cubicBezTo>
                  <a:pt x="1898692" y="4221038"/>
                  <a:pt x="1909324" y="4230503"/>
                  <a:pt x="1915208" y="4243592"/>
                </a:cubicBezTo>
                <a:cubicBezTo>
                  <a:pt x="1935832" y="4271553"/>
                  <a:pt x="1935832" y="4309659"/>
                  <a:pt x="1915208" y="4337621"/>
                </a:cubicBezTo>
                <a:cubicBezTo>
                  <a:pt x="1908264" y="4345910"/>
                  <a:pt x="1899005" y="4351947"/>
                  <a:pt x="1888615" y="4354966"/>
                </a:cubicBezTo>
                <a:cubicBezTo>
                  <a:pt x="1859738" y="4363330"/>
                  <a:pt x="1829545" y="4346702"/>
                  <a:pt x="1821179" y="4317825"/>
                </a:cubicBezTo>
                <a:cubicBezTo>
                  <a:pt x="1802735" y="4287018"/>
                  <a:pt x="1808988" y="4247428"/>
                  <a:pt x="1836026" y="4223797"/>
                </a:cubicBezTo>
                <a:cubicBezTo>
                  <a:pt x="1839260" y="4221298"/>
                  <a:pt x="1842776" y="4219194"/>
                  <a:pt x="1846505" y="4217511"/>
                </a:cubicBezTo>
                <a:cubicBezTo>
                  <a:pt x="1859593" y="4211622"/>
                  <a:pt x="1873826" y="4211598"/>
                  <a:pt x="1886259" y="4216318"/>
                </a:cubicBezTo>
                <a:close/>
                <a:moveTo>
                  <a:pt x="4419176" y="4208679"/>
                </a:moveTo>
                <a:cubicBezTo>
                  <a:pt x="4421032" y="4208099"/>
                  <a:pt x="4423043" y="4208486"/>
                  <a:pt x="4424899" y="4209259"/>
                </a:cubicBezTo>
                <a:cubicBezTo>
                  <a:pt x="4428610" y="4210806"/>
                  <a:pt x="4431703" y="4213899"/>
                  <a:pt x="4431703" y="4213899"/>
                </a:cubicBezTo>
                <a:cubicBezTo>
                  <a:pt x="4436107" y="4222436"/>
                  <a:pt x="4436107" y="4232580"/>
                  <a:pt x="4431703" y="4241117"/>
                </a:cubicBezTo>
                <a:cubicBezTo>
                  <a:pt x="4426754" y="4248541"/>
                  <a:pt x="4414382" y="4243592"/>
                  <a:pt x="4414382" y="4243592"/>
                </a:cubicBezTo>
                <a:cubicBezTo>
                  <a:pt x="4410769" y="4234016"/>
                  <a:pt x="4410769" y="4223475"/>
                  <a:pt x="4414382" y="4213899"/>
                </a:cubicBezTo>
                <a:cubicBezTo>
                  <a:pt x="4415619" y="4210806"/>
                  <a:pt x="4417321" y="4209259"/>
                  <a:pt x="4419176" y="4208679"/>
                </a:cubicBezTo>
                <a:close/>
                <a:moveTo>
                  <a:pt x="2924775" y="4206476"/>
                </a:moveTo>
                <a:cubicBezTo>
                  <a:pt x="2942096" y="4206476"/>
                  <a:pt x="2969314" y="4206476"/>
                  <a:pt x="2981687" y="4231220"/>
                </a:cubicBezTo>
                <a:cubicBezTo>
                  <a:pt x="2997820" y="4254233"/>
                  <a:pt x="2997820" y="4284915"/>
                  <a:pt x="2981687" y="4307928"/>
                </a:cubicBezTo>
                <a:cubicBezTo>
                  <a:pt x="2969314" y="4325249"/>
                  <a:pt x="2937147" y="4317826"/>
                  <a:pt x="2924775" y="4283183"/>
                </a:cubicBezTo>
                <a:cubicBezTo>
                  <a:pt x="2907008" y="4260691"/>
                  <a:pt x="2907008" y="4228969"/>
                  <a:pt x="2924775" y="4206476"/>
                </a:cubicBezTo>
                <a:close/>
                <a:moveTo>
                  <a:pt x="4003627" y="4199981"/>
                </a:moveTo>
                <a:cubicBezTo>
                  <a:pt x="4011669" y="4202765"/>
                  <a:pt x="4019711" y="4210188"/>
                  <a:pt x="4025897" y="4221323"/>
                </a:cubicBezTo>
                <a:cubicBezTo>
                  <a:pt x="4036908" y="4242232"/>
                  <a:pt x="4036908" y="4267223"/>
                  <a:pt x="4025897" y="4288132"/>
                </a:cubicBezTo>
                <a:cubicBezTo>
                  <a:pt x="4013524" y="4302979"/>
                  <a:pt x="3993729" y="4298030"/>
                  <a:pt x="3981357" y="4275760"/>
                </a:cubicBezTo>
                <a:cubicBezTo>
                  <a:pt x="3970321" y="4253985"/>
                  <a:pt x="3970321" y="4228251"/>
                  <a:pt x="3981357" y="4206476"/>
                </a:cubicBezTo>
                <a:cubicBezTo>
                  <a:pt x="3987543" y="4199053"/>
                  <a:pt x="3995585" y="4197198"/>
                  <a:pt x="4003627" y="4199981"/>
                </a:cubicBezTo>
                <a:close/>
                <a:moveTo>
                  <a:pt x="2281895" y="4192706"/>
                </a:moveTo>
                <a:cubicBezTo>
                  <a:pt x="2285618" y="4193461"/>
                  <a:pt x="2289055" y="4195638"/>
                  <a:pt x="2291321" y="4199053"/>
                </a:cubicBezTo>
                <a:cubicBezTo>
                  <a:pt x="2298883" y="4207515"/>
                  <a:pt x="2298883" y="4220283"/>
                  <a:pt x="2291321" y="4228746"/>
                </a:cubicBezTo>
                <a:cubicBezTo>
                  <a:pt x="2283898" y="4236170"/>
                  <a:pt x="2266577" y="4238644"/>
                  <a:pt x="2266577" y="4228746"/>
                </a:cubicBezTo>
                <a:cubicBezTo>
                  <a:pt x="2266577" y="4218848"/>
                  <a:pt x="2266577" y="4199053"/>
                  <a:pt x="2266577" y="4199053"/>
                </a:cubicBezTo>
                <a:cubicBezTo>
                  <a:pt x="2267673" y="4197395"/>
                  <a:pt x="2269089" y="4195985"/>
                  <a:pt x="2270742" y="4194896"/>
                </a:cubicBezTo>
                <a:cubicBezTo>
                  <a:pt x="2274159" y="4192620"/>
                  <a:pt x="2278171" y="4191951"/>
                  <a:pt x="2281895" y="4192706"/>
                </a:cubicBezTo>
                <a:close/>
                <a:moveTo>
                  <a:pt x="4701725" y="4191629"/>
                </a:moveTo>
                <a:cubicBezTo>
                  <a:pt x="4708221" y="4194104"/>
                  <a:pt x="4715025" y="4200290"/>
                  <a:pt x="4721211" y="4208950"/>
                </a:cubicBezTo>
                <a:cubicBezTo>
                  <a:pt x="4729179" y="4227953"/>
                  <a:pt x="4729179" y="4249333"/>
                  <a:pt x="4721211" y="4268336"/>
                </a:cubicBezTo>
                <a:cubicBezTo>
                  <a:pt x="4713788" y="4280708"/>
                  <a:pt x="4701416" y="4275760"/>
                  <a:pt x="4684095" y="4255964"/>
                </a:cubicBezTo>
                <a:cubicBezTo>
                  <a:pt x="4676127" y="4236960"/>
                  <a:pt x="4676127" y="4215581"/>
                  <a:pt x="4684095" y="4196578"/>
                </a:cubicBezTo>
                <a:cubicBezTo>
                  <a:pt x="4689044" y="4190392"/>
                  <a:pt x="4695230" y="4189155"/>
                  <a:pt x="4701725" y="4191629"/>
                </a:cubicBezTo>
                <a:close/>
                <a:moveTo>
                  <a:pt x="2616161" y="4189832"/>
                </a:moveTo>
                <a:cubicBezTo>
                  <a:pt x="2636384" y="4190791"/>
                  <a:pt x="2655044" y="4203606"/>
                  <a:pt x="2662486" y="4223797"/>
                </a:cubicBezTo>
                <a:cubicBezTo>
                  <a:pt x="2685992" y="4255371"/>
                  <a:pt x="2685992" y="4298624"/>
                  <a:pt x="2662486" y="4330198"/>
                </a:cubicBezTo>
                <a:cubicBezTo>
                  <a:pt x="2637741" y="4352467"/>
                  <a:pt x="2600625" y="4342569"/>
                  <a:pt x="2580829" y="4307928"/>
                </a:cubicBezTo>
                <a:cubicBezTo>
                  <a:pt x="2557322" y="4276354"/>
                  <a:pt x="2557322" y="4233101"/>
                  <a:pt x="2580829" y="4201527"/>
                </a:cubicBezTo>
                <a:cubicBezTo>
                  <a:pt x="2585308" y="4197865"/>
                  <a:pt x="2590356" y="4194995"/>
                  <a:pt x="2595775" y="4192990"/>
                </a:cubicBezTo>
                <a:cubicBezTo>
                  <a:pt x="2602506" y="4190510"/>
                  <a:pt x="2609420" y="4189512"/>
                  <a:pt x="2616161" y="4189832"/>
                </a:cubicBezTo>
                <a:close/>
                <a:moveTo>
                  <a:pt x="3824231" y="4165339"/>
                </a:moveTo>
                <a:cubicBezTo>
                  <a:pt x="3833510" y="4168123"/>
                  <a:pt x="3842789" y="4175546"/>
                  <a:pt x="3850212" y="4186681"/>
                </a:cubicBezTo>
                <a:cubicBezTo>
                  <a:pt x="3863995" y="4209495"/>
                  <a:pt x="3863995" y="4238099"/>
                  <a:pt x="3850212" y="4260913"/>
                </a:cubicBezTo>
                <a:cubicBezTo>
                  <a:pt x="3837840" y="4278235"/>
                  <a:pt x="3815570" y="4270811"/>
                  <a:pt x="3798249" y="4246067"/>
                </a:cubicBezTo>
                <a:cubicBezTo>
                  <a:pt x="3784986" y="4223104"/>
                  <a:pt x="3784986" y="4194797"/>
                  <a:pt x="3798249" y="4171834"/>
                </a:cubicBezTo>
                <a:cubicBezTo>
                  <a:pt x="3805673" y="4164411"/>
                  <a:pt x="3814952" y="4162555"/>
                  <a:pt x="3824231" y="4165339"/>
                </a:cubicBezTo>
                <a:close/>
                <a:moveTo>
                  <a:pt x="2807859" y="4152658"/>
                </a:moveTo>
                <a:cubicBezTo>
                  <a:pt x="2817756" y="4155132"/>
                  <a:pt x="2825798" y="4161937"/>
                  <a:pt x="2825798" y="4171834"/>
                </a:cubicBezTo>
                <a:cubicBezTo>
                  <a:pt x="2839408" y="4190219"/>
                  <a:pt x="2839408" y="4215310"/>
                  <a:pt x="2825798" y="4233695"/>
                </a:cubicBezTo>
                <a:cubicBezTo>
                  <a:pt x="2813426" y="4246067"/>
                  <a:pt x="2791156" y="4241118"/>
                  <a:pt x="2778784" y="4218848"/>
                </a:cubicBezTo>
                <a:cubicBezTo>
                  <a:pt x="2766363" y="4201007"/>
                  <a:pt x="2766363" y="4177302"/>
                  <a:pt x="2778784" y="4159462"/>
                </a:cubicBezTo>
                <a:cubicBezTo>
                  <a:pt x="2786208" y="4152039"/>
                  <a:pt x="2797961" y="4150183"/>
                  <a:pt x="2807859" y="4152658"/>
                </a:cubicBezTo>
                <a:close/>
                <a:moveTo>
                  <a:pt x="4624709" y="4149564"/>
                </a:moveTo>
                <a:cubicBezTo>
                  <a:pt x="4637081" y="4149564"/>
                  <a:pt x="4637081" y="4149564"/>
                  <a:pt x="4637081" y="4149564"/>
                </a:cubicBezTo>
                <a:cubicBezTo>
                  <a:pt x="4639358" y="4155973"/>
                  <a:pt x="4639358" y="4162951"/>
                  <a:pt x="4637081" y="4169359"/>
                </a:cubicBezTo>
                <a:cubicBezTo>
                  <a:pt x="4634606" y="4171834"/>
                  <a:pt x="4624709" y="4184206"/>
                  <a:pt x="4624709" y="4166885"/>
                </a:cubicBezTo>
                <a:cubicBezTo>
                  <a:pt x="4624709" y="4149564"/>
                  <a:pt x="4612336" y="4149564"/>
                  <a:pt x="4624709" y="4149564"/>
                </a:cubicBezTo>
                <a:close/>
                <a:moveTo>
                  <a:pt x="3391823" y="4145543"/>
                </a:moveTo>
                <a:cubicBezTo>
                  <a:pt x="3401721" y="4148327"/>
                  <a:pt x="3409763" y="4155750"/>
                  <a:pt x="3409763" y="4166885"/>
                </a:cubicBezTo>
                <a:cubicBezTo>
                  <a:pt x="3423793" y="4186037"/>
                  <a:pt x="3423793" y="4212068"/>
                  <a:pt x="3409763" y="4231220"/>
                </a:cubicBezTo>
                <a:cubicBezTo>
                  <a:pt x="3397391" y="4243592"/>
                  <a:pt x="3377595" y="4238643"/>
                  <a:pt x="3362749" y="4216373"/>
                </a:cubicBezTo>
                <a:cubicBezTo>
                  <a:pt x="3349461" y="4196974"/>
                  <a:pt x="3349461" y="4171438"/>
                  <a:pt x="3362749" y="4152038"/>
                </a:cubicBezTo>
                <a:cubicBezTo>
                  <a:pt x="3370172" y="4144615"/>
                  <a:pt x="3381926" y="4142759"/>
                  <a:pt x="3391823" y="4145543"/>
                </a:cubicBezTo>
                <a:close/>
                <a:moveTo>
                  <a:pt x="4214185" y="4144344"/>
                </a:moveTo>
                <a:cubicBezTo>
                  <a:pt x="4216273" y="4143764"/>
                  <a:pt x="4218593" y="4144151"/>
                  <a:pt x="4220758" y="4144924"/>
                </a:cubicBezTo>
                <a:cubicBezTo>
                  <a:pt x="4225088" y="4146471"/>
                  <a:pt x="4228799" y="4149564"/>
                  <a:pt x="4228799" y="4149564"/>
                </a:cubicBezTo>
                <a:cubicBezTo>
                  <a:pt x="4234664" y="4158595"/>
                  <a:pt x="4234664" y="4170225"/>
                  <a:pt x="4228799" y="4179257"/>
                </a:cubicBezTo>
                <a:cubicBezTo>
                  <a:pt x="4223850" y="4186680"/>
                  <a:pt x="4209004" y="4179257"/>
                  <a:pt x="4209004" y="4179257"/>
                </a:cubicBezTo>
                <a:cubicBezTo>
                  <a:pt x="4205391" y="4169681"/>
                  <a:pt x="4205391" y="4159140"/>
                  <a:pt x="4209004" y="4149564"/>
                </a:cubicBezTo>
                <a:cubicBezTo>
                  <a:pt x="4210242" y="4146471"/>
                  <a:pt x="4212097" y="4144924"/>
                  <a:pt x="4214185" y="4144344"/>
                </a:cubicBezTo>
                <a:close/>
                <a:moveTo>
                  <a:pt x="3260060" y="4143069"/>
                </a:moveTo>
                <a:cubicBezTo>
                  <a:pt x="3267483" y="4145234"/>
                  <a:pt x="3273669" y="4150802"/>
                  <a:pt x="3273669" y="4159462"/>
                </a:cubicBezTo>
                <a:cubicBezTo>
                  <a:pt x="3283988" y="4173443"/>
                  <a:pt x="3283988" y="4192496"/>
                  <a:pt x="3273669" y="4206476"/>
                </a:cubicBezTo>
                <a:cubicBezTo>
                  <a:pt x="3263772" y="4223797"/>
                  <a:pt x="3248925" y="4218848"/>
                  <a:pt x="3239028" y="4196578"/>
                </a:cubicBezTo>
                <a:cubicBezTo>
                  <a:pt x="3229031" y="4181608"/>
                  <a:pt x="3229031" y="4162060"/>
                  <a:pt x="3239028" y="4147090"/>
                </a:cubicBezTo>
                <a:cubicBezTo>
                  <a:pt x="3243977" y="4142141"/>
                  <a:pt x="3252637" y="4140904"/>
                  <a:pt x="3260060" y="4143069"/>
                </a:cubicBezTo>
                <a:close/>
                <a:moveTo>
                  <a:pt x="845088" y="4138259"/>
                </a:moveTo>
                <a:cubicBezTo>
                  <a:pt x="852881" y="4140916"/>
                  <a:pt x="859659" y="4146545"/>
                  <a:pt x="863577" y="4154513"/>
                </a:cubicBezTo>
                <a:cubicBezTo>
                  <a:pt x="877723" y="4168938"/>
                  <a:pt x="877723" y="4192049"/>
                  <a:pt x="863577" y="4206475"/>
                </a:cubicBezTo>
                <a:cubicBezTo>
                  <a:pt x="847012" y="4214616"/>
                  <a:pt x="826979" y="4209346"/>
                  <a:pt x="816563" y="4194103"/>
                </a:cubicBezTo>
                <a:cubicBezTo>
                  <a:pt x="802417" y="4179677"/>
                  <a:pt x="802417" y="4156566"/>
                  <a:pt x="816563" y="4142140"/>
                </a:cubicBezTo>
                <a:cubicBezTo>
                  <a:pt x="817826" y="4141274"/>
                  <a:pt x="819147" y="4140507"/>
                  <a:pt x="820520" y="4139839"/>
                </a:cubicBezTo>
                <a:cubicBezTo>
                  <a:pt x="828492" y="4135917"/>
                  <a:pt x="837297" y="4135602"/>
                  <a:pt x="845088" y="4138259"/>
                </a:cubicBezTo>
                <a:close/>
                <a:moveTo>
                  <a:pt x="4340149" y="4134717"/>
                </a:moveTo>
                <a:cubicBezTo>
                  <a:pt x="4342623" y="4134717"/>
                  <a:pt x="4354995" y="4134717"/>
                  <a:pt x="4354995" y="4134717"/>
                </a:cubicBezTo>
                <a:cubicBezTo>
                  <a:pt x="4358608" y="4142561"/>
                  <a:pt x="4358608" y="4151617"/>
                  <a:pt x="4354995" y="4159461"/>
                </a:cubicBezTo>
                <a:cubicBezTo>
                  <a:pt x="4350046" y="4164410"/>
                  <a:pt x="4340149" y="4164410"/>
                  <a:pt x="4340149" y="4156987"/>
                </a:cubicBezTo>
                <a:cubicBezTo>
                  <a:pt x="4340149" y="4149564"/>
                  <a:pt x="4337674" y="4134717"/>
                  <a:pt x="4340149" y="4134717"/>
                </a:cubicBezTo>
                <a:close/>
                <a:moveTo>
                  <a:pt x="3499694" y="4128647"/>
                </a:moveTo>
                <a:cubicBezTo>
                  <a:pt x="3512917" y="4125748"/>
                  <a:pt x="3531011" y="4132243"/>
                  <a:pt x="3531011" y="4147089"/>
                </a:cubicBezTo>
                <a:cubicBezTo>
                  <a:pt x="3543432" y="4164930"/>
                  <a:pt x="3543432" y="4188635"/>
                  <a:pt x="3531011" y="4206476"/>
                </a:cubicBezTo>
                <a:cubicBezTo>
                  <a:pt x="3521113" y="4228746"/>
                  <a:pt x="3501317" y="4223797"/>
                  <a:pt x="3488945" y="4194104"/>
                </a:cubicBezTo>
                <a:cubicBezTo>
                  <a:pt x="3477810" y="4175867"/>
                  <a:pt x="3477810" y="4152954"/>
                  <a:pt x="3488945" y="4134717"/>
                </a:cubicBezTo>
                <a:cubicBezTo>
                  <a:pt x="3491420" y="4131624"/>
                  <a:pt x="3495286" y="4129614"/>
                  <a:pt x="3499694" y="4128647"/>
                </a:cubicBezTo>
                <a:close/>
                <a:moveTo>
                  <a:pt x="1509402" y="4127294"/>
                </a:moveTo>
                <a:cubicBezTo>
                  <a:pt x="1514868" y="4123187"/>
                  <a:pt x="1522623" y="4124300"/>
                  <a:pt x="1526723" y="4129769"/>
                </a:cubicBezTo>
                <a:cubicBezTo>
                  <a:pt x="1530865" y="4135707"/>
                  <a:pt x="1530865" y="4143625"/>
                  <a:pt x="1526723" y="4149564"/>
                </a:cubicBezTo>
                <a:cubicBezTo>
                  <a:pt x="1521774" y="4154513"/>
                  <a:pt x="1506927" y="4149564"/>
                  <a:pt x="1506927" y="4149564"/>
                </a:cubicBezTo>
                <a:cubicBezTo>
                  <a:pt x="1501887" y="4143922"/>
                  <a:pt x="1501887" y="4135410"/>
                  <a:pt x="1506927" y="4129769"/>
                </a:cubicBezTo>
                <a:cubicBezTo>
                  <a:pt x="1507630" y="4128828"/>
                  <a:pt x="1508464" y="4127987"/>
                  <a:pt x="1509402" y="4127294"/>
                </a:cubicBezTo>
                <a:close/>
                <a:moveTo>
                  <a:pt x="4073529" y="4120799"/>
                </a:moveTo>
                <a:cubicBezTo>
                  <a:pt x="4081571" y="4123583"/>
                  <a:pt x="4090232" y="4131006"/>
                  <a:pt x="4097655" y="4142141"/>
                </a:cubicBezTo>
                <a:cubicBezTo>
                  <a:pt x="4109681" y="4161911"/>
                  <a:pt x="4109681" y="4186730"/>
                  <a:pt x="4097655" y="4206476"/>
                </a:cubicBezTo>
                <a:cubicBezTo>
                  <a:pt x="4087757" y="4221322"/>
                  <a:pt x="4067962" y="4206476"/>
                  <a:pt x="4053115" y="4191629"/>
                </a:cubicBezTo>
                <a:cubicBezTo>
                  <a:pt x="4042104" y="4171586"/>
                  <a:pt x="4042104" y="4147337"/>
                  <a:pt x="4053115" y="4127294"/>
                </a:cubicBezTo>
                <a:cubicBezTo>
                  <a:pt x="4058064" y="4119871"/>
                  <a:pt x="4065488" y="4118016"/>
                  <a:pt x="4073529" y="4120799"/>
                </a:cubicBezTo>
                <a:close/>
                <a:moveTo>
                  <a:pt x="1077215" y="4118084"/>
                </a:moveTo>
                <a:cubicBezTo>
                  <a:pt x="1088129" y="4121375"/>
                  <a:pt x="1097784" y="4128829"/>
                  <a:pt x="1103599" y="4139666"/>
                </a:cubicBezTo>
                <a:cubicBezTo>
                  <a:pt x="1119810" y="4158992"/>
                  <a:pt x="1119810" y="4187151"/>
                  <a:pt x="1103599" y="4206476"/>
                </a:cubicBezTo>
                <a:cubicBezTo>
                  <a:pt x="1098171" y="4213034"/>
                  <a:pt x="1090986" y="4217883"/>
                  <a:pt x="1082889" y="4220457"/>
                </a:cubicBezTo>
                <a:cubicBezTo>
                  <a:pt x="1059461" y="4227979"/>
                  <a:pt x="1034390" y="4215063"/>
                  <a:pt x="1026890" y="4191630"/>
                </a:cubicBezTo>
                <a:cubicBezTo>
                  <a:pt x="1012886" y="4168221"/>
                  <a:pt x="1019368" y="4137959"/>
                  <a:pt x="1041737" y="4122346"/>
                </a:cubicBezTo>
                <a:cubicBezTo>
                  <a:pt x="1042249" y="4122049"/>
                  <a:pt x="1042769" y="4121752"/>
                  <a:pt x="1043296" y="4121479"/>
                </a:cubicBezTo>
                <a:cubicBezTo>
                  <a:pt x="1054135" y="4115665"/>
                  <a:pt x="1066303" y="4114793"/>
                  <a:pt x="1077215" y="4118084"/>
                </a:cubicBezTo>
                <a:close/>
                <a:moveTo>
                  <a:pt x="3629988" y="4113995"/>
                </a:moveTo>
                <a:cubicBezTo>
                  <a:pt x="3638030" y="4116160"/>
                  <a:pt x="3644834" y="4122346"/>
                  <a:pt x="3644834" y="4132243"/>
                </a:cubicBezTo>
                <a:cubicBezTo>
                  <a:pt x="3654559" y="4149094"/>
                  <a:pt x="3654559" y="4169830"/>
                  <a:pt x="3644834" y="4186681"/>
                </a:cubicBezTo>
                <a:cubicBezTo>
                  <a:pt x="3632462" y="4206476"/>
                  <a:pt x="3607718" y="4194104"/>
                  <a:pt x="3607718" y="4174309"/>
                </a:cubicBezTo>
                <a:cubicBezTo>
                  <a:pt x="3607718" y="4154513"/>
                  <a:pt x="3597820" y="4132243"/>
                  <a:pt x="3607718" y="4119871"/>
                </a:cubicBezTo>
                <a:cubicBezTo>
                  <a:pt x="3612667" y="4113685"/>
                  <a:pt x="3621946" y="4111830"/>
                  <a:pt x="3629988" y="4113995"/>
                </a:cubicBezTo>
                <a:close/>
                <a:moveTo>
                  <a:pt x="3119946" y="4113376"/>
                </a:moveTo>
                <a:cubicBezTo>
                  <a:pt x="3129534" y="4116159"/>
                  <a:pt x="3138813" y="4123583"/>
                  <a:pt x="3144999" y="4134717"/>
                </a:cubicBezTo>
                <a:cubicBezTo>
                  <a:pt x="3160291" y="4156196"/>
                  <a:pt x="3160291" y="4184998"/>
                  <a:pt x="3144999" y="4206476"/>
                </a:cubicBezTo>
                <a:cubicBezTo>
                  <a:pt x="3130152" y="4218848"/>
                  <a:pt x="3105408" y="4206476"/>
                  <a:pt x="3093036" y="4191630"/>
                </a:cubicBezTo>
                <a:cubicBezTo>
                  <a:pt x="3077744" y="4170152"/>
                  <a:pt x="3077744" y="4141349"/>
                  <a:pt x="3093036" y="4119871"/>
                </a:cubicBezTo>
                <a:cubicBezTo>
                  <a:pt x="3100460" y="4112448"/>
                  <a:pt x="3110357" y="4110592"/>
                  <a:pt x="3119946" y="4113376"/>
                </a:cubicBezTo>
                <a:close/>
                <a:moveTo>
                  <a:pt x="3900667" y="4108969"/>
                </a:moveTo>
                <a:cubicBezTo>
                  <a:pt x="3904726" y="4107654"/>
                  <a:pt x="3909134" y="4107809"/>
                  <a:pt x="3913619" y="4109355"/>
                </a:cubicBezTo>
                <a:cubicBezTo>
                  <a:pt x="3922589" y="4112448"/>
                  <a:pt x="3931868" y="4121109"/>
                  <a:pt x="3939291" y="4134718"/>
                </a:cubicBezTo>
                <a:cubicBezTo>
                  <a:pt x="3952653" y="4156765"/>
                  <a:pt x="3952653" y="4184429"/>
                  <a:pt x="3939291" y="4206476"/>
                </a:cubicBezTo>
                <a:cubicBezTo>
                  <a:pt x="3926919" y="4206476"/>
                  <a:pt x="3904649" y="4206476"/>
                  <a:pt x="3889802" y="4191630"/>
                </a:cubicBezTo>
                <a:cubicBezTo>
                  <a:pt x="3876539" y="4168667"/>
                  <a:pt x="3876539" y="4140359"/>
                  <a:pt x="3889802" y="4117397"/>
                </a:cubicBezTo>
                <a:cubicBezTo>
                  <a:pt x="3892895" y="4113067"/>
                  <a:pt x="3896607" y="4110283"/>
                  <a:pt x="3900667" y="4108969"/>
                </a:cubicBezTo>
                <a:close/>
                <a:moveTo>
                  <a:pt x="1299556" y="4103100"/>
                </a:moveTo>
                <a:cubicBezTo>
                  <a:pt x="1310238" y="4105773"/>
                  <a:pt x="1319934" y="4112386"/>
                  <a:pt x="1326293" y="4122345"/>
                </a:cubicBezTo>
                <a:cubicBezTo>
                  <a:pt x="1342135" y="4140854"/>
                  <a:pt x="1342135" y="4168171"/>
                  <a:pt x="1326293" y="4186680"/>
                </a:cubicBezTo>
                <a:cubicBezTo>
                  <a:pt x="1324210" y="4188239"/>
                  <a:pt x="1321978" y="4189575"/>
                  <a:pt x="1319630" y="4190688"/>
                </a:cubicBezTo>
                <a:cubicBezTo>
                  <a:pt x="1299869" y="4200042"/>
                  <a:pt x="1276263" y="4191604"/>
                  <a:pt x="1266907" y="4171833"/>
                </a:cubicBezTo>
                <a:cubicBezTo>
                  <a:pt x="1251071" y="4153325"/>
                  <a:pt x="1251071" y="4126007"/>
                  <a:pt x="1266907" y="4107498"/>
                </a:cubicBezTo>
                <a:cubicBezTo>
                  <a:pt x="1277207" y="4101696"/>
                  <a:pt x="1288874" y="4100428"/>
                  <a:pt x="1299556" y="4103100"/>
                </a:cubicBezTo>
                <a:close/>
                <a:moveTo>
                  <a:pt x="1725966" y="4093819"/>
                </a:moveTo>
                <a:cubicBezTo>
                  <a:pt x="1733565" y="4093834"/>
                  <a:pt x="1741159" y="4096748"/>
                  <a:pt x="1746947" y="4102550"/>
                </a:cubicBezTo>
                <a:cubicBezTo>
                  <a:pt x="1759549" y="4116629"/>
                  <a:pt x="1759549" y="4137959"/>
                  <a:pt x="1746947" y="4152038"/>
                </a:cubicBezTo>
                <a:cubicBezTo>
                  <a:pt x="1746922" y="4152063"/>
                  <a:pt x="1746897" y="4152088"/>
                  <a:pt x="1746875" y="4152113"/>
                </a:cubicBezTo>
                <a:cubicBezTo>
                  <a:pt x="1735258" y="4163693"/>
                  <a:pt x="1716457" y="4163643"/>
                  <a:pt x="1704881" y="4152038"/>
                </a:cubicBezTo>
                <a:cubicBezTo>
                  <a:pt x="1704713" y="4151865"/>
                  <a:pt x="1704547" y="4151717"/>
                  <a:pt x="1704382" y="4151543"/>
                </a:cubicBezTo>
                <a:cubicBezTo>
                  <a:pt x="1690993" y="4137884"/>
                  <a:pt x="1691215" y="4115936"/>
                  <a:pt x="1704881" y="4102550"/>
                </a:cubicBezTo>
                <a:cubicBezTo>
                  <a:pt x="1704906" y="4102525"/>
                  <a:pt x="1704931" y="4102500"/>
                  <a:pt x="1704953" y="4102476"/>
                </a:cubicBezTo>
                <a:cubicBezTo>
                  <a:pt x="1710762" y="4096686"/>
                  <a:pt x="1718367" y="4093803"/>
                  <a:pt x="1725966" y="4093819"/>
                </a:cubicBezTo>
                <a:close/>
                <a:moveTo>
                  <a:pt x="2444736" y="4085808"/>
                </a:moveTo>
                <a:cubicBezTo>
                  <a:pt x="2468397" y="4080589"/>
                  <a:pt x="2494843" y="4094507"/>
                  <a:pt x="2511545" y="4122345"/>
                </a:cubicBezTo>
                <a:cubicBezTo>
                  <a:pt x="2536710" y="4155206"/>
                  <a:pt x="2536710" y="4200834"/>
                  <a:pt x="2511545" y="4233694"/>
                </a:cubicBezTo>
                <a:cubicBezTo>
                  <a:pt x="2508106" y="4236144"/>
                  <a:pt x="2504419" y="4238247"/>
                  <a:pt x="2500534" y="4239930"/>
                </a:cubicBezTo>
                <a:cubicBezTo>
                  <a:pt x="2470423" y="4252921"/>
                  <a:pt x="2435471" y="4239064"/>
                  <a:pt x="2422466" y="4208950"/>
                </a:cubicBezTo>
                <a:cubicBezTo>
                  <a:pt x="2397301" y="4176089"/>
                  <a:pt x="2397301" y="4130461"/>
                  <a:pt x="2422466" y="4097600"/>
                </a:cubicBezTo>
                <a:cubicBezTo>
                  <a:pt x="2429271" y="4091414"/>
                  <a:pt x="2436848" y="4087548"/>
                  <a:pt x="2444736" y="4085808"/>
                </a:cubicBezTo>
                <a:close/>
                <a:moveTo>
                  <a:pt x="4464180" y="4084610"/>
                </a:moveTo>
                <a:cubicBezTo>
                  <a:pt x="4470676" y="4085229"/>
                  <a:pt x="4476243" y="4090177"/>
                  <a:pt x="4476243" y="4097600"/>
                </a:cubicBezTo>
                <a:cubicBezTo>
                  <a:pt x="4483369" y="4112472"/>
                  <a:pt x="4483369" y="4129743"/>
                  <a:pt x="4476243" y="4144615"/>
                </a:cubicBezTo>
                <a:cubicBezTo>
                  <a:pt x="4468819" y="4154513"/>
                  <a:pt x="4453973" y="4149564"/>
                  <a:pt x="4446549" y="4144615"/>
                </a:cubicBezTo>
                <a:cubicBezTo>
                  <a:pt x="4440858" y="4129471"/>
                  <a:pt x="4440858" y="4112744"/>
                  <a:pt x="4446549" y="4097600"/>
                </a:cubicBezTo>
                <a:cubicBezTo>
                  <a:pt x="4450261" y="4087703"/>
                  <a:pt x="4457685" y="4083991"/>
                  <a:pt x="4464180" y="4084610"/>
                </a:cubicBezTo>
                <a:close/>
                <a:moveTo>
                  <a:pt x="2975192" y="4068526"/>
                </a:moveTo>
                <a:cubicBezTo>
                  <a:pt x="2984162" y="4071619"/>
                  <a:pt x="2992822" y="4079042"/>
                  <a:pt x="2999008" y="4090177"/>
                </a:cubicBezTo>
                <a:cubicBezTo>
                  <a:pt x="3012618" y="4108562"/>
                  <a:pt x="3012618" y="4133653"/>
                  <a:pt x="2999008" y="4152038"/>
                </a:cubicBezTo>
                <a:cubicBezTo>
                  <a:pt x="2984162" y="4166884"/>
                  <a:pt x="2969315" y="4159461"/>
                  <a:pt x="2949520" y="4137191"/>
                </a:cubicBezTo>
                <a:cubicBezTo>
                  <a:pt x="2936900" y="4117594"/>
                  <a:pt x="2936900" y="4092454"/>
                  <a:pt x="2949520" y="4072856"/>
                </a:cubicBezTo>
                <a:cubicBezTo>
                  <a:pt x="2956943" y="4066670"/>
                  <a:pt x="2966222" y="4065433"/>
                  <a:pt x="2975192" y="4068526"/>
                </a:cubicBezTo>
                <a:close/>
                <a:moveTo>
                  <a:pt x="3728965" y="4065743"/>
                </a:moveTo>
                <a:cubicBezTo>
                  <a:pt x="3737007" y="4068527"/>
                  <a:pt x="3745048" y="4075332"/>
                  <a:pt x="3751234" y="4085229"/>
                </a:cubicBezTo>
                <a:cubicBezTo>
                  <a:pt x="3762295" y="4104381"/>
                  <a:pt x="3762295" y="4127938"/>
                  <a:pt x="3751234" y="4147090"/>
                </a:cubicBezTo>
                <a:cubicBezTo>
                  <a:pt x="3738862" y="4159462"/>
                  <a:pt x="3711643" y="4154513"/>
                  <a:pt x="3706694" y="4132244"/>
                </a:cubicBezTo>
                <a:cubicBezTo>
                  <a:pt x="3694521" y="4113413"/>
                  <a:pt x="3694521" y="4089213"/>
                  <a:pt x="3706694" y="4070383"/>
                </a:cubicBezTo>
                <a:cubicBezTo>
                  <a:pt x="3712881" y="4064197"/>
                  <a:pt x="3720923" y="4062960"/>
                  <a:pt x="3728965" y="4065743"/>
                </a:cubicBezTo>
                <a:close/>
                <a:moveTo>
                  <a:pt x="4710502" y="4061954"/>
                </a:moveTo>
                <a:cubicBezTo>
                  <a:pt x="4721057" y="4058010"/>
                  <a:pt x="4735440" y="4067289"/>
                  <a:pt x="4748430" y="4087703"/>
                </a:cubicBezTo>
                <a:cubicBezTo>
                  <a:pt x="4760010" y="4111952"/>
                  <a:pt x="4760010" y="4140161"/>
                  <a:pt x="4748430" y="4164410"/>
                </a:cubicBezTo>
                <a:cubicBezTo>
                  <a:pt x="4738532" y="4181731"/>
                  <a:pt x="4716262" y="4171834"/>
                  <a:pt x="4701416" y="4147089"/>
                </a:cubicBezTo>
                <a:cubicBezTo>
                  <a:pt x="4688648" y="4123112"/>
                  <a:pt x="4688648" y="4094359"/>
                  <a:pt x="4701416" y="4070382"/>
                </a:cubicBezTo>
                <a:cubicBezTo>
                  <a:pt x="4703891" y="4066052"/>
                  <a:pt x="4706984" y="4063268"/>
                  <a:pt x="4710502" y="4061954"/>
                </a:cubicBezTo>
                <a:close/>
                <a:moveTo>
                  <a:pt x="1933090" y="4059482"/>
                </a:moveTo>
                <a:cubicBezTo>
                  <a:pt x="1942141" y="4062365"/>
                  <a:pt x="1950093" y="4068699"/>
                  <a:pt x="1954799" y="4077805"/>
                </a:cubicBezTo>
                <a:cubicBezTo>
                  <a:pt x="1969274" y="4095893"/>
                  <a:pt x="1969274" y="4121578"/>
                  <a:pt x="1954799" y="4139666"/>
                </a:cubicBezTo>
                <a:cubicBezTo>
                  <a:pt x="1954160" y="4140037"/>
                  <a:pt x="1953512" y="4140408"/>
                  <a:pt x="1952851" y="4140754"/>
                </a:cubicBezTo>
                <a:cubicBezTo>
                  <a:pt x="1934642" y="4150157"/>
                  <a:pt x="1912248" y="4143031"/>
                  <a:pt x="1902836" y="4124819"/>
                </a:cubicBezTo>
                <a:cubicBezTo>
                  <a:pt x="1888360" y="4106731"/>
                  <a:pt x="1888360" y="4081046"/>
                  <a:pt x="1902836" y="4062958"/>
                </a:cubicBezTo>
                <a:cubicBezTo>
                  <a:pt x="1903474" y="4062588"/>
                  <a:pt x="1904122" y="4062216"/>
                  <a:pt x="1904783" y="4061870"/>
                </a:cubicBezTo>
                <a:cubicBezTo>
                  <a:pt x="1913888" y="4057169"/>
                  <a:pt x="1924038" y="4056599"/>
                  <a:pt x="1933090" y="4059482"/>
                </a:cubicBezTo>
                <a:close/>
                <a:moveTo>
                  <a:pt x="4565631" y="4055845"/>
                </a:moveTo>
                <a:cubicBezTo>
                  <a:pt x="4570889" y="4056154"/>
                  <a:pt x="4575219" y="4060485"/>
                  <a:pt x="4575219" y="4067908"/>
                </a:cubicBezTo>
                <a:cubicBezTo>
                  <a:pt x="4580985" y="4079612"/>
                  <a:pt x="4580985" y="4093320"/>
                  <a:pt x="4575219" y="4105024"/>
                </a:cubicBezTo>
                <a:cubicBezTo>
                  <a:pt x="4570271" y="4112448"/>
                  <a:pt x="4557899" y="4109973"/>
                  <a:pt x="4550475" y="4105024"/>
                </a:cubicBezTo>
                <a:cubicBezTo>
                  <a:pt x="4544710" y="4093320"/>
                  <a:pt x="4544710" y="4079612"/>
                  <a:pt x="4550475" y="4067908"/>
                </a:cubicBezTo>
                <a:cubicBezTo>
                  <a:pt x="4554187" y="4059248"/>
                  <a:pt x="4560373" y="4055536"/>
                  <a:pt x="4565631" y="4055845"/>
                </a:cubicBezTo>
                <a:close/>
                <a:moveTo>
                  <a:pt x="2631594" y="4043666"/>
                </a:moveTo>
                <a:cubicBezTo>
                  <a:pt x="2651660" y="4039607"/>
                  <a:pt x="2674858" y="4051206"/>
                  <a:pt x="2689705" y="4075331"/>
                </a:cubicBezTo>
                <a:cubicBezTo>
                  <a:pt x="2710737" y="4104059"/>
                  <a:pt x="2710737" y="4143106"/>
                  <a:pt x="2689705" y="4171834"/>
                </a:cubicBezTo>
                <a:cubicBezTo>
                  <a:pt x="2667435" y="4191630"/>
                  <a:pt x="2632793" y="4181732"/>
                  <a:pt x="2612997" y="4149564"/>
                </a:cubicBezTo>
                <a:cubicBezTo>
                  <a:pt x="2591965" y="4120836"/>
                  <a:pt x="2591965" y="4081790"/>
                  <a:pt x="2612997" y="4053061"/>
                </a:cubicBezTo>
                <a:cubicBezTo>
                  <a:pt x="2618565" y="4048112"/>
                  <a:pt x="2624905" y="4045020"/>
                  <a:pt x="2631594" y="4043666"/>
                </a:cubicBezTo>
                <a:close/>
                <a:moveTo>
                  <a:pt x="3992801" y="4033576"/>
                </a:moveTo>
                <a:cubicBezTo>
                  <a:pt x="3999915" y="4036359"/>
                  <a:pt x="4007338" y="4043164"/>
                  <a:pt x="4013524" y="4053061"/>
                </a:cubicBezTo>
                <a:cubicBezTo>
                  <a:pt x="4024139" y="4071446"/>
                  <a:pt x="4024139" y="4094063"/>
                  <a:pt x="4013524" y="4112448"/>
                </a:cubicBezTo>
                <a:cubicBezTo>
                  <a:pt x="4003627" y="4124820"/>
                  <a:pt x="3983831" y="4119871"/>
                  <a:pt x="3973933" y="4097601"/>
                </a:cubicBezTo>
                <a:cubicBezTo>
                  <a:pt x="3962798" y="4079364"/>
                  <a:pt x="3962798" y="4056451"/>
                  <a:pt x="3973933" y="4038215"/>
                </a:cubicBezTo>
                <a:cubicBezTo>
                  <a:pt x="3978882" y="4032029"/>
                  <a:pt x="3985687" y="4030792"/>
                  <a:pt x="3992801" y="4033576"/>
                </a:cubicBezTo>
                <a:close/>
                <a:moveTo>
                  <a:pt x="2103549" y="4029035"/>
                </a:moveTo>
                <a:cubicBezTo>
                  <a:pt x="2123770" y="4020721"/>
                  <a:pt x="2146909" y="4030371"/>
                  <a:pt x="2155228" y="4050587"/>
                </a:cubicBezTo>
                <a:cubicBezTo>
                  <a:pt x="2171821" y="4070704"/>
                  <a:pt x="2171821" y="4099754"/>
                  <a:pt x="2155228" y="4119871"/>
                </a:cubicBezTo>
                <a:cubicBezTo>
                  <a:pt x="2153144" y="4121430"/>
                  <a:pt x="2150912" y="4122766"/>
                  <a:pt x="2148564" y="4123880"/>
                </a:cubicBezTo>
                <a:cubicBezTo>
                  <a:pt x="2128801" y="4133233"/>
                  <a:pt x="2105197" y="4124795"/>
                  <a:pt x="2095841" y="4105025"/>
                </a:cubicBezTo>
                <a:cubicBezTo>
                  <a:pt x="2077845" y="4084487"/>
                  <a:pt x="2077845" y="4053804"/>
                  <a:pt x="2095841" y="4033266"/>
                </a:cubicBezTo>
                <a:cubicBezTo>
                  <a:pt x="2098247" y="4031583"/>
                  <a:pt x="2100832" y="4030148"/>
                  <a:pt x="2103549" y="4029035"/>
                </a:cubicBezTo>
                <a:close/>
                <a:moveTo>
                  <a:pt x="4140030" y="4028007"/>
                </a:moveTo>
                <a:cubicBezTo>
                  <a:pt x="4148381" y="4030791"/>
                  <a:pt x="4157042" y="4038215"/>
                  <a:pt x="4164465" y="4050587"/>
                </a:cubicBezTo>
                <a:cubicBezTo>
                  <a:pt x="4177951" y="4071718"/>
                  <a:pt x="4177951" y="4098739"/>
                  <a:pt x="4164465" y="4119870"/>
                </a:cubicBezTo>
                <a:cubicBezTo>
                  <a:pt x="4154567" y="4134717"/>
                  <a:pt x="4132297" y="4127294"/>
                  <a:pt x="4117450" y="4105024"/>
                </a:cubicBezTo>
                <a:cubicBezTo>
                  <a:pt x="4106737" y="4082308"/>
                  <a:pt x="4106737" y="4055981"/>
                  <a:pt x="4117450" y="4033265"/>
                </a:cubicBezTo>
                <a:cubicBezTo>
                  <a:pt x="4123637" y="4027079"/>
                  <a:pt x="4131679" y="4025223"/>
                  <a:pt x="4140030" y="4028007"/>
                </a:cubicBezTo>
                <a:close/>
                <a:moveTo>
                  <a:pt x="4804414" y="4026771"/>
                </a:moveTo>
                <a:cubicBezTo>
                  <a:pt x="4811528" y="4029555"/>
                  <a:pt x="4818951" y="4036978"/>
                  <a:pt x="4825137" y="4048113"/>
                </a:cubicBezTo>
                <a:cubicBezTo>
                  <a:pt x="4834243" y="4068601"/>
                  <a:pt x="4834243" y="4091960"/>
                  <a:pt x="4825137" y="4112448"/>
                </a:cubicBezTo>
                <a:cubicBezTo>
                  <a:pt x="4815239" y="4127295"/>
                  <a:pt x="4797918" y="4119871"/>
                  <a:pt x="4785546" y="4097601"/>
                </a:cubicBezTo>
                <a:cubicBezTo>
                  <a:pt x="4776441" y="4077113"/>
                  <a:pt x="4776441" y="4053754"/>
                  <a:pt x="4785546" y="4033266"/>
                </a:cubicBezTo>
                <a:cubicBezTo>
                  <a:pt x="4790495" y="4025843"/>
                  <a:pt x="4797300" y="4023987"/>
                  <a:pt x="4804414" y="4026771"/>
                </a:cubicBezTo>
                <a:close/>
                <a:moveTo>
                  <a:pt x="4271175" y="4023986"/>
                </a:moveTo>
                <a:cubicBezTo>
                  <a:pt x="4277671" y="4024605"/>
                  <a:pt x="4284475" y="4030791"/>
                  <a:pt x="4290661" y="4040689"/>
                </a:cubicBezTo>
                <a:cubicBezTo>
                  <a:pt x="4301375" y="4058158"/>
                  <a:pt x="4301375" y="4080131"/>
                  <a:pt x="4290661" y="4097600"/>
                </a:cubicBezTo>
                <a:cubicBezTo>
                  <a:pt x="4283237" y="4109973"/>
                  <a:pt x="4265916" y="4102549"/>
                  <a:pt x="4253544" y="4097600"/>
                </a:cubicBezTo>
                <a:cubicBezTo>
                  <a:pt x="4245057" y="4079587"/>
                  <a:pt x="4245057" y="4058702"/>
                  <a:pt x="4253544" y="4040689"/>
                </a:cubicBezTo>
                <a:cubicBezTo>
                  <a:pt x="4258493" y="4028317"/>
                  <a:pt x="4264679" y="4023368"/>
                  <a:pt x="4271175" y="4023986"/>
                </a:cubicBezTo>
                <a:close/>
                <a:moveTo>
                  <a:pt x="3826705" y="4013470"/>
                </a:moveTo>
                <a:cubicBezTo>
                  <a:pt x="3835365" y="4015945"/>
                  <a:pt x="3842788" y="4022131"/>
                  <a:pt x="3842788" y="4030791"/>
                </a:cubicBezTo>
                <a:cubicBezTo>
                  <a:pt x="3852463" y="4048533"/>
                  <a:pt x="3852463" y="4069961"/>
                  <a:pt x="3842788" y="4087703"/>
                </a:cubicBezTo>
                <a:cubicBezTo>
                  <a:pt x="3832891" y="4097600"/>
                  <a:pt x="3815570" y="4092652"/>
                  <a:pt x="3803197" y="4072856"/>
                </a:cubicBezTo>
                <a:cubicBezTo>
                  <a:pt x="3793473" y="4056005"/>
                  <a:pt x="3793473" y="4035269"/>
                  <a:pt x="3803197" y="4018419"/>
                </a:cubicBezTo>
                <a:cubicBezTo>
                  <a:pt x="3808146" y="4012233"/>
                  <a:pt x="3818044" y="4010996"/>
                  <a:pt x="3826705" y="4013470"/>
                </a:cubicBezTo>
                <a:close/>
                <a:moveTo>
                  <a:pt x="4656258" y="4007903"/>
                </a:moveTo>
                <a:cubicBezTo>
                  <a:pt x="4663062" y="4010378"/>
                  <a:pt x="4669248" y="4015945"/>
                  <a:pt x="4669248" y="4023368"/>
                </a:cubicBezTo>
                <a:cubicBezTo>
                  <a:pt x="4677636" y="4037918"/>
                  <a:pt x="4677636" y="4055832"/>
                  <a:pt x="4669248" y="4070382"/>
                </a:cubicBezTo>
                <a:cubicBezTo>
                  <a:pt x="4661825" y="4082754"/>
                  <a:pt x="4649453" y="4075331"/>
                  <a:pt x="4639555" y="4060484"/>
                </a:cubicBezTo>
                <a:cubicBezTo>
                  <a:pt x="4631191" y="4045044"/>
                  <a:pt x="4631191" y="4026436"/>
                  <a:pt x="4639555" y="4010996"/>
                </a:cubicBezTo>
                <a:cubicBezTo>
                  <a:pt x="4642030" y="4006047"/>
                  <a:pt x="4649453" y="4005429"/>
                  <a:pt x="4656258" y="4007903"/>
                </a:cubicBezTo>
                <a:close/>
                <a:moveTo>
                  <a:pt x="4389947" y="4006975"/>
                </a:moveTo>
                <a:cubicBezTo>
                  <a:pt x="4396443" y="4007284"/>
                  <a:pt x="4402010" y="4012233"/>
                  <a:pt x="4402010" y="4020893"/>
                </a:cubicBezTo>
                <a:cubicBezTo>
                  <a:pt x="4409482" y="4034799"/>
                  <a:pt x="4409482" y="4051527"/>
                  <a:pt x="4402010" y="4065433"/>
                </a:cubicBezTo>
                <a:cubicBezTo>
                  <a:pt x="4397061" y="4075330"/>
                  <a:pt x="4372316" y="4082754"/>
                  <a:pt x="4372316" y="4065433"/>
                </a:cubicBezTo>
                <a:cubicBezTo>
                  <a:pt x="4372316" y="4048112"/>
                  <a:pt x="4364893" y="4040688"/>
                  <a:pt x="4372316" y="4020893"/>
                </a:cubicBezTo>
                <a:cubicBezTo>
                  <a:pt x="4376028" y="4010996"/>
                  <a:pt x="4383452" y="4006666"/>
                  <a:pt x="4389947" y="4006975"/>
                </a:cubicBezTo>
                <a:close/>
                <a:moveTo>
                  <a:pt x="2813116" y="3990582"/>
                </a:moveTo>
                <a:cubicBezTo>
                  <a:pt x="2828891" y="3987335"/>
                  <a:pt x="2847449" y="3998006"/>
                  <a:pt x="2860440" y="4018419"/>
                </a:cubicBezTo>
                <a:cubicBezTo>
                  <a:pt x="2877018" y="4042224"/>
                  <a:pt x="2877018" y="4073797"/>
                  <a:pt x="2860440" y="4097601"/>
                </a:cubicBezTo>
                <a:cubicBezTo>
                  <a:pt x="2840644" y="4114922"/>
                  <a:pt x="2813425" y="4105025"/>
                  <a:pt x="2798579" y="4077806"/>
                </a:cubicBezTo>
                <a:cubicBezTo>
                  <a:pt x="2781258" y="4054249"/>
                  <a:pt x="2781258" y="4022181"/>
                  <a:pt x="2798579" y="3998624"/>
                </a:cubicBezTo>
                <a:cubicBezTo>
                  <a:pt x="2802909" y="3994294"/>
                  <a:pt x="2807858" y="3991665"/>
                  <a:pt x="2813116" y="3990582"/>
                </a:cubicBezTo>
                <a:close/>
                <a:moveTo>
                  <a:pt x="2322424" y="3988278"/>
                </a:moveTo>
                <a:cubicBezTo>
                  <a:pt x="2334385" y="3992444"/>
                  <a:pt x="2344758" y="4001172"/>
                  <a:pt x="2350708" y="4013470"/>
                </a:cubicBezTo>
                <a:cubicBezTo>
                  <a:pt x="2370973" y="4038784"/>
                  <a:pt x="2370973" y="4074762"/>
                  <a:pt x="2350708" y="4100075"/>
                </a:cubicBezTo>
                <a:cubicBezTo>
                  <a:pt x="2347493" y="4102500"/>
                  <a:pt x="2343980" y="4104480"/>
                  <a:pt x="2340258" y="4106014"/>
                </a:cubicBezTo>
                <a:cubicBezTo>
                  <a:pt x="2316224" y="4115837"/>
                  <a:pt x="2288775" y="4104306"/>
                  <a:pt x="2278949" y="4080280"/>
                </a:cubicBezTo>
                <a:cubicBezTo>
                  <a:pt x="2258684" y="4054966"/>
                  <a:pt x="2258684" y="4018988"/>
                  <a:pt x="2278949" y="3993675"/>
                </a:cubicBezTo>
                <a:cubicBezTo>
                  <a:pt x="2280763" y="3992487"/>
                  <a:pt x="2282656" y="3991398"/>
                  <a:pt x="2284611" y="3990458"/>
                </a:cubicBezTo>
                <a:cubicBezTo>
                  <a:pt x="2296914" y="3984507"/>
                  <a:pt x="2310463" y="3984111"/>
                  <a:pt x="2322424" y="3988278"/>
                </a:cubicBezTo>
                <a:close/>
                <a:moveTo>
                  <a:pt x="4590066" y="3973880"/>
                </a:moveTo>
                <a:lnTo>
                  <a:pt x="4590066" y="3974189"/>
                </a:lnTo>
                <a:cubicBezTo>
                  <a:pt x="4590066" y="3976354"/>
                  <a:pt x="4590066" y="3976354"/>
                  <a:pt x="4590066" y="3976354"/>
                </a:cubicBezTo>
                <a:cubicBezTo>
                  <a:pt x="4587592" y="3981303"/>
                  <a:pt x="4590066" y="3973880"/>
                  <a:pt x="4590066" y="3973880"/>
                </a:cubicBezTo>
                <a:close/>
                <a:moveTo>
                  <a:pt x="4497585" y="3966456"/>
                </a:moveTo>
                <a:cubicBezTo>
                  <a:pt x="4504699" y="3968931"/>
                  <a:pt x="4510885" y="3975117"/>
                  <a:pt x="4510885" y="3983777"/>
                </a:cubicBezTo>
                <a:cubicBezTo>
                  <a:pt x="4520114" y="4000751"/>
                  <a:pt x="4520114" y="4021240"/>
                  <a:pt x="4510885" y="4038214"/>
                </a:cubicBezTo>
                <a:cubicBezTo>
                  <a:pt x="4503462" y="4050587"/>
                  <a:pt x="4478717" y="4045638"/>
                  <a:pt x="4478717" y="4025842"/>
                </a:cubicBezTo>
                <a:cubicBezTo>
                  <a:pt x="4478717" y="4006047"/>
                  <a:pt x="4471294" y="3983777"/>
                  <a:pt x="4478717" y="3971405"/>
                </a:cubicBezTo>
                <a:cubicBezTo>
                  <a:pt x="4482429" y="3965219"/>
                  <a:pt x="4490471" y="3963982"/>
                  <a:pt x="4497585" y="3966456"/>
                </a:cubicBezTo>
                <a:close/>
                <a:moveTo>
                  <a:pt x="3910100" y="3964485"/>
                </a:moveTo>
                <a:cubicBezTo>
                  <a:pt x="3911299" y="3965529"/>
                  <a:pt x="3912072" y="3968313"/>
                  <a:pt x="3912072" y="3973880"/>
                </a:cubicBezTo>
                <a:cubicBezTo>
                  <a:pt x="3912072" y="3996150"/>
                  <a:pt x="3912072" y="3996150"/>
                  <a:pt x="3912072" y="3996150"/>
                </a:cubicBezTo>
                <a:cubicBezTo>
                  <a:pt x="3909598" y="4001099"/>
                  <a:pt x="3897226" y="4003573"/>
                  <a:pt x="3897226" y="3996150"/>
                </a:cubicBezTo>
                <a:cubicBezTo>
                  <a:pt x="3897226" y="3988727"/>
                  <a:pt x="3894751" y="3973880"/>
                  <a:pt x="3897226" y="3973880"/>
                </a:cubicBezTo>
                <a:cubicBezTo>
                  <a:pt x="3899082" y="3973880"/>
                  <a:pt x="3906505" y="3961353"/>
                  <a:pt x="3910100" y="3964485"/>
                </a:cubicBezTo>
                <a:close/>
                <a:moveTo>
                  <a:pt x="2474429" y="3959033"/>
                </a:moveTo>
                <a:cubicBezTo>
                  <a:pt x="2494225" y="3959033"/>
                  <a:pt x="2518969" y="3959033"/>
                  <a:pt x="2528867" y="3983777"/>
                </a:cubicBezTo>
                <a:cubicBezTo>
                  <a:pt x="2545074" y="4003103"/>
                  <a:pt x="2545074" y="4031262"/>
                  <a:pt x="2528867" y="4050587"/>
                </a:cubicBezTo>
                <a:cubicBezTo>
                  <a:pt x="2524561" y="4053680"/>
                  <a:pt x="2519612" y="4055758"/>
                  <a:pt x="2514391" y="4056649"/>
                </a:cubicBezTo>
                <a:cubicBezTo>
                  <a:pt x="2495536" y="4059866"/>
                  <a:pt x="2477646" y="4047172"/>
                  <a:pt x="2474429" y="4028317"/>
                </a:cubicBezTo>
                <a:cubicBezTo>
                  <a:pt x="2457836" y="4008200"/>
                  <a:pt x="2457836" y="3979150"/>
                  <a:pt x="2474429" y="3959033"/>
                </a:cubicBezTo>
                <a:close/>
                <a:moveTo>
                  <a:pt x="4735748" y="3952538"/>
                </a:moveTo>
                <a:cubicBezTo>
                  <a:pt x="4742862" y="3955322"/>
                  <a:pt x="4750904" y="3962745"/>
                  <a:pt x="4758327" y="3973880"/>
                </a:cubicBezTo>
                <a:cubicBezTo>
                  <a:pt x="4767853" y="3995135"/>
                  <a:pt x="4767853" y="4019434"/>
                  <a:pt x="4758327" y="4040689"/>
                </a:cubicBezTo>
                <a:cubicBezTo>
                  <a:pt x="4750904" y="4053061"/>
                  <a:pt x="4718736" y="4045638"/>
                  <a:pt x="4718736" y="4023368"/>
                </a:cubicBezTo>
                <a:cubicBezTo>
                  <a:pt x="4718736" y="4001098"/>
                  <a:pt x="4711313" y="3973880"/>
                  <a:pt x="4718736" y="3959033"/>
                </a:cubicBezTo>
                <a:cubicBezTo>
                  <a:pt x="4722448" y="3951610"/>
                  <a:pt x="4728634" y="3949754"/>
                  <a:pt x="4735748" y="3952538"/>
                </a:cubicBezTo>
                <a:close/>
                <a:moveTo>
                  <a:pt x="4052149" y="3948400"/>
                </a:moveTo>
                <a:cubicBezTo>
                  <a:pt x="4063632" y="3946197"/>
                  <a:pt x="4080333" y="3954084"/>
                  <a:pt x="4080333" y="3968930"/>
                </a:cubicBezTo>
                <a:cubicBezTo>
                  <a:pt x="4090949" y="3987315"/>
                  <a:pt x="4090949" y="4009931"/>
                  <a:pt x="4080333" y="4028317"/>
                </a:cubicBezTo>
                <a:cubicBezTo>
                  <a:pt x="4070436" y="4040689"/>
                  <a:pt x="4053115" y="4033265"/>
                  <a:pt x="4043217" y="4013470"/>
                </a:cubicBezTo>
                <a:cubicBezTo>
                  <a:pt x="4030796" y="3995629"/>
                  <a:pt x="4030796" y="3971924"/>
                  <a:pt x="4043217" y="3954083"/>
                </a:cubicBezTo>
                <a:cubicBezTo>
                  <a:pt x="4045073" y="3950990"/>
                  <a:pt x="4048321" y="3949135"/>
                  <a:pt x="4052149" y="3948400"/>
                </a:cubicBezTo>
                <a:close/>
                <a:moveTo>
                  <a:pt x="4185497" y="3938619"/>
                </a:moveTo>
                <a:cubicBezTo>
                  <a:pt x="4192921" y="3941094"/>
                  <a:pt x="4200344" y="3947898"/>
                  <a:pt x="4206530" y="3959033"/>
                </a:cubicBezTo>
                <a:cubicBezTo>
                  <a:pt x="4216650" y="3978407"/>
                  <a:pt x="4216650" y="4001518"/>
                  <a:pt x="4206530" y="4020893"/>
                </a:cubicBezTo>
                <a:cubicBezTo>
                  <a:pt x="4206530" y="4033265"/>
                  <a:pt x="4189209" y="4025842"/>
                  <a:pt x="4164464" y="4006047"/>
                </a:cubicBezTo>
                <a:cubicBezTo>
                  <a:pt x="4152884" y="3987043"/>
                  <a:pt x="4152884" y="3963190"/>
                  <a:pt x="4164464" y="3944186"/>
                </a:cubicBezTo>
                <a:cubicBezTo>
                  <a:pt x="4170650" y="3938000"/>
                  <a:pt x="4178074" y="3936144"/>
                  <a:pt x="4185497" y="3938619"/>
                </a:cubicBezTo>
                <a:close/>
                <a:moveTo>
                  <a:pt x="1972120" y="3919442"/>
                </a:moveTo>
                <a:cubicBezTo>
                  <a:pt x="1977756" y="3914394"/>
                  <a:pt x="1986278" y="3914394"/>
                  <a:pt x="1991915" y="3919442"/>
                </a:cubicBezTo>
                <a:cubicBezTo>
                  <a:pt x="1991915" y="3929340"/>
                  <a:pt x="1991915" y="3944186"/>
                  <a:pt x="1991915" y="3944186"/>
                </a:cubicBezTo>
                <a:cubicBezTo>
                  <a:pt x="1985967" y="3948319"/>
                  <a:pt x="1978068" y="3948319"/>
                  <a:pt x="1972120" y="3944186"/>
                </a:cubicBezTo>
                <a:cubicBezTo>
                  <a:pt x="1966329" y="3936961"/>
                  <a:pt x="1966329" y="3926667"/>
                  <a:pt x="1972120" y="3919442"/>
                </a:cubicBezTo>
                <a:close/>
                <a:moveTo>
                  <a:pt x="3733913" y="3918824"/>
                </a:moveTo>
                <a:cubicBezTo>
                  <a:pt x="3740718" y="3921298"/>
                  <a:pt x="3746285" y="3926866"/>
                  <a:pt x="3746285" y="3934289"/>
                </a:cubicBezTo>
                <a:cubicBezTo>
                  <a:pt x="3754797" y="3947923"/>
                  <a:pt x="3754797" y="3965195"/>
                  <a:pt x="3746285" y="3978829"/>
                </a:cubicBezTo>
                <a:cubicBezTo>
                  <a:pt x="3738862" y="3986252"/>
                  <a:pt x="3724015" y="3981303"/>
                  <a:pt x="3711643" y="3959033"/>
                </a:cubicBezTo>
                <a:cubicBezTo>
                  <a:pt x="3706645" y="3946958"/>
                  <a:pt x="3707560" y="3933225"/>
                  <a:pt x="3714118" y="3921917"/>
                </a:cubicBezTo>
                <a:cubicBezTo>
                  <a:pt x="3719067" y="3916968"/>
                  <a:pt x="3727108" y="3916349"/>
                  <a:pt x="3733913" y="3918824"/>
                </a:cubicBezTo>
                <a:close/>
                <a:moveTo>
                  <a:pt x="936635" y="3918471"/>
                </a:moveTo>
                <a:cubicBezTo>
                  <a:pt x="945129" y="3920704"/>
                  <a:pt x="952778" y="3926148"/>
                  <a:pt x="957607" y="3934289"/>
                </a:cubicBezTo>
                <a:cubicBezTo>
                  <a:pt x="957776" y="3934462"/>
                  <a:pt x="957941" y="3934611"/>
                  <a:pt x="958108" y="3934784"/>
                </a:cubicBezTo>
                <a:cubicBezTo>
                  <a:pt x="971496" y="3948443"/>
                  <a:pt x="971273" y="3970391"/>
                  <a:pt x="957607" y="3983778"/>
                </a:cubicBezTo>
                <a:cubicBezTo>
                  <a:pt x="941187" y="3993181"/>
                  <a:pt x="920253" y="3987687"/>
                  <a:pt x="910594" y="3971405"/>
                </a:cubicBezTo>
                <a:cubicBezTo>
                  <a:pt x="897990" y="3957326"/>
                  <a:pt x="897990" y="3935996"/>
                  <a:pt x="910594" y="3921917"/>
                </a:cubicBezTo>
                <a:cubicBezTo>
                  <a:pt x="918803" y="3917216"/>
                  <a:pt x="928142" y="3916238"/>
                  <a:pt x="936635" y="3918471"/>
                </a:cubicBezTo>
                <a:close/>
                <a:moveTo>
                  <a:pt x="4425208" y="3916659"/>
                </a:moveTo>
                <a:cubicBezTo>
                  <a:pt x="4426754" y="3915731"/>
                  <a:pt x="4426754" y="3915731"/>
                  <a:pt x="4426754" y="3919442"/>
                </a:cubicBezTo>
                <a:cubicBezTo>
                  <a:pt x="4426754" y="3926865"/>
                  <a:pt x="4426754" y="3939238"/>
                  <a:pt x="4426754" y="3939238"/>
                </a:cubicBezTo>
                <a:cubicBezTo>
                  <a:pt x="4424279" y="3944186"/>
                  <a:pt x="4414382" y="3959033"/>
                  <a:pt x="4414382" y="3939238"/>
                </a:cubicBezTo>
                <a:cubicBezTo>
                  <a:pt x="4414382" y="3919442"/>
                  <a:pt x="4402010" y="3919442"/>
                  <a:pt x="4414382" y="3919442"/>
                </a:cubicBezTo>
                <a:cubicBezTo>
                  <a:pt x="4420568" y="3919442"/>
                  <a:pt x="4423661" y="3917586"/>
                  <a:pt x="4425208" y="3916659"/>
                </a:cubicBezTo>
                <a:close/>
                <a:moveTo>
                  <a:pt x="4314477" y="3914802"/>
                </a:moveTo>
                <a:cubicBezTo>
                  <a:pt x="4321591" y="3917586"/>
                  <a:pt x="4329014" y="3924391"/>
                  <a:pt x="4335200" y="3934288"/>
                </a:cubicBezTo>
                <a:cubicBezTo>
                  <a:pt x="4346261" y="3953440"/>
                  <a:pt x="4346261" y="3976997"/>
                  <a:pt x="4335200" y="3996149"/>
                </a:cubicBezTo>
                <a:cubicBezTo>
                  <a:pt x="4327777" y="4010995"/>
                  <a:pt x="4307982" y="4003572"/>
                  <a:pt x="4295610" y="3981302"/>
                </a:cubicBezTo>
                <a:cubicBezTo>
                  <a:pt x="4284549" y="3962150"/>
                  <a:pt x="4284549" y="3938594"/>
                  <a:pt x="4295610" y="3919442"/>
                </a:cubicBezTo>
                <a:cubicBezTo>
                  <a:pt x="4300559" y="3913256"/>
                  <a:pt x="4307363" y="3912018"/>
                  <a:pt x="4314477" y="3914802"/>
                </a:cubicBezTo>
                <a:close/>
                <a:moveTo>
                  <a:pt x="1584284" y="3913856"/>
                </a:moveTo>
                <a:cubicBezTo>
                  <a:pt x="1592179" y="3916188"/>
                  <a:pt x="1599185" y="3921533"/>
                  <a:pt x="1603429" y="3929339"/>
                </a:cubicBezTo>
                <a:cubicBezTo>
                  <a:pt x="1616032" y="3943419"/>
                  <a:pt x="1616032" y="3964748"/>
                  <a:pt x="1603429" y="3978828"/>
                </a:cubicBezTo>
                <a:cubicBezTo>
                  <a:pt x="1603127" y="3979001"/>
                  <a:pt x="1602826" y="3979174"/>
                  <a:pt x="1602519" y="3979348"/>
                </a:cubicBezTo>
                <a:cubicBezTo>
                  <a:pt x="1586913" y="3987835"/>
                  <a:pt x="1567379" y="3982069"/>
                  <a:pt x="1558890" y="3966456"/>
                </a:cubicBezTo>
                <a:cubicBezTo>
                  <a:pt x="1546287" y="3952376"/>
                  <a:pt x="1546287" y="3931047"/>
                  <a:pt x="1558890" y="3916967"/>
                </a:cubicBezTo>
                <a:cubicBezTo>
                  <a:pt x="1559192" y="3916794"/>
                  <a:pt x="1559493" y="3916621"/>
                  <a:pt x="1559800" y="3916448"/>
                </a:cubicBezTo>
                <a:cubicBezTo>
                  <a:pt x="1567603" y="3912204"/>
                  <a:pt x="1576388" y="3911524"/>
                  <a:pt x="1584284" y="3913856"/>
                </a:cubicBezTo>
                <a:close/>
                <a:moveTo>
                  <a:pt x="4671452" y="3911749"/>
                </a:moveTo>
                <a:cubicBezTo>
                  <a:pt x="4673192" y="3911169"/>
                  <a:pt x="4674352" y="3911555"/>
                  <a:pt x="4675125" y="3912329"/>
                </a:cubicBezTo>
                <a:cubicBezTo>
                  <a:pt x="4676671" y="3913875"/>
                  <a:pt x="4676671" y="3916968"/>
                  <a:pt x="4676671" y="3916968"/>
                </a:cubicBezTo>
                <a:cubicBezTo>
                  <a:pt x="4681249" y="3923698"/>
                  <a:pt x="4681249" y="3932507"/>
                  <a:pt x="4676671" y="3939238"/>
                </a:cubicBezTo>
                <a:cubicBezTo>
                  <a:pt x="4671722" y="3944186"/>
                  <a:pt x="4664299" y="3946661"/>
                  <a:pt x="4664299" y="3939238"/>
                </a:cubicBezTo>
                <a:cubicBezTo>
                  <a:pt x="4664299" y="3931814"/>
                  <a:pt x="4651926" y="3929340"/>
                  <a:pt x="4664299" y="3916968"/>
                </a:cubicBezTo>
                <a:cubicBezTo>
                  <a:pt x="4667392" y="3913875"/>
                  <a:pt x="4669712" y="3912329"/>
                  <a:pt x="4671452" y="3911749"/>
                </a:cubicBezTo>
                <a:close/>
                <a:moveTo>
                  <a:pt x="4804375" y="3908849"/>
                </a:moveTo>
                <a:cubicBezTo>
                  <a:pt x="4815858" y="3906761"/>
                  <a:pt x="4832560" y="3915112"/>
                  <a:pt x="4832560" y="3931814"/>
                </a:cubicBezTo>
                <a:cubicBezTo>
                  <a:pt x="4842681" y="3951189"/>
                  <a:pt x="4842681" y="3974300"/>
                  <a:pt x="4832560" y="3993675"/>
                </a:cubicBezTo>
                <a:cubicBezTo>
                  <a:pt x="4825137" y="4006047"/>
                  <a:pt x="4807816" y="4001098"/>
                  <a:pt x="4795444" y="3978828"/>
                </a:cubicBezTo>
                <a:cubicBezTo>
                  <a:pt x="4785299" y="3958587"/>
                  <a:pt x="4785299" y="3934734"/>
                  <a:pt x="4795444" y="3914493"/>
                </a:cubicBezTo>
                <a:cubicBezTo>
                  <a:pt x="4797300" y="3911400"/>
                  <a:pt x="4800548" y="3909544"/>
                  <a:pt x="4804375" y="3908849"/>
                </a:cubicBezTo>
                <a:close/>
                <a:moveTo>
                  <a:pt x="1161347" y="3907757"/>
                </a:moveTo>
                <a:cubicBezTo>
                  <a:pt x="1172260" y="3911048"/>
                  <a:pt x="1181917" y="3918502"/>
                  <a:pt x="1187731" y="3929340"/>
                </a:cubicBezTo>
                <a:cubicBezTo>
                  <a:pt x="1205032" y="3948244"/>
                  <a:pt x="1205032" y="3977245"/>
                  <a:pt x="1187731" y="3996149"/>
                </a:cubicBezTo>
                <a:cubicBezTo>
                  <a:pt x="1181946" y="4002855"/>
                  <a:pt x="1174284" y="4007705"/>
                  <a:pt x="1165736" y="4010031"/>
                </a:cubicBezTo>
                <a:cubicBezTo>
                  <a:pt x="1142010" y="4016539"/>
                  <a:pt x="1117511" y="4002558"/>
                  <a:pt x="1111024" y="3978828"/>
                </a:cubicBezTo>
                <a:cubicBezTo>
                  <a:pt x="1097296" y="3956163"/>
                  <a:pt x="1103839" y="3926717"/>
                  <a:pt x="1125870" y="3912019"/>
                </a:cubicBezTo>
                <a:cubicBezTo>
                  <a:pt x="1126382" y="3911722"/>
                  <a:pt x="1126902" y="3911425"/>
                  <a:pt x="1127429" y="3911153"/>
                </a:cubicBezTo>
                <a:cubicBezTo>
                  <a:pt x="1138269" y="3905338"/>
                  <a:pt x="1150436" y="3904466"/>
                  <a:pt x="1161347" y="3907757"/>
                </a:cubicBezTo>
                <a:close/>
                <a:moveTo>
                  <a:pt x="1389987" y="3901627"/>
                </a:moveTo>
                <a:cubicBezTo>
                  <a:pt x="1401508" y="3905097"/>
                  <a:pt x="1411705" y="3912960"/>
                  <a:pt x="1417848" y="3924391"/>
                </a:cubicBezTo>
                <a:cubicBezTo>
                  <a:pt x="1433006" y="3948715"/>
                  <a:pt x="1427706" y="3980536"/>
                  <a:pt x="1405476" y="3998624"/>
                </a:cubicBezTo>
                <a:cubicBezTo>
                  <a:pt x="1404899" y="3998996"/>
                  <a:pt x="1404315" y="3999342"/>
                  <a:pt x="1403724" y="3999663"/>
                </a:cubicBezTo>
                <a:cubicBezTo>
                  <a:pt x="1380004" y="4013248"/>
                  <a:pt x="1349766" y="4005033"/>
                  <a:pt x="1336192" y="3981303"/>
                </a:cubicBezTo>
                <a:cubicBezTo>
                  <a:pt x="1320308" y="3956608"/>
                  <a:pt x="1326878" y="3923773"/>
                  <a:pt x="1351038" y="3907070"/>
                </a:cubicBezTo>
                <a:cubicBezTo>
                  <a:pt x="1352062" y="3906402"/>
                  <a:pt x="1353112" y="3905783"/>
                  <a:pt x="1354183" y="3905214"/>
                </a:cubicBezTo>
                <a:cubicBezTo>
                  <a:pt x="1365621" y="3899078"/>
                  <a:pt x="1378466" y="3898156"/>
                  <a:pt x="1389987" y="3901627"/>
                </a:cubicBezTo>
                <a:close/>
                <a:moveTo>
                  <a:pt x="2848068" y="3899647"/>
                </a:moveTo>
                <a:lnTo>
                  <a:pt x="2860440" y="3899647"/>
                </a:lnTo>
                <a:lnTo>
                  <a:pt x="2860440" y="3914493"/>
                </a:lnTo>
                <a:cubicBezTo>
                  <a:pt x="2857965" y="3916968"/>
                  <a:pt x="2848068" y="3914493"/>
                  <a:pt x="2848068" y="3914493"/>
                </a:cubicBezTo>
                <a:cubicBezTo>
                  <a:pt x="2845420" y="3909891"/>
                  <a:pt x="2845420" y="3904249"/>
                  <a:pt x="2848068" y="3899647"/>
                </a:cubicBezTo>
                <a:close/>
                <a:moveTo>
                  <a:pt x="2665849" y="3896632"/>
                </a:moveTo>
                <a:cubicBezTo>
                  <a:pt x="2685219" y="3893616"/>
                  <a:pt x="2707025" y="3905214"/>
                  <a:pt x="2721872" y="3929340"/>
                </a:cubicBezTo>
                <a:cubicBezTo>
                  <a:pt x="2742929" y="3956237"/>
                  <a:pt x="2742929" y="3993997"/>
                  <a:pt x="2721872" y="4020894"/>
                </a:cubicBezTo>
                <a:cubicBezTo>
                  <a:pt x="2694653" y="4040689"/>
                  <a:pt x="2662486" y="4030792"/>
                  <a:pt x="2647639" y="3998624"/>
                </a:cubicBezTo>
                <a:cubicBezTo>
                  <a:pt x="2626186" y="3970960"/>
                  <a:pt x="2626186" y="3932260"/>
                  <a:pt x="2647639" y="3904596"/>
                </a:cubicBezTo>
                <a:cubicBezTo>
                  <a:pt x="2653207" y="3900266"/>
                  <a:pt x="2659393" y="3897637"/>
                  <a:pt x="2665849" y="3896632"/>
                </a:cubicBezTo>
                <a:close/>
                <a:moveTo>
                  <a:pt x="3822993" y="3894697"/>
                </a:moveTo>
                <a:lnTo>
                  <a:pt x="3822993" y="3897172"/>
                </a:lnTo>
                <a:cubicBezTo>
                  <a:pt x="3820518" y="3899646"/>
                  <a:pt x="3822993" y="3894697"/>
                  <a:pt x="3822993" y="3894697"/>
                </a:cubicBezTo>
                <a:close/>
                <a:moveTo>
                  <a:pt x="696400" y="3881095"/>
                </a:moveTo>
                <a:cubicBezTo>
                  <a:pt x="722936" y="3877780"/>
                  <a:pt x="750108" y="3890089"/>
                  <a:pt x="764600" y="3914493"/>
                </a:cubicBezTo>
                <a:cubicBezTo>
                  <a:pt x="781383" y="3947031"/>
                  <a:pt x="771928" y="3986969"/>
                  <a:pt x="742330" y="4008521"/>
                </a:cubicBezTo>
                <a:cubicBezTo>
                  <a:pt x="709376" y="4028044"/>
                  <a:pt x="666894" y="4018245"/>
                  <a:pt x="645827" y="3986251"/>
                </a:cubicBezTo>
                <a:cubicBezTo>
                  <a:pt x="628061" y="3952500"/>
                  <a:pt x="638758" y="3910781"/>
                  <a:pt x="670570" y="3889748"/>
                </a:cubicBezTo>
                <a:cubicBezTo>
                  <a:pt x="678781" y="3885041"/>
                  <a:pt x="687555" y="3882200"/>
                  <a:pt x="696400" y="3881095"/>
                </a:cubicBezTo>
                <a:close/>
                <a:moveTo>
                  <a:pt x="1753551" y="3878317"/>
                </a:moveTo>
                <a:cubicBezTo>
                  <a:pt x="1780166" y="3867578"/>
                  <a:pt x="1810443" y="3880445"/>
                  <a:pt x="1821180" y="3907070"/>
                </a:cubicBezTo>
                <a:cubicBezTo>
                  <a:pt x="1843177" y="3933621"/>
                  <a:pt x="1843177" y="3972073"/>
                  <a:pt x="1821180" y="3998624"/>
                </a:cubicBezTo>
                <a:cubicBezTo>
                  <a:pt x="1814996" y="4004760"/>
                  <a:pt x="1807486" y="4009388"/>
                  <a:pt x="1799229" y="4012159"/>
                </a:cubicBezTo>
                <a:cubicBezTo>
                  <a:pt x="1769437" y="4022180"/>
                  <a:pt x="1737165" y="4006146"/>
                  <a:pt x="1727151" y="3976354"/>
                </a:cubicBezTo>
                <a:cubicBezTo>
                  <a:pt x="1706660" y="3946809"/>
                  <a:pt x="1713220" y="3906352"/>
                  <a:pt x="1741998" y="3884800"/>
                </a:cubicBezTo>
                <a:cubicBezTo>
                  <a:pt x="1745556" y="3882152"/>
                  <a:pt x="1749438" y="3879975"/>
                  <a:pt x="1753551" y="3878317"/>
                </a:cubicBezTo>
                <a:close/>
                <a:moveTo>
                  <a:pt x="4112077" y="3877493"/>
                </a:moveTo>
                <a:cubicBezTo>
                  <a:pt x="4120080" y="3875057"/>
                  <a:pt x="4129823" y="3884800"/>
                  <a:pt x="4129823" y="3884800"/>
                </a:cubicBezTo>
                <a:cubicBezTo>
                  <a:pt x="4136009" y="3895515"/>
                  <a:pt x="4136009" y="3908728"/>
                  <a:pt x="4129823" y="3919442"/>
                </a:cubicBezTo>
                <a:cubicBezTo>
                  <a:pt x="4124874" y="3926866"/>
                  <a:pt x="4105078" y="3919442"/>
                  <a:pt x="4105078" y="3919442"/>
                </a:cubicBezTo>
                <a:cubicBezTo>
                  <a:pt x="4098893" y="3908728"/>
                  <a:pt x="4098893" y="3895515"/>
                  <a:pt x="4105078" y="3884800"/>
                </a:cubicBezTo>
                <a:cubicBezTo>
                  <a:pt x="4106934" y="3880470"/>
                  <a:pt x="4109409" y="3878305"/>
                  <a:pt x="4112077" y="3877493"/>
                </a:cubicBezTo>
                <a:close/>
                <a:moveTo>
                  <a:pt x="3983831" y="3863767"/>
                </a:moveTo>
                <a:cubicBezTo>
                  <a:pt x="3991873" y="3866242"/>
                  <a:pt x="3998677" y="3872428"/>
                  <a:pt x="3998677" y="3882325"/>
                </a:cubicBezTo>
                <a:cubicBezTo>
                  <a:pt x="4009392" y="3899795"/>
                  <a:pt x="4009392" y="3921768"/>
                  <a:pt x="3998677" y="3939237"/>
                </a:cubicBezTo>
                <a:cubicBezTo>
                  <a:pt x="3988780" y="3959033"/>
                  <a:pt x="3971459" y="3944186"/>
                  <a:pt x="3961561" y="3924391"/>
                </a:cubicBezTo>
                <a:cubicBezTo>
                  <a:pt x="3950253" y="3907095"/>
                  <a:pt x="3950253" y="3884775"/>
                  <a:pt x="3961561" y="3867479"/>
                </a:cubicBezTo>
                <a:cubicBezTo>
                  <a:pt x="3966510" y="3862530"/>
                  <a:pt x="3975789" y="3861293"/>
                  <a:pt x="3983831" y="3863767"/>
                </a:cubicBezTo>
                <a:close/>
                <a:moveTo>
                  <a:pt x="2358692" y="3846681"/>
                </a:moveTo>
                <a:cubicBezTo>
                  <a:pt x="2367743" y="3849564"/>
                  <a:pt x="2375695" y="3855898"/>
                  <a:pt x="2380401" y="3865004"/>
                </a:cubicBezTo>
                <a:cubicBezTo>
                  <a:pt x="2394013" y="3883389"/>
                  <a:pt x="2394013" y="3908480"/>
                  <a:pt x="2380401" y="3926865"/>
                </a:cubicBezTo>
                <a:cubicBezTo>
                  <a:pt x="2378340" y="3928325"/>
                  <a:pt x="2376125" y="3929562"/>
                  <a:pt x="2373794" y="3930527"/>
                </a:cubicBezTo>
                <a:cubicBezTo>
                  <a:pt x="2356157" y="3937950"/>
                  <a:pt x="2335849" y="3929661"/>
                  <a:pt x="2328438" y="3912018"/>
                </a:cubicBezTo>
                <a:cubicBezTo>
                  <a:pt x="2314826" y="3893633"/>
                  <a:pt x="2314826" y="3868542"/>
                  <a:pt x="2328438" y="3850158"/>
                </a:cubicBezTo>
                <a:cubicBezTo>
                  <a:pt x="2329076" y="3849786"/>
                  <a:pt x="2329725" y="3849415"/>
                  <a:pt x="2330385" y="3849069"/>
                </a:cubicBezTo>
                <a:cubicBezTo>
                  <a:pt x="2339490" y="3844368"/>
                  <a:pt x="2349641" y="3843799"/>
                  <a:pt x="2358692" y="3846681"/>
                </a:cubicBezTo>
                <a:close/>
                <a:moveTo>
                  <a:pt x="2153066" y="3841644"/>
                </a:moveTo>
                <a:cubicBezTo>
                  <a:pt x="2160769" y="3841229"/>
                  <a:pt x="2168426" y="3842330"/>
                  <a:pt x="2175612" y="3844801"/>
                </a:cubicBezTo>
                <a:cubicBezTo>
                  <a:pt x="2189984" y="3849744"/>
                  <a:pt x="2202471" y="3860167"/>
                  <a:pt x="2209665" y="3874902"/>
                </a:cubicBezTo>
                <a:cubicBezTo>
                  <a:pt x="2231940" y="3904125"/>
                  <a:pt x="2231940" y="3944657"/>
                  <a:pt x="2209665" y="3973879"/>
                </a:cubicBezTo>
                <a:cubicBezTo>
                  <a:pt x="2206703" y="3975884"/>
                  <a:pt x="2203558" y="3977591"/>
                  <a:pt x="2200275" y="3979002"/>
                </a:cubicBezTo>
                <a:cubicBezTo>
                  <a:pt x="2171388" y="3991399"/>
                  <a:pt x="2137927" y="3978012"/>
                  <a:pt x="2125535" y="3949135"/>
                </a:cubicBezTo>
                <a:cubicBezTo>
                  <a:pt x="2102374" y="3920209"/>
                  <a:pt x="2102374" y="3879084"/>
                  <a:pt x="2125535" y="3850158"/>
                </a:cubicBezTo>
                <a:cubicBezTo>
                  <a:pt x="2127066" y="3849243"/>
                  <a:pt x="2128637" y="3848377"/>
                  <a:pt x="2130246" y="3847585"/>
                </a:cubicBezTo>
                <a:cubicBezTo>
                  <a:pt x="2137614" y="3843991"/>
                  <a:pt x="2145363" y="3842059"/>
                  <a:pt x="2153066" y="3841644"/>
                </a:cubicBezTo>
                <a:close/>
                <a:moveTo>
                  <a:pt x="4340149" y="3840260"/>
                </a:moveTo>
                <a:cubicBezTo>
                  <a:pt x="4345097" y="3840260"/>
                  <a:pt x="4357470" y="3840260"/>
                  <a:pt x="4357470" y="3840260"/>
                </a:cubicBezTo>
                <a:cubicBezTo>
                  <a:pt x="4361008" y="3847262"/>
                  <a:pt x="4361008" y="3855527"/>
                  <a:pt x="4357470" y="3862530"/>
                </a:cubicBezTo>
                <a:cubicBezTo>
                  <a:pt x="4352521" y="3867479"/>
                  <a:pt x="4340149" y="3865004"/>
                  <a:pt x="4340149" y="3865004"/>
                </a:cubicBezTo>
                <a:cubicBezTo>
                  <a:pt x="4336536" y="3857160"/>
                  <a:pt x="4336536" y="3848104"/>
                  <a:pt x="4340149" y="3840260"/>
                </a:cubicBezTo>
                <a:close/>
                <a:moveTo>
                  <a:pt x="4737565" y="3835660"/>
                </a:moveTo>
                <a:cubicBezTo>
                  <a:pt x="4749048" y="3832529"/>
                  <a:pt x="4765751" y="3840880"/>
                  <a:pt x="4765751" y="3857582"/>
                </a:cubicBezTo>
                <a:cubicBezTo>
                  <a:pt x="4765751" y="3879852"/>
                  <a:pt x="4765751" y="3907070"/>
                  <a:pt x="4765751" y="3919442"/>
                </a:cubicBezTo>
                <a:cubicBezTo>
                  <a:pt x="4758327" y="3931815"/>
                  <a:pt x="4728634" y="3926866"/>
                  <a:pt x="4728634" y="3904596"/>
                </a:cubicBezTo>
                <a:cubicBezTo>
                  <a:pt x="4728634" y="3882326"/>
                  <a:pt x="4721211" y="3857582"/>
                  <a:pt x="4728634" y="3842735"/>
                </a:cubicBezTo>
                <a:cubicBezTo>
                  <a:pt x="4730490" y="3839024"/>
                  <a:pt x="4733738" y="3836704"/>
                  <a:pt x="4737565" y="3835660"/>
                </a:cubicBezTo>
                <a:close/>
                <a:moveTo>
                  <a:pt x="4240244" y="3835621"/>
                </a:moveTo>
                <a:cubicBezTo>
                  <a:pt x="4247358" y="3838405"/>
                  <a:pt x="4254781" y="3845210"/>
                  <a:pt x="4260967" y="3855107"/>
                </a:cubicBezTo>
                <a:cubicBezTo>
                  <a:pt x="4271583" y="3873492"/>
                  <a:pt x="4271583" y="3896108"/>
                  <a:pt x="4260967" y="3914493"/>
                </a:cubicBezTo>
                <a:cubicBezTo>
                  <a:pt x="4251070" y="3926866"/>
                  <a:pt x="4233749" y="3919442"/>
                  <a:pt x="4221376" y="3899647"/>
                </a:cubicBezTo>
                <a:cubicBezTo>
                  <a:pt x="4210761" y="3881262"/>
                  <a:pt x="4210761" y="3858646"/>
                  <a:pt x="4221376" y="3840261"/>
                </a:cubicBezTo>
                <a:cubicBezTo>
                  <a:pt x="4226325" y="3834075"/>
                  <a:pt x="4233130" y="3832838"/>
                  <a:pt x="4240244" y="3835621"/>
                </a:cubicBezTo>
                <a:close/>
                <a:moveTo>
                  <a:pt x="2533816" y="3811495"/>
                </a:moveTo>
                <a:cubicBezTo>
                  <a:pt x="2543713" y="3814898"/>
                  <a:pt x="2553611" y="3822940"/>
                  <a:pt x="2561034" y="3835312"/>
                </a:cubicBezTo>
                <a:cubicBezTo>
                  <a:pt x="2575905" y="3854167"/>
                  <a:pt x="2575905" y="3880792"/>
                  <a:pt x="2561034" y="3899647"/>
                </a:cubicBezTo>
                <a:cubicBezTo>
                  <a:pt x="2543713" y="3914493"/>
                  <a:pt x="2518969" y="3907070"/>
                  <a:pt x="2506597" y="3882326"/>
                </a:cubicBezTo>
                <a:cubicBezTo>
                  <a:pt x="2490389" y="3863001"/>
                  <a:pt x="2490389" y="3834842"/>
                  <a:pt x="2506597" y="3815516"/>
                </a:cubicBezTo>
                <a:cubicBezTo>
                  <a:pt x="2514020" y="3809330"/>
                  <a:pt x="2523918" y="3808093"/>
                  <a:pt x="2533816" y="3811495"/>
                </a:cubicBezTo>
                <a:close/>
                <a:moveTo>
                  <a:pt x="4030846" y="3803144"/>
                </a:moveTo>
                <a:cubicBezTo>
                  <a:pt x="4035794" y="3803144"/>
                  <a:pt x="4048167" y="3803144"/>
                  <a:pt x="4048167" y="3803144"/>
                </a:cubicBezTo>
                <a:cubicBezTo>
                  <a:pt x="4051779" y="3810988"/>
                  <a:pt x="4051779" y="3820044"/>
                  <a:pt x="4048167" y="3827888"/>
                </a:cubicBezTo>
                <a:cubicBezTo>
                  <a:pt x="4043218" y="3832837"/>
                  <a:pt x="4030846" y="3827888"/>
                  <a:pt x="4030846" y="3827888"/>
                </a:cubicBezTo>
                <a:cubicBezTo>
                  <a:pt x="4027233" y="3820044"/>
                  <a:pt x="4027233" y="3810988"/>
                  <a:pt x="4030846" y="3803144"/>
                </a:cubicBezTo>
                <a:close/>
                <a:moveTo>
                  <a:pt x="4819570" y="3803144"/>
                </a:moveTo>
                <a:cubicBezTo>
                  <a:pt x="4826374" y="3803762"/>
                  <a:pt x="4832560" y="3809330"/>
                  <a:pt x="4832560" y="3817990"/>
                </a:cubicBezTo>
                <a:cubicBezTo>
                  <a:pt x="4839439" y="3833777"/>
                  <a:pt x="4839439" y="3851692"/>
                  <a:pt x="4832560" y="3867479"/>
                </a:cubicBezTo>
                <a:cubicBezTo>
                  <a:pt x="4825137" y="3877376"/>
                  <a:pt x="4812765" y="3872427"/>
                  <a:pt x="4802867" y="3867479"/>
                </a:cubicBezTo>
                <a:cubicBezTo>
                  <a:pt x="4794503" y="3852038"/>
                  <a:pt x="4794503" y="3833431"/>
                  <a:pt x="4802867" y="3817990"/>
                </a:cubicBezTo>
                <a:cubicBezTo>
                  <a:pt x="4805342" y="3806855"/>
                  <a:pt x="4812765" y="3802525"/>
                  <a:pt x="4819570" y="3803144"/>
                </a:cubicBezTo>
                <a:close/>
                <a:moveTo>
                  <a:pt x="2709809" y="3794483"/>
                </a:moveTo>
                <a:cubicBezTo>
                  <a:pt x="2716305" y="3795102"/>
                  <a:pt x="2721872" y="3799432"/>
                  <a:pt x="2721872" y="3805618"/>
                </a:cubicBezTo>
                <a:cubicBezTo>
                  <a:pt x="2728058" y="3816332"/>
                  <a:pt x="2728058" y="3829546"/>
                  <a:pt x="2721872" y="3840260"/>
                </a:cubicBezTo>
                <a:cubicBezTo>
                  <a:pt x="2714052" y="3848550"/>
                  <a:pt x="2701260" y="3849638"/>
                  <a:pt x="2692179" y="3842735"/>
                </a:cubicBezTo>
                <a:cubicBezTo>
                  <a:pt x="2684310" y="3831600"/>
                  <a:pt x="2684310" y="3816753"/>
                  <a:pt x="2692179" y="3805618"/>
                </a:cubicBezTo>
                <a:cubicBezTo>
                  <a:pt x="2695891" y="3796958"/>
                  <a:pt x="2703314" y="3793865"/>
                  <a:pt x="2709809" y="3794483"/>
                </a:cubicBezTo>
                <a:close/>
                <a:moveTo>
                  <a:pt x="4437271" y="3793362"/>
                </a:moveTo>
                <a:cubicBezTo>
                  <a:pt x="4444230" y="3790926"/>
                  <a:pt x="4453972" y="3800669"/>
                  <a:pt x="4453972" y="3800669"/>
                </a:cubicBezTo>
                <a:cubicBezTo>
                  <a:pt x="4459688" y="3811507"/>
                  <a:pt x="4459688" y="3824473"/>
                  <a:pt x="4453972" y="3835311"/>
                </a:cubicBezTo>
                <a:cubicBezTo>
                  <a:pt x="4453972" y="3842735"/>
                  <a:pt x="4431703" y="3847683"/>
                  <a:pt x="4431703" y="3835311"/>
                </a:cubicBezTo>
                <a:cubicBezTo>
                  <a:pt x="4431703" y="3822939"/>
                  <a:pt x="4426754" y="3817990"/>
                  <a:pt x="4431703" y="3800669"/>
                </a:cubicBezTo>
                <a:cubicBezTo>
                  <a:pt x="4432941" y="3796339"/>
                  <a:pt x="4434951" y="3794174"/>
                  <a:pt x="4437271" y="3793362"/>
                </a:cubicBezTo>
                <a:close/>
                <a:moveTo>
                  <a:pt x="4689353" y="3774379"/>
                </a:moveTo>
                <a:cubicBezTo>
                  <a:pt x="4695849" y="3776544"/>
                  <a:pt x="4701416" y="3782112"/>
                  <a:pt x="4701416" y="3790772"/>
                </a:cubicBezTo>
                <a:cubicBezTo>
                  <a:pt x="4708468" y="3804777"/>
                  <a:pt x="4708468" y="3821306"/>
                  <a:pt x="4701416" y="3835311"/>
                </a:cubicBezTo>
                <a:cubicBezTo>
                  <a:pt x="4686569" y="3845209"/>
                  <a:pt x="4674197" y="3837786"/>
                  <a:pt x="4671723" y="3822939"/>
                </a:cubicBezTo>
                <a:cubicBezTo>
                  <a:pt x="4665932" y="3808662"/>
                  <a:pt x="4665932" y="3792677"/>
                  <a:pt x="4671723" y="3778400"/>
                </a:cubicBezTo>
                <a:cubicBezTo>
                  <a:pt x="4675435" y="3773451"/>
                  <a:pt x="4682858" y="3772214"/>
                  <a:pt x="4689353" y="3774379"/>
                </a:cubicBezTo>
                <a:close/>
                <a:moveTo>
                  <a:pt x="4167557" y="3773141"/>
                </a:moveTo>
                <a:cubicBezTo>
                  <a:pt x="4172506" y="3773451"/>
                  <a:pt x="4176836" y="3777162"/>
                  <a:pt x="4176836" y="3783348"/>
                </a:cubicBezTo>
                <a:cubicBezTo>
                  <a:pt x="4176836" y="3795720"/>
                  <a:pt x="4176836" y="3817990"/>
                  <a:pt x="4176836" y="3817990"/>
                </a:cubicBezTo>
                <a:cubicBezTo>
                  <a:pt x="4171887" y="3825413"/>
                  <a:pt x="4154567" y="3830362"/>
                  <a:pt x="4154567" y="3817990"/>
                </a:cubicBezTo>
                <a:cubicBezTo>
                  <a:pt x="4154567" y="3805618"/>
                  <a:pt x="4149618" y="3798195"/>
                  <a:pt x="4154567" y="3783348"/>
                </a:cubicBezTo>
                <a:cubicBezTo>
                  <a:pt x="4157041" y="3775925"/>
                  <a:pt x="4162608" y="3772832"/>
                  <a:pt x="4167557" y="3773141"/>
                </a:cubicBezTo>
                <a:close/>
                <a:moveTo>
                  <a:pt x="4530680" y="3770976"/>
                </a:moveTo>
                <a:lnTo>
                  <a:pt x="4533154" y="3773450"/>
                </a:lnTo>
                <a:lnTo>
                  <a:pt x="4533154" y="3775925"/>
                </a:lnTo>
                <a:lnTo>
                  <a:pt x="4530680" y="3775925"/>
                </a:lnTo>
                <a:close/>
                <a:moveTo>
                  <a:pt x="1843325" y="3745503"/>
                </a:moveTo>
                <a:cubicBezTo>
                  <a:pt x="1848993" y="3746103"/>
                  <a:pt x="1854431" y="3748868"/>
                  <a:pt x="1858296" y="3753656"/>
                </a:cubicBezTo>
                <a:cubicBezTo>
                  <a:pt x="1866981" y="3764494"/>
                  <a:pt x="1866981" y="3779934"/>
                  <a:pt x="1858296" y="3790772"/>
                </a:cubicBezTo>
                <a:cubicBezTo>
                  <a:pt x="1848675" y="3800200"/>
                  <a:pt x="1833275" y="3800200"/>
                  <a:pt x="1823654" y="3790772"/>
                </a:cubicBezTo>
                <a:cubicBezTo>
                  <a:pt x="1814969" y="3779934"/>
                  <a:pt x="1814969" y="3764494"/>
                  <a:pt x="1823654" y="3753656"/>
                </a:cubicBezTo>
                <a:cubicBezTo>
                  <a:pt x="1824641" y="3752443"/>
                  <a:pt x="1825755" y="3751330"/>
                  <a:pt x="1826977" y="3750340"/>
                </a:cubicBezTo>
                <a:cubicBezTo>
                  <a:pt x="1831760" y="3746468"/>
                  <a:pt x="1837657" y="3744903"/>
                  <a:pt x="1843325" y="3745503"/>
                </a:cubicBezTo>
                <a:close/>
                <a:moveTo>
                  <a:pt x="4752451" y="3735097"/>
                </a:moveTo>
                <a:cubicBezTo>
                  <a:pt x="4758328" y="3735716"/>
                  <a:pt x="4763277" y="3740046"/>
                  <a:pt x="4763277" y="3746232"/>
                </a:cubicBezTo>
                <a:cubicBezTo>
                  <a:pt x="4769215" y="3759619"/>
                  <a:pt x="4769215" y="3774911"/>
                  <a:pt x="4763277" y="3788298"/>
                </a:cubicBezTo>
                <a:cubicBezTo>
                  <a:pt x="4758328" y="3795721"/>
                  <a:pt x="4745956" y="3790772"/>
                  <a:pt x="4736058" y="3785823"/>
                </a:cubicBezTo>
                <a:cubicBezTo>
                  <a:pt x="4729451" y="3773451"/>
                  <a:pt x="4729451" y="3758604"/>
                  <a:pt x="4736058" y="3746232"/>
                </a:cubicBezTo>
                <a:cubicBezTo>
                  <a:pt x="4739770" y="3737572"/>
                  <a:pt x="4746574" y="3734479"/>
                  <a:pt x="4752451" y="3735097"/>
                </a:cubicBezTo>
                <a:close/>
                <a:moveTo>
                  <a:pt x="4280763" y="3734788"/>
                </a:moveTo>
                <a:cubicBezTo>
                  <a:pt x="4287568" y="3736953"/>
                  <a:pt x="4293135" y="3742521"/>
                  <a:pt x="4293135" y="3751181"/>
                </a:cubicBezTo>
                <a:cubicBezTo>
                  <a:pt x="4303874" y="3765928"/>
                  <a:pt x="4303874" y="3785922"/>
                  <a:pt x="4293135" y="3800669"/>
                </a:cubicBezTo>
                <a:cubicBezTo>
                  <a:pt x="4285711" y="3810567"/>
                  <a:pt x="4270865" y="3805618"/>
                  <a:pt x="4260967" y="3788297"/>
                </a:cubicBezTo>
                <a:cubicBezTo>
                  <a:pt x="4252603" y="3772857"/>
                  <a:pt x="4252603" y="3754249"/>
                  <a:pt x="4260967" y="3738809"/>
                </a:cubicBezTo>
                <a:cubicBezTo>
                  <a:pt x="4265916" y="3733860"/>
                  <a:pt x="4273958" y="3732623"/>
                  <a:pt x="4280763" y="3734788"/>
                </a:cubicBezTo>
                <a:close/>
                <a:moveTo>
                  <a:pt x="4367367" y="3728911"/>
                </a:moveTo>
                <a:cubicBezTo>
                  <a:pt x="4379740" y="3728911"/>
                  <a:pt x="4379740" y="3728911"/>
                  <a:pt x="4379740" y="3728911"/>
                </a:cubicBezTo>
                <a:cubicBezTo>
                  <a:pt x="4382412" y="3734380"/>
                  <a:pt x="4382412" y="3740764"/>
                  <a:pt x="4379740" y="3746232"/>
                </a:cubicBezTo>
                <a:cubicBezTo>
                  <a:pt x="4377265" y="3748706"/>
                  <a:pt x="4367367" y="3746232"/>
                  <a:pt x="4367367" y="3746232"/>
                </a:cubicBezTo>
                <a:cubicBezTo>
                  <a:pt x="4365042" y="3740689"/>
                  <a:pt x="4365042" y="3734454"/>
                  <a:pt x="4367367" y="3728911"/>
                </a:cubicBezTo>
                <a:close/>
                <a:moveTo>
                  <a:pt x="809141" y="3725707"/>
                </a:moveTo>
                <a:cubicBezTo>
                  <a:pt x="814452" y="3725707"/>
                  <a:pt x="819762" y="3727600"/>
                  <a:pt x="823988" y="3731386"/>
                </a:cubicBezTo>
                <a:cubicBezTo>
                  <a:pt x="831549" y="3739848"/>
                  <a:pt x="831549" y="3752616"/>
                  <a:pt x="823988" y="3761079"/>
                </a:cubicBezTo>
                <a:cubicBezTo>
                  <a:pt x="815535" y="3768651"/>
                  <a:pt x="802747" y="3768651"/>
                  <a:pt x="794294" y="3761079"/>
                </a:cubicBezTo>
                <a:cubicBezTo>
                  <a:pt x="786733" y="3752616"/>
                  <a:pt x="786733" y="3739848"/>
                  <a:pt x="794294" y="3731386"/>
                </a:cubicBezTo>
                <a:cubicBezTo>
                  <a:pt x="798521" y="3727600"/>
                  <a:pt x="803832" y="3725707"/>
                  <a:pt x="809141" y="3725707"/>
                </a:cubicBezTo>
                <a:close/>
                <a:moveTo>
                  <a:pt x="1038577" y="3724513"/>
                </a:moveTo>
                <a:cubicBezTo>
                  <a:pt x="1044777" y="3726165"/>
                  <a:pt x="1050395" y="3730000"/>
                  <a:pt x="1054195" y="3735691"/>
                </a:cubicBezTo>
                <a:cubicBezTo>
                  <a:pt x="1062548" y="3748187"/>
                  <a:pt x="1059186" y="3765087"/>
                  <a:pt x="1046687" y="3773451"/>
                </a:cubicBezTo>
                <a:cubicBezTo>
                  <a:pt x="1034315" y="3783349"/>
                  <a:pt x="1019469" y="3778400"/>
                  <a:pt x="1019469" y="3763553"/>
                </a:cubicBezTo>
                <a:cubicBezTo>
                  <a:pt x="1010783" y="3752715"/>
                  <a:pt x="1010783" y="3737275"/>
                  <a:pt x="1019469" y="3726437"/>
                </a:cubicBezTo>
                <a:cubicBezTo>
                  <a:pt x="1025599" y="3723394"/>
                  <a:pt x="1032379" y="3722862"/>
                  <a:pt x="1038577" y="3724513"/>
                </a:cubicBezTo>
                <a:close/>
                <a:moveTo>
                  <a:pt x="582732" y="3709880"/>
                </a:moveTo>
                <a:cubicBezTo>
                  <a:pt x="587788" y="3710198"/>
                  <a:pt x="592723" y="3712444"/>
                  <a:pt x="596339" y="3716539"/>
                </a:cubicBezTo>
                <a:cubicBezTo>
                  <a:pt x="604259" y="3725793"/>
                  <a:pt x="604259" y="3739452"/>
                  <a:pt x="596339" y="3748706"/>
                </a:cubicBezTo>
                <a:cubicBezTo>
                  <a:pt x="586998" y="3754596"/>
                  <a:pt x="574883" y="3753581"/>
                  <a:pt x="566645" y="3746232"/>
                </a:cubicBezTo>
                <a:cubicBezTo>
                  <a:pt x="559084" y="3737769"/>
                  <a:pt x="559084" y="3725001"/>
                  <a:pt x="566645" y="3716539"/>
                </a:cubicBezTo>
                <a:cubicBezTo>
                  <a:pt x="567191" y="3715920"/>
                  <a:pt x="567779" y="3715326"/>
                  <a:pt x="568400" y="3714782"/>
                </a:cubicBezTo>
                <a:cubicBezTo>
                  <a:pt x="572499" y="3711170"/>
                  <a:pt x="577676" y="3709561"/>
                  <a:pt x="582732" y="3709880"/>
                </a:cubicBezTo>
                <a:close/>
                <a:moveTo>
                  <a:pt x="1258132" y="3706539"/>
                </a:moveTo>
                <a:cubicBezTo>
                  <a:pt x="1270898" y="3710241"/>
                  <a:pt x="1282258" y="3718815"/>
                  <a:pt x="1289177" y="3731385"/>
                </a:cubicBezTo>
                <a:cubicBezTo>
                  <a:pt x="1305333" y="3756847"/>
                  <a:pt x="1298820" y="3790499"/>
                  <a:pt x="1274331" y="3808092"/>
                </a:cubicBezTo>
                <a:cubicBezTo>
                  <a:pt x="1273643" y="3808464"/>
                  <a:pt x="1272948" y="3808835"/>
                  <a:pt x="1272245" y="3809181"/>
                </a:cubicBezTo>
                <a:cubicBezTo>
                  <a:pt x="1246559" y="3821974"/>
                  <a:pt x="1215366" y="3811507"/>
                  <a:pt x="1202577" y="3785823"/>
                </a:cubicBezTo>
                <a:cubicBezTo>
                  <a:pt x="1201963" y="3784956"/>
                  <a:pt x="1201374" y="3784066"/>
                  <a:pt x="1200811" y="3783175"/>
                </a:cubicBezTo>
                <a:cubicBezTo>
                  <a:pt x="1185634" y="3758826"/>
                  <a:pt x="1193068" y="3726758"/>
                  <a:pt x="1217427" y="3711590"/>
                </a:cubicBezTo>
                <a:cubicBezTo>
                  <a:pt x="1217818" y="3711367"/>
                  <a:pt x="1218206" y="3711144"/>
                  <a:pt x="1218603" y="3710922"/>
                </a:cubicBezTo>
                <a:cubicBezTo>
                  <a:pt x="1231175" y="3704006"/>
                  <a:pt x="1245360" y="3702836"/>
                  <a:pt x="1258132" y="3706539"/>
                </a:cubicBezTo>
                <a:close/>
                <a:moveTo>
                  <a:pt x="1436430" y="3703239"/>
                </a:moveTo>
                <a:cubicBezTo>
                  <a:pt x="1444521" y="3701939"/>
                  <a:pt x="1452729" y="3702098"/>
                  <a:pt x="1460669" y="3703641"/>
                </a:cubicBezTo>
                <a:cubicBezTo>
                  <a:pt x="1476548" y="3706728"/>
                  <a:pt x="1491351" y="3715351"/>
                  <a:pt x="1501979" y="3728911"/>
                </a:cubicBezTo>
                <a:cubicBezTo>
                  <a:pt x="1522806" y="3761400"/>
                  <a:pt x="1515276" y="3804406"/>
                  <a:pt x="1484658" y="3827888"/>
                </a:cubicBezTo>
                <a:cubicBezTo>
                  <a:pt x="1455897" y="3848104"/>
                  <a:pt x="1416225" y="3841498"/>
                  <a:pt x="1395578" y="3813042"/>
                </a:cubicBezTo>
                <a:cubicBezTo>
                  <a:pt x="1373167" y="3780058"/>
                  <a:pt x="1380816" y="3735271"/>
                  <a:pt x="1412899" y="3711590"/>
                </a:cubicBezTo>
                <a:cubicBezTo>
                  <a:pt x="1420366" y="3707297"/>
                  <a:pt x="1428339" y="3704538"/>
                  <a:pt x="1436430" y="3703239"/>
                </a:cubicBezTo>
                <a:close/>
                <a:moveTo>
                  <a:pt x="1640175" y="3701791"/>
                </a:moveTo>
                <a:cubicBezTo>
                  <a:pt x="1647867" y="3701211"/>
                  <a:pt x="1655546" y="3702150"/>
                  <a:pt x="1662782" y="3704470"/>
                </a:cubicBezTo>
                <a:cubicBezTo>
                  <a:pt x="1677255" y="3709110"/>
                  <a:pt x="1689957" y="3719273"/>
                  <a:pt x="1697458" y="3733860"/>
                </a:cubicBezTo>
                <a:cubicBezTo>
                  <a:pt x="1716140" y="3763330"/>
                  <a:pt x="1710919" y="3801956"/>
                  <a:pt x="1685086" y="3825414"/>
                </a:cubicBezTo>
                <a:cubicBezTo>
                  <a:pt x="1684999" y="3825463"/>
                  <a:pt x="1684912" y="3825512"/>
                  <a:pt x="1684826" y="3825562"/>
                </a:cubicBezTo>
                <a:cubicBezTo>
                  <a:pt x="1654794" y="3841844"/>
                  <a:pt x="1617242" y="3830709"/>
                  <a:pt x="1600955" y="3800669"/>
                </a:cubicBezTo>
                <a:cubicBezTo>
                  <a:pt x="1581734" y="3770852"/>
                  <a:pt x="1588143" y="3731336"/>
                  <a:pt x="1615802" y="3709115"/>
                </a:cubicBezTo>
                <a:cubicBezTo>
                  <a:pt x="1616358" y="3708818"/>
                  <a:pt x="1616918" y="3708497"/>
                  <a:pt x="1617484" y="3708224"/>
                </a:cubicBezTo>
                <a:cubicBezTo>
                  <a:pt x="1624776" y="3704469"/>
                  <a:pt x="1632482" y="3702371"/>
                  <a:pt x="1640175" y="3701791"/>
                </a:cubicBezTo>
                <a:close/>
                <a:moveTo>
                  <a:pt x="4468819" y="3696743"/>
                </a:moveTo>
                <a:lnTo>
                  <a:pt x="4468819" y="3711590"/>
                </a:lnTo>
                <a:cubicBezTo>
                  <a:pt x="4466345" y="3711590"/>
                  <a:pt x="4453973" y="3711590"/>
                  <a:pt x="4453973" y="3711590"/>
                </a:cubicBezTo>
                <a:close/>
                <a:moveTo>
                  <a:pt x="2198276" y="3687039"/>
                </a:moveTo>
                <a:cubicBezTo>
                  <a:pt x="2205346" y="3686859"/>
                  <a:pt x="2212333" y="3688069"/>
                  <a:pt x="2218852" y="3690523"/>
                </a:cubicBezTo>
                <a:cubicBezTo>
                  <a:pt x="2231890" y="3695432"/>
                  <a:pt x="2243055" y="3705317"/>
                  <a:pt x="2249256" y="3719013"/>
                </a:cubicBezTo>
                <a:cubicBezTo>
                  <a:pt x="2270875" y="3744772"/>
                  <a:pt x="2270875" y="3782334"/>
                  <a:pt x="2249256" y="3808093"/>
                </a:cubicBezTo>
                <a:cubicBezTo>
                  <a:pt x="2249209" y="3808117"/>
                  <a:pt x="2249159" y="3808142"/>
                  <a:pt x="2249113" y="3808167"/>
                </a:cubicBezTo>
                <a:cubicBezTo>
                  <a:pt x="2221117" y="3822444"/>
                  <a:pt x="2186839" y="3811334"/>
                  <a:pt x="2172549" y="3783348"/>
                </a:cubicBezTo>
                <a:cubicBezTo>
                  <a:pt x="2152753" y="3756946"/>
                  <a:pt x="2152753" y="3720671"/>
                  <a:pt x="2172549" y="3694269"/>
                </a:cubicBezTo>
                <a:cubicBezTo>
                  <a:pt x="2174063" y="3693403"/>
                  <a:pt x="2175619" y="3692611"/>
                  <a:pt x="2177208" y="3691893"/>
                </a:cubicBezTo>
                <a:cubicBezTo>
                  <a:pt x="2184055" y="3688788"/>
                  <a:pt x="2191207" y="3687218"/>
                  <a:pt x="2198276" y="3687039"/>
                </a:cubicBezTo>
                <a:close/>
                <a:moveTo>
                  <a:pt x="4686569" y="3686845"/>
                </a:moveTo>
                <a:cubicBezTo>
                  <a:pt x="4689043" y="3686845"/>
                  <a:pt x="4701415" y="3686845"/>
                  <a:pt x="4701415" y="3686845"/>
                </a:cubicBezTo>
                <a:cubicBezTo>
                  <a:pt x="4704706" y="3694763"/>
                  <a:pt x="4704706" y="3703671"/>
                  <a:pt x="4701415" y="3711589"/>
                </a:cubicBezTo>
                <a:cubicBezTo>
                  <a:pt x="4686569" y="3711589"/>
                  <a:pt x="4686569" y="3721487"/>
                  <a:pt x="4686569" y="3711589"/>
                </a:cubicBezTo>
                <a:cubicBezTo>
                  <a:pt x="4686569" y="3701692"/>
                  <a:pt x="4684094" y="3686845"/>
                  <a:pt x="4686569" y="3686845"/>
                </a:cubicBezTo>
                <a:close/>
                <a:moveTo>
                  <a:pt x="2396773" y="3681452"/>
                </a:moveTo>
                <a:cubicBezTo>
                  <a:pt x="2407934" y="3685949"/>
                  <a:pt x="2417380" y="3694702"/>
                  <a:pt x="2422466" y="3706641"/>
                </a:cubicBezTo>
                <a:cubicBezTo>
                  <a:pt x="2442982" y="3730000"/>
                  <a:pt x="2442982" y="3764939"/>
                  <a:pt x="2422466" y="3788297"/>
                </a:cubicBezTo>
                <a:cubicBezTo>
                  <a:pt x="2420808" y="3789262"/>
                  <a:pt x="2419094" y="3790103"/>
                  <a:pt x="2417332" y="3790871"/>
                </a:cubicBezTo>
                <a:cubicBezTo>
                  <a:pt x="2393441" y="3801040"/>
                  <a:pt x="2365829" y="3789905"/>
                  <a:pt x="2355657" y="3766027"/>
                </a:cubicBezTo>
                <a:cubicBezTo>
                  <a:pt x="2335141" y="3742669"/>
                  <a:pt x="2335141" y="3707730"/>
                  <a:pt x="2355657" y="3684371"/>
                </a:cubicBezTo>
                <a:cubicBezTo>
                  <a:pt x="2357314" y="3683406"/>
                  <a:pt x="2359029" y="3682565"/>
                  <a:pt x="2360791" y="3681798"/>
                </a:cubicBezTo>
                <a:cubicBezTo>
                  <a:pt x="2372737" y="3676713"/>
                  <a:pt x="2385612" y="3676955"/>
                  <a:pt x="2396773" y="3681452"/>
                </a:cubicBezTo>
                <a:close/>
                <a:moveTo>
                  <a:pt x="4186735" y="3679422"/>
                </a:moveTo>
                <a:cubicBezTo>
                  <a:pt x="4191684" y="3679422"/>
                  <a:pt x="4206530" y="3679422"/>
                  <a:pt x="4206530" y="3679422"/>
                </a:cubicBezTo>
                <a:cubicBezTo>
                  <a:pt x="4212840" y="3689221"/>
                  <a:pt x="4212840" y="3701791"/>
                  <a:pt x="4206530" y="3711590"/>
                </a:cubicBezTo>
                <a:cubicBezTo>
                  <a:pt x="4206530" y="3711590"/>
                  <a:pt x="4186735" y="3723962"/>
                  <a:pt x="4186735" y="3711590"/>
                </a:cubicBezTo>
                <a:cubicBezTo>
                  <a:pt x="4186735" y="3699217"/>
                  <a:pt x="4181786" y="3679422"/>
                  <a:pt x="4186735" y="3679422"/>
                </a:cubicBezTo>
                <a:close/>
                <a:moveTo>
                  <a:pt x="2008073" y="3677126"/>
                </a:moveTo>
                <a:cubicBezTo>
                  <a:pt x="2036928" y="3675736"/>
                  <a:pt x="2065172" y="3691363"/>
                  <a:pt x="2078520" y="3719014"/>
                </a:cubicBezTo>
                <a:cubicBezTo>
                  <a:pt x="2107684" y="3753235"/>
                  <a:pt x="2107684" y="3803565"/>
                  <a:pt x="2078520" y="3837786"/>
                </a:cubicBezTo>
                <a:cubicBezTo>
                  <a:pt x="2072210" y="3842883"/>
                  <a:pt x="2065111" y="3846892"/>
                  <a:pt x="2057500" y="3849688"/>
                </a:cubicBezTo>
                <a:cubicBezTo>
                  <a:pt x="2019017" y="3863842"/>
                  <a:pt x="1976361" y="3844096"/>
                  <a:pt x="1962222" y="3805619"/>
                </a:cubicBezTo>
                <a:cubicBezTo>
                  <a:pt x="1937272" y="3766473"/>
                  <a:pt x="1944629" y="3714980"/>
                  <a:pt x="1979543" y="3684372"/>
                </a:cubicBezTo>
                <a:cubicBezTo>
                  <a:pt x="1988768" y="3679943"/>
                  <a:pt x="1998455" y="3677589"/>
                  <a:pt x="2008073" y="3677126"/>
                </a:cubicBezTo>
                <a:close/>
                <a:moveTo>
                  <a:pt x="4820498" y="3673855"/>
                </a:moveTo>
                <a:cubicBezTo>
                  <a:pt x="4828231" y="3676329"/>
                  <a:pt x="4835035" y="3683134"/>
                  <a:pt x="4835035" y="3694269"/>
                </a:cubicBezTo>
                <a:cubicBezTo>
                  <a:pt x="4835035" y="3716539"/>
                  <a:pt x="4835035" y="3753655"/>
                  <a:pt x="4835035" y="3753655"/>
                </a:cubicBezTo>
                <a:cubicBezTo>
                  <a:pt x="4827612" y="3766027"/>
                  <a:pt x="4800393" y="3761078"/>
                  <a:pt x="4800393" y="3738808"/>
                </a:cubicBezTo>
                <a:cubicBezTo>
                  <a:pt x="4800393" y="3716539"/>
                  <a:pt x="4792970" y="3691794"/>
                  <a:pt x="4800393" y="3679422"/>
                </a:cubicBezTo>
                <a:cubicBezTo>
                  <a:pt x="4804105" y="3673236"/>
                  <a:pt x="4812766" y="3671381"/>
                  <a:pt x="4820498" y="3673855"/>
                </a:cubicBezTo>
                <a:close/>
                <a:moveTo>
                  <a:pt x="4540578" y="3654678"/>
                </a:moveTo>
                <a:lnTo>
                  <a:pt x="4543052" y="3654678"/>
                </a:lnTo>
                <a:lnTo>
                  <a:pt x="4543052" y="3657152"/>
                </a:lnTo>
                <a:lnTo>
                  <a:pt x="4540578" y="3657152"/>
                </a:lnTo>
                <a:close/>
                <a:moveTo>
                  <a:pt x="4305817" y="3623439"/>
                </a:moveTo>
                <a:cubicBezTo>
                  <a:pt x="4313549" y="3626841"/>
                  <a:pt x="4321591" y="3634883"/>
                  <a:pt x="4327777" y="3647255"/>
                </a:cubicBezTo>
                <a:cubicBezTo>
                  <a:pt x="4339803" y="3667001"/>
                  <a:pt x="4339803" y="3691819"/>
                  <a:pt x="4327777" y="3711590"/>
                </a:cubicBezTo>
                <a:cubicBezTo>
                  <a:pt x="4317879" y="3711590"/>
                  <a:pt x="4298084" y="3711590"/>
                  <a:pt x="4285711" y="3691794"/>
                </a:cubicBezTo>
                <a:cubicBezTo>
                  <a:pt x="4274700" y="3671752"/>
                  <a:pt x="4274700" y="3647502"/>
                  <a:pt x="4285711" y="3627459"/>
                </a:cubicBezTo>
                <a:cubicBezTo>
                  <a:pt x="4290660" y="3621273"/>
                  <a:pt x="4298084" y="3620036"/>
                  <a:pt x="4305817" y="3623439"/>
                </a:cubicBezTo>
                <a:close/>
                <a:moveTo>
                  <a:pt x="4750286" y="3615396"/>
                </a:moveTo>
                <a:cubicBezTo>
                  <a:pt x="4755853" y="3617562"/>
                  <a:pt x="4760802" y="3622511"/>
                  <a:pt x="4760802" y="3629934"/>
                </a:cubicBezTo>
                <a:cubicBezTo>
                  <a:pt x="4766568" y="3641638"/>
                  <a:pt x="4766568" y="3655346"/>
                  <a:pt x="4760802" y="3667050"/>
                </a:cubicBezTo>
                <a:cubicBezTo>
                  <a:pt x="4755853" y="3676948"/>
                  <a:pt x="4745956" y="3671999"/>
                  <a:pt x="4736058" y="3657152"/>
                </a:cubicBezTo>
                <a:cubicBezTo>
                  <a:pt x="4730218" y="3644607"/>
                  <a:pt x="4730218" y="3630107"/>
                  <a:pt x="4736058" y="3617561"/>
                </a:cubicBezTo>
                <a:cubicBezTo>
                  <a:pt x="4738533" y="3613850"/>
                  <a:pt x="4744719" y="3613231"/>
                  <a:pt x="4750286" y="3615396"/>
                </a:cubicBezTo>
                <a:close/>
                <a:moveTo>
                  <a:pt x="4135081" y="3577971"/>
                </a:moveTo>
                <a:cubicBezTo>
                  <a:pt x="4141576" y="3578589"/>
                  <a:pt x="4147143" y="3584157"/>
                  <a:pt x="4147143" y="3592817"/>
                </a:cubicBezTo>
                <a:cubicBezTo>
                  <a:pt x="4147143" y="3610138"/>
                  <a:pt x="4147143" y="3637357"/>
                  <a:pt x="4147143" y="3637357"/>
                </a:cubicBezTo>
                <a:cubicBezTo>
                  <a:pt x="4139720" y="3647254"/>
                  <a:pt x="4117450" y="3652203"/>
                  <a:pt x="4117450" y="3637357"/>
                </a:cubicBezTo>
                <a:cubicBezTo>
                  <a:pt x="4117450" y="3622510"/>
                  <a:pt x="4110027" y="3615087"/>
                  <a:pt x="4117450" y="3592817"/>
                </a:cubicBezTo>
                <a:cubicBezTo>
                  <a:pt x="4121162" y="3581682"/>
                  <a:pt x="4128586" y="3577352"/>
                  <a:pt x="4135081" y="3577971"/>
                </a:cubicBezTo>
                <a:close/>
                <a:moveTo>
                  <a:pt x="4394895" y="3574878"/>
                </a:moveTo>
                <a:cubicBezTo>
                  <a:pt x="4402628" y="3578589"/>
                  <a:pt x="4410670" y="3586631"/>
                  <a:pt x="4416856" y="3597766"/>
                </a:cubicBezTo>
                <a:cubicBezTo>
                  <a:pt x="4428436" y="3616770"/>
                  <a:pt x="4428436" y="3640623"/>
                  <a:pt x="4416856" y="3659627"/>
                </a:cubicBezTo>
                <a:cubicBezTo>
                  <a:pt x="4406958" y="3671999"/>
                  <a:pt x="4387162" y="3664576"/>
                  <a:pt x="4374791" y="3642306"/>
                </a:cubicBezTo>
                <a:cubicBezTo>
                  <a:pt x="4362764" y="3622560"/>
                  <a:pt x="4362764" y="3597741"/>
                  <a:pt x="4374791" y="3577971"/>
                </a:cubicBezTo>
                <a:cubicBezTo>
                  <a:pt x="4379740" y="3571785"/>
                  <a:pt x="4387163" y="3571166"/>
                  <a:pt x="4394895" y="3574878"/>
                </a:cubicBezTo>
                <a:close/>
                <a:moveTo>
                  <a:pt x="4468819" y="3570547"/>
                </a:moveTo>
                <a:cubicBezTo>
                  <a:pt x="4481191" y="3570547"/>
                  <a:pt x="4481191" y="3570547"/>
                  <a:pt x="4481191" y="3570547"/>
                </a:cubicBezTo>
                <a:cubicBezTo>
                  <a:pt x="4484729" y="3576683"/>
                  <a:pt x="4484729" y="3584206"/>
                  <a:pt x="4481191" y="3590342"/>
                </a:cubicBezTo>
                <a:cubicBezTo>
                  <a:pt x="4476242" y="3595291"/>
                  <a:pt x="4468819" y="3597766"/>
                  <a:pt x="4468819" y="3590342"/>
                </a:cubicBezTo>
                <a:cubicBezTo>
                  <a:pt x="4468819" y="3582919"/>
                  <a:pt x="4456447" y="3570547"/>
                  <a:pt x="4468819" y="3570547"/>
                </a:cubicBezTo>
                <a:close/>
                <a:moveTo>
                  <a:pt x="4813074" y="3564980"/>
                </a:moveTo>
                <a:cubicBezTo>
                  <a:pt x="4819570" y="3567454"/>
                  <a:pt x="4825137" y="3573022"/>
                  <a:pt x="4825137" y="3580445"/>
                </a:cubicBezTo>
                <a:cubicBezTo>
                  <a:pt x="4831917" y="3595390"/>
                  <a:pt x="4831917" y="3612513"/>
                  <a:pt x="4825137" y="3627459"/>
                </a:cubicBezTo>
                <a:cubicBezTo>
                  <a:pt x="4817714" y="3637357"/>
                  <a:pt x="4805342" y="3629933"/>
                  <a:pt x="4795444" y="3615087"/>
                </a:cubicBezTo>
                <a:cubicBezTo>
                  <a:pt x="4788664" y="3600141"/>
                  <a:pt x="4788664" y="3583018"/>
                  <a:pt x="4795444" y="3568073"/>
                </a:cubicBezTo>
                <a:cubicBezTo>
                  <a:pt x="4799156" y="3563124"/>
                  <a:pt x="4806579" y="3562505"/>
                  <a:pt x="4813074" y="3564980"/>
                </a:cubicBezTo>
                <a:close/>
                <a:moveTo>
                  <a:pt x="1524181" y="3553530"/>
                </a:moveTo>
                <a:cubicBezTo>
                  <a:pt x="1530649" y="3556116"/>
                  <a:pt x="1536132" y="3561170"/>
                  <a:pt x="1539095" y="3568073"/>
                </a:cubicBezTo>
                <a:cubicBezTo>
                  <a:pt x="1549532" y="3580148"/>
                  <a:pt x="1549532" y="3598063"/>
                  <a:pt x="1539095" y="3610138"/>
                </a:cubicBezTo>
                <a:cubicBezTo>
                  <a:pt x="1536021" y="3612959"/>
                  <a:pt x="1532342" y="3615038"/>
                  <a:pt x="1528336" y="3616225"/>
                </a:cubicBezTo>
                <a:cubicBezTo>
                  <a:pt x="1513912" y="3620457"/>
                  <a:pt x="1498789" y="3612192"/>
                  <a:pt x="1494555" y="3597766"/>
                </a:cubicBezTo>
                <a:cubicBezTo>
                  <a:pt x="1492236" y="3595391"/>
                  <a:pt x="1490376" y="3592595"/>
                  <a:pt x="1489064" y="3589526"/>
                </a:cubicBezTo>
                <a:cubicBezTo>
                  <a:pt x="1483140" y="3575719"/>
                  <a:pt x="1489534" y="3559709"/>
                  <a:pt x="1503351" y="3553796"/>
                </a:cubicBezTo>
                <a:cubicBezTo>
                  <a:pt x="1510259" y="3550827"/>
                  <a:pt x="1517713" y="3550944"/>
                  <a:pt x="1524181" y="3553530"/>
                </a:cubicBezTo>
                <a:close/>
                <a:moveTo>
                  <a:pt x="2259971" y="3540728"/>
                </a:moveTo>
                <a:cubicBezTo>
                  <a:pt x="2272391" y="3545482"/>
                  <a:pt x="2282998" y="3554971"/>
                  <a:pt x="2288847" y="3568073"/>
                </a:cubicBezTo>
                <a:cubicBezTo>
                  <a:pt x="2309362" y="3591432"/>
                  <a:pt x="2309362" y="3626371"/>
                  <a:pt x="2288847" y="3649730"/>
                </a:cubicBezTo>
                <a:cubicBezTo>
                  <a:pt x="2266577" y="3667051"/>
                  <a:pt x="2226986" y="3657153"/>
                  <a:pt x="2217089" y="3624985"/>
                </a:cubicBezTo>
                <a:cubicBezTo>
                  <a:pt x="2196573" y="3601627"/>
                  <a:pt x="2196573" y="3566688"/>
                  <a:pt x="2217089" y="3543329"/>
                </a:cubicBezTo>
                <a:cubicBezTo>
                  <a:pt x="2218113" y="3542785"/>
                  <a:pt x="2219157" y="3542290"/>
                  <a:pt x="2220216" y="3541795"/>
                </a:cubicBezTo>
                <a:cubicBezTo>
                  <a:pt x="2233318" y="3535956"/>
                  <a:pt x="2247551" y="3535974"/>
                  <a:pt x="2259971" y="3540728"/>
                </a:cubicBezTo>
                <a:close/>
                <a:moveTo>
                  <a:pt x="4238698" y="3538689"/>
                </a:moveTo>
                <a:cubicBezTo>
                  <a:pt x="4246740" y="3541473"/>
                  <a:pt x="4253544" y="3548278"/>
                  <a:pt x="4253544" y="3558175"/>
                </a:cubicBezTo>
                <a:cubicBezTo>
                  <a:pt x="4262774" y="3575150"/>
                  <a:pt x="4262774" y="3595638"/>
                  <a:pt x="4253544" y="3612613"/>
                </a:cubicBezTo>
                <a:cubicBezTo>
                  <a:pt x="4243646" y="3624985"/>
                  <a:pt x="4226325" y="3617561"/>
                  <a:pt x="4216428" y="3597766"/>
                </a:cubicBezTo>
                <a:cubicBezTo>
                  <a:pt x="4208015" y="3580594"/>
                  <a:pt x="4208015" y="3560501"/>
                  <a:pt x="4216428" y="3543328"/>
                </a:cubicBezTo>
                <a:cubicBezTo>
                  <a:pt x="4221377" y="3537143"/>
                  <a:pt x="4230656" y="3535906"/>
                  <a:pt x="4238698" y="3538689"/>
                </a:cubicBezTo>
                <a:close/>
                <a:moveTo>
                  <a:pt x="2062183" y="3536099"/>
                </a:moveTo>
                <a:cubicBezTo>
                  <a:pt x="2069252" y="3535919"/>
                  <a:pt x="2076239" y="3537129"/>
                  <a:pt x="2082758" y="3539583"/>
                </a:cubicBezTo>
                <a:cubicBezTo>
                  <a:pt x="2095796" y="3544492"/>
                  <a:pt x="2106961" y="3554377"/>
                  <a:pt x="2113163" y="3568073"/>
                </a:cubicBezTo>
                <a:cubicBezTo>
                  <a:pt x="2135846" y="3593436"/>
                  <a:pt x="2135846" y="3631790"/>
                  <a:pt x="2113163" y="3657153"/>
                </a:cubicBezTo>
                <a:cubicBezTo>
                  <a:pt x="2112777" y="3657351"/>
                  <a:pt x="2112388" y="3657524"/>
                  <a:pt x="2111997" y="3657697"/>
                </a:cubicBezTo>
                <a:cubicBezTo>
                  <a:pt x="2083467" y="3670910"/>
                  <a:pt x="2049646" y="3658464"/>
                  <a:pt x="2036455" y="3629934"/>
                </a:cubicBezTo>
                <a:cubicBezTo>
                  <a:pt x="2015212" y="3604967"/>
                  <a:pt x="2015212" y="3568296"/>
                  <a:pt x="2036455" y="3543329"/>
                </a:cubicBezTo>
                <a:cubicBezTo>
                  <a:pt x="2037970" y="3542463"/>
                  <a:pt x="2039524" y="3541671"/>
                  <a:pt x="2041115" y="3540953"/>
                </a:cubicBezTo>
                <a:cubicBezTo>
                  <a:pt x="2047962" y="3537848"/>
                  <a:pt x="2055114" y="3536278"/>
                  <a:pt x="2062183" y="3536099"/>
                </a:cubicBezTo>
                <a:close/>
                <a:moveTo>
                  <a:pt x="2402010" y="3535088"/>
                </a:moveTo>
                <a:cubicBezTo>
                  <a:pt x="2424965" y="3526255"/>
                  <a:pt x="2450741" y="3537687"/>
                  <a:pt x="2459582" y="3560649"/>
                </a:cubicBezTo>
                <a:cubicBezTo>
                  <a:pt x="2478314" y="3582795"/>
                  <a:pt x="2478314" y="3615210"/>
                  <a:pt x="2459582" y="3637356"/>
                </a:cubicBezTo>
                <a:cubicBezTo>
                  <a:pt x="2458907" y="3637703"/>
                  <a:pt x="2458224" y="3638049"/>
                  <a:pt x="2457531" y="3638346"/>
                </a:cubicBezTo>
                <a:cubicBezTo>
                  <a:pt x="2433908" y="3649135"/>
                  <a:pt x="2406021" y="3638717"/>
                  <a:pt x="2395247" y="3615087"/>
                </a:cubicBezTo>
                <a:cubicBezTo>
                  <a:pt x="2375427" y="3593361"/>
                  <a:pt x="2375427" y="3560105"/>
                  <a:pt x="2395247" y="3538379"/>
                </a:cubicBezTo>
                <a:cubicBezTo>
                  <a:pt x="2397405" y="3537093"/>
                  <a:pt x="2399666" y="3536004"/>
                  <a:pt x="2402010" y="3535088"/>
                </a:cubicBezTo>
                <a:close/>
                <a:moveTo>
                  <a:pt x="919043" y="3523360"/>
                </a:moveTo>
                <a:cubicBezTo>
                  <a:pt x="923520" y="3524257"/>
                  <a:pt x="927659" y="3526861"/>
                  <a:pt x="930390" y="3530956"/>
                </a:cubicBezTo>
                <a:cubicBezTo>
                  <a:pt x="935855" y="3539146"/>
                  <a:pt x="933642" y="3550232"/>
                  <a:pt x="925442" y="3555700"/>
                </a:cubicBezTo>
                <a:cubicBezTo>
                  <a:pt x="917922" y="3558002"/>
                  <a:pt x="909793" y="3554958"/>
                  <a:pt x="905646" y="3548277"/>
                </a:cubicBezTo>
                <a:cubicBezTo>
                  <a:pt x="900243" y="3541844"/>
                  <a:pt x="900243" y="3532441"/>
                  <a:pt x="905646" y="3526007"/>
                </a:cubicBezTo>
                <a:cubicBezTo>
                  <a:pt x="909749" y="3523273"/>
                  <a:pt x="914564" y="3522463"/>
                  <a:pt x="919043" y="3523360"/>
                </a:cubicBezTo>
                <a:close/>
                <a:moveTo>
                  <a:pt x="1889943" y="3516235"/>
                </a:moveTo>
                <a:cubicBezTo>
                  <a:pt x="1917896" y="3515441"/>
                  <a:pt x="1944928" y="3531136"/>
                  <a:pt x="1957273" y="3558175"/>
                </a:cubicBezTo>
                <a:cubicBezTo>
                  <a:pt x="1981458" y="3593634"/>
                  <a:pt x="1975059" y="3641638"/>
                  <a:pt x="1942426" y="3669525"/>
                </a:cubicBezTo>
                <a:cubicBezTo>
                  <a:pt x="1938905" y="3671776"/>
                  <a:pt x="1935189" y="3673706"/>
                  <a:pt x="1931319" y="3675290"/>
                </a:cubicBezTo>
                <a:cubicBezTo>
                  <a:pt x="1895897" y="3689765"/>
                  <a:pt x="1855450" y="3672766"/>
                  <a:pt x="1840975" y="3637357"/>
                </a:cubicBezTo>
                <a:cubicBezTo>
                  <a:pt x="1815552" y="3602195"/>
                  <a:pt x="1822073" y="3553276"/>
                  <a:pt x="1855821" y="3526008"/>
                </a:cubicBezTo>
                <a:cubicBezTo>
                  <a:pt x="1857887" y="3524795"/>
                  <a:pt x="1860016" y="3523706"/>
                  <a:pt x="1862193" y="3522717"/>
                </a:cubicBezTo>
                <a:cubicBezTo>
                  <a:pt x="1871206" y="3518597"/>
                  <a:pt x="1880626" y="3516500"/>
                  <a:pt x="1889943" y="3516235"/>
                </a:cubicBezTo>
                <a:close/>
                <a:moveTo>
                  <a:pt x="1703658" y="3512435"/>
                </a:moveTo>
                <a:cubicBezTo>
                  <a:pt x="1731594" y="3511174"/>
                  <a:pt x="1758888" y="3526410"/>
                  <a:pt x="1771691" y="3553227"/>
                </a:cubicBezTo>
                <a:cubicBezTo>
                  <a:pt x="1796826" y="3587597"/>
                  <a:pt x="1790266" y="3635700"/>
                  <a:pt x="1756844" y="3662102"/>
                </a:cubicBezTo>
                <a:cubicBezTo>
                  <a:pt x="1755102" y="3663166"/>
                  <a:pt x="1753313" y="3664131"/>
                  <a:pt x="1751487" y="3665021"/>
                </a:cubicBezTo>
                <a:cubicBezTo>
                  <a:pt x="1715942" y="3682565"/>
                  <a:pt x="1672919" y="3667941"/>
                  <a:pt x="1655393" y="3632409"/>
                </a:cubicBezTo>
                <a:cubicBezTo>
                  <a:pt x="1655192" y="3632136"/>
                  <a:pt x="1654997" y="3631864"/>
                  <a:pt x="1654799" y="3631592"/>
                </a:cubicBezTo>
                <a:cubicBezTo>
                  <a:pt x="1629223" y="3596133"/>
                  <a:pt x="1637243" y="3546645"/>
                  <a:pt x="1672714" y="3521059"/>
                </a:cubicBezTo>
                <a:cubicBezTo>
                  <a:pt x="1673802" y="3520465"/>
                  <a:pt x="1674906" y="3519896"/>
                  <a:pt x="1676022" y="3519377"/>
                </a:cubicBezTo>
                <a:cubicBezTo>
                  <a:pt x="1684963" y="3515109"/>
                  <a:pt x="1694346" y="3512855"/>
                  <a:pt x="1703658" y="3512435"/>
                </a:cubicBezTo>
                <a:close/>
                <a:moveTo>
                  <a:pt x="1135543" y="3506055"/>
                </a:moveTo>
                <a:cubicBezTo>
                  <a:pt x="1149950" y="3508205"/>
                  <a:pt x="1163534" y="3515850"/>
                  <a:pt x="1172886" y="3528482"/>
                </a:cubicBezTo>
                <a:cubicBezTo>
                  <a:pt x="1173601" y="3529447"/>
                  <a:pt x="1174286" y="3530437"/>
                  <a:pt x="1174937" y="3531452"/>
                </a:cubicBezTo>
                <a:cubicBezTo>
                  <a:pt x="1192002" y="3557854"/>
                  <a:pt x="1184435" y="3593065"/>
                  <a:pt x="1158040" y="3610139"/>
                </a:cubicBezTo>
                <a:cubicBezTo>
                  <a:pt x="1132817" y="3626445"/>
                  <a:pt x="1099268" y="3620333"/>
                  <a:pt x="1081402" y="3596208"/>
                </a:cubicBezTo>
                <a:cubicBezTo>
                  <a:pt x="1062702" y="3570944"/>
                  <a:pt x="1068019" y="3535312"/>
                  <a:pt x="1093280" y="3516605"/>
                </a:cubicBezTo>
                <a:cubicBezTo>
                  <a:pt x="1105913" y="3507252"/>
                  <a:pt x="1121137" y="3503906"/>
                  <a:pt x="1135543" y="3506055"/>
                </a:cubicBezTo>
                <a:close/>
                <a:moveTo>
                  <a:pt x="4326850" y="3505903"/>
                </a:moveTo>
                <a:cubicBezTo>
                  <a:pt x="4333964" y="3508687"/>
                  <a:pt x="4340150" y="3514873"/>
                  <a:pt x="4340150" y="3523533"/>
                </a:cubicBezTo>
                <a:cubicBezTo>
                  <a:pt x="4350889" y="3538280"/>
                  <a:pt x="4350889" y="3558274"/>
                  <a:pt x="4340150" y="3573021"/>
                </a:cubicBezTo>
                <a:cubicBezTo>
                  <a:pt x="4332726" y="3582919"/>
                  <a:pt x="4317880" y="3575496"/>
                  <a:pt x="4307982" y="3558175"/>
                </a:cubicBezTo>
                <a:cubicBezTo>
                  <a:pt x="4299618" y="3542734"/>
                  <a:pt x="4299618" y="3524127"/>
                  <a:pt x="4307982" y="3508686"/>
                </a:cubicBezTo>
                <a:cubicBezTo>
                  <a:pt x="4311694" y="3503737"/>
                  <a:pt x="4319736" y="3503119"/>
                  <a:pt x="4326850" y="3505903"/>
                </a:cubicBezTo>
                <a:close/>
                <a:moveTo>
                  <a:pt x="1320265" y="3499749"/>
                </a:moveTo>
                <a:cubicBezTo>
                  <a:pt x="1346286" y="3498847"/>
                  <a:pt x="1371548" y="3513290"/>
                  <a:pt x="1383206" y="3538380"/>
                </a:cubicBezTo>
                <a:cubicBezTo>
                  <a:pt x="1383223" y="3538405"/>
                  <a:pt x="1383241" y="3538430"/>
                  <a:pt x="1383255" y="3538454"/>
                </a:cubicBezTo>
                <a:cubicBezTo>
                  <a:pt x="1405087" y="3569880"/>
                  <a:pt x="1397310" y="3613059"/>
                  <a:pt x="1365885" y="3634883"/>
                </a:cubicBezTo>
                <a:cubicBezTo>
                  <a:pt x="1334131" y="3649952"/>
                  <a:pt x="1296158" y="3640698"/>
                  <a:pt x="1274913" y="3612687"/>
                </a:cubicBezTo>
                <a:cubicBezTo>
                  <a:pt x="1250138" y="3580025"/>
                  <a:pt x="1256526" y="3533481"/>
                  <a:pt x="1289178" y="3508687"/>
                </a:cubicBezTo>
                <a:cubicBezTo>
                  <a:pt x="1290900" y="3507697"/>
                  <a:pt x="1292664" y="3506782"/>
                  <a:pt x="1294468" y="3505940"/>
                </a:cubicBezTo>
                <a:cubicBezTo>
                  <a:pt x="1302834" y="3502056"/>
                  <a:pt x="1311592" y="3500050"/>
                  <a:pt x="1320265" y="3499749"/>
                </a:cubicBezTo>
                <a:close/>
                <a:moveTo>
                  <a:pt x="4397061" y="3493840"/>
                </a:moveTo>
                <a:cubicBezTo>
                  <a:pt x="4411907" y="3493840"/>
                  <a:pt x="4411907" y="3493840"/>
                  <a:pt x="4411907" y="3493840"/>
                </a:cubicBezTo>
                <a:cubicBezTo>
                  <a:pt x="4414183" y="3500249"/>
                  <a:pt x="4414183" y="3507227"/>
                  <a:pt x="4411907" y="3513635"/>
                </a:cubicBezTo>
                <a:cubicBezTo>
                  <a:pt x="4406958" y="3518584"/>
                  <a:pt x="4397061" y="3521059"/>
                  <a:pt x="4397061" y="3513635"/>
                </a:cubicBezTo>
                <a:cubicBezTo>
                  <a:pt x="4397061" y="3506212"/>
                  <a:pt x="4382214" y="3493840"/>
                  <a:pt x="4397061" y="3493840"/>
                </a:cubicBezTo>
                <a:close/>
                <a:moveTo>
                  <a:pt x="4746265" y="3489820"/>
                </a:moveTo>
                <a:cubicBezTo>
                  <a:pt x="4752761" y="3491985"/>
                  <a:pt x="4758328" y="3497553"/>
                  <a:pt x="4758328" y="3506213"/>
                </a:cubicBezTo>
                <a:cubicBezTo>
                  <a:pt x="4758328" y="3523534"/>
                  <a:pt x="4758328" y="3553227"/>
                  <a:pt x="4758328" y="3553227"/>
                </a:cubicBezTo>
                <a:cubicBezTo>
                  <a:pt x="4750905" y="3563124"/>
                  <a:pt x="4738532" y="3555701"/>
                  <a:pt x="4728635" y="3538380"/>
                </a:cubicBezTo>
                <a:cubicBezTo>
                  <a:pt x="4721954" y="3524276"/>
                  <a:pt x="4721954" y="3507945"/>
                  <a:pt x="4728635" y="3493841"/>
                </a:cubicBezTo>
                <a:cubicBezTo>
                  <a:pt x="4732347" y="3488892"/>
                  <a:pt x="4739770" y="3487655"/>
                  <a:pt x="4746265" y="3489820"/>
                </a:cubicBezTo>
                <a:close/>
                <a:moveTo>
                  <a:pt x="4164774" y="3466003"/>
                </a:moveTo>
                <a:cubicBezTo>
                  <a:pt x="4171269" y="3467859"/>
                  <a:pt x="4176836" y="3472808"/>
                  <a:pt x="4176836" y="3481468"/>
                </a:cubicBezTo>
                <a:cubicBezTo>
                  <a:pt x="4176836" y="3498789"/>
                  <a:pt x="4176836" y="3526008"/>
                  <a:pt x="4176836" y="3526008"/>
                </a:cubicBezTo>
                <a:cubicBezTo>
                  <a:pt x="4169413" y="3535905"/>
                  <a:pt x="4154567" y="3528482"/>
                  <a:pt x="4147143" y="3513635"/>
                </a:cubicBezTo>
                <a:cubicBezTo>
                  <a:pt x="4138631" y="3500001"/>
                  <a:pt x="4138631" y="3482730"/>
                  <a:pt x="4147143" y="3469096"/>
                </a:cubicBezTo>
                <a:cubicBezTo>
                  <a:pt x="4150855" y="3465384"/>
                  <a:pt x="4158279" y="3464147"/>
                  <a:pt x="4164774" y="3466003"/>
                </a:cubicBezTo>
                <a:close/>
                <a:moveTo>
                  <a:pt x="4471293" y="3444351"/>
                </a:moveTo>
                <a:lnTo>
                  <a:pt x="4483666" y="3444351"/>
                </a:lnTo>
                <a:cubicBezTo>
                  <a:pt x="4487204" y="3450488"/>
                  <a:pt x="4487204" y="3458010"/>
                  <a:pt x="4483666" y="3464146"/>
                </a:cubicBezTo>
                <a:cubicBezTo>
                  <a:pt x="4481191" y="3464146"/>
                  <a:pt x="4471293" y="3461672"/>
                  <a:pt x="4471293" y="3461672"/>
                </a:cubicBezTo>
                <a:cubicBezTo>
                  <a:pt x="4468968" y="3456129"/>
                  <a:pt x="4468968" y="3449894"/>
                  <a:pt x="4471293" y="3444351"/>
                </a:cubicBezTo>
                <a:close/>
                <a:moveTo>
                  <a:pt x="4798537" y="3439403"/>
                </a:moveTo>
                <a:cubicBezTo>
                  <a:pt x="4804723" y="3442496"/>
                  <a:pt x="4811528" y="3449301"/>
                  <a:pt x="4817714" y="3459198"/>
                </a:cubicBezTo>
                <a:cubicBezTo>
                  <a:pt x="4826943" y="3476173"/>
                  <a:pt x="4826943" y="3496661"/>
                  <a:pt x="4817714" y="3513635"/>
                </a:cubicBezTo>
                <a:cubicBezTo>
                  <a:pt x="4810291" y="3526008"/>
                  <a:pt x="4795444" y="3518584"/>
                  <a:pt x="4783072" y="3498789"/>
                </a:cubicBezTo>
                <a:cubicBezTo>
                  <a:pt x="4773817" y="3480948"/>
                  <a:pt x="4773817" y="3459718"/>
                  <a:pt x="4783072" y="3441877"/>
                </a:cubicBezTo>
                <a:cubicBezTo>
                  <a:pt x="4786784" y="3436928"/>
                  <a:pt x="4792351" y="3436310"/>
                  <a:pt x="4798537" y="3439403"/>
                </a:cubicBezTo>
                <a:close/>
                <a:moveTo>
                  <a:pt x="4256328" y="3431052"/>
                </a:moveTo>
                <a:cubicBezTo>
                  <a:pt x="4262823" y="3433835"/>
                  <a:pt x="4268390" y="3439403"/>
                  <a:pt x="4268390" y="3446826"/>
                </a:cubicBezTo>
                <a:cubicBezTo>
                  <a:pt x="4268390" y="3461672"/>
                  <a:pt x="4268390" y="3491365"/>
                  <a:pt x="4268390" y="3491365"/>
                </a:cubicBezTo>
                <a:cubicBezTo>
                  <a:pt x="4260967" y="3501263"/>
                  <a:pt x="4246121" y="3493840"/>
                  <a:pt x="4238697" y="3478993"/>
                </a:cubicBezTo>
                <a:cubicBezTo>
                  <a:pt x="4230309" y="3464444"/>
                  <a:pt x="4230309" y="3446529"/>
                  <a:pt x="4238697" y="3431979"/>
                </a:cubicBezTo>
                <a:cubicBezTo>
                  <a:pt x="4242409" y="3428268"/>
                  <a:pt x="4249832" y="3428268"/>
                  <a:pt x="4256328" y="3431052"/>
                </a:cubicBezTo>
                <a:close/>
                <a:moveTo>
                  <a:pt x="2299982" y="3418370"/>
                </a:moveTo>
                <a:cubicBezTo>
                  <a:pt x="2306168" y="3418989"/>
                  <a:pt x="2311117" y="3423319"/>
                  <a:pt x="2311117" y="3429505"/>
                </a:cubicBezTo>
                <a:cubicBezTo>
                  <a:pt x="2319414" y="3439551"/>
                  <a:pt x="2319414" y="3454101"/>
                  <a:pt x="2311117" y="3464147"/>
                </a:cubicBezTo>
                <a:cubicBezTo>
                  <a:pt x="2302043" y="3471051"/>
                  <a:pt x="2289231" y="3469962"/>
                  <a:pt x="2281424" y="3461673"/>
                </a:cubicBezTo>
                <a:cubicBezTo>
                  <a:pt x="2281424" y="3449301"/>
                  <a:pt x="2271526" y="3446826"/>
                  <a:pt x="2281424" y="3429505"/>
                </a:cubicBezTo>
                <a:cubicBezTo>
                  <a:pt x="2286373" y="3420845"/>
                  <a:pt x="2293796" y="3417752"/>
                  <a:pt x="2299982" y="3418370"/>
                </a:cubicBezTo>
                <a:close/>
                <a:moveTo>
                  <a:pt x="2125225" y="3404761"/>
                </a:moveTo>
                <a:cubicBezTo>
                  <a:pt x="2133576" y="3407854"/>
                  <a:pt x="2141618" y="3414659"/>
                  <a:pt x="2147804" y="3424556"/>
                </a:cubicBezTo>
                <a:cubicBezTo>
                  <a:pt x="2160760" y="3439452"/>
                  <a:pt x="2160760" y="3461623"/>
                  <a:pt x="2147804" y="3476519"/>
                </a:cubicBezTo>
                <a:cubicBezTo>
                  <a:pt x="2132957" y="3486417"/>
                  <a:pt x="2113162" y="3478994"/>
                  <a:pt x="2100790" y="3459198"/>
                </a:cubicBezTo>
                <a:cubicBezTo>
                  <a:pt x="2086643" y="3444772"/>
                  <a:pt x="2086643" y="3421661"/>
                  <a:pt x="2100790" y="3407235"/>
                </a:cubicBezTo>
                <a:cubicBezTo>
                  <a:pt x="2108213" y="3402286"/>
                  <a:pt x="2116874" y="3401668"/>
                  <a:pt x="2125225" y="3404761"/>
                </a:cubicBezTo>
                <a:close/>
                <a:moveTo>
                  <a:pt x="4538723" y="3397453"/>
                </a:moveTo>
                <a:cubicBezTo>
                  <a:pt x="4545682" y="3395017"/>
                  <a:pt x="4555424" y="3404760"/>
                  <a:pt x="4555424" y="3404760"/>
                </a:cubicBezTo>
                <a:cubicBezTo>
                  <a:pt x="4561734" y="3414559"/>
                  <a:pt x="4561734" y="3427129"/>
                  <a:pt x="4555424" y="3436928"/>
                </a:cubicBezTo>
                <a:cubicBezTo>
                  <a:pt x="4552950" y="3441877"/>
                  <a:pt x="4533155" y="3449300"/>
                  <a:pt x="4533155" y="3436928"/>
                </a:cubicBezTo>
                <a:cubicBezTo>
                  <a:pt x="4533155" y="3424556"/>
                  <a:pt x="4528206" y="3422081"/>
                  <a:pt x="4533155" y="3404760"/>
                </a:cubicBezTo>
                <a:cubicBezTo>
                  <a:pt x="4534392" y="3400430"/>
                  <a:pt x="4536403" y="3398265"/>
                  <a:pt x="4538723" y="3397453"/>
                </a:cubicBezTo>
                <a:close/>
                <a:moveTo>
                  <a:pt x="1952234" y="3383465"/>
                </a:moveTo>
                <a:cubicBezTo>
                  <a:pt x="1964029" y="3388077"/>
                  <a:pt x="1974064" y="3397189"/>
                  <a:pt x="1979543" y="3409709"/>
                </a:cubicBezTo>
                <a:cubicBezTo>
                  <a:pt x="1999029" y="3430618"/>
                  <a:pt x="1999029" y="3463033"/>
                  <a:pt x="1979543" y="3483942"/>
                </a:cubicBezTo>
                <a:cubicBezTo>
                  <a:pt x="1954220" y="3493444"/>
                  <a:pt x="1925764" y="3482903"/>
                  <a:pt x="1912734" y="3459198"/>
                </a:cubicBezTo>
                <a:cubicBezTo>
                  <a:pt x="1893247" y="3438289"/>
                  <a:pt x="1893247" y="3405874"/>
                  <a:pt x="1912734" y="3384965"/>
                </a:cubicBezTo>
                <a:cubicBezTo>
                  <a:pt x="1913273" y="3384717"/>
                  <a:pt x="1913815" y="3384445"/>
                  <a:pt x="1914364" y="3384223"/>
                </a:cubicBezTo>
                <a:cubicBezTo>
                  <a:pt x="1926884" y="3378742"/>
                  <a:pt x="1940439" y="3378853"/>
                  <a:pt x="1952234" y="3383465"/>
                </a:cubicBezTo>
                <a:close/>
                <a:moveTo>
                  <a:pt x="4326154" y="3377233"/>
                </a:moveTo>
                <a:cubicBezTo>
                  <a:pt x="4339376" y="3375841"/>
                  <a:pt x="4357470" y="3385584"/>
                  <a:pt x="4357470" y="3402286"/>
                </a:cubicBezTo>
                <a:cubicBezTo>
                  <a:pt x="4369050" y="3421290"/>
                  <a:pt x="4369050" y="3445143"/>
                  <a:pt x="4357470" y="3464147"/>
                </a:cubicBezTo>
                <a:cubicBezTo>
                  <a:pt x="4347572" y="3464147"/>
                  <a:pt x="4315405" y="3466621"/>
                  <a:pt x="4315405" y="3444351"/>
                </a:cubicBezTo>
                <a:cubicBezTo>
                  <a:pt x="4315405" y="3422082"/>
                  <a:pt x="4305507" y="3394863"/>
                  <a:pt x="4315405" y="3382491"/>
                </a:cubicBezTo>
                <a:cubicBezTo>
                  <a:pt x="4317880" y="3379398"/>
                  <a:pt x="4321746" y="3377697"/>
                  <a:pt x="4326154" y="3377233"/>
                </a:cubicBezTo>
                <a:close/>
                <a:moveTo>
                  <a:pt x="4736367" y="3370738"/>
                </a:moveTo>
                <a:cubicBezTo>
                  <a:pt x="4742862" y="3373212"/>
                  <a:pt x="4748429" y="3378780"/>
                  <a:pt x="4748429" y="3387440"/>
                </a:cubicBezTo>
                <a:cubicBezTo>
                  <a:pt x="4748429" y="3404761"/>
                  <a:pt x="4748429" y="3434454"/>
                  <a:pt x="4748429" y="3434454"/>
                </a:cubicBezTo>
                <a:cubicBezTo>
                  <a:pt x="4741006" y="3444352"/>
                  <a:pt x="4718736" y="3436929"/>
                  <a:pt x="4718736" y="3419608"/>
                </a:cubicBezTo>
                <a:cubicBezTo>
                  <a:pt x="4718736" y="3402287"/>
                  <a:pt x="4711313" y="3380017"/>
                  <a:pt x="4718736" y="3372593"/>
                </a:cubicBezTo>
                <a:cubicBezTo>
                  <a:pt x="4722448" y="3368882"/>
                  <a:pt x="4729871" y="3368263"/>
                  <a:pt x="4736367" y="3370738"/>
                </a:cubicBezTo>
                <a:close/>
                <a:moveTo>
                  <a:pt x="1570461" y="3368262"/>
                </a:moveTo>
                <a:cubicBezTo>
                  <a:pt x="1589645" y="3361037"/>
                  <a:pt x="1611052" y="3370737"/>
                  <a:pt x="1618277" y="3389914"/>
                </a:cubicBezTo>
                <a:cubicBezTo>
                  <a:pt x="1618962" y="3390557"/>
                  <a:pt x="1619625" y="3391200"/>
                  <a:pt x="1620261" y="3391893"/>
                </a:cubicBezTo>
                <a:cubicBezTo>
                  <a:pt x="1634197" y="3406938"/>
                  <a:pt x="1633309" y="3430420"/>
                  <a:pt x="1618277" y="3444351"/>
                </a:cubicBezTo>
                <a:cubicBezTo>
                  <a:pt x="1599112" y="3453432"/>
                  <a:pt x="1576202" y="3445786"/>
                  <a:pt x="1566314" y="3427030"/>
                </a:cubicBezTo>
                <a:cubicBezTo>
                  <a:pt x="1551534" y="3410946"/>
                  <a:pt x="1551534" y="3386202"/>
                  <a:pt x="1566314" y="3370118"/>
                </a:cubicBezTo>
                <a:cubicBezTo>
                  <a:pt x="1567658" y="3369425"/>
                  <a:pt x="1569043" y="3368782"/>
                  <a:pt x="1570461" y="3368262"/>
                </a:cubicBezTo>
                <a:close/>
                <a:moveTo>
                  <a:pt x="4410052" y="3364242"/>
                </a:moveTo>
                <a:cubicBezTo>
                  <a:pt x="4413763" y="3364551"/>
                  <a:pt x="4416856" y="3367644"/>
                  <a:pt x="4416856" y="3372593"/>
                </a:cubicBezTo>
                <a:cubicBezTo>
                  <a:pt x="4416856" y="3382491"/>
                  <a:pt x="4416856" y="3397337"/>
                  <a:pt x="4416856" y="3397337"/>
                </a:cubicBezTo>
                <a:cubicBezTo>
                  <a:pt x="4411908" y="3402286"/>
                  <a:pt x="4399536" y="3409709"/>
                  <a:pt x="4399536" y="3399811"/>
                </a:cubicBezTo>
                <a:cubicBezTo>
                  <a:pt x="4399536" y="3389914"/>
                  <a:pt x="4394587" y="3384965"/>
                  <a:pt x="4399536" y="3372593"/>
                </a:cubicBezTo>
                <a:cubicBezTo>
                  <a:pt x="4402010" y="3366407"/>
                  <a:pt x="4406340" y="3363933"/>
                  <a:pt x="4410052" y="3364242"/>
                </a:cubicBezTo>
                <a:close/>
                <a:moveTo>
                  <a:pt x="1405648" y="3359710"/>
                </a:moveTo>
                <a:cubicBezTo>
                  <a:pt x="1413542" y="3362342"/>
                  <a:pt x="1420555" y="3367619"/>
                  <a:pt x="1425271" y="3375067"/>
                </a:cubicBezTo>
                <a:cubicBezTo>
                  <a:pt x="1437212" y="3387513"/>
                  <a:pt x="1437212" y="3407160"/>
                  <a:pt x="1425271" y="3419607"/>
                </a:cubicBezTo>
                <a:cubicBezTo>
                  <a:pt x="1423190" y="3420992"/>
                  <a:pt x="1420941" y="3422131"/>
                  <a:pt x="1418578" y="3422947"/>
                </a:cubicBezTo>
                <a:cubicBezTo>
                  <a:pt x="1403103" y="3428391"/>
                  <a:pt x="1386158" y="3420226"/>
                  <a:pt x="1380731" y="3404760"/>
                </a:cubicBezTo>
                <a:cubicBezTo>
                  <a:pt x="1368790" y="3392314"/>
                  <a:pt x="1368790" y="3372667"/>
                  <a:pt x="1380731" y="3360221"/>
                </a:cubicBezTo>
                <a:cubicBezTo>
                  <a:pt x="1388976" y="3357091"/>
                  <a:pt x="1397753" y="3357078"/>
                  <a:pt x="1405648" y="3359710"/>
                </a:cubicBezTo>
                <a:close/>
                <a:moveTo>
                  <a:pt x="4196014" y="3357128"/>
                </a:moveTo>
                <a:cubicBezTo>
                  <a:pt x="4201581" y="3357746"/>
                  <a:pt x="4206530" y="3362695"/>
                  <a:pt x="4206530" y="3370118"/>
                </a:cubicBezTo>
                <a:cubicBezTo>
                  <a:pt x="4213706" y="3381451"/>
                  <a:pt x="4213706" y="3395902"/>
                  <a:pt x="4206530" y="3407235"/>
                </a:cubicBezTo>
                <a:cubicBezTo>
                  <a:pt x="4186735" y="3414658"/>
                  <a:pt x="4181786" y="3419607"/>
                  <a:pt x="4181786" y="3407235"/>
                </a:cubicBezTo>
                <a:cubicBezTo>
                  <a:pt x="4181786" y="3394863"/>
                  <a:pt x="4176837" y="3389914"/>
                  <a:pt x="4181786" y="3370118"/>
                </a:cubicBezTo>
                <a:cubicBezTo>
                  <a:pt x="4184261" y="3360221"/>
                  <a:pt x="4190447" y="3356509"/>
                  <a:pt x="4196014" y="3357128"/>
                </a:cubicBezTo>
                <a:close/>
                <a:moveTo>
                  <a:pt x="4603715" y="3356433"/>
                </a:moveTo>
                <a:cubicBezTo>
                  <a:pt x="4608934" y="3354345"/>
                  <a:pt x="4617285" y="3362696"/>
                  <a:pt x="4617285" y="3362696"/>
                </a:cubicBezTo>
                <a:cubicBezTo>
                  <a:pt x="4620502" y="3371480"/>
                  <a:pt x="4620502" y="3381130"/>
                  <a:pt x="4617285" y="3389914"/>
                </a:cubicBezTo>
                <a:cubicBezTo>
                  <a:pt x="4612336" y="3394863"/>
                  <a:pt x="4604913" y="3392389"/>
                  <a:pt x="4599964" y="3389914"/>
                </a:cubicBezTo>
                <a:cubicBezTo>
                  <a:pt x="4595115" y="3381501"/>
                  <a:pt x="4595115" y="3371108"/>
                  <a:pt x="4599964" y="3362696"/>
                </a:cubicBezTo>
                <a:cubicBezTo>
                  <a:pt x="4600583" y="3358984"/>
                  <a:pt x="4601975" y="3357128"/>
                  <a:pt x="4603715" y="3356433"/>
                </a:cubicBezTo>
                <a:close/>
                <a:moveTo>
                  <a:pt x="1763320" y="3337248"/>
                </a:moveTo>
                <a:cubicBezTo>
                  <a:pt x="1794938" y="3335515"/>
                  <a:pt x="1826019" y="3352370"/>
                  <a:pt x="1840975" y="3382490"/>
                </a:cubicBezTo>
                <a:cubicBezTo>
                  <a:pt x="1866434" y="3419829"/>
                  <a:pt x="1858890" y="3470481"/>
                  <a:pt x="1823654" y="3498789"/>
                </a:cubicBezTo>
                <a:cubicBezTo>
                  <a:pt x="1823181" y="3499036"/>
                  <a:pt x="1822704" y="3499283"/>
                  <a:pt x="1822226" y="3499531"/>
                </a:cubicBezTo>
                <a:cubicBezTo>
                  <a:pt x="1782099" y="3520118"/>
                  <a:pt x="1732885" y="3504282"/>
                  <a:pt x="1712305" y="3464147"/>
                </a:cubicBezTo>
                <a:cubicBezTo>
                  <a:pt x="1685799" y="3425694"/>
                  <a:pt x="1694556" y="3373162"/>
                  <a:pt x="1732100" y="3345374"/>
                </a:cubicBezTo>
                <a:cubicBezTo>
                  <a:pt x="1742182" y="3340469"/>
                  <a:pt x="1752781" y="3337826"/>
                  <a:pt x="1763320" y="3337248"/>
                </a:cubicBezTo>
                <a:close/>
                <a:moveTo>
                  <a:pt x="1211480" y="3330246"/>
                </a:moveTo>
                <a:cubicBezTo>
                  <a:pt x="1222000" y="3333157"/>
                  <a:pt x="1231415" y="3340079"/>
                  <a:pt x="1237221" y="3350323"/>
                </a:cubicBezTo>
                <a:cubicBezTo>
                  <a:pt x="1238060" y="3351090"/>
                  <a:pt x="1238869" y="3351907"/>
                  <a:pt x="1239642" y="3352748"/>
                </a:cubicBezTo>
                <a:cubicBezTo>
                  <a:pt x="1255388" y="3369822"/>
                  <a:pt x="1254304" y="3396447"/>
                  <a:pt x="1237221" y="3412184"/>
                </a:cubicBezTo>
                <a:cubicBezTo>
                  <a:pt x="1234463" y="3414188"/>
                  <a:pt x="1231506" y="3415896"/>
                  <a:pt x="1228399" y="3417306"/>
                </a:cubicBezTo>
                <a:cubicBezTo>
                  <a:pt x="1203455" y="3428490"/>
                  <a:pt x="1174171" y="3417331"/>
                  <a:pt x="1162988" y="3392388"/>
                </a:cubicBezTo>
                <a:cubicBezTo>
                  <a:pt x="1151375" y="3371900"/>
                  <a:pt x="1158575" y="3345845"/>
                  <a:pt x="1179072" y="3334239"/>
                </a:cubicBezTo>
                <a:cubicBezTo>
                  <a:pt x="1189322" y="3328437"/>
                  <a:pt x="1200955" y="3327336"/>
                  <a:pt x="1211480" y="3330246"/>
                </a:cubicBezTo>
                <a:close/>
                <a:moveTo>
                  <a:pt x="4472183" y="3325309"/>
                </a:moveTo>
                <a:cubicBezTo>
                  <a:pt x="4473691" y="3324729"/>
                  <a:pt x="4475469" y="3325115"/>
                  <a:pt x="4477171" y="3325889"/>
                </a:cubicBezTo>
                <a:cubicBezTo>
                  <a:pt x="4480573" y="3327435"/>
                  <a:pt x="4483666" y="3330528"/>
                  <a:pt x="4483666" y="3330528"/>
                </a:cubicBezTo>
                <a:cubicBezTo>
                  <a:pt x="4487204" y="3337530"/>
                  <a:pt x="4487204" y="3345795"/>
                  <a:pt x="4483666" y="3352798"/>
                </a:cubicBezTo>
                <a:cubicBezTo>
                  <a:pt x="4478717" y="3357746"/>
                  <a:pt x="4468819" y="3360221"/>
                  <a:pt x="4468819" y="3352798"/>
                </a:cubicBezTo>
                <a:cubicBezTo>
                  <a:pt x="4468819" y="3345374"/>
                  <a:pt x="4466344" y="3342900"/>
                  <a:pt x="4468819" y="3330528"/>
                </a:cubicBezTo>
                <a:cubicBezTo>
                  <a:pt x="4469438" y="3327435"/>
                  <a:pt x="4470675" y="3325889"/>
                  <a:pt x="4472183" y="3325309"/>
                </a:cubicBezTo>
                <a:close/>
                <a:moveTo>
                  <a:pt x="4266535" y="3315063"/>
                </a:moveTo>
                <a:cubicBezTo>
                  <a:pt x="4272721" y="3315681"/>
                  <a:pt x="4278288" y="3320630"/>
                  <a:pt x="4278288" y="3328053"/>
                </a:cubicBezTo>
                <a:cubicBezTo>
                  <a:pt x="4285315" y="3341193"/>
                  <a:pt x="4285315" y="3356980"/>
                  <a:pt x="4278288" y="3370119"/>
                </a:cubicBezTo>
                <a:cubicBezTo>
                  <a:pt x="4270865" y="3377542"/>
                  <a:pt x="4251070" y="3380016"/>
                  <a:pt x="4251070" y="3367644"/>
                </a:cubicBezTo>
                <a:cubicBezTo>
                  <a:pt x="4251070" y="3355272"/>
                  <a:pt x="4246121" y="3347849"/>
                  <a:pt x="4251070" y="3328053"/>
                </a:cubicBezTo>
                <a:cubicBezTo>
                  <a:pt x="4253545" y="3318156"/>
                  <a:pt x="4260349" y="3314444"/>
                  <a:pt x="4266535" y="3315063"/>
                </a:cubicBezTo>
                <a:close/>
                <a:moveTo>
                  <a:pt x="1028410" y="3301716"/>
                </a:moveTo>
                <a:cubicBezTo>
                  <a:pt x="1040896" y="3305282"/>
                  <a:pt x="1052051" y="3313504"/>
                  <a:pt x="1059064" y="3325579"/>
                </a:cubicBezTo>
                <a:cubicBezTo>
                  <a:pt x="1072791" y="3348245"/>
                  <a:pt x="1066246" y="3377691"/>
                  <a:pt x="1044215" y="3392389"/>
                </a:cubicBezTo>
                <a:cubicBezTo>
                  <a:pt x="1019554" y="3405478"/>
                  <a:pt x="988961" y="3396744"/>
                  <a:pt x="974931" y="3372593"/>
                </a:cubicBezTo>
                <a:cubicBezTo>
                  <a:pt x="973282" y="3370465"/>
                  <a:pt x="971829" y="3368189"/>
                  <a:pt x="970596" y="3365788"/>
                </a:cubicBezTo>
                <a:cubicBezTo>
                  <a:pt x="959325" y="3343915"/>
                  <a:pt x="967916" y="3317042"/>
                  <a:pt x="989779" y="3305783"/>
                </a:cubicBezTo>
                <a:cubicBezTo>
                  <a:pt x="1002109" y="3299239"/>
                  <a:pt x="1015925" y="3298150"/>
                  <a:pt x="1028410" y="3301716"/>
                </a:cubicBezTo>
                <a:close/>
                <a:moveTo>
                  <a:pt x="4668320" y="3292174"/>
                </a:moveTo>
                <a:cubicBezTo>
                  <a:pt x="4675434" y="3294649"/>
                  <a:pt x="4681620" y="3300835"/>
                  <a:pt x="4681620" y="3310733"/>
                </a:cubicBezTo>
                <a:cubicBezTo>
                  <a:pt x="4681620" y="3330528"/>
                  <a:pt x="4681620" y="3360221"/>
                  <a:pt x="4681620" y="3360221"/>
                </a:cubicBezTo>
                <a:cubicBezTo>
                  <a:pt x="4674196" y="3370119"/>
                  <a:pt x="4649452" y="3362696"/>
                  <a:pt x="4649452" y="3345375"/>
                </a:cubicBezTo>
                <a:cubicBezTo>
                  <a:pt x="4649452" y="3328053"/>
                  <a:pt x="4642029" y="3305784"/>
                  <a:pt x="4649452" y="3295886"/>
                </a:cubicBezTo>
                <a:cubicBezTo>
                  <a:pt x="4653164" y="3290937"/>
                  <a:pt x="4661206" y="3289700"/>
                  <a:pt x="4668320" y="3292174"/>
                </a:cubicBezTo>
                <a:close/>
                <a:moveTo>
                  <a:pt x="809812" y="3287241"/>
                </a:moveTo>
                <a:cubicBezTo>
                  <a:pt x="819481" y="3290318"/>
                  <a:pt x="828105" y="3296690"/>
                  <a:pt x="833886" y="3305783"/>
                </a:cubicBezTo>
                <a:cubicBezTo>
                  <a:pt x="847211" y="3321471"/>
                  <a:pt x="847211" y="3344533"/>
                  <a:pt x="833886" y="3360221"/>
                </a:cubicBezTo>
                <a:cubicBezTo>
                  <a:pt x="830554" y="3362942"/>
                  <a:pt x="826843" y="3365170"/>
                  <a:pt x="822869" y="3366827"/>
                </a:cubicBezTo>
                <a:cubicBezTo>
                  <a:pt x="800172" y="3376305"/>
                  <a:pt x="774081" y="3365590"/>
                  <a:pt x="764602" y="3342900"/>
                </a:cubicBezTo>
                <a:cubicBezTo>
                  <a:pt x="763518" y="3341291"/>
                  <a:pt x="762555" y="3339609"/>
                  <a:pt x="761730" y="3337877"/>
                </a:cubicBezTo>
                <a:cubicBezTo>
                  <a:pt x="752977" y="3319343"/>
                  <a:pt x="760911" y="3297222"/>
                  <a:pt x="779451" y="3288462"/>
                </a:cubicBezTo>
                <a:cubicBezTo>
                  <a:pt x="789424" y="3284380"/>
                  <a:pt x="800140" y="3284163"/>
                  <a:pt x="809812" y="3287241"/>
                </a:cubicBezTo>
                <a:close/>
                <a:moveTo>
                  <a:pt x="4340768" y="3276399"/>
                </a:moveTo>
                <a:cubicBezTo>
                  <a:pt x="4345716" y="3278565"/>
                  <a:pt x="4350046" y="3283514"/>
                  <a:pt x="4350046" y="3290937"/>
                </a:cubicBezTo>
                <a:cubicBezTo>
                  <a:pt x="4356802" y="3301502"/>
                  <a:pt x="4356802" y="3315013"/>
                  <a:pt x="4350046" y="3325579"/>
                </a:cubicBezTo>
                <a:cubicBezTo>
                  <a:pt x="4345097" y="3330528"/>
                  <a:pt x="4327777" y="3325579"/>
                  <a:pt x="4327777" y="3313207"/>
                </a:cubicBezTo>
                <a:cubicBezTo>
                  <a:pt x="4327777" y="3300834"/>
                  <a:pt x="4322828" y="3285988"/>
                  <a:pt x="4327777" y="3278564"/>
                </a:cubicBezTo>
                <a:cubicBezTo>
                  <a:pt x="4330252" y="3274853"/>
                  <a:pt x="4335819" y="3274234"/>
                  <a:pt x="4340768" y="3276399"/>
                </a:cubicBezTo>
                <a:close/>
                <a:moveTo>
                  <a:pt x="4532073" y="3272688"/>
                </a:moveTo>
                <a:cubicBezTo>
                  <a:pt x="4540423" y="3269904"/>
                  <a:pt x="4552950" y="3281039"/>
                  <a:pt x="4552950" y="3281039"/>
                </a:cubicBezTo>
                <a:cubicBezTo>
                  <a:pt x="4558765" y="3293584"/>
                  <a:pt x="4558765" y="3308084"/>
                  <a:pt x="4552950" y="3320630"/>
                </a:cubicBezTo>
                <a:cubicBezTo>
                  <a:pt x="4545527" y="3328053"/>
                  <a:pt x="4525732" y="3335476"/>
                  <a:pt x="4525732" y="3320630"/>
                </a:cubicBezTo>
                <a:cubicBezTo>
                  <a:pt x="4525732" y="3305783"/>
                  <a:pt x="4520783" y="3300834"/>
                  <a:pt x="4525732" y="3281039"/>
                </a:cubicBezTo>
                <a:cubicBezTo>
                  <a:pt x="4526969" y="3276090"/>
                  <a:pt x="4529289" y="3273616"/>
                  <a:pt x="4532073" y="3272688"/>
                </a:cubicBezTo>
                <a:close/>
                <a:moveTo>
                  <a:pt x="4719355" y="3255367"/>
                </a:moveTo>
                <a:cubicBezTo>
                  <a:pt x="4725541" y="3258151"/>
                  <a:pt x="4731108" y="3263719"/>
                  <a:pt x="4731108" y="3271142"/>
                </a:cubicBezTo>
                <a:cubicBezTo>
                  <a:pt x="4731108" y="3285988"/>
                  <a:pt x="4731108" y="3313207"/>
                  <a:pt x="4731108" y="3313207"/>
                </a:cubicBezTo>
                <a:cubicBezTo>
                  <a:pt x="4726159" y="3323105"/>
                  <a:pt x="4703890" y="3318156"/>
                  <a:pt x="4703890" y="3300835"/>
                </a:cubicBezTo>
                <a:cubicBezTo>
                  <a:pt x="4703890" y="3283514"/>
                  <a:pt x="4698941" y="3263718"/>
                  <a:pt x="4703890" y="3256295"/>
                </a:cubicBezTo>
                <a:cubicBezTo>
                  <a:pt x="4706365" y="3252584"/>
                  <a:pt x="4713169" y="3252584"/>
                  <a:pt x="4719355" y="3255367"/>
                </a:cubicBezTo>
                <a:close/>
                <a:moveTo>
                  <a:pt x="1983690" y="3237119"/>
                </a:moveTo>
                <a:cubicBezTo>
                  <a:pt x="2002874" y="3229893"/>
                  <a:pt x="2024281" y="3239593"/>
                  <a:pt x="2031506" y="3258770"/>
                </a:cubicBezTo>
                <a:cubicBezTo>
                  <a:pt x="2045652" y="3273196"/>
                  <a:pt x="2045652" y="3296307"/>
                  <a:pt x="2031506" y="3310733"/>
                </a:cubicBezTo>
                <a:cubicBezTo>
                  <a:pt x="2030543" y="3311277"/>
                  <a:pt x="2029559" y="3311772"/>
                  <a:pt x="2028552" y="3312217"/>
                </a:cubicBezTo>
                <a:cubicBezTo>
                  <a:pt x="2009828" y="3320556"/>
                  <a:pt x="1987887" y="3312143"/>
                  <a:pt x="1979543" y="3293412"/>
                </a:cubicBezTo>
                <a:cubicBezTo>
                  <a:pt x="1978858" y="3292768"/>
                  <a:pt x="1978195" y="3292125"/>
                  <a:pt x="1977559" y="3291432"/>
                </a:cubicBezTo>
                <a:cubicBezTo>
                  <a:pt x="1963623" y="3276388"/>
                  <a:pt x="1964511" y="3252905"/>
                  <a:pt x="1979543" y="3238974"/>
                </a:cubicBezTo>
                <a:cubicBezTo>
                  <a:pt x="1980887" y="3238281"/>
                  <a:pt x="1982272" y="3237638"/>
                  <a:pt x="1983690" y="3237119"/>
                </a:cubicBezTo>
                <a:close/>
                <a:moveTo>
                  <a:pt x="4406340" y="3234334"/>
                </a:moveTo>
                <a:cubicBezTo>
                  <a:pt x="4411907" y="3236500"/>
                  <a:pt x="4416856" y="3241449"/>
                  <a:pt x="4416856" y="3248872"/>
                </a:cubicBezTo>
                <a:cubicBezTo>
                  <a:pt x="4423042" y="3259586"/>
                  <a:pt x="4423042" y="3272799"/>
                  <a:pt x="4416856" y="3283514"/>
                </a:cubicBezTo>
                <a:cubicBezTo>
                  <a:pt x="4411907" y="3288463"/>
                  <a:pt x="4392111" y="3271142"/>
                  <a:pt x="4392111" y="3271142"/>
                </a:cubicBezTo>
                <a:cubicBezTo>
                  <a:pt x="4385926" y="3260427"/>
                  <a:pt x="4385926" y="3247214"/>
                  <a:pt x="4392111" y="3236499"/>
                </a:cubicBezTo>
                <a:cubicBezTo>
                  <a:pt x="4394586" y="3232788"/>
                  <a:pt x="4400772" y="3232169"/>
                  <a:pt x="4406340" y="3234334"/>
                </a:cubicBezTo>
                <a:close/>
                <a:moveTo>
                  <a:pt x="4194467" y="3234334"/>
                </a:moveTo>
                <a:cubicBezTo>
                  <a:pt x="4200963" y="3236500"/>
                  <a:pt x="4206530" y="3241449"/>
                  <a:pt x="4206530" y="3248872"/>
                </a:cubicBezTo>
                <a:cubicBezTo>
                  <a:pt x="4206530" y="3263718"/>
                  <a:pt x="4206530" y="3288463"/>
                  <a:pt x="4206530" y="3288463"/>
                </a:cubicBezTo>
                <a:cubicBezTo>
                  <a:pt x="4206530" y="3295886"/>
                  <a:pt x="4184260" y="3290937"/>
                  <a:pt x="4176836" y="3276090"/>
                </a:cubicBezTo>
                <a:cubicBezTo>
                  <a:pt x="4169760" y="3263842"/>
                  <a:pt x="4169760" y="3248748"/>
                  <a:pt x="4176836" y="3236499"/>
                </a:cubicBezTo>
                <a:cubicBezTo>
                  <a:pt x="4180548" y="3232788"/>
                  <a:pt x="4187972" y="3232169"/>
                  <a:pt x="4194467" y="3234334"/>
                </a:cubicBezTo>
                <a:close/>
                <a:moveTo>
                  <a:pt x="1840839" y="3208180"/>
                </a:moveTo>
                <a:cubicBezTo>
                  <a:pt x="1853260" y="3212615"/>
                  <a:pt x="1864077" y="3221542"/>
                  <a:pt x="1870668" y="3234025"/>
                </a:cubicBezTo>
                <a:cubicBezTo>
                  <a:pt x="1888665" y="3254563"/>
                  <a:pt x="1888665" y="3285246"/>
                  <a:pt x="1870668" y="3305783"/>
                </a:cubicBezTo>
                <a:cubicBezTo>
                  <a:pt x="1869500" y="3306452"/>
                  <a:pt x="1868305" y="3307045"/>
                  <a:pt x="1867088" y="3307615"/>
                </a:cubicBezTo>
                <a:cubicBezTo>
                  <a:pt x="1842287" y="3319096"/>
                  <a:pt x="1812871" y="3308308"/>
                  <a:pt x="1801384" y="3283514"/>
                </a:cubicBezTo>
                <a:cubicBezTo>
                  <a:pt x="1801132" y="3283266"/>
                  <a:pt x="1800882" y="3283019"/>
                  <a:pt x="1800635" y="3282771"/>
                </a:cubicBezTo>
                <a:cubicBezTo>
                  <a:pt x="1780550" y="3262258"/>
                  <a:pt x="1780886" y="3229373"/>
                  <a:pt x="1801384" y="3209281"/>
                </a:cubicBezTo>
                <a:cubicBezTo>
                  <a:pt x="1814392" y="3203800"/>
                  <a:pt x="1828417" y="3203744"/>
                  <a:pt x="1840839" y="3208180"/>
                </a:cubicBezTo>
                <a:close/>
                <a:moveTo>
                  <a:pt x="4461628" y="3200544"/>
                </a:moveTo>
                <a:cubicBezTo>
                  <a:pt x="4467892" y="3198456"/>
                  <a:pt x="4476243" y="3206807"/>
                  <a:pt x="4476243" y="3206807"/>
                </a:cubicBezTo>
                <a:cubicBezTo>
                  <a:pt x="4482107" y="3215838"/>
                  <a:pt x="4482107" y="3227468"/>
                  <a:pt x="4476243" y="3236500"/>
                </a:cubicBezTo>
                <a:cubicBezTo>
                  <a:pt x="4473768" y="3241449"/>
                  <a:pt x="4453973" y="3216704"/>
                  <a:pt x="4453973" y="3216704"/>
                </a:cubicBezTo>
                <a:cubicBezTo>
                  <a:pt x="4453973" y="3216704"/>
                  <a:pt x="4451498" y="3221653"/>
                  <a:pt x="4456447" y="3206807"/>
                </a:cubicBezTo>
                <a:cubicBezTo>
                  <a:pt x="4457685" y="3203095"/>
                  <a:pt x="4459540" y="3201240"/>
                  <a:pt x="4461628" y="3200544"/>
                </a:cubicBezTo>
                <a:close/>
                <a:moveTo>
                  <a:pt x="4269627" y="3179896"/>
                </a:moveTo>
                <a:cubicBezTo>
                  <a:pt x="4278288" y="3183299"/>
                  <a:pt x="4285711" y="3190722"/>
                  <a:pt x="4285711" y="3201857"/>
                </a:cubicBezTo>
                <a:cubicBezTo>
                  <a:pt x="4285711" y="3224127"/>
                  <a:pt x="4285711" y="3258769"/>
                  <a:pt x="4285711" y="3258769"/>
                </a:cubicBezTo>
                <a:cubicBezTo>
                  <a:pt x="4275814" y="3271141"/>
                  <a:pt x="4258492" y="3261243"/>
                  <a:pt x="4246120" y="3241448"/>
                </a:cubicBezTo>
                <a:cubicBezTo>
                  <a:pt x="4235505" y="3223063"/>
                  <a:pt x="4235505" y="3200447"/>
                  <a:pt x="4246120" y="3182061"/>
                </a:cubicBezTo>
                <a:cubicBezTo>
                  <a:pt x="4251069" y="3177113"/>
                  <a:pt x="4260967" y="3176494"/>
                  <a:pt x="4269627" y="3179896"/>
                </a:cubicBezTo>
                <a:close/>
                <a:moveTo>
                  <a:pt x="1491407" y="3178895"/>
                </a:moveTo>
                <a:cubicBezTo>
                  <a:pt x="1499199" y="3180844"/>
                  <a:pt x="1506466" y="3184896"/>
                  <a:pt x="1512319" y="3190822"/>
                </a:cubicBezTo>
                <a:cubicBezTo>
                  <a:pt x="1529590" y="3208341"/>
                  <a:pt x="1529392" y="3236549"/>
                  <a:pt x="1511876" y="3253821"/>
                </a:cubicBezTo>
                <a:cubicBezTo>
                  <a:pt x="1494329" y="3257384"/>
                  <a:pt x="1476457" y="3249441"/>
                  <a:pt x="1467336" y="3234025"/>
                </a:cubicBezTo>
                <a:cubicBezTo>
                  <a:pt x="1452883" y="3218758"/>
                  <a:pt x="1452883" y="3194855"/>
                  <a:pt x="1467336" y="3179588"/>
                </a:cubicBezTo>
                <a:cubicBezTo>
                  <a:pt x="1475295" y="3177101"/>
                  <a:pt x="1483614" y="3176946"/>
                  <a:pt x="1491407" y="3178895"/>
                </a:cubicBezTo>
                <a:close/>
                <a:moveTo>
                  <a:pt x="4325302" y="3172164"/>
                </a:moveTo>
                <a:cubicBezTo>
                  <a:pt x="4327776" y="3172164"/>
                  <a:pt x="4340149" y="3172164"/>
                  <a:pt x="4340149" y="3172164"/>
                </a:cubicBezTo>
                <a:cubicBezTo>
                  <a:pt x="4343687" y="3179167"/>
                  <a:pt x="4343687" y="3187431"/>
                  <a:pt x="4340149" y="3194434"/>
                </a:cubicBezTo>
                <a:cubicBezTo>
                  <a:pt x="4335200" y="3196908"/>
                  <a:pt x="4325302" y="3194434"/>
                  <a:pt x="4325302" y="3194434"/>
                </a:cubicBezTo>
                <a:cubicBezTo>
                  <a:pt x="4321763" y="3187431"/>
                  <a:pt x="4321763" y="3179167"/>
                  <a:pt x="4325302" y="3172164"/>
                </a:cubicBezTo>
                <a:close/>
                <a:moveTo>
                  <a:pt x="1305495" y="3159542"/>
                </a:moveTo>
                <a:cubicBezTo>
                  <a:pt x="1312972" y="3162180"/>
                  <a:pt x="1319547" y="3167377"/>
                  <a:pt x="1323820" y="3174639"/>
                </a:cubicBezTo>
                <a:cubicBezTo>
                  <a:pt x="1323844" y="3174664"/>
                  <a:pt x="1323869" y="3174689"/>
                  <a:pt x="1323891" y="3174713"/>
                </a:cubicBezTo>
                <a:cubicBezTo>
                  <a:pt x="1335469" y="3186318"/>
                  <a:pt x="1335435" y="3205124"/>
                  <a:pt x="1323820" y="3216704"/>
                </a:cubicBezTo>
                <a:cubicBezTo>
                  <a:pt x="1308087" y="3223856"/>
                  <a:pt x="1289509" y="3217298"/>
                  <a:pt x="1281754" y="3201858"/>
                </a:cubicBezTo>
                <a:cubicBezTo>
                  <a:pt x="1281730" y="3201833"/>
                  <a:pt x="1281705" y="3201808"/>
                  <a:pt x="1281682" y="3201784"/>
                </a:cubicBezTo>
                <a:cubicBezTo>
                  <a:pt x="1270105" y="3190179"/>
                  <a:pt x="1270139" y="3171373"/>
                  <a:pt x="1281754" y="3159793"/>
                </a:cubicBezTo>
                <a:cubicBezTo>
                  <a:pt x="1289638" y="3156824"/>
                  <a:pt x="1298017" y="3156904"/>
                  <a:pt x="1305495" y="3159542"/>
                </a:cubicBezTo>
                <a:close/>
                <a:moveTo>
                  <a:pt x="1652819" y="3152654"/>
                </a:moveTo>
                <a:cubicBezTo>
                  <a:pt x="1685097" y="3151772"/>
                  <a:pt x="1716389" y="3169077"/>
                  <a:pt x="1732100" y="3199383"/>
                </a:cubicBezTo>
                <a:cubicBezTo>
                  <a:pt x="1758339" y="3237068"/>
                  <a:pt x="1749530" y="3288808"/>
                  <a:pt x="1712305" y="3315681"/>
                </a:cubicBezTo>
                <a:cubicBezTo>
                  <a:pt x="1670608" y="3335154"/>
                  <a:pt x="1620994" y="3317512"/>
                  <a:pt x="1600956" y="3276090"/>
                </a:cubicBezTo>
                <a:cubicBezTo>
                  <a:pt x="1574717" y="3238404"/>
                  <a:pt x="1583526" y="3186664"/>
                  <a:pt x="1620751" y="3159792"/>
                </a:cubicBezTo>
                <a:cubicBezTo>
                  <a:pt x="1631190" y="3155264"/>
                  <a:pt x="1642059" y="3152949"/>
                  <a:pt x="1652819" y="3152654"/>
                </a:cubicBezTo>
                <a:close/>
                <a:moveTo>
                  <a:pt x="4116523" y="3143400"/>
                </a:moveTo>
                <a:cubicBezTo>
                  <a:pt x="4123637" y="3146802"/>
                  <a:pt x="4131060" y="3153607"/>
                  <a:pt x="4137246" y="3162267"/>
                </a:cubicBezTo>
                <a:cubicBezTo>
                  <a:pt x="4145659" y="3179439"/>
                  <a:pt x="4145659" y="3199532"/>
                  <a:pt x="4137246" y="3216704"/>
                </a:cubicBezTo>
                <a:cubicBezTo>
                  <a:pt x="4127348" y="3216704"/>
                  <a:pt x="4097655" y="3216704"/>
                  <a:pt x="4097655" y="3196909"/>
                </a:cubicBezTo>
                <a:cubicBezTo>
                  <a:pt x="4097655" y="3177114"/>
                  <a:pt x="4087757" y="3154844"/>
                  <a:pt x="4097655" y="3144946"/>
                </a:cubicBezTo>
                <a:cubicBezTo>
                  <a:pt x="4102604" y="3139997"/>
                  <a:pt x="4109409" y="3139997"/>
                  <a:pt x="4116523" y="3143400"/>
                </a:cubicBezTo>
                <a:close/>
                <a:moveTo>
                  <a:pt x="1130907" y="3114210"/>
                </a:moveTo>
                <a:cubicBezTo>
                  <a:pt x="1145007" y="3119057"/>
                  <a:pt x="1157429" y="3128788"/>
                  <a:pt x="1165463" y="3142471"/>
                </a:cubicBezTo>
                <a:cubicBezTo>
                  <a:pt x="1167334" y="3144946"/>
                  <a:pt x="1168973" y="3147569"/>
                  <a:pt x="1170350" y="3150340"/>
                </a:cubicBezTo>
                <a:cubicBezTo>
                  <a:pt x="1182545" y="3174787"/>
                  <a:pt x="1172604" y="3204505"/>
                  <a:pt x="1148142" y="3216704"/>
                </a:cubicBezTo>
                <a:cubicBezTo>
                  <a:pt x="1120032" y="3229720"/>
                  <a:pt x="1086635" y="3218956"/>
                  <a:pt x="1071437" y="3191960"/>
                </a:cubicBezTo>
                <a:cubicBezTo>
                  <a:pt x="1071124" y="3191514"/>
                  <a:pt x="1070819" y="3191069"/>
                  <a:pt x="1070523" y="3190599"/>
                </a:cubicBezTo>
                <a:cubicBezTo>
                  <a:pt x="1054064" y="3165459"/>
                  <a:pt x="1061121" y="3131707"/>
                  <a:pt x="1086283" y="3115252"/>
                </a:cubicBezTo>
                <a:cubicBezTo>
                  <a:pt x="1101030" y="3109400"/>
                  <a:pt x="1116806" y="3109363"/>
                  <a:pt x="1130907" y="3114210"/>
                </a:cubicBezTo>
                <a:close/>
                <a:moveTo>
                  <a:pt x="4190447" y="3098241"/>
                </a:moveTo>
                <a:cubicBezTo>
                  <a:pt x="4199107" y="3101643"/>
                  <a:pt x="4206530" y="3109066"/>
                  <a:pt x="4206530" y="3120201"/>
                </a:cubicBezTo>
                <a:cubicBezTo>
                  <a:pt x="4206530" y="3142471"/>
                  <a:pt x="4206530" y="3177113"/>
                  <a:pt x="4206530" y="3177113"/>
                </a:cubicBezTo>
                <a:cubicBezTo>
                  <a:pt x="4206530" y="3189485"/>
                  <a:pt x="4166939" y="3177113"/>
                  <a:pt x="4166939" y="3157317"/>
                </a:cubicBezTo>
                <a:cubicBezTo>
                  <a:pt x="4166939" y="3137522"/>
                  <a:pt x="4157041" y="3110303"/>
                  <a:pt x="4166939" y="3100405"/>
                </a:cubicBezTo>
                <a:cubicBezTo>
                  <a:pt x="4171888" y="3095457"/>
                  <a:pt x="4181786" y="3094838"/>
                  <a:pt x="4190447" y="3098241"/>
                </a:cubicBezTo>
                <a:close/>
                <a:moveTo>
                  <a:pt x="722539" y="3097931"/>
                </a:moveTo>
                <a:cubicBezTo>
                  <a:pt x="727486" y="3097931"/>
                  <a:pt x="742333" y="3097931"/>
                  <a:pt x="742333" y="3097931"/>
                </a:cubicBezTo>
                <a:cubicBezTo>
                  <a:pt x="743270" y="3098624"/>
                  <a:pt x="744105" y="3099465"/>
                  <a:pt x="744807" y="3100405"/>
                </a:cubicBezTo>
                <a:cubicBezTo>
                  <a:pt x="748907" y="3105874"/>
                  <a:pt x="747799" y="3113619"/>
                  <a:pt x="742333" y="3117726"/>
                </a:cubicBezTo>
                <a:cubicBezTo>
                  <a:pt x="736081" y="3122106"/>
                  <a:pt x="727517" y="3121042"/>
                  <a:pt x="722539" y="3115252"/>
                </a:cubicBezTo>
                <a:close/>
                <a:moveTo>
                  <a:pt x="935977" y="3091071"/>
                </a:moveTo>
                <a:cubicBezTo>
                  <a:pt x="947962" y="3095067"/>
                  <a:pt x="958496" y="3103412"/>
                  <a:pt x="965035" y="3115252"/>
                </a:cubicBezTo>
                <a:cubicBezTo>
                  <a:pt x="965873" y="3116464"/>
                  <a:pt x="966653" y="3117702"/>
                  <a:pt x="967368" y="3118988"/>
                </a:cubicBezTo>
                <a:cubicBezTo>
                  <a:pt x="979359" y="3140466"/>
                  <a:pt x="971666" y="3167586"/>
                  <a:pt x="950189" y="3179587"/>
                </a:cubicBezTo>
                <a:cubicBezTo>
                  <a:pt x="924882" y="3192281"/>
                  <a:pt x="894079" y="3182383"/>
                  <a:pt x="880904" y="3157317"/>
                </a:cubicBezTo>
                <a:cubicBezTo>
                  <a:pt x="879931" y="3155832"/>
                  <a:pt x="879048" y="3154298"/>
                  <a:pt x="878258" y="3152715"/>
                </a:cubicBezTo>
                <a:cubicBezTo>
                  <a:pt x="867273" y="3130717"/>
                  <a:pt x="876214" y="3103968"/>
                  <a:pt x="898225" y="3092982"/>
                </a:cubicBezTo>
                <a:cubicBezTo>
                  <a:pt x="910560" y="3087427"/>
                  <a:pt x="923992" y="3087075"/>
                  <a:pt x="935977" y="3091071"/>
                </a:cubicBezTo>
                <a:close/>
                <a:moveTo>
                  <a:pt x="4262823" y="3071950"/>
                </a:moveTo>
                <a:cubicBezTo>
                  <a:pt x="4268391" y="3074424"/>
                  <a:pt x="4273339" y="3079373"/>
                  <a:pt x="4273339" y="3085559"/>
                </a:cubicBezTo>
                <a:cubicBezTo>
                  <a:pt x="4280515" y="3096892"/>
                  <a:pt x="4280515" y="3111342"/>
                  <a:pt x="4273339" y="3122675"/>
                </a:cubicBezTo>
                <a:cubicBezTo>
                  <a:pt x="4265915" y="3130098"/>
                  <a:pt x="4248595" y="3125150"/>
                  <a:pt x="4248595" y="3110303"/>
                </a:cubicBezTo>
                <a:cubicBezTo>
                  <a:pt x="4248595" y="3095457"/>
                  <a:pt x="4243646" y="3080610"/>
                  <a:pt x="4248595" y="3073187"/>
                </a:cubicBezTo>
                <a:cubicBezTo>
                  <a:pt x="4251070" y="3069475"/>
                  <a:pt x="4257256" y="3069475"/>
                  <a:pt x="4262823" y="3071950"/>
                </a:cubicBezTo>
                <a:close/>
                <a:moveTo>
                  <a:pt x="4628111" y="3071331"/>
                </a:moveTo>
                <a:cubicBezTo>
                  <a:pt x="4632750" y="3071950"/>
                  <a:pt x="4637080" y="3075661"/>
                  <a:pt x="4637080" y="3080610"/>
                </a:cubicBezTo>
                <a:cubicBezTo>
                  <a:pt x="4637080" y="3090508"/>
                  <a:pt x="4637080" y="3110303"/>
                  <a:pt x="4637080" y="3110303"/>
                </a:cubicBezTo>
                <a:cubicBezTo>
                  <a:pt x="4632131" y="3115252"/>
                  <a:pt x="4617285" y="3122675"/>
                  <a:pt x="4617285" y="3110303"/>
                </a:cubicBezTo>
                <a:cubicBezTo>
                  <a:pt x="4617285" y="3097931"/>
                  <a:pt x="4614810" y="3095457"/>
                  <a:pt x="4617285" y="3080610"/>
                </a:cubicBezTo>
                <a:cubicBezTo>
                  <a:pt x="4618522" y="3073187"/>
                  <a:pt x="4623471" y="3070713"/>
                  <a:pt x="4628111" y="3071331"/>
                </a:cubicBezTo>
                <a:close/>
                <a:moveTo>
                  <a:pt x="1903545" y="3058173"/>
                </a:moveTo>
                <a:cubicBezTo>
                  <a:pt x="1913779" y="3062175"/>
                  <a:pt x="1922538" y="3069945"/>
                  <a:pt x="1927580" y="3080610"/>
                </a:cubicBezTo>
                <a:cubicBezTo>
                  <a:pt x="1927894" y="3080907"/>
                  <a:pt x="1928206" y="3081229"/>
                  <a:pt x="1928510" y="3081550"/>
                </a:cubicBezTo>
                <a:cubicBezTo>
                  <a:pt x="1943711" y="3097263"/>
                  <a:pt x="1943295" y="3122329"/>
                  <a:pt x="1927580" y="3137522"/>
                </a:cubicBezTo>
                <a:cubicBezTo>
                  <a:pt x="1925771" y="3138586"/>
                  <a:pt x="1923878" y="3139501"/>
                  <a:pt x="1921923" y="3140269"/>
                </a:cubicBezTo>
                <a:cubicBezTo>
                  <a:pt x="1901549" y="3148187"/>
                  <a:pt x="1878601" y="3138091"/>
                  <a:pt x="1870668" y="3117727"/>
                </a:cubicBezTo>
                <a:cubicBezTo>
                  <a:pt x="1854309" y="3101321"/>
                  <a:pt x="1854309" y="3074746"/>
                  <a:pt x="1870668" y="3058340"/>
                </a:cubicBezTo>
                <a:cubicBezTo>
                  <a:pt x="1881605" y="3053936"/>
                  <a:pt x="1893312" y="3054171"/>
                  <a:pt x="1903545" y="3058173"/>
                </a:cubicBezTo>
                <a:close/>
                <a:moveTo>
                  <a:pt x="4506863" y="3033287"/>
                </a:moveTo>
                <a:cubicBezTo>
                  <a:pt x="4511503" y="3033596"/>
                  <a:pt x="4515833" y="3037308"/>
                  <a:pt x="4515833" y="3043494"/>
                </a:cubicBezTo>
                <a:cubicBezTo>
                  <a:pt x="4515833" y="3055866"/>
                  <a:pt x="4515833" y="3073187"/>
                  <a:pt x="4515833" y="3073187"/>
                </a:cubicBezTo>
                <a:cubicBezTo>
                  <a:pt x="4510884" y="3078136"/>
                  <a:pt x="4496037" y="3073187"/>
                  <a:pt x="4496037" y="3073187"/>
                </a:cubicBezTo>
                <a:cubicBezTo>
                  <a:pt x="4490173" y="3064156"/>
                  <a:pt x="4490173" y="3052526"/>
                  <a:pt x="4496037" y="3043494"/>
                </a:cubicBezTo>
                <a:cubicBezTo>
                  <a:pt x="4497275" y="3036071"/>
                  <a:pt x="4502224" y="3032978"/>
                  <a:pt x="4506863" y="3033287"/>
                </a:cubicBezTo>
                <a:close/>
                <a:moveTo>
                  <a:pt x="1729121" y="3010538"/>
                </a:moveTo>
                <a:cubicBezTo>
                  <a:pt x="1753572" y="3009641"/>
                  <a:pt x="1777378" y="3022807"/>
                  <a:pt x="1789012" y="3045968"/>
                </a:cubicBezTo>
                <a:cubicBezTo>
                  <a:pt x="1807617" y="3074251"/>
                  <a:pt x="1801127" y="3112110"/>
                  <a:pt x="1774165" y="3132573"/>
                </a:cubicBezTo>
                <a:cubicBezTo>
                  <a:pt x="1742698" y="3146875"/>
                  <a:pt x="1705547" y="3133761"/>
                  <a:pt x="1690035" y="3102880"/>
                </a:cubicBezTo>
                <a:cubicBezTo>
                  <a:pt x="1689928" y="3102732"/>
                  <a:pt x="1689825" y="3102583"/>
                  <a:pt x="1689721" y="3102435"/>
                </a:cubicBezTo>
                <a:cubicBezTo>
                  <a:pt x="1670116" y="3074449"/>
                  <a:pt x="1676903" y="3035873"/>
                  <a:pt x="1704881" y="3016275"/>
                </a:cubicBezTo>
                <a:cubicBezTo>
                  <a:pt x="1712748" y="3012700"/>
                  <a:pt x="1720970" y="3010838"/>
                  <a:pt x="1729121" y="3010538"/>
                </a:cubicBezTo>
                <a:close/>
                <a:moveTo>
                  <a:pt x="307884" y="3000749"/>
                </a:moveTo>
                <a:cubicBezTo>
                  <a:pt x="318410" y="3004256"/>
                  <a:pt x="327760" y="3011290"/>
                  <a:pt x="334049" y="3021224"/>
                </a:cubicBezTo>
                <a:cubicBezTo>
                  <a:pt x="335136" y="3022833"/>
                  <a:pt x="336098" y="3024515"/>
                  <a:pt x="336922" y="3026248"/>
                </a:cubicBezTo>
                <a:cubicBezTo>
                  <a:pt x="345674" y="3044781"/>
                  <a:pt x="337739" y="3066902"/>
                  <a:pt x="319203" y="3075662"/>
                </a:cubicBezTo>
                <a:cubicBezTo>
                  <a:pt x="296490" y="3084347"/>
                  <a:pt x="270791" y="3076132"/>
                  <a:pt x="257342" y="3055867"/>
                </a:cubicBezTo>
                <a:cubicBezTo>
                  <a:pt x="257085" y="3055396"/>
                  <a:pt x="256835" y="3054901"/>
                  <a:pt x="256595" y="3054431"/>
                </a:cubicBezTo>
                <a:cubicBezTo>
                  <a:pt x="246951" y="3034809"/>
                  <a:pt x="255041" y="3011079"/>
                  <a:pt x="274663" y="3001429"/>
                </a:cubicBezTo>
                <a:cubicBezTo>
                  <a:pt x="285655" y="2997260"/>
                  <a:pt x="297358" y="2997241"/>
                  <a:pt x="307884" y="3000749"/>
                </a:cubicBezTo>
                <a:close/>
                <a:moveTo>
                  <a:pt x="4665923" y="2996247"/>
                </a:moveTo>
                <a:cubicBezTo>
                  <a:pt x="4680538" y="2995088"/>
                  <a:pt x="4701416" y="3005759"/>
                  <a:pt x="4701416" y="3026173"/>
                </a:cubicBezTo>
                <a:cubicBezTo>
                  <a:pt x="4701416" y="3053391"/>
                  <a:pt x="4701416" y="3095457"/>
                  <a:pt x="4701416" y="3095457"/>
                </a:cubicBezTo>
                <a:cubicBezTo>
                  <a:pt x="4701416" y="3110303"/>
                  <a:pt x="4669248" y="3097931"/>
                  <a:pt x="4654401" y="3070712"/>
                </a:cubicBezTo>
                <a:cubicBezTo>
                  <a:pt x="4641485" y="3049432"/>
                  <a:pt x="4641485" y="3022708"/>
                  <a:pt x="4654401" y="3001428"/>
                </a:cubicBezTo>
                <a:cubicBezTo>
                  <a:pt x="4656876" y="2998335"/>
                  <a:pt x="4661051" y="2996634"/>
                  <a:pt x="4665923" y="2996247"/>
                </a:cubicBezTo>
                <a:close/>
                <a:moveTo>
                  <a:pt x="4179311" y="2989057"/>
                </a:moveTo>
                <a:cubicBezTo>
                  <a:pt x="4183023" y="2986583"/>
                  <a:pt x="4189828" y="2986583"/>
                  <a:pt x="4195705" y="2989057"/>
                </a:cubicBezTo>
                <a:cubicBezTo>
                  <a:pt x="4201582" y="2991531"/>
                  <a:pt x="4206530" y="2996480"/>
                  <a:pt x="4206530" y="3003903"/>
                </a:cubicBezTo>
                <a:cubicBezTo>
                  <a:pt x="4206530" y="3018750"/>
                  <a:pt x="4206530" y="3041020"/>
                  <a:pt x="4206530" y="3041020"/>
                </a:cubicBezTo>
                <a:cubicBezTo>
                  <a:pt x="4189209" y="3045969"/>
                  <a:pt x="4179311" y="3038545"/>
                  <a:pt x="4179311" y="3026173"/>
                </a:cubicBezTo>
                <a:cubicBezTo>
                  <a:pt x="4179311" y="3013801"/>
                  <a:pt x="4171888" y="2994006"/>
                  <a:pt x="4179311" y="2989057"/>
                </a:cubicBezTo>
                <a:close/>
                <a:moveTo>
                  <a:pt x="1368359" y="2984107"/>
                </a:moveTo>
                <a:cubicBezTo>
                  <a:pt x="1387491" y="2976956"/>
                  <a:pt x="1408929" y="2985517"/>
                  <a:pt x="1417847" y="3003903"/>
                </a:cubicBezTo>
                <a:cubicBezTo>
                  <a:pt x="1430108" y="3017165"/>
                  <a:pt x="1430108" y="3037654"/>
                  <a:pt x="1417847" y="3050917"/>
                </a:cubicBezTo>
                <a:cubicBezTo>
                  <a:pt x="1416385" y="3051758"/>
                  <a:pt x="1414865" y="3052500"/>
                  <a:pt x="1413297" y="3053119"/>
                </a:cubicBezTo>
                <a:cubicBezTo>
                  <a:pt x="1395498" y="3060122"/>
                  <a:pt x="1375379" y="3051387"/>
                  <a:pt x="1368359" y="3033596"/>
                </a:cubicBezTo>
                <a:cubicBezTo>
                  <a:pt x="1368190" y="3033423"/>
                  <a:pt x="1368024" y="3033274"/>
                  <a:pt x="1367859" y="3033101"/>
                </a:cubicBezTo>
                <a:cubicBezTo>
                  <a:pt x="1354469" y="3019442"/>
                  <a:pt x="1354692" y="2997494"/>
                  <a:pt x="1368359" y="2984107"/>
                </a:cubicBezTo>
                <a:close/>
                <a:moveTo>
                  <a:pt x="4558208" y="2983179"/>
                </a:moveTo>
                <a:cubicBezTo>
                  <a:pt x="4564704" y="2985963"/>
                  <a:pt x="4570271" y="2991531"/>
                  <a:pt x="4570271" y="2998954"/>
                </a:cubicBezTo>
                <a:cubicBezTo>
                  <a:pt x="4570271" y="3013800"/>
                  <a:pt x="4570271" y="3041019"/>
                  <a:pt x="4570271" y="3041019"/>
                </a:cubicBezTo>
                <a:cubicBezTo>
                  <a:pt x="4565322" y="3048442"/>
                  <a:pt x="4550475" y="3041019"/>
                  <a:pt x="4540578" y="3026172"/>
                </a:cubicBezTo>
                <a:cubicBezTo>
                  <a:pt x="4533946" y="3012934"/>
                  <a:pt x="4533946" y="2997345"/>
                  <a:pt x="4540578" y="2984107"/>
                </a:cubicBezTo>
                <a:cubicBezTo>
                  <a:pt x="4544290" y="2980396"/>
                  <a:pt x="4551713" y="2980396"/>
                  <a:pt x="4558208" y="2983179"/>
                </a:cubicBezTo>
                <a:close/>
                <a:moveTo>
                  <a:pt x="4701416" y="2969261"/>
                </a:moveTo>
                <a:cubicBezTo>
                  <a:pt x="4701416" y="2969261"/>
                  <a:pt x="4718737" y="2969261"/>
                  <a:pt x="4736058" y="2994005"/>
                </a:cubicBezTo>
                <a:cubicBezTo>
                  <a:pt x="4744421" y="3009446"/>
                  <a:pt x="4744421" y="3028054"/>
                  <a:pt x="4736058" y="3043494"/>
                </a:cubicBezTo>
                <a:cubicBezTo>
                  <a:pt x="4731109" y="3050917"/>
                  <a:pt x="4701416" y="3036071"/>
                  <a:pt x="4701416" y="3018750"/>
                </a:cubicBezTo>
                <a:cubicBezTo>
                  <a:pt x="4701416" y="3001429"/>
                  <a:pt x="4701416" y="2969261"/>
                  <a:pt x="4701416" y="2969261"/>
                </a:cubicBezTo>
                <a:close/>
                <a:moveTo>
                  <a:pt x="1556711" y="2962534"/>
                </a:moveTo>
                <a:cubicBezTo>
                  <a:pt x="1589286" y="2962179"/>
                  <a:pt x="1620543" y="2980315"/>
                  <a:pt x="1635598" y="3011326"/>
                </a:cubicBezTo>
                <a:cubicBezTo>
                  <a:pt x="1636622" y="3012687"/>
                  <a:pt x="1637602" y="3014073"/>
                  <a:pt x="1638537" y="3015508"/>
                </a:cubicBezTo>
                <a:cubicBezTo>
                  <a:pt x="1662537" y="3052055"/>
                  <a:pt x="1652359" y="3101148"/>
                  <a:pt x="1615802" y="3125150"/>
                </a:cubicBezTo>
                <a:cubicBezTo>
                  <a:pt x="1573403" y="3142891"/>
                  <a:pt x="1524525" y="3124432"/>
                  <a:pt x="1504453" y="3083084"/>
                </a:cubicBezTo>
                <a:cubicBezTo>
                  <a:pt x="1503428" y="3081724"/>
                  <a:pt x="1502448" y="3080338"/>
                  <a:pt x="1501513" y="3078903"/>
                </a:cubicBezTo>
                <a:cubicBezTo>
                  <a:pt x="1477514" y="3042355"/>
                  <a:pt x="1487691" y="2993263"/>
                  <a:pt x="1524248" y="2969261"/>
                </a:cubicBezTo>
                <a:cubicBezTo>
                  <a:pt x="1534848" y="2964826"/>
                  <a:pt x="1545853" y="2962653"/>
                  <a:pt x="1556711" y="2962534"/>
                </a:cubicBezTo>
                <a:close/>
                <a:moveTo>
                  <a:pt x="4247667" y="2947300"/>
                </a:moveTo>
                <a:cubicBezTo>
                  <a:pt x="4253544" y="2949466"/>
                  <a:pt x="4258493" y="2954415"/>
                  <a:pt x="4258493" y="2961838"/>
                </a:cubicBezTo>
                <a:cubicBezTo>
                  <a:pt x="4258493" y="2976684"/>
                  <a:pt x="4258493" y="2998954"/>
                  <a:pt x="4258493" y="2998954"/>
                </a:cubicBezTo>
                <a:cubicBezTo>
                  <a:pt x="4251070" y="3003903"/>
                  <a:pt x="4241172" y="2998954"/>
                  <a:pt x="4231274" y="2984108"/>
                </a:cubicBezTo>
                <a:cubicBezTo>
                  <a:pt x="4225089" y="2973393"/>
                  <a:pt x="4225089" y="2960180"/>
                  <a:pt x="4231274" y="2949465"/>
                </a:cubicBezTo>
                <a:cubicBezTo>
                  <a:pt x="4234986" y="2945754"/>
                  <a:pt x="4241790" y="2945135"/>
                  <a:pt x="4247667" y="2947300"/>
                </a:cubicBezTo>
                <a:close/>
                <a:moveTo>
                  <a:pt x="4590066" y="2944517"/>
                </a:moveTo>
                <a:cubicBezTo>
                  <a:pt x="4593778" y="2942043"/>
                  <a:pt x="4600583" y="2942043"/>
                  <a:pt x="4606459" y="2944517"/>
                </a:cubicBezTo>
                <a:cubicBezTo>
                  <a:pt x="4612336" y="2946991"/>
                  <a:pt x="4617285" y="2951940"/>
                  <a:pt x="4617285" y="2959363"/>
                </a:cubicBezTo>
                <a:cubicBezTo>
                  <a:pt x="4617285" y="2974210"/>
                  <a:pt x="4617285" y="2996480"/>
                  <a:pt x="4617285" y="2996480"/>
                </a:cubicBezTo>
                <a:cubicBezTo>
                  <a:pt x="4609861" y="3003903"/>
                  <a:pt x="4590066" y="2984108"/>
                  <a:pt x="4590066" y="2984108"/>
                </a:cubicBezTo>
                <a:cubicBezTo>
                  <a:pt x="4584226" y="2971562"/>
                  <a:pt x="4584226" y="2957062"/>
                  <a:pt x="4590066" y="2944517"/>
                </a:cubicBezTo>
                <a:close/>
                <a:moveTo>
                  <a:pt x="1208743" y="2935293"/>
                </a:moveTo>
                <a:cubicBezTo>
                  <a:pt x="1216578" y="2935295"/>
                  <a:pt x="1224305" y="2936683"/>
                  <a:pt x="1231574" y="2939327"/>
                </a:cubicBezTo>
                <a:cubicBezTo>
                  <a:pt x="1246113" y="2944616"/>
                  <a:pt x="1258823" y="2954935"/>
                  <a:pt x="1266907" y="2969261"/>
                </a:cubicBezTo>
                <a:cubicBezTo>
                  <a:pt x="1282536" y="2993189"/>
                  <a:pt x="1275905" y="3025258"/>
                  <a:pt x="1252072" y="3041020"/>
                </a:cubicBezTo>
                <a:cubicBezTo>
                  <a:pt x="1222961" y="3055891"/>
                  <a:pt x="1187363" y="3047528"/>
                  <a:pt x="1167937" y="3021224"/>
                </a:cubicBezTo>
                <a:cubicBezTo>
                  <a:pt x="1167112" y="3020062"/>
                  <a:pt x="1166328" y="3018849"/>
                  <a:pt x="1165594" y="3017612"/>
                </a:cubicBezTo>
                <a:cubicBezTo>
                  <a:pt x="1149474" y="2990641"/>
                  <a:pt x="1158276" y="2955677"/>
                  <a:pt x="1185260" y="2939568"/>
                </a:cubicBezTo>
                <a:cubicBezTo>
                  <a:pt x="1192964" y="2936673"/>
                  <a:pt x="1200908" y="2935291"/>
                  <a:pt x="1208743" y="2935293"/>
                </a:cubicBezTo>
                <a:close/>
                <a:moveTo>
                  <a:pt x="1009575" y="2912349"/>
                </a:moveTo>
                <a:cubicBezTo>
                  <a:pt x="1034190" y="2903144"/>
                  <a:pt x="1061810" y="2913760"/>
                  <a:pt x="1073910" y="2937093"/>
                </a:cubicBezTo>
                <a:cubicBezTo>
                  <a:pt x="1075458" y="2939172"/>
                  <a:pt x="1076799" y="2941399"/>
                  <a:pt x="1077908" y="2943750"/>
                </a:cubicBezTo>
                <a:cubicBezTo>
                  <a:pt x="1087261" y="2963520"/>
                  <a:pt x="1078826" y="2987126"/>
                  <a:pt x="1059063" y="2996480"/>
                </a:cubicBezTo>
                <a:cubicBezTo>
                  <a:pt x="1055610" y="2998534"/>
                  <a:pt x="1051909" y="3000167"/>
                  <a:pt x="1048047" y="3001280"/>
                </a:cubicBezTo>
                <a:cubicBezTo>
                  <a:pt x="1023115" y="3008530"/>
                  <a:pt x="997027" y="2994203"/>
                  <a:pt x="989779" y="2969261"/>
                </a:cubicBezTo>
                <a:cubicBezTo>
                  <a:pt x="989615" y="2968939"/>
                  <a:pt x="989458" y="2968618"/>
                  <a:pt x="989304" y="2968271"/>
                </a:cubicBezTo>
                <a:cubicBezTo>
                  <a:pt x="979455" y="2947239"/>
                  <a:pt x="988534" y="2922197"/>
                  <a:pt x="1009575" y="2912349"/>
                </a:cubicBezTo>
                <a:close/>
                <a:moveTo>
                  <a:pt x="4483048" y="2912040"/>
                </a:moveTo>
                <a:cubicBezTo>
                  <a:pt x="4487378" y="2914205"/>
                  <a:pt x="4491089" y="2918535"/>
                  <a:pt x="4491089" y="2924721"/>
                </a:cubicBezTo>
                <a:cubicBezTo>
                  <a:pt x="4497275" y="2932739"/>
                  <a:pt x="4497275" y="2943923"/>
                  <a:pt x="4491089" y="2951940"/>
                </a:cubicBezTo>
                <a:cubicBezTo>
                  <a:pt x="4488614" y="2969261"/>
                  <a:pt x="4471294" y="2954415"/>
                  <a:pt x="4471294" y="2942043"/>
                </a:cubicBezTo>
                <a:cubicBezTo>
                  <a:pt x="4471294" y="2929670"/>
                  <a:pt x="4466345" y="2917298"/>
                  <a:pt x="4471294" y="2912349"/>
                </a:cubicBezTo>
                <a:cubicBezTo>
                  <a:pt x="4473769" y="2909875"/>
                  <a:pt x="4478717" y="2909875"/>
                  <a:pt x="4483048" y="2912040"/>
                </a:cubicBezTo>
                <a:close/>
                <a:moveTo>
                  <a:pt x="4632131" y="2899977"/>
                </a:moveTo>
                <a:cubicBezTo>
                  <a:pt x="4639555" y="2892553"/>
                  <a:pt x="4666774" y="2902451"/>
                  <a:pt x="4666774" y="2919772"/>
                </a:cubicBezTo>
                <a:cubicBezTo>
                  <a:pt x="4666774" y="2937093"/>
                  <a:pt x="4666774" y="2969261"/>
                  <a:pt x="4666774" y="2969261"/>
                </a:cubicBezTo>
                <a:cubicBezTo>
                  <a:pt x="4659350" y="2969261"/>
                  <a:pt x="4644504" y="2969261"/>
                  <a:pt x="4632131" y="2949465"/>
                </a:cubicBezTo>
                <a:cubicBezTo>
                  <a:pt x="4622754" y="2934297"/>
                  <a:pt x="4622754" y="2915145"/>
                  <a:pt x="4632131" y="2899977"/>
                </a:cubicBezTo>
                <a:close/>
                <a:moveTo>
                  <a:pt x="842303" y="2892307"/>
                </a:moveTo>
                <a:cubicBezTo>
                  <a:pt x="850322" y="2895424"/>
                  <a:pt x="857183" y="2901512"/>
                  <a:pt x="861108" y="2909875"/>
                </a:cubicBezTo>
                <a:cubicBezTo>
                  <a:pt x="861489" y="2910246"/>
                  <a:pt x="861861" y="2910617"/>
                  <a:pt x="862223" y="2910988"/>
                </a:cubicBezTo>
                <a:cubicBezTo>
                  <a:pt x="872541" y="2921925"/>
                  <a:pt x="872040" y="2939147"/>
                  <a:pt x="861108" y="2949466"/>
                </a:cubicBezTo>
                <a:cubicBezTo>
                  <a:pt x="844621" y="2955726"/>
                  <a:pt x="826003" y="2949515"/>
                  <a:pt x="816565" y="2934619"/>
                </a:cubicBezTo>
                <a:cubicBezTo>
                  <a:pt x="816543" y="2934594"/>
                  <a:pt x="816520" y="2934570"/>
                  <a:pt x="816495" y="2934545"/>
                </a:cubicBezTo>
                <a:cubicBezTo>
                  <a:pt x="804918" y="2922940"/>
                  <a:pt x="804954" y="2904134"/>
                  <a:pt x="816565" y="2892554"/>
                </a:cubicBezTo>
                <a:cubicBezTo>
                  <a:pt x="825113" y="2889040"/>
                  <a:pt x="834286" y="2889189"/>
                  <a:pt x="842303" y="2892307"/>
                </a:cubicBezTo>
                <a:close/>
                <a:moveTo>
                  <a:pt x="4523257" y="2887605"/>
                </a:moveTo>
                <a:cubicBezTo>
                  <a:pt x="4535629" y="2887605"/>
                  <a:pt x="4535629" y="2887605"/>
                  <a:pt x="4535629" y="2887605"/>
                </a:cubicBezTo>
                <a:cubicBezTo>
                  <a:pt x="4536520" y="2893346"/>
                  <a:pt x="4536520" y="2899185"/>
                  <a:pt x="4535629" y="2904926"/>
                </a:cubicBezTo>
                <a:cubicBezTo>
                  <a:pt x="4533154" y="2907400"/>
                  <a:pt x="4523257" y="2902451"/>
                  <a:pt x="4523257" y="2902451"/>
                </a:cubicBezTo>
                <a:close/>
                <a:moveTo>
                  <a:pt x="635931" y="2880181"/>
                </a:moveTo>
                <a:cubicBezTo>
                  <a:pt x="641882" y="2876049"/>
                  <a:pt x="649781" y="2876049"/>
                  <a:pt x="655728" y="2880181"/>
                </a:cubicBezTo>
                <a:cubicBezTo>
                  <a:pt x="659445" y="2885353"/>
                  <a:pt x="659445" y="2892331"/>
                  <a:pt x="655728" y="2897502"/>
                </a:cubicBezTo>
                <a:cubicBezTo>
                  <a:pt x="650090" y="2902550"/>
                  <a:pt x="641570" y="2902550"/>
                  <a:pt x="635931" y="2897502"/>
                </a:cubicBezTo>
                <a:close/>
                <a:moveTo>
                  <a:pt x="4152092" y="2865335"/>
                </a:moveTo>
                <a:cubicBezTo>
                  <a:pt x="4159515" y="2860386"/>
                  <a:pt x="4179311" y="2867810"/>
                  <a:pt x="4179311" y="2880182"/>
                </a:cubicBezTo>
                <a:cubicBezTo>
                  <a:pt x="4179311" y="2892554"/>
                  <a:pt x="4179311" y="2914824"/>
                  <a:pt x="4179311" y="2914824"/>
                </a:cubicBezTo>
                <a:cubicBezTo>
                  <a:pt x="4174362" y="2919773"/>
                  <a:pt x="4161990" y="2914824"/>
                  <a:pt x="4152092" y="2899977"/>
                </a:cubicBezTo>
                <a:cubicBezTo>
                  <a:pt x="4145337" y="2889411"/>
                  <a:pt x="4145337" y="2875901"/>
                  <a:pt x="4152092" y="2865335"/>
                </a:cubicBezTo>
                <a:close/>
                <a:moveTo>
                  <a:pt x="4682238" y="2859768"/>
                </a:moveTo>
                <a:cubicBezTo>
                  <a:pt x="4688424" y="2862861"/>
                  <a:pt x="4695229" y="2869047"/>
                  <a:pt x="4701415" y="2877707"/>
                </a:cubicBezTo>
                <a:cubicBezTo>
                  <a:pt x="4708022" y="2893544"/>
                  <a:pt x="4708022" y="2911360"/>
                  <a:pt x="4701415" y="2927196"/>
                </a:cubicBezTo>
                <a:cubicBezTo>
                  <a:pt x="4701415" y="2934619"/>
                  <a:pt x="4666773" y="2924721"/>
                  <a:pt x="4666773" y="2907400"/>
                </a:cubicBezTo>
                <a:cubicBezTo>
                  <a:pt x="4666773" y="2890080"/>
                  <a:pt x="4659350" y="2867810"/>
                  <a:pt x="4666773" y="2860386"/>
                </a:cubicBezTo>
                <a:cubicBezTo>
                  <a:pt x="4670485" y="2856675"/>
                  <a:pt x="4676052" y="2856675"/>
                  <a:pt x="4682238" y="2859768"/>
                </a:cubicBezTo>
                <a:close/>
                <a:moveTo>
                  <a:pt x="1790720" y="2848469"/>
                </a:moveTo>
                <a:cubicBezTo>
                  <a:pt x="1798713" y="2848520"/>
                  <a:pt x="1806574" y="2850068"/>
                  <a:pt x="1813907" y="2852957"/>
                </a:cubicBezTo>
                <a:cubicBezTo>
                  <a:pt x="1828572" y="2858734"/>
                  <a:pt x="1841126" y="2869875"/>
                  <a:pt x="1848398" y="2885130"/>
                </a:cubicBezTo>
                <a:cubicBezTo>
                  <a:pt x="1848448" y="2885180"/>
                  <a:pt x="1848495" y="2885229"/>
                  <a:pt x="1848544" y="2885278"/>
                </a:cubicBezTo>
                <a:cubicBezTo>
                  <a:pt x="1871695" y="2908514"/>
                  <a:pt x="1871631" y="2946100"/>
                  <a:pt x="1848398" y="2969261"/>
                </a:cubicBezTo>
                <a:cubicBezTo>
                  <a:pt x="1846822" y="2970127"/>
                  <a:pt x="1845211" y="2970943"/>
                  <a:pt x="1843573" y="2971686"/>
                </a:cubicBezTo>
                <a:cubicBezTo>
                  <a:pt x="1808708" y="2987448"/>
                  <a:pt x="1767662" y="2971958"/>
                  <a:pt x="1751895" y="2937093"/>
                </a:cubicBezTo>
                <a:cubicBezTo>
                  <a:pt x="1751492" y="2936549"/>
                  <a:pt x="1751096" y="2935980"/>
                  <a:pt x="1750713" y="2935411"/>
                </a:cubicBezTo>
                <a:cubicBezTo>
                  <a:pt x="1732375" y="2908216"/>
                  <a:pt x="1739550" y="2871298"/>
                  <a:pt x="1766742" y="2852962"/>
                </a:cubicBezTo>
                <a:cubicBezTo>
                  <a:pt x="1774603" y="2849863"/>
                  <a:pt x="1782727" y="2848418"/>
                  <a:pt x="1790720" y="2848469"/>
                </a:cubicBezTo>
                <a:close/>
                <a:moveTo>
                  <a:pt x="1618277" y="2840591"/>
                </a:moveTo>
                <a:cubicBezTo>
                  <a:pt x="1642192" y="2831633"/>
                  <a:pt x="1668988" y="2842372"/>
                  <a:pt x="1680137" y="2865335"/>
                </a:cubicBezTo>
                <a:cubicBezTo>
                  <a:pt x="1680600" y="2865780"/>
                  <a:pt x="1681055" y="2866225"/>
                  <a:pt x="1681498" y="2866696"/>
                </a:cubicBezTo>
                <a:cubicBezTo>
                  <a:pt x="1698513" y="2884462"/>
                  <a:pt x="1697904" y="2912646"/>
                  <a:pt x="1680137" y="2929670"/>
                </a:cubicBezTo>
                <a:cubicBezTo>
                  <a:pt x="1656247" y="2937464"/>
                  <a:pt x="1630201" y="2927047"/>
                  <a:pt x="1618277" y="2904925"/>
                </a:cubicBezTo>
                <a:cubicBezTo>
                  <a:pt x="1617814" y="2904480"/>
                  <a:pt x="1617359" y="2904035"/>
                  <a:pt x="1616916" y="2903565"/>
                </a:cubicBezTo>
                <a:cubicBezTo>
                  <a:pt x="1599902" y="2885798"/>
                  <a:pt x="1600510" y="2857615"/>
                  <a:pt x="1618277" y="2840591"/>
                </a:cubicBezTo>
                <a:close/>
                <a:moveTo>
                  <a:pt x="4225707" y="2831311"/>
                </a:moveTo>
                <a:cubicBezTo>
                  <a:pt x="4230037" y="2831930"/>
                  <a:pt x="4233749" y="2835642"/>
                  <a:pt x="4233749" y="2840591"/>
                </a:cubicBezTo>
                <a:cubicBezTo>
                  <a:pt x="4233749" y="2850488"/>
                  <a:pt x="4233749" y="2867809"/>
                  <a:pt x="4233749" y="2867809"/>
                </a:cubicBezTo>
                <a:cubicBezTo>
                  <a:pt x="4228800" y="2872758"/>
                  <a:pt x="4213954" y="2877707"/>
                  <a:pt x="4213954" y="2867809"/>
                </a:cubicBezTo>
                <a:cubicBezTo>
                  <a:pt x="4213954" y="2857911"/>
                  <a:pt x="4209005" y="2855437"/>
                  <a:pt x="4213954" y="2840591"/>
                </a:cubicBezTo>
                <a:cubicBezTo>
                  <a:pt x="4216428" y="2833168"/>
                  <a:pt x="4221377" y="2830693"/>
                  <a:pt x="4225707" y="2831311"/>
                </a:cubicBezTo>
                <a:close/>
                <a:moveTo>
                  <a:pt x="4576766" y="2822651"/>
                </a:moveTo>
                <a:cubicBezTo>
                  <a:pt x="4583880" y="2825744"/>
                  <a:pt x="4590066" y="2831930"/>
                  <a:pt x="4590066" y="2840591"/>
                </a:cubicBezTo>
                <a:cubicBezTo>
                  <a:pt x="4590066" y="2857911"/>
                  <a:pt x="4590066" y="2885130"/>
                  <a:pt x="4590066" y="2885130"/>
                </a:cubicBezTo>
                <a:cubicBezTo>
                  <a:pt x="4585118" y="2892553"/>
                  <a:pt x="4570271" y="2885130"/>
                  <a:pt x="4557899" y="2867809"/>
                </a:cubicBezTo>
                <a:cubicBezTo>
                  <a:pt x="4551218" y="2853705"/>
                  <a:pt x="4551218" y="2837375"/>
                  <a:pt x="4557899" y="2823269"/>
                </a:cubicBezTo>
                <a:cubicBezTo>
                  <a:pt x="4561611" y="2819558"/>
                  <a:pt x="4569653" y="2819558"/>
                  <a:pt x="4576766" y="2822651"/>
                </a:cubicBezTo>
                <a:close/>
                <a:moveTo>
                  <a:pt x="4283044" y="2796167"/>
                </a:moveTo>
                <a:cubicBezTo>
                  <a:pt x="4283237" y="2796979"/>
                  <a:pt x="4283237" y="2799144"/>
                  <a:pt x="4283237" y="2803474"/>
                </a:cubicBezTo>
                <a:cubicBezTo>
                  <a:pt x="4283237" y="2820795"/>
                  <a:pt x="4283237" y="2820795"/>
                  <a:pt x="4283237" y="2820795"/>
                </a:cubicBezTo>
                <a:cubicBezTo>
                  <a:pt x="4280762" y="2823270"/>
                  <a:pt x="4270865" y="2838117"/>
                  <a:pt x="4270865" y="2820795"/>
                </a:cubicBezTo>
                <a:cubicBezTo>
                  <a:pt x="4270865" y="2803474"/>
                  <a:pt x="4258492" y="2803474"/>
                  <a:pt x="4270865" y="2803474"/>
                </a:cubicBezTo>
                <a:cubicBezTo>
                  <a:pt x="4280144" y="2803474"/>
                  <a:pt x="4282464" y="2793731"/>
                  <a:pt x="4283044" y="2796167"/>
                </a:cubicBezTo>
                <a:close/>
                <a:moveTo>
                  <a:pt x="1299074" y="2793576"/>
                </a:moveTo>
                <a:cubicBezTo>
                  <a:pt x="1312686" y="2789618"/>
                  <a:pt x="1327191" y="2795853"/>
                  <a:pt x="1333716" y="2808424"/>
                </a:cubicBezTo>
                <a:cubicBezTo>
                  <a:pt x="1333949" y="2808645"/>
                  <a:pt x="1334174" y="2808868"/>
                  <a:pt x="1334397" y="2809092"/>
                </a:cubicBezTo>
                <a:cubicBezTo>
                  <a:pt x="1342904" y="2817974"/>
                  <a:pt x="1342600" y="2832078"/>
                  <a:pt x="1333716" y="2840591"/>
                </a:cubicBezTo>
                <a:cubicBezTo>
                  <a:pt x="1323819" y="2848015"/>
                  <a:pt x="1306498" y="2840591"/>
                  <a:pt x="1299074" y="2828219"/>
                </a:cubicBezTo>
                <a:cubicBezTo>
                  <a:pt x="1289645" y="2818594"/>
                  <a:pt x="1289645" y="2803203"/>
                  <a:pt x="1299074" y="2793576"/>
                </a:cubicBezTo>
                <a:close/>
                <a:moveTo>
                  <a:pt x="4441600" y="2788629"/>
                </a:moveTo>
                <a:cubicBezTo>
                  <a:pt x="4449023" y="2783679"/>
                  <a:pt x="4466344" y="2791103"/>
                  <a:pt x="4466344" y="2803475"/>
                </a:cubicBezTo>
                <a:cubicBezTo>
                  <a:pt x="4466344" y="2815847"/>
                  <a:pt x="4466344" y="2835643"/>
                  <a:pt x="4466344" y="2835643"/>
                </a:cubicBezTo>
                <a:cubicBezTo>
                  <a:pt x="4453972" y="2843065"/>
                  <a:pt x="4441600" y="2835643"/>
                  <a:pt x="4441600" y="2823270"/>
                </a:cubicBezTo>
                <a:cubicBezTo>
                  <a:pt x="4441600" y="2810898"/>
                  <a:pt x="4434177" y="2793578"/>
                  <a:pt x="4441600" y="2788629"/>
                </a:cubicBezTo>
                <a:close/>
                <a:moveTo>
                  <a:pt x="4602438" y="2786153"/>
                </a:moveTo>
                <a:cubicBezTo>
                  <a:pt x="4609861" y="2781204"/>
                  <a:pt x="4632131" y="2786153"/>
                  <a:pt x="4632131" y="2803474"/>
                </a:cubicBezTo>
                <a:cubicBezTo>
                  <a:pt x="4632131" y="2820795"/>
                  <a:pt x="4632131" y="2845539"/>
                  <a:pt x="4632131" y="2845539"/>
                </a:cubicBezTo>
                <a:cubicBezTo>
                  <a:pt x="4624708" y="2852962"/>
                  <a:pt x="4602438" y="2843065"/>
                  <a:pt x="4602438" y="2828219"/>
                </a:cubicBezTo>
                <a:cubicBezTo>
                  <a:pt x="4602438" y="2813372"/>
                  <a:pt x="4595015" y="2791103"/>
                  <a:pt x="4602438" y="2786153"/>
                </a:cubicBezTo>
                <a:close/>
                <a:moveTo>
                  <a:pt x="0" y="2773781"/>
                </a:moveTo>
                <a:lnTo>
                  <a:pt x="14847" y="2773781"/>
                </a:lnTo>
                <a:cubicBezTo>
                  <a:pt x="0" y="2776255"/>
                  <a:pt x="0" y="2773781"/>
                  <a:pt x="0" y="2773781"/>
                </a:cubicBezTo>
                <a:close/>
                <a:moveTo>
                  <a:pt x="1475493" y="2770031"/>
                </a:moveTo>
                <a:cubicBezTo>
                  <a:pt x="1508444" y="2769954"/>
                  <a:pt x="1540016" y="2787756"/>
                  <a:pt x="1556416" y="2818321"/>
                </a:cubicBezTo>
                <a:cubicBezTo>
                  <a:pt x="1556839" y="2818940"/>
                  <a:pt x="1557254" y="2819559"/>
                  <a:pt x="1557660" y="2820177"/>
                </a:cubicBezTo>
                <a:cubicBezTo>
                  <a:pt x="1581400" y="2856922"/>
                  <a:pt x="1570871" y="2905941"/>
                  <a:pt x="1534146" y="2929670"/>
                </a:cubicBezTo>
                <a:cubicBezTo>
                  <a:pt x="1491734" y="2944987"/>
                  <a:pt x="1444490" y="2927122"/>
                  <a:pt x="1422796" y="2887605"/>
                </a:cubicBezTo>
                <a:cubicBezTo>
                  <a:pt x="1420255" y="2884537"/>
                  <a:pt x="1417966" y="2881246"/>
                  <a:pt x="1415952" y="2877806"/>
                </a:cubicBezTo>
                <a:cubicBezTo>
                  <a:pt x="1395268" y="2842397"/>
                  <a:pt x="1407195" y="2796942"/>
                  <a:pt x="1442592" y="2776256"/>
                </a:cubicBezTo>
                <a:cubicBezTo>
                  <a:pt x="1453372" y="2772068"/>
                  <a:pt x="1464509" y="2770057"/>
                  <a:pt x="1475493" y="2770031"/>
                </a:cubicBezTo>
                <a:close/>
                <a:moveTo>
                  <a:pt x="4332532" y="2756576"/>
                </a:moveTo>
                <a:cubicBezTo>
                  <a:pt x="4332725" y="2757388"/>
                  <a:pt x="4332725" y="2759553"/>
                  <a:pt x="4332725" y="2763883"/>
                </a:cubicBezTo>
                <a:cubicBezTo>
                  <a:pt x="4332725" y="2781204"/>
                  <a:pt x="4332725" y="2781204"/>
                  <a:pt x="4332725" y="2781204"/>
                </a:cubicBezTo>
                <a:cubicBezTo>
                  <a:pt x="4330251" y="2783679"/>
                  <a:pt x="4320353" y="2778730"/>
                  <a:pt x="4320353" y="2778730"/>
                </a:cubicBezTo>
                <a:lnTo>
                  <a:pt x="4320353" y="2763883"/>
                </a:lnTo>
                <a:cubicBezTo>
                  <a:pt x="4329632" y="2763883"/>
                  <a:pt x="4331952" y="2754140"/>
                  <a:pt x="4332532" y="2756576"/>
                </a:cubicBezTo>
                <a:close/>
                <a:moveTo>
                  <a:pt x="4501605" y="2751202"/>
                </a:moveTo>
                <a:cubicBezTo>
                  <a:pt x="4506554" y="2753368"/>
                  <a:pt x="4510884" y="2757698"/>
                  <a:pt x="4510884" y="2763885"/>
                </a:cubicBezTo>
                <a:cubicBezTo>
                  <a:pt x="4510884" y="2776256"/>
                  <a:pt x="4510884" y="2796051"/>
                  <a:pt x="4510884" y="2796051"/>
                </a:cubicBezTo>
                <a:cubicBezTo>
                  <a:pt x="4505935" y="2801000"/>
                  <a:pt x="4488614" y="2796051"/>
                  <a:pt x="4488614" y="2783679"/>
                </a:cubicBezTo>
                <a:cubicBezTo>
                  <a:pt x="4488614" y="2771308"/>
                  <a:pt x="4483666" y="2756460"/>
                  <a:pt x="4488614" y="2751511"/>
                </a:cubicBezTo>
                <a:cubicBezTo>
                  <a:pt x="4491089" y="2749038"/>
                  <a:pt x="4496656" y="2749038"/>
                  <a:pt x="4501605" y="2751202"/>
                </a:cubicBezTo>
                <a:close/>
                <a:moveTo>
                  <a:pt x="4659969" y="2749656"/>
                </a:moveTo>
                <a:cubicBezTo>
                  <a:pt x="4666155" y="2752130"/>
                  <a:pt x="4671722" y="2757698"/>
                  <a:pt x="4671722" y="2766358"/>
                </a:cubicBezTo>
                <a:cubicBezTo>
                  <a:pt x="4671722" y="2783679"/>
                  <a:pt x="4671722" y="2808424"/>
                  <a:pt x="4671722" y="2808424"/>
                </a:cubicBezTo>
                <a:cubicBezTo>
                  <a:pt x="4666773" y="2813372"/>
                  <a:pt x="4644504" y="2805949"/>
                  <a:pt x="4644504" y="2791103"/>
                </a:cubicBezTo>
                <a:cubicBezTo>
                  <a:pt x="4644504" y="2776256"/>
                  <a:pt x="4639555" y="2758935"/>
                  <a:pt x="4644504" y="2751511"/>
                </a:cubicBezTo>
                <a:cubicBezTo>
                  <a:pt x="4646979" y="2747800"/>
                  <a:pt x="4653783" y="2747181"/>
                  <a:pt x="4659969" y="2749656"/>
                </a:cubicBezTo>
                <a:close/>
                <a:moveTo>
                  <a:pt x="4132297" y="2744088"/>
                </a:moveTo>
                <a:cubicBezTo>
                  <a:pt x="4137245" y="2741613"/>
                  <a:pt x="4152092" y="2746562"/>
                  <a:pt x="4152092" y="2756460"/>
                </a:cubicBezTo>
                <a:cubicBezTo>
                  <a:pt x="4152092" y="2766357"/>
                  <a:pt x="4152092" y="2781204"/>
                  <a:pt x="4152092" y="2781204"/>
                </a:cubicBezTo>
                <a:cubicBezTo>
                  <a:pt x="4147143" y="2786153"/>
                  <a:pt x="4132297" y="2781204"/>
                  <a:pt x="4132297" y="2771306"/>
                </a:cubicBezTo>
                <a:cubicBezTo>
                  <a:pt x="4132297" y="2761409"/>
                  <a:pt x="4127348" y="2746562"/>
                  <a:pt x="4132297" y="2744088"/>
                </a:cubicBezTo>
                <a:close/>
                <a:moveTo>
                  <a:pt x="4535629" y="2729242"/>
                </a:moveTo>
                <a:cubicBezTo>
                  <a:pt x="4538103" y="2729242"/>
                  <a:pt x="4550475" y="2729242"/>
                  <a:pt x="4550475" y="2729242"/>
                </a:cubicBezTo>
                <a:cubicBezTo>
                  <a:pt x="4554905" y="2736887"/>
                  <a:pt x="4554905" y="2746339"/>
                  <a:pt x="4550475" y="2753985"/>
                </a:cubicBezTo>
                <a:cubicBezTo>
                  <a:pt x="4545527" y="2756460"/>
                  <a:pt x="4535629" y="2761409"/>
                  <a:pt x="4535629" y="2751511"/>
                </a:cubicBezTo>
                <a:cubicBezTo>
                  <a:pt x="4535629" y="2741613"/>
                  <a:pt x="4533154" y="2729242"/>
                  <a:pt x="4535629" y="2729242"/>
                </a:cubicBezTo>
                <a:close/>
                <a:moveTo>
                  <a:pt x="1136137" y="2717303"/>
                </a:moveTo>
                <a:cubicBezTo>
                  <a:pt x="1163698" y="2717586"/>
                  <a:pt x="1190050" y="2731852"/>
                  <a:pt x="1205059" y="2756460"/>
                </a:cubicBezTo>
                <a:cubicBezTo>
                  <a:pt x="1206096" y="2757945"/>
                  <a:pt x="1207073" y="2759479"/>
                  <a:pt x="1207979" y="2761062"/>
                </a:cubicBezTo>
                <a:cubicBezTo>
                  <a:pt x="1225035" y="2790658"/>
                  <a:pt x="1214864" y="2828491"/>
                  <a:pt x="1185260" y="2845539"/>
                </a:cubicBezTo>
                <a:cubicBezTo>
                  <a:pt x="1148825" y="2859965"/>
                  <a:pt x="1107284" y="2846455"/>
                  <a:pt x="1086283" y="2813372"/>
                </a:cubicBezTo>
                <a:cubicBezTo>
                  <a:pt x="1085427" y="2812085"/>
                  <a:pt x="1084620" y="2810749"/>
                  <a:pt x="1083857" y="2809388"/>
                </a:cubicBezTo>
                <a:cubicBezTo>
                  <a:pt x="1066494" y="2778384"/>
                  <a:pt x="1077553" y="2739188"/>
                  <a:pt x="1108554" y="2721818"/>
                </a:cubicBezTo>
                <a:cubicBezTo>
                  <a:pt x="1117632" y="2718670"/>
                  <a:pt x="1126951" y="2717210"/>
                  <a:pt x="1136137" y="2717303"/>
                </a:cubicBezTo>
                <a:close/>
                <a:moveTo>
                  <a:pt x="973694" y="2712224"/>
                </a:moveTo>
                <a:cubicBezTo>
                  <a:pt x="983719" y="2712224"/>
                  <a:pt x="993743" y="2715422"/>
                  <a:pt x="1002153" y="2721818"/>
                </a:cubicBezTo>
                <a:cubicBezTo>
                  <a:pt x="1004541" y="2724515"/>
                  <a:pt x="1006551" y="2727534"/>
                  <a:pt x="1008127" y="2730775"/>
                </a:cubicBezTo>
                <a:cubicBezTo>
                  <a:pt x="1017667" y="2750447"/>
                  <a:pt x="1009453" y="2774127"/>
                  <a:pt x="989780" y="2783678"/>
                </a:cubicBezTo>
                <a:cubicBezTo>
                  <a:pt x="969895" y="2793353"/>
                  <a:pt x="946065" y="2789370"/>
                  <a:pt x="930394" y="2773781"/>
                </a:cubicBezTo>
                <a:cubicBezTo>
                  <a:pt x="928932" y="2771727"/>
                  <a:pt x="927700" y="2769501"/>
                  <a:pt x="926722" y="2767174"/>
                </a:cubicBezTo>
                <a:cubicBezTo>
                  <a:pt x="919308" y="2749531"/>
                  <a:pt x="927602" y="2729242"/>
                  <a:pt x="945241" y="2721818"/>
                </a:cubicBezTo>
                <a:cubicBezTo>
                  <a:pt x="953650" y="2715422"/>
                  <a:pt x="963673" y="2712224"/>
                  <a:pt x="973694" y="2712224"/>
                </a:cubicBezTo>
                <a:close/>
                <a:moveTo>
                  <a:pt x="4184260" y="2709446"/>
                </a:moveTo>
                <a:cubicBezTo>
                  <a:pt x="4189209" y="2704497"/>
                  <a:pt x="4206529" y="2721818"/>
                  <a:pt x="4206529" y="2721818"/>
                </a:cubicBezTo>
                <a:cubicBezTo>
                  <a:pt x="4206529" y="2721818"/>
                  <a:pt x="4206529" y="2746563"/>
                  <a:pt x="4206529" y="2746563"/>
                </a:cubicBezTo>
                <a:cubicBezTo>
                  <a:pt x="4206529" y="2751512"/>
                  <a:pt x="4184260" y="2753986"/>
                  <a:pt x="4184260" y="2741614"/>
                </a:cubicBezTo>
                <a:cubicBezTo>
                  <a:pt x="4184260" y="2729243"/>
                  <a:pt x="4179311" y="2714396"/>
                  <a:pt x="4184260" y="2709446"/>
                </a:cubicBezTo>
                <a:close/>
                <a:moveTo>
                  <a:pt x="1709830" y="2689650"/>
                </a:moveTo>
                <a:cubicBezTo>
                  <a:pt x="1730246" y="2683711"/>
                  <a:pt x="1752007" y="2693040"/>
                  <a:pt x="1761793" y="2711920"/>
                </a:cubicBezTo>
                <a:cubicBezTo>
                  <a:pt x="1781588" y="2734190"/>
                  <a:pt x="1776640" y="2763883"/>
                  <a:pt x="1761793" y="2763883"/>
                </a:cubicBezTo>
                <a:cubicBezTo>
                  <a:pt x="1741958" y="2771306"/>
                  <a:pt x="1719698" y="2762820"/>
                  <a:pt x="1709830" y="2744088"/>
                </a:cubicBezTo>
                <a:cubicBezTo>
                  <a:pt x="1709145" y="2743444"/>
                  <a:pt x="1708481" y="2742801"/>
                  <a:pt x="1707845" y="2742108"/>
                </a:cubicBezTo>
                <a:cubicBezTo>
                  <a:pt x="1693910" y="2727063"/>
                  <a:pt x="1694798" y="2703581"/>
                  <a:pt x="1709830" y="2689650"/>
                </a:cubicBezTo>
                <a:close/>
                <a:moveTo>
                  <a:pt x="4585427" y="2659339"/>
                </a:moveTo>
                <a:cubicBezTo>
                  <a:pt x="4591922" y="2662432"/>
                  <a:pt x="4597489" y="2668618"/>
                  <a:pt x="4597489" y="2677278"/>
                </a:cubicBezTo>
                <a:cubicBezTo>
                  <a:pt x="4597489" y="2694599"/>
                  <a:pt x="4597489" y="2721818"/>
                  <a:pt x="4597489" y="2721818"/>
                </a:cubicBezTo>
                <a:cubicBezTo>
                  <a:pt x="4592540" y="2739139"/>
                  <a:pt x="4567796" y="2716869"/>
                  <a:pt x="4567796" y="2702023"/>
                </a:cubicBezTo>
                <a:cubicBezTo>
                  <a:pt x="4567796" y="2687176"/>
                  <a:pt x="4560373" y="2667381"/>
                  <a:pt x="4567796" y="2659957"/>
                </a:cubicBezTo>
                <a:cubicBezTo>
                  <a:pt x="4571508" y="2656246"/>
                  <a:pt x="4578932" y="2656246"/>
                  <a:pt x="4585427" y="2659339"/>
                </a:cubicBezTo>
                <a:close/>
                <a:moveTo>
                  <a:pt x="765627" y="2653950"/>
                </a:moveTo>
                <a:cubicBezTo>
                  <a:pt x="773489" y="2653510"/>
                  <a:pt x="781311" y="2654587"/>
                  <a:pt x="788672" y="2657041"/>
                </a:cubicBezTo>
                <a:cubicBezTo>
                  <a:pt x="803397" y="2661949"/>
                  <a:pt x="816285" y="2672367"/>
                  <a:pt x="823992" y="2687176"/>
                </a:cubicBezTo>
                <a:cubicBezTo>
                  <a:pt x="826179" y="2690047"/>
                  <a:pt x="827987" y="2693189"/>
                  <a:pt x="829374" y="2696530"/>
                </a:cubicBezTo>
                <a:cubicBezTo>
                  <a:pt x="838289" y="2717983"/>
                  <a:pt x="828124" y="2742603"/>
                  <a:pt x="806671" y="2751511"/>
                </a:cubicBezTo>
                <a:cubicBezTo>
                  <a:pt x="780929" y="2757797"/>
                  <a:pt x="754251" y="2745499"/>
                  <a:pt x="742335" y="2721818"/>
                </a:cubicBezTo>
                <a:cubicBezTo>
                  <a:pt x="725678" y="2704572"/>
                  <a:pt x="725678" y="2677205"/>
                  <a:pt x="742335" y="2659958"/>
                </a:cubicBezTo>
                <a:cubicBezTo>
                  <a:pt x="749861" y="2656345"/>
                  <a:pt x="757766" y="2654389"/>
                  <a:pt x="765627" y="2653950"/>
                </a:cubicBezTo>
                <a:close/>
                <a:moveTo>
                  <a:pt x="4463986" y="2644841"/>
                </a:moveTo>
                <a:cubicBezTo>
                  <a:pt x="4466422" y="2644261"/>
                  <a:pt x="4468045" y="2644648"/>
                  <a:pt x="4469128" y="2645421"/>
                </a:cubicBezTo>
                <a:cubicBezTo>
                  <a:pt x="4471293" y="2646967"/>
                  <a:pt x="4471293" y="2650060"/>
                  <a:pt x="4471293" y="2650060"/>
                </a:cubicBezTo>
                <a:cubicBezTo>
                  <a:pt x="4474831" y="2657062"/>
                  <a:pt x="4474831" y="2665327"/>
                  <a:pt x="4471293" y="2672330"/>
                </a:cubicBezTo>
                <a:cubicBezTo>
                  <a:pt x="4466344" y="2677278"/>
                  <a:pt x="4453972" y="2684702"/>
                  <a:pt x="4453972" y="2674805"/>
                </a:cubicBezTo>
                <a:cubicBezTo>
                  <a:pt x="4453972" y="2664906"/>
                  <a:pt x="4436651" y="2662432"/>
                  <a:pt x="4453972" y="2650060"/>
                </a:cubicBezTo>
                <a:cubicBezTo>
                  <a:pt x="4458302" y="2646967"/>
                  <a:pt x="4461550" y="2645421"/>
                  <a:pt x="4463986" y="2644841"/>
                </a:cubicBezTo>
                <a:close/>
                <a:moveTo>
                  <a:pt x="4612143" y="2631424"/>
                </a:moveTo>
                <a:cubicBezTo>
                  <a:pt x="4625018" y="2631193"/>
                  <a:pt x="4644504" y="2641399"/>
                  <a:pt x="4644504" y="2659957"/>
                </a:cubicBezTo>
                <a:cubicBezTo>
                  <a:pt x="4644504" y="2684702"/>
                  <a:pt x="4644504" y="2721818"/>
                  <a:pt x="4644504" y="2721818"/>
                </a:cubicBezTo>
                <a:cubicBezTo>
                  <a:pt x="4634606" y="2721818"/>
                  <a:pt x="4602438" y="2716869"/>
                  <a:pt x="4602438" y="2694599"/>
                </a:cubicBezTo>
                <a:cubicBezTo>
                  <a:pt x="4602438" y="2672329"/>
                  <a:pt x="4595015" y="2645112"/>
                  <a:pt x="4602438" y="2635213"/>
                </a:cubicBezTo>
                <a:cubicBezTo>
                  <a:pt x="4604294" y="2632739"/>
                  <a:pt x="4607851" y="2631502"/>
                  <a:pt x="4612143" y="2631424"/>
                </a:cubicBezTo>
                <a:close/>
                <a:moveTo>
                  <a:pt x="599338" y="2627169"/>
                </a:moveTo>
                <a:cubicBezTo>
                  <a:pt x="610394" y="2631150"/>
                  <a:pt x="620037" y="2639049"/>
                  <a:pt x="626036" y="2650060"/>
                </a:cubicBezTo>
                <a:cubicBezTo>
                  <a:pt x="627122" y="2651668"/>
                  <a:pt x="628084" y="2653351"/>
                  <a:pt x="628907" y="2655083"/>
                </a:cubicBezTo>
                <a:cubicBezTo>
                  <a:pt x="637662" y="2673616"/>
                  <a:pt x="629726" y="2695738"/>
                  <a:pt x="611189" y="2704499"/>
                </a:cubicBezTo>
                <a:cubicBezTo>
                  <a:pt x="587906" y="2711772"/>
                  <a:pt x="562629" y="2702666"/>
                  <a:pt x="549328" y="2682229"/>
                </a:cubicBezTo>
                <a:cubicBezTo>
                  <a:pt x="548243" y="2680620"/>
                  <a:pt x="547279" y="2678938"/>
                  <a:pt x="546454" y="2677205"/>
                </a:cubicBezTo>
                <a:cubicBezTo>
                  <a:pt x="537703" y="2658671"/>
                  <a:pt x="545638" y="2636550"/>
                  <a:pt x="564176" y="2627790"/>
                </a:cubicBezTo>
                <a:cubicBezTo>
                  <a:pt x="575817" y="2623127"/>
                  <a:pt x="588282" y="2623188"/>
                  <a:pt x="599338" y="2627169"/>
                </a:cubicBezTo>
                <a:close/>
                <a:moveTo>
                  <a:pt x="1572126" y="2622680"/>
                </a:moveTo>
                <a:cubicBezTo>
                  <a:pt x="1599905" y="2624639"/>
                  <a:pt x="1625755" y="2639964"/>
                  <a:pt x="1640546" y="2664906"/>
                </a:cubicBezTo>
                <a:cubicBezTo>
                  <a:pt x="1640855" y="2665351"/>
                  <a:pt x="1641157" y="2665772"/>
                  <a:pt x="1641456" y="2666217"/>
                </a:cubicBezTo>
                <a:cubicBezTo>
                  <a:pt x="1662021" y="2696851"/>
                  <a:pt x="1653861" y="2738372"/>
                  <a:pt x="1623225" y="2758935"/>
                </a:cubicBezTo>
                <a:cubicBezTo>
                  <a:pt x="1586324" y="2771108"/>
                  <a:pt x="1545963" y="2755569"/>
                  <a:pt x="1526722" y="2721818"/>
                </a:cubicBezTo>
                <a:cubicBezTo>
                  <a:pt x="1525690" y="2720457"/>
                  <a:pt x="1524713" y="2719046"/>
                  <a:pt x="1523790" y="2717611"/>
                </a:cubicBezTo>
                <a:cubicBezTo>
                  <a:pt x="1503898" y="2686532"/>
                  <a:pt x="1512967" y="2645209"/>
                  <a:pt x="1544043" y="2625316"/>
                </a:cubicBezTo>
                <a:cubicBezTo>
                  <a:pt x="1553393" y="2622860"/>
                  <a:pt x="1562867" y="2622028"/>
                  <a:pt x="1572126" y="2622680"/>
                </a:cubicBezTo>
                <a:close/>
                <a:moveTo>
                  <a:pt x="4112810" y="2612016"/>
                </a:moveTo>
                <a:cubicBezTo>
                  <a:pt x="4119306" y="2614799"/>
                  <a:pt x="4124873" y="2620367"/>
                  <a:pt x="4124873" y="2627790"/>
                </a:cubicBezTo>
                <a:cubicBezTo>
                  <a:pt x="4124873" y="2642637"/>
                  <a:pt x="4124873" y="2664906"/>
                  <a:pt x="4124873" y="2664906"/>
                </a:cubicBezTo>
                <a:cubicBezTo>
                  <a:pt x="4117450" y="2669855"/>
                  <a:pt x="4095180" y="2650060"/>
                  <a:pt x="4095180" y="2650060"/>
                </a:cubicBezTo>
                <a:cubicBezTo>
                  <a:pt x="4088004" y="2638727"/>
                  <a:pt x="4088004" y="2624277"/>
                  <a:pt x="4095180" y="2612943"/>
                </a:cubicBezTo>
                <a:cubicBezTo>
                  <a:pt x="4098892" y="2609232"/>
                  <a:pt x="4106315" y="2609232"/>
                  <a:pt x="4112810" y="2612016"/>
                </a:cubicBezTo>
                <a:close/>
                <a:moveTo>
                  <a:pt x="1252303" y="2607724"/>
                </a:moveTo>
                <a:cubicBezTo>
                  <a:pt x="1254389" y="2607145"/>
                  <a:pt x="1256709" y="2607531"/>
                  <a:pt x="1258873" y="2608304"/>
                </a:cubicBezTo>
                <a:cubicBezTo>
                  <a:pt x="1263196" y="2609850"/>
                  <a:pt x="1266907" y="2612943"/>
                  <a:pt x="1266907" y="2612943"/>
                </a:cubicBezTo>
                <a:cubicBezTo>
                  <a:pt x="1267845" y="2613637"/>
                  <a:pt x="1268679" y="2614478"/>
                  <a:pt x="1269382" y="2615418"/>
                </a:cubicBezTo>
                <a:cubicBezTo>
                  <a:pt x="1273482" y="2620886"/>
                  <a:pt x="1272373" y="2628631"/>
                  <a:pt x="1266907" y="2632739"/>
                </a:cubicBezTo>
                <a:cubicBezTo>
                  <a:pt x="1260655" y="2637118"/>
                  <a:pt x="1252100" y="2636054"/>
                  <a:pt x="1247121" y="2630264"/>
                </a:cubicBezTo>
                <a:lnTo>
                  <a:pt x="1247121" y="2612943"/>
                </a:lnTo>
                <a:cubicBezTo>
                  <a:pt x="1248359" y="2609850"/>
                  <a:pt x="1250215" y="2608304"/>
                  <a:pt x="1252303" y="2607724"/>
                </a:cubicBezTo>
                <a:close/>
                <a:moveTo>
                  <a:pt x="4488614" y="2590674"/>
                </a:moveTo>
                <a:cubicBezTo>
                  <a:pt x="4496038" y="2583251"/>
                  <a:pt x="4520782" y="2595623"/>
                  <a:pt x="4520782" y="2610468"/>
                </a:cubicBezTo>
                <a:cubicBezTo>
                  <a:pt x="4520782" y="2625316"/>
                  <a:pt x="4520782" y="2652534"/>
                  <a:pt x="4520782" y="2652534"/>
                </a:cubicBezTo>
                <a:cubicBezTo>
                  <a:pt x="4513358" y="2659957"/>
                  <a:pt x="4488614" y="2647585"/>
                  <a:pt x="4488614" y="2632739"/>
                </a:cubicBezTo>
                <a:cubicBezTo>
                  <a:pt x="4488614" y="2617892"/>
                  <a:pt x="4481191" y="2598096"/>
                  <a:pt x="4488614" y="2590674"/>
                </a:cubicBezTo>
                <a:close/>
                <a:moveTo>
                  <a:pt x="1418511" y="2586616"/>
                </a:moveTo>
                <a:cubicBezTo>
                  <a:pt x="1446212" y="2587748"/>
                  <a:pt x="1472093" y="2603913"/>
                  <a:pt x="1484657" y="2630266"/>
                </a:cubicBezTo>
                <a:cubicBezTo>
                  <a:pt x="1486602" y="2632937"/>
                  <a:pt x="1488329" y="2635783"/>
                  <a:pt x="1489819" y="2638753"/>
                </a:cubicBezTo>
                <a:cubicBezTo>
                  <a:pt x="1505185" y="2669262"/>
                  <a:pt x="1492902" y="2706452"/>
                  <a:pt x="1462387" y="2721818"/>
                </a:cubicBezTo>
                <a:cubicBezTo>
                  <a:pt x="1426998" y="2731395"/>
                  <a:pt x="1389557" y="2716226"/>
                  <a:pt x="1370833" y="2684702"/>
                </a:cubicBezTo>
                <a:cubicBezTo>
                  <a:pt x="1369361" y="2682698"/>
                  <a:pt x="1368005" y="2680620"/>
                  <a:pt x="1366770" y="2678466"/>
                </a:cubicBezTo>
                <a:cubicBezTo>
                  <a:pt x="1349115" y="2647636"/>
                  <a:pt x="1359795" y="2608342"/>
                  <a:pt x="1390629" y="2590674"/>
                </a:cubicBezTo>
                <a:cubicBezTo>
                  <a:pt x="1399841" y="2587532"/>
                  <a:pt x="1409277" y="2586239"/>
                  <a:pt x="1418511" y="2586616"/>
                </a:cubicBezTo>
                <a:close/>
                <a:moveTo>
                  <a:pt x="363743" y="2583251"/>
                </a:moveTo>
                <a:cubicBezTo>
                  <a:pt x="388312" y="2576099"/>
                  <a:pt x="414635" y="2586219"/>
                  <a:pt x="428078" y="2607995"/>
                </a:cubicBezTo>
                <a:cubicBezTo>
                  <a:pt x="429318" y="2609926"/>
                  <a:pt x="430376" y="2611978"/>
                  <a:pt x="431238" y="2614107"/>
                </a:cubicBezTo>
                <a:cubicBezTo>
                  <a:pt x="438929" y="2633110"/>
                  <a:pt x="429759" y="2654736"/>
                  <a:pt x="410757" y="2662432"/>
                </a:cubicBezTo>
                <a:cubicBezTo>
                  <a:pt x="386758" y="2672057"/>
                  <a:pt x="359341" y="2662556"/>
                  <a:pt x="346422" y="2640163"/>
                </a:cubicBezTo>
                <a:cubicBezTo>
                  <a:pt x="345524" y="2638703"/>
                  <a:pt x="344720" y="2637193"/>
                  <a:pt x="344015" y="2635659"/>
                </a:cubicBezTo>
                <a:cubicBezTo>
                  <a:pt x="334993" y="2615739"/>
                  <a:pt x="343827" y="2592282"/>
                  <a:pt x="363743" y="2583251"/>
                </a:cubicBezTo>
                <a:close/>
                <a:moveTo>
                  <a:pt x="4162609" y="2577992"/>
                </a:moveTo>
                <a:cubicBezTo>
                  <a:pt x="4167557" y="2580157"/>
                  <a:pt x="4171887" y="2584488"/>
                  <a:pt x="4171887" y="2590674"/>
                </a:cubicBezTo>
                <a:cubicBezTo>
                  <a:pt x="4171887" y="2603047"/>
                  <a:pt x="4171887" y="2622841"/>
                  <a:pt x="4171887" y="2622841"/>
                </a:cubicBezTo>
                <a:cubicBezTo>
                  <a:pt x="4166938" y="2627790"/>
                  <a:pt x="4149618" y="2622841"/>
                  <a:pt x="4149618" y="2610469"/>
                </a:cubicBezTo>
                <a:cubicBezTo>
                  <a:pt x="4149618" y="2598098"/>
                  <a:pt x="4144669" y="2583251"/>
                  <a:pt x="4149618" y="2578302"/>
                </a:cubicBezTo>
                <a:cubicBezTo>
                  <a:pt x="4152093" y="2575827"/>
                  <a:pt x="4157660" y="2575827"/>
                  <a:pt x="4162609" y="2577992"/>
                </a:cubicBezTo>
                <a:close/>
                <a:moveTo>
                  <a:pt x="168262" y="2575827"/>
                </a:moveTo>
                <a:lnTo>
                  <a:pt x="185584" y="2575827"/>
                </a:lnTo>
                <a:lnTo>
                  <a:pt x="185584" y="2588200"/>
                </a:lnTo>
                <a:close/>
                <a:moveTo>
                  <a:pt x="4382834" y="2560053"/>
                </a:moveTo>
                <a:cubicBezTo>
                  <a:pt x="4386545" y="2560362"/>
                  <a:pt x="4389638" y="2563455"/>
                  <a:pt x="4389638" y="2568405"/>
                </a:cubicBezTo>
                <a:cubicBezTo>
                  <a:pt x="4389638" y="2578302"/>
                  <a:pt x="4389638" y="2590674"/>
                  <a:pt x="4389638" y="2590674"/>
                </a:cubicBezTo>
                <a:cubicBezTo>
                  <a:pt x="4387163" y="2595623"/>
                  <a:pt x="4372317" y="2590674"/>
                  <a:pt x="4372317" y="2590674"/>
                </a:cubicBezTo>
                <a:cubicBezTo>
                  <a:pt x="4368778" y="2583671"/>
                  <a:pt x="4368778" y="2575408"/>
                  <a:pt x="4372317" y="2568405"/>
                </a:cubicBezTo>
                <a:cubicBezTo>
                  <a:pt x="4374792" y="2562219"/>
                  <a:pt x="4379122" y="2559744"/>
                  <a:pt x="4382834" y="2560053"/>
                </a:cubicBezTo>
                <a:close/>
                <a:moveTo>
                  <a:pt x="4528206" y="2556032"/>
                </a:moveTo>
                <a:cubicBezTo>
                  <a:pt x="4535629" y="2551083"/>
                  <a:pt x="4560373" y="2560980"/>
                  <a:pt x="4560373" y="2575827"/>
                </a:cubicBezTo>
                <a:cubicBezTo>
                  <a:pt x="4560373" y="2590674"/>
                  <a:pt x="4560373" y="2617892"/>
                  <a:pt x="4560373" y="2617892"/>
                </a:cubicBezTo>
                <a:cubicBezTo>
                  <a:pt x="4552950" y="2622841"/>
                  <a:pt x="4540578" y="2615418"/>
                  <a:pt x="4528206" y="2598098"/>
                </a:cubicBezTo>
                <a:cubicBezTo>
                  <a:pt x="4521574" y="2584858"/>
                  <a:pt x="4521574" y="2569271"/>
                  <a:pt x="4528206" y="2556032"/>
                </a:cubicBezTo>
                <a:close/>
                <a:moveTo>
                  <a:pt x="1059064" y="2546134"/>
                </a:moveTo>
                <a:cubicBezTo>
                  <a:pt x="1078168" y="2540096"/>
                  <a:pt x="1098875" y="2548385"/>
                  <a:pt x="1108554" y="2565930"/>
                </a:cubicBezTo>
                <a:cubicBezTo>
                  <a:pt x="1111127" y="2567735"/>
                  <a:pt x="1113364" y="2569988"/>
                  <a:pt x="1115173" y="2572561"/>
                </a:cubicBezTo>
                <a:cubicBezTo>
                  <a:pt x="1123814" y="2584858"/>
                  <a:pt x="1120855" y="2601833"/>
                  <a:pt x="1108554" y="2610469"/>
                </a:cubicBezTo>
                <a:cubicBezTo>
                  <a:pt x="1089422" y="2617620"/>
                  <a:pt x="1067983" y="2609058"/>
                  <a:pt x="1059064" y="2590674"/>
                </a:cubicBezTo>
                <a:cubicBezTo>
                  <a:pt x="1056489" y="2588868"/>
                  <a:pt x="1054250" y="2586616"/>
                  <a:pt x="1052444" y="2584043"/>
                </a:cubicBezTo>
                <a:cubicBezTo>
                  <a:pt x="1043804" y="2571745"/>
                  <a:pt x="1046765" y="2554769"/>
                  <a:pt x="1059064" y="2546134"/>
                </a:cubicBezTo>
                <a:close/>
                <a:moveTo>
                  <a:pt x="4199106" y="2543660"/>
                </a:moveTo>
                <a:cubicBezTo>
                  <a:pt x="4204055" y="2541185"/>
                  <a:pt x="4218902" y="2546134"/>
                  <a:pt x="4218902" y="2556032"/>
                </a:cubicBezTo>
                <a:cubicBezTo>
                  <a:pt x="4218902" y="2565930"/>
                  <a:pt x="4218902" y="2583251"/>
                  <a:pt x="4218902" y="2583251"/>
                </a:cubicBezTo>
                <a:cubicBezTo>
                  <a:pt x="4206530" y="2588200"/>
                  <a:pt x="4199106" y="2570879"/>
                  <a:pt x="4199106" y="2570879"/>
                </a:cubicBezTo>
                <a:cubicBezTo>
                  <a:pt x="4192921" y="2562861"/>
                  <a:pt x="4192921" y="2551677"/>
                  <a:pt x="4199106" y="2543660"/>
                </a:cubicBezTo>
                <a:close/>
                <a:moveTo>
                  <a:pt x="4588520" y="2537473"/>
                </a:moveTo>
                <a:cubicBezTo>
                  <a:pt x="4590066" y="2536855"/>
                  <a:pt x="4590066" y="2539948"/>
                  <a:pt x="4590066" y="2548608"/>
                </a:cubicBezTo>
                <a:cubicBezTo>
                  <a:pt x="4590066" y="2565930"/>
                  <a:pt x="4590066" y="2565930"/>
                  <a:pt x="4590066" y="2565930"/>
                </a:cubicBezTo>
                <a:cubicBezTo>
                  <a:pt x="4585117" y="2570879"/>
                  <a:pt x="4577694" y="2568405"/>
                  <a:pt x="4577694" y="2568405"/>
                </a:cubicBezTo>
                <a:cubicBezTo>
                  <a:pt x="4574155" y="2562268"/>
                  <a:pt x="4574155" y="2554745"/>
                  <a:pt x="4577694" y="2548608"/>
                </a:cubicBezTo>
                <a:cubicBezTo>
                  <a:pt x="4583880" y="2542422"/>
                  <a:pt x="4586973" y="2538092"/>
                  <a:pt x="4588520" y="2537473"/>
                </a:cubicBezTo>
                <a:close/>
                <a:moveTo>
                  <a:pt x="1786538" y="2526339"/>
                </a:moveTo>
                <a:cubicBezTo>
                  <a:pt x="1815073" y="2518519"/>
                  <a:pt x="1845147" y="2532005"/>
                  <a:pt x="1858296" y="2558507"/>
                </a:cubicBezTo>
                <a:cubicBezTo>
                  <a:pt x="1859288" y="2559423"/>
                  <a:pt x="1860243" y="2560362"/>
                  <a:pt x="1861154" y="2561352"/>
                </a:cubicBezTo>
                <a:cubicBezTo>
                  <a:pt x="1878708" y="2580504"/>
                  <a:pt x="1877428" y="2610246"/>
                  <a:pt x="1858296" y="2627790"/>
                </a:cubicBezTo>
                <a:cubicBezTo>
                  <a:pt x="1830370" y="2636006"/>
                  <a:pt x="1800491" y="2623659"/>
                  <a:pt x="1786538" y="2598098"/>
                </a:cubicBezTo>
                <a:cubicBezTo>
                  <a:pt x="1785924" y="2597504"/>
                  <a:pt x="1785325" y="2596909"/>
                  <a:pt x="1784744" y="2596291"/>
                </a:cubicBezTo>
                <a:cubicBezTo>
                  <a:pt x="1765918" y="2576495"/>
                  <a:pt x="1766722" y="2545169"/>
                  <a:pt x="1786538" y="2526339"/>
                </a:cubicBezTo>
                <a:close/>
                <a:moveTo>
                  <a:pt x="4255400" y="2511183"/>
                </a:moveTo>
                <a:cubicBezTo>
                  <a:pt x="4259730" y="2512111"/>
                  <a:pt x="4263441" y="2516441"/>
                  <a:pt x="4263441" y="2521389"/>
                </a:cubicBezTo>
                <a:cubicBezTo>
                  <a:pt x="4263441" y="2531287"/>
                  <a:pt x="4263441" y="2546134"/>
                  <a:pt x="4263441" y="2546134"/>
                </a:cubicBezTo>
                <a:cubicBezTo>
                  <a:pt x="4258492" y="2551083"/>
                  <a:pt x="4243646" y="2560980"/>
                  <a:pt x="4243646" y="2548608"/>
                </a:cubicBezTo>
                <a:cubicBezTo>
                  <a:pt x="4243646" y="2536236"/>
                  <a:pt x="4238697" y="2538710"/>
                  <a:pt x="4243646" y="2521389"/>
                </a:cubicBezTo>
                <a:cubicBezTo>
                  <a:pt x="4246121" y="2512729"/>
                  <a:pt x="4251070" y="2510255"/>
                  <a:pt x="4255400" y="2511183"/>
                </a:cubicBezTo>
                <a:close/>
                <a:moveTo>
                  <a:pt x="890801" y="2499120"/>
                </a:moveTo>
                <a:cubicBezTo>
                  <a:pt x="913358" y="2492192"/>
                  <a:pt x="937745" y="2501346"/>
                  <a:pt x="950189" y="2521389"/>
                </a:cubicBezTo>
                <a:cubicBezTo>
                  <a:pt x="951276" y="2522997"/>
                  <a:pt x="952238" y="2524680"/>
                  <a:pt x="953061" y="2526412"/>
                </a:cubicBezTo>
                <a:cubicBezTo>
                  <a:pt x="961812" y="2544946"/>
                  <a:pt x="953880" y="2567067"/>
                  <a:pt x="935342" y="2575827"/>
                </a:cubicBezTo>
                <a:cubicBezTo>
                  <a:pt x="912204" y="2582311"/>
                  <a:pt x="887652" y="2572065"/>
                  <a:pt x="875956" y="2551082"/>
                </a:cubicBezTo>
                <a:cubicBezTo>
                  <a:pt x="874493" y="2549028"/>
                  <a:pt x="873262" y="2546801"/>
                  <a:pt x="872287" y="2544476"/>
                </a:cubicBezTo>
                <a:cubicBezTo>
                  <a:pt x="864872" y="2526833"/>
                  <a:pt x="873165" y="2506543"/>
                  <a:pt x="890801" y="2499120"/>
                </a:cubicBezTo>
                <a:close/>
                <a:moveTo>
                  <a:pt x="1640547" y="2494172"/>
                </a:moveTo>
                <a:cubicBezTo>
                  <a:pt x="1667139" y="2485412"/>
                  <a:pt x="1696036" y="2498255"/>
                  <a:pt x="1707356" y="2523864"/>
                </a:cubicBezTo>
                <a:cubicBezTo>
                  <a:pt x="1708195" y="2524631"/>
                  <a:pt x="1709004" y="2525447"/>
                  <a:pt x="1709776" y="2526289"/>
                </a:cubicBezTo>
                <a:cubicBezTo>
                  <a:pt x="1725524" y="2543362"/>
                  <a:pt x="1724440" y="2569988"/>
                  <a:pt x="1707356" y="2585724"/>
                </a:cubicBezTo>
                <a:cubicBezTo>
                  <a:pt x="1681409" y="2594830"/>
                  <a:pt x="1652746" y="2583152"/>
                  <a:pt x="1640547" y="2558507"/>
                </a:cubicBezTo>
                <a:cubicBezTo>
                  <a:pt x="1640084" y="2558061"/>
                  <a:pt x="1639629" y="2557615"/>
                  <a:pt x="1639186" y="2557146"/>
                </a:cubicBezTo>
                <a:cubicBezTo>
                  <a:pt x="1622172" y="2539378"/>
                  <a:pt x="1622780" y="2511195"/>
                  <a:pt x="1640547" y="2494172"/>
                </a:cubicBezTo>
                <a:close/>
                <a:moveTo>
                  <a:pt x="4053115" y="2481798"/>
                </a:moveTo>
                <a:cubicBezTo>
                  <a:pt x="4063013" y="2476849"/>
                  <a:pt x="4087757" y="2484273"/>
                  <a:pt x="4087757" y="2501594"/>
                </a:cubicBezTo>
                <a:cubicBezTo>
                  <a:pt x="4087757" y="2518915"/>
                  <a:pt x="4087757" y="2543659"/>
                  <a:pt x="4087757" y="2543659"/>
                </a:cubicBezTo>
                <a:cubicBezTo>
                  <a:pt x="4080334" y="2551082"/>
                  <a:pt x="4053115" y="2543659"/>
                  <a:pt x="4053115" y="2526338"/>
                </a:cubicBezTo>
                <a:cubicBezTo>
                  <a:pt x="4053115" y="2509017"/>
                  <a:pt x="4043217" y="2486748"/>
                  <a:pt x="4053115" y="2481798"/>
                </a:cubicBezTo>
                <a:close/>
                <a:moveTo>
                  <a:pt x="4453973" y="2474376"/>
                </a:moveTo>
                <a:cubicBezTo>
                  <a:pt x="4453973" y="2474376"/>
                  <a:pt x="4481192" y="2476849"/>
                  <a:pt x="4481192" y="2494171"/>
                </a:cubicBezTo>
                <a:cubicBezTo>
                  <a:pt x="4481192" y="2511491"/>
                  <a:pt x="4481192" y="2536236"/>
                  <a:pt x="4481192" y="2536236"/>
                </a:cubicBezTo>
                <a:cubicBezTo>
                  <a:pt x="4473768" y="2543659"/>
                  <a:pt x="4453973" y="2536236"/>
                  <a:pt x="4453973" y="2518915"/>
                </a:cubicBezTo>
                <a:cubicBezTo>
                  <a:pt x="4453973" y="2501595"/>
                  <a:pt x="4453973" y="2474376"/>
                  <a:pt x="4453973" y="2474376"/>
                </a:cubicBezTo>
                <a:close/>
                <a:moveTo>
                  <a:pt x="707691" y="2449631"/>
                </a:moveTo>
                <a:cubicBezTo>
                  <a:pt x="731583" y="2441834"/>
                  <a:pt x="757629" y="2452255"/>
                  <a:pt x="769553" y="2474376"/>
                </a:cubicBezTo>
                <a:cubicBezTo>
                  <a:pt x="772583" y="2477791"/>
                  <a:pt x="774952" y="2481750"/>
                  <a:pt x="776545" y="2486031"/>
                </a:cubicBezTo>
                <a:cubicBezTo>
                  <a:pt x="783697" y="2505231"/>
                  <a:pt x="773918" y="2526610"/>
                  <a:pt x="754706" y="2533761"/>
                </a:cubicBezTo>
                <a:cubicBezTo>
                  <a:pt x="729554" y="2540814"/>
                  <a:pt x="703070" y="2528120"/>
                  <a:pt x="692844" y="2504069"/>
                </a:cubicBezTo>
                <a:cubicBezTo>
                  <a:pt x="691759" y="2502461"/>
                  <a:pt x="690796" y="2500777"/>
                  <a:pt x="689973" y="2499046"/>
                </a:cubicBezTo>
                <a:cubicBezTo>
                  <a:pt x="681219" y="2480513"/>
                  <a:pt x="689152" y="2458380"/>
                  <a:pt x="707691" y="2449631"/>
                </a:cubicBezTo>
                <a:close/>
                <a:moveTo>
                  <a:pt x="4122399" y="2444373"/>
                </a:moveTo>
                <a:cubicBezTo>
                  <a:pt x="4130441" y="2447775"/>
                  <a:pt x="4137245" y="2454580"/>
                  <a:pt x="4137245" y="2464478"/>
                </a:cubicBezTo>
                <a:cubicBezTo>
                  <a:pt x="4137245" y="2484273"/>
                  <a:pt x="4137245" y="2511491"/>
                  <a:pt x="4137245" y="2511491"/>
                </a:cubicBezTo>
                <a:cubicBezTo>
                  <a:pt x="4129822" y="2518915"/>
                  <a:pt x="4100129" y="2506542"/>
                  <a:pt x="4100129" y="2489221"/>
                </a:cubicBezTo>
                <a:cubicBezTo>
                  <a:pt x="4100129" y="2471900"/>
                  <a:pt x="4090231" y="2452105"/>
                  <a:pt x="4100129" y="2444682"/>
                </a:cubicBezTo>
                <a:cubicBezTo>
                  <a:pt x="4105078" y="2440971"/>
                  <a:pt x="4114357" y="2440971"/>
                  <a:pt x="4122399" y="2444373"/>
                </a:cubicBezTo>
                <a:close/>
                <a:moveTo>
                  <a:pt x="4488614" y="2442208"/>
                </a:moveTo>
                <a:cubicBezTo>
                  <a:pt x="4496038" y="2434785"/>
                  <a:pt x="4520782" y="2444682"/>
                  <a:pt x="4520782" y="2462003"/>
                </a:cubicBezTo>
                <a:cubicBezTo>
                  <a:pt x="4520782" y="2479325"/>
                  <a:pt x="4520782" y="2506543"/>
                  <a:pt x="4520782" y="2506543"/>
                </a:cubicBezTo>
                <a:cubicBezTo>
                  <a:pt x="4513358" y="2511492"/>
                  <a:pt x="4488614" y="2506543"/>
                  <a:pt x="4488614" y="2486748"/>
                </a:cubicBezTo>
                <a:cubicBezTo>
                  <a:pt x="4488614" y="2466952"/>
                  <a:pt x="4481191" y="2449631"/>
                  <a:pt x="4488614" y="2442208"/>
                </a:cubicBezTo>
                <a:close/>
                <a:moveTo>
                  <a:pt x="1515118" y="2427979"/>
                </a:moveTo>
                <a:cubicBezTo>
                  <a:pt x="1545401" y="2429130"/>
                  <a:pt x="1573833" y="2446190"/>
                  <a:pt x="1588583" y="2474376"/>
                </a:cubicBezTo>
                <a:cubicBezTo>
                  <a:pt x="1589615" y="2475736"/>
                  <a:pt x="1590592" y="2477146"/>
                  <a:pt x="1591515" y="2478582"/>
                </a:cubicBezTo>
                <a:cubicBezTo>
                  <a:pt x="1611407" y="2509660"/>
                  <a:pt x="1602339" y="2550983"/>
                  <a:pt x="1571262" y="2570877"/>
                </a:cubicBezTo>
                <a:cubicBezTo>
                  <a:pt x="1530964" y="2585353"/>
                  <a:pt x="1486226" y="2567241"/>
                  <a:pt x="1467336" y="2528812"/>
                </a:cubicBezTo>
                <a:cubicBezTo>
                  <a:pt x="1466304" y="2527451"/>
                  <a:pt x="1465327" y="2526041"/>
                  <a:pt x="1464404" y="2524606"/>
                </a:cubicBezTo>
                <a:cubicBezTo>
                  <a:pt x="1444512" y="2493528"/>
                  <a:pt x="1453581" y="2452201"/>
                  <a:pt x="1484657" y="2432309"/>
                </a:cubicBezTo>
                <a:cubicBezTo>
                  <a:pt x="1494724" y="2428980"/>
                  <a:pt x="1505024" y="2427596"/>
                  <a:pt x="1515118" y="2427979"/>
                </a:cubicBezTo>
                <a:close/>
                <a:moveTo>
                  <a:pt x="4386931" y="2411588"/>
                </a:moveTo>
                <a:cubicBezTo>
                  <a:pt x="4387163" y="2412516"/>
                  <a:pt x="4387163" y="2414989"/>
                  <a:pt x="4387163" y="2419939"/>
                </a:cubicBezTo>
                <a:cubicBezTo>
                  <a:pt x="4387163" y="2439733"/>
                  <a:pt x="4387163" y="2439733"/>
                  <a:pt x="4387163" y="2439733"/>
                </a:cubicBezTo>
                <a:cubicBezTo>
                  <a:pt x="4384689" y="2444682"/>
                  <a:pt x="4372317" y="2442208"/>
                  <a:pt x="4372317" y="2442208"/>
                </a:cubicBezTo>
                <a:cubicBezTo>
                  <a:pt x="4368778" y="2435203"/>
                  <a:pt x="4368778" y="2426941"/>
                  <a:pt x="4372317" y="2419939"/>
                </a:cubicBezTo>
                <a:cubicBezTo>
                  <a:pt x="4383452" y="2419939"/>
                  <a:pt x="4386235" y="2408804"/>
                  <a:pt x="4386931" y="2411588"/>
                </a:cubicBezTo>
                <a:close/>
                <a:moveTo>
                  <a:pt x="4525731" y="2410040"/>
                </a:moveTo>
                <a:cubicBezTo>
                  <a:pt x="4533154" y="2402617"/>
                  <a:pt x="4557898" y="2412514"/>
                  <a:pt x="4557898" y="2429836"/>
                </a:cubicBezTo>
                <a:cubicBezTo>
                  <a:pt x="4557898" y="2447157"/>
                  <a:pt x="4557898" y="2474376"/>
                  <a:pt x="4557898" y="2474376"/>
                </a:cubicBezTo>
                <a:cubicBezTo>
                  <a:pt x="4550475" y="2474376"/>
                  <a:pt x="4535629" y="2474376"/>
                  <a:pt x="4525731" y="2454580"/>
                </a:cubicBezTo>
                <a:cubicBezTo>
                  <a:pt x="4517763" y="2440799"/>
                  <a:pt x="4517763" y="2423820"/>
                  <a:pt x="4525731" y="2410040"/>
                </a:cubicBezTo>
                <a:close/>
                <a:moveTo>
                  <a:pt x="4028371" y="2397668"/>
                </a:moveTo>
                <a:lnTo>
                  <a:pt x="4028371" y="2398286"/>
                </a:lnTo>
                <a:cubicBezTo>
                  <a:pt x="4028371" y="2400142"/>
                  <a:pt x="4028371" y="2400142"/>
                  <a:pt x="4028371" y="2400142"/>
                </a:cubicBezTo>
                <a:cubicBezTo>
                  <a:pt x="4025896" y="2402617"/>
                  <a:pt x="4028371" y="2397668"/>
                  <a:pt x="4028371" y="2397668"/>
                </a:cubicBezTo>
                <a:close/>
                <a:moveTo>
                  <a:pt x="1781589" y="2395194"/>
                </a:moveTo>
                <a:lnTo>
                  <a:pt x="1784063" y="2395194"/>
                </a:lnTo>
                <a:lnTo>
                  <a:pt x="1784063" y="2397668"/>
                </a:lnTo>
                <a:close/>
                <a:moveTo>
                  <a:pt x="1362510" y="2386709"/>
                </a:moveTo>
                <a:cubicBezTo>
                  <a:pt x="1393476" y="2388586"/>
                  <a:pt x="1422282" y="2406186"/>
                  <a:pt x="1437643" y="2434785"/>
                </a:cubicBezTo>
                <a:cubicBezTo>
                  <a:pt x="1440880" y="2438595"/>
                  <a:pt x="1443663" y="2442766"/>
                  <a:pt x="1445935" y="2447220"/>
                </a:cubicBezTo>
                <a:cubicBezTo>
                  <a:pt x="1462075" y="2478879"/>
                  <a:pt x="1449500" y="2517628"/>
                  <a:pt x="1417847" y="2533761"/>
                </a:cubicBezTo>
                <a:cubicBezTo>
                  <a:pt x="1375604" y="2546257"/>
                  <a:pt x="1330349" y="2527748"/>
                  <a:pt x="1308973" y="2489221"/>
                </a:cubicBezTo>
                <a:cubicBezTo>
                  <a:pt x="1305625" y="2485139"/>
                  <a:pt x="1302791" y="2480661"/>
                  <a:pt x="1300540" y="2475884"/>
                </a:cubicBezTo>
                <a:cubicBezTo>
                  <a:pt x="1285367" y="2443761"/>
                  <a:pt x="1299115" y="2405417"/>
                  <a:pt x="1331242" y="2390245"/>
                </a:cubicBezTo>
                <a:cubicBezTo>
                  <a:pt x="1341626" y="2387202"/>
                  <a:pt x="1352188" y="2386081"/>
                  <a:pt x="1362510" y="2386709"/>
                </a:cubicBezTo>
                <a:close/>
                <a:moveTo>
                  <a:pt x="4075385" y="2365501"/>
                </a:moveTo>
                <a:lnTo>
                  <a:pt x="4075385" y="2367974"/>
                </a:lnTo>
                <a:cubicBezTo>
                  <a:pt x="4075385" y="2382821"/>
                  <a:pt x="4072910" y="2367974"/>
                  <a:pt x="4075385" y="2365501"/>
                </a:cubicBezTo>
                <a:close/>
                <a:moveTo>
                  <a:pt x="324153" y="2363026"/>
                </a:moveTo>
                <a:cubicBezTo>
                  <a:pt x="348678" y="2356712"/>
                  <a:pt x="374512" y="2366646"/>
                  <a:pt x="388488" y="2387770"/>
                </a:cubicBezTo>
                <a:cubicBezTo>
                  <a:pt x="389727" y="2389702"/>
                  <a:pt x="390783" y="2391749"/>
                  <a:pt x="391648" y="2393877"/>
                </a:cubicBezTo>
                <a:cubicBezTo>
                  <a:pt x="399338" y="2412879"/>
                  <a:pt x="390168" y="2434517"/>
                  <a:pt x="371167" y="2442207"/>
                </a:cubicBezTo>
                <a:cubicBezTo>
                  <a:pt x="346598" y="2449361"/>
                  <a:pt x="320275" y="2439236"/>
                  <a:pt x="306832" y="2417464"/>
                </a:cubicBezTo>
                <a:cubicBezTo>
                  <a:pt x="305592" y="2415531"/>
                  <a:pt x="304535" y="2413484"/>
                  <a:pt x="303672" y="2411356"/>
                </a:cubicBezTo>
                <a:cubicBezTo>
                  <a:pt x="295981" y="2392355"/>
                  <a:pt x="305153" y="2370716"/>
                  <a:pt x="324153" y="2363026"/>
                </a:cubicBezTo>
                <a:close/>
                <a:moveTo>
                  <a:pt x="1203913" y="2343014"/>
                </a:moveTo>
                <a:cubicBezTo>
                  <a:pt x="1232110" y="2345213"/>
                  <a:pt x="1258111" y="2361594"/>
                  <a:pt x="1271856" y="2387770"/>
                </a:cubicBezTo>
                <a:cubicBezTo>
                  <a:pt x="1274454" y="2391044"/>
                  <a:pt x="1276684" y="2394594"/>
                  <a:pt x="1278505" y="2398358"/>
                </a:cubicBezTo>
                <a:cubicBezTo>
                  <a:pt x="1292194" y="2426651"/>
                  <a:pt x="1280353" y="2460686"/>
                  <a:pt x="1252072" y="2474376"/>
                </a:cubicBezTo>
                <a:cubicBezTo>
                  <a:pt x="1214568" y="2486128"/>
                  <a:pt x="1174015" y="2469483"/>
                  <a:pt x="1155566" y="2434785"/>
                </a:cubicBezTo>
                <a:cubicBezTo>
                  <a:pt x="1153369" y="2431939"/>
                  <a:pt x="1151433" y="2428898"/>
                  <a:pt x="1149789" y="2425701"/>
                </a:cubicBezTo>
                <a:cubicBezTo>
                  <a:pt x="1134760" y="2396546"/>
                  <a:pt x="1146211" y="2360732"/>
                  <a:pt x="1175364" y="2345704"/>
                </a:cubicBezTo>
                <a:cubicBezTo>
                  <a:pt x="1184875" y="2343124"/>
                  <a:pt x="1194519" y="2342281"/>
                  <a:pt x="1203913" y="2343014"/>
                </a:cubicBezTo>
                <a:close/>
                <a:moveTo>
                  <a:pt x="1014524" y="2340756"/>
                </a:moveTo>
                <a:cubicBezTo>
                  <a:pt x="1035647" y="2334510"/>
                  <a:pt x="1058274" y="2343767"/>
                  <a:pt x="1068962" y="2363026"/>
                </a:cubicBezTo>
                <a:cubicBezTo>
                  <a:pt x="1070482" y="2364291"/>
                  <a:pt x="1071886" y="2365694"/>
                  <a:pt x="1073150" y="2367216"/>
                </a:cubicBezTo>
                <a:cubicBezTo>
                  <a:pt x="1084503" y="2380882"/>
                  <a:pt x="1082629" y="2401162"/>
                  <a:pt x="1068962" y="2412514"/>
                </a:cubicBezTo>
                <a:cubicBezTo>
                  <a:pt x="1067304" y="2413475"/>
                  <a:pt x="1065589" y="2414330"/>
                  <a:pt x="1063830" y="2415083"/>
                </a:cubicBezTo>
                <a:cubicBezTo>
                  <a:pt x="1039940" y="2425255"/>
                  <a:pt x="1012323" y="2414136"/>
                  <a:pt x="1002153" y="2390245"/>
                </a:cubicBezTo>
                <a:cubicBezTo>
                  <a:pt x="1000415" y="2388054"/>
                  <a:pt x="998972" y="2385648"/>
                  <a:pt x="997856" y="2383084"/>
                </a:cubicBezTo>
                <a:cubicBezTo>
                  <a:pt x="990770" y="2366793"/>
                  <a:pt x="998234" y="2347843"/>
                  <a:pt x="1014524" y="2340756"/>
                </a:cubicBezTo>
                <a:close/>
                <a:moveTo>
                  <a:pt x="4453973" y="2338282"/>
                </a:moveTo>
                <a:cubicBezTo>
                  <a:pt x="4453973" y="2333332"/>
                  <a:pt x="4471294" y="2340756"/>
                  <a:pt x="4471294" y="2353129"/>
                </a:cubicBezTo>
                <a:cubicBezTo>
                  <a:pt x="4471294" y="2365501"/>
                  <a:pt x="4471294" y="2385296"/>
                  <a:pt x="4471294" y="2385296"/>
                </a:cubicBezTo>
                <a:cubicBezTo>
                  <a:pt x="4453973" y="2390245"/>
                  <a:pt x="4453973" y="2382821"/>
                  <a:pt x="4453973" y="2370449"/>
                </a:cubicBezTo>
                <a:cubicBezTo>
                  <a:pt x="4453973" y="2358077"/>
                  <a:pt x="4453973" y="2343230"/>
                  <a:pt x="4453973" y="2338282"/>
                </a:cubicBezTo>
                <a:close/>
                <a:moveTo>
                  <a:pt x="1617095" y="2298493"/>
                </a:moveTo>
                <a:cubicBezTo>
                  <a:pt x="1640402" y="2300035"/>
                  <a:pt x="1661941" y="2313784"/>
                  <a:pt x="1672714" y="2335807"/>
                </a:cubicBezTo>
                <a:cubicBezTo>
                  <a:pt x="1674265" y="2337176"/>
                  <a:pt x="1675728" y="2338638"/>
                  <a:pt x="1677096" y="2340189"/>
                </a:cubicBezTo>
                <a:cubicBezTo>
                  <a:pt x="1695174" y="2360690"/>
                  <a:pt x="1693212" y="2391963"/>
                  <a:pt x="1672714" y="2410040"/>
                </a:cubicBezTo>
                <a:cubicBezTo>
                  <a:pt x="1641338" y="2420582"/>
                  <a:pt x="1607084" y="2405594"/>
                  <a:pt x="1593532" y="2375399"/>
                </a:cubicBezTo>
                <a:cubicBezTo>
                  <a:pt x="1591981" y="2374030"/>
                  <a:pt x="1590518" y="2372568"/>
                  <a:pt x="1589150" y="2371017"/>
                </a:cubicBezTo>
                <a:cubicBezTo>
                  <a:pt x="1571072" y="2350516"/>
                  <a:pt x="1573034" y="2319243"/>
                  <a:pt x="1593532" y="2301165"/>
                </a:cubicBezTo>
                <a:cubicBezTo>
                  <a:pt x="1601361" y="2298821"/>
                  <a:pt x="1609326" y="2297979"/>
                  <a:pt x="1617095" y="2298493"/>
                </a:cubicBezTo>
                <a:close/>
                <a:moveTo>
                  <a:pt x="866353" y="2269036"/>
                </a:moveTo>
                <a:cubicBezTo>
                  <a:pt x="893541" y="2271135"/>
                  <a:pt x="918728" y="2286415"/>
                  <a:pt x="932868" y="2311062"/>
                </a:cubicBezTo>
                <a:cubicBezTo>
                  <a:pt x="936374" y="2315195"/>
                  <a:pt x="939214" y="2319851"/>
                  <a:pt x="941281" y="2324862"/>
                </a:cubicBezTo>
                <a:cubicBezTo>
                  <a:pt x="952230" y="2351392"/>
                  <a:pt x="939602" y="2381773"/>
                  <a:pt x="913073" y="2392719"/>
                </a:cubicBezTo>
                <a:cubicBezTo>
                  <a:pt x="876237" y="2403012"/>
                  <a:pt x="837012" y="2387926"/>
                  <a:pt x="816569" y="2355603"/>
                </a:cubicBezTo>
                <a:cubicBezTo>
                  <a:pt x="813401" y="2351582"/>
                  <a:pt x="810818" y="2347134"/>
                  <a:pt x="808889" y="2342395"/>
                </a:cubicBezTo>
                <a:cubicBezTo>
                  <a:pt x="797573" y="2314539"/>
                  <a:pt x="810985" y="2282787"/>
                  <a:pt x="838838" y="2271471"/>
                </a:cubicBezTo>
                <a:cubicBezTo>
                  <a:pt x="848008" y="2269101"/>
                  <a:pt x="857293" y="2268336"/>
                  <a:pt x="866353" y="2269036"/>
                </a:cubicBezTo>
                <a:close/>
                <a:moveTo>
                  <a:pt x="1462387" y="2261575"/>
                </a:moveTo>
                <a:cubicBezTo>
                  <a:pt x="1492929" y="2253540"/>
                  <a:pt x="1524929" y="2267991"/>
                  <a:pt x="1539095" y="2296217"/>
                </a:cubicBezTo>
                <a:cubicBezTo>
                  <a:pt x="1540030" y="2297501"/>
                  <a:pt x="1540906" y="2298832"/>
                  <a:pt x="1541713" y="2300203"/>
                </a:cubicBezTo>
                <a:cubicBezTo>
                  <a:pt x="1555607" y="2323740"/>
                  <a:pt x="1547785" y="2354085"/>
                  <a:pt x="1524248" y="2367976"/>
                </a:cubicBezTo>
                <a:cubicBezTo>
                  <a:pt x="1493704" y="2376011"/>
                  <a:pt x="1461707" y="2361560"/>
                  <a:pt x="1447541" y="2333333"/>
                </a:cubicBezTo>
                <a:cubicBezTo>
                  <a:pt x="1430220" y="2303640"/>
                  <a:pt x="1435169" y="2261575"/>
                  <a:pt x="1462387" y="2261575"/>
                </a:cubicBezTo>
                <a:close/>
                <a:moveTo>
                  <a:pt x="3963340" y="2236134"/>
                </a:moveTo>
                <a:cubicBezTo>
                  <a:pt x="3970996" y="2235438"/>
                  <a:pt x="3986306" y="2247965"/>
                  <a:pt x="3986306" y="2259100"/>
                </a:cubicBezTo>
                <a:cubicBezTo>
                  <a:pt x="3986306" y="2273946"/>
                  <a:pt x="3986306" y="2296216"/>
                  <a:pt x="3986306" y="2296216"/>
                </a:cubicBezTo>
                <a:cubicBezTo>
                  <a:pt x="3978882" y="2301165"/>
                  <a:pt x="3959087" y="2296216"/>
                  <a:pt x="3959087" y="2278895"/>
                </a:cubicBezTo>
                <a:cubicBezTo>
                  <a:pt x="3959087" y="2261574"/>
                  <a:pt x="3959087" y="2256626"/>
                  <a:pt x="3959087" y="2241779"/>
                </a:cubicBezTo>
                <a:cubicBezTo>
                  <a:pt x="3959087" y="2238068"/>
                  <a:pt x="3960788" y="2236366"/>
                  <a:pt x="3963340" y="2236134"/>
                </a:cubicBezTo>
                <a:close/>
                <a:moveTo>
                  <a:pt x="4398569" y="2226817"/>
                </a:moveTo>
                <a:cubicBezTo>
                  <a:pt x="4410052" y="2226932"/>
                  <a:pt x="4426754" y="2228788"/>
                  <a:pt x="4426754" y="2241779"/>
                </a:cubicBezTo>
                <a:cubicBezTo>
                  <a:pt x="4426754" y="2259100"/>
                  <a:pt x="4426754" y="2283844"/>
                  <a:pt x="4426754" y="2283844"/>
                </a:cubicBezTo>
                <a:cubicBezTo>
                  <a:pt x="4419331" y="2288793"/>
                  <a:pt x="4389637" y="2283844"/>
                  <a:pt x="4389637" y="2266524"/>
                </a:cubicBezTo>
                <a:cubicBezTo>
                  <a:pt x="4389637" y="2249203"/>
                  <a:pt x="4382214" y="2226932"/>
                  <a:pt x="4389637" y="2226932"/>
                </a:cubicBezTo>
                <a:cubicBezTo>
                  <a:pt x="4391493" y="2226932"/>
                  <a:pt x="4394741" y="2226778"/>
                  <a:pt x="4398569" y="2226817"/>
                </a:cubicBezTo>
                <a:close/>
                <a:moveTo>
                  <a:pt x="4013757" y="2223144"/>
                </a:moveTo>
                <a:cubicBezTo>
                  <a:pt x="4020020" y="2221056"/>
                  <a:pt x="4028371" y="2229407"/>
                  <a:pt x="4028371" y="2229407"/>
                </a:cubicBezTo>
                <a:cubicBezTo>
                  <a:pt x="4034557" y="2237424"/>
                  <a:pt x="4034557" y="2248609"/>
                  <a:pt x="4028371" y="2256626"/>
                </a:cubicBezTo>
                <a:cubicBezTo>
                  <a:pt x="4023422" y="2259100"/>
                  <a:pt x="4008576" y="2264048"/>
                  <a:pt x="4008576" y="2254151"/>
                </a:cubicBezTo>
                <a:cubicBezTo>
                  <a:pt x="4008576" y="2244254"/>
                  <a:pt x="4003627" y="2244254"/>
                  <a:pt x="4008576" y="2229407"/>
                </a:cubicBezTo>
                <a:cubicBezTo>
                  <a:pt x="4009813" y="2225696"/>
                  <a:pt x="4011669" y="2223840"/>
                  <a:pt x="4013757" y="2223144"/>
                </a:cubicBezTo>
                <a:close/>
                <a:moveTo>
                  <a:pt x="690971" y="2221548"/>
                </a:moveTo>
                <a:cubicBezTo>
                  <a:pt x="721304" y="2221492"/>
                  <a:pt x="750474" y="2236985"/>
                  <a:pt x="767080" y="2264048"/>
                </a:cubicBezTo>
                <a:cubicBezTo>
                  <a:pt x="770405" y="2268418"/>
                  <a:pt x="773051" y="2273268"/>
                  <a:pt x="774923" y="2278430"/>
                </a:cubicBezTo>
                <a:cubicBezTo>
                  <a:pt x="785186" y="2306690"/>
                  <a:pt x="770595" y="2337919"/>
                  <a:pt x="742335" y="2348179"/>
                </a:cubicBezTo>
                <a:cubicBezTo>
                  <a:pt x="702568" y="2363728"/>
                  <a:pt x="657403" y="2347975"/>
                  <a:pt x="635934" y="2311063"/>
                </a:cubicBezTo>
                <a:cubicBezTo>
                  <a:pt x="633936" y="2308101"/>
                  <a:pt x="632219" y="2304956"/>
                  <a:pt x="630811" y="2301670"/>
                </a:cubicBezTo>
                <a:cubicBezTo>
                  <a:pt x="618421" y="2272786"/>
                  <a:pt x="631792" y="2239324"/>
                  <a:pt x="660679" y="2226932"/>
                </a:cubicBezTo>
                <a:cubicBezTo>
                  <a:pt x="670627" y="2223312"/>
                  <a:pt x="680863" y="2221566"/>
                  <a:pt x="690971" y="2221548"/>
                </a:cubicBezTo>
                <a:close/>
                <a:moveTo>
                  <a:pt x="1331894" y="2205139"/>
                </a:moveTo>
                <a:cubicBezTo>
                  <a:pt x="1359340" y="2207772"/>
                  <a:pt x="1384483" y="2223843"/>
                  <a:pt x="1398053" y="2249203"/>
                </a:cubicBezTo>
                <a:cubicBezTo>
                  <a:pt x="1399310" y="2250886"/>
                  <a:pt x="1400475" y="2252635"/>
                  <a:pt x="1401547" y="2254444"/>
                </a:cubicBezTo>
                <a:cubicBezTo>
                  <a:pt x="1418266" y="2282659"/>
                  <a:pt x="1408947" y="2319088"/>
                  <a:pt x="1380732" y="2335807"/>
                </a:cubicBezTo>
                <a:cubicBezTo>
                  <a:pt x="1342613" y="2347160"/>
                  <a:pt x="1301859" y="2329396"/>
                  <a:pt x="1284229" y="2293742"/>
                </a:cubicBezTo>
                <a:cubicBezTo>
                  <a:pt x="1281631" y="2290469"/>
                  <a:pt x="1279401" y="2286918"/>
                  <a:pt x="1277580" y="2283154"/>
                </a:cubicBezTo>
                <a:cubicBezTo>
                  <a:pt x="1263892" y="2254862"/>
                  <a:pt x="1275729" y="2220826"/>
                  <a:pt x="1304024" y="2207137"/>
                </a:cubicBezTo>
                <a:cubicBezTo>
                  <a:pt x="1313341" y="2204876"/>
                  <a:pt x="1322746" y="2204261"/>
                  <a:pt x="1331894" y="2205139"/>
                </a:cubicBezTo>
                <a:close/>
                <a:moveTo>
                  <a:pt x="1158044" y="2199714"/>
                </a:moveTo>
                <a:cubicBezTo>
                  <a:pt x="1174371" y="2195210"/>
                  <a:pt x="1191681" y="2202339"/>
                  <a:pt x="1200105" y="2217035"/>
                </a:cubicBezTo>
                <a:cubicBezTo>
                  <a:pt x="1200880" y="2217718"/>
                  <a:pt x="1201615" y="2218450"/>
                  <a:pt x="1202297" y="2219228"/>
                </a:cubicBezTo>
                <a:cubicBezTo>
                  <a:pt x="1211337" y="2229476"/>
                  <a:pt x="1210357" y="2245113"/>
                  <a:pt x="1200105" y="2254151"/>
                </a:cubicBezTo>
                <a:cubicBezTo>
                  <a:pt x="1183727" y="2259684"/>
                  <a:pt x="1165776" y="2252290"/>
                  <a:pt x="1158044" y="2236831"/>
                </a:cubicBezTo>
                <a:cubicBezTo>
                  <a:pt x="1140722" y="2221983"/>
                  <a:pt x="1143195" y="2199714"/>
                  <a:pt x="1158044" y="2199714"/>
                </a:cubicBezTo>
                <a:close/>
                <a:moveTo>
                  <a:pt x="1734065" y="2193924"/>
                </a:moveTo>
                <a:cubicBezTo>
                  <a:pt x="1748105" y="2188549"/>
                  <a:pt x="1763842" y="2195571"/>
                  <a:pt x="1769216" y="2209612"/>
                </a:cubicBezTo>
                <a:cubicBezTo>
                  <a:pt x="1770968" y="2210869"/>
                  <a:pt x="1772502" y="2212403"/>
                  <a:pt x="1773760" y="2214155"/>
                </a:cubicBezTo>
                <a:cubicBezTo>
                  <a:pt x="1780134" y="2223038"/>
                  <a:pt x="1778100" y="2235406"/>
                  <a:pt x="1769216" y="2241779"/>
                </a:cubicBezTo>
                <a:cubicBezTo>
                  <a:pt x="1768573" y="2242086"/>
                  <a:pt x="1767917" y="2242368"/>
                  <a:pt x="1767252" y="2242624"/>
                </a:cubicBezTo>
                <a:cubicBezTo>
                  <a:pt x="1753212" y="2247996"/>
                  <a:pt x="1737474" y="2240972"/>
                  <a:pt x="1732100" y="2226932"/>
                </a:cubicBezTo>
                <a:cubicBezTo>
                  <a:pt x="1732100" y="2212086"/>
                  <a:pt x="1732100" y="2194766"/>
                  <a:pt x="1732100" y="2194766"/>
                </a:cubicBezTo>
                <a:cubicBezTo>
                  <a:pt x="1732743" y="2194458"/>
                  <a:pt x="1733399" y="2194178"/>
                  <a:pt x="1734065" y="2193924"/>
                </a:cubicBezTo>
                <a:close/>
                <a:moveTo>
                  <a:pt x="506679" y="2181988"/>
                </a:moveTo>
                <a:cubicBezTo>
                  <a:pt x="535459" y="2184050"/>
                  <a:pt x="562120" y="2200465"/>
                  <a:pt x="576545" y="2226932"/>
                </a:cubicBezTo>
                <a:cubicBezTo>
                  <a:pt x="576822" y="2227464"/>
                  <a:pt x="577090" y="2228001"/>
                  <a:pt x="577350" y="2228544"/>
                </a:cubicBezTo>
                <a:cubicBezTo>
                  <a:pt x="590352" y="2255654"/>
                  <a:pt x="578910" y="2288167"/>
                  <a:pt x="551802" y="2301165"/>
                </a:cubicBezTo>
                <a:cubicBezTo>
                  <a:pt x="514608" y="2314938"/>
                  <a:pt x="472812" y="2301685"/>
                  <a:pt x="450349" y="2268997"/>
                </a:cubicBezTo>
                <a:cubicBezTo>
                  <a:pt x="445116" y="2262843"/>
                  <a:pt x="441391" y="2255551"/>
                  <a:pt x="439467" y="2247705"/>
                </a:cubicBezTo>
                <a:cubicBezTo>
                  <a:pt x="432635" y="2219830"/>
                  <a:pt x="449696" y="2191696"/>
                  <a:pt x="477567" y="2184868"/>
                </a:cubicBezTo>
                <a:cubicBezTo>
                  <a:pt x="487258" y="2182206"/>
                  <a:pt x="497085" y="2181300"/>
                  <a:pt x="506679" y="2181988"/>
                </a:cubicBezTo>
                <a:close/>
                <a:moveTo>
                  <a:pt x="994729" y="2152700"/>
                </a:moveTo>
                <a:cubicBezTo>
                  <a:pt x="1012362" y="2148295"/>
                  <a:pt x="1030724" y="2156457"/>
                  <a:pt x="1039271" y="2172496"/>
                </a:cubicBezTo>
                <a:cubicBezTo>
                  <a:pt x="1040044" y="2173178"/>
                  <a:pt x="1040775" y="2173911"/>
                  <a:pt x="1041459" y="2174688"/>
                </a:cubicBezTo>
                <a:cubicBezTo>
                  <a:pt x="1050502" y="2184937"/>
                  <a:pt x="1049520" y="2200573"/>
                  <a:pt x="1039271" y="2209611"/>
                </a:cubicBezTo>
                <a:cubicBezTo>
                  <a:pt x="1022266" y="2213650"/>
                  <a:pt x="1004537" y="2206757"/>
                  <a:pt x="994729" y="2192291"/>
                </a:cubicBezTo>
                <a:cubicBezTo>
                  <a:pt x="974935" y="2174970"/>
                  <a:pt x="979884" y="2152700"/>
                  <a:pt x="994729" y="2152700"/>
                </a:cubicBezTo>
                <a:close/>
                <a:moveTo>
                  <a:pt x="4342623" y="2115582"/>
                </a:moveTo>
                <a:cubicBezTo>
                  <a:pt x="4350047" y="2110633"/>
                  <a:pt x="4372316" y="2123006"/>
                  <a:pt x="4372316" y="2135379"/>
                </a:cubicBezTo>
                <a:cubicBezTo>
                  <a:pt x="4372316" y="2147751"/>
                  <a:pt x="4372316" y="2170021"/>
                  <a:pt x="4372316" y="2170021"/>
                </a:cubicBezTo>
                <a:cubicBezTo>
                  <a:pt x="4367367" y="2174970"/>
                  <a:pt x="4342623" y="2167545"/>
                  <a:pt x="4342623" y="2152700"/>
                </a:cubicBezTo>
                <a:cubicBezTo>
                  <a:pt x="4342623" y="2137852"/>
                  <a:pt x="4335200" y="2120531"/>
                  <a:pt x="4342623" y="2115582"/>
                </a:cubicBezTo>
                <a:close/>
                <a:moveTo>
                  <a:pt x="1604755" y="2107291"/>
                </a:moveTo>
                <a:cubicBezTo>
                  <a:pt x="1632752" y="2110849"/>
                  <a:pt x="1658183" y="2127267"/>
                  <a:pt x="1672714" y="2152700"/>
                </a:cubicBezTo>
                <a:cubicBezTo>
                  <a:pt x="1694984" y="2189816"/>
                  <a:pt x="1687561" y="2229407"/>
                  <a:pt x="1657867" y="2241779"/>
                </a:cubicBezTo>
                <a:cubicBezTo>
                  <a:pt x="1618596" y="2251066"/>
                  <a:pt x="1577985" y="2232792"/>
                  <a:pt x="1558890" y="2197239"/>
                </a:cubicBezTo>
                <a:cubicBezTo>
                  <a:pt x="1556799" y="2194641"/>
                  <a:pt x="1554934" y="2191873"/>
                  <a:pt x="1553308" y="2188962"/>
                </a:cubicBezTo>
                <a:cubicBezTo>
                  <a:pt x="1537321" y="2160324"/>
                  <a:pt x="1547575" y="2124147"/>
                  <a:pt x="1576211" y="2108160"/>
                </a:cubicBezTo>
                <a:cubicBezTo>
                  <a:pt x="1585805" y="2106347"/>
                  <a:pt x="1595423" y="2106104"/>
                  <a:pt x="1604755" y="2107291"/>
                </a:cubicBezTo>
                <a:close/>
                <a:moveTo>
                  <a:pt x="847353" y="2074141"/>
                </a:moveTo>
                <a:cubicBezTo>
                  <a:pt x="872776" y="2076657"/>
                  <a:pt x="895982" y="2091818"/>
                  <a:pt x="908124" y="2115583"/>
                </a:cubicBezTo>
                <a:cubicBezTo>
                  <a:pt x="911563" y="2119705"/>
                  <a:pt x="914274" y="2124384"/>
                  <a:pt x="916135" y="2129422"/>
                </a:cubicBezTo>
                <a:cubicBezTo>
                  <a:pt x="925135" y="2153779"/>
                  <a:pt x="912684" y="2180816"/>
                  <a:pt x="888327" y="2189816"/>
                </a:cubicBezTo>
                <a:cubicBezTo>
                  <a:pt x="853595" y="2200010"/>
                  <a:pt x="816465" y="2184541"/>
                  <a:pt x="799248" y="2152700"/>
                </a:cubicBezTo>
                <a:cubicBezTo>
                  <a:pt x="796147" y="2148676"/>
                  <a:pt x="793687" y="2144199"/>
                  <a:pt x="791950" y="2139426"/>
                </a:cubicBezTo>
                <a:cubicBezTo>
                  <a:pt x="782599" y="2113744"/>
                  <a:pt x="795837" y="2085343"/>
                  <a:pt x="821518" y="2075993"/>
                </a:cubicBezTo>
                <a:cubicBezTo>
                  <a:pt x="830157" y="2073871"/>
                  <a:pt x="838878" y="2073303"/>
                  <a:pt x="847353" y="2074141"/>
                </a:cubicBezTo>
                <a:close/>
                <a:moveTo>
                  <a:pt x="1462147" y="2062987"/>
                </a:moveTo>
                <a:cubicBezTo>
                  <a:pt x="1490989" y="2066939"/>
                  <a:pt x="1517040" y="2084188"/>
                  <a:pt x="1531671" y="2110634"/>
                </a:cubicBezTo>
                <a:cubicBezTo>
                  <a:pt x="1553941" y="2147751"/>
                  <a:pt x="1546518" y="2187341"/>
                  <a:pt x="1514350" y="2199713"/>
                </a:cubicBezTo>
                <a:cubicBezTo>
                  <a:pt x="1474369" y="2209337"/>
                  <a:pt x="1432875" y="2191119"/>
                  <a:pt x="1412899" y="2155173"/>
                </a:cubicBezTo>
                <a:cubicBezTo>
                  <a:pt x="1411075" y="2152753"/>
                  <a:pt x="1409430" y="2150203"/>
                  <a:pt x="1407980" y="2147540"/>
                </a:cubicBezTo>
                <a:cubicBezTo>
                  <a:pt x="1391631" y="2117542"/>
                  <a:pt x="1402694" y="2079969"/>
                  <a:pt x="1432694" y="2063619"/>
                </a:cubicBezTo>
                <a:cubicBezTo>
                  <a:pt x="1442609" y="2061830"/>
                  <a:pt x="1452533" y="2061670"/>
                  <a:pt x="1462147" y="2062987"/>
                </a:cubicBezTo>
                <a:close/>
                <a:moveTo>
                  <a:pt x="658204" y="2046299"/>
                </a:moveTo>
                <a:cubicBezTo>
                  <a:pt x="681659" y="2042691"/>
                  <a:pt x="705009" y="2053393"/>
                  <a:pt x="717590" y="2073519"/>
                </a:cubicBezTo>
                <a:cubicBezTo>
                  <a:pt x="719995" y="2076530"/>
                  <a:pt x="721792" y="2079982"/>
                  <a:pt x="722873" y="2083681"/>
                </a:cubicBezTo>
                <a:cubicBezTo>
                  <a:pt x="727493" y="2099416"/>
                  <a:pt x="718477" y="2115915"/>
                  <a:pt x="702744" y="2120532"/>
                </a:cubicBezTo>
                <a:cubicBezTo>
                  <a:pt x="679607" y="2127003"/>
                  <a:pt x="655054" y="2116771"/>
                  <a:pt x="643358" y="2095789"/>
                </a:cubicBezTo>
                <a:cubicBezTo>
                  <a:pt x="641467" y="2093257"/>
                  <a:pt x="639962" y="2090458"/>
                  <a:pt x="638885" y="2087487"/>
                </a:cubicBezTo>
                <a:cubicBezTo>
                  <a:pt x="632849" y="2070779"/>
                  <a:pt x="641497" y="2052339"/>
                  <a:pt x="658204" y="2046299"/>
                </a:cubicBezTo>
                <a:close/>
                <a:moveTo>
                  <a:pt x="4251069" y="2036401"/>
                </a:moveTo>
                <a:cubicBezTo>
                  <a:pt x="4258492" y="2031452"/>
                  <a:pt x="4280762" y="2038875"/>
                  <a:pt x="4280762" y="2053722"/>
                </a:cubicBezTo>
                <a:cubicBezTo>
                  <a:pt x="4280762" y="2068568"/>
                  <a:pt x="4280762" y="2088364"/>
                  <a:pt x="4280762" y="2088364"/>
                </a:cubicBezTo>
                <a:cubicBezTo>
                  <a:pt x="4275814" y="2093313"/>
                  <a:pt x="4251069" y="2085891"/>
                  <a:pt x="4251069" y="2071043"/>
                </a:cubicBezTo>
                <a:cubicBezTo>
                  <a:pt x="4251069" y="2056197"/>
                  <a:pt x="4243646" y="2041350"/>
                  <a:pt x="4251069" y="2036401"/>
                </a:cubicBezTo>
                <a:close/>
                <a:moveTo>
                  <a:pt x="1314628" y="2016860"/>
                </a:moveTo>
                <a:cubicBezTo>
                  <a:pt x="1344534" y="2019845"/>
                  <a:pt x="1371771" y="2037904"/>
                  <a:pt x="1385680" y="2066094"/>
                </a:cubicBezTo>
                <a:cubicBezTo>
                  <a:pt x="1407949" y="2103210"/>
                  <a:pt x="1400526" y="2142801"/>
                  <a:pt x="1365884" y="2155173"/>
                </a:cubicBezTo>
                <a:cubicBezTo>
                  <a:pt x="1325187" y="2165142"/>
                  <a:pt x="1282808" y="2146977"/>
                  <a:pt x="1261958" y="2110634"/>
                </a:cubicBezTo>
                <a:cubicBezTo>
                  <a:pt x="1239699" y="2071043"/>
                  <a:pt x="1249593" y="2031452"/>
                  <a:pt x="1284228" y="2019080"/>
                </a:cubicBezTo>
                <a:cubicBezTo>
                  <a:pt x="1294395" y="2016543"/>
                  <a:pt x="1304660" y="2015864"/>
                  <a:pt x="1314628" y="2016860"/>
                </a:cubicBezTo>
                <a:close/>
                <a:moveTo>
                  <a:pt x="480043" y="1996811"/>
                </a:moveTo>
                <a:cubicBezTo>
                  <a:pt x="502318" y="1992380"/>
                  <a:pt x="525005" y="2002242"/>
                  <a:pt x="536956" y="2021555"/>
                </a:cubicBezTo>
                <a:cubicBezTo>
                  <a:pt x="546852" y="2041350"/>
                  <a:pt x="541903" y="2068569"/>
                  <a:pt x="522109" y="2068569"/>
                </a:cubicBezTo>
                <a:cubicBezTo>
                  <a:pt x="499755" y="2073798"/>
                  <a:pt x="476620" y="2063739"/>
                  <a:pt x="465198" y="2043825"/>
                </a:cubicBezTo>
                <a:cubicBezTo>
                  <a:pt x="462791" y="2040813"/>
                  <a:pt x="460998" y="2037361"/>
                  <a:pt x="459913" y="2033662"/>
                </a:cubicBezTo>
                <a:cubicBezTo>
                  <a:pt x="455294" y="2017927"/>
                  <a:pt x="464308" y="2001429"/>
                  <a:pt x="480043" y="1996811"/>
                </a:cubicBezTo>
                <a:close/>
                <a:moveTo>
                  <a:pt x="1143195" y="1991862"/>
                </a:moveTo>
                <a:cubicBezTo>
                  <a:pt x="1171645" y="1985017"/>
                  <a:pt x="1201136" y="1998235"/>
                  <a:pt x="1214953" y="2024029"/>
                </a:cubicBezTo>
                <a:cubicBezTo>
                  <a:pt x="1218047" y="2027476"/>
                  <a:pt x="1220547" y="2031407"/>
                  <a:pt x="1222359" y="2035669"/>
                </a:cubicBezTo>
                <a:cubicBezTo>
                  <a:pt x="1231451" y="2057049"/>
                  <a:pt x="1221486" y="2081751"/>
                  <a:pt x="1200105" y="2090838"/>
                </a:cubicBezTo>
                <a:cubicBezTo>
                  <a:pt x="1170553" y="2095937"/>
                  <a:pt x="1140948" y="2082121"/>
                  <a:pt x="1125874" y="2056197"/>
                </a:cubicBezTo>
                <a:cubicBezTo>
                  <a:pt x="1108554" y="2028979"/>
                  <a:pt x="1115977" y="1991862"/>
                  <a:pt x="1143195" y="1991862"/>
                </a:cubicBezTo>
                <a:close/>
                <a:moveTo>
                  <a:pt x="291985" y="1954745"/>
                </a:moveTo>
                <a:cubicBezTo>
                  <a:pt x="315059" y="1949163"/>
                  <a:pt x="339089" y="1959174"/>
                  <a:pt x="351372" y="1979490"/>
                </a:cubicBezTo>
                <a:cubicBezTo>
                  <a:pt x="356418" y="1994502"/>
                  <a:pt x="348798" y="2010832"/>
                  <a:pt x="334051" y="2016605"/>
                </a:cubicBezTo>
                <a:cubicBezTo>
                  <a:pt x="313033" y="2023026"/>
                  <a:pt x="290189" y="2017317"/>
                  <a:pt x="274664" y="2001759"/>
                </a:cubicBezTo>
                <a:cubicBezTo>
                  <a:pt x="272029" y="1998302"/>
                  <a:pt x="270186" y="1994308"/>
                  <a:pt x="269265" y="1990061"/>
                </a:cubicBezTo>
                <a:cubicBezTo>
                  <a:pt x="265786" y="1974035"/>
                  <a:pt x="275958" y="1958222"/>
                  <a:pt x="291985" y="1954745"/>
                </a:cubicBezTo>
                <a:close/>
                <a:moveTo>
                  <a:pt x="989780" y="1952271"/>
                </a:moveTo>
                <a:cubicBezTo>
                  <a:pt x="1014055" y="1947582"/>
                  <a:pt x="1038696" y="1958426"/>
                  <a:pt x="1051641" y="1979490"/>
                </a:cubicBezTo>
                <a:cubicBezTo>
                  <a:pt x="1052727" y="1981088"/>
                  <a:pt x="1053691" y="1982772"/>
                  <a:pt x="1054515" y="1984518"/>
                </a:cubicBezTo>
                <a:cubicBezTo>
                  <a:pt x="1063265" y="2003057"/>
                  <a:pt x="1055330" y="2025178"/>
                  <a:pt x="1036793" y="2033927"/>
                </a:cubicBezTo>
                <a:cubicBezTo>
                  <a:pt x="1012554" y="2038643"/>
                  <a:pt x="988177" y="2026454"/>
                  <a:pt x="977406" y="2004234"/>
                </a:cubicBezTo>
                <a:cubicBezTo>
                  <a:pt x="962562" y="1981964"/>
                  <a:pt x="969986" y="1952271"/>
                  <a:pt x="989780" y="1952271"/>
                </a:cubicBezTo>
                <a:close/>
                <a:moveTo>
                  <a:pt x="1576212" y="1947322"/>
                </a:moveTo>
                <a:cubicBezTo>
                  <a:pt x="1609970" y="1940082"/>
                  <a:pt x="1644404" y="1956287"/>
                  <a:pt x="1660342" y="1986913"/>
                </a:cubicBezTo>
                <a:cubicBezTo>
                  <a:pt x="1680138" y="2019080"/>
                  <a:pt x="1672714" y="2061145"/>
                  <a:pt x="1645496" y="2061145"/>
                </a:cubicBezTo>
                <a:cubicBezTo>
                  <a:pt x="1611636" y="2069322"/>
                  <a:pt x="1576647" y="2052857"/>
                  <a:pt x="1561365" y="2021555"/>
                </a:cubicBezTo>
                <a:cubicBezTo>
                  <a:pt x="1541570" y="1989387"/>
                  <a:pt x="1548993" y="1947322"/>
                  <a:pt x="1576212" y="1947322"/>
                </a:cubicBezTo>
                <a:close/>
                <a:moveTo>
                  <a:pt x="4194157" y="1920104"/>
                </a:moveTo>
                <a:cubicBezTo>
                  <a:pt x="4201580" y="1915154"/>
                  <a:pt x="4226325" y="1927527"/>
                  <a:pt x="4226325" y="1942373"/>
                </a:cubicBezTo>
                <a:cubicBezTo>
                  <a:pt x="4226325" y="1957221"/>
                  <a:pt x="4226325" y="1979490"/>
                  <a:pt x="4226325" y="1979490"/>
                </a:cubicBezTo>
                <a:cubicBezTo>
                  <a:pt x="4206529" y="1979490"/>
                  <a:pt x="4194157" y="1977015"/>
                  <a:pt x="4194157" y="1959695"/>
                </a:cubicBezTo>
                <a:cubicBezTo>
                  <a:pt x="4194157" y="1942373"/>
                  <a:pt x="4186734" y="1925052"/>
                  <a:pt x="4194157" y="1920104"/>
                </a:cubicBezTo>
                <a:close/>
                <a:moveTo>
                  <a:pt x="1440118" y="1905258"/>
                </a:moveTo>
                <a:cubicBezTo>
                  <a:pt x="1470840" y="1900982"/>
                  <a:pt x="1501112" y="1915630"/>
                  <a:pt x="1516825" y="1942373"/>
                </a:cubicBezTo>
                <a:cubicBezTo>
                  <a:pt x="1531671" y="1972066"/>
                  <a:pt x="1526723" y="2011657"/>
                  <a:pt x="1501978" y="2011657"/>
                </a:cubicBezTo>
                <a:cubicBezTo>
                  <a:pt x="1471035" y="2017451"/>
                  <a:pt x="1439929" y="2002398"/>
                  <a:pt x="1425271" y="1974543"/>
                </a:cubicBezTo>
                <a:cubicBezTo>
                  <a:pt x="1407950" y="1944848"/>
                  <a:pt x="1412899" y="1905258"/>
                  <a:pt x="1440118" y="1905258"/>
                </a:cubicBezTo>
                <a:close/>
                <a:moveTo>
                  <a:pt x="841161" y="1882085"/>
                </a:moveTo>
                <a:cubicBezTo>
                  <a:pt x="867716" y="1885394"/>
                  <a:pt x="891863" y="1900934"/>
                  <a:pt x="905650" y="1925052"/>
                </a:cubicBezTo>
                <a:cubicBezTo>
                  <a:pt x="922970" y="1957220"/>
                  <a:pt x="915545" y="2001759"/>
                  <a:pt x="883378" y="2001759"/>
                </a:cubicBezTo>
                <a:cubicBezTo>
                  <a:pt x="846198" y="2009928"/>
                  <a:pt x="808042" y="1992856"/>
                  <a:pt x="789352" y="1959695"/>
                </a:cubicBezTo>
                <a:cubicBezTo>
                  <a:pt x="786071" y="1955284"/>
                  <a:pt x="783547" y="1950361"/>
                  <a:pt x="781888" y="1945122"/>
                </a:cubicBezTo>
                <a:cubicBezTo>
                  <a:pt x="773622" y="1919072"/>
                  <a:pt x="788043" y="1891252"/>
                  <a:pt x="814096" y="1882988"/>
                </a:cubicBezTo>
                <a:cubicBezTo>
                  <a:pt x="823189" y="1881238"/>
                  <a:pt x="832309" y="1880982"/>
                  <a:pt x="841161" y="1882085"/>
                </a:cubicBezTo>
                <a:close/>
                <a:moveTo>
                  <a:pt x="1291652" y="1865667"/>
                </a:moveTo>
                <a:cubicBezTo>
                  <a:pt x="1325411" y="1858425"/>
                  <a:pt x="1359845" y="1874632"/>
                  <a:pt x="1375783" y="1905258"/>
                </a:cubicBezTo>
                <a:cubicBezTo>
                  <a:pt x="1377653" y="1907720"/>
                  <a:pt x="1379291" y="1910352"/>
                  <a:pt x="1380670" y="1913120"/>
                </a:cubicBezTo>
                <a:cubicBezTo>
                  <a:pt x="1392866" y="1937581"/>
                  <a:pt x="1382921" y="1967295"/>
                  <a:pt x="1358461" y="1979490"/>
                </a:cubicBezTo>
                <a:cubicBezTo>
                  <a:pt x="1323518" y="1985790"/>
                  <a:pt x="1288509" y="1968785"/>
                  <a:pt x="1271856" y="1937425"/>
                </a:cubicBezTo>
                <a:cubicBezTo>
                  <a:pt x="1254544" y="1907732"/>
                  <a:pt x="1261959" y="1865667"/>
                  <a:pt x="1291652" y="1865667"/>
                </a:cubicBezTo>
                <a:close/>
                <a:moveTo>
                  <a:pt x="674261" y="1828077"/>
                </a:moveTo>
                <a:cubicBezTo>
                  <a:pt x="702124" y="1831875"/>
                  <a:pt x="727417" y="1848081"/>
                  <a:pt x="742333" y="1873090"/>
                </a:cubicBezTo>
                <a:cubicBezTo>
                  <a:pt x="747986" y="1879859"/>
                  <a:pt x="751622" y="1888084"/>
                  <a:pt x="752821" y="1896824"/>
                </a:cubicBezTo>
                <a:cubicBezTo>
                  <a:pt x="756356" y="1922545"/>
                  <a:pt x="738367" y="1946263"/>
                  <a:pt x="712640" y="1949796"/>
                </a:cubicBezTo>
                <a:cubicBezTo>
                  <a:pt x="676881" y="1957282"/>
                  <a:pt x="640501" y="1940102"/>
                  <a:pt x="623563" y="1907732"/>
                </a:cubicBezTo>
                <a:cubicBezTo>
                  <a:pt x="619358" y="1902809"/>
                  <a:pt x="616162" y="1897108"/>
                  <a:pt x="614150" y="1890959"/>
                </a:cubicBezTo>
                <a:cubicBezTo>
                  <a:pt x="605665" y="1864975"/>
                  <a:pt x="619851" y="1837035"/>
                  <a:pt x="645832" y="1828549"/>
                </a:cubicBezTo>
                <a:cubicBezTo>
                  <a:pt x="655401" y="1826924"/>
                  <a:pt x="664974" y="1826811"/>
                  <a:pt x="674261" y="1828077"/>
                </a:cubicBezTo>
                <a:close/>
                <a:moveTo>
                  <a:pt x="1002153" y="1808754"/>
                </a:moveTo>
                <a:cubicBezTo>
                  <a:pt x="1009643" y="1803750"/>
                  <a:pt x="1019407" y="1803750"/>
                  <a:pt x="1026898" y="1808754"/>
                </a:cubicBezTo>
                <a:lnTo>
                  <a:pt x="1026898" y="1828549"/>
                </a:lnTo>
                <a:cubicBezTo>
                  <a:pt x="1019407" y="1833552"/>
                  <a:pt x="1009643" y="1833552"/>
                  <a:pt x="1002153" y="1828549"/>
                </a:cubicBezTo>
                <a:cubicBezTo>
                  <a:pt x="1001215" y="1827846"/>
                  <a:pt x="1000381" y="1827012"/>
                  <a:pt x="999678" y="1826075"/>
                </a:cubicBezTo>
                <a:cubicBezTo>
                  <a:pt x="995578" y="1820609"/>
                  <a:pt x="996687" y="1812854"/>
                  <a:pt x="1002153" y="1808754"/>
                </a:cubicBezTo>
                <a:close/>
                <a:moveTo>
                  <a:pt x="1588583" y="1803805"/>
                </a:moveTo>
                <a:cubicBezTo>
                  <a:pt x="1611306" y="1800570"/>
                  <a:pt x="1633749" y="1811305"/>
                  <a:pt x="1645495" y="1831023"/>
                </a:cubicBezTo>
                <a:cubicBezTo>
                  <a:pt x="1667765" y="1853293"/>
                  <a:pt x="1665291" y="1882986"/>
                  <a:pt x="1645495" y="1882986"/>
                </a:cubicBezTo>
                <a:cubicBezTo>
                  <a:pt x="1622349" y="1885079"/>
                  <a:pt x="1600109" y="1873476"/>
                  <a:pt x="1588583" y="1853293"/>
                </a:cubicBezTo>
                <a:cubicBezTo>
                  <a:pt x="1587061" y="1852030"/>
                  <a:pt x="1585658" y="1850626"/>
                  <a:pt x="1584394" y="1849104"/>
                </a:cubicBezTo>
                <a:cubicBezTo>
                  <a:pt x="1573041" y="1835439"/>
                  <a:pt x="1574917" y="1815157"/>
                  <a:pt x="1588583" y="1803805"/>
                </a:cubicBezTo>
                <a:close/>
                <a:moveTo>
                  <a:pt x="1162664" y="1791069"/>
                </a:moveTo>
                <a:cubicBezTo>
                  <a:pt x="1193794" y="1795661"/>
                  <a:pt x="1221748" y="1814619"/>
                  <a:pt x="1237221" y="1843396"/>
                </a:cubicBezTo>
                <a:cubicBezTo>
                  <a:pt x="1261958" y="1880513"/>
                  <a:pt x="1252068" y="1932476"/>
                  <a:pt x="1214953" y="1932476"/>
                </a:cubicBezTo>
                <a:cubicBezTo>
                  <a:pt x="1172377" y="1941916"/>
                  <a:pt x="1128767" y="1921627"/>
                  <a:pt x="1108551" y="1882986"/>
                </a:cubicBezTo>
                <a:cubicBezTo>
                  <a:pt x="1103701" y="1877638"/>
                  <a:pt x="1099914" y="1871412"/>
                  <a:pt x="1097390" y="1864646"/>
                </a:cubicBezTo>
                <a:cubicBezTo>
                  <a:pt x="1086404" y="1835196"/>
                  <a:pt x="1101373" y="1802417"/>
                  <a:pt x="1130823" y="1791433"/>
                </a:cubicBezTo>
                <a:cubicBezTo>
                  <a:pt x="1141560" y="1789603"/>
                  <a:pt x="1152286" y="1789538"/>
                  <a:pt x="1162664" y="1791069"/>
                </a:cubicBezTo>
                <a:close/>
                <a:moveTo>
                  <a:pt x="493406" y="1777740"/>
                </a:moveTo>
                <a:cubicBezTo>
                  <a:pt x="521158" y="1780760"/>
                  <a:pt x="546636" y="1796405"/>
                  <a:pt x="561700" y="1821126"/>
                </a:cubicBezTo>
                <a:cubicBezTo>
                  <a:pt x="565514" y="1826030"/>
                  <a:pt x="568320" y="1831642"/>
                  <a:pt x="569957" y="1837638"/>
                </a:cubicBezTo>
                <a:cubicBezTo>
                  <a:pt x="576783" y="1862692"/>
                  <a:pt x="562006" y="1888531"/>
                  <a:pt x="536956" y="1895358"/>
                </a:cubicBezTo>
                <a:cubicBezTo>
                  <a:pt x="498981" y="1904740"/>
                  <a:pt x="459430" y="1887501"/>
                  <a:pt x="440455" y="1853293"/>
                </a:cubicBezTo>
                <a:cubicBezTo>
                  <a:pt x="436637" y="1848389"/>
                  <a:pt x="433830" y="1842777"/>
                  <a:pt x="432195" y="1836782"/>
                </a:cubicBezTo>
                <a:cubicBezTo>
                  <a:pt x="425370" y="1811729"/>
                  <a:pt x="440144" y="1785887"/>
                  <a:pt x="465198" y="1779060"/>
                </a:cubicBezTo>
                <a:cubicBezTo>
                  <a:pt x="474653" y="1777130"/>
                  <a:pt x="484156" y="1776734"/>
                  <a:pt x="493406" y="1777740"/>
                </a:cubicBezTo>
                <a:close/>
                <a:moveTo>
                  <a:pt x="1447541" y="1732046"/>
                </a:moveTo>
                <a:cubicBezTo>
                  <a:pt x="1483381" y="1728167"/>
                  <a:pt x="1517877" y="1746893"/>
                  <a:pt x="1534146" y="1779061"/>
                </a:cubicBezTo>
                <a:cubicBezTo>
                  <a:pt x="1553942" y="1811228"/>
                  <a:pt x="1546518" y="1855768"/>
                  <a:pt x="1519300" y="1855768"/>
                </a:cubicBezTo>
                <a:cubicBezTo>
                  <a:pt x="1482609" y="1860752"/>
                  <a:pt x="1446811" y="1841858"/>
                  <a:pt x="1430220" y="1808754"/>
                </a:cubicBezTo>
                <a:cubicBezTo>
                  <a:pt x="1410425" y="1776586"/>
                  <a:pt x="1417848" y="1732046"/>
                  <a:pt x="1447541" y="1732046"/>
                </a:cubicBezTo>
                <a:close/>
                <a:moveTo>
                  <a:pt x="823992" y="1707302"/>
                </a:moveTo>
                <a:cubicBezTo>
                  <a:pt x="856915" y="1701898"/>
                  <a:pt x="889917" y="1716460"/>
                  <a:pt x="908124" y="1744418"/>
                </a:cubicBezTo>
                <a:cubicBezTo>
                  <a:pt x="911000" y="1748095"/>
                  <a:pt x="913280" y="1752200"/>
                  <a:pt x="914883" y="1756585"/>
                </a:cubicBezTo>
                <a:cubicBezTo>
                  <a:pt x="923321" y="1779689"/>
                  <a:pt x="911434" y="1805262"/>
                  <a:pt x="888327" y="1813702"/>
                </a:cubicBezTo>
                <a:cubicBezTo>
                  <a:pt x="854774" y="1819319"/>
                  <a:pt x="821257" y="1803545"/>
                  <a:pt x="804197" y="1774111"/>
                </a:cubicBezTo>
                <a:cubicBezTo>
                  <a:pt x="786876" y="1744418"/>
                  <a:pt x="796774" y="1707302"/>
                  <a:pt x="823992" y="1707302"/>
                </a:cubicBezTo>
                <a:close/>
                <a:moveTo>
                  <a:pt x="1328410" y="1679852"/>
                </a:moveTo>
                <a:cubicBezTo>
                  <a:pt x="1357114" y="1684043"/>
                  <a:pt x="1383027" y="1701074"/>
                  <a:pt x="1398052" y="1727098"/>
                </a:cubicBezTo>
                <a:cubicBezTo>
                  <a:pt x="1420322" y="1764214"/>
                  <a:pt x="1412899" y="1813703"/>
                  <a:pt x="1378257" y="1813703"/>
                </a:cubicBezTo>
                <a:cubicBezTo>
                  <a:pt x="1338144" y="1819639"/>
                  <a:pt x="1298597" y="1799868"/>
                  <a:pt x="1279280" y="1764214"/>
                </a:cubicBezTo>
                <a:cubicBezTo>
                  <a:pt x="1257018" y="1727098"/>
                  <a:pt x="1266907" y="1680084"/>
                  <a:pt x="1299075" y="1680084"/>
                </a:cubicBezTo>
                <a:cubicBezTo>
                  <a:pt x="1308964" y="1678485"/>
                  <a:pt x="1318842" y="1678456"/>
                  <a:pt x="1328410" y="1679852"/>
                </a:cubicBezTo>
                <a:close/>
                <a:moveTo>
                  <a:pt x="1623226" y="1670186"/>
                </a:moveTo>
                <a:cubicBezTo>
                  <a:pt x="1641343" y="1667080"/>
                  <a:pt x="1659380" y="1676097"/>
                  <a:pt x="1667765" y="1692455"/>
                </a:cubicBezTo>
                <a:cubicBezTo>
                  <a:pt x="1685086" y="1709777"/>
                  <a:pt x="1682612" y="1732046"/>
                  <a:pt x="1667765" y="1732046"/>
                </a:cubicBezTo>
                <a:cubicBezTo>
                  <a:pt x="1649648" y="1735151"/>
                  <a:pt x="1631612" y="1726135"/>
                  <a:pt x="1623226" y="1709777"/>
                </a:cubicBezTo>
                <a:cubicBezTo>
                  <a:pt x="1605905" y="1692455"/>
                  <a:pt x="1608379" y="1670186"/>
                  <a:pt x="1623226" y="1670186"/>
                </a:cubicBezTo>
                <a:close/>
                <a:moveTo>
                  <a:pt x="663152" y="1655340"/>
                </a:moveTo>
                <a:cubicBezTo>
                  <a:pt x="694606" y="1650692"/>
                  <a:pt x="725787" y="1665308"/>
                  <a:pt x="742333" y="1692455"/>
                </a:cubicBezTo>
                <a:cubicBezTo>
                  <a:pt x="754707" y="1732046"/>
                  <a:pt x="742333" y="1749367"/>
                  <a:pt x="717590" y="1754316"/>
                </a:cubicBezTo>
                <a:cubicBezTo>
                  <a:pt x="688868" y="1758330"/>
                  <a:pt x="660554" y="1744661"/>
                  <a:pt x="645832" y="1719675"/>
                </a:cubicBezTo>
                <a:cubicBezTo>
                  <a:pt x="628511" y="1692455"/>
                  <a:pt x="635934" y="1655340"/>
                  <a:pt x="663152" y="1655340"/>
                </a:cubicBezTo>
                <a:close/>
                <a:moveTo>
                  <a:pt x="1185931" y="1627724"/>
                </a:moveTo>
                <a:cubicBezTo>
                  <a:pt x="1215621" y="1632068"/>
                  <a:pt x="1242290" y="1650147"/>
                  <a:pt x="1257018" y="1677610"/>
                </a:cubicBezTo>
                <a:cubicBezTo>
                  <a:pt x="1279280" y="1714725"/>
                  <a:pt x="1269382" y="1761739"/>
                  <a:pt x="1237221" y="1761739"/>
                </a:cubicBezTo>
                <a:cubicBezTo>
                  <a:pt x="1195350" y="1770853"/>
                  <a:pt x="1152616" y="1750501"/>
                  <a:pt x="1133297" y="1712252"/>
                </a:cubicBezTo>
                <a:cubicBezTo>
                  <a:pt x="1111027" y="1675134"/>
                  <a:pt x="1120925" y="1628120"/>
                  <a:pt x="1155566" y="1628120"/>
                </a:cubicBezTo>
                <a:cubicBezTo>
                  <a:pt x="1165805" y="1626354"/>
                  <a:pt x="1176037" y="1626276"/>
                  <a:pt x="1185931" y="1627724"/>
                </a:cubicBezTo>
                <a:close/>
                <a:moveTo>
                  <a:pt x="1012052" y="1615749"/>
                </a:moveTo>
                <a:cubicBezTo>
                  <a:pt x="1028048" y="1613665"/>
                  <a:pt x="1043709" y="1621497"/>
                  <a:pt x="1051641" y="1635544"/>
                </a:cubicBezTo>
                <a:cubicBezTo>
                  <a:pt x="1068962" y="1650390"/>
                  <a:pt x="1066488" y="1667711"/>
                  <a:pt x="1051641" y="1667711"/>
                </a:cubicBezTo>
                <a:cubicBezTo>
                  <a:pt x="1039269" y="1672660"/>
                  <a:pt x="1012052" y="1650390"/>
                  <a:pt x="1012052" y="1650390"/>
                </a:cubicBezTo>
                <a:cubicBezTo>
                  <a:pt x="1002619" y="1640769"/>
                  <a:pt x="1002619" y="1625369"/>
                  <a:pt x="1012052" y="1615749"/>
                </a:cubicBezTo>
                <a:close/>
                <a:moveTo>
                  <a:pt x="507479" y="1585613"/>
                </a:moveTo>
                <a:cubicBezTo>
                  <a:pt x="536782" y="1589658"/>
                  <a:pt x="563361" y="1606743"/>
                  <a:pt x="579021" y="1633070"/>
                </a:cubicBezTo>
                <a:cubicBezTo>
                  <a:pt x="583420" y="1638390"/>
                  <a:pt x="586660" y="1644570"/>
                  <a:pt x="588527" y="1651217"/>
                </a:cubicBezTo>
                <a:cubicBezTo>
                  <a:pt x="595925" y="1677529"/>
                  <a:pt x="580590" y="1704855"/>
                  <a:pt x="554278" y="1712252"/>
                </a:cubicBezTo>
                <a:cubicBezTo>
                  <a:pt x="513090" y="1720921"/>
                  <a:pt x="471030" y="1701895"/>
                  <a:pt x="450351" y="1665237"/>
                </a:cubicBezTo>
                <a:cubicBezTo>
                  <a:pt x="445724" y="1659481"/>
                  <a:pt x="442440" y="1652763"/>
                  <a:pt x="440748" y="1645573"/>
                </a:cubicBezTo>
                <a:cubicBezTo>
                  <a:pt x="434481" y="1618970"/>
                  <a:pt x="450969" y="1592322"/>
                  <a:pt x="477570" y="1586055"/>
                </a:cubicBezTo>
                <a:cubicBezTo>
                  <a:pt x="487639" y="1584365"/>
                  <a:pt x="497710" y="1584265"/>
                  <a:pt x="507479" y="1585613"/>
                </a:cubicBezTo>
                <a:close/>
                <a:moveTo>
                  <a:pt x="1484657" y="1581106"/>
                </a:moveTo>
                <a:cubicBezTo>
                  <a:pt x="1518470" y="1580493"/>
                  <a:pt x="1549866" y="1598571"/>
                  <a:pt x="1566313" y="1628120"/>
                </a:cubicBezTo>
                <a:cubicBezTo>
                  <a:pt x="1586109" y="1662763"/>
                  <a:pt x="1578685" y="1707302"/>
                  <a:pt x="1548992" y="1707302"/>
                </a:cubicBezTo>
                <a:cubicBezTo>
                  <a:pt x="1515318" y="1707384"/>
                  <a:pt x="1484172" y="1689449"/>
                  <a:pt x="1467336" y="1660289"/>
                </a:cubicBezTo>
                <a:cubicBezTo>
                  <a:pt x="1447541" y="1625647"/>
                  <a:pt x="1454964" y="1581106"/>
                  <a:pt x="1484657" y="1581106"/>
                </a:cubicBezTo>
                <a:close/>
                <a:moveTo>
                  <a:pt x="846265" y="1536566"/>
                </a:moveTo>
                <a:cubicBezTo>
                  <a:pt x="879203" y="1530521"/>
                  <a:pt x="912262" y="1546548"/>
                  <a:pt x="927918" y="1576157"/>
                </a:cubicBezTo>
                <a:cubicBezTo>
                  <a:pt x="945241" y="1603376"/>
                  <a:pt x="937815" y="1640493"/>
                  <a:pt x="910596" y="1640493"/>
                </a:cubicBezTo>
                <a:cubicBezTo>
                  <a:pt x="877655" y="1646538"/>
                  <a:pt x="844597" y="1630511"/>
                  <a:pt x="828943" y="1600902"/>
                </a:cubicBezTo>
                <a:cubicBezTo>
                  <a:pt x="811620" y="1571208"/>
                  <a:pt x="819043" y="1536566"/>
                  <a:pt x="846265" y="1536566"/>
                </a:cubicBezTo>
                <a:close/>
                <a:moveTo>
                  <a:pt x="1328768" y="1524194"/>
                </a:moveTo>
                <a:cubicBezTo>
                  <a:pt x="1369319" y="1519444"/>
                  <a:pt x="1408628" y="1540080"/>
                  <a:pt x="1427745" y="1576157"/>
                </a:cubicBezTo>
                <a:cubicBezTo>
                  <a:pt x="1450015" y="1613275"/>
                  <a:pt x="1442592" y="1660289"/>
                  <a:pt x="1407950" y="1660289"/>
                </a:cubicBezTo>
                <a:cubicBezTo>
                  <a:pt x="1367124" y="1666589"/>
                  <a:pt x="1326969" y="1645506"/>
                  <a:pt x="1308972" y="1608326"/>
                </a:cubicBezTo>
                <a:cubicBezTo>
                  <a:pt x="1286703" y="1571208"/>
                  <a:pt x="1294126" y="1524194"/>
                  <a:pt x="1328768" y="1524194"/>
                </a:cubicBezTo>
                <a:close/>
                <a:moveTo>
                  <a:pt x="1660341" y="1509348"/>
                </a:moveTo>
                <a:cubicBezTo>
                  <a:pt x="1689879" y="1504218"/>
                  <a:pt x="1719218" y="1519395"/>
                  <a:pt x="1732100" y="1546464"/>
                </a:cubicBezTo>
                <a:cubicBezTo>
                  <a:pt x="1759319" y="1573683"/>
                  <a:pt x="1754370" y="1608326"/>
                  <a:pt x="1732100" y="1608326"/>
                </a:cubicBezTo>
                <a:cubicBezTo>
                  <a:pt x="1702954" y="1611193"/>
                  <a:pt x="1674844" y="1596653"/>
                  <a:pt x="1660341" y="1571208"/>
                </a:cubicBezTo>
                <a:cubicBezTo>
                  <a:pt x="1633123" y="1543989"/>
                  <a:pt x="1638072" y="1509348"/>
                  <a:pt x="1660341" y="1509348"/>
                </a:cubicBezTo>
                <a:close/>
                <a:moveTo>
                  <a:pt x="1187735" y="1484605"/>
                </a:moveTo>
                <a:cubicBezTo>
                  <a:pt x="1221187" y="1479698"/>
                  <a:pt x="1254324" y="1495292"/>
                  <a:pt x="1271856" y="1524194"/>
                </a:cubicBezTo>
                <a:cubicBezTo>
                  <a:pt x="1291652" y="1556362"/>
                  <a:pt x="1284228" y="1595954"/>
                  <a:pt x="1254542" y="1595954"/>
                </a:cubicBezTo>
                <a:cubicBezTo>
                  <a:pt x="1221094" y="1600861"/>
                  <a:pt x="1187954" y="1585267"/>
                  <a:pt x="1170413" y="1556362"/>
                </a:cubicBezTo>
                <a:cubicBezTo>
                  <a:pt x="1150618" y="1524194"/>
                  <a:pt x="1160516" y="1484605"/>
                  <a:pt x="1187735" y="1484605"/>
                </a:cubicBezTo>
                <a:close/>
                <a:moveTo>
                  <a:pt x="682947" y="1484603"/>
                </a:moveTo>
                <a:cubicBezTo>
                  <a:pt x="714391" y="1480815"/>
                  <a:pt x="745479" y="1494003"/>
                  <a:pt x="764604" y="1519245"/>
                </a:cubicBezTo>
                <a:cubicBezTo>
                  <a:pt x="781925" y="1548939"/>
                  <a:pt x="772027" y="1583580"/>
                  <a:pt x="742333" y="1583580"/>
                </a:cubicBezTo>
                <a:cubicBezTo>
                  <a:pt x="711119" y="1590303"/>
                  <a:pt x="678922" y="1577619"/>
                  <a:pt x="660678" y="1551413"/>
                </a:cubicBezTo>
                <a:cubicBezTo>
                  <a:pt x="657067" y="1546857"/>
                  <a:pt x="654442" y="1541604"/>
                  <a:pt x="652965" y="1535982"/>
                </a:cubicBezTo>
                <a:cubicBezTo>
                  <a:pt x="647056" y="1513514"/>
                  <a:pt x="660482" y="1490513"/>
                  <a:pt x="682947" y="1484603"/>
                </a:cubicBezTo>
                <a:close/>
                <a:moveTo>
                  <a:pt x="1054116" y="1464809"/>
                </a:moveTo>
                <a:cubicBezTo>
                  <a:pt x="1065397" y="1463602"/>
                  <a:pt x="1076240" y="1469518"/>
                  <a:pt x="1081334" y="1479655"/>
                </a:cubicBezTo>
                <a:cubicBezTo>
                  <a:pt x="1081334" y="1489553"/>
                  <a:pt x="1081334" y="1501926"/>
                  <a:pt x="1081334" y="1501926"/>
                </a:cubicBezTo>
                <a:cubicBezTo>
                  <a:pt x="1069902" y="1503980"/>
                  <a:pt x="1058577" y="1497803"/>
                  <a:pt x="1054116" y="1487078"/>
                </a:cubicBezTo>
                <a:cubicBezTo>
                  <a:pt x="1054116" y="1464809"/>
                  <a:pt x="1054116" y="1464809"/>
                  <a:pt x="1054116" y="1464809"/>
                </a:cubicBezTo>
                <a:close/>
                <a:moveTo>
                  <a:pt x="1519299" y="1449961"/>
                </a:moveTo>
                <a:cubicBezTo>
                  <a:pt x="1552572" y="1445893"/>
                  <a:pt x="1584950" y="1462573"/>
                  <a:pt x="1600955" y="1492026"/>
                </a:cubicBezTo>
                <a:cubicBezTo>
                  <a:pt x="1620750" y="1524194"/>
                  <a:pt x="1613327" y="1561310"/>
                  <a:pt x="1586108" y="1561310"/>
                </a:cubicBezTo>
                <a:cubicBezTo>
                  <a:pt x="1552835" y="1565378"/>
                  <a:pt x="1520457" y="1548698"/>
                  <a:pt x="1504452" y="1519245"/>
                </a:cubicBezTo>
                <a:cubicBezTo>
                  <a:pt x="1484657" y="1484603"/>
                  <a:pt x="1484657" y="1457385"/>
                  <a:pt x="1519299" y="1449961"/>
                </a:cubicBezTo>
                <a:close/>
                <a:moveTo>
                  <a:pt x="3872482" y="1447487"/>
                </a:moveTo>
                <a:lnTo>
                  <a:pt x="3874956" y="1447487"/>
                </a:lnTo>
                <a:lnTo>
                  <a:pt x="3874956" y="1449961"/>
                </a:lnTo>
                <a:lnTo>
                  <a:pt x="3872482" y="1449961"/>
                </a:lnTo>
                <a:close/>
                <a:moveTo>
                  <a:pt x="524584" y="1442538"/>
                </a:moveTo>
                <a:cubicBezTo>
                  <a:pt x="537218" y="1441215"/>
                  <a:pt x="549559" y="1446914"/>
                  <a:pt x="556751" y="1457385"/>
                </a:cubicBezTo>
                <a:cubicBezTo>
                  <a:pt x="571596" y="1469757"/>
                  <a:pt x="556751" y="1484603"/>
                  <a:pt x="556751" y="1484603"/>
                </a:cubicBezTo>
                <a:cubicBezTo>
                  <a:pt x="543609" y="1485413"/>
                  <a:pt x="531142" y="1478700"/>
                  <a:pt x="524584" y="1467283"/>
                </a:cubicBezTo>
                <a:cubicBezTo>
                  <a:pt x="507261" y="1442538"/>
                  <a:pt x="524584" y="1442538"/>
                  <a:pt x="524584" y="1442538"/>
                </a:cubicBezTo>
                <a:close/>
                <a:moveTo>
                  <a:pt x="1378256" y="1407896"/>
                </a:moveTo>
                <a:cubicBezTo>
                  <a:pt x="1401664" y="1404365"/>
                  <a:pt x="1424672" y="1416368"/>
                  <a:pt x="1435168" y="1437589"/>
                </a:cubicBezTo>
                <a:cubicBezTo>
                  <a:pt x="1457438" y="1459859"/>
                  <a:pt x="1454964" y="1484603"/>
                  <a:pt x="1435168" y="1484603"/>
                </a:cubicBezTo>
                <a:cubicBezTo>
                  <a:pt x="1407947" y="1492509"/>
                  <a:pt x="1378932" y="1480075"/>
                  <a:pt x="1365884" y="1454911"/>
                </a:cubicBezTo>
                <a:cubicBezTo>
                  <a:pt x="1353512" y="1432640"/>
                  <a:pt x="1358461" y="1407896"/>
                  <a:pt x="1378256" y="1407896"/>
                </a:cubicBezTo>
                <a:close/>
                <a:moveTo>
                  <a:pt x="898225" y="1407896"/>
                </a:moveTo>
                <a:cubicBezTo>
                  <a:pt x="909505" y="1406689"/>
                  <a:pt x="920350" y="1412605"/>
                  <a:pt x="925445" y="1422743"/>
                </a:cubicBezTo>
                <a:cubicBezTo>
                  <a:pt x="925445" y="1445014"/>
                  <a:pt x="925445" y="1445014"/>
                  <a:pt x="925445" y="1445014"/>
                </a:cubicBezTo>
                <a:cubicBezTo>
                  <a:pt x="914163" y="1446221"/>
                  <a:pt x="903317" y="1440304"/>
                  <a:pt x="898225" y="1430166"/>
                </a:cubicBezTo>
                <a:cubicBezTo>
                  <a:pt x="895717" y="1428954"/>
                  <a:pt x="893697" y="1426930"/>
                  <a:pt x="892481" y="1424423"/>
                </a:cubicBezTo>
                <a:cubicBezTo>
                  <a:pt x="889506" y="1418274"/>
                  <a:pt x="892073" y="1410876"/>
                  <a:pt x="898225" y="1407896"/>
                </a:cubicBezTo>
                <a:close/>
                <a:moveTo>
                  <a:pt x="1732100" y="1400473"/>
                </a:moveTo>
                <a:cubicBezTo>
                  <a:pt x="1750015" y="1405669"/>
                  <a:pt x="1764020" y="1419675"/>
                  <a:pt x="1769217" y="1437589"/>
                </a:cubicBezTo>
                <a:cubicBezTo>
                  <a:pt x="1791486" y="1457385"/>
                  <a:pt x="1786538" y="1484605"/>
                  <a:pt x="1769217" y="1484605"/>
                </a:cubicBezTo>
                <a:cubicBezTo>
                  <a:pt x="1751302" y="1479407"/>
                  <a:pt x="1737296" y="1465402"/>
                  <a:pt x="1732100" y="1447487"/>
                </a:cubicBezTo>
                <a:cubicBezTo>
                  <a:pt x="1709830" y="1425217"/>
                  <a:pt x="1714779" y="1400473"/>
                  <a:pt x="1732100" y="1400473"/>
                </a:cubicBezTo>
                <a:close/>
                <a:moveTo>
                  <a:pt x="346422" y="1393050"/>
                </a:moveTo>
                <a:cubicBezTo>
                  <a:pt x="358968" y="1392230"/>
                  <a:pt x="371072" y="1397817"/>
                  <a:pt x="378589" y="1407896"/>
                </a:cubicBezTo>
                <a:cubicBezTo>
                  <a:pt x="395910" y="1432640"/>
                  <a:pt x="390962" y="1432640"/>
                  <a:pt x="378589" y="1432640"/>
                </a:cubicBezTo>
                <a:cubicBezTo>
                  <a:pt x="366043" y="1433459"/>
                  <a:pt x="353940" y="1427872"/>
                  <a:pt x="346422" y="1417793"/>
                </a:cubicBezTo>
                <a:cubicBezTo>
                  <a:pt x="329101" y="1393050"/>
                  <a:pt x="334050" y="1393050"/>
                  <a:pt x="346422" y="1393050"/>
                </a:cubicBezTo>
                <a:close/>
                <a:moveTo>
                  <a:pt x="3511215" y="1358408"/>
                </a:moveTo>
                <a:cubicBezTo>
                  <a:pt x="3523587" y="1358408"/>
                  <a:pt x="3523587" y="1358408"/>
                  <a:pt x="3523587" y="1358408"/>
                </a:cubicBezTo>
                <a:cubicBezTo>
                  <a:pt x="3523760" y="1359305"/>
                  <a:pt x="3523859" y="1360218"/>
                  <a:pt x="3523834" y="1361135"/>
                </a:cubicBezTo>
                <a:cubicBezTo>
                  <a:pt x="3523686" y="1367966"/>
                  <a:pt x="3518044" y="1373393"/>
                  <a:pt x="3511215" y="1373254"/>
                </a:cubicBezTo>
                <a:cubicBezTo>
                  <a:pt x="3511215" y="1358408"/>
                  <a:pt x="3498843" y="1358408"/>
                  <a:pt x="3511215" y="1358408"/>
                </a:cubicBezTo>
                <a:close/>
                <a:moveTo>
                  <a:pt x="1237223" y="1358408"/>
                </a:moveTo>
                <a:cubicBezTo>
                  <a:pt x="1257887" y="1358585"/>
                  <a:pt x="1276820" y="1369953"/>
                  <a:pt x="1286703" y="1388101"/>
                </a:cubicBezTo>
                <a:cubicBezTo>
                  <a:pt x="1311448" y="1407896"/>
                  <a:pt x="1306499" y="1432640"/>
                  <a:pt x="1286703" y="1432640"/>
                </a:cubicBezTo>
                <a:cubicBezTo>
                  <a:pt x="1266039" y="1432463"/>
                  <a:pt x="1247107" y="1421094"/>
                  <a:pt x="1237223" y="1402947"/>
                </a:cubicBezTo>
                <a:cubicBezTo>
                  <a:pt x="1212477" y="1383152"/>
                  <a:pt x="1217429" y="1358408"/>
                  <a:pt x="1237223" y="1358408"/>
                </a:cubicBezTo>
                <a:close/>
                <a:moveTo>
                  <a:pt x="1573737" y="1323766"/>
                </a:moveTo>
                <a:cubicBezTo>
                  <a:pt x="1608292" y="1319794"/>
                  <a:pt x="1641726" y="1337497"/>
                  <a:pt x="1657867" y="1368306"/>
                </a:cubicBezTo>
                <a:cubicBezTo>
                  <a:pt x="1675188" y="1400473"/>
                  <a:pt x="1670239" y="1440064"/>
                  <a:pt x="1643021" y="1440064"/>
                </a:cubicBezTo>
                <a:cubicBezTo>
                  <a:pt x="1608465" y="1444035"/>
                  <a:pt x="1575031" y="1426333"/>
                  <a:pt x="1558890" y="1395524"/>
                </a:cubicBezTo>
                <a:cubicBezTo>
                  <a:pt x="1539095" y="1360883"/>
                  <a:pt x="1546518" y="1323766"/>
                  <a:pt x="1573737" y="1323766"/>
                </a:cubicBezTo>
                <a:close/>
                <a:moveTo>
                  <a:pt x="1093705" y="1313869"/>
                </a:moveTo>
                <a:cubicBezTo>
                  <a:pt x="1108120" y="1313170"/>
                  <a:pt x="1121630" y="1320894"/>
                  <a:pt x="1128346" y="1333664"/>
                </a:cubicBezTo>
                <a:cubicBezTo>
                  <a:pt x="1143195" y="1346036"/>
                  <a:pt x="1140722" y="1360883"/>
                  <a:pt x="1128346" y="1360883"/>
                </a:cubicBezTo>
                <a:cubicBezTo>
                  <a:pt x="1114466" y="1362068"/>
                  <a:pt x="1101089" y="1355379"/>
                  <a:pt x="1093705" y="1343562"/>
                </a:cubicBezTo>
                <a:cubicBezTo>
                  <a:pt x="1093085" y="1343014"/>
                  <a:pt x="1092501" y="1342428"/>
                  <a:pt x="1091953" y="1341806"/>
                </a:cubicBezTo>
                <a:cubicBezTo>
                  <a:pt x="1084722" y="1333609"/>
                  <a:pt x="1085505" y="1321098"/>
                  <a:pt x="1093705" y="1313869"/>
                </a:cubicBezTo>
                <a:close/>
                <a:moveTo>
                  <a:pt x="569123" y="1303969"/>
                </a:moveTo>
                <a:cubicBezTo>
                  <a:pt x="576779" y="1299551"/>
                  <a:pt x="586210" y="1299551"/>
                  <a:pt x="593867" y="1303969"/>
                </a:cubicBezTo>
                <a:cubicBezTo>
                  <a:pt x="593867" y="1323765"/>
                  <a:pt x="593867" y="1323765"/>
                  <a:pt x="593867" y="1323765"/>
                </a:cubicBezTo>
                <a:cubicBezTo>
                  <a:pt x="586210" y="1328184"/>
                  <a:pt x="576779" y="1328184"/>
                  <a:pt x="569123" y="1323765"/>
                </a:cubicBezTo>
                <a:cubicBezTo>
                  <a:pt x="569123" y="1303969"/>
                  <a:pt x="569123" y="1303969"/>
                  <a:pt x="569123" y="1303969"/>
                </a:cubicBezTo>
                <a:close/>
                <a:moveTo>
                  <a:pt x="3310168" y="1298093"/>
                </a:moveTo>
                <a:cubicBezTo>
                  <a:pt x="3314498" y="1299641"/>
                  <a:pt x="3318210" y="1303970"/>
                  <a:pt x="3318210" y="1313867"/>
                </a:cubicBezTo>
                <a:cubicBezTo>
                  <a:pt x="3318210" y="1333664"/>
                  <a:pt x="3318210" y="1333664"/>
                  <a:pt x="3318210" y="1333664"/>
                </a:cubicBezTo>
                <a:cubicBezTo>
                  <a:pt x="3313261" y="1336137"/>
                  <a:pt x="3298414" y="1338611"/>
                  <a:pt x="3298414" y="1318816"/>
                </a:cubicBezTo>
                <a:cubicBezTo>
                  <a:pt x="3298414" y="1299022"/>
                  <a:pt x="3293466" y="1301495"/>
                  <a:pt x="3298414" y="1299022"/>
                </a:cubicBezTo>
                <a:cubicBezTo>
                  <a:pt x="3300889" y="1297785"/>
                  <a:pt x="3305838" y="1296547"/>
                  <a:pt x="3310168" y="1298093"/>
                </a:cubicBezTo>
                <a:close/>
                <a:moveTo>
                  <a:pt x="3362749" y="1296548"/>
                </a:moveTo>
                <a:cubicBezTo>
                  <a:pt x="3375121" y="1296548"/>
                  <a:pt x="3375121" y="1296548"/>
                  <a:pt x="3375121" y="1296548"/>
                </a:cubicBezTo>
                <a:cubicBezTo>
                  <a:pt x="3370172" y="1299022"/>
                  <a:pt x="3362749" y="1296548"/>
                  <a:pt x="3362749" y="1296548"/>
                </a:cubicBezTo>
                <a:close/>
                <a:moveTo>
                  <a:pt x="1769217" y="1281766"/>
                </a:moveTo>
                <a:cubicBezTo>
                  <a:pt x="1799773" y="1278313"/>
                  <a:pt x="1829293" y="1293994"/>
                  <a:pt x="1843449" y="1321291"/>
                </a:cubicBezTo>
                <a:cubicBezTo>
                  <a:pt x="1873143" y="1350985"/>
                  <a:pt x="1868194" y="1385626"/>
                  <a:pt x="1843449" y="1385626"/>
                </a:cubicBezTo>
                <a:cubicBezTo>
                  <a:pt x="1821180" y="1393051"/>
                  <a:pt x="1798910" y="1370780"/>
                  <a:pt x="1769217" y="1343562"/>
                </a:cubicBezTo>
                <a:cubicBezTo>
                  <a:pt x="1739523" y="1316342"/>
                  <a:pt x="1746947" y="1281766"/>
                  <a:pt x="1769217" y="1281766"/>
                </a:cubicBezTo>
                <a:close/>
                <a:moveTo>
                  <a:pt x="3719067" y="1259442"/>
                </a:moveTo>
                <a:lnTo>
                  <a:pt x="3721541" y="1261915"/>
                </a:lnTo>
                <a:lnTo>
                  <a:pt x="3719067" y="1261915"/>
                </a:lnTo>
                <a:close/>
                <a:moveTo>
                  <a:pt x="955136" y="1256989"/>
                </a:moveTo>
                <a:cubicBezTo>
                  <a:pt x="969134" y="1255166"/>
                  <a:pt x="982838" y="1262016"/>
                  <a:pt x="989779" y="1274309"/>
                </a:cubicBezTo>
                <a:cubicBezTo>
                  <a:pt x="989779" y="1286649"/>
                  <a:pt x="989779" y="1299022"/>
                  <a:pt x="974931" y="1301495"/>
                </a:cubicBezTo>
                <a:cubicBezTo>
                  <a:pt x="966552" y="1298148"/>
                  <a:pt x="959569" y="1292036"/>
                  <a:pt x="955136" y="1284209"/>
                </a:cubicBezTo>
                <a:cubicBezTo>
                  <a:pt x="937815" y="1271836"/>
                  <a:pt x="942764" y="1256989"/>
                  <a:pt x="955136" y="1256989"/>
                </a:cubicBezTo>
                <a:close/>
                <a:moveTo>
                  <a:pt x="1422797" y="1252061"/>
                </a:moveTo>
                <a:cubicBezTo>
                  <a:pt x="1466228" y="1249124"/>
                  <a:pt x="1507531" y="1271218"/>
                  <a:pt x="1529197" y="1308918"/>
                </a:cubicBezTo>
                <a:cubicBezTo>
                  <a:pt x="1551467" y="1348509"/>
                  <a:pt x="1544044" y="1395524"/>
                  <a:pt x="1509402" y="1395524"/>
                </a:cubicBezTo>
                <a:cubicBezTo>
                  <a:pt x="1465426" y="1401192"/>
                  <a:pt x="1422695" y="1378339"/>
                  <a:pt x="1403001" y="1338611"/>
                </a:cubicBezTo>
                <a:cubicBezTo>
                  <a:pt x="1380732" y="1299022"/>
                  <a:pt x="1388155" y="1252061"/>
                  <a:pt x="1422797" y="1252061"/>
                </a:cubicBezTo>
                <a:close/>
                <a:moveTo>
                  <a:pt x="1304024" y="1237209"/>
                </a:moveTo>
                <a:cubicBezTo>
                  <a:pt x="1319415" y="1237714"/>
                  <a:pt x="1333450" y="1246139"/>
                  <a:pt x="1341141" y="1259478"/>
                </a:cubicBezTo>
                <a:cubicBezTo>
                  <a:pt x="1358462" y="1276799"/>
                  <a:pt x="1355987" y="1296546"/>
                  <a:pt x="1341141" y="1296546"/>
                </a:cubicBezTo>
                <a:cubicBezTo>
                  <a:pt x="1326007" y="1295216"/>
                  <a:pt x="1312321" y="1287006"/>
                  <a:pt x="1304024" y="1274325"/>
                </a:cubicBezTo>
                <a:cubicBezTo>
                  <a:pt x="1284229" y="1257003"/>
                  <a:pt x="1286703" y="1237209"/>
                  <a:pt x="1304024" y="1237209"/>
                </a:cubicBezTo>
                <a:close/>
                <a:moveTo>
                  <a:pt x="3031176" y="1219902"/>
                </a:moveTo>
                <a:cubicBezTo>
                  <a:pt x="3036768" y="1217818"/>
                  <a:pt x="3042905" y="1217818"/>
                  <a:pt x="3048497" y="1219902"/>
                </a:cubicBezTo>
                <a:cubicBezTo>
                  <a:pt x="3048497" y="1237226"/>
                  <a:pt x="3048497" y="1237226"/>
                  <a:pt x="3048497" y="1237226"/>
                </a:cubicBezTo>
                <a:cubicBezTo>
                  <a:pt x="3042954" y="1239562"/>
                  <a:pt x="3036719" y="1239562"/>
                  <a:pt x="3031176" y="1237226"/>
                </a:cubicBezTo>
                <a:cubicBezTo>
                  <a:pt x="3031176" y="1219902"/>
                  <a:pt x="3031176" y="1219902"/>
                  <a:pt x="3031176" y="1219902"/>
                </a:cubicBezTo>
                <a:close/>
                <a:moveTo>
                  <a:pt x="1638072" y="1212477"/>
                </a:moveTo>
                <a:cubicBezTo>
                  <a:pt x="1673498" y="1210552"/>
                  <a:pt x="1706989" y="1228735"/>
                  <a:pt x="1724677" y="1259490"/>
                </a:cubicBezTo>
                <a:cubicBezTo>
                  <a:pt x="1744472" y="1294073"/>
                  <a:pt x="1737049" y="1333664"/>
                  <a:pt x="1709830" y="1333664"/>
                </a:cubicBezTo>
                <a:cubicBezTo>
                  <a:pt x="1673869" y="1335101"/>
                  <a:pt x="1640244" y="1315884"/>
                  <a:pt x="1623225" y="1284234"/>
                </a:cubicBezTo>
                <a:cubicBezTo>
                  <a:pt x="1603430" y="1252067"/>
                  <a:pt x="1610853" y="1212477"/>
                  <a:pt x="1638072" y="1212477"/>
                </a:cubicBezTo>
                <a:close/>
                <a:moveTo>
                  <a:pt x="1858296" y="1205057"/>
                </a:moveTo>
                <a:cubicBezTo>
                  <a:pt x="1882147" y="1202729"/>
                  <a:pt x="1904902" y="1215589"/>
                  <a:pt x="1915208" y="1237226"/>
                </a:cubicBezTo>
                <a:cubicBezTo>
                  <a:pt x="1935003" y="1259496"/>
                  <a:pt x="1932529" y="1284239"/>
                  <a:pt x="1915208" y="1284239"/>
                </a:cubicBezTo>
                <a:cubicBezTo>
                  <a:pt x="1891357" y="1286504"/>
                  <a:pt x="1868602" y="1273709"/>
                  <a:pt x="1858296" y="1252073"/>
                </a:cubicBezTo>
                <a:cubicBezTo>
                  <a:pt x="1836026" y="1229802"/>
                  <a:pt x="1840975" y="1205057"/>
                  <a:pt x="1858296" y="1205057"/>
                </a:cubicBezTo>
                <a:close/>
                <a:moveTo>
                  <a:pt x="3278928" y="1192983"/>
                </a:moveTo>
                <a:cubicBezTo>
                  <a:pt x="3281093" y="1192675"/>
                  <a:pt x="3281093" y="1196387"/>
                  <a:pt x="3281093" y="1205046"/>
                </a:cubicBezTo>
                <a:cubicBezTo>
                  <a:pt x="3281093" y="1222367"/>
                  <a:pt x="3281093" y="1222367"/>
                  <a:pt x="3281093" y="1222367"/>
                </a:cubicBezTo>
                <a:cubicBezTo>
                  <a:pt x="3276144" y="1237214"/>
                  <a:pt x="3263772" y="1239687"/>
                  <a:pt x="3263772" y="1222367"/>
                </a:cubicBezTo>
                <a:cubicBezTo>
                  <a:pt x="3263772" y="1205046"/>
                  <a:pt x="3246451" y="1219893"/>
                  <a:pt x="3263772" y="1205046"/>
                </a:cubicBezTo>
                <a:cubicBezTo>
                  <a:pt x="3272433" y="1197622"/>
                  <a:pt x="3276763" y="1193293"/>
                  <a:pt x="3278928" y="1192983"/>
                </a:cubicBezTo>
                <a:close/>
                <a:moveTo>
                  <a:pt x="3325633" y="1187718"/>
                </a:moveTo>
                <a:cubicBezTo>
                  <a:pt x="3329468" y="1185509"/>
                  <a:pt x="3334170" y="1185509"/>
                  <a:pt x="3338005" y="1187718"/>
                </a:cubicBezTo>
                <a:cubicBezTo>
                  <a:pt x="3335531" y="1190192"/>
                  <a:pt x="3325633" y="1187718"/>
                  <a:pt x="3325633" y="1187718"/>
                </a:cubicBezTo>
                <a:close/>
                <a:moveTo>
                  <a:pt x="2741667" y="1170418"/>
                </a:moveTo>
                <a:lnTo>
                  <a:pt x="2756514" y="1170418"/>
                </a:lnTo>
                <a:cubicBezTo>
                  <a:pt x="2756514" y="1187740"/>
                  <a:pt x="2756514" y="1187740"/>
                  <a:pt x="2756514" y="1187740"/>
                </a:cubicBezTo>
                <a:cubicBezTo>
                  <a:pt x="2751416" y="1188476"/>
                  <a:pt x="2746245" y="1187612"/>
                  <a:pt x="2741667" y="1185265"/>
                </a:cubicBezTo>
                <a:close/>
                <a:moveTo>
                  <a:pt x="3637411" y="1170363"/>
                </a:moveTo>
                <a:lnTo>
                  <a:pt x="3639885" y="1170363"/>
                </a:lnTo>
                <a:lnTo>
                  <a:pt x="3639885" y="1172837"/>
                </a:lnTo>
                <a:close/>
                <a:moveTo>
                  <a:pt x="1501978" y="1165456"/>
                </a:moveTo>
                <a:cubicBezTo>
                  <a:pt x="1519299" y="1160507"/>
                  <a:pt x="1531671" y="1175354"/>
                  <a:pt x="1553941" y="1195150"/>
                </a:cubicBezTo>
                <a:cubicBezTo>
                  <a:pt x="1576211" y="1214947"/>
                  <a:pt x="1571262" y="1237216"/>
                  <a:pt x="1553941" y="1237216"/>
                </a:cubicBezTo>
                <a:cubicBezTo>
                  <a:pt x="1532535" y="1237407"/>
                  <a:pt x="1512680" y="1226063"/>
                  <a:pt x="1501978" y="1207520"/>
                </a:cubicBezTo>
                <a:cubicBezTo>
                  <a:pt x="1479708" y="1187727"/>
                  <a:pt x="1484657" y="1170405"/>
                  <a:pt x="1501978" y="1165456"/>
                </a:cubicBezTo>
                <a:close/>
                <a:moveTo>
                  <a:pt x="1140722" y="1162969"/>
                </a:moveTo>
                <a:cubicBezTo>
                  <a:pt x="1162873" y="1162400"/>
                  <a:pt x="1183642" y="1173728"/>
                  <a:pt x="1195159" y="1192663"/>
                </a:cubicBezTo>
                <a:cubicBezTo>
                  <a:pt x="1217427" y="1212457"/>
                  <a:pt x="1212477" y="1237201"/>
                  <a:pt x="1195159" y="1237201"/>
                </a:cubicBezTo>
                <a:cubicBezTo>
                  <a:pt x="1168884" y="1242149"/>
                  <a:pt x="1142283" y="1230327"/>
                  <a:pt x="1128350" y="1207508"/>
                </a:cubicBezTo>
                <a:cubicBezTo>
                  <a:pt x="1118451" y="1187714"/>
                  <a:pt x="1123400" y="1162969"/>
                  <a:pt x="1140722" y="1162969"/>
                </a:cubicBezTo>
                <a:close/>
                <a:moveTo>
                  <a:pt x="1954798" y="1143196"/>
                </a:moveTo>
                <a:cubicBezTo>
                  <a:pt x="1971073" y="1142828"/>
                  <a:pt x="1986253" y="1151365"/>
                  <a:pt x="1994389" y="1165466"/>
                </a:cubicBezTo>
                <a:cubicBezTo>
                  <a:pt x="2009236" y="1182786"/>
                  <a:pt x="1994389" y="1200107"/>
                  <a:pt x="1994389" y="1200107"/>
                </a:cubicBezTo>
                <a:cubicBezTo>
                  <a:pt x="1977739" y="1199458"/>
                  <a:pt x="1962679" y="1190045"/>
                  <a:pt x="1954798" y="1175365"/>
                </a:cubicBezTo>
                <a:cubicBezTo>
                  <a:pt x="1939952" y="1160518"/>
                  <a:pt x="1954798" y="1143196"/>
                  <a:pt x="1954798" y="1143196"/>
                </a:cubicBezTo>
                <a:close/>
                <a:moveTo>
                  <a:pt x="2521443" y="1138252"/>
                </a:moveTo>
                <a:cubicBezTo>
                  <a:pt x="2525377" y="1136450"/>
                  <a:pt x="2529881" y="1136450"/>
                  <a:pt x="2533815" y="1138252"/>
                </a:cubicBezTo>
                <a:lnTo>
                  <a:pt x="2533815" y="1150624"/>
                </a:lnTo>
                <a:cubicBezTo>
                  <a:pt x="2528866" y="1150624"/>
                  <a:pt x="2521443" y="1162994"/>
                  <a:pt x="2521443" y="1150624"/>
                </a:cubicBezTo>
                <a:cubicBezTo>
                  <a:pt x="2521443" y="1138252"/>
                  <a:pt x="2521443" y="1138252"/>
                  <a:pt x="2521443" y="1138252"/>
                </a:cubicBezTo>
                <a:close/>
                <a:moveTo>
                  <a:pt x="2919826" y="1138247"/>
                </a:moveTo>
                <a:cubicBezTo>
                  <a:pt x="2927843" y="1139498"/>
                  <a:pt x="2934994" y="1143965"/>
                  <a:pt x="2939621" y="1150620"/>
                </a:cubicBezTo>
                <a:cubicBezTo>
                  <a:pt x="2939621" y="1167940"/>
                  <a:pt x="2939621" y="1167940"/>
                  <a:pt x="2939621" y="1167940"/>
                </a:cubicBezTo>
                <a:cubicBezTo>
                  <a:pt x="2934672" y="1170414"/>
                  <a:pt x="2919826" y="1172890"/>
                  <a:pt x="2919826" y="1155568"/>
                </a:cubicBezTo>
                <a:cubicBezTo>
                  <a:pt x="2919826" y="1138247"/>
                  <a:pt x="2919826" y="1138247"/>
                  <a:pt x="2919826" y="1138247"/>
                </a:cubicBezTo>
                <a:close/>
                <a:moveTo>
                  <a:pt x="1704882" y="1125871"/>
                </a:moveTo>
                <a:cubicBezTo>
                  <a:pt x="1737861" y="1123309"/>
                  <a:pt x="1769128" y="1140897"/>
                  <a:pt x="1784063" y="1170411"/>
                </a:cubicBezTo>
                <a:cubicBezTo>
                  <a:pt x="1813757" y="1202578"/>
                  <a:pt x="1808808" y="1237221"/>
                  <a:pt x="1784063" y="1237221"/>
                </a:cubicBezTo>
                <a:cubicBezTo>
                  <a:pt x="1746400" y="1244221"/>
                  <a:pt x="1708764" y="1224893"/>
                  <a:pt x="1692510" y="1190206"/>
                </a:cubicBezTo>
                <a:cubicBezTo>
                  <a:pt x="1672714" y="1160513"/>
                  <a:pt x="1677663" y="1125871"/>
                  <a:pt x="1704882" y="1125871"/>
                </a:cubicBezTo>
                <a:close/>
                <a:moveTo>
                  <a:pt x="1365884" y="1123386"/>
                </a:moveTo>
                <a:cubicBezTo>
                  <a:pt x="1380904" y="1122880"/>
                  <a:pt x="1395053" y="1130426"/>
                  <a:pt x="1403001" y="1143180"/>
                </a:cubicBezTo>
                <a:cubicBezTo>
                  <a:pt x="1417847" y="1158028"/>
                  <a:pt x="1403001" y="1175348"/>
                  <a:pt x="1403001" y="1175348"/>
                </a:cubicBezTo>
                <a:cubicBezTo>
                  <a:pt x="1387305" y="1175944"/>
                  <a:pt x="1372743" y="1167207"/>
                  <a:pt x="1365884" y="1153078"/>
                </a:cubicBezTo>
                <a:cubicBezTo>
                  <a:pt x="1348563" y="1138231"/>
                  <a:pt x="1365884" y="1123386"/>
                  <a:pt x="1365884" y="1123386"/>
                </a:cubicBezTo>
                <a:close/>
                <a:moveTo>
                  <a:pt x="989779" y="1106048"/>
                </a:moveTo>
                <a:cubicBezTo>
                  <a:pt x="1010930" y="1106794"/>
                  <a:pt x="1030360" y="1117897"/>
                  <a:pt x="1041740" y="1135741"/>
                </a:cubicBezTo>
                <a:cubicBezTo>
                  <a:pt x="1044316" y="1137550"/>
                  <a:pt x="1046553" y="1139789"/>
                  <a:pt x="1048361" y="1142360"/>
                </a:cubicBezTo>
                <a:cubicBezTo>
                  <a:pt x="1057004" y="1154661"/>
                  <a:pt x="1054042" y="1171639"/>
                  <a:pt x="1041740" y="1180281"/>
                </a:cubicBezTo>
                <a:cubicBezTo>
                  <a:pt x="1016286" y="1184149"/>
                  <a:pt x="990978" y="1172467"/>
                  <a:pt x="977406" y="1150589"/>
                </a:cubicBezTo>
                <a:cubicBezTo>
                  <a:pt x="965035" y="1130791"/>
                  <a:pt x="969983" y="1106048"/>
                  <a:pt x="989779" y="1106048"/>
                </a:cubicBezTo>
                <a:close/>
                <a:moveTo>
                  <a:pt x="601291" y="1098606"/>
                </a:moveTo>
                <a:cubicBezTo>
                  <a:pt x="637796" y="1094837"/>
                  <a:pt x="673277" y="1112099"/>
                  <a:pt x="692844" y="1143147"/>
                </a:cubicBezTo>
                <a:cubicBezTo>
                  <a:pt x="710167" y="1175314"/>
                  <a:pt x="700267" y="1212431"/>
                  <a:pt x="670575" y="1212431"/>
                </a:cubicBezTo>
                <a:cubicBezTo>
                  <a:pt x="633549" y="1215698"/>
                  <a:pt x="597937" y="1197410"/>
                  <a:pt x="579021" y="1165416"/>
                </a:cubicBezTo>
                <a:cubicBezTo>
                  <a:pt x="559225" y="1133248"/>
                  <a:pt x="569124" y="1098606"/>
                  <a:pt x="601291" y="1098606"/>
                </a:cubicBezTo>
                <a:close/>
                <a:moveTo>
                  <a:pt x="3004576" y="1091534"/>
                </a:moveTo>
                <a:cubicBezTo>
                  <a:pt x="3008287" y="1091227"/>
                  <a:pt x="3011380" y="1094939"/>
                  <a:pt x="3011380" y="1103600"/>
                </a:cubicBezTo>
                <a:cubicBezTo>
                  <a:pt x="3011380" y="1120920"/>
                  <a:pt x="3011380" y="1120920"/>
                  <a:pt x="3011380" y="1120920"/>
                </a:cubicBezTo>
                <a:cubicBezTo>
                  <a:pt x="3005739" y="1122642"/>
                  <a:pt x="2999701" y="1122642"/>
                  <a:pt x="2994060" y="1120920"/>
                </a:cubicBezTo>
                <a:cubicBezTo>
                  <a:pt x="2994060" y="1103600"/>
                  <a:pt x="2989111" y="1118446"/>
                  <a:pt x="2994060" y="1103600"/>
                </a:cubicBezTo>
                <a:cubicBezTo>
                  <a:pt x="2996534" y="1096175"/>
                  <a:pt x="3000864" y="1091845"/>
                  <a:pt x="3004576" y="1091534"/>
                </a:cubicBezTo>
                <a:close/>
                <a:moveTo>
                  <a:pt x="2825798" y="1084734"/>
                </a:moveTo>
                <a:cubicBezTo>
                  <a:pt x="2831366" y="1086284"/>
                  <a:pt x="2835696" y="1091232"/>
                  <a:pt x="2835696" y="1103603"/>
                </a:cubicBezTo>
                <a:cubicBezTo>
                  <a:pt x="2835696" y="1128350"/>
                  <a:pt x="2835696" y="1128350"/>
                  <a:pt x="2835696" y="1128350"/>
                </a:cubicBezTo>
                <a:cubicBezTo>
                  <a:pt x="2828272" y="1130824"/>
                  <a:pt x="2808477" y="1123400"/>
                  <a:pt x="2808477" y="1111027"/>
                </a:cubicBezTo>
                <a:cubicBezTo>
                  <a:pt x="2808477" y="1098654"/>
                  <a:pt x="2798579" y="1088758"/>
                  <a:pt x="2808477" y="1086284"/>
                </a:cubicBezTo>
                <a:cubicBezTo>
                  <a:pt x="2813426" y="1085044"/>
                  <a:pt x="2820231" y="1083188"/>
                  <a:pt x="2825798" y="1084734"/>
                </a:cubicBezTo>
                <a:close/>
                <a:moveTo>
                  <a:pt x="2707025" y="1081333"/>
                </a:moveTo>
                <a:cubicBezTo>
                  <a:pt x="2721872" y="1081333"/>
                  <a:pt x="2721872" y="1081333"/>
                  <a:pt x="2721872" y="1081333"/>
                </a:cubicBezTo>
                <a:cubicBezTo>
                  <a:pt x="2720833" y="1089059"/>
                  <a:pt x="2714746" y="1095135"/>
                  <a:pt x="2707025" y="1096181"/>
                </a:cubicBezTo>
                <a:cubicBezTo>
                  <a:pt x="2707025" y="1081333"/>
                  <a:pt x="2692179" y="1081333"/>
                  <a:pt x="2707025" y="1081333"/>
                </a:cubicBezTo>
                <a:close/>
                <a:moveTo>
                  <a:pt x="1573737" y="1054105"/>
                </a:moveTo>
                <a:cubicBezTo>
                  <a:pt x="1608716" y="1051286"/>
                  <a:pt x="1641940" y="1069849"/>
                  <a:pt x="1657868" y="1101121"/>
                </a:cubicBezTo>
                <a:cubicBezTo>
                  <a:pt x="1677663" y="1135764"/>
                  <a:pt x="1672714" y="1172879"/>
                  <a:pt x="1643021" y="1172879"/>
                </a:cubicBezTo>
                <a:cubicBezTo>
                  <a:pt x="1607342" y="1173199"/>
                  <a:pt x="1574254" y="1154292"/>
                  <a:pt x="1556416" y="1123391"/>
                </a:cubicBezTo>
                <a:cubicBezTo>
                  <a:pt x="1536621" y="1091221"/>
                  <a:pt x="1544044" y="1054105"/>
                  <a:pt x="1573737" y="1054105"/>
                </a:cubicBezTo>
                <a:close/>
                <a:moveTo>
                  <a:pt x="1210004" y="1051619"/>
                </a:moveTo>
                <a:cubicBezTo>
                  <a:pt x="1230155" y="1051289"/>
                  <a:pt x="1248979" y="1061642"/>
                  <a:pt x="1259484" y="1078837"/>
                </a:cubicBezTo>
                <a:cubicBezTo>
                  <a:pt x="1279279" y="1098632"/>
                  <a:pt x="1274330" y="1118427"/>
                  <a:pt x="1259484" y="1118427"/>
                </a:cubicBezTo>
                <a:cubicBezTo>
                  <a:pt x="1239214" y="1119293"/>
                  <a:pt x="1220133" y="1108799"/>
                  <a:pt x="1210004" y="1091209"/>
                </a:cubicBezTo>
                <a:cubicBezTo>
                  <a:pt x="1190209" y="1073889"/>
                  <a:pt x="1192683" y="1051619"/>
                  <a:pt x="1210004" y="1051619"/>
                </a:cubicBezTo>
                <a:close/>
                <a:moveTo>
                  <a:pt x="1796435" y="1049161"/>
                </a:moveTo>
                <a:cubicBezTo>
                  <a:pt x="1825352" y="1049923"/>
                  <a:pt x="1851704" y="1065925"/>
                  <a:pt x="1865719" y="1091227"/>
                </a:cubicBezTo>
                <a:cubicBezTo>
                  <a:pt x="1890464" y="1118447"/>
                  <a:pt x="1887989" y="1148142"/>
                  <a:pt x="1865719" y="1148142"/>
                </a:cubicBezTo>
                <a:cubicBezTo>
                  <a:pt x="1837177" y="1148397"/>
                  <a:pt x="1810705" y="1133269"/>
                  <a:pt x="1796435" y="1108549"/>
                </a:cubicBezTo>
                <a:cubicBezTo>
                  <a:pt x="1769217" y="1081329"/>
                  <a:pt x="1774166" y="1049161"/>
                  <a:pt x="1796435" y="1049161"/>
                </a:cubicBezTo>
                <a:close/>
                <a:moveTo>
                  <a:pt x="831414" y="1031805"/>
                </a:moveTo>
                <a:cubicBezTo>
                  <a:pt x="861969" y="1028354"/>
                  <a:pt x="891489" y="1044098"/>
                  <a:pt x="905646" y="1071396"/>
                </a:cubicBezTo>
                <a:cubicBezTo>
                  <a:pt x="922968" y="1096140"/>
                  <a:pt x="915545" y="1128309"/>
                  <a:pt x="888327" y="1128309"/>
                </a:cubicBezTo>
                <a:cubicBezTo>
                  <a:pt x="858625" y="1127934"/>
                  <a:pt x="830949" y="1113174"/>
                  <a:pt x="814092" y="1088718"/>
                </a:cubicBezTo>
                <a:cubicBezTo>
                  <a:pt x="799246" y="1061499"/>
                  <a:pt x="806669" y="1031805"/>
                  <a:pt x="831414" y="1031805"/>
                </a:cubicBezTo>
                <a:close/>
                <a:moveTo>
                  <a:pt x="2897867" y="1031222"/>
                </a:moveTo>
                <a:cubicBezTo>
                  <a:pt x="2903125" y="1033077"/>
                  <a:pt x="2907455" y="1038026"/>
                  <a:pt x="2907455" y="1049161"/>
                </a:cubicBezTo>
                <a:cubicBezTo>
                  <a:pt x="2907455" y="1071432"/>
                  <a:pt x="2907455" y="1071432"/>
                  <a:pt x="2907455" y="1071432"/>
                </a:cubicBezTo>
                <a:cubicBezTo>
                  <a:pt x="2900031" y="1073907"/>
                  <a:pt x="2882710" y="1076382"/>
                  <a:pt x="2882710" y="1054110"/>
                </a:cubicBezTo>
                <a:cubicBezTo>
                  <a:pt x="2882710" y="1031841"/>
                  <a:pt x="2875287" y="1034316"/>
                  <a:pt x="2882710" y="1031841"/>
                </a:cubicBezTo>
                <a:cubicBezTo>
                  <a:pt x="2886422" y="1030605"/>
                  <a:pt x="2892608" y="1029367"/>
                  <a:pt x="2897867" y="1031222"/>
                </a:cubicBezTo>
                <a:close/>
                <a:moveTo>
                  <a:pt x="3127678" y="1026879"/>
                </a:moveTo>
                <a:lnTo>
                  <a:pt x="3142524" y="1026879"/>
                </a:lnTo>
                <a:cubicBezTo>
                  <a:pt x="3142524" y="1041727"/>
                  <a:pt x="3142524" y="1041727"/>
                  <a:pt x="3142524" y="1041727"/>
                </a:cubicBezTo>
                <a:cubicBezTo>
                  <a:pt x="3137724" y="1043424"/>
                  <a:pt x="3132478" y="1043424"/>
                  <a:pt x="3127678" y="1041727"/>
                </a:cubicBezTo>
                <a:cubicBezTo>
                  <a:pt x="3127678" y="1026879"/>
                  <a:pt x="3127678" y="1026879"/>
                  <a:pt x="3127678" y="1026879"/>
                </a:cubicBezTo>
                <a:close/>
                <a:moveTo>
                  <a:pt x="2474429" y="1009577"/>
                </a:moveTo>
                <a:cubicBezTo>
                  <a:pt x="2487049" y="1010672"/>
                  <a:pt x="2498258" y="1018136"/>
                  <a:pt x="2504122" y="1029370"/>
                </a:cubicBezTo>
                <a:cubicBezTo>
                  <a:pt x="2504122" y="1054116"/>
                  <a:pt x="2504122" y="1054116"/>
                  <a:pt x="2504122" y="1054116"/>
                </a:cubicBezTo>
                <a:cubicBezTo>
                  <a:pt x="2491552" y="1055241"/>
                  <a:pt x="2479650" y="1048292"/>
                  <a:pt x="2474429" y="1036795"/>
                </a:cubicBezTo>
                <a:cubicBezTo>
                  <a:pt x="2474429" y="1024424"/>
                  <a:pt x="2474429" y="1009577"/>
                  <a:pt x="2474429" y="1009577"/>
                </a:cubicBezTo>
                <a:close/>
                <a:moveTo>
                  <a:pt x="2363080" y="1009577"/>
                </a:moveTo>
                <a:cubicBezTo>
                  <a:pt x="2375491" y="1009133"/>
                  <a:pt x="2387049" y="1015875"/>
                  <a:pt x="2392773" y="1026898"/>
                </a:cubicBezTo>
                <a:cubicBezTo>
                  <a:pt x="2405145" y="1039270"/>
                  <a:pt x="2392773" y="1054113"/>
                  <a:pt x="2392773" y="1054113"/>
                </a:cubicBezTo>
                <a:cubicBezTo>
                  <a:pt x="2385350" y="1056589"/>
                  <a:pt x="2375452" y="1059061"/>
                  <a:pt x="2363080" y="1034321"/>
                </a:cubicBezTo>
                <a:cubicBezTo>
                  <a:pt x="2350708" y="1009577"/>
                  <a:pt x="2363080" y="1009577"/>
                  <a:pt x="2363080" y="1009577"/>
                </a:cubicBezTo>
                <a:close/>
                <a:moveTo>
                  <a:pt x="2773835" y="1002148"/>
                </a:moveTo>
                <a:cubicBezTo>
                  <a:pt x="2779774" y="998005"/>
                  <a:pt x="2787692" y="998005"/>
                  <a:pt x="2793630" y="1002148"/>
                </a:cubicBezTo>
                <a:cubicBezTo>
                  <a:pt x="2793630" y="1019470"/>
                  <a:pt x="2793630" y="1019470"/>
                  <a:pt x="2793630" y="1019470"/>
                </a:cubicBezTo>
                <a:cubicBezTo>
                  <a:pt x="2786974" y="1021459"/>
                  <a:pt x="2779798" y="1020561"/>
                  <a:pt x="2773835" y="1016996"/>
                </a:cubicBezTo>
                <a:cubicBezTo>
                  <a:pt x="2773835" y="1002148"/>
                  <a:pt x="2773835" y="1002148"/>
                  <a:pt x="2773835" y="1002148"/>
                </a:cubicBezTo>
                <a:close/>
                <a:moveTo>
                  <a:pt x="3199437" y="997179"/>
                </a:moveTo>
                <a:lnTo>
                  <a:pt x="3201911" y="997179"/>
                </a:lnTo>
                <a:lnTo>
                  <a:pt x="3201911" y="999654"/>
                </a:lnTo>
                <a:close/>
                <a:moveTo>
                  <a:pt x="1900362" y="989777"/>
                </a:moveTo>
                <a:cubicBezTo>
                  <a:pt x="1924317" y="992199"/>
                  <a:pt x="1945112" y="1007325"/>
                  <a:pt x="1954799" y="1029367"/>
                </a:cubicBezTo>
                <a:cubicBezTo>
                  <a:pt x="1977069" y="1051636"/>
                  <a:pt x="1972120" y="1078856"/>
                  <a:pt x="1954799" y="1078856"/>
                </a:cubicBezTo>
                <a:cubicBezTo>
                  <a:pt x="1931710" y="1076036"/>
                  <a:pt x="1911420" y="1062203"/>
                  <a:pt x="1900362" y="1041739"/>
                </a:cubicBezTo>
                <a:cubicBezTo>
                  <a:pt x="1875617" y="1016996"/>
                  <a:pt x="1880566" y="989777"/>
                  <a:pt x="1900362" y="989777"/>
                </a:cubicBezTo>
                <a:close/>
                <a:moveTo>
                  <a:pt x="1427746" y="989762"/>
                </a:moveTo>
                <a:cubicBezTo>
                  <a:pt x="1463043" y="988402"/>
                  <a:pt x="1496262" y="1006437"/>
                  <a:pt x="1514351" y="1036777"/>
                </a:cubicBezTo>
                <a:cubicBezTo>
                  <a:pt x="1534146" y="1068946"/>
                  <a:pt x="1526723" y="1103589"/>
                  <a:pt x="1499504" y="1103589"/>
                </a:cubicBezTo>
                <a:cubicBezTo>
                  <a:pt x="1464357" y="1107234"/>
                  <a:pt x="1430378" y="1089758"/>
                  <a:pt x="1412899" y="1059048"/>
                </a:cubicBezTo>
                <a:cubicBezTo>
                  <a:pt x="1393104" y="1026879"/>
                  <a:pt x="1400527" y="989762"/>
                  <a:pt x="1427746" y="989762"/>
                </a:cubicBezTo>
                <a:close/>
                <a:moveTo>
                  <a:pt x="1071437" y="989750"/>
                </a:moveTo>
                <a:cubicBezTo>
                  <a:pt x="1086256" y="992411"/>
                  <a:pt x="1098524" y="1002793"/>
                  <a:pt x="1103602" y="1016969"/>
                </a:cubicBezTo>
                <a:cubicBezTo>
                  <a:pt x="1120923" y="1031814"/>
                  <a:pt x="1103602" y="1046662"/>
                  <a:pt x="1103602" y="1046662"/>
                </a:cubicBezTo>
                <a:cubicBezTo>
                  <a:pt x="1089187" y="1043169"/>
                  <a:pt x="1077264" y="1033081"/>
                  <a:pt x="1071437" y="1019443"/>
                </a:cubicBezTo>
                <a:cubicBezTo>
                  <a:pt x="1054116" y="1004596"/>
                  <a:pt x="1056588" y="989750"/>
                  <a:pt x="1071437" y="989750"/>
                </a:cubicBezTo>
                <a:close/>
                <a:moveTo>
                  <a:pt x="1655393" y="974922"/>
                </a:moveTo>
                <a:cubicBezTo>
                  <a:pt x="1687348" y="973991"/>
                  <a:pt x="1717071" y="991249"/>
                  <a:pt x="1732100" y="1019464"/>
                </a:cubicBezTo>
                <a:cubicBezTo>
                  <a:pt x="1761793" y="1049156"/>
                  <a:pt x="1756845" y="1081324"/>
                  <a:pt x="1732100" y="1081324"/>
                </a:cubicBezTo>
                <a:cubicBezTo>
                  <a:pt x="1699668" y="1084263"/>
                  <a:pt x="1668916" y="1066409"/>
                  <a:pt x="1655393" y="1036786"/>
                </a:cubicBezTo>
                <a:cubicBezTo>
                  <a:pt x="1625700" y="1007094"/>
                  <a:pt x="1630649" y="974922"/>
                  <a:pt x="1655393" y="974922"/>
                </a:cubicBezTo>
                <a:close/>
                <a:moveTo>
                  <a:pt x="668099" y="964986"/>
                </a:moveTo>
                <a:cubicBezTo>
                  <a:pt x="700521" y="961967"/>
                  <a:pt x="731635" y="978497"/>
                  <a:pt x="747281" y="1007053"/>
                </a:cubicBezTo>
                <a:cubicBezTo>
                  <a:pt x="762128" y="1034271"/>
                  <a:pt x="754706" y="1063965"/>
                  <a:pt x="727486" y="1063965"/>
                </a:cubicBezTo>
                <a:cubicBezTo>
                  <a:pt x="695065" y="1066983"/>
                  <a:pt x="663951" y="1050454"/>
                  <a:pt x="648304" y="1021899"/>
                </a:cubicBezTo>
                <a:cubicBezTo>
                  <a:pt x="630983" y="994680"/>
                  <a:pt x="640883" y="964986"/>
                  <a:pt x="668099" y="964986"/>
                </a:cubicBezTo>
                <a:close/>
                <a:moveTo>
                  <a:pt x="1317015" y="964704"/>
                </a:moveTo>
                <a:cubicBezTo>
                  <a:pt x="1320726" y="964394"/>
                  <a:pt x="1323819" y="967487"/>
                  <a:pt x="1323819" y="974911"/>
                </a:cubicBezTo>
                <a:cubicBezTo>
                  <a:pt x="1323819" y="989758"/>
                  <a:pt x="1323819" y="989758"/>
                  <a:pt x="1323819" y="989758"/>
                </a:cubicBezTo>
                <a:cubicBezTo>
                  <a:pt x="1318175" y="991480"/>
                  <a:pt x="1312143" y="991480"/>
                  <a:pt x="1306498" y="989758"/>
                </a:cubicBezTo>
                <a:cubicBezTo>
                  <a:pt x="1306498" y="974911"/>
                  <a:pt x="1301550" y="987282"/>
                  <a:pt x="1306498" y="974911"/>
                </a:cubicBezTo>
                <a:cubicBezTo>
                  <a:pt x="1308973" y="968724"/>
                  <a:pt x="1313303" y="965014"/>
                  <a:pt x="1317015" y="964704"/>
                </a:cubicBezTo>
                <a:close/>
                <a:moveTo>
                  <a:pt x="1984492" y="935338"/>
                </a:moveTo>
                <a:cubicBezTo>
                  <a:pt x="2014296" y="935215"/>
                  <a:pt x="2041800" y="951338"/>
                  <a:pt x="2056250" y="977403"/>
                </a:cubicBezTo>
                <a:cubicBezTo>
                  <a:pt x="2083469" y="1007098"/>
                  <a:pt x="2078520" y="1039264"/>
                  <a:pt x="2056250" y="1039264"/>
                </a:cubicBezTo>
                <a:cubicBezTo>
                  <a:pt x="2022789" y="1040650"/>
                  <a:pt x="1992074" y="1020835"/>
                  <a:pt x="1979543" y="989777"/>
                </a:cubicBezTo>
                <a:cubicBezTo>
                  <a:pt x="1979543" y="965031"/>
                  <a:pt x="1979543" y="937811"/>
                  <a:pt x="1984492" y="935338"/>
                </a:cubicBezTo>
                <a:close/>
                <a:moveTo>
                  <a:pt x="2655063" y="932864"/>
                </a:moveTo>
                <a:cubicBezTo>
                  <a:pt x="2670602" y="932864"/>
                  <a:pt x="2684880" y="941424"/>
                  <a:pt x="2692179" y="955133"/>
                </a:cubicBezTo>
                <a:cubicBezTo>
                  <a:pt x="2692179" y="972453"/>
                  <a:pt x="2692179" y="989776"/>
                  <a:pt x="2692179" y="989776"/>
                </a:cubicBezTo>
                <a:cubicBezTo>
                  <a:pt x="2682282" y="989776"/>
                  <a:pt x="2667435" y="979877"/>
                  <a:pt x="2655063" y="965031"/>
                </a:cubicBezTo>
                <a:cubicBezTo>
                  <a:pt x="2642691" y="950182"/>
                  <a:pt x="2655063" y="932864"/>
                  <a:pt x="2655063" y="932864"/>
                </a:cubicBezTo>
                <a:close/>
                <a:moveTo>
                  <a:pt x="2848068" y="930383"/>
                </a:moveTo>
                <a:cubicBezTo>
                  <a:pt x="2858386" y="930944"/>
                  <a:pt x="2867245" y="937847"/>
                  <a:pt x="2870338" y="947703"/>
                </a:cubicBezTo>
                <a:cubicBezTo>
                  <a:pt x="2870338" y="969973"/>
                  <a:pt x="2870338" y="969973"/>
                  <a:pt x="2870338" y="969973"/>
                </a:cubicBezTo>
                <a:cubicBezTo>
                  <a:pt x="2860935" y="967355"/>
                  <a:pt x="2852918" y="961131"/>
                  <a:pt x="2848068" y="952652"/>
                </a:cubicBezTo>
                <a:cubicBezTo>
                  <a:pt x="2848068" y="942754"/>
                  <a:pt x="2848068" y="930383"/>
                  <a:pt x="2848068" y="930383"/>
                </a:cubicBezTo>
                <a:close/>
                <a:moveTo>
                  <a:pt x="1756844" y="922959"/>
                </a:moveTo>
                <a:cubicBezTo>
                  <a:pt x="1776939" y="922933"/>
                  <a:pt x="1795247" y="934499"/>
                  <a:pt x="1803858" y="952653"/>
                </a:cubicBezTo>
                <a:cubicBezTo>
                  <a:pt x="1823654" y="969974"/>
                  <a:pt x="1818705" y="989770"/>
                  <a:pt x="1803858" y="989770"/>
                </a:cubicBezTo>
                <a:cubicBezTo>
                  <a:pt x="1789012" y="989770"/>
                  <a:pt x="1776639" y="982346"/>
                  <a:pt x="1756844" y="962550"/>
                </a:cubicBezTo>
                <a:cubicBezTo>
                  <a:pt x="1737049" y="942754"/>
                  <a:pt x="1739523" y="922959"/>
                  <a:pt x="1756844" y="922959"/>
                </a:cubicBezTo>
                <a:close/>
                <a:moveTo>
                  <a:pt x="497363" y="922913"/>
                </a:moveTo>
                <a:cubicBezTo>
                  <a:pt x="519058" y="921548"/>
                  <a:pt x="539487" y="933223"/>
                  <a:pt x="549326" y="952607"/>
                </a:cubicBezTo>
                <a:cubicBezTo>
                  <a:pt x="574070" y="969928"/>
                  <a:pt x="566646" y="989724"/>
                  <a:pt x="549326" y="989724"/>
                </a:cubicBezTo>
                <a:cubicBezTo>
                  <a:pt x="525552" y="988848"/>
                  <a:pt x="504387" y="974417"/>
                  <a:pt x="494888" y="952607"/>
                </a:cubicBezTo>
                <a:cubicBezTo>
                  <a:pt x="488994" y="943266"/>
                  <a:pt x="490004" y="931151"/>
                  <a:pt x="497363" y="922913"/>
                </a:cubicBezTo>
                <a:close/>
                <a:moveTo>
                  <a:pt x="2098316" y="915541"/>
                </a:moveTo>
                <a:cubicBezTo>
                  <a:pt x="2115637" y="910592"/>
                  <a:pt x="2132958" y="922964"/>
                  <a:pt x="2150279" y="945233"/>
                </a:cubicBezTo>
                <a:cubicBezTo>
                  <a:pt x="2167600" y="967505"/>
                  <a:pt x="2165126" y="989777"/>
                  <a:pt x="2150279" y="989777"/>
                </a:cubicBezTo>
                <a:cubicBezTo>
                  <a:pt x="2128645" y="988487"/>
                  <a:pt x="2109115" y="976398"/>
                  <a:pt x="2098316" y="957608"/>
                </a:cubicBezTo>
                <a:cubicBezTo>
                  <a:pt x="2078521" y="937811"/>
                  <a:pt x="2080995" y="920491"/>
                  <a:pt x="2098316" y="915541"/>
                </a:cubicBezTo>
                <a:close/>
                <a:moveTo>
                  <a:pt x="2543713" y="913065"/>
                </a:moveTo>
                <a:cubicBezTo>
                  <a:pt x="2560688" y="912561"/>
                  <a:pt x="2576326" y="922324"/>
                  <a:pt x="2583304" y="937811"/>
                </a:cubicBezTo>
                <a:cubicBezTo>
                  <a:pt x="2595676" y="955133"/>
                  <a:pt x="2583304" y="972453"/>
                  <a:pt x="2583304" y="972453"/>
                </a:cubicBezTo>
                <a:cubicBezTo>
                  <a:pt x="2570932" y="974929"/>
                  <a:pt x="2543713" y="965031"/>
                  <a:pt x="2543713" y="947709"/>
                </a:cubicBezTo>
                <a:cubicBezTo>
                  <a:pt x="2543713" y="930388"/>
                  <a:pt x="2543713" y="913065"/>
                  <a:pt x="2543713" y="913065"/>
                </a:cubicBezTo>
                <a:close/>
                <a:moveTo>
                  <a:pt x="1504452" y="905632"/>
                </a:moveTo>
                <a:cubicBezTo>
                  <a:pt x="1535524" y="905632"/>
                  <a:pt x="1564064" y="922758"/>
                  <a:pt x="1578685" y="950174"/>
                </a:cubicBezTo>
                <a:cubicBezTo>
                  <a:pt x="1608379" y="977390"/>
                  <a:pt x="1603430" y="1009559"/>
                  <a:pt x="1578685" y="1009559"/>
                </a:cubicBezTo>
                <a:cubicBezTo>
                  <a:pt x="1542450" y="1015772"/>
                  <a:pt x="1506378" y="997735"/>
                  <a:pt x="1489606" y="965019"/>
                </a:cubicBezTo>
                <a:cubicBezTo>
                  <a:pt x="1472285" y="937801"/>
                  <a:pt x="1479708" y="905632"/>
                  <a:pt x="1504452" y="905632"/>
                </a:cubicBezTo>
                <a:close/>
                <a:moveTo>
                  <a:pt x="2328437" y="903170"/>
                </a:moveTo>
                <a:cubicBezTo>
                  <a:pt x="2335860" y="900694"/>
                  <a:pt x="2355656" y="905643"/>
                  <a:pt x="2355656" y="918016"/>
                </a:cubicBezTo>
                <a:cubicBezTo>
                  <a:pt x="2355656" y="930388"/>
                  <a:pt x="2355656" y="942760"/>
                  <a:pt x="2355656" y="942760"/>
                </a:cubicBezTo>
                <a:cubicBezTo>
                  <a:pt x="2344417" y="941438"/>
                  <a:pt x="2334396" y="935060"/>
                  <a:pt x="2328437" y="925439"/>
                </a:cubicBezTo>
                <a:cubicBezTo>
                  <a:pt x="2328437" y="915541"/>
                  <a:pt x="2321014" y="905643"/>
                  <a:pt x="2328437" y="903170"/>
                </a:cubicBezTo>
                <a:close/>
                <a:moveTo>
                  <a:pt x="2439787" y="900694"/>
                </a:moveTo>
                <a:cubicBezTo>
                  <a:pt x="2454772" y="900444"/>
                  <a:pt x="2468436" y="909228"/>
                  <a:pt x="2474429" y="922964"/>
                </a:cubicBezTo>
                <a:cubicBezTo>
                  <a:pt x="2474429" y="937811"/>
                  <a:pt x="2474429" y="952658"/>
                  <a:pt x="2474429" y="952658"/>
                </a:cubicBezTo>
                <a:cubicBezTo>
                  <a:pt x="2459444" y="952909"/>
                  <a:pt x="2445780" y="944123"/>
                  <a:pt x="2439787" y="930388"/>
                </a:cubicBezTo>
                <a:cubicBezTo>
                  <a:pt x="2439787" y="915541"/>
                  <a:pt x="2439787" y="900694"/>
                  <a:pt x="2439787" y="900694"/>
                </a:cubicBezTo>
                <a:close/>
                <a:moveTo>
                  <a:pt x="905646" y="900658"/>
                </a:moveTo>
                <a:cubicBezTo>
                  <a:pt x="939811" y="898612"/>
                  <a:pt x="972263" y="915795"/>
                  <a:pt x="989779" y="945199"/>
                </a:cubicBezTo>
                <a:cubicBezTo>
                  <a:pt x="989779" y="974893"/>
                  <a:pt x="989779" y="1004587"/>
                  <a:pt x="962559" y="1009536"/>
                </a:cubicBezTo>
                <a:cubicBezTo>
                  <a:pt x="930521" y="1008375"/>
                  <a:pt x="901426" y="990542"/>
                  <a:pt x="885852" y="962520"/>
                </a:cubicBezTo>
                <a:cubicBezTo>
                  <a:pt x="868533" y="932826"/>
                  <a:pt x="875953" y="900658"/>
                  <a:pt x="905646" y="900658"/>
                </a:cubicBezTo>
                <a:close/>
                <a:moveTo>
                  <a:pt x="2226986" y="895745"/>
                </a:moveTo>
                <a:cubicBezTo>
                  <a:pt x="2239858" y="901335"/>
                  <a:pt x="2249753" y="912129"/>
                  <a:pt x="2254204" y="925439"/>
                </a:cubicBezTo>
                <a:cubicBezTo>
                  <a:pt x="2271525" y="945233"/>
                  <a:pt x="2269051" y="965031"/>
                  <a:pt x="2254204" y="965031"/>
                </a:cubicBezTo>
                <a:cubicBezTo>
                  <a:pt x="2241669" y="958979"/>
                  <a:pt x="2231927" y="948351"/>
                  <a:pt x="2226986" y="935338"/>
                </a:cubicBezTo>
                <a:cubicBezTo>
                  <a:pt x="2209665" y="918016"/>
                  <a:pt x="2212139" y="895745"/>
                  <a:pt x="2226986" y="895745"/>
                </a:cubicBezTo>
                <a:close/>
                <a:moveTo>
                  <a:pt x="2736719" y="883368"/>
                </a:moveTo>
                <a:cubicBezTo>
                  <a:pt x="2746617" y="880893"/>
                  <a:pt x="2763938" y="888317"/>
                  <a:pt x="2763938" y="900689"/>
                </a:cubicBezTo>
                <a:cubicBezTo>
                  <a:pt x="2763938" y="913061"/>
                  <a:pt x="2763938" y="925432"/>
                  <a:pt x="2763938" y="925432"/>
                </a:cubicBezTo>
                <a:cubicBezTo>
                  <a:pt x="2752258" y="925524"/>
                  <a:pt x="2741594" y="918742"/>
                  <a:pt x="2736719" y="908111"/>
                </a:cubicBezTo>
                <a:cubicBezTo>
                  <a:pt x="2736719" y="895739"/>
                  <a:pt x="2726821" y="885843"/>
                  <a:pt x="2736719" y="883368"/>
                </a:cubicBezTo>
                <a:close/>
                <a:moveTo>
                  <a:pt x="1133294" y="875922"/>
                </a:moveTo>
                <a:cubicBezTo>
                  <a:pt x="1154843" y="875178"/>
                  <a:pt x="1174959" y="886676"/>
                  <a:pt x="1185258" y="905616"/>
                </a:cubicBezTo>
                <a:cubicBezTo>
                  <a:pt x="1207530" y="925413"/>
                  <a:pt x="1202577" y="947682"/>
                  <a:pt x="1185258" y="947682"/>
                </a:cubicBezTo>
                <a:cubicBezTo>
                  <a:pt x="1163326" y="947378"/>
                  <a:pt x="1143349" y="935011"/>
                  <a:pt x="1133294" y="915514"/>
                </a:cubicBezTo>
                <a:cubicBezTo>
                  <a:pt x="1108551" y="895720"/>
                  <a:pt x="1115974" y="875922"/>
                  <a:pt x="1133294" y="875922"/>
                </a:cubicBezTo>
                <a:close/>
                <a:moveTo>
                  <a:pt x="1833551" y="846252"/>
                </a:moveTo>
                <a:cubicBezTo>
                  <a:pt x="1867899" y="846125"/>
                  <a:pt x="1899426" y="865234"/>
                  <a:pt x="1915207" y="895740"/>
                </a:cubicBezTo>
                <a:cubicBezTo>
                  <a:pt x="1947375" y="927908"/>
                  <a:pt x="1942426" y="962550"/>
                  <a:pt x="1915207" y="962550"/>
                </a:cubicBezTo>
                <a:cubicBezTo>
                  <a:pt x="1881016" y="962131"/>
                  <a:pt x="1849747" y="943178"/>
                  <a:pt x="1833551" y="913061"/>
                </a:cubicBezTo>
                <a:cubicBezTo>
                  <a:pt x="1801384" y="880895"/>
                  <a:pt x="1806333" y="846252"/>
                  <a:pt x="1833551" y="846252"/>
                </a:cubicBezTo>
                <a:close/>
                <a:moveTo>
                  <a:pt x="1605904" y="846245"/>
                </a:moveTo>
                <a:cubicBezTo>
                  <a:pt x="1628431" y="846695"/>
                  <a:pt x="1649081" y="858898"/>
                  <a:pt x="1660342" y="878413"/>
                </a:cubicBezTo>
                <a:cubicBezTo>
                  <a:pt x="1682611" y="898208"/>
                  <a:pt x="1677663" y="920478"/>
                  <a:pt x="1660342" y="920478"/>
                </a:cubicBezTo>
                <a:cubicBezTo>
                  <a:pt x="1637191" y="922472"/>
                  <a:pt x="1615324" y="909553"/>
                  <a:pt x="1605904" y="888309"/>
                </a:cubicBezTo>
                <a:cubicBezTo>
                  <a:pt x="1583634" y="868515"/>
                  <a:pt x="1588583" y="846245"/>
                  <a:pt x="1605904" y="846245"/>
                </a:cubicBezTo>
                <a:close/>
                <a:moveTo>
                  <a:pt x="1360936" y="843765"/>
                </a:moveTo>
                <a:cubicBezTo>
                  <a:pt x="1387340" y="844237"/>
                  <a:pt x="1411644" y="858260"/>
                  <a:pt x="1425271" y="880882"/>
                </a:cubicBezTo>
                <a:cubicBezTo>
                  <a:pt x="1450015" y="903151"/>
                  <a:pt x="1445066" y="930369"/>
                  <a:pt x="1425271" y="930369"/>
                </a:cubicBezTo>
                <a:cubicBezTo>
                  <a:pt x="1398592" y="930922"/>
                  <a:pt x="1373813" y="916625"/>
                  <a:pt x="1360936" y="893254"/>
                </a:cubicBezTo>
                <a:cubicBezTo>
                  <a:pt x="1336191" y="868508"/>
                  <a:pt x="1341140" y="843765"/>
                  <a:pt x="1360936" y="843765"/>
                </a:cubicBezTo>
                <a:close/>
                <a:moveTo>
                  <a:pt x="2620420" y="838828"/>
                </a:moveTo>
                <a:cubicBezTo>
                  <a:pt x="2630318" y="836352"/>
                  <a:pt x="2657536" y="848726"/>
                  <a:pt x="2657536" y="863572"/>
                </a:cubicBezTo>
                <a:cubicBezTo>
                  <a:pt x="2657536" y="878420"/>
                  <a:pt x="2657536" y="895739"/>
                  <a:pt x="2657536" y="895739"/>
                </a:cubicBezTo>
                <a:cubicBezTo>
                  <a:pt x="2645164" y="898214"/>
                  <a:pt x="2620420" y="885842"/>
                  <a:pt x="2620420" y="870994"/>
                </a:cubicBezTo>
                <a:cubicBezTo>
                  <a:pt x="2620420" y="856148"/>
                  <a:pt x="2610522" y="841301"/>
                  <a:pt x="2620420" y="838828"/>
                </a:cubicBezTo>
                <a:close/>
                <a:moveTo>
                  <a:pt x="742333" y="833841"/>
                </a:moveTo>
                <a:cubicBezTo>
                  <a:pt x="774288" y="832907"/>
                  <a:pt x="804011" y="850167"/>
                  <a:pt x="819039" y="878381"/>
                </a:cubicBezTo>
                <a:cubicBezTo>
                  <a:pt x="836360" y="908074"/>
                  <a:pt x="828938" y="940241"/>
                  <a:pt x="799244" y="940241"/>
                </a:cubicBezTo>
                <a:cubicBezTo>
                  <a:pt x="767487" y="938178"/>
                  <a:pt x="738788" y="920586"/>
                  <a:pt x="722539" y="893227"/>
                </a:cubicBezTo>
                <a:cubicBezTo>
                  <a:pt x="705214" y="863533"/>
                  <a:pt x="712639" y="833841"/>
                  <a:pt x="742333" y="833841"/>
                </a:cubicBezTo>
                <a:close/>
                <a:moveTo>
                  <a:pt x="1952325" y="826456"/>
                </a:moveTo>
                <a:cubicBezTo>
                  <a:pt x="1973731" y="826265"/>
                  <a:pt x="1993586" y="837608"/>
                  <a:pt x="2004288" y="856149"/>
                </a:cubicBezTo>
                <a:cubicBezTo>
                  <a:pt x="2024083" y="878420"/>
                  <a:pt x="2019134" y="898216"/>
                  <a:pt x="2004288" y="898216"/>
                </a:cubicBezTo>
                <a:cubicBezTo>
                  <a:pt x="1979543" y="903164"/>
                  <a:pt x="1969646" y="890792"/>
                  <a:pt x="1952325" y="868521"/>
                </a:cubicBezTo>
                <a:cubicBezTo>
                  <a:pt x="1935004" y="846252"/>
                  <a:pt x="1937478" y="826456"/>
                  <a:pt x="1952325" y="826456"/>
                </a:cubicBezTo>
                <a:close/>
                <a:moveTo>
                  <a:pt x="2801054" y="816550"/>
                </a:moveTo>
                <a:cubicBezTo>
                  <a:pt x="2813426" y="814076"/>
                  <a:pt x="2843119" y="828923"/>
                  <a:pt x="2843119" y="846244"/>
                </a:cubicBezTo>
                <a:cubicBezTo>
                  <a:pt x="2843119" y="863565"/>
                  <a:pt x="2843119" y="883360"/>
                  <a:pt x="2843119" y="883360"/>
                </a:cubicBezTo>
                <a:cubicBezTo>
                  <a:pt x="2825204" y="882581"/>
                  <a:pt x="2809096" y="872167"/>
                  <a:pt x="2801054" y="856142"/>
                </a:cubicBezTo>
                <a:cubicBezTo>
                  <a:pt x="2786207" y="836345"/>
                  <a:pt x="2788682" y="819025"/>
                  <a:pt x="2801054" y="816550"/>
                </a:cubicBezTo>
                <a:close/>
                <a:moveTo>
                  <a:pt x="2511546" y="814082"/>
                </a:moveTo>
                <a:cubicBezTo>
                  <a:pt x="2521443" y="811609"/>
                  <a:pt x="2543713" y="823979"/>
                  <a:pt x="2543713" y="836352"/>
                </a:cubicBezTo>
                <a:cubicBezTo>
                  <a:pt x="2543713" y="848726"/>
                  <a:pt x="2543713" y="863572"/>
                  <a:pt x="2543713" y="863572"/>
                </a:cubicBezTo>
                <a:cubicBezTo>
                  <a:pt x="2533816" y="866046"/>
                  <a:pt x="2523918" y="858621"/>
                  <a:pt x="2511546" y="843776"/>
                </a:cubicBezTo>
                <a:cubicBezTo>
                  <a:pt x="2499174" y="828928"/>
                  <a:pt x="2501648" y="816557"/>
                  <a:pt x="2511546" y="814082"/>
                </a:cubicBezTo>
                <a:close/>
                <a:moveTo>
                  <a:pt x="989777" y="806631"/>
                </a:moveTo>
                <a:cubicBezTo>
                  <a:pt x="1006288" y="811095"/>
                  <a:pt x="1020458" y="821723"/>
                  <a:pt x="1029368" y="836325"/>
                </a:cubicBezTo>
                <a:cubicBezTo>
                  <a:pt x="1051638" y="856120"/>
                  <a:pt x="1046689" y="875915"/>
                  <a:pt x="1029368" y="875915"/>
                </a:cubicBezTo>
                <a:cubicBezTo>
                  <a:pt x="1012333" y="872575"/>
                  <a:pt x="997755" y="861640"/>
                  <a:pt x="989777" y="846222"/>
                </a:cubicBezTo>
                <a:cubicBezTo>
                  <a:pt x="967508" y="828901"/>
                  <a:pt x="972458" y="806631"/>
                  <a:pt x="989777" y="806631"/>
                </a:cubicBezTo>
                <a:close/>
                <a:moveTo>
                  <a:pt x="2179972" y="799238"/>
                </a:moveTo>
                <a:cubicBezTo>
                  <a:pt x="2187396" y="796761"/>
                  <a:pt x="2207191" y="796761"/>
                  <a:pt x="2207191" y="816557"/>
                </a:cubicBezTo>
                <a:cubicBezTo>
                  <a:pt x="2207191" y="836352"/>
                  <a:pt x="2207191" y="836352"/>
                  <a:pt x="2207191" y="836352"/>
                </a:cubicBezTo>
                <a:cubicBezTo>
                  <a:pt x="2199768" y="838828"/>
                  <a:pt x="2179972" y="843776"/>
                  <a:pt x="2179972" y="821507"/>
                </a:cubicBezTo>
                <a:cubicBezTo>
                  <a:pt x="2179972" y="799238"/>
                  <a:pt x="2172549" y="801711"/>
                  <a:pt x="2179972" y="799238"/>
                </a:cubicBezTo>
                <a:close/>
                <a:moveTo>
                  <a:pt x="2058725" y="799238"/>
                </a:moveTo>
                <a:cubicBezTo>
                  <a:pt x="2076046" y="794287"/>
                  <a:pt x="2088418" y="809135"/>
                  <a:pt x="2108213" y="828928"/>
                </a:cubicBezTo>
                <a:cubicBezTo>
                  <a:pt x="2128009" y="848726"/>
                  <a:pt x="2125534" y="868521"/>
                  <a:pt x="2108213" y="868521"/>
                </a:cubicBezTo>
                <a:cubicBezTo>
                  <a:pt x="2093367" y="873470"/>
                  <a:pt x="2076046" y="858623"/>
                  <a:pt x="2058725" y="838828"/>
                </a:cubicBezTo>
                <a:cubicBezTo>
                  <a:pt x="2041404" y="819032"/>
                  <a:pt x="2041404" y="804185"/>
                  <a:pt x="2058725" y="799238"/>
                </a:cubicBezTo>
                <a:close/>
                <a:moveTo>
                  <a:pt x="583968" y="799193"/>
                </a:moveTo>
                <a:cubicBezTo>
                  <a:pt x="595852" y="798257"/>
                  <a:pt x="607279" y="803971"/>
                  <a:pt x="613660" y="814038"/>
                </a:cubicBezTo>
                <a:cubicBezTo>
                  <a:pt x="613660" y="833833"/>
                  <a:pt x="613660" y="833833"/>
                  <a:pt x="613660" y="833833"/>
                </a:cubicBezTo>
                <a:cubicBezTo>
                  <a:pt x="601541" y="836193"/>
                  <a:pt x="589352" y="830097"/>
                  <a:pt x="583968" y="818988"/>
                </a:cubicBezTo>
                <a:cubicBezTo>
                  <a:pt x="571596" y="799193"/>
                  <a:pt x="583968" y="799193"/>
                  <a:pt x="583968" y="799193"/>
                </a:cubicBezTo>
                <a:close/>
                <a:moveTo>
                  <a:pt x="2400196" y="796761"/>
                </a:moveTo>
                <a:cubicBezTo>
                  <a:pt x="2410094" y="794287"/>
                  <a:pt x="2432363" y="806659"/>
                  <a:pt x="2432363" y="819030"/>
                </a:cubicBezTo>
                <a:cubicBezTo>
                  <a:pt x="2432363" y="831402"/>
                  <a:pt x="2432363" y="846250"/>
                  <a:pt x="2432363" y="846250"/>
                </a:cubicBezTo>
                <a:cubicBezTo>
                  <a:pt x="2422466" y="848726"/>
                  <a:pt x="2412568" y="836352"/>
                  <a:pt x="2400196" y="823981"/>
                </a:cubicBezTo>
                <a:cubicBezTo>
                  <a:pt x="2387824" y="811609"/>
                  <a:pt x="2390298" y="799236"/>
                  <a:pt x="2400196" y="796761"/>
                </a:cubicBezTo>
                <a:close/>
                <a:moveTo>
                  <a:pt x="2291321" y="794287"/>
                </a:moveTo>
                <a:cubicBezTo>
                  <a:pt x="2302560" y="795608"/>
                  <a:pt x="2312581" y="801986"/>
                  <a:pt x="2318540" y="811609"/>
                </a:cubicBezTo>
                <a:cubicBezTo>
                  <a:pt x="2318540" y="821507"/>
                  <a:pt x="2318540" y="833879"/>
                  <a:pt x="2318540" y="833879"/>
                </a:cubicBezTo>
                <a:cubicBezTo>
                  <a:pt x="2308642" y="836352"/>
                  <a:pt x="2291321" y="838828"/>
                  <a:pt x="2291321" y="816557"/>
                </a:cubicBezTo>
                <a:cubicBezTo>
                  <a:pt x="2291321" y="794287"/>
                  <a:pt x="2291321" y="794287"/>
                  <a:pt x="2291321" y="794287"/>
                </a:cubicBezTo>
                <a:close/>
                <a:moveTo>
                  <a:pt x="1484657" y="784378"/>
                </a:moveTo>
                <a:cubicBezTo>
                  <a:pt x="1493323" y="788523"/>
                  <a:pt x="1500308" y="795507"/>
                  <a:pt x="1504453" y="804173"/>
                </a:cubicBezTo>
                <a:cubicBezTo>
                  <a:pt x="1519299" y="819020"/>
                  <a:pt x="1504453" y="833866"/>
                  <a:pt x="1504453" y="833866"/>
                </a:cubicBezTo>
                <a:cubicBezTo>
                  <a:pt x="1495359" y="829109"/>
                  <a:pt x="1488317" y="821188"/>
                  <a:pt x="1484657" y="811596"/>
                </a:cubicBezTo>
                <a:cubicBezTo>
                  <a:pt x="1469811" y="796750"/>
                  <a:pt x="1484657" y="784378"/>
                  <a:pt x="1484657" y="784378"/>
                </a:cubicBezTo>
                <a:close/>
                <a:moveTo>
                  <a:pt x="2880236" y="784376"/>
                </a:moveTo>
                <a:cubicBezTo>
                  <a:pt x="2890554" y="786380"/>
                  <a:pt x="2899561" y="792678"/>
                  <a:pt x="2904980" y="801697"/>
                </a:cubicBezTo>
                <a:cubicBezTo>
                  <a:pt x="2904980" y="811596"/>
                  <a:pt x="2904980" y="823968"/>
                  <a:pt x="2904980" y="823968"/>
                </a:cubicBezTo>
                <a:cubicBezTo>
                  <a:pt x="2894192" y="823134"/>
                  <a:pt x="2884715" y="816497"/>
                  <a:pt x="2880236" y="806647"/>
                </a:cubicBezTo>
                <a:cubicBezTo>
                  <a:pt x="2880236" y="796748"/>
                  <a:pt x="2880236" y="784376"/>
                  <a:pt x="2880236" y="784376"/>
                </a:cubicBezTo>
                <a:close/>
                <a:moveTo>
                  <a:pt x="1699933" y="779436"/>
                </a:moveTo>
                <a:cubicBezTo>
                  <a:pt x="1725447" y="780734"/>
                  <a:pt x="1748639" y="794651"/>
                  <a:pt x="1761793" y="816552"/>
                </a:cubicBezTo>
                <a:cubicBezTo>
                  <a:pt x="1784063" y="841296"/>
                  <a:pt x="1781589" y="866041"/>
                  <a:pt x="1761793" y="866041"/>
                </a:cubicBezTo>
                <a:cubicBezTo>
                  <a:pt x="1735691" y="866822"/>
                  <a:pt x="1711528" y="852323"/>
                  <a:pt x="1699933" y="828926"/>
                </a:cubicBezTo>
                <a:cubicBezTo>
                  <a:pt x="1675188" y="804179"/>
                  <a:pt x="1680137" y="779436"/>
                  <a:pt x="1699933" y="779436"/>
                </a:cubicBezTo>
                <a:close/>
                <a:moveTo>
                  <a:pt x="1237221" y="779420"/>
                </a:moveTo>
                <a:cubicBezTo>
                  <a:pt x="1253066" y="784308"/>
                  <a:pt x="1265812" y="796151"/>
                  <a:pt x="1271857" y="811589"/>
                </a:cubicBezTo>
                <a:cubicBezTo>
                  <a:pt x="1294127" y="831384"/>
                  <a:pt x="1289178" y="853654"/>
                  <a:pt x="1271857" y="853654"/>
                </a:cubicBezTo>
                <a:cubicBezTo>
                  <a:pt x="1256785" y="847512"/>
                  <a:pt x="1244463" y="836072"/>
                  <a:pt x="1237221" y="821485"/>
                </a:cubicBezTo>
                <a:cubicBezTo>
                  <a:pt x="1212477" y="799216"/>
                  <a:pt x="1217427" y="779420"/>
                  <a:pt x="1237221" y="779420"/>
                </a:cubicBezTo>
                <a:close/>
                <a:moveTo>
                  <a:pt x="2684755" y="776961"/>
                </a:moveTo>
                <a:cubicBezTo>
                  <a:pt x="2697127" y="774485"/>
                  <a:pt x="2709499" y="786859"/>
                  <a:pt x="2721871" y="801705"/>
                </a:cubicBezTo>
                <a:cubicBezTo>
                  <a:pt x="2734244" y="816552"/>
                  <a:pt x="2721871" y="833873"/>
                  <a:pt x="2721871" y="833873"/>
                </a:cubicBezTo>
                <a:cubicBezTo>
                  <a:pt x="2721871" y="836347"/>
                  <a:pt x="2697127" y="826449"/>
                  <a:pt x="2684755" y="809128"/>
                </a:cubicBezTo>
                <a:cubicBezTo>
                  <a:pt x="2672383" y="791807"/>
                  <a:pt x="2672383" y="779435"/>
                  <a:pt x="2684755" y="776961"/>
                </a:cubicBezTo>
                <a:close/>
                <a:moveTo>
                  <a:pt x="2956943" y="771995"/>
                </a:moveTo>
                <a:cubicBezTo>
                  <a:pt x="2960778" y="769786"/>
                  <a:pt x="2965480" y="769786"/>
                  <a:pt x="2969315" y="771995"/>
                </a:cubicBezTo>
                <a:cubicBezTo>
                  <a:pt x="2969315" y="774469"/>
                  <a:pt x="2956943" y="771995"/>
                  <a:pt x="2956943" y="771995"/>
                </a:cubicBezTo>
                <a:close/>
                <a:moveTo>
                  <a:pt x="2778784" y="749734"/>
                </a:moveTo>
                <a:cubicBezTo>
                  <a:pt x="2784327" y="747395"/>
                  <a:pt x="2790562" y="747395"/>
                  <a:pt x="2796105" y="749734"/>
                </a:cubicBezTo>
                <a:cubicBezTo>
                  <a:pt x="2796105" y="764580"/>
                  <a:pt x="2796105" y="764580"/>
                  <a:pt x="2796105" y="764580"/>
                </a:cubicBezTo>
                <a:cubicBezTo>
                  <a:pt x="2791156" y="767056"/>
                  <a:pt x="2778784" y="784376"/>
                  <a:pt x="2778784" y="767056"/>
                </a:cubicBezTo>
                <a:cubicBezTo>
                  <a:pt x="2778784" y="749734"/>
                  <a:pt x="2778784" y="749734"/>
                  <a:pt x="2778784" y="749734"/>
                </a:cubicBezTo>
                <a:close/>
                <a:moveTo>
                  <a:pt x="2588253" y="742318"/>
                </a:moveTo>
                <a:cubicBezTo>
                  <a:pt x="2598151" y="742318"/>
                  <a:pt x="2610523" y="749741"/>
                  <a:pt x="2622895" y="764588"/>
                </a:cubicBezTo>
                <a:cubicBezTo>
                  <a:pt x="2635267" y="779435"/>
                  <a:pt x="2622895" y="796755"/>
                  <a:pt x="2622895" y="796755"/>
                </a:cubicBezTo>
                <a:cubicBezTo>
                  <a:pt x="2610523" y="799230"/>
                  <a:pt x="2603100" y="789332"/>
                  <a:pt x="2588253" y="774487"/>
                </a:cubicBezTo>
                <a:cubicBezTo>
                  <a:pt x="2573406" y="759639"/>
                  <a:pt x="2578355" y="742318"/>
                  <a:pt x="2588253" y="742318"/>
                </a:cubicBezTo>
                <a:close/>
                <a:moveTo>
                  <a:pt x="826462" y="742286"/>
                </a:moveTo>
                <a:cubicBezTo>
                  <a:pt x="849189" y="739831"/>
                  <a:pt x="871589" y="749167"/>
                  <a:pt x="885850" y="767031"/>
                </a:cubicBezTo>
                <a:cubicBezTo>
                  <a:pt x="898220" y="786826"/>
                  <a:pt x="890798" y="809096"/>
                  <a:pt x="871004" y="809096"/>
                </a:cubicBezTo>
                <a:cubicBezTo>
                  <a:pt x="848772" y="811702"/>
                  <a:pt x="826653" y="803407"/>
                  <a:pt x="811616" y="786826"/>
                </a:cubicBezTo>
                <a:cubicBezTo>
                  <a:pt x="799244" y="764557"/>
                  <a:pt x="804194" y="742286"/>
                  <a:pt x="826462" y="742286"/>
                </a:cubicBezTo>
                <a:close/>
                <a:moveTo>
                  <a:pt x="1791486" y="720049"/>
                </a:moveTo>
                <a:cubicBezTo>
                  <a:pt x="1823884" y="722194"/>
                  <a:pt x="1852884" y="740904"/>
                  <a:pt x="1868193" y="769538"/>
                </a:cubicBezTo>
                <a:cubicBezTo>
                  <a:pt x="1897886" y="799231"/>
                  <a:pt x="1892938" y="831399"/>
                  <a:pt x="1868193" y="831399"/>
                </a:cubicBezTo>
                <a:cubicBezTo>
                  <a:pt x="1835471" y="830254"/>
                  <a:pt x="1806018" y="811250"/>
                  <a:pt x="1791486" y="781911"/>
                </a:cubicBezTo>
                <a:cubicBezTo>
                  <a:pt x="1759318" y="752217"/>
                  <a:pt x="1766742" y="720049"/>
                  <a:pt x="1791486" y="720049"/>
                </a:cubicBezTo>
                <a:close/>
                <a:moveTo>
                  <a:pt x="1563839" y="717567"/>
                </a:moveTo>
                <a:cubicBezTo>
                  <a:pt x="1579230" y="718074"/>
                  <a:pt x="1593265" y="726497"/>
                  <a:pt x="1600956" y="739837"/>
                </a:cubicBezTo>
                <a:cubicBezTo>
                  <a:pt x="1615802" y="754684"/>
                  <a:pt x="1600956" y="767057"/>
                  <a:pt x="1600956" y="767057"/>
                </a:cubicBezTo>
                <a:cubicBezTo>
                  <a:pt x="1585580" y="766247"/>
                  <a:pt x="1572067" y="756594"/>
                  <a:pt x="1566314" y="742310"/>
                </a:cubicBezTo>
                <a:cubicBezTo>
                  <a:pt x="1556416" y="742310"/>
                  <a:pt x="1563839" y="717567"/>
                  <a:pt x="1563839" y="717567"/>
                </a:cubicBezTo>
                <a:close/>
                <a:moveTo>
                  <a:pt x="405807" y="717531"/>
                </a:moveTo>
                <a:cubicBezTo>
                  <a:pt x="422712" y="717281"/>
                  <a:pt x="438575" y="725680"/>
                  <a:pt x="447872" y="739801"/>
                </a:cubicBezTo>
                <a:cubicBezTo>
                  <a:pt x="467667" y="754648"/>
                  <a:pt x="462719" y="771969"/>
                  <a:pt x="447872" y="771969"/>
                </a:cubicBezTo>
                <a:cubicBezTo>
                  <a:pt x="426594" y="774124"/>
                  <a:pt x="405802" y="764674"/>
                  <a:pt x="393434" y="747225"/>
                </a:cubicBezTo>
                <a:cubicBezTo>
                  <a:pt x="386011" y="732378"/>
                  <a:pt x="390960" y="717531"/>
                  <a:pt x="405807" y="717531"/>
                </a:cubicBezTo>
                <a:close/>
                <a:moveTo>
                  <a:pt x="2471955" y="710151"/>
                </a:moveTo>
                <a:cubicBezTo>
                  <a:pt x="2481853" y="707675"/>
                  <a:pt x="2509072" y="720049"/>
                  <a:pt x="2509072" y="734894"/>
                </a:cubicBezTo>
                <a:cubicBezTo>
                  <a:pt x="2509072" y="749742"/>
                  <a:pt x="2509072" y="764588"/>
                  <a:pt x="2509072" y="764588"/>
                </a:cubicBezTo>
                <a:cubicBezTo>
                  <a:pt x="2493210" y="765896"/>
                  <a:pt x="2478265" y="756935"/>
                  <a:pt x="2471955" y="742318"/>
                </a:cubicBezTo>
                <a:cubicBezTo>
                  <a:pt x="2471955" y="724997"/>
                  <a:pt x="2462057" y="712624"/>
                  <a:pt x="2471955" y="710151"/>
                </a:cubicBezTo>
                <a:close/>
                <a:moveTo>
                  <a:pt x="1920157" y="705203"/>
                </a:moveTo>
                <a:cubicBezTo>
                  <a:pt x="1945208" y="705923"/>
                  <a:pt x="1967919" y="720115"/>
                  <a:pt x="1979543" y="742319"/>
                </a:cubicBezTo>
                <a:cubicBezTo>
                  <a:pt x="1979543" y="759639"/>
                  <a:pt x="1979543" y="779436"/>
                  <a:pt x="1979543" y="784385"/>
                </a:cubicBezTo>
                <a:cubicBezTo>
                  <a:pt x="1955987" y="785232"/>
                  <a:pt x="1933613" y="774046"/>
                  <a:pt x="1920157" y="754691"/>
                </a:cubicBezTo>
                <a:cubicBezTo>
                  <a:pt x="1897887" y="729946"/>
                  <a:pt x="1902836" y="705203"/>
                  <a:pt x="1920157" y="705203"/>
                </a:cubicBezTo>
                <a:close/>
                <a:moveTo>
                  <a:pt x="2381948" y="702109"/>
                </a:moveTo>
                <a:cubicBezTo>
                  <a:pt x="2387824" y="703965"/>
                  <a:pt x="2392773" y="708914"/>
                  <a:pt x="2392773" y="720049"/>
                </a:cubicBezTo>
                <a:cubicBezTo>
                  <a:pt x="2392773" y="742319"/>
                  <a:pt x="2392773" y="742319"/>
                  <a:pt x="2392773" y="742319"/>
                </a:cubicBezTo>
                <a:cubicBezTo>
                  <a:pt x="2385350" y="742319"/>
                  <a:pt x="2365554" y="747269"/>
                  <a:pt x="2365554" y="724998"/>
                </a:cubicBezTo>
                <a:cubicBezTo>
                  <a:pt x="2365554" y="702729"/>
                  <a:pt x="2358131" y="705203"/>
                  <a:pt x="2365554" y="702729"/>
                </a:cubicBezTo>
                <a:cubicBezTo>
                  <a:pt x="2369266" y="701491"/>
                  <a:pt x="2376071" y="700252"/>
                  <a:pt x="2381948" y="702109"/>
                </a:cubicBezTo>
                <a:close/>
                <a:moveTo>
                  <a:pt x="2140381" y="697779"/>
                </a:moveTo>
                <a:cubicBezTo>
                  <a:pt x="2150278" y="695304"/>
                  <a:pt x="2160176" y="705203"/>
                  <a:pt x="2172548" y="717574"/>
                </a:cubicBezTo>
                <a:cubicBezTo>
                  <a:pt x="2184921" y="729946"/>
                  <a:pt x="2172548" y="742319"/>
                  <a:pt x="2172548" y="742319"/>
                </a:cubicBezTo>
                <a:cubicBezTo>
                  <a:pt x="2162651" y="742319"/>
                  <a:pt x="2152753" y="747267"/>
                  <a:pt x="2140381" y="722522"/>
                </a:cubicBezTo>
                <a:cubicBezTo>
                  <a:pt x="2128009" y="697779"/>
                  <a:pt x="2130483" y="700252"/>
                  <a:pt x="2140381" y="697779"/>
                </a:cubicBezTo>
                <a:close/>
                <a:moveTo>
                  <a:pt x="1308973" y="697763"/>
                </a:moveTo>
                <a:cubicBezTo>
                  <a:pt x="1330751" y="698586"/>
                  <a:pt x="1350492" y="710804"/>
                  <a:pt x="1360936" y="729932"/>
                </a:cubicBezTo>
                <a:cubicBezTo>
                  <a:pt x="1380732" y="747253"/>
                  <a:pt x="1375783" y="767048"/>
                  <a:pt x="1360936" y="767048"/>
                </a:cubicBezTo>
                <a:cubicBezTo>
                  <a:pt x="1339530" y="767240"/>
                  <a:pt x="1319675" y="755896"/>
                  <a:pt x="1308973" y="737355"/>
                </a:cubicBezTo>
                <a:cubicBezTo>
                  <a:pt x="1286703" y="717559"/>
                  <a:pt x="1291652" y="697763"/>
                  <a:pt x="1308973" y="697763"/>
                </a:cubicBezTo>
                <a:close/>
                <a:moveTo>
                  <a:pt x="1066484" y="697755"/>
                </a:moveTo>
                <a:cubicBezTo>
                  <a:pt x="1095028" y="697499"/>
                  <a:pt x="1121500" y="712626"/>
                  <a:pt x="1135768" y="737346"/>
                </a:cubicBezTo>
                <a:cubicBezTo>
                  <a:pt x="1150614" y="762089"/>
                  <a:pt x="1143191" y="789308"/>
                  <a:pt x="1120923" y="789308"/>
                </a:cubicBezTo>
                <a:cubicBezTo>
                  <a:pt x="1092514" y="789064"/>
                  <a:pt x="1066272" y="774068"/>
                  <a:pt x="1051638" y="749718"/>
                </a:cubicBezTo>
                <a:cubicBezTo>
                  <a:pt x="1036793" y="722500"/>
                  <a:pt x="1044215" y="697755"/>
                  <a:pt x="1066484" y="697755"/>
                </a:cubicBezTo>
                <a:close/>
                <a:moveTo>
                  <a:pt x="2031506" y="695304"/>
                </a:moveTo>
                <a:cubicBezTo>
                  <a:pt x="2041404" y="692829"/>
                  <a:pt x="2051301" y="702729"/>
                  <a:pt x="2063674" y="715099"/>
                </a:cubicBezTo>
                <a:cubicBezTo>
                  <a:pt x="2076046" y="727471"/>
                  <a:pt x="2063674" y="742319"/>
                  <a:pt x="2063674" y="742319"/>
                </a:cubicBezTo>
                <a:cubicBezTo>
                  <a:pt x="2049777" y="741081"/>
                  <a:pt x="2037556" y="732621"/>
                  <a:pt x="2031506" y="720049"/>
                </a:cubicBezTo>
                <a:cubicBezTo>
                  <a:pt x="2031506" y="695304"/>
                  <a:pt x="2021608" y="697778"/>
                  <a:pt x="2031506" y="695304"/>
                </a:cubicBezTo>
                <a:close/>
                <a:moveTo>
                  <a:pt x="2660011" y="690347"/>
                </a:moveTo>
                <a:cubicBezTo>
                  <a:pt x="2675204" y="689354"/>
                  <a:pt x="2689259" y="698391"/>
                  <a:pt x="2694653" y="712616"/>
                </a:cubicBezTo>
                <a:cubicBezTo>
                  <a:pt x="2694653" y="727464"/>
                  <a:pt x="2694653" y="742310"/>
                  <a:pt x="2694653" y="742310"/>
                </a:cubicBezTo>
                <a:cubicBezTo>
                  <a:pt x="2684755" y="742310"/>
                  <a:pt x="2660011" y="734887"/>
                  <a:pt x="2660011" y="720040"/>
                </a:cubicBezTo>
                <a:cubicBezTo>
                  <a:pt x="2660011" y="705194"/>
                  <a:pt x="2660011" y="690347"/>
                  <a:pt x="2660011" y="690347"/>
                </a:cubicBezTo>
                <a:close/>
                <a:moveTo>
                  <a:pt x="665624" y="677945"/>
                </a:moveTo>
                <a:cubicBezTo>
                  <a:pt x="678871" y="679088"/>
                  <a:pt x="690800" y="686427"/>
                  <a:pt x="697791" y="697740"/>
                </a:cubicBezTo>
                <a:cubicBezTo>
                  <a:pt x="700298" y="698954"/>
                  <a:pt x="702319" y="700977"/>
                  <a:pt x="703534" y="703485"/>
                </a:cubicBezTo>
                <a:cubicBezTo>
                  <a:pt x="706512" y="709633"/>
                  <a:pt x="703940" y="717031"/>
                  <a:pt x="697791" y="720009"/>
                </a:cubicBezTo>
                <a:cubicBezTo>
                  <a:pt x="684543" y="718867"/>
                  <a:pt x="672613" y="711529"/>
                  <a:pt x="665624" y="700215"/>
                </a:cubicBezTo>
                <a:cubicBezTo>
                  <a:pt x="665159" y="699804"/>
                  <a:pt x="664717" y="699367"/>
                  <a:pt x="664309" y="698901"/>
                </a:cubicBezTo>
                <a:cubicBezTo>
                  <a:pt x="658886" y="692750"/>
                  <a:pt x="659475" y="683369"/>
                  <a:pt x="665624" y="677945"/>
                </a:cubicBezTo>
                <a:close/>
                <a:moveTo>
                  <a:pt x="2239358" y="660661"/>
                </a:moveTo>
                <a:cubicBezTo>
                  <a:pt x="2254205" y="658186"/>
                  <a:pt x="2274000" y="675507"/>
                  <a:pt x="2293796" y="697778"/>
                </a:cubicBezTo>
                <a:cubicBezTo>
                  <a:pt x="2313591" y="720048"/>
                  <a:pt x="2311117" y="742318"/>
                  <a:pt x="2293796" y="742318"/>
                </a:cubicBezTo>
                <a:cubicBezTo>
                  <a:pt x="2270588" y="741897"/>
                  <a:pt x="2249568" y="728523"/>
                  <a:pt x="2239358" y="707677"/>
                </a:cubicBezTo>
                <a:cubicBezTo>
                  <a:pt x="2217088" y="685406"/>
                  <a:pt x="2224512" y="663136"/>
                  <a:pt x="2239358" y="660661"/>
                </a:cubicBezTo>
                <a:close/>
                <a:moveTo>
                  <a:pt x="1660342" y="658181"/>
                </a:moveTo>
                <a:cubicBezTo>
                  <a:pt x="1679744" y="658228"/>
                  <a:pt x="1697656" y="668595"/>
                  <a:pt x="1707356" y="685399"/>
                </a:cubicBezTo>
                <a:cubicBezTo>
                  <a:pt x="1724677" y="705196"/>
                  <a:pt x="1722202" y="722515"/>
                  <a:pt x="1707356" y="722515"/>
                </a:cubicBezTo>
                <a:cubicBezTo>
                  <a:pt x="1687261" y="722540"/>
                  <a:pt x="1668953" y="710978"/>
                  <a:pt x="1660342" y="692823"/>
                </a:cubicBezTo>
                <a:cubicBezTo>
                  <a:pt x="1643021" y="675501"/>
                  <a:pt x="1645495" y="658181"/>
                  <a:pt x="1660342" y="658181"/>
                </a:cubicBezTo>
                <a:close/>
                <a:moveTo>
                  <a:pt x="920491" y="650733"/>
                </a:moveTo>
                <a:cubicBezTo>
                  <a:pt x="930390" y="648258"/>
                  <a:pt x="947709" y="648258"/>
                  <a:pt x="947709" y="668054"/>
                </a:cubicBezTo>
                <a:cubicBezTo>
                  <a:pt x="947709" y="687849"/>
                  <a:pt x="947709" y="687849"/>
                  <a:pt x="947709" y="687849"/>
                </a:cubicBezTo>
                <a:cubicBezTo>
                  <a:pt x="936472" y="686529"/>
                  <a:pt x="926451" y="680149"/>
                  <a:pt x="920491" y="670528"/>
                </a:cubicBezTo>
                <a:cubicBezTo>
                  <a:pt x="905645" y="650733"/>
                  <a:pt x="910595" y="653207"/>
                  <a:pt x="920491" y="650733"/>
                </a:cubicBezTo>
                <a:close/>
                <a:moveTo>
                  <a:pt x="2551136" y="643331"/>
                </a:moveTo>
                <a:cubicBezTo>
                  <a:pt x="2561034" y="640857"/>
                  <a:pt x="2570931" y="653230"/>
                  <a:pt x="2583303" y="665602"/>
                </a:cubicBezTo>
                <a:cubicBezTo>
                  <a:pt x="2595676" y="677976"/>
                  <a:pt x="2583303" y="692821"/>
                  <a:pt x="2583303" y="692821"/>
                </a:cubicBezTo>
                <a:cubicBezTo>
                  <a:pt x="2573406" y="695296"/>
                  <a:pt x="2551136" y="682923"/>
                  <a:pt x="2551136" y="670550"/>
                </a:cubicBezTo>
                <a:cubicBezTo>
                  <a:pt x="2551136" y="658179"/>
                  <a:pt x="2541238" y="645806"/>
                  <a:pt x="2551136" y="643331"/>
                </a:cubicBezTo>
                <a:close/>
                <a:moveTo>
                  <a:pt x="2754658" y="640539"/>
                </a:moveTo>
                <a:cubicBezTo>
                  <a:pt x="2758369" y="642085"/>
                  <a:pt x="2761462" y="645798"/>
                  <a:pt x="2761462" y="653222"/>
                </a:cubicBezTo>
                <a:cubicBezTo>
                  <a:pt x="2761462" y="668067"/>
                  <a:pt x="2761462" y="668067"/>
                  <a:pt x="2761462" y="668067"/>
                </a:cubicBezTo>
                <a:cubicBezTo>
                  <a:pt x="2756514" y="670543"/>
                  <a:pt x="2744142" y="670543"/>
                  <a:pt x="2744142" y="655696"/>
                </a:cubicBezTo>
                <a:cubicBezTo>
                  <a:pt x="2744142" y="640849"/>
                  <a:pt x="2739193" y="643323"/>
                  <a:pt x="2744142" y="640849"/>
                </a:cubicBezTo>
                <a:cubicBezTo>
                  <a:pt x="2746616" y="639611"/>
                  <a:pt x="2750946" y="638993"/>
                  <a:pt x="2754658" y="640539"/>
                </a:cubicBezTo>
                <a:close/>
                <a:moveTo>
                  <a:pt x="1776640" y="630959"/>
                </a:moveTo>
                <a:cubicBezTo>
                  <a:pt x="1787879" y="632280"/>
                  <a:pt x="1797900" y="638660"/>
                  <a:pt x="1803859" y="648280"/>
                </a:cubicBezTo>
                <a:cubicBezTo>
                  <a:pt x="1803859" y="668077"/>
                  <a:pt x="1803859" y="668077"/>
                  <a:pt x="1803859" y="668077"/>
                </a:cubicBezTo>
                <a:cubicBezTo>
                  <a:pt x="1792486" y="667140"/>
                  <a:pt x="1782306" y="660661"/>
                  <a:pt x="1776640" y="650756"/>
                </a:cubicBezTo>
                <a:cubicBezTo>
                  <a:pt x="1776640" y="630959"/>
                  <a:pt x="1776640" y="630959"/>
                  <a:pt x="1776640" y="630959"/>
                </a:cubicBezTo>
                <a:close/>
                <a:moveTo>
                  <a:pt x="2986636" y="630935"/>
                </a:moveTo>
                <a:cubicBezTo>
                  <a:pt x="2992228" y="628850"/>
                  <a:pt x="2998365" y="628850"/>
                  <a:pt x="3003957" y="630935"/>
                </a:cubicBezTo>
                <a:cubicBezTo>
                  <a:pt x="3003957" y="648256"/>
                  <a:pt x="3003957" y="648256"/>
                  <a:pt x="3003957" y="648256"/>
                </a:cubicBezTo>
                <a:cubicBezTo>
                  <a:pt x="2998068" y="649569"/>
                  <a:pt x="2991907" y="648691"/>
                  <a:pt x="2986636" y="645783"/>
                </a:cubicBezTo>
                <a:cubicBezTo>
                  <a:pt x="2986636" y="630935"/>
                  <a:pt x="2986636" y="630935"/>
                  <a:pt x="2986636" y="630935"/>
                </a:cubicBezTo>
                <a:close/>
                <a:moveTo>
                  <a:pt x="1405476" y="611157"/>
                </a:moveTo>
                <a:cubicBezTo>
                  <a:pt x="1437233" y="613222"/>
                  <a:pt x="1465931" y="630811"/>
                  <a:pt x="1482183" y="658171"/>
                </a:cubicBezTo>
                <a:cubicBezTo>
                  <a:pt x="1497030" y="685392"/>
                  <a:pt x="1492081" y="715085"/>
                  <a:pt x="1467336" y="715085"/>
                </a:cubicBezTo>
                <a:cubicBezTo>
                  <a:pt x="1435300" y="713925"/>
                  <a:pt x="1406203" y="696091"/>
                  <a:pt x="1390629" y="668070"/>
                </a:cubicBezTo>
                <a:cubicBezTo>
                  <a:pt x="1375783" y="640850"/>
                  <a:pt x="1380731" y="611157"/>
                  <a:pt x="1405476" y="611157"/>
                </a:cubicBezTo>
                <a:close/>
                <a:moveTo>
                  <a:pt x="1160514" y="611149"/>
                </a:moveTo>
                <a:cubicBezTo>
                  <a:pt x="1187904" y="612663"/>
                  <a:pt x="1212840" y="627438"/>
                  <a:pt x="1227320" y="650740"/>
                </a:cubicBezTo>
                <a:cubicBezTo>
                  <a:pt x="1242167" y="677960"/>
                  <a:pt x="1234746" y="700230"/>
                  <a:pt x="1212476" y="700230"/>
                </a:cubicBezTo>
                <a:cubicBezTo>
                  <a:pt x="1184529" y="700664"/>
                  <a:pt x="1158707" y="685361"/>
                  <a:pt x="1145666" y="660639"/>
                </a:cubicBezTo>
                <a:cubicBezTo>
                  <a:pt x="1130819" y="635893"/>
                  <a:pt x="1135768" y="611149"/>
                  <a:pt x="1160514" y="611149"/>
                </a:cubicBezTo>
                <a:close/>
                <a:moveTo>
                  <a:pt x="2439787" y="608689"/>
                </a:moveTo>
                <a:cubicBezTo>
                  <a:pt x="2454621" y="610936"/>
                  <a:pt x="2467491" y="620131"/>
                  <a:pt x="2474429" y="633434"/>
                </a:cubicBezTo>
                <a:cubicBezTo>
                  <a:pt x="2486801" y="648280"/>
                  <a:pt x="2474429" y="663127"/>
                  <a:pt x="2474429" y="663127"/>
                </a:cubicBezTo>
                <a:cubicBezTo>
                  <a:pt x="2459444" y="663378"/>
                  <a:pt x="2445780" y="654592"/>
                  <a:pt x="2439787" y="640857"/>
                </a:cubicBezTo>
                <a:cubicBezTo>
                  <a:pt x="2439787" y="626010"/>
                  <a:pt x="2439787" y="608689"/>
                  <a:pt x="2439787" y="608689"/>
                </a:cubicBezTo>
                <a:close/>
                <a:moveTo>
                  <a:pt x="1875617" y="591368"/>
                </a:moveTo>
                <a:cubicBezTo>
                  <a:pt x="1893535" y="592148"/>
                  <a:pt x="1909628" y="602563"/>
                  <a:pt x="1917682" y="618588"/>
                </a:cubicBezTo>
                <a:cubicBezTo>
                  <a:pt x="1935004" y="635909"/>
                  <a:pt x="1932529" y="650756"/>
                  <a:pt x="1917682" y="650756"/>
                </a:cubicBezTo>
                <a:cubicBezTo>
                  <a:pt x="1899765" y="649977"/>
                  <a:pt x="1883671" y="639561"/>
                  <a:pt x="1875617" y="623536"/>
                </a:cubicBezTo>
                <a:cubicBezTo>
                  <a:pt x="1858296" y="608689"/>
                  <a:pt x="1863245" y="591368"/>
                  <a:pt x="1875617" y="591368"/>
                </a:cubicBezTo>
                <a:close/>
                <a:moveTo>
                  <a:pt x="2647948" y="588267"/>
                </a:moveTo>
                <a:cubicBezTo>
                  <a:pt x="2653206" y="590123"/>
                  <a:pt x="2657536" y="595071"/>
                  <a:pt x="2657536" y="606206"/>
                </a:cubicBezTo>
                <a:cubicBezTo>
                  <a:pt x="2657536" y="628477"/>
                  <a:pt x="2657536" y="628477"/>
                  <a:pt x="2657536" y="628477"/>
                </a:cubicBezTo>
                <a:cubicBezTo>
                  <a:pt x="2647639" y="630951"/>
                  <a:pt x="2632792" y="633426"/>
                  <a:pt x="2632792" y="611157"/>
                </a:cubicBezTo>
                <a:cubicBezTo>
                  <a:pt x="2632792" y="588886"/>
                  <a:pt x="2625369" y="591360"/>
                  <a:pt x="2632792" y="588886"/>
                </a:cubicBezTo>
                <a:cubicBezTo>
                  <a:pt x="2636504" y="587648"/>
                  <a:pt x="2642690" y="586411"/>
                  <a:pt x="2647948" y="588267"/>
                </a:cubicBezTo>
                <a:close/>
                <a:moveTo>
                  <a:pt x="2007071" y="580232"/>
                </a:moveTo>
                <a:cubicBezTo>
                  <a:pt x="2012329" y="582089"/>
                  <a:pt x="2017896" y="587657"/>
                  <a:pt x="2024082" y="601265"/>
                </a:cubicBezTo>
                <a:cubicBezTo>
                  <a:pt x="2036454" y="628484"/>
                  <a:pt x="2024082" y="628484"/>
                  <a:pt x="2024082" y="628484"/>
                </a:cubicBezTo>
                <a:cubicBezTo>
                  <a:pt x="2014185" y="630959"/>
                  <a:pt x="2004287" y="630959"/>
                  <a:pt x="1991915" y="606215"/>
                </a:cubicBezTo>
                <a:cubicBezTo>
                  <a:pt x="1979543" y="581469"/>
                  <a:pt x="1982017" y="583945"/>
                  <a:pt x="1991915" y="581469"/>
                </a:cubicBezTo>
                <a:cubicBezTo>
                  <a:pt x="1996864" y="580232"/>
                  <a:pt x="2001813" y="578377"/>
                  <a:pt x="2007071" y="580232"/>
                </a:cubicBezTo>
                <a:close/>
                <a:moveTo>
                  <a:pt x="2226986" y="578995"/>
                </a:moveTo>
                <a:cubicBezTo>
                  <a:pt x="2235651" y="583140"/>
                  <a:pt x="2242637" y="590125"/>
                  <a:pt x="2246781" y="598791"/>
                </a:cubicBezTo>
                <a:cubicBezTo>
                  <a:pt x="2259154" y="623536"/>
                  <a:pt x="2246781" y="623536"/>
                  <a:pt x="2246781" y="623536"/>
                </a:cubicBezTo>
                <a:cubicBezTo>
                  <a:pt x="2239358" y="626010"/>
                  <a:pt x="2226986" y="616112"/>
                  <a:pt x="2226986" y="603740"/>
                </a:cubicBezTo>
                <a:cubicBezTo>
                  <a:pt x="2226986" y="591368"/>
                  <a:pt x="2226986" y="578995"/>
                  <a:pt x="2226986" y="578995"/>
                </a:cubicBezTo>
                <a:close/>
                <a:moveTo>
                  <a:pt x="2313591" y="574046"/>
                </a:moveTo>
                <a:cubicBezTo>
                  <a:pt x="2337588" y="576085"/>
                  <a:pt x="2358962" y="590023"/>
                  <a:pt x="2370503" y="611163"/>
                </a:cubicBezTo>
                <a:cubicBezTo>
                  <a:pt x="2390298" y="633434"/>
                  <a:pt x="2387824" y="658179"/>
                  <a:pt x="2370503" y="658179"/>
                </a:cubicBezTo>
                <a:cubicBezTo>
                  <a:pt x="2353182" y="660654"/>
                  <a:pt x="2333387" y="640857"/>
                  <a:pt x="2313591" y="618588"/>
                </a:cubicBezTo>
                <a:cubicBezTo>
                  <a:pt x="2293796" y="596316"/>
                  <a:pt x="2296270" y="574046"/>
                  <a:pt x="2313591" y="574046"/>
                </a:cubicBezTo>
                <a:close/>
                <a:moveTo>
                  <a:pt x="2103265" y="574046"/>
                </a:moveTo>
                <a:cubicBezTo>
                  <a:pt x="2116713" y="576444"/>
                  <a:pt x="2128455" y="584573"/>
                  <a:pt x="2135433" y="596316"/>
                </a:cubicBezTo>
                <a:cubicBezTo>
                  <a:pt x="2135433" y="621061"/>
                  <a:pt x="2135433" y="621061"/>
                  <a:pt x="2135433" y="621061"/>
                </a:cubicBezTo>
                <a:cubicBezTo>
                  <a:pt x="2125535" y="623536"/>
                  <a:pt x="2103265" y="613637"/>
                  <a:pt x="2103265" y="601265"/>
                </a:cubicBezTo>
                <a:cubicBezTo>
                  <a:pt x="2103265" y="588893"/>
                  <a:pt x="2103265" y="574046"/>
                  <a:pt x="2103265" y="574046"/>
                </a:cubicBezTo>
                <a:close/>
                <a:moveTo>
                  <a:pt x="754702" y="574019"/>
                </a:moveTo>
                <a:cubicBezTo>
                  <a:pt x="767114" y="573575"/>
                  <a:pt x="778672" y="580318"/>
                  <a:pt x="784396" y="591340"/>
                </a:cubicBezTo>
                <a:cubicBezTo>
                  <a:pt x="799242" y="613609"/>
                  <a:pt x="796768" y="613609"/>
                  <a:pt x="784396" y="613609"/>
                </a:cubicBezTo>
                <a:cubicBezTo>
                  <a:pt x="774498" y="616084"/>
                  <a:pt x="769549" y="618558"/>
                  <a:pt x="754702" y="596288"/>
                </a:cubicBezTo>
                <a:cubicBezTo>
                  <a:pt x="739855" y="574019"/>
                  <a:pt x="742330" y="574019"/>
                  <a:pt x="754702" y="574019"/>
                </a:cubicBezTo>
                <a:close/>
                <a:moveTo>
                  <a:pt x="1509402" y="569090"/>
                </a:moveTo>
                <a:cubicBezTo>
                  <a:pt x="1531179" y="569913"/>
                  <a:pt x="1550920" y="582130"/>
                  <a:pt x="1561365" y="601259"/>
                </a:cubicBezTo>
                <a:cubicBezTo>
                  <a:pt x="1581160" y="623527"/>
                  <a:pt x="1578686" y="643325"/>
                  <a:pt x="1561365" y="643325"/>
                </a:cubicBezTo>
                <a:cubicBezTo>
                  <a:pt x="1539223" y="641523"/>
                  <a:pt x="1519581" y="628425"/>
                  <a:pt x="1509402" y="608682"/>
                </a:cubicBezTo>
                <a:cubicBezTo>
                  <a:pt x="1484657" y="588886"/>
                  <a:pt x="1489606" y="569090"/>
                  <a:pt x="1509402" y="569090"/>
                </a:cubicBezTo>
                <a:close/>
                <a:moveTo>
                  <a:pt x="2882710" y="569075"/>
                </a:moveTo>
                <a:cubicBezTo>
                  <a:pt x="2889193" y="567283"/>
                  <a:pt x="2896023" y="567283"/>
                  <a:pt x="2902505" y="569075"/>
                </a:cubicBezTo>
                <a:cubicBezTo>
                  <a:pt x="2902505" y="586396"/>
                  <a:pt x="2902505" y="586396"/>
                  <a:pt x="2902505" y="586396"/>
                </a:cubicBezTo>
                <a:cubicBezTo>
                  <a:pt x="2896097" y="588659"/>
                  <a:pt x="2889119" y="588659"/>
                  <a:pt x="2882710" y="586396"/>
                </a:cubicBezTo>
                <a:cubicBezTo>
                  <a:pt x="2882710" y="569075"/>
                  <a:pt x="2882710" y="569075"/>
                  <a:pt x="2882710" y="569075"/>
                </a:cubicBezTo>
                <a:close/>
                <a:moveTo>
                  <a:pt x="1014520" y="561652"/>
                </a:moveTo>
                <a:cubicBezTo>
                  <a:pt x="1024986" y="563337"/>
                  <a:pt x="1034101" y="569720"/>
                  <a:pt x="1039265" y="578973"/>
                </a:cubicBezTo>
                <a:cubicBezTo>
                  <a:pt x="1039265" y="596295"/>
                  <a:pt x="1039265" y="596295"/>
                  <a:pt x="1039265" y="596295"/>
                </a:cubicBezTo>
                <a:cubicBezTo>
                  <a:pt x="1028858" y="596485"/>
                  <a:pt x="1019252" y="590722"/>
                  <a:pt x="1014520" y="581447"/>
                </a:cubicBezTo>
                <a:cubicBezTo>
                  <a:pt x="1014520" y="561652"/>
                  <a:pt x="1014520" y="561652"/>
                  <a:pt x="1014520" y="561652"/>
                </a:cubicBezTo>
                <a:close/>
                <a:moveTo>
                  <a:pt x="1254540" y="549287"/>
                </a:moveTo>
                <a:cubicBezTo>
                  <a:pt x="1274794" y="550817"/>
                  <a:pt x="1293142" y="561823"/>
                  <a:pt x="1304024" y="578980"/>
                </a:cubicBezTo>
                <a:cubicBezTo>
                  <a:pt x="1326294" y="598777"/>
                  <a:pt x="1321345" y="616099"/>
                  <a:pt x="1304024" y="616099"/>
                </a:cubicBezTo>
                <a:cubicBezTo>
                  <a:pt x="1279193" y="620319"/>
                  <a:pt x="1254406" y="608419"/>
                  <a:pt x="1242171" y="586404"/>
                </a:cubicBezTo>
                <a:cubicBezTo>
                  <a:pt x="1232273" y="566608"/>
                  <a:pt x="1237221" y="549287"/>
                  <a:pt x="1254540" y="549287"/>
                </a:cubicBezTo>
                <a:close/>
                <a:moveTo>
                  <a:pt x="2518969" y="546820"/>
                </a:moveTo>
                <a:cubicBezTo>
                  <a:pt x="2531589" y="547916"/>
                  <a:pt x="2542798" y="555380"/>
                  <a:pt x="2548662" y="566614"/>
                </a:cubicBezTo>
                <a:cubicBezTo>
                  <a:pt x="2548662" y="578988"/>
                  <a:pt x="2548662" y="591360"/>
                  <a:pt x="2548662" y="591360"/>
                </a:cubicBezTo>
                <a:cubicBezTo>
                  <a:pt x="2538764" y="593835"/>
                  <a:pt x="2518969" y="596308"/>
                  <a:pt x="2518969" y="571563"/>
                </a:cubicBezTo>
                <a:cubicBezTo>
                  <a:pt x="2518969" y="546820"/>
                  <a:pt x="2518969" y="546820"/>
                  <a:pt x="2518969" y="546820"/>
                </a:cubicBezTo>
                <a:close/>
                <a:moveTo>
                  <a:pt x="1620751" y="534448"/>
                </a:moveTo>
                <a:cubicBezTo>
                  <a:pt x="1636349" y="536336"/>
                  <a:pt x="1650124" y="545519"/>
                  <a:pt x="1657867" y="559193"/>
                </a:cubicBezTo>
                <a:cubicBezTo>
                  <a:pt x="1672714" y="571564"/>
                  <a:pt x="1657867" y="586411"/>
                  <a:pt x="1657867" y="586411"/>
                </a:cubicBezTo>
                <a:cubicBezTo>
                  <a:pt x="1645495" y="588886"/>
                  <a:pt x="1635597" y="578988"/>
                  <a:pt x="1620751" y="564142"/>
                </a:cubicBezTo>
                <a:cubicBezTo>
                  <a:pt x="1605904" y="549295"/>
                  <a:pt x="1620751" y="534448"/>
                  <a:pt x="1620751" y="534448"/>
                </a:cubicBezTo>
                <a:close/>
                <a:moveTo>
                  <a:pt x="2407619" y="514653"/>
                </a:moveTo>
                <a:cubicBezTo>
                  <a:pt x="2420249" y="515749"/>
                  <a:pt x="2431445" y="523212"/>
                  <a:pt x="2437312" y="534447"/>
                </a:cubicBezTo>
                <a:cubicBezTo>
                  <a:pt x="2437312" y="559193"/>
                  <a:pt x="2437312" y="559193"/>
                  <a:pt x="2437312" y="559193"/>
                </a:cubicBezTo>
                <a:cubicBezTo>
                  <a:pt x="2427415" y="561666"/>
                  <a:pt x="2407619" y="564142"/>
                  <a:pt x="2407619" y="539397"/>
                </a:cubicBezTo>
                <a:cubicBezTo>
                  <a:pt x="2407619" y="514653"/>
                  <a:pt x="2407619" y="514653"/>
                  <a:pt x="2407619" y="514653"/>
                </a:cubicBezTo>
                <a:close/>
                <a:moveTo>
                  <a:pt x="2187395" y="497331"/>
                </a:moveTo>
                <a:cubicBezTo>
                  <a:pt x="2193707" y="494576"/>
                  <a:pt x="2200881" y="494576"/>
                  <a:pt x="2207190" y="497331"/>
                </a:cubicBezTo>
                <a:cubicBezTo>
                  <a:pt x="2207190" y="509704"/>
                  <a:pt x="2207190" y="509704"/>
                  <a:pt x="2207190" y="509704"/>
                </a:cubicBezTo>
                <a:cubicBezTo>
                  <a:pt x="2202241" y="512179"/>
                  <a:pt x="2187395" y="527024"/>
                  <a:pt x="2187395" y="512179"/>
                </a:cubicBezTo>
                <a:cubicBezTo>
                  <a:pt x="2187395" y="497331"/>
                  <a:pt x="2187395" y="497331"/>
                  <a:pt x="2187395" y="497331"/>
                </a:cubicBezTo>
                <a:close/>
                <a:moveTo>
                  <a:pt x="1848398" y="494858"/>
                </a:moveTo>
                <a:cubicBezTo>
                  <a:pt x="1858113" y="493357"/>
                  <a:pt x="1868008" y="496058"/>
                  <a:pt x="1875617" y="502281"/>
                </a:cubicBezTo>
                <a:cubicBezTo>
                  <a:pt x="1875617" y="527024"/>
                  <a:pt x="1875617" y="527024"/>
                  <a:pt x="1875617" y="527024"/>
                </a:cubicBezTo>
                <a:cubicBezTo>
                  <a:pt x="1865959" y="527757"/>
                  <a:pt x="1856346" y="525135"/>
                  <a:pt x="1848398" y="519602"/>
                </a:cubicBezTo>
                <a:cubicBezTo>
                  <a:pt x="1848398" y="507229"/>
                  <a:pt x="1848398" y="494858"/>
                  <a:pt x="1848398" y="494858"/>
                </a:cubicBezTo>
                <a:close/>
                <a:moveTo>
                  <a:pt x="2298744" y="494856"/>
                </a:moveTo>
                <a:cubicBezTo>
                  <a:pt x="2309577" y="497240"/>
                  <a:pt x="2319217" y="503374"/>
                  <a:pt x="2325963" y="512178"/>
                </a:cubicBezTo>
                <a:cubicBezTo>
                  <a:pt x="2325963" y="536921"/>
                  <a:pt x="2325963" y="536921"/>
                  <a:pt x="2325963" y="536921"/>
                </a:cubicBezTo>
                <a:cubicBezTo>
                  <a:pt x="2314843" y="535273"/>
                  <a:pt x="2304947" y="528976"/>
                  <a:pt x="2298744" y="519601"/>
                </a:cubicBezTo>
                <a:cubicBezTo>
                  <a:pt x="2298744" y="494856"/>
                  <a:pt x="2298744" y="494856"/>
                  <a:pt x="2298744" y="494856"/>
                </a:cubicBezTo>
                <a:close/>
                <a:moveTo>
                  <a:pt x="1732100" y="494856"/>
                </a:moveTo>
                <a:cubicBezTo>
                  <a:pt x="1749293" y="497835"/>
                  <a:pt x="1764016" y="508881"/>
                  <a:pt x="1771691" y="524550"/>
                </a:cubicBezTo>
                <a:cubicBezTo>
                  <a:pt x="1791487" y="541872"/>
                  <a:pt x="1789012" y="561667"/>
                  <a:pt x="1771691" y="561667"/>
                </a:cubicBezTo>
                <a:cubicBezTo>
                  <a:pt x="1754937" y="557710"/>
                  <a:pt x="1740590" y="546950"/>
                  <a:pt x="1732100" y="531973"/>
                </a:cubicBezTo>
                <a:cubicBezTo>
                  <a:pt x="1712305" y="512179"/>
                  <a:pt x="1717254" y="494856"/>
                  <a:pt x="1732100" y="494856"/>
                </a:cubicBezTo>
                <a:close/>
                <a:moveTo>
                  <a:pt x="1348564" y="480003"/>
                </a:moveTo>
                <a:cubicBezTo>
                  <a:pt x="1374078" y="481303"/>
                  <a:pt x="1397270" y="495219"/>
                  <a:pt x="1410424" y="517120"/>
                </a:cubicBezTo>
                <a:cubicBezTo>
                  <a:pt x="1435169" y="541864"/>
                  <a:pt x="1430220" y="564134"/>
                  <a:pt x="1410424" y="564134"/>
                </a:cubicBezTo>
                <a:cubicBezTo>
                  <a:pt x="1384562" y="561877"/>
                  <a:pt x="1361446" y="547083"/>
                  <a:pt x="1348564" y="524544"/>
                </a:cubicBezTo>
                <a:cubicBezTo>
                  <a:pt x="1323819" y="502274"/>
                  <a:pt x="1328768" y="480003"/>
                  <a:pt x="1348564" y="480003"/>
                </a:cubicBezTo>
                <a:close/>
                <a:moveTo>
                  <a:pt x="2073571" y="472587"/>
                </a:moveTo>
                <a:cubicBezTo>
                  <a:pt x="2083439" y="474239"/>
                  <a:pt x="2091810" y="480750"/>
                  <a:pt x="2095841" y="489907"/>
                </a:cubicBezTo>
                <a:cubicBezTo>
                  <a:pt x="2095841" y="507229"/>
                  <a:pt x="2095841" y="507229"/>
                  <a:pt x="2095841" y="507229"/>
                </a:cubicBezTo>
                <a:cubicBezTo>
                  <a:pt x="2086329" y="506525"/>
                  <a:pt x="2077881" y="500893"/>
                  <a:pt x="2073571" y="492382"/>
                </a:cubicBezTo>
                <a:cubicBezTo>
                  <a:pt x="2073571" y="472587"/>
                  <a:pt x="2073571" y="472587"/>
                  <a:pt x="2073571" y="472587"/>
                </a:cubicBezTo>
                <a:close/>
                <a:moveTo>
                  <a:pt x="1106073" y="467624"/>
                </a:moveTo>
                <a:cubicBezTo>
                  <a:pt x="1128601" y="468075"/>
                  <a:pt x="1149250" y="480276"/>
                  <a:pt x="1160510" y="499792"/>
                </a:cubicBezTo>
                <a:cubicBezTo>
                  <a:pt x="1172882" y="519588"/>
                  <a:pt x="1167933" y="536908"/>
                  <a:pt x="1148141" y="536908"/>
                </a:cubicBezTo>
                <a:cubicBezTo>
                  <a:pt x="1130150" y="532721"/>
                  <a:pt x="1114828" y="521006"/>
                  <a:pt x="1106073" y="504740"/>
                </a:cubicBezTo>
                <a:cubicBezTo>
                  <a:pt x="1081329" y="484945"/>
                  <a:pt x="1086279" y="467624"/>
                  <a:pt x="1106073" y="467624"/>
                </a:cubicBezTo>
                <a:close/>
                <a:moveTo>
                  <a:pt x="1949850" y="462689"/>
                </a:moveTo>
                <a:cubicBezTo>
                  <a:pt x="1967941" y="462912"/>
                  <a:pt x="1984299" y="473498"/>
                  <a:pt x="1991915" y="489907"/>
                </a:cubicBezTo>
                <a:cubicBezTo>
                  <a:pt x="2006762" y="507229"/>
                  <a:pt x="1991915" y="522075"/>
                  <a:pt x="1991915" y="522075"/>
                </a:cubicBezTo>
                <a:cubicBezTo>
                  <a:pt x="1973825" y="521854"/>
                  <a:pt x="1957466" y="511268"/>
                  <a:pt x="1949850" y="494857"/>
                </a:cubicBezTo>
                <a:cubicBezTo>
                  <a:pt x="1935003" y="477537"/>
                  <a:pt x="1937478" y="462689"/>
                  <a:pt x="1949850" y="462689"/>
                </a:cubicBezTo>
                <a:close/>
                <a:moveTo>
                  <a:pt x="2674858" y="462674"/>
                </a:moveTo>
                <a:cubicBezTo>
                  <a:pt x="2689704" y="462674"/>
                  <a:pt x="2689704" y="475046"/>
                  <a:pt x="2689704" y="475046"/>
                </a:cubicBezTo>
                <a:cubicBezTo>
                  <a:pt x="2684829" y="476304"/>
                  <a:pt x="2679732" y="476304"/>
                  <a:pt x="2674858" y="475046"/>
                </a:cubicBezTo>
                <a:cubicBezTo>
                  <a:pt x="2674858" y="462674"/>
                  <a:pt x="2660011" y="462674"/>
                  <a:pt x="2674858" y="462674"/>
                </a:cubicBezTo>
                <a:close/>
                <a:moveTo>
                  <a:pt x="1459913" y="437938"/>
                </a:moveTo>
                <a:cubicBezTo>
                  <a:pt x="1481691" y="438760"/>
                  <a:pt x="1501432" y="450978"/>
                  <a:pt x="1511876" y="470106"/>
                </a:cubicBezTo>
                <a:cubicBezTo>
                  <a:pt x="1531672" y="487427"/>
                  <a:pt x="1529197" y="507223"/>
                  <a:pt x="1511876" y="507223"/>
                </a:cubicBezTo>
                <a:cubicBezTo>
                  <a:pt x="1490099" y="506401"/>
                  <a:pt x="1470358" y="494183"/>
                  <a:pt x="1459913" y="475054"/>
                </a:cubicBezTo>
                <a:cubicBezTo>
                  <a:pt x="1440118" y="455258"/>
                  <a:pt x="1442592" y="437938"/>
                  <a:pt x="1459913" y="437938"/>
                </a:cubicBezTo>
                <a:close/>
                <a:moveTo>
                  <a:pt x="2266577" y="413192"/>
                </a:moveTo>
                <a:cubicBezTo>
                  <a:pt x="2272162" y="411107"/>
                  <a:pt x="2278313" y="411107"/>
                  <a:pt x="2283898" y="413192"/>
                </a:cubicBezTo>
                <a:cubicBezTo>
                  <a:pt x="2283898" y="425566"/>
                  <a:pt x="2283898" y="425566"/>
                  <a:pt x="2283898" y="425566"/>
                </a:cubicBezTo>
                <a:cubicBezTo>
                  <a:pt x="2276554" y="424261"/>
                  <a:pt x="2270192" y="419715"/>
                  <a:pt x="2266577" y="413192"/>
                </a:cubicBezTo>
                <a:close/>
                <a:moveTo>
                  <a:pt x="1202577" y="405763"/>
                </a:moveTo>
                <a:cubicBezTo>
                  <a:pt x="1230986" y="406008"/>
                  <a:pt x="1257227" y="421003"/>
                  <a:pt x="1271856" y="445355"/>
                </a:cubicBezTo>
                <a:cubicBezTo>
                  <a:pt x="1286703" y="470099"/>
                  <a:pt x="1279279" y="494842"/>
                  <a:pt x="1257015" y="494842"/>
                </a:cubicBezTo>
                <a:cubicBezTo>
                  <a:pt x="1228996" y="493234"/>
                  <a:pt x="1203766" y="477348"/>
                  <a:pt x="1190203" y="452777"/>
                </a:cubicBezTo>
                <a:cubicBezTo>
                  <a:pt x="1172882" y="428033"/>
                  <a:pt x="1180305" y="405763"/>
                  <a:pt x="1202577" y="405763"/>
                </a:cubicBezTo>
                <a:close/>
                <a:moveTo>
                  <a:pt x="1571262" y="400820"/>
                </a:moveTo>
                <a:cubicBezTo>
                  <a:pt x="1591926" y="400998"/>
                  <a:pt x="1610868" y="412366"/>
                  <a:pt x="1620751" y="430514"/>
                </a:cubicBezTo>
                <a:cubicBezTo>
                  <a:pt x="1640546" y="450310"/>
                  <a:pt x="1635598" y="467631"/>
                  <a:pt x="1620751" y="467631"/>
                </a:cubicBezTo>
                <a:cubicBezTo>
                  <a:pt x="1599369" y="467558"/>
                  <a:pt x="1580010" y="454974"/>
                  <a:pt x="1571262" y="435463"/>
                </a:cubicBezTo>
                <a:cubicBezTo>
                  <a:pt x="1551467" y="418141"/>
                  <a:pt x="1556416" y="400820"/>
                  <a:pt x="1571262" y="400820"/>
                </a:cubicBezTo>
                <a:close/>
                <a:moveTo>
                  <a:pt x="935337" y="385961"/>
                </a:moveTo>
                <a:cubicBezTo>
                  <a:pt x="957864" y="386411"/>
                  <a:pt x="978512" y="398613"/>
                  <a:pt x="989775" y="418129"/>
                </a:cubicBezTo>
                <a:cubicBezTo>
                  <a:pt x="1012045" y="437925"/>
                  <a:pt x="1007095" y="457720"/>
                  <a:pt x="989775" y="457720"/>
                </a:cubicBezTo>
                <a:cubicBezTo>
                  <a:pt x="962008" y="460092"/>
                  <a:pt x="935253" y="446713"/>
                  <a:pt x="920491" y="423077"/>
                </a:cubicBezTo>
                <a:cubicBezTo>
                  <a:pt x="908118" y="403282"/>
                  <a:pt x="915542" y="385961"/>
                  <a:pt x="935337" y="385961"/>
                </a:cubicBezTo>
                <a:close/>
                <a:moveTo>
                  <a:pt x="1680137" y="371128"/>
                </a:moveTo>
                <a:cubicBezTo>
                  <a:pt x="1701771" y="372414"/>
                  <a:pt x="1721302" y="384503"/>
                  <a:pt x="1732100" y="403294"/>
                </a:cubicBezTo>
                <a:cubicBezTo>
                  <a:pt x="1751896" y="423091"/>
                  <a:pt x="1749421" y="442886"/>
                  <a:pt x="1732100" y="442886"/>
                </a:cubicBezTo>
                <a:cubicBezTo>
                  <a:pt x="1714779" y="445361"/>
                  <a:pt x="1702407" y="428040"/>
                  <a:pt x="1680137" y="408243"/>
                </a:cubicBezTo>
                <a:cubicBezTo>
                  <a:pt x="1657867" y="388448"/>
                  <a:pt x="1662816" y="371128"/>
                  <a:pt x="1680137" y="371128"/>
                </a:cubicBezTo>
                <a:close/>
                <a:moveTo>
                  <a:pt x="2051611" y="370818"/>
                </a:moveTo>
                <a:cubicBezTo>
                  <a:pt x="2055632" y="372363"/>
                  <a:pt x="2058725" y="376076"/>
                  <a:pt x="2058725" y="383498"/>
                </a:cubicBezTo>
                <a:cubicBezTo>
                  <a:pt x="2058725" y="398344"/>
                  <a:pt x="2058725" y="398344"/>
                  <a:pt x="2058725" y="398344"/>
                </a:cubicBezTo>
                <a:cubicBezTo>
                  <a:pt x="2050472" y="397788"/>
                  <a:pt x="2043047" y="393146"/>
                  <a:pt x="2038929" y="385972"/>
                </a:cubicBezTo>
                <a:cubicBezTo>
                  <a:pt x="2038929" y="371128"/>
                  <a:pt x="2031506" y="373602"/>
                  <a:pt x="2038929" y="371128"/>
                </a:cubicBezTo>
                <a:cubicBezTo>
                  <a:pt x="2042641" y="369889"/>
                  <a:pt x="2047590" y="369271"/>
                  <a:pt x="2051611" y="370818"/>
                </a:cubicBezTo>
                <a:close/>
                <a:moveTo>
                  <a:pt x="1925106" y="368654"/>
                </a:moveTo>
                <a:cubicBezTo>
                  <a:pt x="1933358" y="369211"/>
                  <a:pt x="1940784" y="373852"/>
                  <a:pt x="1944901" y="381024"/>
                </a:cubicBezTo>
                <a:cubicBezTo>
                  <a:pt x="1944901" y="395872"/>
                  <a:pt x="1944901" y="395872"/>
                  <a:pt x="1944901" y="395872"/>
                </a:cubicBezTo>
                <a:cubicBezTo>
                  <a:pt x="1936649" y="395314"/>
                  <a:pt x="1929223" y="390673"/>
                  <a:pt x="1925106" y="383500"/>
                </a:cubicBezTo>
                <a:cubicBezTo>
                  <a:pt x="1925106" y="368654"/>
                  <a:pt x="1925106" y="368654"/>
                  <a:pt x="1925106" y="368654"/>
                </a:cubicBezTo>
                <a:close/>
                <a:moveTo>
                  <a:pt x="2459582" y="363698"/>
                </a:moveTo>
                <a:cubicBezTo>
                  <a:pt x="2466585" y="364421"/>
                  <a:pt x="2472454" y="369313"/>
                  <a:pt x="2474429" y="376068"/>
                </a:cubicBezTo>
                <a:cubicBezTo>
                  <a:pt x="2474429" y="388441"/>
                  <a:pt x="2474429" y="388441"/>
                  <a:pt x="2474429" y="388441"/>
                </a:cubicBezTo>
                <a:cubicBezTo>
                  <a:pt x="2468007" y="386500"/>
                  <a:pt x="2462650" y="382034"/>
                  <a:pt x="2459582" y="376068"/>
                </a:cubicBezTo>
                <a:cubicBezTo>
                  <a:pt x="2459582" y="363698"/>
                  <a:pt x="2459582" y="363698"/>
                  <a:pt x="2459582" y="363698"/>
                </a:cubicBezTo>
                <a:close/>
                <a:moveTo>
                  <a:pt x="1313921" y="358750"/>
                </a:moveTo>
                <a:cubicBezTo>
                  <a:pt x="1326293" y="356276"/>
                  <a:pt x="1338665" y="366172"/>
                  <a:pt x="1353512" y="381019"/>
                </a:cubicBezTo>
                <a:cubicBezTo>
                  <a:pt x="1368359" y="395864"/>
                  <a:pt x="1353512" y="410712"/>
                  <a:pt x="1353512" y="410712"/>
                </a:cubicBezTo>
                <a:cubicBezTo>
                  <a:pt x="1336862" y="410061"/>
                  <a:pt x="1321802" y="400647"/>
                  <a:pt x="1313921" y="385967"/>
                </a:cubicBezTo>
                <a:cubicBezTo>
                  <a:pt x="1296600" y="371120"/>
                  <a:pt x="1301549" y="361224"/>
                  <a:pt x="1313921" y="358750"/>
                </a:cubicBezTo>
                <a:close/>
                <a:moveTo>
                  <a:pt x="1793961" y="353807"/>
                </a:moveTo>
                <a:cubicBezTo>
                  <a:pt x="1814997" y="354992"/>
                  <a:pt x="1833827" y="367233"/>
                  <a:pt x="1843450" y="385972"/>
                </a:cubicBezTo>
                <a:cubicBezTo>
                  <a:pt x="1863245" y="405769"/>
                  <a:pt x="1860771" y="425564"/>
                  <a:pt x="1843450" y="425564"/>
                </a:cubicBezTo>
                <a:cubicBezTo>
                  <a:pt x="1822660" y="421860"/>
                  <a:pt x="1804557" y="409190"/>
                  <a:pt x="1793961" y="390922"/>
                </a:cubicBezTo>
                <a:cubicBezTo>
                  <a:pt x="1774166" y="371128"/>
                  <a:pt x="1779115" y="353807"/>
                  <a:pt x="1793961" y="353807"/>
                </a:cubicBezTo>
                <a:close/>
                <a:moveTo>
                  <a:pt x="791818" y="336469"/>
                </a:moveTo>
                <a:cubicBezTo>
                  <a:pt x="798222" y="334205"/>
                  <a:pt x="805210" y="334205"/>
                  <a:pt x="811613" y="336469"/>
                </a:cubicBezTo>
                <a:lnTo>
                  <a:pt x="811613" y="351316"/>
                </a:lnTo>
                <a:cubicBezTo>
                  <a:pt x="804960" y="353305"/>
                  <a:pt x="797776" y="352407"/>
                  <a:pt x="791818" y="348841"/>
                </a:cubicBezTo>
                <a:cubicBezTo>
                  <a:pt x="791818" y="336469"/>
                  <a:pt x="791818" y="336469"/>
                  <a:pt x="791818" y="336469"/>
                </a:cubicBezTo>
                <a:close/>
                <a:moveTo>
                  <a:pt x="1435169" y="321632"/>
                </a:moveTo>
                <a:cubicBezTo>
                  <a:pt x="1445032" y="324831"/>
                  <a:pt x="1453106" y="332007"/>
                  <a:pt x="1457439" y="341427"/>
                </a:cubicBezTo>
                <a:cubicBezTo>
                  <a:pt x="1469811" y="361224"/>
                  <a:pt x="1457439" y="361224"/>
                  <a:pt x="1457439" y="361224"/>
                </a:cubicBezTo>
                <a:cubicBezTo>
                  <a:pt x="1447541" y="363698"/>
                  <a:pt x="1435169" y="366172"/>
                  <a:pt x="1435169" y="343903"/>
                </a:cubicBezTo>
                <a:cubicBezTo>
                  <a:pt x="1435169" y="321632"/>
                  <a:pt x="1435169" y="321632"/>
                  <a:pt x="1435169" y="321632"/>
                </a:cubicBezTo>
                <a:close/>
                <a:moveTo>
                  <a:pt x="1536620" y="282041"/>
                </a:moveTo>
                <a:cubicBezTo>
                  <a:pt x="1553808" y="283177"/>
                  <a:pt x="1568996" y="293619"/>
                  <a:pt x="1576211" y="309260"/>
                </a:cubicBezTo>
                <a:cubicBezTo>
                  <a:pt x="1591058" y="324106"/>
                  <a:pt x="1576211" y="338953"/>
                  <a:pt x="1576211" y="338953"/>
                </a:cubicBezTo>
                <a:cubicBezTo>
                  <a:pt x="1559645" y="336169"/>
                  <a:pt x="1545152" y="326205"/>
                  <a:pt x="1536620" y="311734"/>
                </a:cubicBezTo>
                <a:cubicBezTo>
                  <a:pt x="1519299" y="296888"/>
                  <a:pt x="1524248" y="282041"/>
                  <a:pt x="1536620" y="282041"/>
                </a:cubicBezTo>
                <a:close/>
                <a:moveTo>
                  <a:pt x="2108214" y="267195"/>
                </a:moveTo>
                <a:cubicBezTo>
                  <a:pt x="2122707" y="268513"/>
                  <a:pt x="2135641" y="276827"/>
                  <a:pt x="2142856" y="289465"/>
                </a:cubicBezTo>
                <a:cubicBezTo>
                  <a:pt x="2157703" y="304310"/>
                  <a:pt x="2155228" y="316683"/>
                  <a:pt x="2142856" y="316683"/>
                </a:cubicBezTo>
                <a:cubicBezTo>
                  <a:pt x="2132958" y="319158"/>
                  <a:pt x="2108214" y="321631"/>
                  <a:pt x="2108214" y="294413"/>
                </a:cubicBezTo>
                <a:cubicBezTo>
                  <a:pt x="2108214" y="267195"/>
                  <a:pt x="2108214" y="267195"/>
                  <a:pt x="2108214" y="267195"/>
                </a:cubicBezTo>
                <a:close/>
                <a:moveTo>
                  <a:pt x="1153085" y="267189"/>
                </a:moveTo>
                <a:cubicBezTo>
                  <a:pt x="1171900" y="267058"/>
                  <a:pt x="1189160" y="277607"/>
                  <a:pt x="1197626" y="294408"/>
                </a:cubicBezTo>
                <a:cubicBezTo>
                  <a:pt x="1217421" y="309255"/>
                  <a:pt x="1212472" y="324102"/>
                  <a:pt x="1197626" y="324102"/>
                </a:cubicBezTo>
                <a:cubicBezTo>
                  <a:pt x="1178812" y="324232"/>
                  <a:pt x="1161550" y="313684"/>
                  <a:pt x="1153085" y="296883"/>
                </a:cubicBezTo>
                <a:cubicBezTo>
                  <a:pt x="1133290" y="282036"/>
                  <a:pt x="1138240" y="267189"/>
                  <a:pt x="1153085" y="267189"/>
                </a:cubicBezTo>
                <a:close/>
                <a:moveTo>
                  <a:pt x="1996864" y="247398"/>
                </a:moveTo>
                <a:cubicBezTo>
                  <a:pt x="2012832" y="251696"/>
                  <a:pt x="2026283" y="262457"/>
                  <a:pt x="2033981" y="277091"/>
                </a:cubicBezTo>
                <a:cubicBezTo>
                  <a:pt x="2048827" y="294413"/>
                  <a:pt x="2033981" y="309260"/>
                  <a:pt x="2033981" y="309260"/>
                </a:cubicBezTo>
                <a:cubicBezTo>
                  <a:pt x="2011827" y="309829"/>
                  <a:pt x="1991059" y="298501"/>
                  <a:pt x="1979543" y="279566"/>
                </a:cubicBezTo>
                <a:cubicBezTo>
                  <a:pt x="1979543" y="262245"/>
                  <a:pt x="1979543" y="247398"/>
                  <a:pt x="1996864" y="247398"/>
                </a:cubicBezTo>
                <a:close/>
                <a:moveTo>
                  <a:pt x="1880565" y="247398"/>
                </a:moveTo>
                <a:cubicBezTo>
                  <a:pt x="1895684" y="250509"/>
                  <a:pt x="1908994" y="259384"/>
                  <a:pt x="1917682" y="272142"/>
                </a:cubicBezTo>
                <a:cubicBezTo>
                  <a:pt x="1935003" y="289464"/>
                  <a:pt x="1932529" y="304311"/>
                  <a:pt x="1917682" y="304311"/>
                </a:cubicBezTo>
                <a:cubicBezTo>
                  <a:pt x="1902563" y="301201"/>
                  <a:pt x="1889253" y="292325"/>
                  <a:pt x="1880565" y="279566"/>
                </a:cubicBezTo>
                <a:cubicBezTo>
                  <a:pt x="1865719" y="262245"/>
                  <a:pt x="1880565" y="247398"/>
                  <a:pt x="1880565" y="247398"/>
                </a:cubicBezTo>
                <a:close/>
                <a:moveTo>
                  <a:pt x="1774165" y="247398"/>
                </a:moveTo>
                <a:cubicBezTo>
                  <a:pt x="1785206" y="252786"/>
                  <a:pt x="1793342" y="262727"/>
                  <a:pt x="1796435" y="274617"/>
                </a:cubicBezTo>
                <a:cubicBezTo>
                  <a:pt x="1796435" y="296888"/>
                  <a:pt x="1796435" y="296888"/>
                  <a:pt x="1796435" y="296888"/>
                </a:cubicBezTo>
                <a:cubicBezTo>
                  <a:pt x="1785169" y="291790"/>
                  <a:pt x="1776929" y="281721"/>
                  <a:pt x="1774165" y="269669"/>
                </a:cubicBezTo>
                <a:cubicBezTo>
                  <a:pt x="1774165" y="247398"/>
                  <a:pt x="1774165" y="247398"/>
                  <a:pt x="1774165" y="247398"/>
                </a:cubicBezTo>
                <a:close/>
                <a:moveTo>
                  <a:pt x="1650444" y="247398"/>
                </a:moveTo>
                <a:cubicBezTo>
                  <a:pt x="1665291" y="247398"/>
                  <a:pt x="1672714" y="267193"/>
                  <a:pt x="1692510" y="286990"/>
                </a:cubicBezTo>
                <a:cubicBezTo>
                  <a:pt x="1712305" y="306785"/>
                  <a:pt x="1709830" y="324106"/>
                  <a:pt x="1692510" y="324106"/>
                </a:cubicBezTo>
                <a:cubicBezTo>
                  <a:pt x="1673560" y="317386"/>
                  <a:pt x="1658300" y="303022"/>
                  <a:pt x="1650444" y="284514"/>
                </a:cubicBezTo>
                <a:cubicBezTo>
                  <a:pt x="1628174" y="264720"/>
                  <a:pt x="1635598" y="247398"/>
                  <a:pt x="1650444" y="247398"/>
                </a:cubicBezTo>
                <a:close/>
                <a:moveTo>
                  <a:pt x="890795" y="232543"/>
                </a:moveTo>
                <a:cubicBezTo>
                  <a:pt x="912293" y="234251"/>
                  <a:pt x="931643" y="246230"/>
                  <a:pt x="942758" y="264711"/>
                </a:cubicBezTo>
                <a:cubicBezTo>
                  <a:pt x="952656" y="284506"/>
                  <a:pt x="947707" y="301827"/>
                  <a:pt x="930386" y="301827"/>
                </a:cubicBezTo>
                <a:cubicBezTo>
                  <a:pt x="908562" y="299130"/>
                  <a:pt x="888841" y="287475"/>
                  <a:pt x="875949" y="269659"/>
                </a:cubicBezTo>
                <a:cubicBezTo>
                  <a:pt x="866051" y="249864"/>
                  <a:pt x="871000" y="232543"/>
                  <a:pt x="890795" y="232543"/>
                </a:cubicBezTo>
                <a:close/>
                <a:moveTo>
                  <a:pt x="2311117" y="227597"/>
                </a:moveTo>
                <a:cubicBezTo>
                  <a:pt x="2319431" y="229708"/>
                  <a:pt x="2326557" y="235053"/>
                  <a:pt x="2330912" y="242445"/>
                </a:cubicBezTo>
                <a:cubicBezTo>
                  <a:pt x="2330912" y="259765"/>
                  <a:pt x="2330912" y="259765"/>
                  <a:pt x="2330912" y="259765"/>
                </a:cubicBezTo>
                <a:cubicBezTo>
                  <a:pt x="2322598" y="257655"/>
                  <a:pt x="2315472" y="252310"/>
                  <a:pt x="2311117" y="244918"/>
                </a:cubicBezTo>
                <a:cubicBezTo>
                  <a:pt x="2311117" y="227597"/>
                  <a:pt x="2311117" y="227597"/>
                  <a:pt x="2311117" y="227597"/>
                </a:cubicBezTo>
                <a:close/>
                <a:moveTo>
                  <a:pt x="1271856" y="220174"/>
                </a:moveTo>
                <a:cubicBezTo>
                  <a:pt x="1286351" y="224689"/>
                  <a:pt x="1298681" y="234377"/>
                  <a:pt x="1306498" y="247395"/>
                </a:cubicBezTo>
                <a:cubicBezTo>
                  <a:pt x="1326294" y="264715"/>
                  <a:pt x="1321345" y="277087"/>
                  <a:pt x="1306498" y="277087"/>
                </a:cubicBezTo>
                <a:cubicBezTo>
                  <a:pt x="1288026" y="275837"/>
                  <a:pt x="1271797" y="264382"/>
                  <a:pt x="1264433" y="247395"/>
                </a:cubicBezTo>
                <a:cubicBezTo>
                  <a:pt x="1254538" y="247395"/>
                  <a:pt x="1271856" y="220174"/>
                  <a:pt x="1271856" y="220174"/>
                </a:cubicBezTo>
                <a:close/>
                <a:moveTo>
                  <a:pt x="1388154" y="195430"/>
                </a:moveTo>
                <a:cubicBezTo>
                  <a:pt x="1398618" y="197114"/>
                  <a:pt x="1407734" y="203495"/>
                  <a:pt x="1412898" y="212751"/>
                </a:cubicBezTo>
                <a:cubicBezTo>
                  <a:pt x="1412898" y="230071"/>
                  <a:pt x="1412898" y="230071"/>
                  <a:pt x="1412898" y="230071"/>
                </a:cubicBezTo>
                <a:cubicBezTo>
                  <a:pt x="1405475" y="232546"/>
                  <a:pt x="1388154" y="235021"/>
                  <a:pt x="1388154" y="215225"/>
                </a:cubicBezTo>
                <a:cubicBezTo>
                  <a:pt x="1388154" y="195430"/>
                  <a:pt x="1388154" y="195430"/>
                  <a:pt x="1388154" y="195430"/>
                </a:cubicBezTo>
                <a:close/>
                <a:moveTo>
                  <a:pt x="1615802" y="140993"/>
                </a:moveTo>
                <a:cubicBezTo>
                  <a:pt x="1630842" y="145883"/>
                  <a:pt x="1643311" y="156570"/>
                  <a:pt x="1650444" y="170686"/>
                </a:cubicBezTo>
                <a:cubicBezTo>
                  <a:pt x="1667765" y="188007"/>
                  <a:pt x="1665291" y="202853"/>
                  <a:pt x="1650444" y="202853"/>
                </a:cubicBezTo>
                <a:cubicBezTo>
                  <a:pt x="1635405" y="197963"/>
                  <a:pt x="1622936" y="187276"/>
                  <a:pt x="1615802" y="173160"/>
                </a:cubicBezTo>
                <a:cubicBezTo>
                  <a:pt x="1596007" y="155839"/>
                  <a:pt x="1600956" y="140993"/>
                  <a:pt x="1615802" y="140993"/>
                </a:cubicBezTo>
                <a:close/>
                <a:moveTo>
                  <a:pt x="1118442" y="136040"/>
                </a:moveTo>
                <a:cubicBezTo>
                  <a:pt x="1129088" y="138906"/>
                  <a:pt x="1138055" y="146080"/>
                  <a:pt x="1143187" y="155835"/>
                </a:cubicBezTo>
                <a:cubicBezTo>
                  <a:pt x="1158033" y="178105"/>
                  <a:pt x="1143187" y="178105"/>
                  <a:pt x="1143187" y="178105"/>
                </a:cubicBezTo>
                <a:cubicBezTo>
                  <a:pt x="1132673" y="174985"/>
                  <a:pt x="1123795" y="167881"/>
                  <a:pt x="1118442" y="158310"/>
                </a:cubicBezTo>
                <a:cubicBezTo>
                  <a:pt x="1103596" y="136040"/>
                  <a:pt x="1118442" y="136040"/>
                  <a:pt x="1118442" y="136040"/>
                </a:cubicBezTo>
                <a:close/>
                <a:moveTo>
                  <a:pt x="1732100" y="123671"/>
                </a:moveTo>
                <a:cubicBezTo>
                  <a:pt x="1749958" y="131194"/>
                  <a:pt x="1764169" y="145403"/>
                  <a:pt x="1771691" y="163263"/>
                </a:cubicBezTo>
                <a:cubicBezTo>
                  <a:pt x="1793961" y="185532"/>
                  <a:pt x="1791486" y="205327"/>
                  <a:pt x="1771691" y="205327"/>
                </a:cubicBezTo>
                <a:cubicBezTo>
                  <a:pt x="1754113" y="197392"/>
                  <a:pt x="1740036" y="183314"/>
                  <a:pt x="1732100" y="165736"/>
                </a:cubicBezTo>
                <a:cubicBezTo>
                  <a:pt x="1709830" y="143466"/>
                  <a:pt x="1712305" y="123671"/>
                  <a:pt x="1732100" y="123671"/>
                </a:cubicBezTo>
                <a:close/>
                <a:moveTo>
                  <a:pt x="1237215" y="96449"/>
                </a:moveTo>
                <a:cubicBezTo>
                  <a:pt x="1246689" y="100295"/>
                  <a:pt x="1254553" y="107285"/>
                  <a:pt x="1259484" y="116244"/>
                </a:cubicBezTo>
                <a:cubicBezTo>
                  <a:pt x="1259484" y="138514"/>
                  <a:pt x="1259484" y="138514"/>
                  <a:pt x="1259484" y="138514"/>
                </a:cubicBezTo>
                <a:cubicBezTo>
                  <a:pt x="1249268" y="135959"/>
                  <a:pt x="1240951" y="128565"/>
                  <a:pt x="1237215" y="118719"/>
                </a:cubicBezTo>
                <a:cubicBezTo>
                  <a:pt x="1224843" y="96449"/>
                  <a:pt x="1237215" y="96449"/>
                  <a:pt x="1237215" y="96449"/>
                </a:cubicBezTo>
                <a:close/>
                <a:moveTo>
                  <a:pt x="1935003" y="71704"/>
                </a:moveTo>
                <a:cubicBezTo>
                  <a:pt x="1940588" y="69617"/>
                  <a:pt x="1946739" y="69617"/>
                  <a:pt x="1952324" y="71704"/>
                </a:cubicBezTo>
                <a:cubicBezTo>
                  <a:pt x="1952324" y="84076"/>
                  <a:pt x="1952324" y="84076"/>
                  <a:pt x="1952324" y="84076"/>
                </a:cubicBezTo>
                <a:cubicBezTo>
                  <a:pt x="1944980" y="82773"/>
                  <a:pt x="1938618" y="78228"/>
                  <a:pt x="1935003" y="71704"/>
                </a:cubicBezTo>
                <a:close/>
                <a:moveTo>
                  <a:pt x="1576211" y="27165"/>
                </a:moveTo>
                <a:cubicBezTo>
                  <a:pt x="1592178" y="31463"/>
                  <a:pt x="1605629" y="42225"/>
                  <a:pt x="1613327" y="56858"/>
                </a:cubicBezTo>
                <a:cubicBezTo>
                  <a:pt x="1630648" y="74178"/>
                  <a:pt x="1628174" y="89026"/>
                  <a:pt x="1613327" y="89026"/>
                </a:cubicBezTo>
                <a:cubicBezTo>
                  <a:pt x="1597045" y="83885"/>
                  <a:pt x="1583614" y="72242"/>
                  <a:pt x="1576211" y="56858"/>
                </a:cubicBezTo>
                <a:cubicBezTo>
                  <a:pt x="1558890" y="42012"/>
                  <a:pt x="1561364" y="27165"/>
                  <a:pt x="1576211" y="27165"/>
                </a:cubicBezTo>
                <a:close/>
                <a:moveTo>
                  <a:pt x="1687560" y="14792"/>
                </a:moveTo>
                <a:cubicBezTo>
                  <a:pt x="1707284" y="21189"/>
                  <a:pt x="1723434" y="35544"/>
                  <a:pt x="1732100" y="54383"/>
                </a:cubicBezTo>
                <a:cubicBezTo>
                  <a:pt x="1754370" y="76653"/>
                  <a:pt x="1749421" y="93975"/>
                  <a:pt x="1732100" y="93975"/>
                </a:cubicBezTo>
                <a:cubicBezTo>
                  <a:pt x="1717253" y="96448"/>
                  <a:pt x="1709830" y="76653"/>
                  <a:pt x="1687560" y="54383"/>
                </a:cubicBezTo>
                <a:cubicBezTo>
                  <a:pt x="1665290" y="32113"/>
                  <a:pt x="1670239" y="14792"/>
                  <a:pt x="1687560" y="14792"/>
                </a:cubicBezTo>
                <a:close/>
                <a:moveTo>
                  <a:pt x="1071437" y="0"/>
                </a:moveTo>
                <a:cubicBezTo>
                  <a:pt x="1083181" y="3375"/>
                  <a:pt x="1093023" y="11426"/>
                  <a:pt x="1098657" y="22269"/>
                </a:cubicBezTo>
                <a:cubicBezTo>
                  <a:pt x="1113502" y="44540"/>
                  <a:pt x="1098657" y="44540"/>
                  <a:pt x="1098657" y="44540"/>
                </a:cubicBezTo>
                <a:cubicBezTo>
                  <a:pt x="1086912" y="41163"/>
                  <a:pt x="1077072" y="33112"/>
                  <a:pt x="1071437" y="22269"/>
                </a:cubicBezTo>
                <a:cubicBezTo>
                  <a:pt x="1056589" y="0"/>
                  <a:pt x="1071437" y="0"/>
                  <a:pt x="1071437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alpha val="2000"/>
                </a:schemeClr>
              </a:gs>
              <a:gs pos="12000">
                <a:schemeClr val="accent1">
                  <a:alpha val="4000"/>
                </a:schemeClr>
              </a:gs>
            </a:gsLst>
            <a:lin ang="0" scaled="0"/>
          </a:gradFill>
          <a:ln w="247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0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2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占位符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350413" y="3993226"/>
            <a:ext cx="2880000" cy="360000"/>
          </a:xfrm>
          <a:prstGeom prst="rect">
            <a:avLst/>
          </a:prstGeom>
        </p:spPr>
        <p:txBody>
          <a:bodyPr vert="horz" lIns="100800" tIns="0" rIns="82800" bIns="0" rtlCol="0" anchor="ctr">
            <a:normAutofit/>
          </a:bodyPr>
          <a:lstStyle>
            <a:lvl1pPr mar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400" b="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Sparks Lu</a:t>
            </a:r>
            <a:endParaRPr lang="en-US" altLang="zh-CN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5600"/>
              <a:t>Windows Notes</a:t>
            </a:r>
            <a:endParaRPr altLang="en-US" sz="5600"/>
          </a:p>
        </p:txBody>
      </p:sp>
      <p:sp>
        <p:nvSpPr>
          <p:cNvPr id="11" name="副标题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altLang="en-US" sz="2200"/>
              <a:t>Last updated：3/16/2022</a:t>
            </a:r>
            <a:endParaRPr altLang="en-US" sz="2200"/>
          </a:p>
        </p:txBody>
      </p:sp>
      <p:sp>
        <p:nvSpPr>
          <p:cNvPr id="12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WPS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Commands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100800" tIns="0" rIns="8280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xcopy some_source_dir new_destination_dir\ /E/H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Check .net version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1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dotnet --list-sdks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1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dotnet --list-runtimes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1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dotnet executable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0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wmic diskdrive list brief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1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list mounted disks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环境</a:t>
            </a:r>
            <a:r>
              <a:rPr lang="zh-CN" altLang="en-US"/>
              <a:t>变量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TEMP</a:t>
            </a:r>
            <a:endParaRPr lang="en-US" altLang="zh-CN"/>
          </a:p>
          <a:p>
            <a:pPr lvl="1"/>
            <a:r>
              <a:rPr lang="en-US" altLang="zh-CN"/>
              <a:t>default: %SystemRoot%\TEMP</a:t>
            </a:r>
            <a:endParaRPr lang="en-US" altLang="zh-CN"/>
          </a:p>
          <a:p>
            <a:pPr lvl="0"/>
            <a:r>
              <a:rPr lang="en-US" altLang="zh-CN"/>
              <a:t>GRADLE_USER_HOME</a:t>
            </a:r>
            <a:endParaRPr lang="en-US" altLang="zh-CN"/>
          </a:p>
          <a:p>
            <a:pPr lvl="1"/>
            <a:r>
              <a:rPr lang="en-US" altLang="zh-CN"/>
              <a:t>default %HOME%\.gradle</a:t>
            </a:r>
            <a:endParaRPr lang="en-US" altLang="zh-CN"/>
          </a:p>
          <a:p>
            <a:pPr lvl="1"/>
            <a:r>
              <a:rPr lang="en-US" altLang="zh-CN"/>
              <a:t>store several GB data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性能</a:t>
            </a:r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50"/>
            <a:ext cx="5455920" cy="4873625"/>
          </a:xfrm>
        </p:spPr>
        <p:txBody>
          <a:bodyPr/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600"/>
              <a:t>https://zhuanlan.zhihu.com/p/637086990</a:t>
            </a:r>
            <a:endParaRPr lang="en-US" altLang="zh-CN" sz="1600"/>
          </a:p>
          <a:p>
            <a:pPr lvl="0"/>
            <a:r>
              <a:rPr lang="en-US" altLang="zh-CN" sz="1800"/>
              <a:t>Steps</a:t>
            </a:r>
            <a:endParaRPr lang="en-US" altLang="zh-CN" sz="1800"/>
          </a:p>
          <a:p>
            <a:pPr lvl="1"/>
            <a:r>
              <a:rPr lang="en-US" altLang="zh-CN" sz="1600"/>
              <a:t>Win+i </a:t>
            </a:r>
            <a:r>
              <a:rPr lang="zh-CN" altLang="en-US" sz="1600"/>
              <a:t>打开系统设置，辅助功能</a:t>
            </a:r>
            <a:r>
              <a:rPr lang="en-US" altLang="zh-CN" sz="1600"/>
              <a:t>-</a:t>
            </a:r>
            <a:r>
              <a:rPr lang="zh-CN" altLang="en-US" sz="1600"/>
              <a:t>》视觉效果，关闭</a:t>
            </a:r>
            <a:r>
              <a:rPr lang="en-US" altLang="zh-CN" sz="1600"/>
              <a:t>“</a:t>
            </a:r>
            <a:r>
              <a:rPr lang="zh-CN" altLang="en-US" sz="1600"/>
              <a:t>透明效果</a:t>
            </a:r>
            <a:r>
              <a:rPr lang="en-US" altLang="zh-CN" sz="1600"/>
              <a:t>”</a:t>
            </a:r>
            <a:r>
              <a:rPr lang="zh-CN" altLang="en-US" sz="1600"/>
              <a:t>和</a:t>
            </a:r>
            <a:r>
              <a:rPr lang="en-US" altLang="zh-CN" sz="1600"/>
              <a:t>“</a:t>
            </a:r>
            <a:r>
              <a:rPr lang="zh-CN" altLang="en-US" sz="1600"/>
              <a:t>动画效果</a:t>
            </a:r>
            <a:r>
              <a:rPr lang="en-US" altLang="zh-CN" sz="1600"/>
              <a:t>”</a:t>
            </a:r>
            <a:endParaRPr lang="en-US" altLang="zh-CN" sz="1600"/>
          </a:p>
          <a:p>
            <a:pPr lvl="1"/>
            <a:r>
              <a:rPr lang="zh-CN" altLang="en-US" sz="1600"/>
              <a:t>系统设置中，</a:t>
            </a:r>
            <a:r>
              <a:rPr lang="en-US" altLang="zh-CN" sz="1600"/>
              <a:t>“</a:t>
            </a:r>
            <a:r>
              <a:rPr lang="zh-CN" altLang="en-US" sz="1600"/>
              <a:t>系统</a:t>
            </a:r>
            <a:r>
              <a:rPr lang="en-US" altLang="zh-CN" sz="1600"/>
              <a:t>”-</a:t>
            </a:r>
            <a:r>
              <a:rPr lang="zh-CN" altLang="en-US" sz="1600"/>
              <a:t>》高级系统设置</a:t>
            </a:r>
            <a:r>
              <a:rPr lang="en-US" altLang="zh-CN" sz="1600"/>
              <a:t>-</a:t>
            </a:r>
            <a:r>
              <a:rPr lang="zh-CN" altLang="en-US" sz="1600"/>
              <a:t>》视觉效果</a:t>
            </a:r>
            <a:r>
              <a:rPr lang="en-US" altLang="zh-CN" sz="1600"/>
              <a:t>tab</a:t>
            </a:r>
            <a:r>
              <a:rPr lang="zh-CN" altLang="en-US" sz="1600"/>
              <a:t>页，选择</a:t>
            </a:r>
            <a:r>
              <a:rPr lang="en-US" altLang="zh-CN" sz="1600"/>
              <a:t>”</a:t>
            </a:r>
            <a:r>
              <a:rPr lang="zh-CN" altLang="en-US" sz="1600"/>
              <a:t>调整为最佳性能</a:t>
            </a:r>
            <a:r>
              <a:rPr lang="en-US" altLang="zh-CN" sz="1600"/>
              <a:t>“</a:t>
            </a:r>
            <a:endParaRPr lang="en-US" altLang="zh-CN" sz="1600"/>
          </a:p>
          <a:p>
            <a:pPr lvl="1"/>
            <a:r>
              <a:rPr lang="zh-CN" altLang="en-US" sz="1600"/>
              <a:t>系统设置中，</a:t>
            </a:r>
            <a:r>
              <a:rPr lang="en-US" altLang="zh-CN" sz="1600"/>
              <a:t>”</a:t>
            </a:r>
            <a:r>
              <a:rPr lang="zh-CN" altLang="en-US" sz="1600"/>
              <a:t>应用</a:t>
            </a:r>
            <a:r>
              <a:rPr lang="en-US" altLang="zh-CN" sz="1600"/>
              <a:t>”-</a:t>
            </a:r>
            <a:r>
              <a:rPr lang="zh-CN" altLang="en-US" sz="1600"/>
              <a:t>》</a:t>
            </a:r>
            <a:r>
              <a:rPr lang="en-US" altLang="zh-CN" sz="1600"/>
              <a:t>“</a:t>
            </a:r>
            <a:r>
              <a:rPr lang="zh-CN" altLang="en-US" sz="1600"/>
              <a:t>启动</a:t>
            </a:r>
            <a:r>
              <a:rPr lang="en-US" altLang="zh-CN" sz="1600"/>
              <a:t>”</a:t>
            </a:r>
            <a:r>
              <a:rPr lang="zh-CN" altLang="en-US" sz="1600"/>
              <a:t>，禁用不必要的启动</a:t>
            </a:r>
            <a:r>
              <a:rPr lang="zh-CN" altLang="en-US" sz="1600"/>
              <a:t>程序</a:t>
            </a:r>
            <a:endParaRPr lang="zh-CN" altLang="en-US" sz="1600"/>
          </a:p>
          <a:p>
            <a:pPr lvl="1"/>
            <a:r>
              <a:rPr lang="zh-CN" altLang="en-US" sz="1600"/>
              <a:t>系统设置中，</a:t>
            </a:r>
            <a:r>
              <a:rPr lang="en-US" altLang="zh-CN" sz="1600"/>
              <a:t>“</a:t>
            </a:r>
            <a:r>
              <a:rPr lang="zh-CN" altLang="en-US" sz="1600"/>
              <a:t>系统</a:t>
            </a:r>
            <a:r>
              <a:rPr lang="en-US" altLang="zh-CN" sz="1600"/>
              <a:t>”-</a:t>
            </a:r>
            <a:r>
              <a:rPr lang="zh-CN" altLang="en-US" sz="1600"/>
              <a:t>》</a:t>
            </a:r>
            <a:r>
              <a:rPr lang="en-US" altLang="zh-CN" sz="1600"/>
              <a:t>“</a:t>
            </a:r>
            <a:r>
              <a:rPr lang="zh-CN" altLang="en-US" sz="1600"/>
              <a:t>存储</a:t>
            </a:r>
            <a:r>
              <a:rPr lang="en-US" altLang="zh-CN" sz="1600"/>
              <a:t>”-</a:t>
            </a:r>
            <a:r>
              <a:rPr lang="zh-CN" altLang="en-US" sz="1600"/>
              <a:t>》</a:t>
            </a:r>
            <a:r>
              <a:rPr lang="en-US" altLang="zh-CN" sz="1600"/>
              <a:t>“</a:t>
            </a:r>
            <a:r>
              <a:rPr lang="zh-CN" altLang="en-US" sz="1600"/>
              <a:t>临时文件</a:t>
            </a:r>
            <a:r>
              <a:rPr lang="en-US" altLang="zh-CN" sz="1600"/>
              <a:t>”</a:t>
            </a:r>
            <a:r>
              <a:rPr lang="zh-CN" altLang="en-US" sz="1600"/>
              <a:t>，全部</a:t>
            </a:r>
            <a:r>
              <a:rPr lang="zh-CN" altLang="en-US" sz="1600"/>
              <a:t>删除</a:t>
            </a:r>
            <a:endParaRPr lang="zh-CN" altLang="en-US" sz="1600"/>
          </a:p>
          <a:p>
            <a:pPr lvl="1"/>
            <a:r>
              <a:rPr lang="zh-CN" altLang="en-US" sz="1600"/>
              <a:t>系统设置中，</a:t>
            </a:r>
            <a:r>
              <a:rPr lang="en-US" altLang="zh-CN" sz="1600"/>
              <a:t>“</a:t>
            </a:r>
            <a:r>
              <a:rPr lang="zh-CN" altLang="en-US" sz="1600"/>
              <a:t>系统</a:t>
            </a:r>
            <a:r>
              <a:rPr lang="en-US" altLang="zh-CN" sz="1600"/>
              <a:t>”-</a:t>
            </a:r>
            <a:r>
              <a:rPr lang="zh-CN" altLang="en-US" sz="1600"/>
              <a:t>》</a:t>
            </a:r>
            <a:r>
              <a:rPr lang="en-US" altLang="zh-CN" sz="1600"/>
              <a:t>“</a:t>
            </a:r>
            <a:r>
              <a:rPr lang="zh-CN" altLang="en-US" sz="1600"/>
              <a:t>通知</a:t>
            </a:r>
            <a:r>
              <a:rPr lang="en-US" altLang="zh-CN" sz="1600"/>
              <a:t>”</a:t>
            </a:r>
            <a:r>
              <a:rPr lang="zh-CN" altLang="en-US" sz="1600"/>
              <a:t>，关闭</a:t>
            </a:r>
            <a:r>
              <a:rPr lang="zh-CN" altLang="en-US" sz="1600"/>
              <a:t>通知</a:t>
            </a:r>
            <a:endParaRPr lang="zh-CN" altLang="en-US" sz="1600"/>
          </a:p>
          <a:p>
            <a:pPr lvl="1"/>
            <a:endParaRPr lang="zh-CN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29970" y="1181100"/>
          <a:ext cx="10492740" cy="462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6130"/>
                <a:gridCol w="4563110"/>
                <a:gridCol w="2603500"/>
              </a:tblGrid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Explanation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850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winget list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List installed windows programs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850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winget export {output_file}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Export list of install programs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850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winget search {program}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Search for a program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850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winget show {program}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Show info of installed program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850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winget install {package-name}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Install a program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WinGet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720330" y="1341755"/>
            <a:ext cx="4104640" cy="20612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[Languages]</a:t>
            </a:r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Name: "en"; MessagesFile: "compiler:Default.isl"; LicenseFile:英文协议文件路径; InfoBeforeFile:英文文件路径 </a:t>
            </a:r>
            <a:endParaRPr lang="zh-CN" altLang="en-US" sz="1600">
              <a:solidFill>
                <a:schemeClr val="tx1"/>
              </a:solidFill>
            </a:endParaRPr>
          </a:p>
          <a:p>
            <a:r>
              <a:rPr lang="zh-CN" altLang="en-US" sz="1600">
                <a:solidFill>
                  <a:schemeClr val="tx1"/>
                </a:solidFill>
              </a:rPr>
              <a:t>Name: "cn"; MessagesFile: "compiler:Languages\ChineseSimplified.isl";LicenseFile:中文协议路径</a:t>
            </a:r>
            <a:r>
              <a:rPr lang="en-US" altLang="zh-CN" sz="1600">
                <a:solidFill>
                  <a:schemeClr val="tx1"/>
                </a:solidFill>
              </a:rPr>
              <a:t>(</a:t>
            </a:r>
            <a:r>
              <a:rPr lang="en-US" altLang="zh-CN" sz="1600" b="1">
                <a:solidFill>
                  <a:schemeClr val="tx1"/>
                </a:solidFill>
              </a:rPr>
              <a:t>UTF-8 BOM</a:t>
            </a:r>
            <a:r>
              <a:rPr lang="en-US" altLang="zh-CN" sz="1600">
                <a:solidFill>
                  <a:schemeClr val="tx1"/>
                </a:solidFill>
              </a:rPr>
              <a:t>)</a:t>
            </a:r>
            <a:r>
              <a:rPr lang="zh-CN" altLang="en-US" sz="1600">
                <a:solidFill>
                  <a:schemeClr val="tx1"/>
                </a:solidFill>
              </a:rPr>
              <a:t>; InfoBeforeFile:中文文件路径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695960" y="1301750"/>
            <a:ext cx="6537325" cy="4873625"/>
          </a:xfrm>
        </p:spPr>
        <p:txBody>
          <a:bodyPr>
            <a:noAutofit/>
          </a:bodyPr>
          <a:p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Inno Setup</a:t>
            </a: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1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www.innosetup.com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1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App.iss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2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setup compiler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1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Chinese install language support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2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references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3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https://blog.csdn.net/Pailugou/article/details/115174416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3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https://github.com/jrsoftware/issrc/blob/main/Files/Languages/Unofficial/ChineseSimplified.isl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2"/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steps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3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[Setup]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marL="1371600" lvl="3" indent="0"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  ShowLanguageDialog = yes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3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create ChineseSimplified.isl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4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UTF-8 with BOM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3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copy ChineseSimplified.isl to “Languages” subfolder in Inno Setup install folder</a:t>
            </a: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Create Windows Installer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sym typeface="+mn-ea"/>
              </a:rPr>
              <a:t>Sign Windows Installer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95960" y="1301750"/>
            <a:ext cx="5934710" cy="5083810"/>
          </a:xfrm>
        </p:spPr>
        <p:txBody>
          <a:bodyPr>
            <a:noAutofit/>
          </a:bodyPr>
          <a:p>
            <a:r>
              <a:rPr lang="en-US" altLang="zh-CN" sz="1400"/>
              <a:t>Steps</a:t>
            </a:r>
            <a:endParaRPr lang="en-US" altLang="zh-CN" sz="1400"/>
          </a:p>
          <a:p>
            <a:pPr lvl="1"/>
            <a:r>
              <a:rPr lang="en-US" altLang="zh-CN" sz="1000"/>
              <a:t>Download Windows SDK installer from https://developer.microsoft.com/en-us/windows/downloads/windows-sdk/</a:t>
            </a:r>
            <a:endParaRPr lang="en-US" altLang="zh-CN" sz="1000"/>
          </a:p>
          <a:p>
            <a:pPr lvl="1"/>
            <a:r>
              <a:rPr lang="en-US" altLang="zh-CN" sz="1000"/>
              <a:t>Install Windows SDK by checking “Windows SDK Signing Tools for Desktop Apps”</a:t>
            </a:r>
            <a:endParaRPr lang="en-US" altLang="zh-CN" sz="1000"/>
          </a:p>
          <a:p>
            <a:pPr lvl="1"/>
            <a:r>
              <a:rPr lang="en-US" altLang="zh-CN" sz="1000"/>
              <a:t>Locate signtool.exe</a:t>
            </a:r>
            <a:endParaRPr lang="en-US" altLang="zh-CN" sz="1000"/>
          </a:p>
          <a:p>
            <a:pPr lvl="2"/>
            <a:r>
              <a:rPr lang="en-US" altLang="zh-CN" sz="1000"/>
              <a:t>default location: C:\Program Files (x86)\Windows Kits\10\bin\10.0.26100.0\x64</a:t>
            </a:r>
            <a:endParaRPr lang="en-US" altLang="zh-CN" sz="1000"/>
          </a:p>
          <a:p>
            <a:pPr lvl="2"/>
            <a:r>
              <a:rPr lang="en-US" altLang="zh-CN" sz="1000"/>
              <a:t>add the path to system PATH</a:t>
            </a:r>
            <a:endParaRPr lang="en-US" altLang="zh-CN" sz="1000"/>
          </a:p>
          <a:p>
            <a:pPr lvl="1"/>
            <a:r>
              <a:rPr lang="en-US" altLang="zh-CN" sz="1000"/>
              <a:t>sign executable</a:t>
            </a:r>
            <a:endParaRPr lang="en-US" altLang="zh-CN" sz="1000"/>
          </a:p>
          <a:p>
            <a:pPr lvl="2"/>
            <a:r>
              <a:rPr lang="en-US" altLang="zh-CN" sz="1000"/>
              <a:t>signtool sign /a /t http://timestamp.digicert.com /fd SHA256 "YourFile.exe"</a:t>
            </a:r>
            <a:endParaRPr lang="en-US" altLang="zh-CN" sz="1000"/>
          </a:p>
          <a:p>
            <a:pPr lvl="2"/>
            <a:r>
              <a:rPr lang="en-US" altLang="zh-CN" sz="1000"/>
              <a:t>SignTool sign /f MyCert.pfx /p MyPassword /t http://timestamp.digicert.com MyControl.exe</a:t>
            </a:r>
            <a:endParaRPr lang="en-US" altLang="zh-CN" sz="1000"/>
          </a:p>
          <a:p>
            <a:pPr lvl="2"/>
            <a:r>
              <a:rPr lang="en-US" altLang="zh-CN" sz="1000"/>
              <a:t>OV/EV code signing certificate</a:t>
            </a:r>
            <a:endParaRPr lang="en-US" altLang="zh-CN" sz="1000"/>
          </a:p>
          <a:p>
            <a:pPr lvl="1"/>
            <a:r>
              <a:rPr lang="en-US" altLang="zh-CN" sz="1000"/>
              <a:t>verify sign</a:t>
            </a:r>
            <a:endParaRPr lang="en-US" altLang="zh-CN" sz="1000"/>
          </a:p>
          <a:p>
            <a:pPr lvl="2"/>
            <a:r>
              <a:rPr lang="en-US" altLang="zh-CN" sz="1000"/>
              <a:t>signtool verify /pa "YourInstaller.exe" </a:t>
            </a:r>
            <a:endParaRPr lang="en-US" altLang="zh-CN" sz="1000"/>
          </a:p>
          <a:p>
            <a:pPr lvl="0"/>
            <a:r>
              <a:rPr lang="en-US" altLang="zh-CN" sz="1200"/>
              <a:t>References</a:t>
            </a:r>
            <a:endParaRPr lang="en-US" altLang="zh-CN" sz="1200"/>
          </a:p>
          <a:p>
            <a:pPr lvl="1"/>
            <a:r>
              <a:rPr lang="zh-CN" altLang="en-US" sz="1000"/>
              <a:t>腾讯云代码签名证书</a:t>
            </a:r>
            <a:endParaRPr lang="zh-CN" altLang="en-US" sz="1000"/>
          </a:p>
          <a:p>
            <a:pPr lvl="2"/>
            <a:r>
              <a:rPr lang="en-US" altLang="zh-CN" sz="1000"/>
              <a:t>https://cloud.tencent.com/product/csc</a:t>
            </a:r>
            <a:endParaRPr lang="en-US" altLang="zh-CN" sz="1000"/>
          </a:p>
          <a:p>
            <a:pPr lvl="1"/>
            <a:r>
              <a:rPr lang="en-US" altLang="zh-CN" sz="1000"/>
              <a:t>https://learn.microsoft.com/en-us/windows/win32/seccrypto/using-signtool-to-sign-a-file</a:t>
            </a:r>
            <a:endParaRPr lang="en-US" altLang="zh-CN" sz="1000"/>
          </a:p>
          <a:p>
            <a:pPr lvl="1"/>
            <a:r>
              <a:rPr lang="en-US" altLang="zh-CN" sz="1000"/>
              <a:t>https://www.wosign.com/Products/WoSign_CodeSigning_Organizations.htm</a:t>
            </a:r>
            <a:endParaRPr lang="en-US" altLang="zh-CN" sz="1000"/>
          </a:p>
          <a:p>
            <a:pPr lvl="2"/>
            <a:r>
              <a:rPr lang="zh-CN" altLang="en-US" sz="1000"/>
              <a:t>一年</a:t>
            </a:r>
            <a:r>
              <a:rPr lang="en-US" altLang="zh-CN" sz="1000"/>
              <a:t>2888</a:t>
            </a:r>
            <a:r>
              <a:rPr lang="zh-CN" altLang="en-US" sz="1000"/>
              <a:t>元</a:t>
            </a:r>
            <a:endParaRPr lang="zh-CN" altLang="en-US" sz="1000"/>
          </a:p>
          <a:p>
            <a:pPr lvl="1"/>
            <a:r>
              <a:rPr lang="en-US" altLang="zh-CN" sz="1110"/>
              <a:t>https://marketplace.huaweicloud.com/contents/f82ca92a-e193-4dec-92f0-655434118fad#productid=OFFI1043352066753900544</a:t>
            </a:r>
            <a:endParaRPr lang="en-US" altLang="zh-CN" sz="1110"/>
          </a:p>
          <a:p>
            <a:pPr lvl="2"/>
            <a:r>
              <a:rPr lang="zh-CN" altLang="en-US" sz="995"/>
              <a:t>最低</a:t>
            </a:r>
            <a:r>
              <a:rPr lang="en-US" altLang="zh-CN" sz="995"/>
              <a:t>990</a:t>
            </a:r>
            <a:r>
              <a:rPr lang="zh-CN" altLang="en-US" sz="995"/>
              <a:t>元一年</a:t>
            </a:r>
            <a:endParaRPr lang="zh-CN" altLang="en-US" sz="995"/>
          </a:p>
          <a:p>
            <a:pPr lvl="1"/>
            <a:r>
              <a:rPr lang="en-US" altLang="zh-CN" sz="1105"/>
              <a:t>https://www.ihuandu.com/codesigning.html</a:t>
            </a:r>
            <a:endParaRPr lang="en-US" altLang="zh-CN" sz="1105"/>
          </a:p>
          <a:p>
            <a:pPr lvl="2"/>
            <a:r>
              <a:rPr lang="zh-CN" altLang="en-US" sz="990"/>
              <a:t>普通最低</a:t>
            </a:r>
            <a:r>
              <a:rPr lang="en-US" altLang="zh-CN" sz="990"/>
              <a:t>880</a:t>
            </a:r>
            <a:r>
              <a:rPr lang="zh-CN" altLang="en-US" sz="990"/>
              <a:t>一年，</a:t>
            </a:r>
            <a:r>
              <a:rPr lang="en-US" altLang="zh-CN" sz="990"/>
              <a:t>EV</a:t>
            </a:r>
            <a:r>
              <a:rPr lang="zh-CN" altLang="en-US" sz="990"/>
              <a:t>最低</a:t>
            </a:r>
            <a:r>
              <a:rPr lang="en-US" altLang="zh-CN" sz="990"/>
              <a:t>2500</a:t>
            </a:r>
            <a:r>
              <a:rPr lang="zh-CN" altLang="en-US" sz="990"/>
              <a:t>一年</a:t>
            </a:r>
            <a:endParaRPr lang="zh-CN" altLang="en-US" sz="990"/>
          </a:p>
        </p:txBody>
      </p: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6763385" y="561975"/>
            <a:ext cx="5313045" cy="263017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6857365" y="3310890"/>
            <a:ext cx="5125085" cy="31540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Command Alias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100800" tIns="0" rIns="8280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References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  <a:p>
            <a:pPr lvl="1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rPr>
              <a:t>https://blog.csdn.net/yiranzhiliposui/article/details/83116819</a:t>
            </a:r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Network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hosts</a:t>
            </a:r>
            <a:endParaRPr lang="en-US" altLang="zh-CN"/>
          </a:p>
          <a:p>
            <a:pPr lvl="1"/>
            <a:r>
              <a:rPr lang="en-US" altLang="zh-CN"/>
              <a:t>C:\Windows\System32\drivers\etc\hosts</a:t>
            </a:r>
            <a:endParaRPr lang="en-US" altLang="zh-CN"/>
          </a:p>
          <a:p>
            <a:pPr lvl="0"/>
            <a:r>
              <a:rPr lang="en-US" altLang="zh-CN"/>
              <a:t>After modify hosts</a:t>
            </a:r>
            <a:endParaRPr lang="en-US" altLang="zh-CN"/>
          </a:p>
          <a:p>
            <a:pPr lvl="1"/>
            <a:r>
              <a:rPr lang="en-US" altLang="zh-CN"/>
              <a:t>net stop dnscache</a:t>
            </a:r>
            <a:endParaRPr lang="en-US" altLang="zh-CN"/>
          </a:p>
          <a:p>
            <a:pPr lvl="1"/>
            <a:r>
              <a:rPr lang="en-US" altLang="zh-CN"/>
              <a:t>net start dnscache</a:t>
            </a:r>
            <a:endParaRPr lang="en-US" altLang="zh-CN"/>
          </a:p>
          <a:p>
            <a:pPr lvl="1"/>
            <a:r>
              <a:rPr lang="en-US" altLang="zh-CN"/>
              <a:t>ipconfig /flushdns</a:t>
            </a:r>
            <a:endParaRPr lang="en-US" altLang="zh-CN"/>
          </a:p>
          <a:p>
            <a:pPr lvl="0"/>
            <a:r>
              <a:rPr lang="en-US" altLang="zh-CN"/>
              <a:t>Firewall</a:t>
            </a:r>
            <a:endParaRPr lang="en-US" altLang="zh-CN"/>
          </a:p>
          <a:p>
            <a:pPr lvl="1"/>
            <a:r>
              <a:rPr lang="en-US" altLang="zh-CN"/>
              <a:t>netsh advfirewall set allprofiles state off  # </a:t>
            </a:r>
            <a:r>
              <a:rPr lang="zh-CN" altLang="en-US"/>
              <a:t>关闭</a:t>
            </a:r>
            <a:r>
              <a:rPr lang="zh-CN" altLang="en-US"/>
              <a:t>防火墙</a:t>
            </a:r>
            <a:endParaRPr lang="zh-CN" altLang="en-US"/>
          </a:p>
          <a:p>
            <a:pPr lvl="1"/>
            <a:r>
              <a:rPr lang="en-US" altLang="zh-CN"/>
              <a:t>netsh advfirewall set allprofiles state on # </a:t>
            </a:r>
            <a:r>
              <a:rPr lang="zh-CN" altLang="en-US"/>
              <a:t>打开</a:t>
            </a:r>
            <a:r>
              <a:rPr lang="zh-CN" altLang="en-US"/>
              <a:t>防火墙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UNIT_LARGE_SHAPE" val="1"/>
  <p:tag name="KSO_WM_SLIDE_BACKGROUND_MASK_FLAG" val="1"/>
</p:tagLst>
</file>

<file path=ppt/tags/tag2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  <p:tag name="KSO_WM_UNIT_LARGE_SHAPE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  <p:tag name="KSO_WM_UNIT_LARGE_SHAPE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39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LARGE_SHAPE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UNIT_LARGE_SHAPE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UNIT_LARGE_SHAPE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UNIT_BK_DARK_LIGHT" val="2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UNIT_BK_DARK_LIGHT" val="2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UNIT_BK_DARK_LIGHT" val="2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UNIT_BK_DARK_LIGHT" val="2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UNIT_BK_DARK_LIGHT" val="2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UNIT_BK_DARK_LIGHT" val="2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403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403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1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6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1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</p:tagLst>
</file>

<file path=ppt/tags/tag14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15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15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5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6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6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6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6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8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9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19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583"/>
</p:tagLst>
</file>

<file path=ppt/tags/tag19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50"/>
  <p:tag name="KSO_WM_TEMPLATE_CATEGORY" val="custom"/>
  <p:tag name="KSO_WM_TEMPLATE_INDEX" val="20238583"/>
</p:tagLst>
</file>

<file path=ppt/tags/tag19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83"/>
  <p:tag name="KSO_WM_TEMPLATE_CATEGORY" val="custom"/>
  <p:tag name="KSO_WM_TEMPLATE_MASTER_TYPE" val="0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194031_1*b*2"/>
  <p:tag name="KSO_WM_TEMPLATE_CATEGORY" val="custom"/>
  <p:tag name="KSO_WM_TEMPLATE_INDEX" val="20194031"/>
  <p:tag name="KSO_WM_UNIT_LAYERLEVEL" val="1"/>
  <p:tag name="KSO_WM_TAG_VERSION" val="1.0"/>
  <p:tag name="KSO_WM_BEAUTIFY_FLAG" val="#wm#"/>
  <p:tag name="KSO_WM_UNIT_ISCONTENTSTITLE" val="0"/>
  <p:tag name="KSO_WM_UNIT_PRESET_TEXT" val="汇报人姓名"/>
  <p:tag name="KSO_WM_UNIT_NOCLEAR" val="0"/>
  <p:tag name="KSO_WM_UNIT_VALUE" val="7"/>
  <p:tag name="KSO_WM_UNIT_TYPE" val="b"/>
  <p:tag name="KSO_WM_UNIT_INDEX" val="2"/>
  <p:tag name="KSO_WM_UNIT_ISNUMDGMTITLE" val="0"/>
  <p:tag name="KSO_WM_UNIT_TEXT_FILL_FORE_SCHEMECOLOR_INDEX_BRIGHTNESS" val="0.15"/>
  <p:tag name="KSO_WM_UNIT_TEXT_FILL_FORE_SCHEMECOLOR_INDEX" val="13"/>
  <p:tag name="KSO_WM_UNIT_TEXT_FILL_TYPE" val="1"/>
</p:tagLst>
</file>

<file path=ppt/tags/tag2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83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83"/>
  <p:tag name="KSO_WM_TEMPLATE_CATEGORY" val="custom"/>
  <p:tag name="KSO_WM_UNIT_ISCONTENTSTITLE" val="0"/>
  <p:tag name="KSO_WM_UNIT_VALUE" val="16"/>
  <p:tag name="KSO_WM_UNIT_PRESET_TEXT" val="单击添加文档标题"/>
  <p:tag name="KSO_WM_UNIT_TEXT_TYPE" val="1"/>
</p:tagLst>
</file>

<file path=ppt/tags/tag20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583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83"/>
  <p:tag name="KSO_WM_TEMPLATE_CATEGORY" val="custom"/>
  <p:tag name="KSO_WM_UNIT_ISCONTENTSTITLE" val="0"/>
  <p:tag name="KSO_WM_UNIT_VALUE" val="56"/>
  <p:tag name="KSO_WM_UNIT_PRESET_TEXT" val="WPS,a click to unlimited possibilities"/>
  <p:tag name="KSO_WM_UNIT_TEXT_TYPE" val="1"/>
</p:tagLst>
</file>

<file path=ppt/tags/tag20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583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83"/>
  <p:tag name="KSO_WM_TEMPLATE_CATEGORY" val="custom"/>
  <p:tag name="KSO_WM_UNIT_VALUE" val="7"/>
</p:tagLst>
</file>

<file path=ppt/tags/tag206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583"/>
  <p:tag name="KSO_WM_TEMPLATE_CATEGORY" val="custom"/>
  <p:tag name="KSO_WM_SLIDE_INDEX" val="1"/>
  <p:tag name="KSO_WM_SLIDE_ID" val="custom20238583_1"/>
  <p:tag name="KSO_WM_TEMPLATE_MASTER_TYPE" val="0"/>
  <p:tag name="KSO_WM_SLIDE_LAYOUT" val="a_b_f"/>
  <p:tag name="KSO_WM_SLIDE_LAYOUT_CNT" val="1_1_1"/>
  <p:tag name="KSO_WM_SLIDE_THEME_ID" val="3332136"/>
  <p:tag name="KSO_WM_SLIDE_THEME_NAME" val="简约圆行点阵职场办公"/>
</p:tagLst>
</file>

<file path=ppt/tags/tag207.xml><?xml version="1.0" encoding="utf-8"?>
<p:tagLst xmlns:p="http://schemas.openxmlformats.org/presentationml/2006/main">
  <p:tag name="KSO_WM_UNIT_INDEX" val="1"/>
  <p:tag name="KSO_WM_UNIT_TYPE" val="a"/>
  <p:tag name="KSO_WM_UNIT_SUBTYPE" val="a"/>
  <p:tag name="KSO_WM_BEAUTIFY_FLAG" val="#wm#"/>
</p:tagLst>
</file>

<file path=ppt/tags/tag20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09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  <p:tag name="KSO_WM_SPECIAL_SOURCE" val="bdnull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858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1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</p:tagLst>
</file>

<file path=ppt/tags/tag212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</p:tagLst>
</file>

<file path=ppt/tags/tag2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1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</p:tagLst>
</file>

<file path=ppt/tags/tag215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</p:tagLst>
</file>

<file path=ppt/tags/tag216.xml><?xml version="1.0" encoding="utf-8"?>
<p:tagLst xmlns:p="http://schemas.openxmlformats.org/presentationml/2006/main">
  <p:tag name="KSO_WM_UNIT_TABLE_BEAUTIFY" val="smartTable{3e87afa1-e5c6-46d3-93c2-67a16c27e8a9}"/>
  <p:tag name="TABLE_ENDDRAG_ORIGIN_RECT" val="826*401"/>
  <p:tag name="TABLE_ENDDRAG_RECT" val="81*93*826*401"/>
  <p:tag name="KSO_WM_UNIT_INDEX" val="2"/>
  <p:tag name="KSO_WM_UNIT_TYPE" val="β"/>
  <p:tag name="KSO_WM_BEAUTIFY_FLAG" val="#wm#"/>
</p:tagLst>
</file>

<file path=ppt/tags/tag21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  <p:tag name="KSO_WM_SPECIAL_SOURCE" val="bdnull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858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1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2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  <p:tag name="KSO_WM_SPECIAL_SOURCE" val="bdnull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858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858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2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2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  <p:tag name="KSO_WM_SPECIAL_SOURCE" val="bdnull"/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SLIDE_INDEX" val="8"/>
  <p:tag name="KSO_WM_SLIDE_ID" val="custom2023858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2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</p:tagLst>
</file>

<file path=ppt/tags/tag229.xml><?xml version="1.0" encoding="utf-8"?>
<p:tagLst xmlns:p="http://schemas.openxmlformats.org/presentationml/2006/main">
  <p:tag name="KSO_DOCER_TEMPLATE_OPEN_ONCE_MARK" val="1"/>
  <p:tag name="commondata" val="eyJoZGlkIjoiYjRhZjQ5NWVmZmQxNmM3NmNkNDYxNWRmNzNmMjA1ZDA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8">
      <a:dk1>
        <a:srgbClr val="000000"/>
      </a:dk1>
      <a:lt1>
        <a:srgbClr val="FFFFFF"/>
      </a:lt1>
      <a:dk2>
        <a:srgbClr val="EDEDED"/>
      </a:dk2>
      <a:lt2>
        <a:srgbClr val="FFFFFF"/>
      </a:lt2>
      <a:accent1>
        <a:srgbClr val="E79E45"/>
      </a:accent1>
      <a:accent2>
        <a:srgbClr val="D9993C"/>
      </a:accent2>
      <a:accent3>
        <a:srgbClr val="C4B153"/>
      </a:accent3>
      <a:accent4>
        <a:srgbClr val="A8C869"/>
      </a:accent4>
      <a:accent5>
        <a:srgbClr val="88DE83"/>
      </a:accent5>
      <a:accent6>
        <a:srgbClr val="7CE8B1"/>
      </a:accent6>
      <a:hlink>
        <a:srgbClr val="658BD5"/>
      </a:hlink>
      <a:folHlink>
        <a:srgbClr val="9F67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简约圆行点阵职场办公">
  <a:themeElements>
    <a:clrScheme name="">
      <a:dk1>
        <a:srgbClr val="000000"/>
      </a:dk1>
      <a:lt1>
        <a:srgbClr val="FFFFFF"/>
      </a:lt1>
      <a:dk2>
        <a:srgbClr val="061640"/>
      </a:dk2>
      <a:lt2>
        <a:srgbClr val="F3F6FE"/>
      </a:lt2>
      <a:accent1>
        <a:srgbClr val="1F59EB"/>
      </a:accent1>
      <a:accent2>
        <a:srgbClr val="007DDE"/>
      </a:accent2>
      <a:accent3>
        <a:srgbClr val="0094D1"/>
      </a:accent3>
      <a:accent4>
        <a:srgbClr val="00A6C5"/>
      </a:accent4>
      <a:accent5>
        <a:srgbClr val="00B4BA"/>
      </a:accent5>
      <a:accent6>
        <a:srgbClr val="30C0B4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2754</Words>
  <Application>WPS 演示</Application>
  <PresentationFormat>宽屏</PresentationFormat>
  <Paragraphs>129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1_Office 主题</vt:lpstr>
      <vt:lpstr>1_Office 主题​​</vt:lpstr>
      <vt:lpstr>1_简约圆行点阵职场办公</vt:lpstr>
      <vt:lpstr>Windows Notes</vt:lpstr>
      <vt:lpstr>Commands</vt:lpstr>
      <vt:lpstr>环境变量</vt:lpstr>
      <vt:lpstr>PowerPoint 演示文稿</vt:lpstr>
      <vt:lpstr>WinGet</vt:lpstr>
      <vt:lpstr>Create Windows Installer</vt:lpstr>
      <vt:lpstr>Sign Windows Installer</vt:lpstr>
      <vt:lpstr>Command Alias</vt:lpstr>
      <vt:lpstr>Network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Sparks Lu</dc:creator>
  <cp:lastModifiedBy>VhuanTech</cp:lastModifiedBy>
  <cp:revision>76</cp:revision>
  <dcterms:created xsi:type="dcterms:W3CDTF">2021-11-04T14:54:00Z</dcterms:created>
  <dcterms:modified xsi:type="dcterms:W3CDTF">2025-09-16T03:50:30Z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631E14B189A44DD4AA93124789E8D6DB</vt:lpwstr>
  </property>
  <property fmtid="{D5CDD505-2E9C-101B-9397-08002B2CF9AE}" pid="3" name="KSOProductBuildVer">
    <vt:lpwstr>2052-12.1.0.21915</vt:lpwstr>
  </property>
</Properties>
</file>